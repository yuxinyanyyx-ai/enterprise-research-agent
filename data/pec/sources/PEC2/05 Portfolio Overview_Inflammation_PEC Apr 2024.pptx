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4.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theme/theme5.xml" ContentType="application/vnd.openxmlformats-officedocument.theme+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theme/theme6.xml" ContentType="application/vnd.openxmlformats-officedocument.theme+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2.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3.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3.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4.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6.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17.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8.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19.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20.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21.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4.xml" ContentType="application/vnd.openxmlformats-officedocument.drawingml.chartshapes+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5.xml" ContentType="application/vnd.openxmlformats-officedocument.drawingml.chartshape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24.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5.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26.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27.xml" ContentType="application/vnd.openxmlformats-officedocument.presentationml.notesSlide+xml"/>
  <Override PartName="/ppt/comments/comment1.xml" ContentType="application/vnd.openxmlformats-officedocument.presentationml.comment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28.xml" ContentType="application/vnd.openxmlformats-officedocument.presentationml.notesSlide+xml"/>
  <Override PartName="/ppt/comments/comment2.xml" ContentType="application/vnd.openxmlformats-officedocument.presentationml.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33.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34.xml" ContentType="application/vnd.openxmlformats-officedocument.presentationml.notesSlide+xml"/>
  <Override PartName="/ppt/tags/tag300.xml" ContentType="application/vnd.openxmlformats-officedocument.presentationml.tags+xml"/>
  <Override PartName="/ppt/notesSlides/notesSlide35.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39.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737" r:id="rId4"/>
    <p:sldMasterId id="2147484781" r:id="rId5"/>
    <p:sldMasterId id="2147484884" r:id="rId6"/>
    <p:sldMasterId id="2147484926" r:id="rId7"/>
    <p:sldMasterId id="2147484957" r:id="rId8"/>
    <p:sldMasterId id="2147485032" r:id="rId9"/>
    <p:sldMasterId id="2147485067" r:id="rId10"/>
  </p:sldMasterIdLst>
  <p:notesMasterIdLst>
    <p:notesMasterId r:id="rId79"/>
  </p:notesMasterIdLst>
  <p:handoutMasterIdLst>
    <p:handoutMasterId r:id="rId80"/>
  </p:handoutMasterIdLst>
  <p:sldIdLst>
    <p:sldId id="6601" r:id="rId11"/>
    <p:sldId id="2147481319" r:id="rId12"/>
    <p:sldId id="2147482896" r:id="rId13"/>
    <p:sldId id="2147482850" r:id="rId14"/>
    <p:sldId id="2147481329" r:id="rId15"/>
    <p:sldId id="2147482881" r:id="rId16"/>
    <p:sldId id="2147482882" r:id="rId17"/>
    <p:sldId id="2147475033" r:id="rId18"/>
    <p:sldId id="2147475034" r:id="rId19"/>
    <p:sldId id="2147475035" r:id="rId20"/>
    <p:sldId id="2147475036" r:id="rId21"/>
    <p:sldId id="2147475037" r:id="rId22"/>
    <p:sldId id="2147475038" r:id="rId23"/>
    <p:sldId id="2147482883" r:id="rId24"/>
    <p:sldId id="2145705817" r:id="rId25"/>
    <p:sldId id="2147482884" r:id="rId26"/>
    <p:sldId id="2147482878" r:id="rId27"/>
    <p:sldId id="2147481332" r:id="rId28"/>
    <p:sldId id="2147481313" r:id="rId29"/>
    <p:sldId id="2147482886" r:id="rId30"/>
    <p:sldId id="9888" r:id="rId31"/>
    <p:sldId id="2147482887" r:id="rId32"/>
    <p:sldId id="2147374418" r:id="rId33"/>
    <p:sldId id="2147482888" r:id="rId34"/>
    <p:sldId id="2145705931" r:id="rId35"/>
    <p:sldId id="2147482889" r:id="rId36"/>
    <p:sldId id="2147482890" r:id="rId37"/>
    <p:sldId id="2147482891" r:id="rId38"/>
    <p:sldId id="2147482892" r:id="rId39"/>
    <p:sldId id="2147482842" r:id="rId40"/>
    <p:sldId id="2147482846" r:id="rId41"/>
    <p:sldId id="2147482893" r:id="rId42"/>
    <p:sldId id="2147482876" r:id="rId43"/>
    <p:sldId id="2147482837" r:id="rId44"/>
    <p:sldId id="2147482843" r:id="rId45"/>
    <p:sldId id="2147482827" r:id="rId46"/>
    <p:sldId id="2147482849" r:id="rId47"/>
    <p:sldId id="2147482844" r:id="rId48"/>
    <p:sldId id="2147482845" r:id="rId49"/>
    <p:sldId id="2147482899" r:id="rId50"/>
    <p:sldId id="2147377168" r:id="rId51"/>
    <p:sldId id="2147482900" r:id="rId52"/>
    <p:sldId id="2147377171" r:id="rId53"/>
    <p:sldId id="2147482274" r:id="rId54"/>
    <p:sldId id="2147482873" r:id="rId55"/>
    <p:sldId id="2147482894" r:id="rId56"/>
    <p:sldId id="2147481436" r:id="rId57"/>
    <p:sldId id="2147482835" r:id="rId58"/>
    <p:sldId id="2147482836" r:id="rId59"/>
    <p:sldId id="2147481384" r:id="rId60"/>
    <p:sldId id="2147482838" r:id="rId61"/>
    <p:sldId id="2147482879" r:id="rId62"/>
    <p:sldId id="2147482880" r:id="rId63"/>
    <p:sldId id="2147482855" r:id="rId64"/>
    <p:sldId id="2147482898" r:id="rId65"/>
    <p:sldId id="2147482897" r:id="rId66"/>
    <p:sldId id="2147482895" r:id="rId67"/>
    <p:sldId id="2147482191" r:id="rId68"/>
    <p:sldId id="2147480426" r:id="rId69"/>
    <p:sldId id="2147482859" r:id="rId70"/>
    <p:sldId id="2147482860" r:id="rId71"/>
    <p:sldId id="2147481375" r:id="rId72"/>
    <p:sldId id="2147481416" r:id="rId73"/>
    <p:sldId id="2147482704" r:id="rId74"/>
    <p:sldId id="882" r:id="rId75"/>
    <p:sldId id="2147475014" r:id="rId76"/>
    <p:sldId id="2147474234" r:id="rId77"/>
    <p:sldId id="2147474962" r:id="rId78"/>
  </p:sldIdLst>
  <p:sldSz cx="9144000" cy="5143500" type="screen16x9"/>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00B4D4-91B4-4044-9157-949694550943}">
          <p14:sldIdLst>
            <p14:sldId id="6601"/>
            <p14:sldId id="2147481319"/>
          </p14:sldIdLst>
        </p14:section>
        <p14:section name="PDE4b" id="{A5914EE9-41A2-486D-95D3-F44E9692D70F}">
          <p14:sldIdLst>
            <p14:sldId id="2147482896"/>
            <p14:sldId id="2147482850"/>
            <p14:sldId id="2147481329"/>
            <p14:sldId id="2147482881"/>
            <p14:sldId id="2147482882"/>
            <p14:sldId id="2147475033"/>
            <p14:sldId id="2147475034"/>
            <p14:sldId id="2147475035"/>
            <p14:sldId id="2147475036"/>
            <p14:sldId id="2147475037"/>
            <p14:sldId id="2147475038"/>
            <p14:sldId id="2147482883"/>
            <p14:sldId id="2145705817"/>
            <p14:sldId id="2147482884"/>
            <p14:sldId id="2147482878"/>
            <p14:sldId id="2147481332"/>
            <p14:sldId id="2147481313"/>
            <p14:sldId id="2147482886"/>
            <p14:sldId id="9888"/>
            <p14:sldId id="2147482887"/>
            <p14:sldId id="2147374418"/>
          </p14:sldIdLst>
        </p14:section>
        <p14:section name="Ofev PAC" id="{B05BF25F-C2D7-41F8-872F-B4CC0EC3AC12}">
          <p14:sldIdLst>
            <p14:sldId id="2147482888"/>
            <p14:sldId id="2145705931"/>
          </p14:sldIdLst>
        </p14:section>
        <p14:section name="TRPA-1" id="{12171143-7214-4EEB-92C9-D87C89B4F5D4}">
          <p14:sldIdLst>
            <p14:sldId id="2147482889"/>
            <p14:sldId id="2147482890"/>
          </p14:sldIdLst>
        </p14:section>
        <p14:section name="Autotaxin" id="{558FE46B-780F-4412-A413-E4217CCFEFA6}">
          <p14:sldIdLst>
            <p14:sldId id="2147482891"/>
          </p14:sldIdLst>
        </p14:section>
        <p14:section name="IL-11" id="{0AA55E77-B521-48DB-B1AA-354884AE6AA9}">
          <p14:sldIdLst>
            <p14:sldId id="2147482892"/>
          </p14:sldIdLst>
        </p14:section>
        <p14:section name="Catci" id="{0E571D55-C9B6-4667-A12A-EE9D03032343}">
          <p14:sldIdLst>
            <p14:sldId id="2147482842"/>
          </p14:sldIdLst>
        </p14:section>
        <p14:section name="sGC activator in SSc" id="{E8AC4A46-218C-4655-A158-4A2DF485F93C}">
          <p14:sldIdLst>
            <p14:sldId id="2147482846"/>
            <p14:sldId id="2147482893"/>
            <p14:sldId id="2147482876"/>
            <p14:sldId id="2147482837"/>
          </p14:sldIdLst>
        </p14:section>
        <p14:section name="PD-1" id="{2332DA89-82ED-4B83-8A57-FC1EFA6E546B}">
          <p14:sldIdLst>
            <p14:sldId id="2147482843"/>
            <p14:sldId id="2147482827"/>
          </p14:sldIdLst>
        </p14:section>
        <p14:section name="cGAS" id="{029B8873-FA8A-405D-AF76-95A5D6CDDC5D}">
          <p14:sldIdLst>
            <p14:sldId id="2147482849"/>
          </p14:sldIdLst>
        </p14:section>
        <p14:section name="IBD (RIPK2 and TREM-1)" id="{DE33ACC7-ABD6-476F-BFEA-B88A9020A73B}">
          <p14:sldIdLst>
            <p14:sldId id="2147482844"/>
            <p14:sldId id="2147482845"/>
            <p14:sldId id="2147482899"/>
            <p14:sldId id="2147377168"/>
            <p14:sldId id="2147482900"/>
            <p14:sldId id="2147377171"/>
            <p14:sldId id="2147482274"/>
            <p14:sldId id="2147482873"/>
          </p14:sldIdLst>
        </p14:section>
        <p14:section name="PMS(except Spesolimab)" id="{8725E6E5-74C0-4859-891E-E540EB766E1A}">
          <p14:sldIdLst>
            <p14:sldId id="2147482894"/>
          </p14:sldIdLst>
        </p14:section>
        <p14:section name="Spesolimab" id="{A64DF413-DB6D-414D-BF35-38E5DE2B0AD8}">
          <p14:sldIdLst>
            <p14:sldId id="2147481436"/>
            <p14:sldId id="2147482835"/>
            <p14:sldId id="2147482836"/>
            <p14:sldId id="2147481384"/>
            <p14:sldId id="2147482838"/>
            <p14:sldId id="2147482879"/>
            <p14:sldId id="2147482880"/>
            <p14:sldId id="2147482855"/>
            <p14:sldId id="2147482898"/>
            <p14:sldId id="2147482897"/>
            <p14:sldId id="2147482895"/>
            <p14:sldId id="2147482191"/>
            <p14:sldId id="2147480426"/>
            <p14:sldId id="2147482859"/>
            <p14:sldId id="2147482860"/>
            <p14:sldId id="2147481375"/>
            <p14:sldId id="2147481416"/>
            <p14:sldId id="2147482704"/>
          </p14:sldIdLst>
        </p14:section>
        <p14:section name="backup" id="{ED5685ED-A81B-4951-8860-2645E3DC9E75}">
          <p14:sldIdLst>
            <p14:sldId id="882"/>
            <p14:sldId id="2147475014"/>
            <p14:sldId id="2147474234"/>
            <p14:sldId id="2147474962"/>
          </p14:sldIdLst>
        </p14:section>
      </p14:sectionLst>
    </p:ext>
    <p:ext uri="{EFAFB233-063F-42B5-8137-9DF3F51BA10A}">
      <p15:sldGuideLst xmlns:p15="http://schemas.microsoft.com/office/powerpoint/2012/main">
        <p15:guide id="5" pos="5520" userDrawn="1">
          <p15:clr>
            <a:srgbClr val="A4A3A4"/>
          </p15:clr>
        </p15:guide>
        <p15:guide id="6" pos="228" userDrawn="1">
          <p15:clr>
            <a:srgbClr val="A4A3A4"/>
          </p15:clr>
        </p15:guide>
        <p15:guide id="7" orient="horz" pos="3026" userDrawn="1">
          <p15:clr>
            <a:srgbClr val="A4A3A4"/>
          </p15:clr>
        </p15:guide>
        <p15:guide id="8" orient="horz" pos="5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67A001-4951-305C-B98D-35FBBA796CD8}" name="Wang,Shirley (HP Med RA) BII-CN-B" initials="WB" userId="S::shirley_2.wang@boehringer-ingelheim.com::48b801ce-80b8-42d3-931b-2dcaf726016f" providerId="AD"/>
  <p188:author id="{99102902-A1C9-9057-8F36-0AE1E32F9630}" name="zxSHA Li,Lili (MED CD&amp;O) EXTERNAL" initials="zE" userId="S::lili.li.ext@boehringer-ingelheim.com::caae5028-c4b7-4139-b798-d46cb2b8c45e" providerId="AD"/>
  <p188:author id="{3D341D07-0F5E-8CC2-0F30-ADC2F3A3C4FA}" name="Chen,Dr.,Ying (HP Medicine) BII-CN-S" initials="C(MBCS" userId="S::ying_4.chen@boehringer-ingelheim.com::7c019f49-0ee9-4787-9ac5-a11d3b82d6d2" providerId="AD"/>
  <p188:author id="{26AAF028-7FB2-83A8-E6E8-0285040ED645}" name="Lin,Julia (MED CD&amp;O) BI-TW-T" initials="L(CBTT" userId="S::julia.lin@boehringer-ingelheim.com::2407819e-49bf-4c7b-96f7-ea5422769517" providerId="AD"/>
  <p188:author id="{E3216D2A-4FC6-2F51-4E99-815BE75EFC69}" name="Huang,Hui (HP Med PV) BII-CN-S" initials="HB" userId="S::hui_3.huang@boehringer-ingelheim.com::6ac9ddaa-9dec-49fc-a3f9-a294c43f6245" providerId="AD"/>
  <p188:author id="{DFFCAA2A-7911-D1A6-A28E-2ECE6DB17DE2}" name="Lu,Yixin (MED CD&amp;O) BII-CN-S" initials="L(CBCS" userId="S::yixin.lu@boehringer-ingelheim.com::6055c963-f18b-4b43-9f26-62c3b4c5f854" providerId="AD"/>
  <p188:author id="{9E7A0F31-F688-9CF2-49B3-B55FDD15CF04}" name="Sun,Dr.,Alex (HP Medicine) BII-CN-S" initials="SB" userId="S::alex.sun@boehringer-ingelheim.com::4719f32c-0e69-47bd-a472-8593e5571da4" providerId="AD"/>
  <p188:author id="{54388055-47E8-DADF-2ED8-80FB23959211}" name="Shen,Cindy (MED CD&amp;O) BII-CN-S" initials="S(CBCS" userId="S::cindy.shen@boehringer-ingelheim.com::4ef3a3e4-b0d2-4b61-83e5-e05e23635ff4" providerId="AD"/>
  <p188:author id="{3A46C27E-5084-4854-1776-CA1F77B42D67}" name="Wu,Dan (MED CD&amp;O) BII-CN-S" initials="W(CBCS" userId="S::dan.wu@boehringer-ingelheim.com::2543b386-fe23-4572-8b97-7e5aae483288" providerId="AD"/>
  <p188:author id="{3C62718A-852D-A254-B361-9150D9DB2D0E}" name="Li,Yuting (HP Medicine) BII-CN-S" initials="L(MBCS" userId="S::yuting.li@boehringer-ingelheim.com::ce8fbb54-122c-426d-b8da-fdcc5e1b5022" providerId="AD"/>
  <p188:author id="{F51ECDD6-236D-557A-332A-2E3D52E52276}" name="Zhang,Ying (MED CD&amp;O) BII-CN-S" initials="ZB" userId="S::ying_2.zhang@boehringer-ingelheim.com::456eb1e0-4978-443e-822e-be854341a77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9" name="Yang,Dr.,Dunfu (MED BDS) BII-CN-S" initials="YB" lastIdx="1" clrIdx="28">
    <p:extLst>
      <p:ext uri="{19B8F6BF-5375-455C-9EA6-DF929625EA0E}">
        <p15:presenceInfo xmlns:p15="http://schemas.microsoft.com/office/powerpoint/2012/main" userId="S::dunfu.yang@boehringer-ingelheim.com::7dccc66b-79e5-4e17-be8e-61c5b790608e" providerId="AD"/>
      </p:ext>
    </p:extLst>
  </p:cmAuthor>
  <p:cmAuthor id="1" name="Lu,Dr.,Jiaqi (HP Medicine) BII-CN-S" initials="L(MB" lastIdx="2" clrIdx="0">
    <p:extLst>
      <p:ext uri="{19B8F6BF-5375-455C-9EA6-DF929625EA0E}">
        <p15:presenceInfo xmlns:p15="http://schemas.microsoft.com/office/powerpoint/2012/main" userId="S-1-5-21-606747145-789336058-1417001333-156130" providerId="AD"/>
      </p:ext>
    </p:extLst>
  </p:cmAuthor>
  <p:cmAuthor id="30" name="Qian,Qi (MED CD&amp;O) BII-CN-S" initials="QB" lastIdx="1" clrIdx="29">
    <p:extLst>
      <p:ext uri="{19B8F6BF-5375-455C-9EA6-DF929625EA0E}">
        <p15:presenceInfo xmlns:p15="http://schemas.microsoft.com/office/powerpoint/2012/main" userId="S::qi.qian@boehringer-ingelheim.com::a012f63a-3071-45e6-b604-0f04cceb25ea" providerId="AD"/>
      </p:ext>
    </p:extLst>
  </p:cmAuthor>
  <p:cmAuthor id="2" name="Li,Yuting (HP Medicine) BII-CN-S" initials="L(MB" lastIdx="168" clrIdx="1">
    <p:extLst>
      <p:ext uri="{19B8F6BF-5375-455C-9EA6-DF929625EA0E}">
        <p15:presenceInfo xmlns:p15="http://schemas.microsoft.com/office/powerpoint/2012/main" userId="S::yuting.li@boehringer-ingelheim.com::ce8fbb54-122c-426d-b8da-fdcc5e1b5022" providerId="AD"/>
      </p:ext>
    </p:extLst>
  </p:cmAuthor>
  <p:cmAuthor id="31" name="zxSHA Zhao,Ting (MED CD&amp;O) EXTERNAL" initials="zE" lastIdx="4" clrIdx="30">
    <p:extLst>
      <p:ext uri="{19B8F6BF-5375-455C-9EA6-DF929625EA0E}">
        <p15:presenceInfo xmlns:p15="http://schemas.microsoft.com/office/powerpoint/2012/main" userId="S::ting.zhao.ext@boehringer-ingelheim.com::3d8ce11f-7659-40c3-8229-d1facb227748" providerId="AD"/>
      </p:ext>
    </p:extLst>
  </p:cmAuthor>
  <p:cmAuthor id="3" name="Fan,Feng (HP Medicine) BII-CN-S" initials="F(MB" lastIdx="2" clrIdx="2">
    <p:extLst>
      <p:ext uri="{19B8F6BF-5375-455C-9EA6-DF929625EA0E}">
        <p15:presenceInfo xmlns:p15="http://schemas.microsoft.com/office/powerpoint/2012/main" userId="S::feng.fan@boehringer-ingelheim.com::56f1bf9d-6553-4f81-a57f-bcb9389b56d7" providerId="AD"/>
      </p:ext>
    </p:extLst>
  </p:cmAuthor>
  <p:cmAuthor id="4" name="Wu,Dan (MED CD&amp;O) BII-CN-S" initials="WB" lastIdx="7" clrIdx="3">
    <p:extLst>
      <p:ext uri="{19B8F6BF-5375-455C-9EA6-DF929625EA0E}">
        <p15:presenceInfo xmlns:p15="http://schemas.microsoft.com/office/powerpoint/2012/main" userId="S::dan.wu@boehringer-ingelheim.com::2543b386-fe23-4572-8b97-7e5aae483288" providerId="AD"/>
      </p:ext>
    </p:extLst>
  </p:cmAuthor>
  <p:cmAuthor id="5" name="Li,Fengqiong (HP Med RA) BII-CN-B" initials="L(MRBCB" lastIdx="17" clrIdx="4">
    <p:extLst>
      <p:ext uri="{19B8F6BF-5375-455C-9EA6-DF929625EA0E}">
        <p15:presenceInfo xmlns:p15="http://schemas.microsoft.com/office/powerpoint/2012/main" userId="S::fengqiong.li@boehringer-ingelheim.com::dae7b85d-6b67-4faa-a5b6-30ff5e066a0d" providerId="AD"/>
      </p:ext>
    </p:extLst>
  </p:cmAuthor>
  <p:cmAuthor id="6" name="Lu,Yixin (MED CD&amp;O) BII-CN-S" initials="L(CBCS" lastIdx="18" clrIdx="5">
    <p:extLst>
      <p:ext uri="{19B8F6BF-5375-455C-9EA6-DF929625EA0E}">
        <p15:presenceInfo xmlns:p15="http://schemas.microsoft.com/office/powerpoint/2012/main" userId="S::yixin.lu@boehringer-ingelheim.com::6055c963-f18b-4b43-9f26-62c3b4c5f854" providerId="AD"/>
      </p:ext>
    </p:extLst>
  </p:cmAuthor>
  <p:cmAuthor id="7" name="Chen,Dr.,Ying (HP Medicine) BII-CN-S" initials="C(MBCS" lastIdx="22" clrIdx="6">
    <p:extLst>
      <p:ext uri="{19B8F6BF-5375-455C-9EA6-DF929625EA0E}">
        <p15:presenceInfo xmlns:p15="http://schemas.microsoft.com/office/powerpoint/2012/main" userId="S::ying_4.chen@boehringer-ingelheim.com::7c019f49-0ee9-4787-9ac5-a11d3b82d6d2" providerId="AD"/>
      </p:ext>
    </p:extLst>
  </p:cmAuthor>
  <p:cmAuthor id="8" name="Wang,Shirley (HP Med RA) BII-CN-B" initials="WB" lastIdx="9" clrIdx="7">
    <p:extLst>
      <p:ext uri="{19B8F6BF-5375-455C-9EA6-DF929625EA0E}">
        <p15:presenceInfo xmlns:p15="http://schemas.microsoft.com/office/powerpoint/2012/main" userId="S::shirley_2.wang@boehringer-ingelheim.com::48b801ce-80b8-42d3-931b-2dcaf726016f" providerId="AD"/>
      </p:ext>
    </p:extLst>
  </p:cmAuthor>
  <p:cmAuthor id="9" name="Shi,Cherry (HP Medicine) BII-CN-S" initials="SB" lastIdx="3" clrIdx="8">
    <p:extLst>
      <p:ext uri="{19B8F6BF-5375-455C-9EA6-DF929625EA0E}">
        <p15:presenceInfo xmlns:p15="http://schemas.microsoft.com/office/powerpoint/2012/main" userId="S::cherry.shi@boehringer-ingelheim.com::d1fa847a-fc45-456f-9c70-a123cc9ed61e" providerId="AD"/>
      </p:ext>
    </p:extLst>
  </p:cmAuthor>
  <p:cmAuthor id="10" name="Zhang,Ying (MED CD&amp;O) BII-CN-S" initials="ZB" lastIdx="45" clrIdx="9">
    <p:extLst>
      <p:ext uri="{19B8F6BF-5375-455C-9EA6-DF929625EA0E}">
        <p15:presenceInfo xmlns:p15="http://schemas.microsoft.com/office/powerpoint/2012/main" userId="S::ying_2.zhang@boehringer-ingelheim.com::456eb1e0-4978-443e-822e-be854341a778" providerId="AD"/>
      </p:ext>
    </p:extLst>
  </p:cmAuthor>
  <p:cmAuthor id="11" name="Wang,Yuan (HP Medicine) BII-CN-S" initials="W(MBCS" lastIdx="4" clrIdx="10">
    <p:extLst>
      <p:ext uri="{19B8F6BF-5375-455C-9EA6-DF929625EA0E}">
        <p15:presenceInfo xmlns:p15="http://schemas.microsoft.com/office/powerpoint/2012/main" userId="S::yuan_2.wang@boehringer-ingelheim.com::358dc601-7626-4089-85ae-a53dd0075322" providerId="AD"/>
      </p:ext>
    </p:extLst>
  </p:cmAuthor>
  <p:cmAuthor id="12" name="Zhu,Julia (HP Medicine) BII-CN-S" initials="Z(MBCS" lastIdx="3" clrIdx="11">
    <p:extLst>
      <p:ext uri="{19B8F6BF-5375-455C-9EA6-DF929625EA0E}">
        <p15:presenceInfo xmlns:p15="http://schemas.microsoft.com/office/powerpoint/2012/main" userId="S::julia_2.zhu@boehringer-ingelheim.com::03b5dd03-9d84-43b3-85a3-94d8f7e7e050" providerId="AD"/>
      </p:ext>
    </p:extLst>
  </p:cmAuthor>
  <p:cmAuthor id="13" name="Luo,Ling (MED CD&amp;O) BII-CN-B" initials="LB" lastIdx="4" clrIdx="12">
    <p:extLst>
      <p:ext uri="{19B8F6BF-5375-455C-9EA6-DF929625EA0E}">
        <p15:presenceInfo xmlns:p15="http://schemas.microsoft.com/office/powerpoint/2012/main" userId="S::ling.luo@boehringer-ingelheim.com::8fcf03b3-2fe6-40aa-8e36-254db6098ccc" providerId="AD"/>
      </p:ext>
    </p:extLst>
  </p:cmAuthor>
  <p:cmAuthor id="14" name="Zhao,Qian (MED CD&amp;O) BII-CN-S" initials="ZB" lastIdx="4" clrIdx="13">
    <p:extLst>
      <p:ext uri="{19B8F6BF-5375-455C-9EA6-DF929625EA0E}">
        <p15:presenceInfo xmlns:p15="http://schemas.microsoft.com/office/powerpoint/2012/main" userId="S::qian_3.zhao@boehringer-ingelheim.com::e5f2fa0e-800e-4e03-b8e2-beea36a7bf3b" providerId="AD"/>
      </p:ext>
    </p:extLst>
  </p:cmAuthor>
  <p:cmAuthor id="15" name="Wang,Dr.,Bo (HP Medicine) BII-CN-S" initials="W(MBCS" lastIdx="5" clrIdx="14">
    <p:extLst>
      <p:ext uri="{19B8F6BF-5375-455C-9EA6-DF929625EA0E}">
        <p15:presenceInfo xmlns:p15="http://schemas.microsoft.com/office/powerpoint/2012/main" userId="S::bo_7.wang@boehringer-ingelheim.com::950b8564-41e4-4a68-9f11-e3d2e116a359" providerId="AD"/>
      </p:ext>
    </p:extLst>
  </p:cmAuthor>
  <p:cmAuthor id="16" name="Shi,Yi (HP Medicine) BII-CN-S" initials="S(MBCS" lastIdx="2" clrIdx="15">
    <p:extLst>
      <p:ext uri="{19B8F6BF-5375-455C-9EA6-DF929625EA0E}">
        <p15:presenceInfo xmlns:p15="http://schemas.microsoft.com/office/powerpoint/2012/main" userId="S::yi.shi.ext@boehringer-ingelheim.com::c9ef9fc0-a422-4a2f-8faa-a4bcaf5dcb1a" providerId="AD"/>
      </p:ext>
    </p:extLst>
  </p:cmAuthor>
  <p:cmAuthor id="17" name="Lin,Julia (MED CD&amp;O) BI-TW-T" initials="LB" lastIdx="18" clrIdx="16">
    <p:extLst>
      <p:ext uri="{19B8F6BF-5375-455C-9EA6-DF929625EA0E}">
        <p15:presenceInfo xmlns:p15="http://schemas.microsoft.com/office/powerpoint/2012/main" userId="S::julia.lin@boehringer-ingelheim.com::2407819e-49bf-4c7b-96f7-ea5422769517" providerId="AD"/>
      </p:ext>
    </p:extLst>
  </p:cmAuthor>
  <p:cmAuthor id="18" name="Shen,Cindy (MED CD&amp;O) BII-CN-S" initials="SB" lastIdx="5" clrIdx="17">
    <p:extLst>
      <p:ext uri="{19B8F6BF-5375-455C-9EA6-DF929625EA0E}">
        <p15:presenceInfo xmlns:p15="http://schemas.microsoft.com/office/powerpoint/2012/main" userId="S::cindy.shen@boehringer-ingelheim.com::4ef3a3e4-b0d2-4b61-83e5-e05e23635ff4" providerId="AD"/>
      </p:ext>
    </p:extLst>
  </p:cmAuthor>
  <p:cmAuthor id="19" name="zxSHA Li,Lili (MED CD&amp;O) EXTERNAL" initials="zE" lastIdx="6" clrIdx="18">
    <p:extLst>
      <p:ext uri="{19B8F6BF-5375-455C-9EA6-DF929625EA0E}">
        <p15:presenceInfo xmlns:p15="http://schemas.microsoft.com/office/powerpoint/2012/main" userId="S::lili.li.ext@boehringer-ingelheim.com::caae5028-c4b7-4139-b798-d46cb2b8c45e" providerId="AD"/>
      </p:ext>
    </p:extLst>
  </p:cmAuthor>
  <p:cmAuthor id="20" name="Sun,Dr.,Alex (HP Medicine) BII-CN-S" initials="S(MBCS" lastIdx="4" clrIdx="19">
    <p:extLst>
      <p:ext uri="{19B8F6BF-5375-455C-9EA6-DF929625EA0E}">
        <p15:presenceInfo xmlns:p15="http://schemas.microsoft.com/office/powerpoint/2012/main" userId="S::alex.sun@boehringer-ingelheim.com::4719f32c-0e69-47bd-a472-8593e5571da4" providerId="AD"/>
      </p:ext>
    </p:extLst>
  </p:cmAuthor>
  <p:cmAuthor id="21" name="Wang,Dr.,Hui (MED BDS) BII-CN-S" initials="W(BBCS" lastIdx="1" clrIdx="20">
    <p:extLst>
      <p:ext uri="{19B8F6BF-5375-455C-9EA6-DF929625EA0E}">
        <p15:presenceInfo xmlns:p15="http://schemas.microsoft.com/office/powerpoint/2012/main" userId="S::hui_2.wang@boehringer-ingelheim.com::b05be7fd-eed8-48da-93ad-18845246f016" providerId="AD"/>
      </p:ext>
    </p:extLst>
  </p:cmAuthor>
  <p:cmAuthor id="22" name="Yu,May (MED QM) BII-CN-B" initials="YB" lastIdx="1" clrIdx="21">
    <p:extLst>
      <p:ext uri="{19B8F6BF-5375-455C-9EA6-DF929625EA0E}">
        <p15:presenceInfo xmlns:p15="http://schemas.microsoft.com/office/powerpoint/2012/main" userId="S::may.yu@boehringer-ingelheim.com::cbf407d2-ebe3-45e1-9b48-5ead1356fa91" providerId="AD"/>
      </p:ext>
    </p:extLst>
  </p:cmAuthor>
  <p:cmAuthor id="23" name="Huang,Hui (HP Med PV) BII-CN-S" initials="H(MPBCS" lastIdx="1" clrIdx="22">
    <p:extLst>
      <p:ext uri="{19B8F6BF-5375-455C-9EA6-DF929625EA0E}">
        <p15:presenceInfo xmlns:p15="http://schemas.microsoft.com/office/powerpoint/2012/main" userId="S::hui_3.huang@boehringer-ingelheim.com::6ac9ddaa-9dec-49fc-a3f9-a294c43f6245" providerId="AD"/>
      </p:ext>
    </p:extLst>
  </p:cmAuthor>
  <p:cmAuthor id="24" name="Tadayasu,Dr.,Yusuke (TMCP ClinPh) NBI-JP-T" initials="T(CNJT" lastIdx="6" clrIdx="23">
    <p:extLst>
      <p:ext uri="{19B8F6BF-5375-455C-9EA6-DF929625EA0E}">
        <p15:presenceInfo xmlns:p15="http://schemas.microsoft.com/office/powerpoint/2012/main" userId="S::yusuke.tadayasu@boehringer-ingelheim.com::69890c0a-3795-4dde-9025-4ca36b139a12" providerId="AD"/>
      </p:ext>
    </p:extLst>
  </p:cmAuthor>
  <p:cmAuthor id="25" name="Chen,Michael (HP Med RA) BII-CN-B" initials="CB" lastIdx="1" clrIdx="24">
    <p:extLst>
      <p:ext uri="{19B8F6BF-5375-455C-9EA6-DF929625EA0E}">
        <p15:presenceInfo xmlns:p15="http://schemas.microsoft.com/office/powerpoint/2012/main" userId="S::michael_3.chen@boehringer-ingelheim.com::d5e1e1c3-1b8e-4d7c-a738-2fc34bcfb3bb" providerId="AD"/>
      </p:ext>
    </p:extLst>
  </p:cmAuthor>
  <p:cmAuthor id="26" name="Liu,Angno (MED CD&amp;O) BII-CN-B" initials="L(CBCB" lastIdx="6" clrIdx="25">
    <p:extLst>
      <p:ext uri="{19B8F6BF-5375-455C-9EA6-DF929625EA0E}">
        <p15:presenceInfo xmlns:p15="http://schemas.microsoft.com/office/powerpoint/2012/main" userId="S::angno.liu@boehringer-ingelheim.com::37b2aca2-cf92-40f3-baa6-f7ef7c25e438" providerId="AD"/>
      </p:ext>
    </p:extLst>
  </p:cmAuthor>
  <p:cmAuthor id="27" name="Li,Ansu (HP Medicine) BII-CN-S" initials="L(MBCS" lastIdx="6" clrIdx="26">
    <p:extLst>
      <p:ext uri="{19B8F6BF-5375-455C-9EA6-DF929625EA0E}">
        <p15:presenceInfo xmlns:p15="http://schemas.microsoft.com/office/powerpoint/2012/main" userId="S::ansu.li@boehringer-ingelheim.com::ec2f8842-dc81-4094-912e-223fc8542a04" providerId="AD"/>
      </p:ext>
    </p:extLst>
  </p:cmAuthor>
  <p:cmAuthor id="28" name="Koenen-Bergmann,Dr.,Michael (MED TA Infl) BII-DE-I" initials="KB(TIBDI" lastIdx="1" clrIdx="27">
    <p:extLst>
      <p:ext uri="{19B8F6BF-5375-455C-9EA6-DF929625EA0E}">
        <p15:presenceInfo xmlns:p15="http://schemas.microsoft.com/office/powerpoint/2012/main" userId="S::michael.koenen-bergmann@boehringer-ingelheim.com::e72f1652-6831-4acb-a708-4617cfc8cd2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597"/>
    <a:srgbClr val="F2F2F2"/>
    <a:srgbClr val="D3E2F0"/>
    <a:srgbClr val="44546A"/>
    <a:srgbClr val="FFFFFF"/>
    <a:srgbClr val="D1E0F0"/>
    <a:srgbClr val="D7E4F1"/>
    <a:srgbClr val="D4E3F1"/>
    <a:srgbClr val="CADCED"/>
    <a:srgbClr val="CCDD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BD459-6438-FBD7-AD78-F53A5726774D}" v="1" dt="2024-09-11T13:20:28.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howGuides="1">
      <p:cViewPr varScale="1">
        <p:scale>
          <a:sx n="66" d="100"/>
          <a:sy n="66" d="100"/>
        </p:scale>
        <p:origin x="0" y="0"/>
      </p:cViewPr>
      <p:guideLst>
        <p:guide pos="5520"/>
        <p:guide pos="228"/>
        <p:guide orient="horz" pos="3026"/>
        <p:guide orient="horz" pos="585"/>
      </p:guideLst>
    </p:cSldViewPr>
  </p:slide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theme" Target="theme/theme1.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notesMaster" Target="notesMasters/notesMaster1.xml"/><Relationship Id="rId5" Type="http://schemas.openxmlformats.org/officeDocument/2006/relationships/slideMaster" Target="slideMasters/slideMaster2.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viewProps" Target="viewProps.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commentAuthors" Target="commentAuthors.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4.xml"/><Relationship Id="rId71" Type="http://schemas.openxmlformats.org/officeDocument/2006/relationships/slide" Target="slides/slide61.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microsoft.com/office/2015/10/relationships/revisionInfo" Target="revisionInfo.xml"/><Relationship Id="rId61" Type="http://schemas.openxmlformats.org/officeDocument/2006/relationships/slide" Target="slides/slide51.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n,Cindy (MED CD&amp;O) BII-CN-S" userId="S::cindy.shen@boehringer-ingelheim.com::4ef3a3e4-b0d2-4b61-83e5-e05e23635ff4" providerId="AD" clId="Web-{CF26A51E-EF41-8913-5815-86BD9F6F87EF}"/>
    <pc:docChg chg="">
      <pc:chgData name="Shen,Cindy (MED CD&amp;O) BII-CN-S" userId="S::cindy.shen@boehringer-ingelheim.com::4ef3a3e4-b0d2-4b61-83e5-e05e23635ff4" providerId="AD" clId="Web-{CF26A51E-EF41-8913-5815-86BD9F6F87EF}" dt="2023-03-13T05:49:06.664" v="0"/>
      <pc:docMkLst>
        <pc:docMk/>
      </pc:docMkLst>
      <pc:sldChg chg="addCm">
        <pc:chgData name="Shen,Cindy (MED CD&amp;O) BII-CN-S" userId="S::cindy.shen@boehringer-ingelheim.com::4ef3a3e4-b0d2-4b61-83e5-e05e23635ff4" providerId="AD" clId="Web-{CF26A51E-EF41-8913-5815-86BD9F6F87EF}" dt="2023-03-13T05:49:06.664" v="0"/>
        <pc:sldMkLst>
          <pc:docMk/>
          <pc:sldMk cId="1447552805" sldId="2147471198"/>
        </pc:sldMkLst>
      </pc:sldChg>
    </pc:docChg>
  </pc:docChgLst>
  <pc:docChgLst>
    <pc:chgData name="zxSHA Li,Lili (MED CD&amp;O) EXTERNAL" userId="caae5028-c4b7-4139-b798-d46cb2b8c45e" providerId="ADAL" clId="{FCFBD998-6E62-4E19-87B7-51491B87D078}"/>
    <pc:docChg chg="custSel modSld">
      <pc:chgData name="zxSHA Li,Lili (MED CD&amp;O) EXTERNAL" userId="caae5028-c4b7-4139-b798-d46cb2b8c45e" providerId="ADAL" clId="{FCFBD998-6E62-4E19-87B7-51491B87D078}" dt="2023-11-12T09:58:43.053" v="39"/>
      <pc:docMkLst>
        <pc:docMk/>
      </pc:docMkLst>
      <pc:sldChg chg="addSp delSp modSp mod addCm">
        <pc:chgData name="zxSHA Li,Lili (MED CD&amp;O) EXTERNAL" userId="caae5028-c4b7-4139-b798-d46cb2b8c45e" providerId="ADAL" clId="{FCFBD998-6E62-4E19-87B7-51491B87D078}" dt="2023-11-12T09:58:43.053" v="39"/>
        <pc:sldMkLst>
          <pc:docMk/>
          <pc:sldMk cId="3737015513" sldId="2147475008"/>
        </pc:sldMkLst>
        <pc:spChg chg="mod">
          <ac:chgData name="zxSHA Li,Lili (MED CD&amp;O) EXTERNAL" userId="caae5028-c4b7-4139-b798-d46cb2b8c45e" providerId="ADAL" clId="{FCFBD998-6E62-4E19-87B7-51491B87D078}" dt="2023-11-12T09:50:59.164" v="5" actId="20577"/>
          <ac:spMkLst>
            <pc:docMk/>
            <pc:sldMk cId="3737015513" sldId="2147475008"/>
            <ac:spMk id="3" creationId="{9EA596F7-51A5-8A59-7F38-B5932FE97402}"/>
          </ac:spMkLst>
        </pc:spChg>
        <pc:graphicFrameChg chg="del">
          <ac:chgData name="zxSHA Li,Lili (MED CD&amp;O) EXTERNAL" userId="caae5028-c4b7-4139-b798-d46cb2b8c45e" providerId="ADAL" clId="{FCFBD998-6E62-4E19-87B7-51491B87D078}" dt="2023-11-12T09:50:49.855" v="1" actId="478"/>
          <ac:graphicFrameMkLst>
            <pc:docMk/>
            <pc:sldMk cId="3737015513" sldId="2147475008"/>
            <ac:graphicFrameMk id="2" creationId="{57883224-1323-4D15-B02B-5BEABBF6E564}"/>
          </ac:graphicFrameMkLst>
        </pc:graphicFrameChg>
        <pc:graphicFrameChg chg="add mod">
          <ac:chgData name="zxSHA Li,Lili (MED CD&amp;O) EXTERNAL" userId="caae5028-c4b7-4139-b798-d46cb2b8c45e" providerId="ADAL" clId="{FCFBD998-6E62-4E19-87B7-51491B87D078}" dt="2023-11-12T09:58:43.053" v="39"/>
          <ac:graphicFrameMkLst>
            <pc:docMk/>
            <pc:sldMk cId="3737015513" sldId="2147475008"/>
            <ac:graphicFrameMk id="4" creationId="{57883224-1323-4D15-B02B-5BEABBF6E564}"/>
          </ac:graphicFrameMkLst>
        </pc:graphicFrameChg>
        <pc:graphicFrameChg chg="del">
          <ac:chgData name="zxSHA Li,Lili (MED CD&amp;O) EXTERNAL" userId="caae5028-c4b7-4139-b798-d46cb2b8c45e" providerId="ADAL" clId="{FCFBD998-6E62-4E19-87B7-51491B87D078}" dt="2023-11-12T09:50:46.617" v="0" actId="478"/>
          <ac:graphicFrameMkLst>
            <pc:docMk/>
            <pc:sldMk cId="3737015513" sldId="2147475008"/>
            <ac:graphicFrameMk id="5" creationId="{A1D79461-FC72-D2F2-168F-FC13C80F5042}"/>
          </ac:graphicFrameMkLst>
        </pc:graphicFrameChg>
        <pc:graphicFrameChg chg="add mod">
          <ac:chgData name="zxSHA Li,Lili (MED CD&amp;O) EXTERNAL" userId="caae5028-c4b7-4139-b798-d46cb2b8c45e" providerId="ADAL" clId="{FCFBD998-6E62-4E19-87B7-51491B87D078}" dt="2023-11-12T09:53:43.136" v="22" actId="1076"/>
          <ac:graphicFrameMkLst>
            <pc:docMk/>
            <pc:sldMk cId="3737015513" sldId="2147475008"/>
            <ac:graphicFrameMk id="7" creationId="{DB93AE23-FE34-56A0-B8BB-C36182552B6A}"/>
          </ac:graphicFrameMkLst>
        </pc:graphicFrameChg>
      </pc:sldChg>
      <pc:sldChg chg="addSp delSp modSp mod">
        <pc:chgData name="zxSHA Li,Lili (MED CD&amp;O) EXTERNAL" userId="caae5028-c4b7-4139-b798-d46cb2b8c45e" providerId="ADAL" clId="{FCFBD998-6E62-4E19-87B7-51491B87D078}" dt="2023-11-12T09:58:19.524" v="38" actId="1076"/>
        <pc:sldMkLst>
          <pc:docMk/>
          <pc:sldMk cId="3654113040" sldId="2147475009"/>
        </pc:sldMkLst>
        <pc:spChg chg="mod">
          <ac:chgData name="zxSHA Li,Lili (MED CD&amp;O) EXTERNAL" userId="caae5028-c4b7-4139-b798-d46cb2b8c45e" providerId="ADAL" clId="{FCFBD998-6E62-4E19-87B7-51491B87D078}" dt="2023-11-12T09:54:38.725" v="27" actId="20577"/>
          <ac:spMkLst>
            <pc:docMk/>
            <pc:sldMk cId="3654113040" sldId="2147475009"/>
            <ac:spMk id="2" creationId="{899E9FD5-14F4-46B5-85BD-4B2D5616E6A9}"/>
          </ac:spMkLst>
        </pc:spChg>
        <pc:graphicFrameChg chg="del mod">
          <ac:chgData name="zxSHA Li,Lili (MED CD&amp;O) EXTERNAL" userId="caae5028-c4b7-4139-b798-d46cb2b8c45e" providerId="ADAL" clId="{FCFBD998-6E62-4E19-87B7-51491B87D078}" dt="2023-11-12T09:57:42.501" v="30" actId="478"/>
          <ac:graphicFrameMkLst>
            <pc:docMk/>
            <pc:sldMk cId="3654113040" sldId="2147475009"/>
            <ac:graphicFrameMk id="3" creationId="{4775F1CF-3D8C-4AC1-AA7B-487896056739}"/>
          </ac:graphicFrameMkLst>
        </pc:graphicFrameChg>
        <pc:graphicFrameChg chg="add mod">
          <ac:chgData name="zxSHA Li,Lili (MED CD&amp;O) EXTERNAL" userId="caae5028-c4b7-4139-b798-d46cb2b8c45e" providerId="ADAL" clId="{FCFBD998-6E62-4E19-87B7-51491B87D078}" dt="2023-11-12T09:58:19.524" v="38" actId="1076"/>
          <ac:graphicFrameMkLst>
            <pc:docMk/>
            <pc:sldMk cId="3654113040" sldId="2147475009"/>
            <ac:graphicFrameMk id="4" creationId="{4775F1CF-3D8C-4AC1-AA7B-487896056739}"/>
          </ac:graphicFrameMkLst>
        </pc:graphicFrameChg>
        <pc:graphicFrameChg chg="modGraphic">
          <ac:chgData name="zxSHA Li,Lili (MED CD&amp;O) EXTERNAL" userId="caae5028-c4b7-4139-b798-d46cb2b8c45e" providerId="ADAL" clId="{FCFBD998-6E62-4E19-87B7-51491B87D078}" dt="2023-11-12T09:57:49.409" v="32" actId="20577"/>
          <ac:graphicFrameMkLst>
            <pc:docMk/>
            <pc:sldMk cId="3654113040" sldId="2147475009"/>
            <ac:graphicFrameMk id="7" creationId="{D85B3E1D-C7F1-1C59-5637-BEBB162AA8CC}"/>
          </ac:graphicFrameMkLst>
        </pc:graphicFrameChg>
      </pc:sldChg>
    </pc:docChg>
  </pc:docChgLst>
  <pc:docChgLst>
    <pc:chgData name="Chen,Dr.,Ying (HP Medicine) BII-CN-S" userId="S::ying_4.chen@boehringer-ingelheim.com::7c019f49-0ee9-4787-9ac5-a11d3b82d6d2" providerId="AD" clId="Web-{CD5BE5AB-AA6B-2C2E-7995-5CC2B072E431}"/>
    <pc:docChg chg="modSld">
      <pc:chgData name="Chen,Dr.,Ying (HP Medicine) BII-CN-S" userId="S::ying_4.chen@boehringer-ingelheim.com::7c019f49-0ee9-4787-9ac5-a11d3b82d6d2" providerId="AD" clId="Web-{CD5BE5AB-AA6B-2C2E-7995-5CC2B072E431}" dt="2023-11-10T08:22:59.821" v="117"/>
      <pc:docMkLst>
        <pc:docMk/>
      </pc:docMkLst>
      <pc:sldChg chg="modSp addCm modCm modNotes">
        <pc:chgData name="Chen,Dr.,Ying (HP Medicine) BII-CN-S" userId="S::ying_4.chen@boehringer-ingelheim.com::7c019f49-0ee9-4787-9ac5-a11d3b82d6d2" providerId="AD" clId="Web-{CD5BE5AB-AA6B-2C2E-7995-5CC2B072E431}" dt="2023-11-10T08:22:59.821" v="117"/>
        <pc:sldMkLst>
          <pc:docMk/>
          <pc:sldMk cId="2142241799" sldId="2147475011"/>
        </pc:sldMkLst>
        <pc:spChg chg="mod">
          <ac:chgData name="Chen,Dr.,Ying (HP Medicine) BII-CN-S" userId="S::ying_4.chen@boehringer-ingelheim.com::7c019f49-0ee9-4787-9ac5-a11d3b82d6d2" providerId="AD" clId="Web-{CD5BE5AB-AA6B-2C2E-7995-5CC2B072E431}" dt="2023-11-10T08:04:36.770" v="0" actId="20577"/>
          <ac:spMkLst>
            <pc:docMk/>
            <pc:sldMk cId="2142241799" sldId="2147475011"/>
            <ac:spMk id="3" creationId="{00000000-0000-0000-0000-000000000000}"/>
          </ac:spMkLst>
        </pc:spChg>
        <pc:spChg chg="mod">
          <ac:chgData name="Chen,Dr.,Ying (HP Medicine) BII-CN-S" userId="S::ying_4.chen@boehringer-ingelheim.com::7c019f49-0ee9-4787-9ac5-a11d3b82d6d2" providerId="AD" clId="Web-{CD5BE5AB-AA6B-2C2E-7995-5CC2B072E431}" dt="2023-11-10T08:18:50.626" v="114" actId="20577"/>
          <ac:spMkLst>
            <pc:docMk/>
            <pc:sldMk cId="2142241799" sldId="2147475011"/>
            <ac:spMk id="99" creationId="{D11E8C8E-EA83-4AF2-B5EA-9A0D5FDC196B}"/>
          </ac:spMkLst>
        </pc:spChg>
      </pc:sldChg>
    </pc:docChg>
  </pc:docChgLst>
  <pc:docChgLst>
    <pc:chgData name="Chen,Dr.,Ying (HP Medicine) BII-CN-S" userId="7c019f49-0ee9-4787-9ac5-a11d3b82d6d2" providerId="ADAL" clId="{C3557571-83D9-4745-B01D-EED181862D45}"/>
    <pc:docChg chg="custSel addSld delSld modSld modSection">
      <pc:chgData name="Chen,Dr.,Ying (HP Medicine) BII-CN-S" userId="7c019f49-0ee9-4787-9ac5-a11d3b82d6d2" providerId="ADAL" clId="{C3557571-83D9-4745-B01D-EED181862D45}" dt="2024-04-25T01:16:32.396" v="26" actId="20577"/>
      <pc:docMkLst>
        <pc:docMk/>
      </pc:docMkLst>
      <pc:sldChg chg="modSp mod">
        <pc:chgData name="Chen,Dr.,Ying (HP Medicine) BII-CN-S" userId="7c019f49-0ee9-4787-9ac5-a11d3b82d6d2" providerId="ADAL" clId="{C3557571-83D9-4745-B01D-EED181862D45}" dt="2024-04-25T01:16:32.396" v="26" actId="20577"/>
        <pc:sldMkLst>
          <pc:docMk/>
          <pc:sldMk cId="1286224271" sldId="2147482838"/>
        </pc:sldMkLst>
        <pc:spChg chg="mod">
          <ac:chgData name="Chen,Dr.,Ying (HP Medicine) BII-CN-S" userId="7c019f49-0ee9-4787-9ac5-a11d3b82d6d2" providerId="ADAL" clId="{C3557571-83D9-4745-B01D-EED181862D45}" dt="2024-04-25T01:16:32.396" v="26" actId="20577"/>
          <ac:spMkLst>
            <pc:docMk/>
            <pc:sldMk cId="1286224271" sldId="2147482838"/>
            <ac:spMk id="6" creationId="{9D4C3D96-3693-CB52-EE7C-09623DE8E8EA}"/>
          </ac:spMkLst>
        </pc:spChg>
      </pc:sldChg>
      <pc:sldChg chg="modSp mod">
        <pc:chgData name="Chen,Dr.,Ying (HP Medicine) BII-CN-S" userId="7c019f49-0ee9-4787-9ac5-a11d3b82d6d2" providerId="ADAL" clId="{C3557571-83D9-4745-B01D-EED181862D45}" dt="2024-04-24T05:32:10.856" v="8" actId="113"/>
        <pc:sldMkLst>
          <pc:docMk/>
          <pc:sldMk cId="3812252762" sldId="2147482855"/>
        </pc:sldMkLst>
        <pc:spChg chg="mod">
          <ac:chgData name="Chen,Dr.,Ying (HP Medicine) BII-CN-S" userId="7c019f49-0ee9-4787-9ac5-a11d3b82d6d2" providerId="ADAL" clId="{C3557571-83D9-4745-B01D-EED181862D45}" dt="2024-04-24T05:32:10.856" v="8" actId="113"/>
          <ac:spMkLst>
            <pc:docMk/>
            <pc:sldMk cId="3812252762" sldId="2147482855"/>
            <ac:spMk id="107" creationId="{7DDA071E-5F80-4527-AE47-F1E7B2DC2A5B}"/>
          </ac:spMkLst>
        </pc:spChg>
        <pc:spChg chg="mod">
          <ac:chgData name="Chen,Dr.,Ying (HP Medicine) BII-CN-S" userId="7c019f49-0ee9-4787-9ac5-a11d3b82d6d2" providerId="ADAL" clId="{C3557571-83D9-4745-B01D-EED181862D45}" dt="2024-04-24T05:29:50.095" v="7" actId="20577"/>
          <ac:spMkLst>
            <pc:docMk/>
            <pc:sldMk cId="3812252762" sldId="2147482855"/>
            <ac:spMk id="126" creationId="{6A146A9F-3077-48E6-AD05-74AFFA257DC1}"/>
          </ac:spMkLst>
        </pc:spChg>
      </pc:sldChg>
      <pc:sldChg chg="del">
        <pc:chgData name="Chen,Dr.,Ying (HP Medicine) BII-CN-S" userId="7c019f49-0ee9-4787-9ac5-a11d3b82d6d2" providerId="ADAL" clId="{C3557571-83D9-4745-B01D-EED181862D45}" dt="2024-04-24T05:29:39.787" v="5" actId="47"/>
        <pc:sldMkLst>
          <pc:docMk/>
          <pc:sldMk cId="1714264920" sldId="2147482856"/>
        </pc:sldMkLst>
      </pc:sldChg>
      <pc:sldChg chg="del">
        <pc:chgData name="Chen,Dr.,Ying (HP Medicine) BII-CN-S" userId="7c019f49-0ee9-4787-9ac5-a11d3b82d6d2" providerId="ADAL" clId="{C3557571-83D9-4745-B01D-EED181862D45}" dt="2024-04-24T05:28:41.423" v="3" actId="47"/>
        <pc:sldMkLst>
          <pc:docMk/>
          <pc:sldMk cId="1814409918" sldId="2147482857"/>
        </pc:sldMkLst>
      </pc:sldChg>
      <pc:sldChg chg="modSp mod">
        <pc:chgData name="Chen,Dr.,Ying (HP Medicine) BII-CN-S" userId="7c019f49-0ee9-4787-9ac5-a11d3b82d6d2" providerId="ADAL" clId="{C3557571-83D9-4745-B01D-EED181862D45}" dt="2024-04-24T05:35:25.106" v="9" actId="113"/>
        <pc:sldMkLst>
          <pc:docMk/>
          <pc:sldMk cId="1978415779" sldId="2147482895"/>
        </pc:sldMkLst>
        <pc:spChg chg="mod">
          <ac:chgData name="Chen,Dr.,Ying (HP Medicine) BII-CN-S" userId="7c019f49-0ee9-4787-9ac5-a11d3b82d6d2" providerId="ADAL" clId="{C3557571-83D9-4745-B01D-EED181862D45}" dt="2024-04-24T05:35:25.106" v="9" actId="113"/>
          <ac:spMkLst>
            <pc:docMk/>
            <pc:sldMk cId="1978415779" sldId="2147482895"/>
            <ac:spMk id="5" creationId="{23DB86F8-60A0-6A56-DC74-D2994B3B6CA9}"/>
          </ac:spMkLst>
        </pc:spChg>
      </pc:sldChg>
      <pc:sldChg chg="add delCm">
        <pc:chgData name="Chen,Dr.,Ying (HP Medicine) BII-CN-S" userId="7c019f49-0ee9-4787-9ac5-a11d3b82d6d2" providerId="ADAL" clId="{C3557571-83D9-4745-B01D-EED181862D45}" dt="2024-04-24T05:28:36.509" v="2" actId="1592"/>
        <pc:sldMkLst>
          <pc:docMk/>
          <pc:sldMk cId="2174181169" sldId="2147482897"/>
        </pc:sldMkLst>
      </pc:sldChg>
      <pc:sldChg chg="add mod modShow">
        <pc:chgData name="Chen,Dr.,Ying (HP Medicine) BII-CN-S" userId="7c019f49-0ee9-4787-9ac5-a11d3b82d6d2" providerId="ADAL" clId="{C3557571-83D9-4745-B01D-EED181862D45}" dt="2024-04-25T00:46:43.268" v="10" actId="729"/>
        <pc:sldMkLst>
          <pc:docMk/>
          <pc:sldMk cId="690353273" sldId="2147482898"/>
        </pc:sldMkLst>
      </pc:sldChg>
    </pc:docChg>
  </pc:docChgLst>
  <pc:docChgLst>
    <pc:chgData name="Chen,Michael (HP Med RA) BII-CN-B" userId="d5e1e1c3-1b8e-4d7c-a738-2fc34bcfb3bb" providerId="ADAL" clId="{27C295AF-6A93-48AD-AE2C-0805A39F4430}"/>
    <pc:docChg chg="modSld">
      <pc:chgData name="Chen,Michael (HP Med RA) BII-CN-B" userId="d5e1e1c3-1b8e-4d7c-a738-2fc34bcfb3bb" providerId="ADAL" clId="{27C295AF-6A93-48AD-AE2C-0805A39F4430}" dt="2024-01-09T06:45:06.103" v="113" actId="1076"/>
      <pc:docMkLst>
        <pc:docMk/>
      </pc:docMkLst>
      <pc:sldChg chg="mod modShow">
        <pc:chgData name="Chen,Michael (HP Med RA) BII-CN-B" userId="d5e1e1c3-1b8e-4d7c-a738-2fc34bcfb3bb" providerId="ADAL" clId="{27C295AF-6A93-48AD-AE2C-0805A39F4430}" dt="2024-01-09T01:56:12.517" v="0" actId="729"/>
        <pc:sldMkLst>
          <pc:docMk/>
          <pc:sldMk cId="1853137494" sldId="365"/>
        </pc:sldMkLst>
      </pc:sldChg>
      <pc:sldChg chg="modSp mod">
        <pc:chgData name="Chen,Michael (HP Med RA) BII-CN-B" userId="d5e1e1c3-1b8e-4d7c-a738-2fc34bcfb3bb" providerId="ADAL" clId="{27C295AF-6A93-48AD-AE2C-0805A39F4430}" dt="2024-01-09T06:45:06.103" v="113" actId="1076"/>
        <pc:sldMkLst>
          <pc:docMk/>
          <pc:sldMk cId="1415474354" sldId="2147481383"/>
        </pc:sldMkLst>
        <pc:spChg chg="mod">
          <ac:chgData name="Chen,Michael (HP Med RA) BII-CN-B" userId="d5e1e1c3-1b8e-4d7c-a738-2fc34bcfb3bb" providerId="ADAL" clId="{27C295AF-6A93-48AD-AE2C-0805A39F4430}" dt="2024-01-09T06:45:06.103" v="113" actId="1076"/>
          <ac:spMkLst>
            <pc:docMk/>
            <pc:sldMk cId="1415474354" sldId="2147481383"/>
            <ac:spMk id="3" creationId="{EBA26131-3CC6-8390-A008-4D32A058F9A8}"/>
          </ac:spMkLst>
        </pc:spChg>
      </pc:sldChg>
    </pc:docChg>
  </pc:docChgLst>
  <pc:docChgLst>
    <pc:chgData name="Li,Yuting (HP Medicine) BII-CN-S" userId="ce8fbb54-122c-426d-b8da-fdcc5e1b5022" providerId="ADAL" clId="{E74D79A4-C156-46F5-BAE4-B662A3298FD0}"/>
    <pc:docChg chg="undo custSel addSld delSld modSld sldOrd">
      <pc:chgData name="Li,Yuting (HP Medicine) BII-CN-S" userId="ce8fbb54-122c-426d-b8da-fdcc5e1b5022" providerId="ADAL" clId="{E74D79A4-C156-46F5-BAE4-B662A3298FD0}" dt="2023-10-11T09:32:13.827" v="3873" actId="207"/>
      <pc:docMkLst>
        <pc:docMk/>
      </pc:docMkLst>
      <pc:sldChg chg="del">
        <pc:chgData name="Li,Yuting (HP Medicine) BII-CN-S" userId="ce8fbb54-122c-426d-b8da-fdcc5e1b5022" providerId="ADAL" clId="{E74D79A4-C156-46F5-BAE4-B662A3298FD0}" dt="2023-10-10T06:48:42.324" v="2308" actId="47"/>
        <pc:sldMkLst>
          <pc:docMk/>
          <pc:sldMk cId="2708512678" sldId="273"/>
        </pc:sldMkLst>
      </pc:sldChg>
      <pc:sldChg chg="del">
        <pc:chgData name="Li,Yuting (HP Medicine) BII-CN-S" userId="ce8fbb54-122c-426d-b8da-fdcc5e1b5022" providerId="ADAL" clId="{E74D79A4-C156-46F5-BAE4-B662A3298FD0}" dt="2023-10-10T06:48:42.324" v="2308" actId="47"/>
        <pc:sldMkLst>
          <pc:docMk/>
          <pc:sldMk cId="3279031861" sldId="275"/>
        </pc:sldMkLst>
      </pc:sldChg>
      <pc:sldChg chg="del">
        <pc:chgData name="Li,Yuting (HP Medicine) BII-CN-S" userId="ce8fbb54-122c-426d-b8da-fdcc5e1b5022" providerId="ADAL" clId="{E74D79A4-C156-46F5-BAE4-B662A3298FD0}" dt="2023-10-10T06:48:42.324" v="2308" actId="47"/>
        <pc:sldMkLst>
          <pc:docMk/>
          <pc:sldMk cId="2400029504" sldId="276"/>
        </pc:sldMkLst>
      </pc:sldChg>
      <pc:sldChg chg="del">
        <pc:chgData name="Li,Yuting (HP Medicine) BII-CN-S" userId="ce8fbb54-122c-426d-b8da-fdcc5e1b5022" providerId="ADAL" clId="{E74D79A4-C156-46F5-BAE4-B662A3298FD0}" dt="2023-10-10T06:48:42.324" v="2308" actId="47"/>
        <pc:sldMkLst>
          <pc:docMk/>
          <pc:sldMk cId="3368983596" sldId="277"/>
        </pc:sldMkLst>
      </pc:sldChg>
      <pc:sldChg chg="del">
        <pc:chgData name="Li,Yuting (HP Medicine) BII-CN-S" userId="ce8fbb54-122c-426d-b8da-fdcc5e1b5022" providerId="ADAL" clId="{E74D79A4-C156-46F5-BAE4-B662A3298FD0}" dt="2023-10-10T06:48:42.324" v="2308" actId="47"/>
        <pc:sldMkLst>
          <pc:docMk/>
          <pc:sldMk cId="2241280397" sldId="1098"/>
        </pc:sldMkLst>
      </pc:sldChg>
      <pc:sldChg chg="modSp mod">
        <pc:chgData name="Li,Yuting (HP Medicine) BII-CN-S" userId="ce8fbb54-122c-426d-b8da-fdcc5e1b5022" providerId="ADAL" clId="{E74D79A4-C156-46F5-BAE4-B662A3298FD0}" dt="2023-10-10T03:40:36.495" v="11" actId="20577"/>
        <pc:sldMkLst>
          <pc:docMk/>
          <pc:sldMk cId="64439630" sldId="6601"/>
        </pc:sldMkLst>
        <pc:spChg chg="mod">
          <ac:chgData name="Li,Yuting (HP Medicine) BII-CN-S" userId="ce8fbb54-122c-426d-b8da-fdcc5e1b5022" providerId="ADAL" clId="{E74D79A4-C156-46F5-BAE4-B662A3298FD0}" dt="2023-10-10T03:40:31.780" v="9" actId="20577"/>
          <ac:spMkLst>
            <pc:docMk/>
            <pc:sldMk cId="64439630" sldId="6601"/>
            <ac:spMk id="5" creationId="{00000000-0000-0000-0000-000000000000}"/>
          </ac:spMkLst>
        </pc:spChg>
        <pc:spChg chg="mod">
          <ac:chgData name="Li,Yuting (HP Medicine) BII-CN-S" userId="ce8fbb54-122c-426d-b8da-fdcc5e1b5022" providerId="ADAL" clId="{E74D79A4-C156-46F5-BAE4-B662A3298FD0}" dt="2023-10-10T03:40:36.495" v="11" actId="20577"/>
          <ac:spMkLst>
            <pc:docMk/>
            <pc:sldMk cId="64439630" sldId="6601"/>
            <ac:spMk id="6" creationId="{00000000-0000-0000-0000-000000000000}"/>
          </ac:spMkLst>
        </pc:spChg>
      </pc:sldChg>
      <pc:sldChg chg="del">
        <pc:chgData name="Li,Yuting (HP Medicine) BII-CN-S" userId="ce8fbb54-122c-426d-b8da-fdcc5e1b5022" providerId="ADAL" clId="{E74D79A4-C156-46F5-BAE4-B662A3298FD0}" dt="2023-10-10T06:49:58.454" v="2309" actId="47"/>
        <pc:sldMkLst>
          <pc:docMk/>
          <pc:sldMk cId="648276360" sldId="2147471194"/>
        </pc:sldMkLst>
      </pc:sldChg>
      <pc:sldChg chg="addSp modSp mod">
        <pc:chgData name="Li,Yuting (HP Medicine) BII-CN-S" userId="ce8fbb54-122c-426d-b8da-fdcc5e1b5022" providerId="ADAL" clId="{E74D79A4-C156-46F5-BAE4-B662A3298FD0}" dt="2023-10-11T03:19:36.793" v="3571" actId="20577"/>
        <pc:sldMkLst>
          <pc:docMk/>
          <pc:sldMk cId="2196787557" sldId="2147474065"/>
        </pc:sldMkLst>
        <pc:spChg chg="mod">
          <ac:chgData name="Li,Yuting (HP Medicine) BII-CN-S" userId="ce8fbb54-122c-426d-b8da-fdcc5e1b5022" providerId="ADAL" clId="{E74D79A4-C156-46F5-BAE4-B662A3298FD0}" dt="2023-10-11T03:19:36.793" v="3571" actId="20577"/>
          <ac:spMkLst>
            <pc:docMk/>
            <pc:sldMk cId="2196787557" sldId="2147474065"/>
            <ac:spMk id="2" creationId="{899E9FD5-14F4-46B5-85BD-4B2D5616E6A9}"/>
          </ac:spMkLst>
        </pc:spChg>
        <pc:spChg chg="mod">
          <ac:chgData name="Li,Yuting (HP Medicine) BII-CN-S" userId="ce8fbb54-122c-426d-b8da-fdcc5e1b5022" providerId="ADAL" clId="{E74D79A4-C156-46F5-BAE4-B662A3298FD0}" dt="2023-10-10T06:28:13.201" v="1893" actId="20577"/>
          <ac:spMkLst>
            <pc:docMk/>
            <pc:sldMk cId="2196787557" sldId="2147474065"/>
            <ac:spMk id="4" creationId="{401D0DD5-2CF9-9A39-4AB0-4054793FB793}"/>
          </ac:spMkLst>
        </pc:spChg>
        <pc:spChg chg="add mod">
          <ac:chgData name="Li,Yuting (HP Medicine) BII-CN-S" userId="ce8fbb54-122c-426d-b8da-fdcc5e1b5022" providerId="ADAL" clId="{E74D79A4-C156-46F5-BAE4-B662A3298FD0}" dt="2023-10-11T01:51:54.351" v="3331" actId="20577"/>
          <ac:spMkLst>
            <pc:docMk/>
            <pc:sldMk cId="2196787557" sldId="2147474065"/>
            <ac:spMk id="6" creationId="{BB776C48-9C95-AC58-32C7-7884D28410B3}"/>
          </ac:spMkLst>
        </pc:spChg>
      </pc:sldChg>
      <pc:sldChg chg="del">
        <pc:chgData name="Li,Yuting (HP Medicine) BII-CN-S" userId="ce8fbb54-122c-426d-b8da-fdcc5e1b5022" providerId="ADAL" clId="{E74D79A4-C156-46F5-BAE4-B662A3298FD0}" dt="2023-10-10T03:45:58.716" v="12" actId="47"/>
        <pc:sldMkLst>
          <pc:docMk/>
          <pc:sldMk cId="3296939094" sldId="2147474107"/>
        </pc:sldMkLst>
      </pc:sldChg>
      <pc:sldChg chg="del">
        <pc:chgData name="Li,Yuting (HP Medicine) BII-CN-S" userId="ce8fbb54-122c-426d-b8da-fdcc5e1b5022" providerId="ADAL" clId="{E74D79A4-C156-46F5-BAE4-B662A3298FD0}" dt="2023-10-10T03:48:47.366" v="23" actId="47"/>
        <pc:sldMkLst>
          <pc:docMk/>
          <pc:sldMk cId="2533681693" sldId="2147474134"/>
        </pc:sldMkLst>
      </pc:sldChg>
      <pc:sldChg chg="del">
        <pc:chgData name="Li,Yuting (HP Medicine) BII-CN-S" userId="ce8fbb54-122c-426d-b8da-fdcc5e1b5022" providerId="ADAL" clId="{E74D79A4-C156-46F5-BAE4-B662A3298FD0}" dt="2023-10-10T03:48:42.889" v="22" actId="47"/>
        <pc:sldMkLst>
          <pc:docMk/>
          <pc:sldMk cId="2352278210" sldId="2147474139"/>
        </pc:sldMkLst>
      </pc:sldChg>
      <pc:sldChg chg="del">
        <pc:chgData name="Li,Yuting (HP Medicine) BII-CN-S" userId="ce8fbb54-122c-426d-b8da-fdcc5e1b5022" providerId="ADAL" clId="{E74D79A4-C156-46F5-BAE4-B662A3298FD0}" dt="2023-10-10T03:48:48.559" v="24" actId="47"/>
        <pc:sldMkLst>
          <pc:docMk/>
          <pc:sldMk cId="1546206645" sldId="2147474140"/>
        </pc:sldMkLst>
      </pc:sldChg>
      <pc:sldChg chg="del">
        <pc:chgData name="Li,Yuting (HP Medicine) BII-CN-S" userId="ce8fbb54-122c-426d-b8da-fdcc5e1b5022" providerId="ADAL" clId="{E74D79A4-C156-46F5-BAE4-B662A3298FD0}" dt="2023-10-10T03:48:49.745" v="25" actId="47"/>
        <pc:sldMkLst>
          <pc:docMk/>
          <pc:sldMk cId="3222897294" sldId="2147474141"/>
        </pc:sldMkLst>
      </pc:sldChg>
      <pc:sldChg chg="del">
        <pc:chgData name="Li,Yuting (HP Medicine) BII-CN-S" userId="ce8fbb54-122c-426d-b8da-fdcc5e1b5022" providerId="ADAL" clId="{E74D79A4-C156-46F5-BAE4-B662A3298FD0}" dt="2023-10-10T03:49:52.977" v="26" actId="47"/>
        <pc:sldMkLst>
          <pc:docMk/>
          <pc:sldMk cId="3328718487" sldId="2147474142"/>
        </pc:sldMkLst>
      </pc:sldChg>
      <pc:sldChg chg="modSp del mod modShow">
        <pc:chgData name="Li,Yuting (HP Medicine) BII-CN-S" userId="ce8fbb54-122c-426d-b8da-fdcc5e1b5022" providerId="ADAL" clId="{E74D79A4-C156-46F5-BAE4-B662A3298FD0}" dt="2023-10-10T05:06:41.624" v="286" actId="47"/>
        <pc:sldMkLst>
          <pc:docMk/>
          <pc:sldMk cId="3697300517" sldId="2147474143"/>
        </pc:sldMkLst>
        <pc:spChg chg="mod">
          <ac:chgData name="Li,Yuting (HP Medicine) BII-CN-S" userId="ce8fbb54-122c-426d-b8da-fdcc5e1b5022" providerId="ADAL" clId="{E74D79A4-C156-46F5-BAE4-B662A3298FD0}" dt="2023-10-10T05:02:17.123" v="192" actId="20577"/>
          <ac:spMkLst>
            <pc:docMk/>
            <pc:sldMk cId="3697300517" sldId="2147474143"/>
            <ac:spMk id="41" creationId="{80672632-5059-4D01-BB59-096554D9CD3A}"/>
          </ac:spMkLst>
        </pc:spChg>
      </pc:sldChg>
      <pc:sldChg chg="del">
        <pc:chgData name="Li,Yuting (HP Medicine) BII-CN-S" userId="ce8fbb54-122c-426d-b8da-fdcc5e1b5022" providerId="ADAL" clId="{E74D79A4-C156-46F5-BAE4-B662A3298FD0}" dt="2023-10-10T05:07:24.970" v="326" actId="47"/>
        <pc:sldMkLst>
          <pc:docMk/>
          <pc:sldMk cId="2347641332" sldId="2147474144"/>
        </pc:sldMkLst>
      </pc:sldChg>
      <pc:sldChg chg="del">
        <pc:chgData name="Li,Yuting (HP Medicine) BII-CN-S" userId="ce8fbb54-122c-426d-b8da-fdcc5e1b5022" providerId="ADAL" clId="{E74D79A4-C156-46F5-BAE4-B662A3298FD0}" dt="2023-10-10T05:45:30.985" v="1505" actId="47"/>
        <pc:sldMkLst>
          <pc:docMk/>
          <pc:sldMk cId="1149611718" sldId="2147474147"/>
        </pc:sldMkLst>
      </pc:sldChg>
      <pc:sldChg chg="del">
        <pc:chgData name="Li,Yuting (HP Medicine) BII-CN-S" userId="ce8fbb54-122c-426d-b8da-fdcc5e1b5022" providerId="ADAL" clId="{E74D79A4-C156-46F5-BAE4-B662A3298FD0}" dt="2023-10-10T06:30:30.764" v="1894" actId="47"/>
        <pc:sldMkLst>
          <pc:docMk/>
          <pc:sldMk cId="3278857085" sldId="2147474230"/>
        </pc:sldMkLst>
      </pc:sldChg>
      <pc:sldChg chg="del">
        <pc:chgData name="Li,Yuting (HP Medicine) BII-CN-S" userId="ce8fbb54-122c-426d-b8da-fdcc5e1b5022" providerId="ADAL" clId="{E74D79A4-C156-46F5-BAE4-B662A3298FD0}" dt="2023-10-10T05:55:59.260" v="1726" actId="47"/>
        <pc:sldMkLst>
          <pc:docMk/>
          <pc:sldMk cId="1593330367" sldId="2147474233"/>
        </pc:sldMkLst>
      </pc:sldChg>
      <pc:sldChg chg="del">
        <pc:chgData name="Li,Yuting (HP Medicine) BII-CN-S" userId="ce8fbb54-122c-426d-b8da-fdcc5e1b5022" providerId="ADAL" clId="{E74D79A4-C156-46F5-BAE4-B662A3298FD0}" dt="2023-10-10T06:00:15.052" v="1737" actId="47"/>
        <pc:sldMkLst>
          <pc:docMk/>
          <pc:sldMk cId="1770096435" sldId="2147474234"/>
        </pc:sldMkLst>
      </pc:sldChg>
      <pc:sldChg chg="del">
        <pc:chgData name="Li,Yuting (HP Medicine) BII-CN-S" userId="ce8fbb54-122c-426d-b8da-fdcc5e1b5022" providerId="ADAL" clId="{E74D79A4-C156-46F5-BAE4-B662A3298FD0}" dt="2023-10-10T06:04:51.937" v="1744" actId="47"/>
        <pc:sldMkLst>
          <pc:docMk/>
          <pc:sldMk cId="3528017325" sldId="2147474235"/>
        </pc:sldMkLst>
      </pc:sldChg>
      <pc:sldChg chg="del">
        <pc:chgData name="Li,Yuting (HP Medicine) BII-CN-S" userId="ce8fbb54-122c-426d-b8da-fdcc5e1b5022" providerId="ADAL" clId="{E74D79A4-C156-46F5-BAE4-B662A3298FD0}" dt="2023-10-10T06:45:52.409" v="2294" actId="47"/>
        <pc:sldMkLst>
          <pc:docMk/>
          <pc:sldMk cId="2334680629" sldId="2147474242"/>
        </pc:sldMkLst>
      </pc:sldChg>
      <pc:sldChg chg="del">
        <pc:chgData name="Li,Yuting (HP Medicine) BII-CN-S" userId="ce8fbb54-122c-426d-b8da-fdcc5e1b5022" providerId="ADAL" clId="{E74D79A4-C156-46F5-BAE4-B662A3298FD0}" dt="2023-10-10T06:46:53.302" v="2299" actId="47"/>
        <pc:sldMkLst>
          <pc:docMk/>
          <pc:sldMk cId="1573724795" sldId="2147474244"/>
        </pc:sldMkLst>
      </pc:sldChg>
      <pc:sldChg chg="del">
        <pc:chgData name="Li,Yuting (HP Medicine) BII-CN-S" userId="ce8fbb54-122c-426d-b8da-fdcc5e1b5022" providerId="ADAL" clId="{E74D79A4-C156-46F5-BAE4-B662A3298FD0}" dt="2023-10-10T05:53:16.030" v="1641" actId="47"/>
        <pc:sldMkLst>
          <pc:docMk/>
          <pc:sldMk cId="3300509917" sldId="2147474246"/>
        </pc:sldMkLst>
      </pc:sldChg>
      <pc:sldChg chg="ord">
        <pc:chgData name="Li,Yuting (HP Medicine) BII-CN-S" userId="ce8fbb54-122c-426d-b8da-fdcc5e1b5022" providerId="ADAL" clId="{E74D79A4-C156-46F5-BAE4-B662A3298FD0}" dt="2023-10-10T06:03:58.303" v="1743"/>
        <pc:sldMkLst>
          <pc:docMk/>
          <pc:sldMk cId="2422094028" sldId="2147474885"/>
        </pc:sldMkLst>
      </pc:sldChg>
      <pc:sldChg chg="del">
        <pc:chgData name="Li,Yuting (HP Medicine) BII-CN-S" userId="ce8fbb54-122c-426d-b8da-fdcc5e1b5022" providerId="ADAL" clId="{E74D79A4-C156-46F5-BAE4-B662A3298FD0}" dt="2023-10-10T06:46:28.004" v="2298" actId="47"/>
        <pc:sldMkLst>
          <pc:docMk/>
          <pc:sldMk cId="4026925342" sldId="2147474886"/>
        </pc:sldMkLst>
      </pc:sldChg>
      <pc:sldChg chg="del">
        <pc:chgData name="Li,Yuting (HP Medicine) BII-CN-S" userId="ce8fbb54-122c-426d-b8da-fdcc5e1b5022" providerId="ADAL" clId="{E74D79A4-C156-46F5-BAE4-B662A3298FD0}" dt="2023-10-10T05:45:50.195" v="1507" actId="47"/>
        <pc:sldMkLst>
          <pc:docMk/>
          <pc:sldMk cId="2741680057" sldId="2147474891"/>
        </pc:sldMkLst>
      </pc:sldChg>
      <pc:sldChg chg="del">
        <pc:chgData name="Li,Yuting (HP Medicine) BII-CN-S" userId="ce8fbb54-122c-426d-b8da-fdcc5e1b5022" providerId="ADAL" clId="{E74D79A4-C156-46F5-BAE4-B662A3298FD0}" dt="2023-10-10T05:45:48.974" v="1506" actId="47"/>
        <pc:sldMkLst>
          <pc:docMk/>
          <pc:sldMk cId="4100065594" sldId="2147474892"/>
        </pc:sldMkLst>
      </pc:sldChg>
      <pc:sldChg chg="mod ord modShow">
        <pc:chgData name="Li,Yuting (HP Medicine) BII-CN-S" userId="ce8fbb54-122c-426d-b8da-fdcc5e1b5022" providerId="ADAL" clId="{E74D79A4-C156-46F5-BAE4-B662A3298FD0}" dt="2023-10-10T06:00:26.473" v="1739"/>
        <pc:sldMkLst>
          <pc:docMk/>
          <pc:sldMk cId="1603556620" sldId="2147474893"/>
        </pc:sldMkLst>
      </pc:sldChg>
      <pc:sldChg chg="del">
        <pc:chgData name="Li,Yuting (HP Medicine) BII-CN-S" userId="ce8fbb54-122c-426d-b8da-fdcc5e1b5022" providerId="ADAL" clId="{E74D79A4-C156-46F5-BAE4-B662A3298FD0}" dt="2023-10-10T06:04:57.975" v="1745" actId="47"/>
        <pc:sldMkLst>
          <pc:docMk/>
          <pc:sldMk cId="3922719897" sldId="2147474896"/>
        </pc:sldMkLst>
      </pc:sldChg>
      <pc:sldChg chg="del">
        <pc:chgData name="Li,Yuting (HP Medicine) BII-CN-S" userId="ce8fbb54-122c-426d-b8da-fdcc5e1b5022" providerId="ADAL" clId="{E74D79A4-C156-46F5-BAE4-B662A3298FD0}" dt="2023-10-10T06:04:59.603" v="1746" actId="47"/>
        <pc:sldMkLst>
          <pc:docMk/>
          <pc:sldMk cId="3217868666" sldId="2147474897"/>
        </pc:sldMkLst>
      </pc:sldChg>
      <pc:sldChg chg="ord">
        <pc:chgData name="Li,Yuting (HP Medicine) BII-CN-S" userId="ce8fbb54-122c-426d-b8da-fdcc5e1b5022" providerId="ADAL" clId="{E74D79A4-C156-46F5-BAE4-B662A3298FD0}" dt="2023-10-10T06:12:11.307" v="1762"/>
        <pc:sldMkLst>
          <pc:docMk/>
          <pc:sldMk cId="1847065983" sldId="2147474908"/>
        </pc:sldMkLst>
      </pc:sldChg>
      <pc:sldChg chg="del">
        <pc:chgData name="Li,Yuting (HP Medicine) BII-CN-S" userId="ce8fbb54-122c-426d-b8da-fdcc5e1b5022" providerId="ADAL" clId="{E74D79A4-C156-46F5-BAE4-B662A3298FD0}" dt="2023-10-10T06:24:50.342" v="1887" actId="47"/>
        <pc:sldMkLst>
          <pc:docMk/>
          <pc:sldMk cId="175194850" sldId="2147474909"/>
        </pc:sldMkLst>
      </pc:sldChg>
      <pc:sldChg chg="modSp mod addCm modCm">
        <pc:chgData name="Li,Yuting (HP Medicine) BII-CN-S" userId="ce8fbb54-122c-426d-b8da-fdcc5e1b5022" providerId="ADAL" clId="{E74D79A4-C156-46F5-BAE4-B662A3298FD0}" dt="2023-10-11T03:11:26.767" v="3375" actId="20577"/>
        <pc:sldMkLst>
          <pc:docMk/>
          <pc:sldMk cId="94460591" sldId="2147474911"/>
        </pc:sldMkLst>
        <pc:spChg chg="mod">
          <ac:chgData name="Li,Yuting (HP Medicine) BII-CN-S" userId="ce8fbb54-122c-426d-b8da-fdcc5e1b5022" providerId="ADAL" clId="{E74D79A4-C156-46F5-BAE4-B662A3298FD0}" dt="2023-10-11T03:11:26.767" v="3375" actId="20577"/>
          <ac:spMkLst>
            <pc:docMk/>
            <pc:sldMk cId="94460591" sldId="2147474911"/>
            <ac:spMk id="35" creationId="{2C95C340-F8D9-4AEE-87B8-EC6A8D2257D1}"/>
          </ac:spMkLst>
        </pc:spChg>
        <pc:spChg chg="mod">
          <ac:chgData name="Li,Yuting (HP Medicine) BII-CN-S" userId="ce8fbb54-122c-426d-b8da-fdcc5e1b5022" providerId="ADAL" clId="{E74D79A4-C156-46F5-BAE4-B662A3298FD0}" dt="2023-10-10T07:39:13.516" v="2642" actId="20577"/>
          <ac:spMkLst>
            <pc:docMk/>
            <pc:sldMk cId="94460591" sldId="2147474911"/>
            <ac:spMk id="71" creationId="{00000000-0000-0000-0000-000000000000}"/>
          </ac:spMkLst>
        </pc:spChg>
        <pc:graphicFrameChg chg="mod">
          <ac:chgData name="Li,Yuting (HP Medicine) BII-CN-S" userId="ce8fbb54-122c-426d-b8da-fdcc5e1b5022" providerId="ADAL" clId="{E74D79A4-C156-46F5-BAE4-B662A3298FD0}" dt="2023-10-10T06:32:40.611" v="1913" actId="1076"/>
          <ac:graphicFrameMkLst>
            <pc:docMk/>
            <pc:sldMk cId="94460591" sldId="2147474911"/>
            <ac:graphicFrameMk id="32" creationId="{B1ED9BC9-2253-F795-F03E-360CD2EF8012}"/>
          </ac:graphicFrameMkLst>
        </pc:graphicFrameChg>
      </pc:sldChg>
      <pc:sldChg chg="addCm modCm">
        <pc:chgData name="Li,Yuting (HP Medicine) BII-CN-S" userId="ce8fbb54-122c-426d-b8da-fdcc5e1b5022" providerId="ADAL" clId="{E74D79A4-C156-46F5-BAE4-B662A3298FD0}" dt="2023-10-10T06:10:58.032" v="1750"/>
        <pc:sldMkLst>
          <pc:docMk/>
          <pc:sldMk cId="2135626461" sldId="2147474913"/>
        </pc:sldMkLst>
      </pc:sldChg>
      <pc:sldChg chg="del">
        <pc:chgData name="Li,Yuting (HP Medicine) BII-CN-S" userId="ce8fbb54-122c-426d-b8da-fdcc5e1b5022" providerId="ADAL" clId="{E74D79A4-C156-46F5-BAE4-B662A3298FD0}" dt="2023-10-10T06:49:59.342" v="2310" actId="47"/>
        <pc:sldMkLst>
          <pc:docMk/>
          <pc:sldMk cId="2352851958" sldId="2147474914"/>
        </pc:sldMkLst>
      </pc:sldChg>
      <pc:sldChg chg="ord">
        <pc:chgData name="Li,Yuting (HP Medicine) BII-CN-S" userId="ce8fbb54-122c-426d-b8da-fdcc5e1b5022" providerId="ADAL" clId="{E74D79A4-C156-46F5-BAE4-B662A3298FD0}" dt="2023-10-10T06:48:29.930" v="2307"/>
        <pc:sldMkLst>
          <pc:docMk/>
          <pc:sldMk cId="593512154" sldId="2147474915"/>
        </pc:sldMkLst>
      </pc:sldChg>
      <pc:sldChg chg="del">
        <pc:chgData name="Li,Yuting (HP Medicine) BII-CN-S" userId="ce8fbb54-122c-426d-b8da-fdcc5e1b5022" providerId="ADAL" clId="{E74D79A4-C156-46F5-BAE4-B662A3298FD0}" dt="2023-10-10T07:20:36.789" v="2482" actId="47"/>
        <pc:sldMkLst>
          <pc:docMk/>
          <pc:sldMk cId="2401456502" sldId="2147474916"/>
        </pc:sldMkLst>
      </pc:sldChg>
      <pc:sldChg chg="del">
        <pc:chgData name="Li,Yuting (HP Medicine) BII-CN-S" userId="ce8fbb54-122c-426d-b8da-fdcc5e1b5022" providerId="ADAL" clId="{E74D79A4-C156-46F5-BAE4-B662A3298FD0}" dt="2023-10-10T06:48:42.324" v="2308" actId="47"/>
        <pc:sldMkLst>
          <pc:docMk/>
          <pc:sldMk cId="4092131156" sldId="2147474917"/>
        </pc:sldMkLst>
      </pc:sldChg>
      <pc:sldChg chg="ord">
        <pc:chgData name="Li,Yuting (HP Medicine) BII-CN-S" userId="ce8fbb54-122c-426d-b8da-fdcc5e1b5022" providerId="ADAL" clId="{E74D79A4-C156-46F5-BAE4-B662A3298FD0}" dt="2023-10-10T06:11:29.523" v="1752"/>
        <pc:sldMkLst>
          <pc:docMk/>
          <pc:sldMk cId="2048577046" sldId="2147474919"/>
        </pc:sldMkLst>
      </pc:sldChg>
      <pc:sldChg chg="ord">
        <pc:chgData name="Li,Yuting (HP Medicine) BII-CN-S" userId="ce8fbb54-122c-426d-b8da-fdcc5e1b5022" providerId="ADAL" clId="{E74D79A4-C156-46F5-BAE4-B662A3298FD0}" dt="2023-10-10T06:11:29.523" v="1752"/>
        <pc:sldMkLst>
          <pc:docMk/>
          <pc:sldMk cId="954744658" sldId="2147474920"/>
        </pc:sldMkLst>
      </pc:sldChg>
      <pc:sldChg chg="del">
        <pc:chgData name="Li,Yuting (HP Medicine) BII-CN-S" userId="ce8fbb54-122c-426d-b8da-fdcc5e1b5022" providerId="ADAL" clId="{E74D79A4-C156-46F5-BAE4-B662A3298FD0}" dt="2023-10-10T05:07:39.944" v="327" actId="47"/>
        <pc:sldMkLst>
          <pc:docMk/>
          <pc:sldMk cId="3972368734" sldId="2147474921"/>
        </pc:sldMkLst>
      </pc:sldChg>
      <pc:sldChg chg="del">
        <pc:chgData name="Li,Yuting (HP Medicine) BII-CN-S" userId="ce8fbb54-122c-426d-b8da-fdcc5e1b5022" providerId="ADAL" clId="{E74D79A4-C156-46F5-BAE4-B662A3298FD0}" dt="2023-10-10T05:59:42.401" v="1736" actId="47"/>
        <pc:sldMkLst>
          <pc:docMk/>
          <pc:sldMk cId="1954382780" sldId="2147474922"/>
        </pc:sldMkLst>
      </pc:sldChg>
      <pc:sldChg chg="del">
        <pc:chgData name="Li,Yuting (HP Medicine) BII-CN-S" userId="ce8fbb54-122c-426d-b8da-fdcc5e1b5022" providerId="ADAL" clId="{E74D79A4-C156-46F5-BAE4-B662A3298FD0}" dt="2023-10-10T06:30:31.711" v="1895" actId="47"/>
        <pc:sldMkLst>
          <pc:docMk/>
          <pc:sldMk cId="3737015513" sldId="2147474925"/>
        </pc:sldMkLst>
      </pc:sldChg>
      <pc:sldChg chg="del">
        <pc:chgData name="Li,Yuting (HP Medicine) BII-CN-S" userId="ce8fbb54-122c-426d-b8da-fdcc5e1b5022" providerId="ADAL" clId="{E74D79A4-C156-46F5-BAE4-B662A3298FD0}" dt="2023-10-10T06:30:32.586" v="1896" actId="47"/>
        <pc:sldMkLst>
          <pc:docMk/>
          <pc:sldMk cId="3654113040" sldId="2147474926"/>
        </pc:sldMkLst>
      </pc:sldChg>
      <pc:sldChg chg="del">
        <pc:chgData name="Li,Yuting (HP Medicine) BII-CN-S" userId="ce8fbb54-122c-426d-b8da-fdcc5e1b5022" providerId="ADAL" clId="{E74D79A4-C156-46F5-BAE4-B662A3298FD0}" dt="2023-10-10T06:24:51.530" v="1888" actId="47"/>
        <pc:sldMkLst>
          <pc:docMk/>
          <pc:sldMk cId="1979313623" sldId="2147474927"/>
        </pc:sldMkLst>
      </pc:sldChg>
      <pc:sldChg chg="modSp mod">
        <pc:chgData name="Li,Yuting (HP Medicine) BII-CN-S" userId="ce8fbb54-122c-426d-b8da-fdcc5e1b5022" providerId="ADAL" clId="{E74D79A4-C156-46F5-BAE4-B662A3298FD0}" dt="2023-10-10T06:44:59.156" v="2293" actId="20577"/>
        <pc:sldMkLst>
          <pc:docMk/>
          <pc:sldMk cId="2289809735" sldId="2147474928"/>
        </pc:sldMkLst>
        <pc:graphicFrameChg chg="modGraphic">
          <ac:chgData name="Li,Yuting (HP Medicine) BII-CN-S" userId="ce8fbb54-122c-426d-b8da-fdcc5e1b5022" providerId="ADAL" clId="{E74D79A4-C156-46F5-BAE4-B662A3298FD0}" dt="2023-10-10T06:44:59.156" v="2293" actId="20577"/>
          <ac:graphicFrameMkLst>
            <pc:docMk/>
            <pc:sldMk cId="2289809735" sldId="2147474928"/>
            <ac:graphicFrameMk id="5" creationId="{F644E213-D317-1EF8-B4AD-D1D07F3EF3DF}"/>
          </ac:graphicFrameMkLst>
        </pc:graphicFrameChg>
      </pc:sldChg>
      <pc:sldChg chg="modSp mod">
        <pc:chgData name="Li,Yuting (HP Medicine) BII-CN-S" userId="ce8fbb54-122c-426d-b8da-fdcc5e1b5022" providerId="ADAL" clId="{E74D79A4-C156-46F5-BAE4-B662A3298FD0}" dt="2023-10-11T03:19:14.693" v="3565" actId="207"/>
        <pc:sldMkLst>
          <pc:docMk/>
          <pc:sldMk cId="2604200859" sldId="2147474929"/>
        </pc:sldMkLst>
        <pc:spChg chg="mod">
          <ac:chgData name="Li,Yuting (HP Medicine) BII-CN-S" userId="ce8fbb54-122c-426d-b8da-fdcc5e1b5022" providerId="ADAL" clId="{E74D79A4-C156-46F5-BAE4-B662A3298FD0}" dt="2023-10-11T03:19:14.693" v="3565" actId="207"/>
          <ac:spMkLst>
            <pc:docMk/>
            <pc:sldMk cId="2604200859" sldId="2147474929"/>
            <ac:spMk id="11" creationId="{56B23232-C7F4-EEEA-2DB7-2C00DD59E87F}"/>
          </ac:spMkLst>
        </pc:spChg>
        <pc:spChg chg="mod">
          <ac:chgData name="Li,Yuting (HP Medicine) BII-CN-S" userId="ce8fbb54-122c-426d-b8da-fdcc5e1b5022" providerId="ADAL" clId="{E74D79A4-C156-46F5-BAE4-B662A3298FD0}" dt="2023-10-11T02:10:04.631" v="3336" actId="20577"/>
          <ac:spMkLst>
            <pc:docMk/>
            <pc:sldMk cId="2604200859" sldId="2147474929"/>
            <ac:spMk id="62" creationId="{8DB07CF5-ABA1-4C9B-A9DA-0E66E05CDEC6}"/>
          </ac:spMkLst>
        </pc:spChg>
      </pc:sldChg>
      <pc:sldChg chg="addSp delSp modSp mod">
        <pc:chgData name="Li,Yuting (HP Medicine) BII-CN-S" userId="ce8fbb54-122c-426d-b8da-fdcc5e1b5022" providerId="ADAL" clId="{E74D79A4-C156-46F5-BAE4-B662A3298FD0}" dt="2023-10-11T09:27:54.826" v="3782" actId="20577"/>
        <pc:sldMkLst>
          <pc:docMk/>
          <pc:sldMk cId="2608856467" sldId="2147474930"/>
        </pc:sldMkLst>
        <pc:spChg chg="add del mod">
          <ac:chgData name="Li,Yuting (HP Medicine) BII-CN-S" userId="ce8fbb54-122c-426d-b8da-fdcc5e1b5022" providerId="ADAL" clId="{E74D79A4-C156-46F5-BAE4-B662A3298FD0}" dt="2023-10-10T12:22:42.629" v="2847" actId="14100"/>
          <ac:spMkLst>
            <pc:docMk/>
            <pc:sldMk cId="2608856467" sldId="2147474930"/>
            <ac:spMk id="5" creationId="{20C34C3B-61D8-73CB-8769-0278A7B04981}"/>
          </ac:spMkLst>
        </pc:spChg>
        <pc:spChg chg="mod">
          <ac:chgData name="Li,Yuting (HP Medicine) BII-CN-S" userId="ce8fbb54-122c-426d-b8da-fdcc5e1b5022" providerId="ADAL" clId="{E74D79A4-C156-46F5-BAE4-B662A3298FD0}" dt="2023-10-11T09:27:54.826" v="3782" actId="20577"/>
          <ac:spMkLst>
            <pc:docMk/>
            <pc:sldMk cId="2608856467" sldId="2147474930"/>
            <ac:spMk id="6" creationId="{25357EA1-1F19-4D1B-9A4E-2EAB26F09BB9}"/>
          </ac:spMkLst>
        </pc:spChg>
        <pc:spChg chg="mod">
          <ac:chgData name="Li,Yuting (HP Medicine) BII-CN-S" userId="ce8fbb54-122c-426d-b8da-fdcc5e1b5022" providerId="ADAL" clId="{E74D79A4-C156-46F5-BAE4-B662A3298FD0}" dt="2023-10-10T06:15:13.396" v="1768" actId="20577"/>
          <ac:spMkLst>
            <pc:docMk/>
            <pc:sldMk cId="2608856467" sldId="2147474930"/>
            <ac:spMk id="60" creationId="{9224C17E-1AA1-4096-A3FD-25D6FD8BA444}"/>
          </ac:spMkLst>
        </pc:spChg>
        <pc:spChg chg="mod">
          <ac:chgData name="Li,Yuting (HP Medicine) BII-CN-S" userId="ce8fbb54-122c-426d-b8da-fdcc5e1b5022" providerId="ADAL" clId="{E74D79A4-C156-46F5-BAE4-B662A3298FD0}" dt="2023-10-11T06:26:58.565" v="3733" actId="14"/>
          <ac:spMkLst>
            <pc:docMk/>
            <pc:sldMk cId="2608856467" sldId="2147474930"/>
            <ac:spMk id="192" creationId="{31193A60-52A8-4E9D-BB69-B3D203C95D66}"/>
          </ac:spMkLst>
        </pc:spChg>
      </pc:sldChg>
      <pc:sldChg chg="modSp mod">
        <pc:chgData name="Li,Yuting (HP Medicine) BII-CN-S" userId="ce8fbb54-122c-426d-b8da-fdcc5e1b5022" providerId="ADAL" clId="{E74D79A4-C156-46F5-BAE4-B662A3298FD0}" dt="2023-10-10T06:23:57.878" v="1886" actId="207"/>
        <pc:sldMkLst>
          <pc:docMk/>
          <pc:sldMk cId="2006238923" sldId="2147474931"/>
        </pc:sldMkLst>
        <pc:spChg chg="mod">
          <ac:chgData name="Li,Yuting (HP Medicine) BII-CN-S" userId="ce8fbb54-122c-426d-b8da-fdcc5e1b5022" providerId="ADAL" clId="{E74D79A4-C156-46F5-BAE4-B662A3298FD0}" dt="2023-10-10T06:23:57.878" v="1886" actId="207"/>
          <ac:spMkLst>
            <pc:docMk/>
            <pc:sldMk cId="2006238923" sldId="2147474931"/>
            <ac:spMk id="4" creationId="{D16F02DF-6F54-6E5F-D83B-849964119C59}"/>
          </ac:spMkLst>
        </pc:spChg>
      </pc:sldChg>
      <pc:sldChg chg="delSp mod">
        <pc:chgData name="Li,Yuting (HP Medicine) BII-CN-S" userId="ce8fbb54-122c-426d-b8da-fdcc5e1b5022" providerId="ADAL" clId="{E74D79A4-C156-46F5-BAE4-B662A3298FD0}" dt="2023-10-10T06:07:59.130" v="1747" actId="478"/>
        <pc:sldMkLst>
          <pc:docMk/>
          <pc:sldMk cId="4237814175" sldId="2147474932"/>
        </pc:sldMkLst>
        <pc:spChg chg="del">
          <ac:chgData name="Li,Yuting (HP Medicine) BII-CN-S" userId="ce8fbb54-122c-426d-b8da-fdcc5e1b5022" providerId="ADAL" clId="{E74D79A4-C156-46F5-BAE4-B662A3298FD0}" dt="2023-10-10T06:07:59.130" v="1747" actId="478"/>
          <ac:spMkLst>
            <pc:docMk/>
            <pc:sldMk cId="4237814175" sldId="2147474932"/>
            <ac:spMk id="3" creationId="{2527EA1D-80E3-D8AC-D24E-5EFA843B183A}"/>
          </ac:spMkLst>
        </pc:spChg>
      </pc:sldChg>
      <pc:sldChg chg="modSp mod modShow">
        <pc:chgData name="Li,Yuting (HP Medicine) BII-CN-S" userId="ce8fbb54-122c-426d-b8da-fdcc5e1b5022" providerId="ADAL" clId="{E74D79A4-C156-46F5-BAE4-B662A3298FD0}" dt="2023-10-10T06:46:04.063" v="2296" actId="207"/>
        <pc:sldMkLst>
          <pc:docMk/>
          <pc:sldMk cId="1969276754" sldId="2147474937"/>
        </pc:sldMkLst>
        <pc:spChg chg="mod">
          <ac:chgData name="Li,Yuting (HP Medicine) BII-CN-S" userId="ce8fbb54-122c-426d-b8da-fdcc5e1b5022" providerId="ADAL" clId="{E74D79A4-C156-46F5-BAE4-B662A3298FD0}" dt="2023-10-10T06:46:04.063" v="2296" actId="207"/>
          <ac:spMkLst>
            <pc:docMk/>
            <pc:sldMk cId="1969276754" sldId="2147474937"/>
            <ac:spMk id="7" creationId="{2AB45755-F80E-E11F-63E1-4B4D1BA060AA}"/>
          </ac:spMkLst>
        </pc:spChg>
      </pc:sldChg>
      <pc:sldChg chg="delSp modSp mod addCm modCm">
        <pc:chgData name="Li,Yuting (HP Medicine) BII-CN-S" userId="ce8fbb54-122c-426d-b8da-fdcc5e1b5022" providerId="ADAL" clId="{E74D79A4-C156-46F5-BAE4-B662A3298FD0}" dt="2023-10-11T09:29:50.800" v="3783" actId="6549"/>
        <pc:sldMkLst>
          <pc:docMk/>
          <pc:sldMk cId="1620675733" sldId="2147474938"/>
        </pc:sldMkLst>
        <pc:spChg chg="mod">
          <ac:chgData name="Li,Yuting (HP Medicine) BII-CN-S" userId="ce8fbb54-122c-426d-b8da-fdcc5e1b5022" providerId="ADAL" clId="{E74D79A4-C156-46F5-BAE4-B662A3298FD0}" dt="2023-10-11T09:29:50.800" v="3783" actId="6549"/>
          <ac:spMkLst>
            <pc:docMk/>
            <pc:sldMk cId="1620675733" sldId="2147474938"/>
            <ac:spMk id="2" creationId="{2183922C-E343-FE15-DCB0-52F86DE019F7}"/>
          </ac:spMkLst>
        </pc:spChg>
        <pc:spChg chg="del">
          <ac:chgData name="Li,Yuting (HP Medicine) BII-CN-S" userId="ce8fbb54-122c-426d-b8da-fdcc5e1b5022" providerId="ADAL" clId="{E74D79A4-C156-46F5-BAE4-B662A3298FD0}" dt="2023-10-10T06:48:00.194" v="2305" actId="478"/>
          <ac:spMkLst>
            <pc:docMk/>
            <pc:sldMk cId="1620675733" sldId="2147474938"/>
            <ac:spMk id="34" creationId="{B40B1D44-A7CB-7038-8F72-E22543E23A25}"/>
          </ac:spMkLst>
        </pc:spChg>
      </pc:sldChg>
      <pc:sldChg chg="mod modShow">
        <pc:chgData name="Li,Yuting (HP Medicine) BII-CN-S" userId="ce8fbb54-122c-426d-b8da-fdcc5e1b5022" providerId="ADAL" clId="{E74D79A4-C156-46F5-BAE4-B662A3298FD0}" dt="2023-10-10T06:46:25.113" v="2297" actId="729"/>
        <pc:sldMkLst>
          <pc:docMk/>
          <pc:sldMk cId="2244276633" sldId="2147474939"/>
        </pc:sldMkLst>
      </pc:sldChg>
      <pc:sldChg chg="mod modShow">
        <pc:chgData name="Li,Yuting (HP Medicine) BII-CN-S" userId="ce8fbb54-122c-426d-b8da-fdcc5e1b5022" providerId="ADAL" clId="{E74D79A4-C156-46F5-BAE4-B662A3298FD0}" dt="2023-10-10T06:50:19.968" v="2311" actId="729"/>
        <pc:sldMkLst>
          <pc:docMk/>
          <pc:sldMk cId="3199655106" sldId="2147474942"/>
        </pc:sldMkLst>
      </pc:sldChg>
      <pc:sldChg chg="mod modShow">
        <pc:chgData name="Li,Yuting (HP Medicine) BII-CN-S" userId="ce8fbb54-122c-426d-b8da-fdcc5e1b5022" providerId="ADAL" clId="{E74D79A4-C156-46F5-BAE4-B662A3298FD0}" dt="2023-10-10T06:50:21.952" v="2312" actId="729"/>
        <pc:sldMkLst>
          <pc:docMk/>
          <pc:sldMk cId="1166962896" sldId="2147474943"/>
        </pc:sldMkLst>
      </pc:sldChg>
      <pc:sldChg chg="modSp mod">
        <pc:chgData name="Li,Yuting (HP Medicine) BII-CN-S" userId="ce8fbb54-122c-426d-b8da-fdcc5e1b5022" providerId="ADAL" clId="{E74D79A4-C156-46F5-BAE4-B662A3298FD0}" dt="2023-10-11T09:32:13.827" v="3873" actId="207"/>
        <pc:sldMkLst>
          <pc:docMk/>
          <pc:sldMk cId="3715361284" sldId="2147474944"/>
        </pc:sldMkLst>
        <pc:graphicFrameChg chg="mod modGraphic">
          <ac:chgData name="Li,Yuting (HP Medicine) BII-CN-S" userId="ce8fbb54-122c-426d-b8da-fdcc5e1b5022" providerId="ADAL" clId="{E74D79A4-C156-46F5-BAE4-B662A3298FD0}" dt="2023-10-11T09:32:13.827" v="3873" actId="207"/>
          <ac:graphicFrameMkLst>
            <pc:docMk/>
            <pc:sldMk cId="3715361284" sldId="2147474944"/>
            <ac:graphicFrameMk id="10" creationId="{7ED29C9C-0700-480D-B788-68CBB9D31EEE}"/>
          </ac:graphicFrameMkLst>
        </pc:graphicFrameChg>
      </pc:sldChg>
      <pc:sldChg chg="mod modShow addCm modCm">
        <pc:chgData name="Li,Yuting (HP Medicine) BII-CN-S" userId="ce8fbb54-122c-426d-b8da-fdcc5e1b5022" providerId="ADAL" clId="{E74D79A4-C156-46F5-BAE4-B662A3298FD0}" dt="2023-10-11T03:22:18.825" v="3572" actId="729"/>
        <pc:sldMkLst>
          <pc:docMk/>
          <pc:sldMk cId="4107447454" sldId="2147474946"/>
        </pc:sldMkLst>
      </pc:sldChg>
      <pc:sldChg chg="modSp mod modAnim">
        <pc:chgData name="Li,Yuting (HP Medicine) BII-CN-S" userId="ce8fbb54-122c-426d-b8da-fdcc5e1b5022" providerId="ADAL" clId="{E74D79A4-C156-46F5-BAE4-B662A3298FD0}" dt="2023-10-11T05:53:31.341" v="3703" actId="20577"/>
        <pc:sldMkLst>
          <pc:docMk/>
          <pc:sldMk cId="1987052022" sldId="2147474947"/>
        </pc:sldMkLst>
        <pc:spChg chg="mod">
          <ac:chgData name="Li,Yuting (HP Medicine) BII-CN-S" userId="ce8fbb54-122c-426d-b8da-fdcc5e1b5022" providerId="ADAL" clId="{E74D79A4-C156-46F5-BAE4-B662A3298FD0}" dt="2023-10-11T05:53:31.341" v="3703" actId="20577"/>
          <ac:spMkLst>
            <pc:docMk/>
            <pc:sldMk cId="1987052022" sldId="2147474947"/>
            <ac:spMk id="157" creationId="{ABF1C8FA-24FE-4186-8317-54D0AE86DBB2}"/>
          </ac:spMkLst>
        </pc:spChg>
        <pc:spChg chg="mod">
          <ac:chgData name="Li,Yuting (HP Medicine) BII-CN-S" userId="ce8fbb54-122c-426d-b8da-fdcc5e1b5022" providerId="ADAL" clId="{E74D79A4-C156-46F5-BAE4-B662A3298FD0}" dt="2023-10-10T11:54:06.906" v="2696" actId="14100"/>
          <ac:spMkLst>
            <pc:docMk/>
            <pc:sldMk cId="1987052022" sldId="2147474947"/>
            <ac:spMk id="178" creationId="{C8A141E8-3A7E-477A-B6F1-59F3BCA948DD}"/>
          </ac:spMkLst>
        </pc:spChg>
      </pc:sldChg>
      <pc:sldChg chg="modSp mod">
        <pc:chgData name="Li,Yuting (HP Medicine) BII-CN-S" userId="ce8fbb54-122c-426d-b8da-fdcc5e1b5022" providerId="ADAL" clId="{E74D79A4-C156-46F5-BAE4-B662A3298FD0}" dt="2023-10-11T05:59:02.484" v="3730" actId="1076"/>
        <pc:sldMkLst>
          <pc:docMk/>
          <pc:sldMk cId="3897820040" sldId="2147474948"/>
        </pc:sldMkLst>
        <pc:spChg chg="mod">
          <ac:chgData name="Li,Yuting (HP Medicine) BII-CN-S" userId="ce8fbb54-122c-426d-b8da-fdcc5e1b5022" providerId="ADAL" clId="{E74D79A4-C156-46F5-BAE4-B662A3298FD0}" dt="2023-10-10T05:06:53.805" v="305" actId="1035"/>
          <ac:spMkLst>
            <pc:docMk/>
            <pc:sldMk cId="3897820040" sldId="2147474948"/>
            <ac:spMk id="3" creationId="{00000000-0000-0000-0000-000000000000}"/>
          </ac:spMkLst>
        </pc:spChg>
        <pc:spChg chg="mod">
          <ac:chgData name="Li,Yuting (HP Medicine) BII-CN-S" userId="ce8fbb54-122c-426d-b8da-fdcc5e1b5022" providerId="ADAL" clId="{E74D79A4-C156-46F5-BAE4-B662A3298FD0}" dt="2023-10-11T05:59:02.484" v="3730" actId="1076"/>
          <ac:spMkLst>
            <pc:docMk/>
            <pc:sldMk cId="3897820040" sldId="2147474948"/>
            <ac:spMk id="41" creationId="{80672632-5059-4D01-BB59-096554D9CD3A}"/>
          </ac:spMkLst>
        </pc:spChg>
        <pc:grpChg chg="mod">
          <ac:chgData name="Li,Yuting (HP Medicine) BII-CN-S" userId="ce8fbb54-122c-426d-b8da-fdcc5e1b5022" providerId="ADAL" clId="{E74D79A4-C156-46F5-BAE4-B662A3298FD0}" dt="2023-10-10T06:42:13.151" v="2243" actId="1076"/>
          <ac:grpSpMkLst>
            <pc:docMk/>
            <pc:sldMk cId="3897820040" sldId="2147474948"/>
            <ac:grpSpMk id="71" creationId="{00000000-0000-0000-0000-000000000000}"/>
          </ac:grpSpMkLst>
        </pc:grpChg>
      </pc:sldChg>
      <pc:sldChg chg="modSp mod">
        <pc:chgData name="Li,Yuting (HP Medicine) BII-CN-S" userId="ce8fbb54-122c-426d-b8da-fdcc5e1b5022" providerId="ADAL" clId="{E74D79A4-C156-46F5-BAE4-B662A3298FD0}" dt="2023-10-10T11:56:23.982" v="2699" actId="6549"/>
        <pc:sldMkLst>
          <pc:docMk/>
          <pc:sldMk cId="3100313960" sldId="2147474949"/>
        </pc:sldMkLst>
        <pc:spChg chg="mod">
          <ac:chgData name="Li,Yuting (HP Medicine) BII-CN-S" userId="ce8fbb54-122c-426d-b8da-fdcc5e1b5022" providerId="ADAL" clId="{E74D79A4-C156-46F5-BAE4-B662A3298FD0}" dt="2023-10-10T05:19:05.218" v="447" actId="1076"/>
          <ac:spMkLst>
            <pc:docMk/>
            <pc:sldMk cId="3100313960" sldId="2147474949"/>
            <ac:spMk id="107" creationId="{7DDA071E-5F80-4527-AE47-F1E7B2DC2A5B}"/>
          </ac:spMkLst>
        </pc:spChg>
        <pc:spChg chg="mod">
          <ac:chgData name="Li,Yuting (HP Medicine) BII-CN-S" userId="ce8fbb54-122c-426d-b8da-fdcc5e1b5022" providerId="ADAL" clId="{E74D79A4-C156-46F5-BAE4-B662A3298FD0}" dt="2023-10-10T05:17:10.923" v="359" actId="20577"/>
          <ac:spMkLst>
            <pc:docMk/>
            <pc:sldMk cId="3100313960" sldId="2147474949"/>
            <ac:spMk id="126" creationId="{6A146A9F-3077-48E6-AD05-74AFFA257DC1}"/>
          </ac:spMkLst>
        </pc:spChg>
        <pc:spChg chg="mod">
          <ac:chgData name="Li,Yuting (HP Medicine) BII-CN-S" userId="ce8fbb54-122c-426d-b8da-fdcc5e1b5022" providerId="ADAL" clId="{E74D79A4-C156-46F5-BAE4-B662A3298FD0}" dt="2023-10-10T11:56:23.982" v="2699" actId="6549"/>
          <ac:spMkLst>
            <pc:docMk/>
            <pc:sldMk cId="3100313960" sldId="2147474949"/>
            <ac:spMk id="134" creationId="{844E600C-5D80-4D63-8BDB-B09FB6C40804}"/>
          </ac:spMkLst>
        </pc:spChg>
      </pc:sldChg>
      <pc:sldChg chg="addSp delSp modSp new mod addCm modCm modNotesTx">
        <pc:chgData name="Li,Yuting (HP Medicine) BII-CN-S" userId="ce8fbb54-122c-426d-b8da-fdcc5e1b5022" providerId="ADAL" clId="{E74D79A4-C156-46F5-BAE4-B662A3298FD0}" dt="2023-10-11T03:18:05.033" v="3531" actId="20577"/>
        <pc:sldMkLst>
          <pc:docMk/>
          <pc:sldMk cId="3162912799" sldId="2147474951"/>
        </pc:sldMkLst>
        <pc:spChg chg="mod">
          <ac:chgData name="Li,Yuting (HP Medicine) BII-CN-S" userId="ce8fbb54-122c-426d-b8da-fdcc5e1b5022" providerId="ADAL" clId="{E74D79A4-C156-46F5-BAE4-B662A3298FD0}" dt="2023-10-10T12:00:12.636" v="2823" actId="20577"/>
          <ac:spMkLst>
            <pc:docMk/>
            <pc:sldMk cId="3162912799" sldId="2147474951"/>
            <ac:spMk id="2" creationId="{BC8873B9-19AB-A496-35AD-2D528FF16024}"/>
          </ac:spMkLst>
        </pc:spChg>
        <pc:spChg chg="mod">
          <ac:chgData name="Li,Yuting (HP Medicine) BII-CN-S" userId="ce8fbb54-122c-426d-b8da-fdcc5e1b5022" providerId="ADAL" clId="{E74D79A4-C156-46F5-BAE4-B662A3298FD0}" dt="2023-10-10T07:19:08.999" v="2474" actId="1036"/>
          <ac:spMkLst>
            <pc:docMk/>
            <pc:sldMk cId="3162912799" sldId="2147474951"/>
            <ac:spMk id="3" creationId="{EF8A2683-EF59-E4C6-9C59-20F01303D6E7}"/>
          </ac:spMkLst>
        </pc:spChg>
        <pc:spChg chg="mod">
          <ac:chgData name="Li,Yuting (HP Medicine) BII-CN-S" userId="ce8fbb54-122c-426d-b8da-fdcc5e1b5022" providerId="ADAL" clId="{E74D79A4-C156-46F5-BAE4-B662A3298FD0}" dt="2023-10-10T05:20:01.125" v="528" actId="20577"/>
          <ac:spMkLst>
            <pc:docMk/>
            <pc:sldMk cId="3162912799" sldId="2147474951"/>
            <ac:spMk id="4" creationId="{BDE1031F-43B8-64B7-1B16-489A63D2678D}"/>
          </ac:spMkLst>
        </pc:spChg>
        <pc:spChg chg="add del mod">
          <ac:chgData name="Li,Yuting (HP Medicine) BII-CN-S" userId="ce8fbb54-122c-426d-b8da-fdcc5e1b5022" providerId="ADAL" clId="{E74D79A4-C156-46F5-BAE4-B662A3298FD0}" dt="2023-10-10T05:35:04.573" v="1138" actId="478"/>
          <ac:spMkLst>
            <pc:docMk/>
            <pc:sldMk cId="3162912799" sldId="2147474951"/>
            <ac:spMk id="5" creationId="{1E39669D-38E2-A810-FFA9-A26056BD9AC4}"/>
          </ac:spMkLst>
        </pc:spChg>
        <pc:spChg chg="add mod">
          <ac:chgData name="Li,Yuting (HP Medicine) BII-CN-S" userId="ce8fbb54-122c-426d-b8da-fdcc5e1b5022" providerId="ADAL" clId="{E74D79A4-C156-46F5-BAE4-B662A3298FD0}" dt="2023-10-10T14:00:09.513" v="2857" actId="12"/>
          <ac:spMkLst>
            <pc:docMk/>
            <pc:sldMk cId="3162912799" sldId="2147474951"/>
            <ac:spMk id="6" creationId="{FCF9F64C-F2F4-8E70-1D1B-2AB048864700}"/>
          </ac:spMkLst>
        </pc:spChg>
        <pc:spChg chg="add mod">
          <ac:chgData name="Li,Yuting (HP Medicine) BII-CN-S" userId="ce8fbb54-122c-426d-b8da-fdcc5e1b5022" providerId="ADAL" clId="{E74D79A4-C156-46F5-BAE4-B662A3298FD0}" dt="2023-10-10T07:18:07.375" v="2428" actId="207"/>
          <ac:spMkLst>
            <pc:docMk/>
            <pc:sldMk cId="3162912799" sldId="2147474951"/>
            <ac:spMk id="7" creationId="{E14368B4-10E9-6BE6-A40D-38FEB8E6DE99}"/>
          </ac:spMkLst>
        </pc:spChg>
        <pc:spChg chg="add mod">
          <ac:chgData name="Li,Yuting (HP Medicine) BII-CN-S" userId="ce8fbb54-122c-426d-b8da-fdcc5e1b5022" providerId="ADAL" clId="{E74D79A4-C156-46F5-BAE4-B662A3298FD0}" dt="2023-10-10T07:19:08.999" v="2474" actId="1036"/>
          <ac:spMkLst>
            <pc:docMk/>
            <pc:sldMk cId="3162912799" sldId="2147474951"/>
            <ac:spMk id="8" creationId="{0EDE5EB9-D63B-877C-6709-FDA6F2C54E05}"/>
          </ac:spMkLst>
        </pc:spChg>
      </pc:sldChg>
      <pc:sldChg chg="modSp mod">
        <pc:chgData name="Li,Yuting (HP Medicine) BII-CN-S" userId="ce8fbb54-122c-426d-b8da-fdcc5e1b5022" providerId="ADAL" clId="{E74D79A4-C156-46F5-BAE4-B662A3298FD0}" dt="2023-10-11T03:18:52.715" v="3564" actId="20577"/>
        <pc:sldMkLst>
          <pc:docMk/>
          <pc:sldMk cId="3438092037" sldId="2147474952"/>
        </pc:sldMkLst>
        <pc:spChg chg="mod">
          <ac:chgData name="Li,Yuting (HP Medicine) BII-CN-S" userId="ce8fbb54-122c-426d-b8da-fdcc5e1b5022" providerId="ADAL" clId="{E74D79A4-C156-46F5-BAE4-B662A3298FD0}" dt="2023-10-11T03:18:52.715" v="3564" actId="20577"/>
          <ac:spMkLst>
            <pc:docMk/>
            <pc:sldMk cId="3438092037" sldId="2147474952"/>
            <ac:spMk id="5" creationId="{23DB86F8-60A0-6A56-DC74-D2994B3B6CA9}"/>
          </ac:spMkLst>
        </pc:spChg>
        <pc:spChg chg="mod">
          <ac:chgData name="Li,Yuting (HP Medicine) BII-CN-S" userId="ce8fbb54-122c-426d-b8da-fdcc5e1b5022" providerId="ADAL" clId="{E74D79A4-C156-46F5-BAE4-B662A3298FD0}" dt="2023-10-10T05:49:46.095" v="1639" actId="14100"/>
          <ac:spMkLst>
            <pc:docMk/>
            <pc:sldMk cId="3438092037" sldId="2147474952"/>
            <ac:spMk id="75" creationId="{23E443ED-C91E-4425-963C-DB47A7F0B19C}"/>
          </ac:spMkLst>
        </pc:spChg>
      </pc:sldChg>
      <pc:sldChg chg="modSp mod">
        <pc:chgData name="Li,Yuting (HP Medicine) BII-CN-S" userId="ce8fbb54-122c-426d-b8da-fdcc5e1b5022" providerId="ADAL" clId="{E74D79A4-C156-46F5-BAE4-B662A3298FD0}" dt="2023-10-10T05:46:12.507" v="1510" actId="242"/>
        <pc:sldMkLst>
          <pc:docMk/>
          <pc:sldMk cId="963077368" sldId="2147474953"/>
        </pc:sldMkLst>
        <pc:graphicFrameChg chg="modGraphic">
          <ac:chgData name="Li,Yuting (HP Medicine) BII-CN-S" userId="ce8fbb54-122c-426d-b8da-fdcc5e1b5022" providerId="ADAL" clId="{E74D79A4-C156-46F5-BAE4-B662A3298FD0}" dt="2023-10-10T05:46:12.507" v="1510" actId="242"/>
          <ac:graphicFrameMkLst>
            <pc:docMk/>
            <pc:sldMk cId="963077368" sldId="2147474953"/>
            <ac:graphicFrameMk id="9" creationId="{6AA3EB39-C764-61C2-519C-D418E5B1C90F}"/>
          </ac:graphicFrameMkLst>
        </pc:graphicFrameChg>
      </pc:sldChg>
      <pc:sldChg chg="modSp mod">
        <pc:chgData name="Li,Yuting (HP Medicine) BII-CN-S" userId="ce8fbb54-122c-426d-b8da-fdcc5e1b5022" providerId="ADAL" clId="{E74D79A4-C156-46F5-BAE4-B662A3298FD0}" dt="2023-10-10T05:49:59.310" v="1640" actId="242"/>
        <pc:sldMkLst>
          <pc:docMk/>
          <pc:sldMk cId="2856268620" sldId="2147474954"/>
        </pc:sldMkLst>
        <pc:graphicFrameChg chg="modGraphic">
          <ac:chgData name="Li,Yuting (HP Medicine) BII-CN-S" userId="ce8fbb54-122c-426d-b8da-fdcc5e1b5022" providerId="ADAL" clId="{E74D79A4-C156-46F5-BAE4-B662A3298FD0}" dt="2023-10-10T05:49:59.310" v="1640" actId="242"/>
          <ac:graphicFrameMkLst>
            <pc:docMk/>
            <pc:sldMk cId="2856268620" sldId="2147474954"/>
            <ac:graphicFrameMk id="6" creationId="{B0A17EB3-FD78-D706-E19E-906D483F239D}"/>
          </ac:graphicFrameMkLst>
        </pc:graphicFrameChg>
      </pc:sldChg>
      <pc:sldChg chg="modSp mod">
        <pc:chgData name="Li,Yuting (HP Medicine) BII-CN-S" userId="ce8fbb54-122c-426d-b8da-fdcc5e1b5022" providerId="ADAL" clId="{E74D79A4-C156-46F5-BAE4-B662A3298FD0}" dt="2023-10-10T12:02:28.054" v="2845" actId="14100"/>
        <pc:sldMkLst>
          <pc:docMk/>
          <pc:sldMk cId="260591802" sldId="2147474955"/>
        </pc:sldMkLst>
        <pc:spChg chg="mod">
          <ac:chgData name="Li,Yuting (HP Medicine) BII-CN-S" userId="ce8fbb54-122c-426d-b8da-fdcc5e1b5022" providerId="ADAL" clId="{E74D79A4-C156-46F5-BAE4-B662A3298FD0}" dt="2023-10-10T12:02:28.054" v="2845" actId="14100"/>
          <ac:spMkLst>
            <pc:docMk/>
            <pc:sldMk cId="260591802" sldId="2147474955"/>
            <ac:spMk id="83" creationId="{A1E70551-578A-4B35-ACAC-04BA6E603952}"/>
          </ac:spMkLst>
        </pc:spChg>
        <pc:spChg chg="mod">
          <ac:chgData name="Li,Yuting (HP Medicine) BII-CN-S" userId="ce8fbb54-122c-426d-b8da-fdcc5e1b5022" providerId="ADAL" clId="{E74D79A4-C156-46F5-BAE4-B662A3298FD0}" dt="2023-10-10T05:55:36.247" v="1725" actId="20577"/>
          <ac:spMkLst>
            <pc:docMk/>
            <pc:sldMk cId="260591802" sldId="2147474955"/>
            <ac:spMk id="107" creationId="{7DDA071E-5F80-4527-AE47-F1E7B2DC2A5B}"/>
          </ac:spMkLst>
        </pc:spChg>
        <pc:grpChg chg="mod">
          <ac:chgData name="Li,Yuting (HP Medicine) BII-CN-S" userId="ce8fbb54-122c-426d-b8da-fdcc5e1b5022" providerId="ADAL" clId="{E74D79A4-C156-46F5-BAE4-B662A3298FD0}" dt="2023-10-10T05:53:22.526" v="1642" actId="1076"/>
          <ac:grpSpMkLst>
            <pc:docMk/>
            <pc:sldMk cId="260591802" sldId="2147474955"/>
            <ac:grpSpMk id="50" creationId="{00000000-0000-0000-0000-000000000000}"/>
          </ac:grpSpMkLst>
        </pc:grpChg>
      </pc:sldChg>
      <pc:sldChg chg="mod modShow">
        <pc:chgData name="Li,Yuting (HP Medicine) BII-CN-S" userId="ce8fbb54-122c-426d-b8da-fdcc5e1b5022" providerId="ADAL" clId="{E74D79A4-C156-46F5-BAE4-B662A3298FD0}" dt="2023-10-10T05:59:26.213" v="1733" actId="729"/>
        <pc:sldMkLst>
          <pc:docMk/>
          <pc:sldMk cId="3912572951" sldId="2147474962"/>
        </pc:sldMkLst>
      </pc:sldChg>
      <pc:sldChg chg="addSp delSp modSp mod">
        <pc:chgData name="Li,Yuting (HP Medicine) BII-CN-S" userId="ce8fbb54-122c-426d-b8da-fdcc5e1b5022" providerId="ADAL" clId="{E74D79A4-C156-46F5-BAE4-B662A3298FD0}" dt="2023-10-10T06:44:42.779" v="2292" actId="20577"/>
        <pc:sldMkLst>
          <pc:docMk/>
          <pc:sldMk cId="699325687" sldId="2147474963"/>
        </pc:sldMkLst>
        <pc:spChg chg="add mod">
          <ac:chgData name="Li,Yuting (HP Medicine) BII-CN-S" userId="ce8fbb54-122c-426d-b8da-fdcc5e1b5022" providerId="ADAL" clId="{E74D79A4-C156-46F5-BAE4-B662A3298FD0}" dt="2023-10-10T06:43:55.852" v="2285" actId="20577"/>
          <ac:spMkLst>
            <pc:docMk/>
            <pc:sldMk cId="699325687" sldId="2147474963"/>
            <ac:spMk id="5" creationId="{C4DECDA1-79AD-8B9D-708E-04480A636390}"/>
          </ac:spMkLst>
        </pc:spChg>
        <pc:spChg chg="mod">
          <ac:chgData name="Li,Yuting (HP Medicine) BII-CN-S" userId="ce8fbb54-122c-426d-b8da-fdcc5e1b5022" providerId="ADAL" clId="{E74D79A4-C156-46F5-BAE4-B662A3298FD0}" dt="2023-10-10T06:44:42.779" v="2292" actId="20577"/>
          <ac:spMkLst>
            <pc:docMk/>
            <pc:sldMk cId="699325687" sldId="2147474963"/>
            <ac:spMk id="30" creationId="{AE1A5680-D133-2FB3-FC32-EF85FAA610D3}"/>
          </ac:spMkLst>
        </pc:spChg>
        <pc:spChg chg="del">
          <ac:chgData name="Li,Yuting (HP Medicine) BII-CN-S" userId="ce8fbb54-122c-426d-b8da-fdcc5e1b5022" providerId="ADAL" clId="{E74D79A4-C156-46F5-BAE4-B662A3298FD0}" dt="2023-10-10T06:30:47.788" v="1897" actId="478"/>
          <ac:spMkLst>
            <pc:docMk/>
            <pc:sldMk cId="699325687" sldId="2147474963"/>
            <ac:spMk id="111" creationId="{40929094-C8CC-4BCB-B988-FAC9EF24EDE7}"/>
          </ac:spMkLst>
        </pc:spChg>
      </pc:sldChg>
      <pc:sldChg chg="modSp mod">
        <pc:chgData name="Li,Yuting (HP Medicine) BII-CN-S" userId="ce8fbb54-122c-426d-b8da-fdcc5e1b5022" providerId="ADAL" clId="{E74D79A4-C156-46F5-BAE4-B662A3298FD0}" dt="2023-10-11T09:30:28.548" v="3834" actId="20577"/>
        <pc:sldMkLst>
          <pc:docMk/>
          <pc:sldMk cId="613113980" sldId="2147474964"/>
        </pc:sldMkLst>
        <pc:spChg chg="mod">
          <ac:chgData name="Li,Yuting (HP Medicine) BII-CN-S" userId="ce8fbb54-122c-426d-b8da-fdcc5e1b5022" providerId="ADAL" clId="{E74D79A4-C156-46F5-BAE4-B662A3298FD0}" dt="2023-10-11T09:30:28.548" v="3834" actId="20577"/>
          <ac:spMkLst>
            <pc:docMk/>
            <pc:sldMk cId="613113980" sldId="2147474964"/>
            <ac:spMk id="2" creationId="{8A86F1A2-3A1C-3779-5916-18F3F408A0A0}"/>
          </ac:spMkLst>
        </pc:spChg>
        <pc:graphicFrameChg chg="mod modGraphic">
          <ac:chgData name="Li,Yuting (HP Medicine) BII-CN-S" userId="ce8fbb54-122c-426d-b8da-fdcc5e1b5022" providerId="ADAL" clId="{E74D79A4-C156-46F5-BAE4-B662A3298FD0}" dt="2023-10-10T07:26:17.984" v="2631" actId="20577"/>
          <ac:graphicFrameMkLst>
            <pc:docMk/>
            <pc:sldMk cId="613113980" sldId="2147474964"/>
            <ac:graphicFrameMk id="12" creationId="{EE24276D-C300-4706-ACD2-32E108653E2B}"/>
          </ac:graphicFrameMkLst>
        </pc:graphicFrameChg>
      </pc:sldChg>
    </pc:docChg>
  </pc:docChgLst>
  <pc:docChgLst>
    <pc:chgData name="Zhang,Ying (MED CD&amp;O) BII-CN-S" userId="456eb1e0-4978-443e-822e-be854341a778" providerId="ADAL" clId="{CA06064C-C47A-479E-BB9E-6457DD08D952}"/>
    <pc:docChg chg="undo redo custSel modSld">
      <pc:chgData name="Zhang,Ying (MED CD&amp;O) BII-CN-S" userId="456eb1e0-4978-443e-822e-be854341a778" providerId="ADAL" clId="{CA06064C-C47A-479E-BB9E-6457DD08D952}" dt="2023-03-14T09:56:03.142" v="159"/>
      <pc:docMkLst>
        <pc:docMk/>
      </pc:docMkLst>
      <pc:sldChg chg="modSp mod addCm modCm">
        <pc:chgData name="Zhang,Ying (MED CD&amp;O) BII-CN-S" userId="456eb1e0-4978-443e-822e-be854341a778" providerId="ADAL" clId="{CA06064C-C47A-479E-BB9E-6457DD08D952}" dt="2023-03-14T09:47:55.388" v="126" actId="14734"/>
        <pc:sldMkLst>
          <pc:docMk/>
          <pc:sldMk cId="527551734" sldId="2147469264"/>
        </pc:sldMkLst>
        <pc:graphicFrameChg chg="mod modGraphic">
          <ac:chgData name="Zhang,Ying (MED CD&amp;O) BII-CN-S" userId="456eb1e0-4978-443e-822e-be854341a778" providerId="ADAL" clId="{CA06064C-C47A-479E-BB9E-6457DD08D952}" dt="2023-03-14T09:47:55.388" v="126" actId="14734"/>
          <ac:graphicFrameMkLst>
            <pc:docMk/>
            <pc:sldMk cId="527551734" sldId="2147469264"/>
            <ac:graphicFrameMk id="7" creationId="{CF93168F-5C7F-40AA-B999-90ABB583D641}"/>
          </ac:graphicFrameMkLst>
        </pc:graphicFrameChg>
      </pc:sldChg>
      <pc:sldChg chg="modSp mod">
        <pc:chgData name="Zhang,Ying (MED CD&amp;O) BII-CN-S" userId="456eb1e0-4978-443e-822e-be854341a778" providerId="ADAL" clId="{CA06064C-C47A-479E-BB9E-6457DD08D952}" dt="2023-03-14T05:37:38.790" v="23" actId="255"/>
        <pc:sldMkLst>
          <pc:docMk/>
          <pc:sldMk cId="1273623890" sldId="2147469265"/>
        </pc:sldMkLst>
        <pc:graphicFrameChg chg="modGraphic">
          <ac:chgData name="Zhang,Ying (MED CD&amp;O) BII-CN-S" userId="456eb1e0-4978-443e-822e-be854341a778" providerId="ADAL" clId="{CA06064C-C47A-479E-BB9E-6457DD08D952}" dt="2023-03-14T05:37:38.790" v="23" actId="255"/>
          <ac:graphicFrameMkLst>
            <pc:docMk/>
            <pc:sldMk cId="1273623890" sldId="2147469265"/>
            <ac:graphicFrameMk id="5" creationId="{E6BE035E-4B35-4AB8-AD36-4B31F6665F19}"/>
          </ac:graphicFrameMkLst>
        </pc:graphicFrameChg>
      </pc:sldChg>
      <pc:sldChg chg="modSp mod">
        <pc:chgData name="Zhang,Ying (MED CD&amp;O) BII-CN-S" userId="456eb1e0-4978-443e-822e-be854341a778" providerId="ADAL" clId="{CA06064C-C47A-479E-BB9E-6457DD08D952}" dt="2023-03-14T05:37:27.731" v="22" actId="255"/>
        <pc:sldMkLst>
          <pc:docMk/>
          <pc:sldMk cId="1394363315" sldId="2147469266"/>
        </pc:sldMkLst>
        <pc:graphicFrameChg chg="modGraphic">
          <ac:chgData name="Zhang,Ying (MED CD&amp;O) BII-CN-S" userId="456eb1e0-4978-443e-822e-be854341a778" providerId="ADAL" clId="{CA06064C-C47A-479E-BB9E-6457DD08D952}" dt="2023-03-14T05:37:27.731" v="22" actId="255"/>
          <ac:graphicFrameMkLst>
            <pc:docMk/>
            <pc:sldMk cId="1394363315" sldId="2147469266"/>
            <ac:graphicFrameMk id="4" creationId="{9112E749-7C40-4207-8D01-56737C164B5A}"/>
          </ac:graphicFrameMkLst>
        </pc:graphicFrameChg>
      </pc:sldChg>
      <pc:sldChg chg="modSp mod">
        <pc:chgData name="Zhang,Ying (MED CD&amp;O) BII-CN-S" userId="456eb1e0-4978-443e-822e-be854341a778" providerId="ADAL" clId="{CA06064C-C47A-479E-BB9E-6457DD08D952}" dt="2023-03-14T09:53:08.326" v="156" actId="14100"/>
        <pc:sldMkLst>
          <pc:docMk/>
          <pc:sldMk cId="1670760550" sldId="2147470954"/>
        </pc:sldMkLst>
        <pc:spChg chg="mod">
          <ac:chgData name="Zhang,Ying (MED CD&amp;O) BII-CN-S" userId="456eb1e0-4978-443e-822e-be854341a778" providerId="ADAL" clId="{CA06064C-C47A-479E-BB9E-6457DD08D952}" dt="2023-03-14T09:49:08.685" v="135" actId="1076"/>
          <ac:spMkLst>
            <pc:docMk/>
            <pc:sldMk cId="1670760550" sldId="2147470954"/>
            <ac:spMk id="5" creationId="{ED313FD7-3429-45C7-99CF-22A9E776C723}"/>
          </ac:spMkLst>
        </pc:spChg>
        <pc:spChg chg="mod">
          <ac:chgData name="Zhang,Ying (MED CD&amp;O) BII-CN-S" userId="456eb1e0-4978-443e-822e-be854341a778" providerId="ADAL" clId="{CA06064C-C47A-479E-BB9E-6457DD08D952}" dt="2023-03-14T09:53:08.326" v="156" actId="14100"/>
          <ac:spMkLst>
            <pc:docMk/>
            <pc:sldMk cId="1670760550" sldId="2147470954"/>
            <ac:spMk id="7" creationId="{3A8D0B6B-41F1-4B84-BCDB-B06914CE76BE}"/>
          </ac:spMkLst>
        </pc:spChg>
        <pc:graphicFrameChg chg="mod">
          <ac:chgData name="Zhang,Ying (MED CD&amp;O) BII-CN-S" userId="456eb1e0-4978-443e-822e-be854341a778" providerId="ADAL" clId="{CA06064C-C47A-479E-BB9E-6457DD08D952}" dt="2023-03-14T09:48:18.109" v="128"/>
          <ac:graphicFrameMkLst>
            <pc:docMk/>
            <pc:sldMk cId="1670760550" sldId="2147470954"/>
            <ac:graphicFrameMk id="9" creationId="{73207099-613B-4188-B37D-91BA5B30A0AB}"/>
          </ac:graphicFrameMkLst>
        </pc:graphicFrameChg>
      </pc:sldChg>
      <pc:sldChg chg="modSp mod">
        <pc:chgData name="Zhang,Ying (MED CD&amp;O) BII-CN-S" userId="456eb1e0-4978-443e-822e-be854341a778" providerId="ADAL" clId="{CA06064C-C47A-479E-BB9E-6457DD08D952}" dt="2023-03-14T09:53:17.179" v="158" actId="14100"/>
        <pc:sldMkLst>
          <pc:docMk/>
          <pc:sldMk cId="987284040" sldId="2147470955"/>
        </pc:sldMkLst>
        <pc:spChg chg="mod">
          <ac:chgData name="Zhang,Ying (MED CD&amp;O) BII-CN-S" userId="456eb1e0-4978-443e-822e-be854341a778" providerId="ADAL" clId="{CA06064C-C47A-479E-BB9E-6457DD08D952}" dt="2023-03-14T09:53:17.179" v="158" actId="14100"/>
          <ac:spMkLst>
            <pc:docMk/>
            <pc:sldMk cId="987284040" sldId="2147470955"/>
            <ac:spMk id="7" creationId="{48C6EA6F-7065-4855-B1D3-C8FB2092176E}"/>
          </ac:spMkLst>
        </pc:spChg>
        <pc:spChg chg="mod">
          <ac:chgData name="Zhang,Ying (MED CD&amp;O) BII-CN-S" userId="456eb1e0-4978-443e-822e-be854341a778" providerId="ADAL" clId="{CA06064C-C47A-479E-BB9E-6457DD08D952}" dt="2023-03-14T09:49:37.705" v="142" actId="1076"/>
          <ac:spMkLst>
            <pc:docMk/>
            <pc:sldMk cId="987284040" sldId="2147470955"/>
            <ac:spMk id="10" creationId="{F4C6B61C-982F-46D1-BDD3-32EC9C1D272D}"/>
          </ac:spMkLst>
        </pc:spChg>
        <pc:graphicFrameChg chg="mod">
          <ac:chgData name="Zhang,Ying (MED CD&amp;O) BII-CN-S" userId="456eb1e0-4978-443e-822e-be854341a778" providerId="ADAL" clId="{CA06064C-C47A-479E-BB9E-6457DD08D952}" dt="2023-03-14T09:48:19.752" v="129" actId="108"/>
          <ac:graphicFrameMkLst>
            <pc:docMk/>
            <pc:sldMk cId="987284040" sldId="2147470955"/>
            <ac:graphicFrameMk id="8" creationId="{774963A0-18E6-4C77-AEDB-47207A7532E7}"/>
          </ac:graphicFrameMkLst>
        </pc:graphicFrameChg>
      </pc:sldChg>
      <pc:sldChg chg="addCm modCm">
        <pc:chgData name="Zhang,Ying (MED CD&amp;O) BII-CN-S" userId="456eb1e0-4978-443e-822e-be854341a778" providerId="ADAL" clId="{CA06064C-C47A-479E-BB9E-6457DD08D952}" dt="2023-03-13T01:52:09.584" v="2" actId="1589"/>
        <pc:sldMkLst>
          <pc:docMk/>
          <pc:sldMk cId="1872835041" sldId="2147471185"/>
        </pc:sldMkLst>
      </pc:sldChg>
      <pc:sldChg chg="modSp mod">
        <pc:chgData name="Zhang,Ying (MED CD&amp;O) BII-CN-S" userId="456eb1e0-4978-443e-822e-be854341a778" providerId="ADAL" clId="{CA06064C-C47A-479E-BB9E-6457DD08D952}" dt="2023-03-14T07:22:20.121" v="86" actId="20577"/>
        <pc:sldMkLst>
          <pc:docMk/>
          <pc:sldMk cId="91123792" sldId="2147471190"/>
        </pc:sldMkLst>
        <pc:spChg chg="mod">
          <ac:chgData name="Zhang,Ying (MED CD&amp;O) BII-CN-S" userId="456eb1e0-4978-443e-822e-be854341a778" providerId="ADAL" clId="{CA06064C-C47A-479E-BB9E-6457DD08D952}" dt="2023-03-14T07:22:20.121" v="86" actId="20577"/>
          <ac:spMkLst>
            <pc:docMk/>
            <pc:sldMk cId="91123792" sldId="2147471190"/>
            <ac:spMk id="111" creationId="{40929094-C8CC-4BCB-B988-FAC9EF24EDE7}"/>
          </ac:spMkLst>
        </pc:spChg>
      </pc:sldChg>
      <pc:sldChg chg="modSp mod">
        <pc:chgData name="Zhang,Ying (MED CD&amp;O) BII-CN-S" userId="456eb1e0-4978-443e-822e-be854341a778" providerId="ADAL" clId="{CA06064C-C47A-479E-BB9E-6457DD08D952}" dt="2023-03-14T09:51:43.858" v="155" actId="255"/>
        <pc:sldMkLst>
          <pc:docMk/>
          <pc:sldMk cId="3125671962" sldId="2147471199"/>
        </pc:sldMkLst>
        <pc:graphicFrameChg chg="mod modGraphic">
          <ac:chgData name="Zhang,Ying (MED CD&amp;O) BII-CN-S" userId="456eb1e0-4978-443e-822e-be854341a778" providerId="ADAL" clId="{CA06064C-C47A-479E-BB9E-6457DD08D952}" dt="2023-03-14T09:51:43.858" v="155" actId="255"/>
          <ac:graphicFrameMkLst>
            <pc:docMk/>
            <pc:sldMk cId="3125671962" sldId="2147471199"/>
            <ac:graphicFrameMk id="3" creationId="{5FCBCF13-3102-4E8B-B5D5-BCAC696FABDF}"/>
          </ac:graphicFrameMkLst>
        </pc:graphicFrameChg>
        <pc:graphicFrameChg chg="mod modGraphic">
          <ac:chgData name="Zhang,Ying (MED CD&amp;O) BII-CN-S" userId="456eb1e0-4978-443e-822e-be854341a778" providerId="ADAL" clId="{CA06064C-C47A-479E-BB9E-6457DD08D952}" dt="2023-03-14T03:09:28.675" v="19" actId="313"/>
          <ac:graphicFrameMkLst>
            <pc:docMk/>
            <pc:sldMk cId="3125671962" sldId="2147471199"/>
            <ac:graphicFrameMk id="6" creationId="{8A38563E-809F-4EDA-9CB5-1F1461E50535}"/>
          </ac:graphicFrameMkLst>
        </pc:graphicFrameChg>
      </pc:sldChg>
      <pc:sldChg chg="modSp mod">
        <pc:chgData name="Zhang,Ying (MED CD&amp;O) BII-CN-S" userId="456eb1e0-4978-443e-822e-be854341a778" providerId="ADAL" clId="{CA06064C-C47A-479E-BB9E-6457DD08D952}" dt="2023-03-14T09:51:33.970" v="154" actId="255"/>
        <pc:sldMkLst>
          <pc:docMk/>
          <pc:sldMk cId="2546863454" sldId="2147471200"/>
        </pc:sldMkLst>
        <pc:graphicFrameChg chg="modGraphic">
          <ac:chgData name="Zhang,Ying (MED CD&amp;O) BII-CN-S" userId="456eb1e0-4978-443e-822e-be854341a778" providerId="ADAL" clId="{CA06064C-C47A-479E-BB9E-6457DD08D952}" dt="2023-03-14T09:51:33.970" v="154" actId="255"/>
          <ac:graphicFrameMkLst>
            <pc:docMk/>
            <pc:sldMk cId="2546863454" sldId="2147471200"/>
            <ac:graphicFrameMk id="3" creationId="{7ABC4FB4-0A58-484B-9CC1-808D0D382D21}"/>
          </ac:graphicFrameMkLst>
        </pc:graphicFrameChg>
        <pc:graphicFrameChg chg="modGraphic">
          <ac:chgData name="Zhang,Ying (MED CD&amp;O) BII-CN-S" userId="456eb1e0-4978-443e-822e-be854341a778" providerId="ADAL" clId="{CA06064C-C47A-479E-BB9E-6457DD08D952}" dt="2023-03-14T03:08:24.344" v="10" actId="20577"/>
          <ac:graphicFrameMkLst>
            <pc:docMk/>
            <pc:sldMk cId="2546863454" sldId="2147471200"/>
            <ac:graphicFrameMk id="5" creationId="{A69D745F-DE0C-4A4A-853D-AB7FC3A69AB9}"/>
          </ac:graphicFrameMkLst>
        </pc:graphicFrameChg>
      </pc:sldChg>
      <pc:sldChg chg="modSp mod">
        <pc:chgData name="Zhang,Ying (MED CD&amp;O) BII-CN-S" userId="456eb1e0-4978-443e-822e-be854341a778" providerId="ADAL" clId="{CA06064C-C47A-479E-BB9E-6457DD08D952}" dt="2023-03-14T09:56:03.142" v="159"/>
        <pc:sldMkLst>
          <pc:docMk/>
          <pc:sldMk cId="372285521" sldId="2147471209"/>
        </pc:sldMkLst>
        <pc:graphicFrameChg chg="mod modGraphic">
          <ac:chgData name="Zhang,Ying (MED CD&amp;O) BII-CN-S" userId="456eb1e0-4978-443e-822e-be854341a778" providerId="ADAL" clId="{CA06064C-C47A-479E-BB9E-6457DD08D952}" dt="2023-03-14T09:47:50.041" v="124" actId="108"/>
          <ac:graphicFrameMkLst>
            <pc:docMk/>
            <pc:sldMk cId="372285521" sldId="2147471209"/>
            <ac:graphicFrameMk id="5" creationId="{E6BE035E-4B35-4AB8-AD36-4B31F6665F19}"/>
          </ac:graphicFrameMkLst>
        </pc:graphicFrameChg>
        <pc:graphicFrameChg chg="mod">
          <ac:chgData name="Zhang,Ying (MED CD&amp;O) BII-CN-S" userId="456eb1e0-4978-443e-822e-be854341a778" providerId="ADAL" clId="{CA06064C-C47A-479E-BB9E-6457DD08D952}" dt="2023-03-14T09:56:03.142" v="159"/>
          <ac:graphicFrameMkLst>
            <pc:docMk/>
            <pc:sldMk cId="372285521" sldId="2147471209"/>
            <ac:graphicFrameMk id="7" creationId="{F5547939-5DC5-422D-B4B1-55428A5FBE1A}"/>
          </ac:graphicFrameMkLst>
        </pc:graphicFrameChg>
      </pc:sldChg>
      <pc:sldChg chg="modSp mod">
        <pc:chgData name="Zhang,Ying (MED CD&amp;O) BII-CN-S" userId="456eb1e0-4978-443e-822e-be854341a778" providerId="ADAL" clId="{CA06064C-C47A-479E-BB9E-6457DD08D952}" dt="2023-03-14T09:47:02.439" v="117"/>
        <pc:sldMkLst>
          <pc:docMk/>
          <pc:sldMk cId="1882570260" sldId="2147471210"/>
        </pc:sldMkLst>
        <pc:graphicFrameChg chg="mod modGraphic">
          <ac:chgData name="Zhang,Ying (MED CD&amp;O) BII-CN-S" userId="456eb1e0-4978-443e-822e-be854341a778" providerId="ADAL" clId="{CA06064C-C47A-479E-BB9E-6457DD08D952}" dt="2023-03-14T09:47:02.439" v="117"/>
          <ac:graphicFrameMkLst>
            <pc:docMk/>
            <pc:sldMk cId="1882570260" sldId="2147471210"/>
            <ac:graphicFrameMk id="4" creationId="{9112E749-7C40-4207-8D01-56737C164B5A}"/>
          </ac:graphicFrameMkLst>
        </pc:graphicFrameChg>
      </pc:sldChg>
      <pc:sldChg chg="modSp mod">
        <pc:chgData name="Zhang,Ying (MED CD&amp;O) BII-CN-S" userId="456eb1e0-4978-443e-822e-be854341a778" providerId="ADAL" clId="{CA06064C-C47A-479E-BB9E-6457DD08D952}" dt="2023-03-14T09:47:05.984" v="118" actId="108"/>
        <pc:sldMkLst>
          <pc:docMk/>
          <pc:sldMk cId="1797893473" sldId="2147471211"/>
        </pc:sldMkLst>
        <pc:graphicFrameChg chg="mod modGraphic">
          <ac:chgData name="Zhang,Ying (MED CD&amp;O) BII-CN-S" userId="456eb1e0-4978-443e-822e-be854341a778" providerId="ADAL" clId="{CA06064C-C47A-479E-BB9E-6457DD08D952}" dt="2023-03-14T09:47:05.984" v="118" actId="108"/>
          <ac:graphicFrameMkLst>
            <pc:docMk/>
            <pc:sldMk cId="1797893473" sldId="2147471211"/>
            <ac:graphicFrameMk id="4" creationId="{A61FD5E4-779C-474F-AA04-41A5314F31A4}"/>
          </ac:graphicFrameMkLst>
        </pc:graphicFrameChg>
      </pc:sldChg>
    </pc:docChg>
  </pc:docChgLst>
  <pc:docChgLst>
    <pc:chgData name="Zhao,Qian (MED CD&amp;O) BII-CN-S" userId="S::qian_3.zhao@boehringer-ingelheim.com::e5f2fa0e-800e-4e03-b8e2-beea36a7bf3b" providerId="AD" clId="Web-{94991C8C-08C0-B58D-4F13-C04290BCF902}"/>
    <pc:docChg chg="modSld">
      <pc:chgData name="Zhao,Qian (MED CD&amp;O) BII-CN-S" userId="S::qian_3.zhao@boehringer-ingelheim.com::e5f2fa0e-800e-4e03-b8e2-beea36a7bf3b" providerId="AD" clId="Web-{94991C8C-08C0-B58D-4F13-C04290BCF902}" dt="2023-09-12T07:13:50.754" v="26"/>
      <pc:docMkLst>
        <pc:docMk/>
      </pc:docMkLst>
      <pc:sldChg chg="addSp delSp modSp">
        <pc:chgData name="Zhao,Qian (MED CD&amp;O) BII-CN-S" userId="S::qian_3.zhao@boehringer-ingelheim.com::e5f2fa0e-800e-4e03-b8e2-beea36a7bf3b" providerId="AD" clId="Web-{94991C8C-08C0-B58D-4F13-C04290BCF902}" dt="2023-09-12T07:13:50.754" v="26"/>
        <pc:sldMkLst>
          <pc:docMk/>
          <pc:sldMk cId="4100065594" sldId="2147474892"/>
        </pc:sldMkLst>
        <pc:graphicFrameChg chg="del">
          <ac:chgData name="Zhao,Qian (MED CD&amp;O) BII-CN-S" userId="S::qian_3.zhao@boehringer-ingelheim.com::e5f2fa0e-800e-4e03-b8e2-beea36a7bf3b" providerId="AD" clId="Web-{94991C8C-08C0-B58D-4F13-C04290BCF902}" dt="2023-09-12T07:11:50.436" v="0"/>
          <ac:graphicFrameMkLst>
            <pc:docMk/>
            <pc:sldMk cId="4100065594" sldId="2147474892"/>
            <ac:graphicFrameMk id="2" creationId="{73207099-613B-4188-B37D-91BA5B30A0AB}"/>
          </ac:graphicFrameMkLst>
        </pc:graphicFrameChg>
        <pc:graphicFrameChg chg="mod modGraphic">
          <ac:chgData name="Zhao,Qian (MED CD&amp;O) BII-CN-S" userId="S::qian_3.zhao@boehringer-ingelheim.com::e5f2fa0e-800e-4e03-b8e2-beea36a7bf3b" providerId="AD" clId="Web-{94991C8C-08C0-B58D-4F13-C04290BCF902}" dt="2023-09-12T07:13:50.754" v="26"/>
          <ac:graphicFrameMkLst>
            <pc:docMk/>
            <pc:sldMk cId="4100065594" sldId="2147474892"/>
            <ac:graphicFrameMk id="9" creationId="{6AA3EB39-C764-61C2-519C-D418E5B1C90F}"/>
          </ac:graphicFrameMkLst>
        </pc:graphicFrameChg>
        <pc:picChg chg="add del mod">
          <ac:chgData name="Zhao,Qian (MED CD&amp;O) BII-CN-S" userId="S::qian_3.zhao@boehringer-ingelheim.com::e5f2fa0e-800e-4e03-b8e2-beea36a7bf3b" providerId="AD" clId="Web-{94991C8C-08C0-B58D-4F13-C04290BCF902}" dt="2023-09-12T07:12:06.546" v="5"/>
          <ac:picMkLst>
            <pc:docMk/>
            <pc:sldMk cId="4100065594" sldId="2147474892"/>
            <ac:picMk id="5" creationId="{6E9F484D-2026-60BA-C417-A679828EF0EA}"/>
          </ac:picMkLst>
        </pc:picChg>
        <pc:picChg chg="add mod">
          <ac:chgData name="Zhao,Qian (MED CD&amp;O) BII-CN-S" userId="S::qian_3.zhao@boehringer-ingelheim.com::e5f2fa0e-800e-4e03-b8e2-beea36a7bf3b" providerId="AD" clId="Web-{94991C8C-08C0-B58D-4F13-C04290BCF902}" dt="2023-09-12T07:12:36.438" v="9" actId="1076"/>
          <ac:picMkLst>
            <pc:docMk/>
            <pc:sldMk cId="4100065594" sldId="2147474892"/>
            <ac:picMk id="6" creationId="{E30B02FC-CAA6-5E0A-542F-C0A2ED538C6D}"/>
          </ac:picMkLst>
        </pc:picChg>
      </pc:sldChg>
    </pc:docChg>
  </pc:docChgLst>
  <pc:docChgLst>
    <pc:chgData name="zxSHA Li,Lili (MED CD&amp;O) EXTERNAL" userId="S::lili.li.ext@boehringer-ingelheim.com::caae5028-c4b7-4139-b798-d46cb2b8c45e" providerId="AD" clId="Web-{334EFD91-E888-A694-5D6D-EADD82B5CE25}"/>
    <pc:docChg chg="modSld">
      <pc:chgData name="zxSHA Li,Lili (MED CD&amp;O) EXTERNAL" userId="S::lili.li.ext@boehringer-ingelheim.com::caae5028-c4b7-4139-b798-d46cb2b8c45e" providerId="AD" clId="Web-{334EFD91-E888-A694-5D6D-EADD82B5CE25}" dt="2023-02-15T09:07:23.881" v="32" actId="14100"/>
      <pc:docMkLst>
        <pc:docMk/>
      </pc:docMkLst>
      <pc:sldChg chg="modSp">
        <pc:chgData name="zxSHA Li,Lili (MED CD&amp;O) EXTERNAL" userId="S::lili.li.ext@boehringer-ingelheim.com::caae5028-c4b7-4139-b798-d46cb2b8c45e" providerId="AD" clId="Web-{334EFD91-E888-A694-5D6D-EADD82B5CE25}" dt="2023-02-15T09:07:23.881" v="32" actId="14100"/>
        <pc:sldMkLst>
          <pc:docMk/>
          <pc:sldMk cId="2458946375" sldId="2147471179"/>
        </pc:sldMkLst>
        <pc:graphicFrameChg chg="mod">
          <ac:chgData name="zxSHA Li,Lili (MED CD&amp;O) EXTERNAL" userId="S::lili.li.ext@boehringer-ingelheim.com::caae5028-c4b7-4139-b798-d46cb2b8c45e" providerId="AD" clId="Web-{334EFD91-E888-A694-5D6D-EADD82B5CE25}" dt="2023-02-15T09:07:23.881" v="32" actId="14100"/>
          <ac:graphicFrameMkLst>
            <pc:docMk/>
            <pc:sldMk cId="2458946375" sldId="2147471179"/>
            <ac:graphicFrameMk id="5" creationId="{57883224-1323-4D15-B02B-5BEABBF6E564}"/>
          </ac:graphicFrameMkLst>
        </pc:graphicFrameChg>
        <pc:graphicFrameChg chg="mod modGraphic">
          <ac:chgData name="zxSHA Li,Lili (MED CD&amp;O) EXTERNAL" userId="S::lili.li.ext@boehringer-ingelheim.com::caae5028-c4b7-4139-b798-d46cb2b8c45e" providerId="AD" clId="Web-{334EFD91-E888-A694-5D6D-EADD82B5CE25}" dt="2023-02-15T08:55:45.837" v="6"/>
          <ac:graphicFrameMkLst>
            <pc:docMk/>
            <pc:sldMk cId="2458946375" sldId="2147471179"/>
            <ac:graphicFrameMk id="6" creationId="{CFB4C816-8F89-4AC7-99AF-0ADCC3742DF9}"/>
          </ac:graphicFrameMkLst>
        </pc:graphicFrameChg>
      </pc:sldChg>
      <pc:sldChg chg="addSp delSp modSp">
        <pc:chgData name="zxSHA Li,Lili (MED CD&amp;O) EXTERNAL" userId="S::lili.li.ext@boehringer-ingelheim.com::caae5028-c4b7-4139-b798-d46cb2b8c45e" providerId="AD" clId="Web-{334EFD91-E888-A694-5D6D-EADD82B5CE25}" dt="2023-02-15T09:07:07.084" v="31"/>
        <pc:sldMkLst>
          <pc:docMk/>
          <pc:sldMk cId="1161439986" sldId="2147471191"/>
        </pc:sldMkLst>
        <pc:graphicFrameChg chg="mod modGraphic">
          <ac:chgData name="zxSHA Li,Lili (MED CD&amp;O) EXTERNAL" userId="S::lili.li.ext@boehringer-ingelheim.com::caae5028-c4b7-4139-b798-d46cb2b8c45e" providerId="AD" clId="Web-{334EFD91-E888-A694-5D6D-EADD82B5CE25}" dt="2023-02-15T09:07:07.084" v="31"/>
          <ac:graphicFrameMkLst>
            <pc:docMk/>
            <pc:sldMk cId="1161439986" sldId="2147471191"/>
            <ac:graphicFrameMk id="4" creationId="{C38780B6-8A2D-4394-B47D-F178076B69AD}"/>
          </ac:graphicFrameMkLst>
        </pc:graphicFrameChg>
        <pc:graphicFrameChg chg="del">
          <ac:chgData name="zxSHA Li,Lili (MED CD&amp;O) EXTERNAL" userId="S::lili.li.ext@boehringer-ingelheim.com::caae5028-c4b7-4139-b798-d46cb2b8c45e" providerId="AD" clId="Web-{334EFD91-E888-A694-5D6D-EADD82B5CE25}" dt="2023-02-15T09:05:32.395" v="12"/>
          <ac:graphicFrameMkLst>
            <pc:docMk/>
            <pc:sldMk cId="1161439986" sldId="2147471191"/>
            <ac:graphicFrameMk id="7" creationId="{7943FD8F-5C38-4CF6-B53E-6E97A00AB656}"/>
          </ac:graphicFrameMkLst>
        </pc:graphicFrameChg>
        <pc:picChg chg="add del mod">
          <ac:chgData name="zxSHA Li,Lili (MED CD&amp;O) EXTERNAL" userId="S::lili.li.ext@boehringer-ingelheim.com::caae5028-c4b7-4139-b798-d46cb2b8c45e" providerId="AD" clId="Web-{334EFD91-E888-A694-5D6D-EADD82B5CE25}" dt="2023-02-15T09:05:47.786" v="17"/>
          <ac:picMkLst>
            <pc:docMk/>
            <pc:sldMk cId="1161439986" sldId="2147471191"/>
            <ac:picMk id="3" creationId="{7E9CC60A-DAC3-A450-BFF5-E656D0715CC2}"/>
          </ac:picMkLst>
        </pc:picChg>
        <pc:picChg chg="add mod">
          <ac:chgData name="zxSHA Li,Lili (MED CD&amp;O) EXTERNAL" userId="S::lili.li.ext@boehringer-ingelheim.com::caae5028-c4b7-4139-b798-d46cb2b8c45e" providerId="AD" clId="Web-{334EFD91-E888-A694-5D6D-EADD82B5CE25}" dt="2023-02-15T09:06:24.724" v="25" actId="14100"/>
          <ac:picMkLst>
            <pc:docMk/>
            <pc:sldMk cId="1161439986" sldId="2147471191"/>
            <ac:picMk id="5" creationId="{9E7476C3-14D9-E366-781F-8A37099DAA90}"/>
          </ac:picMkLst>
        </pc:picChg>
      </pc:sldChg>
    </pc:docChg>
  </pc:docChgLst>
  <pc:docChgLst>
    <pc:chgData name="Zhang,Ying (MED CD&amp;O) BII-CN-S" userId="456eb1e0-4978-443e-822e-be854341a778" providerId="ADAL" clId="{3AA1AFDF-EDC7-46C6-B566-928EF5294E56}"/>
    <pc:docChg chg="undo custSel modSld">
      <pc:chgData name="Zhang,Ying (MED CD&amp;O) BII-CN-S" userId="456eb1e0-4978-443e-822e-be854341a778" providerId="ADAL" clId="{3AA1AFDF-EDC7-46C6-B566-928EF5294E56}" dt="2023-02-15T09:21:52.622" v="307" actId="14100"/>
      <pc:docMkLst>
        <pc:docMk/>
      </pc:docMkLst>
      <pc:sldChg chg="modSp mod">
        <pc:chgData name="Zhang,Ying (MED CD&amp;O) BII-CN-S" userId="456eb1e0-4978-443e-822e-be854341a778" providerId="ADAL" clId="{3AA1AFDF-EDC7-46C6-B566-928EF5294E56}" dt="2023-02-15T06:04:55.700" v="20" actId="33524"/>
        <pc:sldMkLst>
          <pc:docMk/>
          <pc:sldMk cId="4022558961" sldId="2147471171"/>
        </pc:sldMkLst>
        <pc:spChg chg="mod">
          <ac:chgData name="Zhang,Ying (MED CD&amp;O) BII-CN-S" userId="456eb1e0-4978-443e-822e-be854341a778" providerId="ADAL" clId="{3AA1AFDF-EDC7-46C6-B566-928EF5294E56}" dt="2023-02-15T06:04:55.700" v="20" actId="33524"/>
          <ac:spMkLst>
            <pc:docMk/>
            <pc:sldMk cId="4022558961" sldId="2147471171"/>
            <ac:spMk id="52" creationId="{C37AB0AB-396A-4A09-A640-7C9D33588A3C}"/>
          </ac:spMkLst>
        </pc:spChg>
      </pc:sldChg>
      <pc:sldChg chg="addSp delSp modSp mod modClrScheme chgLayout">
        <pc:chgData name="Zhang,Ying (MED CD&amp;O) BII-CN-S" userId="456eb1e0-4978-443e-822e-be854341a778" providerId="ADAL" clId="{3AA1AFDF-EDC7-46C6-B566-928EF5294E56}" dt="2023-02-15T09:15:49.309" v="283" actId="1076"/>
        <pc:sldMkLst>
          <pc:docMk/>
          <pc:sldMk cId="2458946375" sldId="2147471179"/>
        </pc:sldMkLst>
        <pc:spChg chg="mod ord">
          <ac:chgData name="Zhang,Ying (MED CD&amp;O) BII-CN-S" userId="456eb1e0-4978-443e-822e-be854341a778" providerId="ADAL" clId="{3AA1AFDF-EDC7-46C6-B566-928EF5294E56}" dt="2023-02-15T08:45:32.872" v="204" actId="700"/>
          <ac:spMkLst>
            <pc:docMk/>
            <pc:sldMk cId="2458946375" sldId="2147471179"/>
            <ac:spMk id="2" creationId="{899E9FD5-14F4-46B5-85BD-4B2D5616E6A9}"/>
          </ac:spMkLst>
        </pc:spChg>
        <pc:spChg chg="add del mod">
          <ac:chgData name="Zhang,Ying (MED CD&amp;O) BII-CN-S" userId="456eb1e0-4978-443e-822e-be854341a778" providerId="ADAL" clId="{3AA1AFDF-EDC7-46C6-B566-928EF5294E56}" dt="2023-02-15T08:46:16.837" v="210" actId="21"/>
          <ac:spMkLst>
            <pc:docMk/>
            <pc:sldMk cId="2458946375" sldId="2147471179"/>
            <ac:spMk id="7" creationId="{D33CDD80-B561-4EB8-A153-0D43F8B372AB}"/>
          </ac:spMkLst>
        </pc:spChg>
        <pc:spChg chg="add mod">
          <ac:chgData name="Zhang,Ying (MED CD&amp;O) BII-CN-S" userId="456eb1e0-4978-443e-822e-be854341a778" providerId="ADAL" clId="{3AA1AFDF-EDC7-46C6-B566-928EF5294E56}" dt="2023-02-15T08:58:30.475" v="233" actId="14100"/>
          <ac:spMkLst>
            <pc:docMk/>
            <pc:sldMk cId="2458946375" sldId="2147471179"/>
            <ac:spMk id="8" creationId="{E4AFE024-85A4-4416-B051-944274AB7009}"/>
          </ac:spMkLst>
        </pc:spChg>
        <pc:graphicFrameChg chg="mod">
          <ac:chgData name="Zhang,Ying (MED CD&amp;O) BII-CN-S" userId="456eb1e0-4978-443e-822e-be854341a778" providerId="ADAL" clId="{3AA1AFDF-EDC7-46C6-B566-928EF5294E56}" dt="2023-02-15T08:42:34.396" v="201" actId="1076"/>
          <ac:graphicFrameMkLst>
            <pc:docMk/>
            <pc:sldMk cId="2458946375" sldId="2147471179"/>
            <ac:graphicFrameMk id="5" creationId="{57883224-1323-4D15-B02B-5BEABBF6E564}"/>
          </ac:graphicFrameMkLst>
        </pc:graphicFrameChg>
        <pc:graphicFrameChg chg="mod modGraphic">
          <ac:chgData name="Zhang,Ying (MED CD&amp;O) BII-CN-S" userId="456eb1e0-4978-443e-822e-be854341a778" providerId="ADAL" clId="{3AA1AFDF-EDC7-46C6-B566-928EF5294E56}" dt="2023-02-15T09:15:49.309" v="283" actId="1076"/>
          <ac:graphicFrameMkLst>
            <pc:docMk/>
            <pc:sldMk cId="2458946375" sldId="2147471179"/>
            <ac:graphicFrameMk id="6" creationId="{CFB4C816-8F89-4AC7-99AF-0ADCC3742DF9}"/>
          </ac:graphicFrameMkLst>
        </pc:graphicFrameChg>
      </pc:sldChg>
      <pc:sldChg chg="modSp mod modCm">
        <pc:chgData name="Zhang,Ying (MED CD&amp;O) BII-CN-S" userId="456eb1e0-4978-443e-822e-be854341a778" providerId="ADAL" clId="{3AA1AFDF-EDC7-46C6-B566-928EF5294E56}" dt="2023-02-15T05:13:13.164" v="9" actId="20577"/>
        <pc:sldMkLst>
          <pc:docMk/>
          <pc:sldMk cId="4084061762" sldId="2147471184"/>
        </pc:sldMkLst>
        <pc:graphicFrameChg chg="modGraphic">
          <ac:chgData name="Zhang,Ying (MED CD&amp;O) BII-CN-S" userId="456eb1e0-4978-443e-822e-be854341a778" providerId="ADAL" clId="{3AA1AFDF-EDC7-46C6-B566-928EF5294E56}" dt="2023-02-15T05:13:13.164" v="9" actId="20577"/>
          <ac:graphicFrameMkLst>
            <pc:docMk/>
            <pc:sldMk cId="4084061762" sldId="2147471184"/>
            <ac:graphicFrameMk id="8" creationId="{04BE0399-F2FD-4404-AFC2-5696822B2AA1}"/>
          </ac:graphicFrameMkLst>
        </pc:graphicFrameChg>
      </pc:sldChg>
      <pc:sldChg chg="modSp mod">
        <pc:chgData name="Zhang,Ying (MED CD&amp;O) BII-CN-S" userId="456eb1e0-4978-443e-822e-be854341a778" providerId="ADAL" clId="{3AA1AFDF-EDC7-46C6-B566-928EF5294E56}" dt="2023-02-15T06:15:51.084" v="32" actId="6549"/>
        <pc:sldMkLst>
          <pc:docMk/>
          <pc:sldMk cId="1872835041" sldId="2147471185"/>
        </pc:sldMkLst>
        <pc:spChg chg="mod">
          <ac:chgData name="Zhang,Ying (MED CD&amp;O) BII-CN-S" userId="456eb1e0-4978-443e-822e-be854341a778" providerId="ADAL" clId="{3AA1AFDF-EDC7-46C6-B566-928EF5294E56}" dt="2023-02-15T06:15:51.084" v="32" actId="6549"/>
          <ac:spMkLst>
            <pc:docMk/>
            <pc:sldMk cId="1872835041" sldId="2147471185"/>
            <ac:spMk id="192" creationId="{31193A60-52A8-4E9D-BB69-B3D203C95D66}"/>
          </ac:spMkLst>
        </pc:spChg>
      </pc:sldChg>
      <pc:sldChg chg="addSp modSp mod modCm">
        <pc:chgData name="Zhang,Ying (MED CD&amp;O) BII-CN-S" userId="456eb1e0-4978-443e-822e-be854341a778" providerId="ADAL" clId="{3AA1AFDF-EDC7-46C6-B566-928EF5294E56}" dt="2023-02-15T08:36:47.413" v="192" actId="1076"/>
        <pc:sldMkLst>
          <pc:docMk/>
          <pc:sldMk cId="4049709740" sldId="2147471186"/>
        </pc:sldMkLst>
        <pc:spChg chg="mod">
          <ac:chgData name="Zhang,Ying (MED CD&amp;O) BII-CN-S" userId="456eb1e0-4978-443e-822e-be854341a778" providerId="ADAL" clId="{3AA1AFDF-EDC7-46C6-B566-928EF5294E56}" dt="2023-02-15T08:36:40.419" v="191" actId="255"/>
          <ac:spMkLst>
            <pc:docMk/>
            <pc:sldMk cId="4049709740" sldId="2147471186"/>
            <ac:spMk id="2" creationId="{899E9FD5-14F4-46B5-85BD-4B2D5616E6A9}"/>
          </ac:spMkLst>
        </pc:spChg>
        <pc:spChg chg="add mod">
          <ac:chgData name="Zhang,Ying (MED CD&amp;O) BII-CN-S" userId="456eb1e0-4978-443e-822e-be854341a778" providerId="ADAL" clId="{3AA1AFDF-EDC7-46C6-B566-928EF5294E56}" dt="2023-02-15T08:36:47.413" v="192" actId="1076"/>
          <ac:spMkLst>
            <pc:docMk/>
            <pc:sldMk cId="4049709740" sldId="2147471186"/>
            <ac:spMk id="5" creationId="{67C6AF8C-8F3D-43DE-B703-1AFE6C7E539A}"/>
          </ac:spMkLst>
        </pc:spChg>
        <pc:graphicFrameChg chg="modGraphic">
          <ac:chgData name="Zhang,Ying (MED CD&amp;O) BII-CN-S" userId="456eb1e0-4978-443e-822e-be854341a778" providerId="ADAL" clId="{3AA1AFDF-EDC7-46C6-B566-928EF5294E56}" dt="2023-02-15T08:26:05.024" v="117" actId="14734"/>
          <ac:graphicFrameMkLst>
            <pc:docMk/>
            <pc:sldMk cId="4049709740" sldId="2147471186"/>
            <ac:graphicFrameMk id="7" creationId="{CF93168F-5C7F-40AA-B999-90ABB583D641}"/>
          </ac:graphicFrameMkLst>
        </pc:graphicFrameChg>
        <pc:graphicFrameChg chg="mod">
          <ac:chgData name="Zhang,Ying (MED CD&amp;O) BII-CN-S" userId="456eb1e0-4978-443e-822e-be854341a778" providerId="ADAL" clId="{3AA1AFDF-EDC7-46C6-B566-928EF5294E56}" dt="2023-02-15T06:36:15.322" v="100" actId="255"/>
          <ac:graphicFrameMkLst>
            <pc:docMk/>
            <pc:sldMk cId="4049709740" sldId="2147471186"/>
            <ac:graphicFrameMk id="10" creationId="{143855D3-70B4-468D-8667-5579C14069D1}"/>
          </ac:graphicFrameMkLst>
        </pc:graphicFrameChg>
      </pc:sldChg>
      <pc:sldChg chg="addSp modSp mod">
        <pc:chgData name="Zhang,Ying (MED CD&amp;O) BII-CN-S" userId="456eb1e0-4978-443e-822e-be854341a778" providerId="ADAL" clId="{3AA1AFDF-EDC7-46C6-B566-928EF5294E56}" dt="2023-02-15T08:36:29.021" v="189" actId="255"/>
        <pc:sldMkLst>
          <pc:docMk/>
          <pc:sldMk cId="215114030" sldId="2147471187"/>
        </pc:sldMkLst>
        <pc:spChg chg="mod">
          <ac:chgData name="Zhang,Ying (MED CD&amp;O) BII-CN-S" userId="456eb1e0-4978-443e-822e-be854341a778" providerId="ADAL" clId="{3AA1AFDF-EDC7-46C6-B566-928EF5294E56}" dt="2023-02-15T08:36:29.021" v="189" actId="255"/>
          <ac:spMkLst>
            <pc:docMk/>
            <pc:sldMk cId="215114030" sldId="2147471187"/>
            <ac:spMk id="2" creationId="{899E9FD5-14F4-46B5-85BD-4B2D5616E6A9}"/>
          </ac:spMkLst>
        </pc:spChg>
        <pc:spChg chg="add mod">
          <ac:chgData name="Zhang,Ying (MED CD&amp;O) BII-CN-S" userId="456eb1e0-4978-443e-822e-be854341a778" providerId="ADAL" clId="{3AA1AFDF-EDC7-46C6-B566-928EF5294E56}" dt="2023-02-15T06:37:57.207" v="112" actId="14100"/>
          <ac:spMkLst>
            <pc:docMk/>
            <pc:sldMk cId="215114030" sldId="2147471187"/>
            <ac:spMk id="6" creationId="{9DE9EEFF-711E-4E97-914E-26899EF74660}"/>
          </ac:spMkLst>
        </pc:spChg>
        <pc:graphicFrameChg chg="modGraphic">
          <ac:chgData name="Zhang,Ying (MED CD&amp;O) BII-CN-S" userId="456eb1e0-4978-443e-822e-be854341a778" providerId="ADAL" clId="{3AA1AFDF-EDC7-46C6-B566-928EF5294E56}" dt="2023-02-15T06:21:20.759" v="78" actId="14734"/>
          <ac:graphicFrameMkLst>
            <pc:docMk/>
            <pc:sldMk cId="215114030" sldId="2147471187"/>
            <ac:graphicFrameMk id="5" creationId="{E6BE035E-4B35-4AB8-AD36-4B31F6665F19}"/>
          </ac:graphicFrameMkLst>
        </pc:graphicFrameChg>
        <pc:graphicFrameChg chg="mod">
          <ac:chgData name="Zhang,Ying (MED CD&amp;O) BII-CN-S" userId="456eb1e0-4978-443e-822e-be854341a778" providerId="ADAL" clId="{3AA1AFDF-EDC7-46C6-B566-928EF5294E56}" dt="2023-02-15T06:38:25.785" v="115"/>
          <ac:graphicFrameMkLst>
            <pc:docMk/>
            <pc:sldMk cId="215114030" sldId="2147471187"/>
            <ac:graphicFrameMk id="7" creationId="{F5547939-5DC5-422D-B4B1-55428A5FBE1A}"/>
          </ac:graphicFrameMkLst>
        </pc:graphicFrameChg>
      </pc:sldChg>
      <pc:sldChg chg="addSp modSp mod">
        <pc:chgData name="Zhang,Ying (MED CD&amp;O) BII-CN-S" userId="456eb1e0-4978-443e-822e-be854341a778" providerId="ADAL" clId="{3AA1AFDF-EDC7-46C6-B566-928EF5294E56}" dt="2023-02-15T09:21:52.622" v="307" actId="14100"/>
        <pc:sldMkLst>
          <pc:docMk/>
          <pc:sldMk cId="3401218100" sldId="2147471188"/>
        </pc:sldMkLst>
        <pc:spChg chg="mod">
          <ac:chgData name="Zhang,Ying (MED CD&amp;O) BII-CN-S" userId="456eb1e0-4978-443e-822e-be854341a778" providerId="ADAL" clId="{3AA1AFDF-EDC7-46C6-B566-928EF5294E56}" dt="2023-02-15T08:36:06.350" v="187" actId="255"/>
          <ac:spMkLst>
            <pc:docMk/>
            <pc:sldMk cId="3401218100" sldId="2147471188"/>
            <ac:spMk id="2" creationId="{899E9FD5-14F4-46B5-85BD-4B2D5616E6A9}"/>
          </ac:spMkLst>
        </pc:spChg>
        <pc:spChg chg="add mod">
          <ac:chgData name="Zhang,Ying (MED CD&amp;O) BII-CN-S" userId="456eb1e0-4978-443e-822e-be854341a778" providerId="ADAL" clId="{3AA1AFDF-EDC7-46C6-B566-928EF5294E56}" dt="2023-02-15T09:21:52.622" v="307" actId="14100"/>
          <ac:spMkLst>
            <pc:docMk/>
            <pc:sldMk cId="3401218100" sldId="2147471188"/>
            <ac:spMk id="6" creationId="{7572E786-9011-468D-B371-1EDDDA4AA3D3}"/>
          </ac:spMkLst>
        </pc:spChg>
        <pc:spChg chg="add mod">
          <ac:chgData name="Zhang,Ying (MED CD&amp;O) BII-CN-S" userId="456eb1e0-4978-443e-822e-be854341a778" providerId="ADAL" clId="{3AA1AFDF-EDC7-46C6-B566-928EF5294E56}" dt="2023-02-15T09:21:14.758" v="293" actId="1076"/>
          <ac:spMkLst>
            <pc:docMk/>
            <pc:sldMk cId="3401218100" sldId="2147471188"/>
            <ac:spMk id="7" creationId="{69920640-0FE0-4050-A6DB-137B44AD81CA}"/>
          </ac:spMkLst>
        </pc:spChg>
        <pc:graphicFrameChg chg="modGraphic">
          <ac:chgData name="Zhang,Ying (MED CD&amp;O) BII-CN-S" userId="456eb1e0-4978-443e-822e-be854341a778" providerId="ADAL" clId="{3AA1AFDF-EDC7-46C6-B566-928EF5294E56}" dt="2023-02-15T06:19:52.959" v="65" actId="13926"/>
          <ac:graphicFrameMkLst>
            <pc:docMk/>
            <pc:sldMk cId="3401218100" sldId="2147471188"/>
            <ac:graphicFrameMk id="4" creationId="{9112E749-7C40-4207-8D01-56737C164B5A}"/>
          </ac:graphicFrameMkLst>
        </pc:graphicFrameChg>
        <pc:picChg chg="mod">
          <ac:chgData name="Zhang,Ying (MED CD&amp;O) BII-CN-S" userId="456eb1e0-4978-443e-822e-be854341a778" providerId="ADAL" clId="{3AA1AFDF-EDC7-46C6-B566-928EF5294E56}" dt="2023-02-15T09:21:11.824" v="292" actId="1076"/>
          <ac:picMkLst>
            <pc:docMk/>
            <pc:sldMk cId="3401218100" sldId="2147471188"/>
            <ac:picMk id="14" creationId="{3D94FD2A-BEA3-417C-8604-BCF3AEBB27CA}"/>
          </ac:picMkLst>
        </pc:picChg>
      </pc:sldChg>
      <pc:sldChg chg="addSp modSp mod">
        <pc:chgData name="Zhang,Ying (MED CD&amp;O) BII-CN-S" userId="456eb1e0-4978-443e-822e-be854341a778" providerId="ADAL" clId="{3AA1AFDF-EDC7-46C6-B566-928EF5294E56}" dt="2023-02-15T08:35:49.144" v="185" actId="20577"/>
        <pc:sldMkLst>
          <pc:docMk/>
          <pc:sldMk cId="407908213" sldId="2147471189"/>
        </pc:sldMkLst>
        <pc:spChg chg="mod">
          <ac:chgData name="Zhang,Ying (MED CD&amp;O) BII-CN-S" userId="456eb1e0-4978-443e-822e-be854341a778" providerId="ADAL" clId="{3AA1AFDF-EDC7-46C6-B566-928EF5294E56}" dt="2023-02-15T08:35:49.144" v="185" actId="20577"/>
          <ac:spMkLst>
            <pc:docMk/>
            <pc:sldMk cId="407908213" sldId="2147471189"/>
            <ac:spMk id="2" creationId="{899E9FD5-14F4-46B5-85BD-4B2D5616E6A9}"/>
          </ac:spMkLst>
        </pc:spChg>
        <pc:spChg chg="add mod">
          <ac:chgData name="Zhang,Ying (MED CD&amp;O) BII-CN-S" userId="456eb1e0-4978-443e-822e-be854341a778" providerId="ADAL" clId="{3AA1AFDF-EDC7-46C6-B566-928EF5294E56}" dt="2023-02-15T08:33:01.392" v="157" actId="20577"/>
          <ac:spMkLst>
            <pc:docMk/>
            <pc:sldMk cId="407908213" sldId="2147471189"/>
            <ac:spMk id="6" creationId="{5170276B-54DB-4DC8-AF34-F784CE52448F}"/>
          </ac:spMkLst>
        </pc:spChg>
        <pc:graphicFrameChg chg="modGraphic">
          <ac:chgData name="Zhang,Ying (MED CD&amp;O) BII-CN-S" userId="456eb1e0-4978-443e-822e-be854341a778" providerId="ADAL" clId="{3AA1AFDF-EDC7-46C6-B566-928EF5294E56}" dt="2023-02-15T06:20:49.287" v="77" actId="13926"/>
          <ac:graphicFrameMkLst>
            <pc:docMk/>
            <pc:sldMk cId="407908213" sldId="2147471189"/>
            <ac:graphicFrameMk id="4" creationId="{A61FD5E4-779C-474F-AA04-41A5314F31A4}"/>
          </ac:graphicFrameMkLst>
        </pc:graphicFrameChg>
      </pc:sldChg>
      <pc:sldChg chg="addSp modSp mod modClrScheme chgLayout">
        <pc:chgData name="Zhang,Ying (MED CD&amp;O) BII-CN-S" userId="456eb1e0-4978-443e-822e-be854341a778" providerId="ADAL" clId="{3AA1AFDF-EDC7-46C6-B566-928EF5294E56}" dt="2023-02-15T09:15:34.344" v="280" actId="1076"/>
        <pc:sldMkLst>
          <pc:docMk/>
          <pc:sldMk cId="1161439986" sldId="2147471191"/>
        </pc:sldMkLst>
        <pc:spChg chg="mod ord">
          <ac:chgData name="Zhang,Ying (MED CD&amp;O) BII-CN-S" userId="456eb1e0-4978-443e-822e-be854341a778" providerId="ADAL" clId="{3AA1AFDF-EDC7-46C6-B566-928EF5294E56}" dt="2023-02-15T08:45:48.614" v="207" actId="20577"/>
          <ac:spMkLst>
            <pc:docMk/>
            <pc:sldMk cId="1161439986" sldId="2147471191"/>
            <ac:spMk id="2" creationId="{899E9FD5-14F4-46B5-85BD-4B2D5616E6A9}"/>
          </ac:spMkLst>
        </pc:spChg>
        <pc:spChg chg="add mod">
          <ac:chgData name="Zhang,Ying (MED CD&amp;O) BII-CN-S" userId="456eb1e0-4978-443e-822e-be854341a778" providerId="ADAL" clId="{3AA1AFDF-EDC7-46C6-B566-928EF5294E56}" dt="2023-02-15T09:13:53.746" v="277" actId="14100"/>
          <ac:spMkLst>
            <pc:docMk/>
            <pc:sldMk cId="1161439986" sldId="2147471191"/>
            <ac:spMk id="8" creationId="{B89C31FF-D403-427F-B693-D96614E88983}"/>
          </ac:spMkLst>
        </pc:spChg>
        <pc:spChg chg="add mod">
          <ac:chgData name="Zhang,Ying (MED CD&amp;O) BII-CN-S" userId="456eb1e0-4978-443e-822e-be854341a778" providerId="ADAL" clId="{3AA1AFDF-EDC7-46C6-B566-928EF5294E56}" dt="2023-02-15T09:13:20.753" v="269" actId="14100"/>
          <ac:spMkLst>
            <pc:docMk/>
            <pc:sldMk cId="1161439986" sldId="2147471191"/>
            <ac:spMk id="9" creationId="{C2EEACA7-0684-429F-80C8-84DC6D392B05}"/>
          </ac:spMkLst>
        </pc:spChg>
        <pc:graphicFrameChg chg="mod modGraphic">
          <ac:chgData name="Zhang,Ying (MED CD&amp;O) BII-CN-S" userId="456eb1e0-4978-443e-822e-be854341a778" providerId="ADAL" clId="{3AA1AFDF-EDC7-46C6-B566-928EF5294E56}" dt="2023-02-15T09:15:34.344" v="280" actId="1076"/>
          <ac:graphicFrameMkLst>
            <pc:docMk/>
            <pc:sldMk cId="1161439986" sldId="2147471191"/>
            <ac:graphicFrameMk id="4" creationId="{C38780B6-8A2D-4394-B47D-F178076B69AD}"/>
          </ac:graphicFrameMkLst>
        </pc:graphicFrameChg>
        <pc:graphicFrameChg chg="mod">
          <ac:chgData name="Zhang,Ying (MED CD&amp;O) BII-CN-S" userId="456eb1e0-4978-443e-822e-be854341a778" providerId="ADAL" clId="{3AA1AFDF-EDC7-46C6-B566-928EF5294E56}" dt="2023-02-15T09:14:48.335" v="279" actId="1076"/>
          <ac:graphicFrameMkLst>
            <pc:docMk/>
            <pc:sldMk cId="1161439986" sldId="2147471191"/>
            <ac:graphicFrameMk id="6" creationId="{4775F1CF-3D8C-4AC1-AA7B-487896056739}"/>
          </ac:graphicFrameMkLst>
        </pc:graphicFrameChg>
        <pc:graphicFrameChg chg="mod">
          <ac:chgData name="Zhang,Ying (MED CD&amp;O) BII-CN-S" userId="456eb1e0-4978-443e-822e-be854341a778" providerId="ADAL" clId="{3AA1AFDF-EDC7-46C6-B566-928EF5294E56}" dt="2023-02-15T08:59:08.697" v="237"/>
          <ac:graphicFrameMkLst>
            <pc:docMk/>
            <pc:sldMk cId="1161439986" sldId="2147471191"/>
            <ac:graphicFrameMk id="7" creationId="{7943FD8F-5C38-4CF6-B53E-6E97A00AB656}"/>
          </ac:graphicFrameMkLst>
        </pc:graphicFrameChg>
      </pc:sldChg>
    </pc:docChg>
  </pc:docChgLst>
  <pc:docChgLst>
    <pc:chgData name="Zhang,Ying (MED CD&amp;O) BII-CN-S" userId="456eb1e0-4978-443e-822e-be854341a778" providerId="ADAL" clId="{785603E9-ED53-49EF-BE7A-6F71C489EDC7}"/>
    <pc:docChg chg="custSel modSld">
      <pc:chgData name="Zhang,Ying (MED CD&amp;O) BII-CN-S" userId="456eb1e0-4978-443e-822e-be854341a778" providerId="ADAL" clId="{785603E9-ED53-49EF-BE7A-6F71C489EDC7}" dt="2024-03-20T14:57:38.163" v="208" actId="6549"/>
      <pc:docMkLst>
        <pc:docMk/>
      </pc:docMkLst>
      <pc:sldChg chg="modSp mod">
        <pc:chgData name="Zhang,Ying (MED CD&amp;O) BII-CN-S" userId="456eb1e0-4978-443e-822e-be854341a778" providerId="ADAL" clId="{785603E9-ED53-49EF-BE7A-6F71C489EDC7}" dt="2024-03-20T13:55:30.898" v="32" actId="20577"/>
        <pc:sldMkLst>
          <pc:docMk/>
          <pc:sldMk cId="712939470" sldId="2147482678"/>
        </pc:sldMkLst>
        <pc:spChg chg="mod">
          <ac:chgData name="Zhang,Ying (MED CD&amp;O) BII-CN-S" userId="456eb1e0-4978-443e-822e-be854341a778" providerId="ADAL" clId="{785603E9-ED53-49EF-BE7A-6F71C489EDC7}" dt="2024-03-20T13:55:30.898" v="32" actId="20577"/>
          <ac:spMkLst>
            <pc:docMk/>
            <pc:sldMk cId="712939470" sldId="2147482678"/>
            <ac:spMk id="16" creationId="{397C50CA-40EC-2B76-5DCF-8E4B0390FC5E}"/>
          </ac:spMkLst>
        </pc:spChg>
      </pc:sldChg>
      <pc:sldChg chg="modSp mod">
        <pc:chgData name="Zhang,Ying (MED CD&amp;O) BII-CN-S" userId="456eb1e0-4978-443e-822e-be854341a778" providerId="ADAL" clId="{785603E9-ED53-49EF-BE7A-6F71C489EDC7}" dt="2024-03-20T14:57:38.163" v="208" actId="6549"/>
        <pc:sldMkLst>
          <pc:docMk/>
          <pc:sldMk cId="2549683632" sldId="2147482837"/>
        </pc:sldMkLst>
        <pc:spChg chg="mod">
          <ac:chgData name="Zhang,Ying (MED CD&amp;O) BII-CN-S" userId="456eb1e0-4978-443e-822e-be854341a778" providerId="ADAL" clId="{785603E9-ED53-49EF-BE7A-6F71C489EDC7}" dt="2024-03-20T14:57:38.163" v="208" actId="6549"/>
          <ac:spMkLst>
            <pc:docMk/>
            <pc:sldMk cId="2549683632" sldId="2147482837"/>
            <ac:spMk id="8" creationId="{EE219DC8-A663-C5A4-A855-7778258C39C8}"/>
          </ac:spMkLst>
        </pc:spChg>
      </pc:sldChg>
    </pc:docChg>
  </pc:docChgLst>
  <pc:docChgLst>
    <pc:chgData name="zxSHA Li,Lili (MED CD&amp;O) EXTERNAL" userId="caae5028-c4b7-4139-b798-d46cb2b8c45e" providerId="ADAL" clId="{59B16266-8571-4D0B-831A-9104E85A0C5C}"/>
    <pc:docChg chg="modSld">
      <pc:chgData name="zxSHA Li,Lili (MED CD&amp;O) EXTERNAL" userId="caae5028-c4b7-4139-b798-d46cb2b8c45e" providerId="ADAL" clId="{59B16266-8571-4D0B-831A-9104E85A0C5C}" dt="2023-10-10T08:31:29.927" v="4" actId="20577"/>
      <pc:docMkLst>
        <pc:docMk/>
      </pc:docMkLst>
      <pc:sldChg chg="modSp mod">
        <pc:chgData name="zxSHA Li,Lili (MED CD&amp;O) EXTERNAL" userId="caae5028-c4b7-4139-b798-d46cb2b8c45e" providerId="ADAL" clId="{59B16266-8571-4D0B-831A-9104E85A0C5C}" dt="2023-10-10T08:31:29.927" v="4" actId="20577"/>
        <pc:sldMkLst>
          <pc:docMk/>
          <pc:sldMk cId="2289809735" sldId="2147474928"/>
        </pc:sldMkLst>
        <pc:spChg chg="mod">
          <ac:chgData name="zxSHA Li,Lili (MED CD&amp;O) EXTERNAL" userId="caae5028-c4b7-4139-b798-d46cb2b8c45e" providerId="ADAL" clId="{59B16266-8571-4D0B-831A-9104E85A0C5C}" dt="2023-10-10T08:31:29.927" v="4" actId="20577"/>
          <ac:spMkLst>
            <pc:docMk/>
            <pc:sldMk cId="2289809735" sldId="2147474928"/>
            <ac:spMk id="6" creationId="{5141A9E8-3128-15E9-B6EA-8516DAF43CB8}"/>
          </ac:spMkLst>
        </pc:spChg>
        <pc:graphicFrameChg chg="mod">
          <ac:chgData name="zxSHA Li,Lili (MED CD&amp;O) EXTERNAL" userId="caae5028-c4b7-4139-b798-d46cb2b8c45e" providerId="ADAL" clId="{59B16266-8571-4D0B-831A-9104E85A0C5C}" dt="2023-10-10T08:30:08.474" v="2" actId="20577"/>
          <ac:graphicFrameMkLst>
            <pc:docMk/>
            <pc:sldMk cId="2289809735" sldId="2147474928"/>
            <ac:graphicFrameMk id="4" creationId="{4775F1CF-3D8C-4AC1-AA7B-487896056739}"/>
          </ac:graphicFrameMkLst>
        </pc:graphicFrameChg>
      </pc:sldChg>
    </pc:docChg>
  </pc:docChgLst>
  <pc:docChgLst>
    <pc:chgData name="Shi,Yi (HP Medicine) BII-CN-S" userId="c9ef9fc0-a422-4a2f-8faa-a4bcaf5dcb1a" providerId="ADAL" clId="{5BD6C78F-4C41-4A9D-AF52-2D33F5CA2772}"/>
    <pc:docChg chg="undo custSel modSld">
      <pc:chgData name="Shi,Yi (HP Medicine) BII-CN-S" userId="c9ef9fc0-a422-4a2f-8faa-a4bcaf5dcb1a" providerId="ADAL" clId="{5BD6C78F-4C41-4A9D-AF52-2D33F5CA2772}" dt="2023-02-14T08:49:24.098" v="346" actId="404"/>
      <pc:docMkLst>
        <pc:docMk/>
      </pc:docMkLst>
      <pc:sldChg chg="modSp mod addCm modCm">
        <pc:chgData name="Shi,Yi (HP Medicine) BII-CN-S" userId="c9ef9fc0-a422-4a2f-8faa-a4bcaf5dcb1a" providerId="ADAL" clId="{5BD6C78F-4C41-4A9D-AF52-2D33F5CA2772}" dt="2023-02-14T08:32:20.664" v="209" actId="20577"/>
        <pc:sldMkLst>
          <pc:docMk/>
          <pc:sldMk cId="3255186489" sldId="2147377178"/>
        </pc:sldMkLst>
        <pc:graphicFrameChg chg="modGraphic">
          <ac:chgData name="Shi,Yi (HP Medicine) BII-CN-S" userId="c9ef9fc0-a422-4a2f-8faa-a4bcaf5dcb1a" providerId="ADAL" clId="{5BD6C78F-4C41-4A9D-AF52-2D33F5CA2772}" dt="2023-02-14T08:32:20.664" v="209" actId="20577"/>
          <ac:graphicFrameMkLst>
            <pc:docMk/>
            <pc:sldMk cId="3255186489" sldId="2147377178"/>
            <ac:graphicFrameMk id="12" creationId="{EE24276D-C300-4706-ACD2-32E108653E2B}"/>
          </ac:graphicFrameMkLst>
        </pc:graphicFrameChg>
      </pc:sldChg>
      <pc:sldChg chg="modSp mod">
        <pc:chgData name="Shi,Yi (HP Medicine) BII-CN-S" userId="c9ef9fc0-a422-4a2f-8faa-a4bcaf5dcb1a" providerId="ADAL" clId="{5BD6C78F-4C41-4A9D-AF52-2D33F5CA2772}" dt="2023-02-14T08:37:02.684" v="234" actId="20577"/>
        <pc:sldMkLst>
          <pc:docMk/>
          <pc:sldMk cId="2064789201" sldId="2147471168"/>
        </pc:sldMkLst>
        <pc:spChg chg="mod">
          <ac:chgData name="Shi,Yi (HP Medicine) BII-CN-S" userId="c9ef9fc0-a422-4a2f-8faa-a4bcaf5dcb1a" providerId="ADAL" clId="{5BD6C78F-4C41-4A9D-AF52-2D33F5CA2772}" dt="2023-02-14T08:37:02.684" v="234" actId="20577"/>
          <ac:spMkLst>
            <pc:docMk/>
            <pc:sldMk cId="2064789201" sldId="2147471168"/>
            <ac:spMk id="41" creationId="{80672632-5059-4D01-BB59-096554D9CD3A}"/>
          </ac:spMkLst>
        </pc:spChg>
      </pc:sldChg>
      <pc:sldChg chg="addSp delSp modSp mod">
        <pc:chgData name="Shi,Yi (HP Medicine) BII-CN-S" userId="c9ef9fc0-a422-4a2f-8faa-a4bcaf5dcb1a" providerId="ADAL" clId="{5BD6C78F-4C41-4A9D-AF52-2D33F5CA2772}" dt="2023-02-14T08:49:24.098" v="346" actId="404"/>
        <pc:sldMkLst>
          <pc:docMk/>
          <pc:sldMk cId="3034181382" sldId="2147471183"/>
        </pc:sldMkLst>
        <pc:spChg chg="mod">
          <ac:chgData name="Shi,Yi (HP Medicine) BII-CN-S" userId="c9ef9fc0-a422-4a2f-8faa-a4bcaf5dcb1a" providerId="ADAL" clId="{5BD6C78F-4C41-4A9D-AF52-2D33F5CA2772}" dt="2023-02-14T08:40:50.748" v="277" actId="20577"/>
          <ac:spMkLst>
            <pc:docMk/>
            <pc:sldMk cId="3034181382" sldId="2147471183"/>
            <ac:spMk id="2" creationId="{F04EA8C4-D3DF-4687-9485-58A18DBCAAEF}"/>
          </ac:spMkLst>
        </pc:spChg>
        <pc:spChg chg="mod">
          <ac:chgData name="Shi,Yi (HP Medicine) BII-CN-S" userId="c9ef9fc0-a422-4a2f-8faa-a4bcaf5dcb1a" providerId="ADAL" clId="{5BD6C78F-4C41-4A9D-AF52-2D33F5CA2772}" dt="2023-02-14T08:40:28.938" v="266" actId="1076"/>
          <ac:spMkLst>
            <pc:docMk/>
            <pc:sldMk cId="3034181382" sldId="2147471183"/>
            <ac:spMk id="3" creationId="{9A2F8134-AD98-4BF8-866D-46B819FFEF08}"/>
          </ac:spMkLst>
        </pc:spChg>
        <pc:spChg chg="mod">
          <ac:chgData name="Shi,Yi (HP Medicine) BII-CN-S" userId="c9ef9fc0-a422-4a2f-8faa-a4bcaf5dcb1a" providerId="ADAL" clId="{5BD6C78F-4C41-4A9D-AF52-2D33F5CA2772}" dt="2023-02-14T08:40:40.652" v="272" actId="20577"/>
          <ac:spMkLst>
            <pc:docMk/>
            <pc:sldMk cId="3034181382" sldId="2147471183"/>
            <ac:spMk id="7" creationId="{33CEE48E-FE83-4996-B6AD-9C1468E0CD4D}"/>
          </ac:spMkLst>
        </pc:spChg>
        <pc:spChg chg="add del">
          <ac:chgData name="Shi,Yi (HP Medicine) BII-CN-S" userId="c9ef9fc0-a422-4a2f-8faa-a4bcaf5dcb1a" providerId="ADAL" clId="{5BD6C78F-4C41-4A9D-AF52-2D33F5CA2772}" dt="2023-02-14T08:39:21.283" v="248" actId="478"/>
          <ac:spMkLst>
            <pc:docMk/>
            <pc:sldMk cId="3034181382" sldId="2147471183"/>
            <ac:spMk id="9" creationId="{0D70F36B-F6B2-438C-9FD3-C855420166FF}"/>
          </ac:spMkLst>
        </pc:spChg>
        <pc:spChg chg="add del">
          <ac:chgData name="Shi,Yi (HP Medicine) BII-CN-S" userId="c9ef9fc0-a422-4a2f-8faa-a4bcaf5dcb1a" providerId="ADAL" clId="{5BD6C78F-4C41-4A9D-AF52-2D33F5CA2772}" dt="2023-02-14T08:38:01.435" v="238" actId="478"/>
          <ac:spMkLst>
            <pc:docMk/>
            <pc:sldMk cId="3034181382" sldId="2147471183"/>
            <ac:spMk id="11" creationId="{709F5AD0-ECAC-47C3-8193-266E27BE341C}"/>
          </ac:spMkLst>
        </pc:spChg>
        <pc:spChg chg="add del">
          <ac:chgData name="Shi,Yi (HP Medicine) BII-CN-S" userId="c9ef9fc0-a422-4a2f-8faa-a4bcaf5dcb1a" providerId="ADAL" clId="{5BD6C78F-4C41-4A9D-AF52-2D33F5CA2772}" dt="2023-02-14T08:38:14.980" v="240" actId="22"/>
          <ac:spMkLst>
            <pc:docMk/>
            <pc:sldMk cId="3034181382" sldId="2147471183"/>
            <ac:spMk id="13" creationId="{F1E5F10C-C49B-4A9B-BFE2-304464F3713B}"/>
          </ac:spMkLst>
        </pc:spChg>
        <pc:spChg chg="add mod">
          <ac:chgData name="Shi,Yi (HP Medicine) BII-CN-S" userId="c9ef9fc0-a422-4a2f-8faa-a4bcaf5dcb1a" providerId="ADAL" clId="{5BD6C78F-4C41-4A9D-AF52-2D33F5CA2772}" dt="2023-02-14T08:49:24.098" v="346" actId="404"/>
          <ac:spMkLst>
            <pc:docMk/>
            <pc:sldMk cId="3034181382" sldId="2147471183"/>
            <ac:spMk id="14" creationId="{B6672A18-FE2E-488A-8DD6-D396D785F5EA}"/>
          </ac:spMkLst>
        </pc:spChg>
        <pc:picChg chg="add mod">
          <ac:chgData name="Shi,Yi (HP Medicine) BII-CN-S" userId="c9ef9fc0-a422-4a2f-8faa-a4bcaf5dcb1a" providerId="ADAL" clId="{5BD6C78F-4C41-4A9D-AF52-2D33F5CA2772}" dt="2023-02-14T08:39:12.113" v="247" actId="14100"/>
          <ac:picMkLst>
            <pc:docMk/>
            <pc:sldMk cId="3034181382" sldId="2147471183"/>
            <ac:picMk id="10" creationId="{036DB32E-31B4-4408-AE6A-1FD3DA28C1B0}"/>
          </ac:picMkLst>
        </pc:picChg>
        <pc:picChg chg="add mod">
          <ac:chgData name="Shi,Yi (HP Medicine) BII-CN-S" userId="c9ef9fc0-a422-4a2f-8faa-a4bcaf5dcb1a" providerId="ADAL" clId="{5BD6C78F-4C41-4A9D-AF52-2D33F5CA2772}" dt="2023-02-14T08:40:16.544" v="260" actId="1037"/>
          <ac:picMkLst>
            <pc:docMk/>
            <pc:sldMk cId="3034181382" sldId="2147471183"/>
            <ac:picMk id="12" creationId="{3081CDC4-7698-41C9-8E56-A114FFDBC84C}"/>
          </ac:picMkLst>
        </pc:picChg>
        <pc:picChg chg="del">
          <ac:chgData name="Shi,Yi (HP Medicine) BII-CN-S" userId="c9ef9fc0-a422-4a2f-8faa-a4bcaf5dcb1a" providerId="ADAL" clId="{5BD6C78F-4C41-4A9D-AF52-2D33F5CA2772}" dt="2023-02-14T08:37:53.985" v="235" actId="478"/>
          <ac:picMkLst>
            <pc:docMk/>
            <pc:sldMk cId="3034181382" sldId="2147471183"/>
            <ac:picMk id="1026" creationId="{0A008CD9-D119-40F4-AC99-F9CC2ED119E8}"/>
          </ac:picMkLst>
        </pc:picChg>
        <pc:picChg chg="del">
          <ac:chgData name="Shi,Yi (HP Medicine) BII-CN-S" userId="c9ef9fc0-a422-4a2f-8faa-a4bcaf5dcb1a" providerId="ADAL" clId="{5BD6C78F-4C41-4A9D-AF52-2D33F5CA2772}" dt="2023-02-14T08:39:34.043" v="249" actId="478"/>
          <ac:picMkLst>
            <pc:docMk/>
            <pc:sldMk cId="3034181382" sldId="2147471183"/>
            <ac:picMk id="1028" creationId="{1414A551-7393-4E85-A02A-CFD20D5DB531}"/>
          </ac:picMkLst>
        </pc:picChg>
      </pc:sldChg>
    </pc:docChg>
  </pc:docChgLst>
  <pc:docChgLst>
    <pc:chgData name="Shi,Cherry (HP Medicine) BII-CN-S" userId="S::cherry.shi@boehringer-ingelheim.com::d1fa847a-fc45-456f-9c70-a123cc9ed61e" providerId="AD" clId="Web-{BC6FEB63-00D7-F66F-AFF6-319DC8976EDF}"/>
    <pc:docChg chg="modSld">
      <pc:chgData name="Shi,Cherry (HP Medicine) BII-CN-S" userId="S::cherry.shi@boehringer-ingelheim.com::d1fa847a-fc45-456f-9c70-a123cc9ed61e" providerId="AD" clId="Web-{BC6FEB63-00D7-F66F-AFF6-319DC8976EDF}" dt="2022-10-08T07:15:36.830" v="23" actId="20577"/>
      <pc:docMkLst>
        <pc:docMk/>
      </pc:docMkLst>
      <pc:sldChg chg="modSp">
        <pc:chgData name="Shi,Cherry (HP Medicine) BII-CN-S" userId="S::cherry.shi@boehringer-ingelheim.com::d1fa847a-fc45-456f-9c70-a123cc9ed61e" providerId="AD" clId="Web-{BC6FEB63-00D7-F66F-AFF6-319DC8976EDF}" dt="2022-10-08T07:15:36.830" v="23" actId="20577"/>
        <pc:sldMkLst>
          <pc:docMk/>
          <pc:sldMk cId="2154478483" sldId="2147377306"/>
        </pc:sldMkLst>
        <pc:spChg chg="mod">
          <ac:chgData name="Shi,Cherry (HP Medicine) BII-CN-S" userId="S::cherry.shi@boehringer-ingelheim.com::d1fa847a-fc45-456f-9c70-a123cc9ed61e" providerId="AD" clId="Web-{BC6FEB63-00D7-F66F-AFF6-319DC8976EDF}" dt="2022-10-08T07:15:36.830" v="23" actId="20577"/>
          <ac:spMkLst>
            <pc:docMk/>
            <pc:sldMk cId="2154478483" sldId="2147377306"/>
            <ac:spMk id="41" creationId="{80672632-5059-4D01-BB59-096554D9CD3A}"/>
          </ac:spMkLst>
        </pc:spChg>
      </pc:sldChg>
    </pc:docChg>
  </pc:docChgLst>
  <pc:docChgLst>
    <pc:chgData name="Wu,Dan (MED CD&amp;O) BII-CN-S" userId="2543b386-fe23-4572-8b97-7e5aae483288" providerId="ADAL" clId="{210EC90C-8B1D-42CE-8DEA-30ACE0E75E3A}"/>
    <pc:docChg chg="undo custSel modSld">
      <pc:chgData name="Wu,Dan (MED CD&amp;O) BII-CN-S" userId="2543b386-fe23-4572-8b97-7e5aae483288" providerId="ADAL" clId="{210EC90C-8B1D-42CE-8DEA-30ACE0E75E3A}" dt="2022-09-30T07:24:21.380" v="168" actId="1076"/>
      <pc:docMkLst>
        <pc:docMk/>
      </pc:docMkLst>
      <pc:sldChg chg="addSp delSp modSp mod addCm">
        <pc:chgData name="Wu,Dan (MED CD&amp;O) BII-CN-S" userId="2543b386-fe23-4572-8b97-7e5aae483288" providerId="ADAL" clId="{210EC90C-8B1D-42CE-8DEA-30ACE0E75E3A}" dt="2022-09-30T07:24:21.380" v="168" actId="1076"/>
        <pc:sldMkLst>
          <pc:docMk/>
          <pc:sldMk cId="3461020021" sldId="9414"/>
        </pc:sldMkLst>
        <pc:spChg chg="mod">
          <ac:chgData name="Wu,Dan (MED CD&amp;O) BII-CN-S" userId="2543b386-fe23-4572-8b97-7e5aae483288" providerId="ADAL" clId="{210EC90C-8B1D-42CE-8DEA-30ACE0E75E3A}" dt="2022-09-30T07:23:29.378" v="159" actId="20577"/>
          <ac:spMkLst>
            <pc:docMk/>
            <pc:sldMk cId="3461020021" sldId="9414"/>
            <ac:spMk id="2" creationId="{258B1150-3B23-4D74-8634-CE9F7979DC8E}"/>
          </ac:spMkLst>
        </pc:spChg>
        <pc:spChg chg="mod">
          <ac:chgData name="Wu,Dan (MED CD&amp;O) BII-CN-S" userId="2543b386-fe23-4572-8b97-7e5aae483288" providerId="ADAL" clId="{210EC90C-8B1D-42CE-8DEA-30ACE0E75E3A}" dt="2022-09-30T07:17:15.762" v="91" actId="1037"/>
          <ac:spMkLst>
            <pc:docMk/>
            <pc:sldMk cId="3461020021" sldId="9414"/>
            <ac:spMk id="4" creationId="{EE0CD054-31CA-4AAE-BCA8-82B9C8FF38C0}"/>
          </ac:spMkLst>
        </pc:spChg>
        <pc:graphicFrameChg chg="mod modGraphic">
          <ac:chgData name="Wu,Dan (MED CD&amp;O) BII-CN-S" userId="2543b386-fe23-4572-8b97-7e5aae483288" providerId="ADAL" clId="{210EC90C-8B1D-42CE-8DEA-30ACE0E75E3A}" dt="2022-09-30T07:24:21.380" v="168" actId="1076"/>
          <ac:graphicFrameMkLst>
            <pc:docMk/>
            <pc:sldMk cId="3461020021" sldId="9414"/>
            <ac:graphicFrameMk id="5" creationId="{F79D76C7-B236-43A6-8E7C-CA0D9FD69B86}"/>
          </ac:graphicFrameMkLst>
        </pc:graphicFrameChg>
        <pc:graphicFrameChg chg="add mod modGraphic">
          <ac:chgData name="Wu,Dan (MED CD&amp;O) BII-CN-S" userId="2543b386-fe23-4572-8b97-7e5aae483288" providerId="ADAL" clId="{210EC90C-8B1D-42CE-8DEA-30ACE0E75E3A}" dt="2022-09-30T07:23:22.988" v="155" actId="108"/>
          <ac:graphicFrameMkLst>
            <pc:docMk/>
            <pc:sldMk cId="3461020021" sldId="9414"/>
            <ac:graphicFrameMk id="9" creationId="{12AC5C27-5461-4F34-ABB7-9EFEC284A2AB}"/>
          </ac:graphicFrameMkLst>
        </pc:graphicFrameChg>
        <pc:picChg chg="del">
          <ac:chgData name="Wu,Dan (MED CD&amp;O) BII-CN-S" userId="2543b386-fe23-4572-8b97-7e5aae483288" providerId="ADAL" clId="{210EC90C-8B1D-42CE-8DEA-30ACE0E75E3A}" dt="2022-09-30T07:11:01.948" v="0" actId="478"/>
          <ac:picMkLst>
            <pc:docMk/>
            <pc:sldMk cId="3461020021" sldId="9414"/>
            <ac:picMk id="3" creationId="{9044B108-A325-449F-BE44-4443FBCBF3EF}"/>
          </ac:picMkLst>
        </pc:picChg>
        <pc:picChg chg="add del ord">
          <ac:chgData name="Wu,Dan (MED CD&amp;O) BII-CN-S" userId="2543b386-fe23-4572-8b97-7e5aae483288" providerId="ADAL" clId="{210EC90C-8B1D-42CE-8DEA-30ACE0E75E3A}" dt="2022-09-30T07:12:54.530" v="7" actId="478"/>
          <ac:picMkLst>
            <pc:docMk/>
            <pc:sldMk cId="3461020021" sldId="9414"/>
            <ac:picMk id="6" creationId="{8269F0CA-F49E-4B8A-9F10-EEAD909F3228}"/>
          </ac:picMkLst>
        </pc:picChg>
        <pc:picChg chg="add del mod ord">
          <ac:chgData name="Wu,Dan (MED CD&amp;O) BII-CN-S" userId="2543b386-fe23-4572-8b97-7e5aae483288" providerId="ADAL" clId="{210EC90C-8B1D-42CE-8DEA-30ACE0E75E3A}" dt="2022-09-30T07:15:44.810" v="55" actId="478"/>
          <ac:picMkLst>
            <pc:docMk/>
            <pc:sldMk cId="3461020021" sldId="9414"/>
            <ac:picMk id="7" creationId="{52525B9A-E30A-46C9-A77D-468188C97249}"/>
          </ac:picMkLst>
        </pc:picChg>
        <pc:picChg chg="add mod ord">
          <ac:chgData name="Wu,Dan (MED CD&amp;O) BII-CN-S" userId="2543b386-fe23-4572-8b97-7e5aae483288" providerId="ADAL" clId="{210EC90C-8B1D-42CE-8DEA-30ACE0E75E3A}" dt="2022-09-30T07:17:09.370" v="75" actId="1076"/>
          <ac:picMkLst>
            <pc:docMk/>
            <pc:sldMk cId="3461020021" sldId="9414"/>
            <ac:picMk id="8" creationId="{AA341CC8-F4D0-4D20-97EC-635A4BD390B5}"/>
          </ac:picMkLst>
        </pc:picChg>
      </pc:sldChg>
    </pc:docChg>
  </pc:docChgLst>
  <pc:docChgLst>
    <pc:chgData name="Lu,Yixin (MED CD&amp;O) BII-CN-S" userId="6055c963-f18b-4b43-9f26-62c3b4c5f854" providerId="ADAL" clId="{A1B2C689-4BD7-41A6-BC4E-BA944B96B54C}"/>
    <pc:docChg chg="undo custSel addSld modSld">
      <pc:chgData name="Lu,Yixin (MED CD&amp;O) BII-CN-S" userId="6055c963-f18b-4b43-9f26-62c3b4c5f854" providerId="ADAL" clId="{A1B2C689-4BD7-41A6-BC4E-BA944B96B54C}" dt="2023-07-10T02:48:25.764" v="164" actId="12385"/>
      <pc:docMkLst>
        <pc:docMk/>
      </pc:docMkLst>
      <pc:sldChg chg="addSp delSp modSp mod">
        <pc:chgData name="Lu,Yixin (MED CD&amp;O) BII-CN-S" userId="6055c963-f18b-4b43-9f26-62c3b4c5f854" providerId="ADAL" clId="{A1B2C689-4BD7-41A6-BC4E-BA944B96B54C}" dt="2023-07-10T01:29:22.111" v="98" actId="21"/>
        <pc:sldMkLst>
          <pc:docMk/>
          <pc:sldMk cId="1381831047" sldId="2147474097"/>
        </pc:sldMkLst>
        <pc:spChg chg="mod">
          <ac:chgData name="Lu,Yixin (MED CD&amp;O) BII-CN-S" userId="6055c963-f18b-4b43-9f26-62c3b4c5f854" providerId="ADAL" clId="{A1B2C689-4BD7-41A6-BC4E-BA944B96B54C}" dt="2023-07-07T03:02:49.343" v="5" actId="20577"/>
          <ac:spMkLst>
            <pc:docMk/>
            <pc:sldMk cId="1381831047" sldId="2147474097"/>
            <ac:spMk id="2" creationId="{899E9FD5-14F4-46B5-85BD-4B2D5616E6A9}"/>
          </ac:spMkLst>
        </pc:spChg>
        <pc:spChg chg="add del mod">
          <ac:chgData name="Lu,Yixin (MED CD&amp;O) BII-CN-S" userId="6055c963-f18b-4b43-9f26-62c3b4c5f854" providerId="ADAL" clId="{A1B2C689-4BD7-41A6-BC4E-BA944B96B54C}" dt="2023-07-10T01:29:22.111" v="98" actId="21"/>
          <ac:spMkLst>
            <pc:docMk/>
            <pc:sldMk cId="1381831047" sldId="2147474097"/>
            <ac:spMk id="4" creationId="{E63238CF-1CAB-4D72-3FA7-3206352A64E8}"/>
          </ac:spMkLst>
        </pc:spChg>
        <pc:graphicFrameChg chg="mod modGraphic">
          <ac:chgData name="Lu,Yixin (MED CD&amp;O) BII-CN-S" userId="6055c963-f18b-4b43-9f26-62c3b4c5f854" providerId="ADAL" clId="{A1B2C689-4BD7-41A6-BC4E-BA944B96B54C}" dt="2023-07-07T03:11:41.330" v="14" actId="20577"/>
          <ac:graphicFrameMkLst>
            <pc:docMk/>
            <pc:sldMk cId="1381831047" sldId="2147474097"/>
            <ac:graphicFrameMk id="6" creationId="{127EE0F1-E4C5-159D-3810-21AA1F77D481}"/>
          </ac:graphicFrameMkLst>
        </pc:graphicFrameChg>
      </pc:sldChg>
      <pc:sldChg chg="modSp mod">
        <pc:chgData name="Lu,Yixin (MED CD&amp;O) BII-CN-S" userId="6055c963-f18b-4b43-9f26-62c3b4c5f854" providerId="ADAL" clId="{A1B2C689-4BD7-41A6-BC4E-BA944B96B54C}" dt="2023-07-07T03:14:43.128" v="27" actId="207"/>
        <pc:sldMkLst>
          <pc:docMk/>
          <pc:sldMk cId="1908837058" sldId="2147474098"/>
        </pc:sldMkLst>
        <pc:spChg chg="mod">
          <ac:chgData name="Lu,Yixin (MED CD&amp;O) BII-CN-S" userId="6055c963-f18b-4b43-9f26-62c3b4c5f854" providerId="ADAL" clId="{A1B2C689-4BD7-41A6-BC4E-BA944B96B54C}" dt="2023-07-07T03:13:26.885" v="20" actId="20577"/>
          <ac:spMkLst>
            <pc:docMk/>
            <pc:sldMk cId="1908837058" sldId="2147474098"/>
            <ac:spMk id="2" creationId="{899E9FD5-14F4-46B5-85BD-4B2D5616E6A9}"/>
          </ac:spMkLst>
        </pc:spChg>
        <pc:graphicFrameChg chg="mod modGraphic">
          <ac:chgData name="Lu,Yixin (MED CD&amp;O) BII-CN-S" userId="6055c963-f18b-4b43-9f26-62c3b4c5f854" providerId="ADAL" clId="{A1B2C689-4BD7-41A6-BC4E-BA944B96B54C}" dt="2023-07-07T03:14:43.128" v="27" actId="207"/>
          <ac:graphicFrameMkLst>
            <pc:docMk/>
            <pc:sldMk cId="1908837058" sldId="2147474098"/>
            <ac:graphicFrameMk id="5" creationId="{E6BE035E-4B35-4AB8-AD36-4B31F6665F19}"/>
          </ac:graphicFrameMkLst>
        </pc:graphicFrameChg>
      </pc:sldChg>
      <pc:sldChg chg="modSp mod">
        <pc:chgData name="Lu,Yixin (MED CD&amp;O) BII-CN-S" userId="6055c963-f18b-4b43-9f26-62c3b4c5f854" providerId="ADAL" clId="{A1B2C689-4BD7-41A6-BC4E-BA944B96B54C}" dt="2023-07-07T03:22:52.180" v="66" actId="207"/>
        <pc:sldMkLst>
          <pc:docMk/>
          <pc:sldMk cId="1676399217" sldId="2147474101"/>
        </pc:sldMkLst>
        <pc:spChg chg="mod">
          <ac:chgData name="Lu,Yixin (MED CD&amp;O) BII-CN-S" userId="6055c963-f18b-4b43-9f26-62c3b4c5f854" providerId="ADAL" clId="{A1B2C689-4BD7-41A6-BC4E-BA944B96B54C}" dt="2023-07-07T03:15:38.378" v="33" actId="20577"/>
          <ac:spMkLst>
            <pc:docMk/>
            <pc:sldMk cId="1676399217" sldId="2147474101"/>
            <ac:spMk id="2" creationId="{899E9FD5-14F4-46B5-85BD-4B2D5616E6A9}"/>
          </ac:spMkLst>
        </pc:spChg>
        <pc:graphicFrameChg chg="modGraphic">
          <ac:chgData name="Lu,Yixin (MED CD&amp;O) BII-CN-S" userId="6055c963-f18b-4b43-9f26-62c3b4c5f854" providerId="ADAL" clId="{A1B2C689-4BD7-41A6-BC4E-BA944B96B54C}" dt="2023-07-07T03:22:52.180" v="66" actId="207"/>
          <ac:graphicFrameMkLst>
            <pc:docMk/>
            <pc:sldMk cId="1676399217" sldId="2147474101"/>
            <ac:graphicFrameMk id="5" creationId="{C9373DC8-3AA3-4F74-A662-5C21ADFD09A3}"/>
          </ac:graphicFrameMkLst>
        </pc:graphicFrameChg>
      </pc:sldChg>
      <pc:sldChg chg="addSp delSp modSp mod addCm">
        <pc:chgData name="Lu,Yixin (MED CD&amp;O) BII-CN-S" userId="6055c963-f18b-4b43-9f26-62c3b4c5f854" providerId="ADAL" clId="{A1B2C689-4BD7-41A6-BC4E-BA944B96B54C}" dt="2023-07-10T01:29:14.121" v="97" actId="14100"/>
        <pc:sldMkLst>
          <pc:docMk/>
          <pc:sldMk cId="980772829" sldId="2147474133"/>
        </pc:sldMkLst>
        <pc:spChg chg="mod">
          <ac:chgData name="Lu,Yixin (MED CD&amp;O) BII-CN-S" userId="6055c963-f18b-4b43-9f26-62c3b4c5f854" providerId="ADAL" clId="{A1B2C689-4BD7-41A6-BC4E-BA944B96B54C}" dt="2023-07-07T03:16:06.149" v="44" actId="20577"/>
          <ac:spMkLst>
            <pc:docMk/>
            <pc:sldMk cId="980772829" sldId="2147474133"/>
            <ac:spMk id="2" creationId="{899E9FD5-14F4-46B5-85BD-4B2D5616E6A9}"/>
          </ac:spMkLst>
        </pc:spChg>
        <pc:spChg chg="add mod">
          <ac:chgData name="Lu,Yixin (MED CD&amp;O) BII-CN-S" userId="6055c963-f18b-4b43-9f26-62c3b4c5f854" providerId="ADAL" clId="{A1B2C689-4BD7-41A6-BC4E-BA944B96B54C}" dt="2023-07-10T01:27:52.566" v="82"/>
          <ac:spMkLst>
            <pc:docMk/>
            <pc:sldMk cId="980772829" sldId="2147474133"/>
            <ac:spMk id="4" creationId="{E63238CF-1CAB-4D72-3FA7-3206352A64E8}"/>
          </ac:spMkLst>
        </pc:spChg>
        <pc:graphicFrameChg chg="add del mod">
          <ac:chgData name="Lu,Yixin (MED CD&amp;O) BII-CN-S" userId="6055c963-f18b-4b43-9f26-62c3b4c5f854" providerId="ADAL" clId="{A1B2C689-4BD7-41A6-BC4E-BA944B96B54C}" dt="2023-07-10T01:27:41.249" v="80" actId="478"/>
          <ac:graphicFrameMkLst>
            <pc:docMk/>
            <pc:sldMk cId="980772829" sldId="2147474133"/>
            <ac:graphicFrameMk id="3" creationId="{73207099-613B-4188-B37D-91BA5B30A0AB}"/>
          </ac:graphicFrameMkLst>
        </pc:graphicFrameChg>
        <pc:graphicFrameChg chg="mod modGraphic">
          <ac:chgData name="Lu,Yixin (MED CD&amp;O) BII-CN-S" userId="6055c963-f18b-4b43-9f26-62c3b4c5f854" providerId="ADAL" clId="{A1B2C689-4BD7-41A6-BC4E-BA944B96B54C}" dt="2023-07-10T01:28:34.245" v="94" actId="1076"/>
          <ac:graphicFrameMkLst>
            <pc:docMk/>
            <pc:sldMk cId="980772829" sldId="2147474133"/>
            <ac:graphicFrameMk id="6" creationId="{ACE9568A-0306-B17E-7AC4-F0F3B8460C99}"/>
          </ac:graphicFrameMkLst>
        </pc:graphicFrameChg>
        <pc:graphicFrameChg chg="add mod">
          <ac:chgData name="Lu,Yixin (MED CD&amp;O) BII-CN-S" userId="6055c963-f18b-4b43-9f26-62c3b4c5f854" providerId="ADAL" clId="{A1B2C689-4BD7-41A6-BC4E-BA944B96B54C}" dt="2023-07-10T01:28:07.783" v="87"/>
          <ac:graphicFrameMkLst>
            <pc:docMk/>
            <pc:sldMk cId="980772829" sldId="2147474133"/>
            <ac:graphicFrameMk id="7" creationId="{73207099-613B-4188-B37D-91BA5B30A0AB}"/>
          </ac:graphicFrameMkLst>
        </pc:graphicFrameChg>
        <pc:graphicFrameChg chg="add mod">
          <ac:chgData name="Lu,Yixin (MED CD&amp;O) BII-CN-S" userId="6055c963-f18b-4b43-9f26-62c3b4c5f854" providerId="ADAL" clId="{A1B2C689-4BD7-41A6-BC4E-BA944B96B54C}" dt="2023-07-10T01:29:14.121" v="97" actId="14100"/>
          <ac:graphicFrameMkLst>
            <pc:docMk/>
            <pc:sldMk cId="980772829" sldId="2147474133"/>
            <ac:graphicFrameMk id="8" creationId="{73207099-613B-4188-B37D-91BA5B30A0AB}"/>
          </ac:graphicFrameMkLst>
        </pc:graphicFrameChg>
      </pc:sldChg>
      <pc:sldChg chg="addSp modSp new mod modShow">
        <pc:chgData name="Lu,Yixin (MED CD&amp;O) BII-CN-S" userId="6055c963-f18b-4b43-9f26-62c3b4c5f854" providerId="ADAL" clId="{A1B2C689-4BD7-41A6-BC4E-BA944B96B54C}" dt="2023-07-10T02:48:25.764" v="164" actId="12385"/>
        <pc:sldMkLst>
          <pc:docMk/>
          <pc:sldMk cId="780052725" sldId="2147474138"/>
        </pc:sldMkLst>
        <pc:spChg chg="mod">
          <ac:chgData name="Lu,Yixin (MED CD&amp;O) BII-CN-S" userId="6055c963-f18b-4b43-9f26-62c3b4c5f854" providerId="ADAL" clId="{A1B2C689-4BD7-41A6-BC4E-BA944B96B54C}" dt="2023-07-10T02:14:14.853" v="101"/>
          <ac:spMkLst>
            <pc:docMk/>
            <pc:sldMk cId="780052725" sldId="2147474138"/>
            <ac:spMk id="2" creationId="{1C0E1283-7FA9-A421-3062-2738AD287FBC}"/>
          </ac:spMkLst>
        </pc:spChg>
        <pc:graphicFrameChg chg="add mod modGraphic">
          <ac:chgData name="Lu,Yixin (MED CD&amp;O) BII-CN-S" userId="6055c963-f18b-4b43-9f26-62c3b4c5f854" providerId="ADAL" clId="{A1B2C689-4BD7-41A6-BC4E-BA944B96B54C}" dt="2023-07-10T02:48:25.764" v="164" actId="12385"/>
          <ac:graphicFrameMkLst>
            <pc:docMk/>
            <pc:sldMk cId="780052725" sldId="2147474138"/>
            <ac:graphicFrameMk id="4" creationId="{59E729DB-4EEB-80E3-9A4C-5974D975E8CA}"/>
          </ac:graphicFrameMkLst>
        </pc:graphicFrameChg>
        <pc:graphicFrameChg chg="add mod">
          <ac:chgData name="Lu,Yixin (MED CD&amp;O) BII-CN-S" userId="6055c963-f18b-4b43-9f26-62c3b4c5f854" providerId="ADAL" clId="{A1B2C689-4BD7-41A6-BC4E-BA944B96B54C}" dt="2023-07-10T02:42:20.693" v="108"/>
          <ac:graphicFrameMkLst>
            <pc:docMk/>
            <pc:sldMk cId="780052725" sldId="2147474138"/>
            <ac:graphicFrameMk id="5" creationId="{C8CB3A69-CEC7-9E3F-1CCE-F27EA86AB028}"/>
          </ac:graphicFrameMkLst>
        </pc:graphicFrameChg>
        <pc:graphicFrameChg chg="add mod">
          <ac:chgData name="Lu,Yixin (MED CD&amp;O) BII-CN-S" userId="6055c963-f18b-4b43-9f26-62c3b4c5f854" providerId="ADAL" clId="{A1B2C689-4BD7-41A6-BC4E-BA944B96B54C}" dt="2023-07-10T02:47:53.860" v="163" actId="1076"/>
          <ac:graphicFrameMkLst>
            <pc:docMk/>
            <pc:sldMk cId="780052725" sldId="2147474138"/>
            <ac:graphicFrameMk id="6" creationId="{C8CB3A69-CEC7-9E3F-1CCE-F27EA86AB028}"/>
          </ac:graphicFrameMkLst>
        </pc:graphicFrameChg>
      </pc:sldChg>
    </pc:docChg>
  </pc:docChgLst>
  <pc:docChgLst>
    <pc:chgData name="Qian Zhao" userId="e5f2fa0e-800e-4e03-b8e2-beea36a7bf3b" providerId="ADAL" clId="{A5341A60-F2DB-405F-BA5F-25F76D2446B6}"/>
    <pc:docChg chg="modSld">
      <pc:chgData name="Qian Zhao" userId="e5f2fa0e-800e-4e03-b8e2-beea36a7bf3b" providerId="ADAL" clId="{A5341A60-F2DB-405F-BA5F-25F76D2446B6}" dt="2023-05-08T07:58:35.692" v="17" actId="20577"/>
      <pc:docMkLst>
        <pc:docMk/>
      </pc:docMkLst>
      <pc:sldChg chg="modSp mod">
        <pc:chgData name="Qian Zhao" userId="e5f2fa0e-800e-4e03-b8e2-beea36a7bf3b" providerId="ADAL" clId="{A5341A60-F2DB-405F-BA5F-25F76D2446B6}" dt="2023-05-08T07:58:35.692" v="17" actId="20577"/>
        <pc:sldMkLst>
          <pc:docMk/>
          <pc:sldMk cId="1855604625" sldId="2147471228"/>
        </pc:sldMkLst>
        <pc:graphicFrameChg chg="modGraphic">
          <ac:chgData name="Qian Zhao" userId="e5f2fa0e-800e-4e03-b8e2-beea36a7bf3b" providerId="ADAL" clId="{A5341A60-F2DB-405F-BA5F-25F76D2446B6}" dt="2023-05-08T07:58:35.692" v="17" actId="20577"/>
          <ac:graphicFrameMkLst>
            <pc:docMk/>
            <pc:sldMk cId="1855604625" sldId="2147471228"/>
            <ac:graphicFrameMk id="3" creationId="{11AE3040-3184-4C5F-87F2-D328CD8202AC}"/>
          </ac:graphicFrameMkLst>
        </pc:graphicFrameChg>
      </pc:sldChg>
    </pc:docChg>
  </pc:docChgLst>
  <pc:docChgLst>
    <pc:chgData name="Wang,Yuan (HP Medicine) BII-CN-S" userId="358dc601-7626-4089-85ae-a53dd0075322" providerId="ADAL" clId="{8266E865-3246-43A9-AB03-6D4862AB010B}"/>
    <pc:docChg chg="custSel addSld delSld modSld">
      <pc:chgData name="Wang,Yuan (HP Medicine) BII-CN-S" userId="358dc601-7626-4089-85ae-a53dd0075322" providerId="ADAL" clId="{8266E865-3246-43A9-AB03-6D4862AB010B}" dt="2022-07-08T06:17:21.710" v="51" actId="1076"/>
      <pc:docMkLst>
        <pc:docMk/>
      </pc:docMkLst>
      <pc:sldChg chg="modSp add mod">
        <pc:chgData name="Wang,Yuan (HP Medicine) BII-CN-S" userId="358dc601-7626-4089-85ae-a53dd0075322" providerId="ADAL" clId="{8266E865-3246-43A9-AB03-6D4862AB010B}" dt="2022-07-08T06:17:21.710" v="51" actId="1076"/>
        <pc:sldMkLst>
          <pc:docMk/>
          <pc:sldMk cId="3074215225" sldId="2147377179"/>
        </pc:sldMkLst>
        <pc:spChg chg="mod">
          <ac:chgData name="Wang,Yuan (HP Medicine) BII-CN-S" userId="358dc601-7626-4089-85ae-a53dd0075322" providerId="ADAL" clId="{8266E865-3246-43A9-AB03-6D4862AB010B}" dt="2022-07-08T06:17:17.956" v="50" actId="1076"/>
          <ac:spMkLst>
            <pc:docMk/>
            <pc:sldMk cId="3074215225" sldId="2147377179"/>
            <ac:spMk id="8" creationId="{00000000-0000-0000-0000-000000000000}"/>
          </ac:spMkLst>
        </pc:spChg>
        <pc:graphicFrameChg chg="mod modGraphic">
          <ac:chgData name="Wang,Yuan (HP Medicine) BII-CN-S" userId="358dc601-7626-4089-85ae-a53dd0075322" providerId="ADAL" clId="{8266E865-3246-43A9-AB03-6D4862AB010B}" dt="2022-07-08T06:17:21.710" v="51" actId="1076"/>
          <ac:graphicFrameMkLst>
            <pc:docMk/>
            <pc:sldMk cId="3074215225" sldId="2147377179"/>
            <ac:graphicFrameMk id="9" creationId="{9451AA74-9EEC-4F3E-9EDC-4DA6C151EA9D}"/>
          </ac:graphicFrameMkLst>
        </pc:graphicFrameChg>
      </pc:sldChg>
      <pc:sldChg chg="addSp delSp modSp mod">
        <pc:chgData name="Wang,Yuan (HP Medicine) BII-CN-S" userId="358dc601-7626-4089-85ae-a53dd0075322" providerId="ADAL" clId="{8266E865-3246-43A9-AB03-6D4862AB010B}" dt="2022-07-08T02:29:33.770" v="27" actId="20577"/>
        <pc:sldMkLst>
          <pc:docMk/>
          <pc:sldMk cId="4064689746" sldId="2147377223"/>
        </pc:sldMkLst>
        <pc:spChg chg="mod">
          <ac:chgData name="Wang,Yuan (HP Medicine) BII-CN-S" userId="358dc601-7626-4089-85ae-a53dd0075322" providerId="ADAL" clId="{8266E865-3246-43A9-AB03-6D4862AB010B}" dt="2022-07-08T02:29:33.770" v="27" actId="20577"/>
          <ac:spMkLst>
            <pc:docMk/>
            <pc:sldMk cId="4064689746" sldId="2147377223"/>
            <ac:spMk id="4" creationId="{617ECBB6-B792-4C40-B199-345A48FDB1DA}"/>
          </ac:spMkLst>
        </pc:spChg>
        <pc:graphicFrameChg chg="add mod">
          <ac:chgData name="Wang,Yuan (HP Medicine) BII-CN-S" userId="358dc601-7626-4089-85ae-a53dd0075322" providerId="ADAL" clId="{8266E865-3246-43A9-AB03-6D4862AB010B}" dt="2022-07-08T02:27:30.119" v="22" actId="14100"/>
          <ac:graphicFrameMkLst>
            <pc:docMk/>
            <pc:sldMk cId="4064689746" sldId="2147377223"/>
            <ac:graphicFrameMk id="6" creationId="{00000000-0008-0000-0400-000003000000}"/>
          </ac:graphicFrameMkLst>
        </pc:graphicFrameChg>
        <pc:picChg chg="del">
          <ac:chgData name="Wang,Yuan (HP Medicine) BII-CN-S" userId="358dc601-7626-4089-85ae-a53dd0075322" providerId="ADAL" clId="{8266E865-3246-43A9-AB03-6D4862AB010B}" dt="2022-07-08T01:58:49.789" v="19" actId="478"/>
          <ac:picMkLst>
            <pc:docMk/>
            <pc:sldMk cId="4064689746" sldId="2147377223"/>
            <ac:picMk id="5" creationId="{3AD4C5C1-6414-47DD-8FE7-D8D99CD00530}"/>
          </ac:picMkLst>
        </pc:picChg>
      </pc:sldChg>
      <pc:sldChg chg="addSp delSp modSp mod">
        <pc:chgData name="Wang,Yuan (HP Medicine) BII-CN-S" userId="358dc601-7626-4089-85ae-a53dd0075322" providerId="ADAL" clId="{8266E865-3246-43A9-AB03-6D4862AB010B}" dt="2022-07-08T02:27:47.542" v="26" actId="1076"/>
        <pc:sldMkLst>
          <pc:docMk/>
          <pc:sldMk cId="4244351776" sldId="2147377224"/>
        </pc:sldMkLst>
        <pc:spChg chg="mod">
          <ac:chgData name="Wang,Yuan (HP Medicine) BII-CN-S" userId="358dc601-7626-4089-85ae-a53dd0075322" providerId="ADAL" clId="{8266E865-3246-43A9-AB03-6D4862AB010B}" dt="2022-07-08T01:58:17.467" v="10" actId="6549"/>
          <ac:spMkLst>
            <pc:docMk/>
            <pc:sldMk cId="4244351776" sldId="2147377224"/>
            <ac:spMk id="10" creationId="{105D89CC-8523-43CA-B889-5D740493BF89}"/>
          </ac:spMkLst>
        </pc:spChg>
        <pc:graphicFrameChg chg="add mod">
          <ac:chgData name="Wang,Yuan (HP Medicine) BII-CN-S" userId="358dc601-7626-4089-85ae-a53dd0075322" providerId="ADAL" clId="{8266E865-3246-43A9-AB03-6D4862AB010B}" dt="2022-07-08T02:27:47.542" v="26" actId="1076"/>
          <ac:graphicFrameMkLst>
            <pc:docMk/>
            <pc:sldMk cId="4244351776" sldId="2147377224"/>
            <ac:graphicFrameMk id="6" creationId="{00000000-0008-0000-0400-000004000000}"/>
          </ac:graphicFrameMkLst>
        </pc:graphicFrameChg>
        <pc:graphicFrameChg chg="modGraphic">
          <ac:chgData name="Wang,Yuan (HP Medicine) BII-CN-S" userId="358dc601-7626-4089-85ae-a53dd0075322" providerId="ADAL" clId="{8266E865-3246-43A9-AB03-6D4862AB010B}" dt="2022-07-08T01:58:35.839" v="12" actId="20577"/>
          <ac:graphicFrameMkLst>
            <pc:docMk/>
            <pc:sldMk cId="4244351776" sldId="2147377224"/>
            <ac:graphicFrameMk id="12" creationId="{58376020-90D2-4295-9183-58A8C41CB962}"/>
          </ac:graphicFrameMkLst>
        </pc:graphicFrameChg>
        <pc:picChg chg="del">
          <ac:chgData name="Wang,Yuan (HP Medicine) BII-CN-S" userId="358dc601-7626-4089-85ae-a53dd0075322" providerId="ADAL" clId="{8266E865-3246-43A9-AB03-6D4862AB010B}" dt="2022-07-08T01:58:39.318" v="13" actId="478"/>
          <ac:picMkLst>
            <pc:docMk/>
            <pc:sldMk cId="4244351776" sldId="2147377224"/>
            <ac:picMk id="8" creationId="{3B90F3FD-3E35-4C59-BBB8-027BD9C93D7A}"/>
          </ac:picMkLst>
        </pc:picChg>
      </pc:sldChg>
      <pc:sldChg chg="delSp modSp del">
        <pc:chgData name="Wang,Yuan (HP Medicine) BII-CN-S" userId="358dc601-7626-4089-85ae-a53dd0075322" providerId="ADAL" clId="{8266E865-3246-43A9-AB03-6D4862AB010B}" dt="2022-07-08T06:16:07.466" v="31" actId="47"/>
        <pc:sldMkLst>
          <pc:docMk/>
          <pc:sldMk cId="1887423232" sldId="2147377251"/>
        </pc:sldMkLst>
        <pc:spChg chg="del mod">
          <ac:chgData name="Wang,Yuan (HP Medicine) BII-CN-S" userId="358dc601-7626-4089-85ae-a53dd0075322" providerId="ADAL" clId="{8266E865-3246-43A9-AB03-6D4862AB010B}" dt="2022-07-08T06:15:33.665" v="28"/>
          <ac:spMkLst>
            <pc:docMk/>
            <pc:sldMk cId="1887423232" sldId="2147377251"/>
            <ac:spMk id="5" creationId="{C9D44C48-0AE2-49D0-9AFC-6722A1DE91F3}"/>
          </ac:spMkLst>
        </pc:spChg>
        <pc:spChg chg="del mod">
          <ac:chgData name="Wang,Yuan (HP Medicine) BII-CN-S" userId="358dc601-7626-4089-85ae-a53dd0075322" providerId="ADAL" clId="{8266E865-3246-43A9-AB03-6D4862AB010B}" dt="2022-07-08T06:15:41.093" v="29"/>
          <ac:spMkLst>
            <pc:docMk/>
            <pc:sldMk cId="1887423232" sldId="2147377251"/>
            <ac:spMk id="11" creationId="{C3080625-1CA0-4857-BDFD-F263DFB90C65}"/>
          </ac:spMkLst>
        </pc:spChg>
        <pc:graphicFrameChg chg="del">
          <ac:chgData name="Wang,Yuan (HP Medicine) BII-CN-S" userId="358dc601-7626-4089-85ae-a53dd0075322" providerId="ADAL" clId="{8266E865-3246-43A9-AB03-6D4862AB010B}" dt="2022-07-08T06:15:33.665" v="28"/>
          <ac:graphicFrameMkLst>
            <pc:docMk/>
            <pc:sldMk cId="1887423232" sldId="2147377251"/>
            <ac:graphicFrameMk id="3" creationId="{518C70A1-7FDD-4253-9C10-54112F46E915}"/>
          </ac:graphicFrameMkLst>
        </pc:graphicFrameChg>
        <pc:graphicFrameChg chg="del">
          <ac:chgData name="Wang,Yuan (HP Medicine) BII-CN-S" userId="358dc601-7626-4089-85ae-a53dd0075322" providerId="ADAL" clId="{8266E865-3246-43A9-AB03-6D4862AB010B}" dt="2022-07-08T06:15:41.093" v="29"/>
          <ac:graphicFrameMkLst>
            <pc:docMk/>
            <pc:sldMk cId="1887423232" sldId="2147377251"/>
            <ac:graphicFrameMk id="6" creationId="{B49A358D-1B43-4FB5-A77E-1C1CD0190D65}"/>
          </ac:graphicFrameMkLst>
        </pc:graphicFrameChg>
      </pc:sldChg>
    </pc:docChg>
  </pc:docChgLst>
  <pc:docChgLst>
    <pc:chgData name="zxSHA Shi,Yi (HP Medicine) EXTERNAL" userId="c9ef9fc0-a422-4a2f-8faa-a4bcaf5dcb1a" providerId="ADAL" clId="{15CCE9A8-213E-4400-818B-333650C004DF}"/>
    <pc:docChg chg="addSld modSld">
      <pc:chgData name="zxSHA Shi,Yi (HP Medicine) EXTERNAL" userId="c9ef9fc0-a422-4a2f-8faa-a4bcaf5dcb1a" providerId="ADAL" clId="{15CCE9A8-213E-4400-818B-333650C004DF}" dt="2022-09-02T07:18:06.324" v="29" actId="400"/>
      <pc:docMkLst>
        <pc:docMk/>
      </pc:docMkLst>
      <pc:sldChg chg="add">
        <pc:chgData name="zxSHA Shi,Yi (HP Medicine) EXTERNAL" userId="c9ef9fc0-a422-4a2f-8faa-a4bcaf5dcb1a" providerId="ADAL" clId="{15CCE9A8-213E-4400-818B-333650C004DF}" dt="2022-09-02T07:09:13.949" v="6"/>
        <pc:sldMkLst>
          <pc:docMk/>
          <pc:sldMk cId="3938940213" sldId="259"/>
        </pc:sldMkLst>
      </pc:sldChg>
      <pc:sldChg chg="modSp mod">
        <pc:chgData name="zxSHA Shi,Yi (HP Medicine) EXTERNAL" userId="c9ef9fc0-a422-4a2f-8faa-a4bcaf5dcb1a" providerId="ADAL" clId="{15CCE9A8-213E-4400-818B-333650C004DF}" dt="2022-09-02T07:18:06.324" v="29" actId="400"/>
        <pc:sldMkLst>
          <pc:docMk/>
          <pc:sldMk cId="3074215225" sldId="2147377179"/>
        </pc:sldMkLst>
        <pc:graphicFrameChg chg="mod modGraphic">
          <ac:chgData name="zxSHA Shi,Yi (HP Medicine) EXTERNAL" userId="c9ef9fc0-a422-4a2f-8faa-a4bcaf5dcb1a" providerId="ADAL" clId="{15CCE9A8-213E-4400-818B-333650C004DF}" dt="2022-09-02T07:18:06.324" v="29" actId="400"/>
          <ac:graphicFrameMkLst>
            <pc:docMk/>
            <pc:sldMk cId="3074215225" sldId="2147377179"/>
            <ac:graphicFrameMk id="9" creationId="{9451AA74-9EEC-4F3E-9EDC-4DA6C151EA9D}"/>
          </ac:graphicFrameMkLst>
        </pc:graphicFrameChg>
      </pc:sldChg>
    </pc:docChg>
  </pc:docChgLst>
  <pc:docChgLst>
    <pc:chgData name="Zhao,Qian (MED CD&amp;O) BII-CN-S" userId="e5f2fa0e-800e-4e03-b8e2-beea36a7bf3b" providerId="ADAL" clId="{C7B434BC-57DE-4333-8B42-126CA2A9FA95}"/>
    <pc:docChg chg="custSel modSld">
      <pc:chgData name="Zhao,Qian (MED CD&amp;O) BII-CN-S" userId="e5f2fa0e-800e-4e03-b8e2-beea36a7bf3b" providerId="ADAL" clId="{C7B434BC-57DE-4333-8B42-126CA2A9FA95}" dt="2024-01-11T07:24:07.650" v="29" actId="1076"/>
      <pc:docMkLst>
        <pc:docMk/>
      </pc:docMkLst>
      <pc:sldChg chg="addSp delSp modSp mod">
        <pc:chgData name="Zhao,Qian (MED CD&amp;O) BII-CN-S" userId="e5f2fa0e-800e-4e03-b8e2-beea36a7bf3b" providerId="ADAL" clId="{C7B434BC-57DE-4333-8B42-126CA2A9FA95}" dt="2024-01-11T07:24:07.650" v="29" actId="1076"/>
        <pc:sldMkLst>
          <pc:docMk/>
          <pc:sldMk cId="2928051727" sldId="2147481374"/>
        </pc:sldMkLst>
        <pc:spChg chg="add mod">
          <ac:chgData name="Zhao,Qian (MED CD&amp;O) BII-CN-S" userId="e5f2fa0e-800e-4e03-b8e2-beea36a7bf3b" providerId="ADAL" clId="{C7B434BC-57DE-4333-8B42-126CA2A9FA95}" dt="2024-01-11T07:24:07.650" v="29" actId="1076"/>
          <ac:spMkLst>
            <pc:docMk/>
            <pc:sldMk cId="2928051727" sldId="2147481374"/>
            <ac:spMk id="10" creationId="{165CB96B-561A-EF56-D6A6-2E2E68893FBD}"/>
          </ac:spMkLst>
        </pc:spChg>
        <pc:picChg chg="del mod">
          <ac:chgData name="Zhao,Qian (MED CD&amp;O) BII-CN-S" userId="e5f2fa0e-800e-4e03-b8e2-beea36a7bf3b" providerId="ADAL" clId="{C7B434BC-57DE-4333-8B42-126CA2A9FA95}" dt="2024-01-11T07:23:19.706" v="15" actId="478"/>
          <ac:picMkLst>
            <pc:docMk/>
            <pc:sldMk cId="2928051727" sldId="2147481374"/>
            <ac:picMk id="2" creationId="{20DF72F0-B6B4-D843-AEBA-65A27728404F}"/>
          </ac:picMkLst>
        </pc:picChg>
        <pc:cxnChg chg="add mod">
          <ac:chgData name="Zhao,Qian (MED CD&amp;O) BII-CN-S" userId="e5f2fa0e-800e-4e03-b8e2-beea36a7bf3b" providerId="ADAL" clId="{C7B434BC-57DE-4333-8B42-126CA2A9FA95}" dt="2024-01-11T07:11:24.250" v="14" actId="14100"/>
          <ac:cxnSpMkLst>
            <pc:docMk/>
            <pc:sldMk cId="2928051727" sldId="2147481374"/>
            <ac:cxnSpMk id="8" creationId="{547CF811-85B3-06B8-4BDC-F314E2247645}"/>
          </ac:cxnSpMkLst>
        </pc:cxnChg>
      </pc:sldChg>
    </pc:docChg>
  </pc:docChgLst>
  <pc:docChgLst>
    <pc:chgData name="Shi,Cherry (HP Medicine) BII-CN-S" userId="S::cherry.shi@boehringer-ingelheim.com::d1fa847a-fc45-456f-9c70-a123cc9ed61e" providerId="AD" clId="Web-{F1E43F0B-6BCD-75F7-8587-E615D64AD04C}"/>
    <pc:docChg chg="addSld delSld modSld">
      <pc:chgData name="Shi,Cherry (HP Medicine) BII-CN-S" userId="S::cherry.shi@boehringer-ingelheim.com::d1fa847a-fc45-456f-9c70-a123cc9ed61e" providerId="AD" clId="Web-{F1E43F0B-6BCD-75F7-8587-E615D64AD04C}" dt="2023-03-13T08:43:15.325" v="550"/>
      <pc:docMkLst>
        <pc:docMk/>
      </pc:docMkLst>
      <pc:sldChg chg="modSp addCm modCm">
        <pc:chgData name="Shi,Cherry (HP Medicine) BII-CN-S" userId="S::cherry.shi@boehringer-ingelheim.com::d1fa847a-fc45-456f-9c70-a123cc9ed61e" providerId="AD" clId="Web-{F1E43F0B-6BCD-75F7-8587-E615D64AD04C}" dt="2023-03-13T08:43:15.325" v="550"/>
        <pc:sldMkLst>
          <pc:docMk/>
          <pc:sldMk cId="2064789201" sldId="2147471168"/>
        </pc:sldMkLst>
        <pc:spChg chg="mod">
          <ac:chgData name="Shi,Cherry (HP Medicine) BII-CN-S" userId="S::cherry.shi@boehringer-ingelheim.com::d1fa847a-fc45-456f-9c70-a123cc9ed61e" providerId="AD" clId="Web-{F1E43F0B-6BCD-75F7-8587-E615D64AD04C}" dt="2023-03-13T08:42:48.324" v="549" actId="20577"/>
          <ac:spMkLst>
            <pc:docMk/>
            <pc:sldMk cId="2064789201" sldId="2147471168"/>
            <ac:spMk id="41" creationId="{80672632-5059-4D01-BB59-096554D9CD3A}"/>
          </ac:spMkLst>
        </pc:spChg>
      </pc:sldChg>
      <pc:sldChg chg="del">
        <pc:chgData name="Shi,Cherry (HP Medicine) BII-CN-S" userId="S::cherry.shi@boehringer-ingelheim.com::d1fa847a-fc45-456f-9c70-a123cc9ed61e" providerId="AD" clId="Web-{F1E43F0B-6BCD-75F7-8587-E615D64AD04C}" dt="2023-03-13T05:31:38.758" v="5"/>
        <pc:sldMkLst>
          <pc:docMk/>
          <pc:sldMk cId="3034181382" sldId="2147471183"/>
        </pc:sldMkLst>
      </pc:sldChg>
      <pc:sldChg chg="addSp delSp modSp new del">
        <pc:chgData name="Shi,Cherry (HP Medicine) BII-CN-S" userId="S::cherry.shi@boehringer-ingelheim.com::d1fa847a-fc45-456f-9c70-a123cc9ed61e" providerId="AD" clId="Web-{F1E43F0B-6BCD-75F7-8587-E615D64AD04C}" dt="2023-03-13T08:42:16.902" v="530"/>
        <pc:sldMkLst>
          <pc:docMk/>
          <pc:sldMk cId="1655067832" sldId="2147471208"/>
        </pc:sldMkLst>
        <pc:spChg chg="del">
          <ac:chgData name="Shi,Cherry (HP Medicine) BII-CN-S" userId="S::cherry.shi@boehringer-ingelheim.com::d1fa847a-fc45-456f-9c70-a123cc9ed61e" providerId="AD" clId="Web-{F1E43F0B-6BCD-75F7-8587-E615D64AD04C}" dt="2023-03-13T05:32:32.557" v="8"/>
          <ac:spMkLst>
            <pc:docMk/>
            <pc:sldMk cId="1655067832" sldId="2147471208"/>
            <ac:spMk id="2" creationId="{EA2CDDDA-38B7-43BE-73CE-FFF4687D4C70}"/>
          </ac:spMkLst>
        </pc:spChg>
        <pc:spChg chg="del">
          <ac:chgData name="Shi,Cherry (HP Medicine) BII-CN-S" userId="S::cherry.shi@boehringer-ingelheim.com::d1fa847a-fc45-456f-9c70-a123cc9ed61e" providerId="AD" clId="Web-{F1E43F0B-6BCD-75F7-8587-E615D64AD04C}" dt="2023-03-13T05:34:12.701" v="11"/>
          <ac:spMkLst>
            <pc:docMk/>
            <pc:sldMk cId="1655067832" sldId="2147471208"/>
            <ac:spMk id="6" creationId="{04AD80E6-12B7-E274-971D-91605C4D7180}"/>
          </ac:spMkLst>
        </pc:spChg>
        <pc:spChg chg="add del mod">
          <ac:chgData name="Shi,Cherry (HP Medicine) BII-CN-S" userId="S::cherry.shi@boehringer-ingelheim.com::d1fa847a-fc45-456f-9c70-a123cc9ed61e" providerId="AD" clId="Web-{F1E43F0B-6BCD-75F7-8587-E615D64AD04C}" dt="2023-03-13T05:32:35.166" v="9"/>
          <ac:spMkLst>
            <pc:docMk/>
            <pc:sldMk cId="1655067832" sldId="2147471208"/>
            <ac:spMk id="8" creationId="{89B2ACD3-A4CC-0999-6C91-CC6FEDA738B2}"/>
          </ac:spMkLst>
        </pc:spChg>
        <pc:spChg chg="add mod">
          <ac:chgData name="Shi,Cherry (HP Medicine) BII-CN-S" userId="S::cherry.shi@boehringer-ingelheim.com::d1fa847a-fc45-456f-9c70-a123cc9ed61e" providerId="AD" clId="Web-{F1E43F0B-6BCD-75F7-8587-E615D64AD04C}" dt="2023-03-13T05:39:34.259" v="285" actId="20577"/>
          <ac:spMkLst>
            <pc:docMk/>
            <pc:sldMk cId="1655067832" sldId="2147471208"/>
            <ac:spMk id="10" creationId="{6EE68089-14C3-AF16-AC79-4E1DF0703054}"/>
          </ac:spMkLst>
        </pc:spChg>
        <pc:spChg chg="add del">
          <ac:chgData name="Shi,Cherry (HP Medicine) BII-CN-S" userId="S::cherry.shi@boehringer-ingelheim.com::d1fa847a-fc45-456f-9c70-a123cc9ed61e" providerId="AD" clId="Web-{F1E43F0B-6BCD-75F7-8587-E615D64AD04C}" dt="2023-03-13T05:35:08.469" v="92"/>
          <ac:spMkLst>
            <pc:docMk/>
            <pc:sldMk cId="1655067832" sldId="2147471208"/>
            <ac:spMk id="11" creationId="{C82944AC-1375-39CF-6AF3-CEEBFC22075D}"/>
          </ac:spMkLst>
        </pc:spChg>
        <pc:spChg chg="add mod">
          <ac:chgData name="Shi,Cherry (HP Medicine) BII-CN-S" userId="S::cherry.shi@boehringer-ingelheim.com::d1fa847a-fc45-456f-9c70-a123cc9ed61e" providerId="AD" clId="Web-{F1E43F0B-6BCD-75F7-8587-E615D64AD04C}" dt="2023-03-13T06:19:03.281" v="378" actId="20577"/>
          <ac:spMkLst>
            <pc:docMk/>
            <pc:sldMk cId="1655067832" sldId="2147471208"/>
            <ac:spMk id="12" creationId="{C5C31D9D-FEF0-1ADF-DAE0-772DBB690471}"/>
          </ac:spMkLst>
        </pc:spChg>
        <pc:spChg chg="add mod">
          <ac:chgData name="Shi,Cherry (HP Medicine) BII-CN-S" userId="S::cherry.shi@boehringer-ingelheim.com::d1fa847a-fc45-456f-9c70-a123cc9ed61e" providerId="AD" clId="Web-{F1E43F0B-6BCD-75F7-8587-E615D64AD04C}" dt="2023-03-13T06:09:16.995" v="287" actId="1076"/>
          <ac:spMkLst>
            <pc:docMk/>
            <pc:sldMk cId="1655067832" sldId="2147471208"/>
            <ac:spMk id="16" creationId="{1593F066-FDF0-B579-DBDB-FC4D1D7C74DD}"/>
          </ac:spMkLst>
        </pc:spChg>
        <pc:graphicFrameChg chg="add del mod modGraphic">
          <ac:chgData name="Shi,Cherry (HP Medicine) BII-CN-S" userId="S::cherry.shi@boehringer-ingelheim.com::d1fa847a-fc45-456f-9c70-a123cc9ed61e" providerId="AD" clId="Web-{F1E43F0B-6BCD-75F7-8587-E615D64AD04C}" dt="2023-03-13T06:34:40.502" v="467"/>
          <ac:graphicFrameMkLst>
            <pc:docMk/>
            <pc:sldMk cId="1655067832" sldId="2147471208"/>
            <ac:graphicFrameMk id="14" creationId="{E8301C30-0769-4EB8-F7A3-FDB7678585AA}"/>
          </ac:graphicFrameMkLst>
        </pc:graphicFrameChg>
        <pc:graphicFrameChg chg="add del mod modGraphic">
          <ac:chgData name="Shi,Cherry (HP Medicine) BII-CN-S" userId="S::cherry.shi@boehringer-ingelheim.com::d1fa847a-fc45-456f-9c70-a123cc9ed61e" providerId="AD" clId="Web-{F1E43F0B-6BCD-75F7-8587-E615D64AD04C}" dt="2023-03-13T06:34:41.439" v="468"/>
          <ac:graphicFrameMkLst>
            <pc:docMk/>
            <pc:sldMk cId="1655067832" sldId="2147471208"/>
            <ac:graphicFrameMk id="17" creationId="{A9D0DACC-1930-6590-6908-00E45E11552B}"/>
          </ac:graphicFrameMkLst>
        </pc:graphicFrameChg>
        <pc:graphicFrameChg chg="add mod modGraphic">
          <ac:chgData name="Shi,Cherry (HP Medicine) BII-CN-S" userId="S::cherry.shi@boehringer-ingelheim.com::d1fa847a-fc45-456f-9c70-a123cc9ed61e" providerId="AD" clId="Web-{F1E43F0B-6BCD-75F7-8587-E615D64AD04C}" dt="2023-03-13T06:35:21.566" v="529" actId="1076"/>
          <ac:graphicFrameMkLst>
            <pc:docMk/>
            <pc:sldMk cId="1655067832" sldId="2147471208"/>
            <ac:graphicFrameMk id="19" creationId="{95F7854B-B22C-50DE-EED2-826BAF64ECCB}"/>
          </ac:graphicFrameMkLst>
        </pc:graphicFrameChg>
        <pc:picChg chg="add del mod">
          <ac:chgData name="Shi,Cherry (HP Medicine) BII-CN-S" userId="S::cherry.shi@boehringer-ingelheim.com::d1fa847a-fc45-456f-9c70-a123cc9ed61e" providerId="AD" clId="Web-{F1E43F0B-6BCD-75F7-8587-E615D64AD04C}" dt="2023-03-13T05:37:58.693" v="232"/>
          <ac:picMkLst>
            <pc:docMk/>
            <pc:sldMk cId="1655067832" sldId="2147471208"/>
            <ac:picMk id="15" creationId="{CEB6BC7B-118F-3A94-D46F-5EAD92C9BE8A}"/>
          </ac:picMkLst>
        </pc:picChg>
      </pc:sldChg>
    </pc:docChg>
  </pc:docChgLst>
  <pc:docChgLst>
    <pc:chgData name="Chen,Dr.,Ying (HP Medicine) BII-CN-S" userId="7c019f49-0ee9-4787-9ac5-a11d3b82d6d2" providerId="ADAL" clId="{00E50496-CE4D-4AB6-A98F-D0D329953CA2}"/>
    <pc:docChg chg="modSld">
      <pc:chgData name="Chen,Dr.,Ying (HP Medicine) BII-CN-S" userId="7c019f49-0ee9-4787-9ac5-a11d3b82d6d2" providerId="ADAL" clId="{00E50496-CE4D-4AB6-A98F-D0D329953CA2}" dt="2023-05-09T08:06:01.750" v="9" actId="20577"/>
      <pc:docMkLst>
        <pc:docMk/>
      </pc:docMkLst>
      <pc:sldChg chg="modSp">
        <pc:chgData name="Chen,Dr.,Ying (HP Medicine) BII-CN-S" userId="7c019f49-0ee9-4787-9ac5-a11d3b82d6d2" providerId="ADAL" clId="{00E50496-CE4D-4AB6-A98F-D0D329953CA2}" dt="2023-05-09T08:06:01.750" v="9" actId="20577"/>
        <pc:sldMkLst>
          <pc:docMk/>
          <pc:sldMk cId="4208219063" sldId="2147474020"/>
        </pc:sldMkLst>
        <pc:spChg chg="mod">
          <ac:chgData name="Chen,Dr.,Ying (HP Medicine) BII-CN-S" userId="7c019f49-0ee9-4787-9ac5-a11d3b82d6d2" providerId="ADAL" clId="{00E50496-CE4D-4AB6-A98F-D0D329953CA2}" dt="2023-05-09T08:06:01.750" v="9" actId="20577"/>
          <ac:spMkLst>
            <pc:docMk/>
            <pc:sldMk cId="4208219063" sldId="2147474020"/>
            <ac:spMk id="178" creationId="{C8A141E8-3A7E-477A-B6F1-59F3BCA948DD}"/>
          </ac:spMkLst>
        </pc:spChg>
      </pc:sldChg>
    </pc:docChg>
  </pc:docChgLst>
  <pc:docChgLst>
    <pc:chgData name="zxSHA Li,Lili (MED CD&amp;O) EXTERNAL" userId="S::lili.li.ext@boehringer-ingelheim.com::caae5028-c4b7-4139-b798-d46cb2b8c45e" providerId="AD" clId="Web-{7F991FEC-069D-E1C2-9217-8EDE372BE9FC}"/>
    <pc:docChg chg="mod modSld">
      <pc:chgData name="zxSHA Li,Lili (MED CD&amp;O) EXTERNAL" userId="S::lili.li.ext@boehringer-ingelheim.com::caae5028-c4b7-4139-b798-d46cb2b8c45e" providerId="AD" clId="Web-{7F991FEC-069D-E1C2-9217-8EDE372BE9FC}" dt="2023-04-06T05:27:16.839" v="66"/>
      <pc:docMkLst>
        <pc:docMk/>
      </pc:docMkLst>
      <pc:sldChg chg="modSp modCm">
        <pc:chgData name="zxSHA Li,Lili (MED CD&amp;O) EXTERNAL" userId="S::lili.li.ext@boehringer-ingelheim.com::caae5028-c4b7-4139-b798-d46cb2b8c45e" providerId="AD" clId="Web-{7F991FEC-069D-E1C2-9217-8EDE372BE9FC}" dt="2023-04-06T05:27:16.839" v="66"/>
        <pc:sldMkLst>
          <pc:docMk/>
          <pc:sldMk cId="1240174947" sldId="2147471217"/>
        </pc:sldMkLst>
        <pc:spChg chg="mod">
          <ac:chgData name="zxSHA Li,Lili (MED CD&amp;O) EXTERNAL" userId="S::lili.li.ext@boehringer-ingelheim.com::caae5028-c4b7-4139-b798-d46cb2b8c45e" providerId="AD" clId="Web-{7F991FEC-069D-E1C2-9217-8EDE372BE9FC}" dt="2023-04-06T05:21:02.941" v="4" actId="20577"/>
          <ac:spMkLst>
            <pc:docMk/>
            <pc:sldMk cId="1240174947" sldId="2147471217"/>
            <ac:spMk id="2" creationId="{899E9FD5-14F4-46B5-85BD-4B2D5616E6A9}"/>
          </ac:spMkLst>
        </pc:spChg>
        <pc:graphicFrameChg chg="mod modGraphic">
          <ac:chgData name="zxSHA Li,Lili (MED CD&amp;O) EXTERNAL" userId="S::lili.li.ext@boehringer-ingelheim.com::caae5028-c4b7-4139-b798-d46cb2b8c45e" providerId="AD" clId="Web-{7F991FEC-069D-E1C2-9217-8EDE372BE9FC}" dt="2023-04-06T05:25:14.868" v="55"/>
          <ac:graphicFrameMkLst>
            <pc:docMk/>
            <pc:sldMk cId="1240174947" sldId="2147471217"/>
            <ac:graphicFrameMk id="6" creationId="{D931383D-96E5-4731-A1FF-B6CA53DC2CE4}"/>
          </ac:graphicFrameMkLst>
        </pc:graphicFrameChg>
      </pc:sldChg>
      <pc:sldChg chg="addSp delSp modSp">
        <pc:chgData name="zxSHA Li,Lili (MED CD&amp;O) EXTERNAL" userId="S::lili.li.ext@boehringer-ingelheim.com::caae5028-c4b7-4139-b798-d46cb2b8c45e" providerId="AD" clId="Web-{7F991FEC-069D-E1C2-9217-8EDE372BE9FC}" dt="2023-04-06T05:25:32.665" v="65"/>
        <pc:sldMkLst>
          <pc:docMk/>
          <pc:sldMk cId="3685012844" sldId="2147471238"/>
        </pc:sldMkLst>
        <pc:spChg chg="mod">
          <ac:chgData name="zxSHA Li,Lili (MED CD&amp;O) EXTERNAL" userId="S::lili.li.ext@boehringer-ingelheim.com::caae5028-c4b7-4139-b798-d46cb2b8c45e" providerId="AD" clId="Web-{7F991FEC-069D-E1C2-9217-8EDE372BE9FC}" dt="2023-04-06T05:22:41.959" v="14" actId="20577"/>
          <ac:spMkLst>
            <pc:docMk/>
            <pc:sldMk cId="3685012844" sldId="2147471238"/>
            <ac:spMk id="2" creationId="{899E9FD5-14F4-46B5-85BD-4B2D5616E6A9}"/>
          </ac:spMkLst>
        </pc:spChg>
        <pc:graphicFrameChg chg="mod modGraphic">
          <ac:chgData name="zxSHA Li,Lili (MED CD&amp;O) EXTERNAL" userId="S::lili.li.ext@boehringer-ingelheim.com::caae5028-c4b7-4139-b798-d46cb2b8c45e" providerId="AD" clId="Web-{7F991FEC-069D-E1C2-9217-8EDE372BE9FC}" dt="2023-04-06T05:25:32.665" v="65"/>
          <ac:graphicFrameMkLst>
            <pc:docMk/>
            <pc:sldMk cId="3685012844" sldId="2147471238"/>
            <ac:graphicFrameMk id="4" creationId="{FE70CDC6-FB89-4AA6-8DE1-A919E5F15505}"/>
          </ac:graphicFrameMkLst>
        </pc:graphicFrameChg>
        <pc:graphicFrameChg chg="del">
          <ac:chgData name="zxSHA Li,Lili (MED CD&amp;O) EXTERNAL" userId="S::lili.li.ext@boehringer-ingelheim.com::caae5028-c4b7-4139-b798-d46cb2b8c45e" providerId="AD" clId="Web-{7F991FEC-069D-E1C2-9217-8EDE372BE9FC}" dt="2023-04-06T05:22:06.927" v="5"/>
          <ac:graphicFrameMkLst>
            <pc:docMk/>
            <pc:sldMk cId="3685012844" sldId="2147471238"/>
            <ac:graphicFrameMk id="9" creationId="{7943FD8F-5C38-4CF6-B53E-6E97A00AB656}"/>
          </ac:graphicFrameMkLst>
        </pc:graphicFrameChg>
        <pc:picChg chg="add mod">
          <ac:chgData name="zxSHA Li,Lili (MED CD&amp;O) EXTERNAL" userId="S::lili.li.ext@boehringer-ingelheim.com::caae5028-c4b7-4139-b798-d46cb2b8c45e" providerId="AD" clId="Web-{7F991FEC-069D-E1C2-9217-8EDE372BE9FC}" dt="2023-04-06T05:22:25.115" v="11" actId="14100"/>
          <ac:picMkLst>
            <pc:docMk/>
            <pc:sldMk cId="3685012844" sldId="2147471238"/>
            <ac:picMk id="3" creationId="{D467E81B-4AC3-D7E7-5BBC-6599E7942076}"/>
          </ac:picMkLst>
        </pc:picChg>
      </pc:sldChg>
    </pc:docChg>
  </pc:docChgLst>
  <pc:docChgLst>
    <pc:chgData name="Wang,Shirley (HP Med RA) BII-CN-B" userId="S::shirley_2.wang@boehringer-ingelheim.com::48b801ce-80b8-42d3-931b-2dcaf726016f" providerId="AD" clId="Web-{D169B6FE-F5EF-043F-3721-D1B52E61530C}"/>
    <pc:docChg chg="modSld">
      <pc:chgData name="Wang,Shirley (HP Med RA) BII-CN-B" userId="S::shirley_2.wang@boehringer-ingelheim.com::48b801ce-80b8-42d3-931b-2dcaf726016f" providerId="AD" clId="Web-{D169B6FE-F5EF-043F-3721-D1B52E61530C}" dt="2023-05-08T01:14:48.599" v="3"/>
      <pc:docMkLst>
        <pc:docMk/>
      </pc:docMkLst>
      <pc:sldChg chg="modSp">
        <pc:chgData name="Wang,Shirley (HP Med RA) BII-CN-B" userId="S::shirley_2.wang@boehringer-ingelheim.com::48b801ce-80b8-42d3-931b-2dcaf726016f" providerId="AD" clId="Web-{D169B6FE-F5EF-043F-3721-D1B52E61530C}" dt="2023-05-08T01:14:48.599" v="3"/>
        <pc:sldMkLst>
          <pc:docMk/>
          <pc:sldMk cId="1855604625" sldId="2147471228"/>
        </pc:sldMkLst>
        <pc:graphicFrameChg chg="mod modGraphic">
          <ac:chgData name="Wang,Shirley (HP Med RA) BII-CN-B" userId="S::shirley_2.wang@boehringer-ingelheim.com::48b801ce-80b8-42d3-931b-2dcaf726016f" providerId="AD" clId="Web-{D169B6FE-F5EF-043F-3721-D1B52E61530C}" dt="2023-05-08T01:14:48.599" v="3"/>
          <ac:graphicFrameMkLst>
            <pc:docMk/>
            <pc:sldMk cId="1855604625" sldId="2147471228"/>
            <ac:graphicFrameMk id="3" creationId="{11AE3040-3184-4C5F-87F2-D328CD8202AC}"/>
          </ac:graphicFrameMkLst>
        </pc:graphicFrameChg>
      </pc:sldChg>
      <pc:sldChg chg="delSp modSp">
        <pc:chgData name="Wang,Shirley (HP Med RA) BII-CN-B" userId="S::shirley_2.wang@boehringer-ingelheim.com::48b801ce-80b8-42d3-931b-2dcaf726016f" providerId="AD" clId="Web-{D169B6FE-F5EF-043F-3721-D1B52E61530C}" dt="2023-05-08T01:10:14.296" v="1"/>
        <pc:sldMkLst>
          <pc:docMk/>
          <pc:sldMk cId="1617310969" sldId="2147474018"/>
        </pc:sldMkLst>
        <pc:spChg chg="del">
          <ac:chgData name="Wang,Shirley (HP Med RA) BII-CN-B" userId="S::shirley_2.wang@boehringer-ingelheim.com::48b801ce-80b8-42d3-931b-2dcaf726016f" providerId="AD" clId="Web-{D169B6FE-F5EF-043F-3721-D1B52E61530C}" dt="2023-05-08T01:10:05.890" v="0"/>
          <ac:spMkLst>
            <pc:docMk/>
            <pc:sldMk cId="1617310969" sldId="2147474018"/>
            <ac:spMk id="3" creationId="{17E04763-5B44-4159-8176-3F53B27D9117}"/>
          </ac:spMkLst>
        </pc:spChg>
        <pc:spChg chg="mod">
          <ac:chgData name="Wang,Shirley (HP Med RA) BII-CN-B" userId="S::shirley_2.wang@boehringer-ingelheim.com::48b801ce-80b8-42d3-931b-2dcaf726016f" providerId="AD" clId="Web-{D169B6FE-F5EF-043F-3721-D1B52E61530C}" dt="2023-05-08T01:10:14.296" v="1"/>
          <ac:spMkLst>
            <pc:docMk/>
            <pc:sldMk cId="1617310969" sldId="2147474018"/>
            <ac:spMk id="144" creationId="{FADD8611-374A-462C-9CA5-CD84C4812622}"/>
          </ac:spMkLst>
        </pc:spChg>
      </pc:sldChg>
    </pc:docChg>
  </pc:docChgLst>
  <pc:docChgLst>
    <pc:chgData name="Chen,Michael (HP Med RA) BII-CN-B" userId="d5e1e1c3-1b8e-4d7c-a738-2fc34bcfb3bb" providerId="ADAL" clId="{98B06B30-6A0C-46A1-B11C-9018E16008B0}"/>
    <pc:docChg chg="modSld">
      <pc:chgData name="Chen,Michael (HP Med RA) BII-CN-B" userId="d5e1e1c3-1b8e-4d7c-a738-2fc34bcfb3bb" providerId="ADAL" clId="{98B06B30-6A0C-46A1-B11C-9018E16008B0}" dt="2023-02-12T03:23:34.887" v="0" actId="20577"/>
      <pc:docMkLst>
        <pc:docMk/>
      </pc:docMkLst>
      <pc:sldChg chg="modSp mod">
        <pc:chgData name="Chen,Michael (HP Med RA) BII-CN-B" userId="d5e1e1c3-1b8e-4d7c-a738-2fc34bcfb3bb" providerId="ADAL" clId="{98B06B30-6A0C-46A1-B11C-9018E16008B0}" dt="2023-02-12T03:23:34.887" v="0" actId="20577"/>
        <pc:sldMkLst>
          <pc:docMk/>
          <pc:sldMk cId="3375551615" sldId="2147469258"/>
        </pc:sldMkLst>
        <pc:spChg chg="mod">
          <ac:chgData name="Chen,Michael (HP Med RA) BII-CN-B" userId="d5e1e1c3-1b8e-4d7c-a738-2fc34bcfb3bb" providerId="ADAL" clId="{98B06B30-6A0C-46A1-B11C-9018E16008B0}" dt="2023-02-12T03:23:34.887" v="0" actId="20577"/>
          <ac:spMkLst>
            <pc:docMk/>
            <pc:sldMk cId="3375551615" sldId="2147469258"/>
            <ac:spMk id="178" creationId="{C8A141E8-3A7E-477A-B6F1-59F3BCA948DD}"/>
          </ac:spMkLst>
        </pc:spChg>
      </pc:sldChg>
    </pc:docChg>
  </pc:docChgLst>
  <pc:docChgLst>
    <pc:chgData name="Chen,Dr.,Ying (HP Medicine) BII-CN-S" userId="7c019f49-0ee9-4787-9ac5-a11d3b82d6d2" providerId="ADAL" clId="{71732453-BB8F-48F2-B24A-F07845A37BCF}"/>
    <pc:docChg chg="undo custSel modSld sldOrd">
      <pc:chgData name="Chen,Dr.,Ying (HP Medicine) BII-CN-S" userId="7c019f49-0ee9-4787-9ac5-a11d3b82d6d2" providerId="ADAL" clId="{71732453-BB8F-48F2-B24A-F07845A37BCF}" dt="2023-07-07T09:26:08.094" v="394" actId="20577"/>
      <pc:docMkLst>
        <pc:docMk/>
      </pc:docMkLst>
      <pc:sldChg chg="ord">
        <pc:chgData name="Chen,Dr.,Ying (HP Medicine) BII-CN-S" userId="7c019f49-0ee9-4787-9ac5-a11d3b82d6d2" providerId="ADAL" clId="{71732453-BB8F-48F2-B24A-F07845A37BCF}" dt="2023-07-06T04:48:27.810" v="1"/>
        <pc:sldMkLst>
          <pc:docMk/>
          <pc:sldMk cId="3596583069" sldId="2147471212"/>
        </pc:sldMkLst>
      </pc:sldChg>
      <pc:sldChg chg="addCm modCm">
        <pc:chgData name="Chen,Dr.,Ying (HP Medicine) BII-CN-S" userId="7c019f49-0ee9-4787-9ac5-a11d3b82d6d2" providerId="ADAL" clId="{71732453-BB8F-48F2-B24A-F07845A37BCF}" dt="2023-07-06T05:58:58.058" v="111" actId="1589"/>
        <pc:sldMkLst>
          <pc:docMk/>
          <pc:sldMk cId="817030415" sldId="2147474081"/>
        </pc:sldMkLst>
      </pc:sldChg>
      <pc:sldChg chg="delSp modSp mod">
        <pc:chgData name="Chen,Dr.,Ying (HP Medicine) BII-CN-S" userId="7c019f49-0ee9-4787-9ac5-a11d3b82d6d2" providerId="ADAL" clId="{71732453-BB8F-48F2-B24A-F07845A37BCF}" dt="2023-07-07T08:39:17.155" v="117" actId="478"/>
        <pc:sldMkLst>
          <pc:docMk/>
          <pc:sldMk cId="713550364" sldId="2147474092"/>
        </pc:sldMkLst>
        <pc:spChg chg="del mod">
          <ac:chgData name="Chen,Dr.,Ying (HP Medicine) BII-CN-S" userId="7c019f49-0ee9-4787-9ac5-a11d3b82d6d2" providerId="ADAL" clId="{71732453-BB8F-48F2-B24A-F07845A37BCF}" dt="2023-07-07T08:39:17.155" v="117" actId="478"/>
          <ac:spMkLst>
            <pc:docMk/>
            <pc:sldMk cId="713550364" sldId="2147474092"/>
            <ac:spMk id="7" creationId="{903A62CF-15B9-3CAE-44E3-670F2DC6C24C}"/>
          </ac:spMkLst>
        </pc:spChg>
      </pc:sldChg>
      <pc:sldChg chg="modSp mod addCm delCm modNotesTx">
        <pc:chgData name="Chen,Dr.,Ying (HP Medicine) BII-CN-S" userId="7c019f49-0ee9-4787-9ac5-a11d3b82d6d2" providerId="ADAL" clId="{71732453-BB8F-48F2-B24A-F07845A37BCF}" dt="2023-07-07T09:26:08.094" v="394" actId="20577"/>
        <pc:sldMkLst>
          <pc:docMk/>
          <pc:sldMk cId="3539881353" sldId="2147474117"/>
        </pc:sldMkLst>
        <pc:graphicFrameChg chg="mod modGraphic">
          <ac:chgData name="Chen,Dr.,Ying (HP Medicine) BII-CN-S" userId="7c019f49-0ee9-4787-9ac5-a11d3b82d6d2" providerId="ADAL" clId="{71732453-BB8F-48F2-B24A-F07845A37BCF}" dt="2023-07-07T09:26:08.094" v="394" actId="20577"/>
          <ac:graphicFrameMkLst>
            <pc:docMk/>
            <pc:sldMk cId="3539881353" sldId="2147474117"/>
            <ac:graphicFrameMk id="6" creationId="{2EB857BA-9417-6413-5EF8-383CF37AC70D}"/>
          </ac:graphicFrameMkLst>
        </pc:graphicFrameChg>
      </pc:sldChg>
    </pc:docChg>
  </pc:docChgLst>
  <pc:docChgLst>
    <pc:chgData name="Li,Yuting (HP Medicine) BII-CN-S" userId="ce8fbb54-122c-426d-b8da-fdcc5e1b5022" providerId="ADAL" clId="{8C02651C-F14A-45EC-886B-C9413A2472FC}"/>
    <pc:docChg chg="undo redo custSel addSld delSld modSld">
      <pc:chgData name="Li,Yuting (HP Medicine) BII-CN-S" userId="ce8fbb54-122c-426d-b8da-fdcc5e1b5022" providerId="ADAL" clId="{8C02651C-F14A-45EC-886B-C9413A2472FC}" dt="2023-03-08T08:18:09.247" v="1237" actId="680"/>
      <pc:docMkLst>
        <pc:docMk/>
      </pc:docMkLst>
      <pc:sldChg chg="delCm">
        <pc:chgData name="Li,Yuting (HP Medicine) BII-CN-S" userId="ce8fbb54-122c-426d-b8da-fdcc5e1b5022" providerId="ADAL" clId="{8C02651C-F14A-45EC-886B-C9413A2472FC}" dt="2023-02-15T12:29:32.551" v="9" actId="1592"/>
        <pc:sldMkLst>
          <pc:docMk/>
          <pc:sldMk cId="3255186489" sldId="2147377178"/>
        </pc:sldMkLst>
      </pc:sldChg>
      <pc:sldChg chg="addSp modSp mod addCm delCm modCm modNotesTx">
        <pc:chgData name="Li,Yuting (HP Medicine) BII-CN-S" userId="ce8fbb54-122c-426d-b8da-fdcc5e1b5022" providerId="ADAL" clId="{8C02651C-F14A-45EC-886B-C9413A2472FC}" dt="2023-02-17T01:58:48.827" v="1040" actId="20577"/>
        <pc:sldMkLst>
          <pc:docMk/>
          <pc:sldMk cId="2527347167" sldId="2147469253"/>
        </pc:sldMkLst>
        <pc:spChg chg="mod">
          <ac:chgData name="Li,Yuting (HP Medicine) BII-CN-S" userId="ce8fbb54-122c-426d-b8da-fdcc5e1b5022" providerId="ADAL" clId="{8C02651C-F14A-45EC-886B-C9413A2472FC}" dt="2023-02-16T13:44:47.887" v="896" actId="1076"/>
          <ac:spMkLst>
            <pc:docMk/>
            <pc:sldMk cId="2527347167" sldId="2147469253"/>
            <ac:spMk id="20" creationId="{1B34B743-0B5C-47AD-BF0A-73EF91168865}"/>
          </ac:spMkLst>
        </pc:spChg>
        <pc:spChg chg="mod">
          <ac:chgData name="Li,Yuting (HP Medicine) BII-CN-S" userId="ce8fbb54-122c-426d-b8da-fdcc5e1b5022" providerId="ADAL" clId="{8C02651C-F14A-45EC-886B-C9413A2472FC}" dt="2023-02-16T13:44:29.580" v="894" actId="1076"/>
          <ac:spMkLst>
            <pc:docMk/>
            <pc:sldMk cId="2527347167" sldId="2147469253"/>
            <ac:spMk id="27" creationId="{C787EF92-AECB-45F5-890F-9C2A4F7817D9}"/>
          </ac:spMkLst>
        </pc:spChg>
        <pc:spChg chg="add mod">
          <ac:chgData name="Li,Yuting (HP Medicine) BII-CN-S" userId="ce8fbb54-122c-426d-b8da-fdcc5e1b5022" providerId="ADAL" clId="{8C02651C-F14A-45EC-886B-C9413A2472FC}" dt="2023-02-16T15:09:38.700" v="940" actId="20577"/>
          <ac:spMkLst>
            <pc:docMk/>
            <pc:sldMk cId="2527347167" sldId="2147469253"/>
            <ac:spMk id="34" creationId="{E88798BC-C2FB-44D6-A951-DAB9B4F35462}"/>
          </ac:spMkLst>
        </pc:spChg>
        <pc:spChg chg="mod">
          <ac:chgData name="Li,Yuting (HP Medicine) BII-CN-S" userId="ce8fbb54-122c-426d-b8da-fdcc5e1b5022" providerId="ADAL" clId="{8C02651C-F14A-45EC-886B-C9413A2472FC}" dt="2023-02-17T01:58:48.827" v="1040" actId="20577"/>
          <ac:spMkLst>
            <pc:docMk/>
            <pc:sldMk cId="2527347167" sldId="2147469253"/>
            <ac:spMk id="83" creationId="{A1E70551-578A-4B35-ACAC-04BA6E603952}"/>
          </ac:spMkLst>
        </pc:spChg>
        <pc:cxnChg chg="mod">
          <ac:chgData name="Li,Yuting (HP Medicine) BII-CN-S" userId="ce8fbb54-122c-426d-b8da-fdcc5e1b5022" providerId="ADAL" clId="{8C02651C-F14A-45EC-886B-C9413A2472FC}" dt="2023-02-16T13:44:45.156" v="895" actId="1076"/>
          <ac:cxnSpMkLst>
            <pc:docMk/>
            <pc:sldMk cId="2527347167" sldId="2147469253"/>
            <ac:cxnSpMk id="72" creationId="{9C165100-0114-4167-8FF0-BFF01B293D04}"/>
          </ac:cxnSpMkLst>
        </pc:cxnChg>
      </pc:sldChg>
      <pc:sldChg chg="modSp mod">
        <pc:chgData name="Li,Yuting (HP Medicine) BII-CN-S" userId="ce8fbb54-122c-426d-b8da-fdcc5e1b5022" providerId="ADAL" clId="{8C02651C-F14A-45EC-886B-C9413A2472FC}" dt="2023-02-17T01:55:25.505" v="971" actId="20577"/>
        <pc:sldMkLst>
          <pc:docMk/>
          <pc:sldMk cId="3375551615" sldId="2147469258"/>
        </pc:sldMkLst>
        <pc:spChg chg="mod">
          <ac:chgData name="Li,Yuting (HP Medicine) BII-CN-S" userId="ce8fbb54-122c-426d-b8da-fdcc5e1b5022" providerId="ADAL" clId="{8C02651C-F14A-45EC-886B-C9413A2472FC}" dt="2023-02-16T02:23:56.604" v="16" actId="20577"/>
          <ac:spMkLst>
            <pc:docMk/>
            <pc:sldMk cId="3375551615" sldId="2147469258"/>
            <ac:spMk id="126" creationId="{B39ECE6E-2AB3-4913-B714-C9A8B8CA6BA8}"/>
          </ac:spMkLst>
        </pc:spChg>
        <pc:spChg chg="mod">
          <ac:chgData name="Li,Yuting (HP Medicine) BII-CN-S" userId="ce8fbb54-122c-426d-b8da-fdcc5e1b5022" providerId="ADAL" clId="{8C02651C-F14A-45EC-886B-C9413A2472FC}" dt="2023-02-17T01:54:42.186" v="957" actId="20577"/>
          <ac:spMkLst>
            <pc:docMk/>
            <pc:sldMk cId="3375551615" sldId="2147469258"/>
            <ac:spMk id="173" creationId="{00000000-0000-0000-0000-000000000000}"/>
          </ac:spMkLst>
        </pc:spChg>
        <pc:spChg chg="mod">
          <ac:chgData name="Li,Yuting (HP Medicine) BII-CN-S" userId="ce8fbb54-122c-426d-b8da-fdcc5e1b5022" providerId="ADAL" clId="{8C02651C-F14A-45EC-886B-C9413A2472FC}" dt="2023-02-17T01:55:25.505" v="971" actId="20577"/>
          <ac:spMkLst>
            <pc:docMk/>
            <pc:sldMk cId="3375551615" sldId="2147469258"/>
            <ac:spMk id="178" creationId="{C8A141E8-3A7E-477A-B6F1-59F3BCA948DD}"/>
          </ac:spMkLst>
        </pc:spChg>
      </pc:sldChg>
      <pc:sldChg chg="modSp mod">
        <pc:chgData name="Li,Yuting (HP Medicine) BII-CN-S" userId="ce8fbb54-122c-426d-b8da-fdcc5e1b5022" providerId="ADAL" clId="{8C02651C-F14A-45EC-886B-C9413A2472FC}" dt="2023-02-16T07:10:29.254" v="54" actId="20577"/>
        <pc:sldMkLst>
          <pc:docMk/>
          <pc:sldMk cId="3351712279" sldId="2147469262"/>
        </pc:sldMkLst>
        <pc:spChg chg="mod">
          <ac:chgData name="Li,Yuting (HP Medicine) BII-CN-S" userId="ce8fbb54-122c-426d-b8da-fdcc5e1b5022" providerId="ADAL" clId="{8C02651C-F14A-45EC-886B-C9413A2472FC}" dt="2023-02-16T07:10:29.254" v="54" actId="20577"/>
          <ac:spMkLst>
            <pc:docMk/>
            <pc:sldMk cId="3351712279" sldId="2147469262"/>
            <ac:spMk id="15" creationId="{CC14B53F-59B0-4368-96DC-A4164A650241}"/>
          </ac:spMkLst>
        </pc:spChg>
        <pc:graphicFrameChg chg="modGraphic">
          <ac:chgData name="Li,Yuting (HP Medicine) BII-CN-S" userId="ce8fbb54-122c-426d-b8da-fdcc5e1b5022" providerId="ADAL" clId="{8C02651C-F14A-45EC-886B-C9413A2472FC}" dt="2023-02-16T06:50:55.876" v="45" actId="20577"/>
          <ac:graphicFrameMkLst>
            <pc:docMk/>
            <pc:sldMk cId="3351712279" sldId="2147469262"/>
            <ac:graphicFrameMk id="10" creationId="{7ED29C9C-0700-480D-B788-68CBB9D31EEE}"/>
          </ac:graphicFrameMkLst>
        </pc:graphicFrameChg>
      </pc:sldChg>
      <pc:sldChg chg="modSp mod delCm modNotesTx">
        <pc:chgData name="Li,Yuting (HP Medicine) BII-CN-S" userId="ce8fbb54-122c-426d-b8da-fdcc5e1b5022" providerId="ADAL" clId="{8C02651C-F14A-45EC-886B-C9413A2472FC}" dt="2023-02-16T07:45:04.916" v="86" actId="20577"/>
        <pc:sldMkLst>
          <pc:docMk/>
          <pc:sldMk cId="3682361847" sldId="2147471169"/>
        </pc:sldMkLst>
        <pc:spChg chg="mod">
          <ac:chgData name="Li,Yuting (HP Medicine) BII-CN-S" userId="ce8fbb54-122c-426d-b8da-fdcc5e1b5022" providerId="ADAL" clId="{8C02651C-F14A-45EC-886B-C9413A2472FC}" dt="2023-02-16T07:45:04.916" v="86" actId="20577"/>
          <ac:spMkLst>
            <pc:docMk/>
            <pc:sldMk cId="3682361847" sldId="2147471169"/>
            <ac:spMk id="107" creationId="{7DDA071E-5F80-4527-AE47-F1E7B2DC2A5B}"/>
          </ac:spMkLst>
        </pc:spChg>
        <pc:spChg chg="mod">
          <ac:chgData name="Li,Yuting (HP Medicine) BII-CN-S" userId="ce8fbb54-122c-426d-b8da-fdcc5e1b5022" providerId="ADAL" clId="{8C02651C-F14A-45EC-886B-C9413A2472FC}" dt="2023-02-16T07:39:41.027" v="82" actId="20577"/>
          <ac:spMkLst>
            <pc:docMk/>
            <pc:sldMk cId="3682361847" sldId="2147471169"/>
            <ac:spMk id="149" creationId="{6380A665-AE61-4ECB-94C7-6101C32FA508}"/>
          </ac:spMkLst>
        </pc:spChg>
      </pc:sldChg>
      <pc:sldChg chg="delCm">
        <pc:chgData name="Li,Yuting (HP Medicine) BII-CN-S" userId="ce8fbb54-122c-426d-b8da-fdcc5e1b5022" providerId="ADAL" clId="{8C02651C-F14A-45EC-886B-C9413A2472FC}" dt="2023-02-15T12:29:32.546" v="1" actId="1592"/>
        <pc:sldMkLst>
          <pc:docMk/>
          <pc:sldMk cId="1906004812" sldId="2147471170"/>
        </pc:sldMkLst>
      </pc:sldChg>
      <pc:sldChg chg="delCm">
        <pc:chgData name="Li,Yuting (HP Medicine) BII-CN-S" userId="ce8fbb54-122c-426d-b8da-fdcc5e1b5022" providerId="ADAL" clId="{8C02651C-F14A-45EC-886B-C9413A2472FC}" dt="2023-02-15T12:29:32.547" v="2" actId="1592"/>
        <pc:sldMkLst>
          <pc:docMk/>
          <pc:sldMk cId="4022558961" sldId="2147471171"/>
        </pc:sldMkLst>
      </pc:sldChg>
      <pc:sldChg chg="delCm">
        <pc:chgData name="Li,Yuting (HP Medicine) BII-CN-S" userId="ce8fbb54-122c-426d-b8da-fdcc5e1b5022" providerId="ADAL" clId="{8C02651C-F14A-45EC-886B-C9413A2472FC}" dt="2023-02-15T12:29:32.549" v="5" actId="1592"/>
        <pc:sldMkLst>
          <pc:docMk/>
          <pc:sldMk cId="2458946375" sldId="2147471179"/>
        </pc:sldMkLst>
      </pc:sldChg>
      <pc:sldChg chg="delCm">
        <pc:chgData name="Li,Yuting (HP Medicine) BII-CN-S" userId="ce8fbb54-122c-426d-b8da-fdcc5e1b5022" providerId="ADAL" clId="{8C02651C-F14A-45EC-886B-C9413A2472FC}" dt="2023-02-15T12:29:32.548" v="3" actId="1592"/>
        <pc:sldMkLst>
          <pc:docMk/>
          <pc:sldMk cId="4084061762" sldId="2147471184"/>
        </pc:sldMkLst>
      </pc:sldChg>
      <pc:sldChg chg="modSp mod">
        <pc:chgData name="Li,Yuting (HP Medicine) BII-CN-S" userId="ce8fbb54-122c-426d-b8da-fdcc5e1b5022" providerId="ADAL" clId="{8C02651C-F14A-45EC-886B-C9413A2472FC}" dt="2023-02-17T02:44:54.272" v="1231" actId="20577"/>
        <pc:sldMkLst>
          <pc:docMk/>
          <pc:sldMk cId="1872835041" sldId="2147471185"/>
        </pc:sldMkLst>
        <pc:spChg chg="mod">
          <ac:chgData name="Li,Yuting (HP Medicine) BII-CN-S" userId="ce8fbb54-122c-426d-b8da-fdcc5e1b5022" providerId="ADAL" clId="{8C02651C-F14A-45EC-886B-C9413A2472FC}" dt="2023-02-16T08:33:48.066" v="139" actId="1036"/>
          <ac:spMkLst>
            <pc:docMk/>
            <pc:sldMk cId="1872835041" sldId="2147471185"/>
            <ac:spMk id="87" creationId="{A0625694-4FCE-4EE7-92E6-C9D58783651F}"/>
          </ac:spMkLst>
        </pc:spChg>
        <pc:spChg chg="mod">
          <ac:chgData name="Li,Yuting (HP Medicine) BII-CN-S" userId="ce8fbb54-122c-426d-b8da-fdcc5e1b5022" providerId="ADAL" clId="{8C02651C-F14A-45EC-886B-C9413A2472FC}" dt="2023-02-16T08:36:48.967" v="177" actId="20577"/>
          <ac:spMkLst>
            <pc:docMk/>
            <pc:sldMk cId="1872835041" sldId="2147471185"/>
            <ac:spMk id="168" creationId="{65EA3170-CB0D-432D-8631-319933F816A2}"/>
          </ac:spMkLst>
        </pc:spChg>
        <pc:spChg chg="mod">
          <ac:chgData name="Li,Yuting (HP Medicine) BII-CN-S" userId="ce8fbb54-122c-426d-b8da-fdcc5e1b5022" providerId="ADAL" clId="{8C02651C-F14A-45EC-886B-C9413A2472FC}" dt="2023-02-16T08:36:31.179" v="167" actId="20577"/>
          <ac:spMkLst>
            <pc:docMk/>
            <pc:sldMk cId="1872835041" sldId="2147471185"/>
            <ac:spMk id="183" creationId="{07CBD3F1-4D9D-4A02-8EAB-6228F63034A2}"/>
          </ac:spMkLst>
        </pc:spChg>
        <pc:spChg chg="mod">
          <ac:chgData name="Li,Yuting (HP Medicine) BII-CN-S" userId="ce8fbb54-122c-426d-b8da-fdcc5e1b5022" providerId="ADAL" clId="{8C02651C-F14A-45EC-886B-C9413A2472FC}" dt="2023-02-17T02:44:54.272" v="1231" actId="20577"/>
          <ac:spMkLst>
            <pc:docMk/>
            <pc:sldMk cId="1872835041" sldId="2147471185"/>
            <ac:spMk id="192" creationId="{31193A60-52A8-4E9D-BB69-B3D203C95D66}"/>
          </ac:spMkLst>
        </pc:spChg>
      </pc:sldChg>
      <pc:sldChg chg="modSp mod delCm">
        <pc:chgData name="Li,Yuting (HP Medicine) BII-CN-S" userId="ce8fbb54-122c-426d-b8da-fdcc5e1b5022" providerId="ADAL" clId="{8C02651C-F14A-45EC-886B-C9413A2472FC}" dt="2023-02-17T02:05:08.060" v="1069" actId="404"/>
        <pc:sldMkLst>
          <pc:docMk/>
          <pc:sldMk cId="4049709740" sldId="2147471186"/>
        </pc:sldMkLst>
        <pc:spChg chg="mod">
          <ac:chgData name="Li,Yuting (HP Medicine) BII-CN-S" userId="ce8fbb54-122c-426d-b8da-fdcc5e1b5022" providerId="ADAL" clId="{8C02651C-F14A-45EC-886B-C9413A2472FC}" dt="2023-02-17T02:05:08.060" v="1069" actId="404"/>
          <ac:spMkLst>
            <pc:docMk/>
            <pc:sldMk cId="4049709740" sldId="2147471186"/>
            <ac:spMk id="2" creationId="{899E9FD5-14F4-46B5-85BD-4B2D5616E6A9}"/>
          </ac:spMkLst>
        </pc:spChg>
      </pc:sldChg>
      <pc:sldChg chg="modSp mod">
        <pc:chgData name="Li,Yuting (HP Medicine) BII-CN-S" userId="ce8fbb54-122c-426d-b8da-fdcc5e1b5022" providerId="ADAL" clId="{8C02651C-F14A-45EC-886B-C9413A2472FC}" dt="2023-02-17T02:05:33.440" v="1082" actId="404"/>
        <pc:sldMkLst>
          <pc:docMk/>
          <pc:sldMk cId="215114030" sldId="2147471187"/>
        </pc:sldMkLst>
        <pc:spChg chg="mod">
          <ac:chgData name="Li,Yuting (HP Medicine) BII-CN-S" userId="ce8fbb54-122c-426d-b8da-fdcc5e1b5022" providerId="ADAL" clId="{8C02651C-F14A-45EC-886B-C9413A2472FC}" dt="2023-02-17T02:05:33.440" v="1082" actId="404"/>
          <ac:spMkLst>
            <pc:docMk/>
            <pc:sldMk cId="215114030" sldId="2147471187"/>
            <ac:spMk id="2" creationId="{899E9FD5-14F4-46B5-85BD-4B2D5616E6A9}"/>
          </ac:spMkLst>
        </pc:spChg>
      </pc:sldChg>
      <pc:sldChg chg="modSp mod">
        <pc:chgData name="Li,Yuting (HP Medicine) BII-CN-S" userId="ce8fbb54-122c-426d-b8da-fdcc5e1b5022" providerId="ADAL" clId="{8C02651C-F14A-45EC-886B-C9413A2472FC}" dt="2023-02-17T02:05:49.099" v="1085" actId="404"/>
        <pc:sldMkLst>
          <pc:docMk/>
          <pc:sldMk cId="3401218100" sldId="2147471188"/>
        </pc:sldMkLst>
        <pc:spChg chg="mod">
          <ac:chgData name="Li,Yuting (HP Medicine) BII-CN-S" userId="ce8fbb54-122c-426d-b8da-fdcc5e1b5022" providerId="ADAL" clId="{8C02651C-F14A-45EC-886B-C9413A2472FC}" dt="2023-02-17T02:05:49.099" v="1085" actId="404"/>
          <ac:spMkLst>
            <pc:docMk/>
            <pc:sldMk cId="3401218100" sldId="2147471188"/>
            <ac:spMk id="2" creationId="{899E9FD5-14F4-46B5-85BD-4B2D5616E6A9}"/>
          </ac:spMkLst>
        </pc:spChg>
      </pc:sldChg>
      <pc:sldChg chg="modSp mod">
        <pc:chgData name="Li,Yuting (HP Medicine) BII-CN-S" userId="ce8fbb54-122c-426d-b8da-fdcc5e1b5022" providerId="ADAL" clId="{8C02651C-F14A-45EC-886B-C9413A2472FC}" dt="2023-02-17T02:06:03.381" v="1088" actId="404"/>
        <pc:sldMkLst>
          <pc:docMk/>
          <pc:sldMk cId="407908213" sldId="2147471189"/>
        </pc:sldMkLst>
        <pc:spChg chg="mod">
          <ac:chgData name="Li,Yuting (HP Medicine) BII-CN-S" userId="ce8fbb54-122c-426d-b8da-fdcc5e1b5022" providerId="ADAL" clId="{8C02651C-F14A-45EC-886B-C9413A2472FC}" dt="2023-02-17T02:06:03.381" v="1088" actId="404"/>
          <ac:spMkLst>
            <pc:docMk/>
            <pc:sldMk cId="407908213" sldId="2147471189"/>
            <ac:spMk id="2" creationId="{899E9FD5-14F4-46B5-85BD-4B2D5616E6A9}"/>
          </ac:spMkLst>
        </pc:spChg>
      </pc:sldChg>
      <pc:sldChg chg="delCm">
        <pc:chgData name="Li,Yuting (HP Medicine) BII-CN-S" userId="ce8fbb54-122c-426d-b8da-fdcc5e1b5022" providerId="ADAL" clId="{8C02651C-F14A-45EC-886B-C9413A2472FC}" dt="2023-02-15T12:29:32.550" v="6" actId="1592"/>
        <pc:sldMkLst>
          <pc:docMk/>
          <pc:sldMk cId="621823731" sldId="2147471192"/>
        </pc:sldMkLst>
      </pc:sldChg>
      <pc:sldChg chg="modSp mod">
        <pc:chgData name="Li,Yuting (HP Medicine) BII-CN-S" userId="ce8fbb54-122c-426d-b8da-fdcc5e1b5022" providerId="ADAL" clId="{8C02651C-F14A-45EC-886B-C9413A2472FC}" dt="2023-02-16T12:59:15.522" v="676" actId="1076"/>
        <pc:sldMkLst>
          <pc:docMk/>
          <pc:sldMk cId="648276360" sldId="2147471194"/>
        </pc:sldMkLst>
        <pc:spChg chg="mod">
          <ac:chgData name="Li,Yuting (HP Medicine) BII-CN-S" userId="ce8fbb54-122c-426d-b8da-fdcc5e1b5022" providerId="ADAL" clId="{8C02651C-F14A-45EC-886B-C9413A2472FC}" dt="2023-02-16T12:59:15.522" v="676" actId="1076"/>
          <ac:spMkLst>
            <pc:docMk/>
            <pc:sldMk cId="648276360" sldId="2147471194"/>
            <ac:spMk id="87" creationId="{A6C67FB3-965F-4F4D-89B6-0EE0B68535B3}"/>
          </ac:spMkLst>
        </pc:spChg>
      </pc:sldChg>
      <pc:sldChg chg="addSp delSp new mod">
        <pc:chgData name="Li,Yuting (HP Medicine) BII-CN-S" userId="ce8fbb54-122c-426d-b8da-fdcc5e1b5022" providerId="ADAL" clId="{8C02651C-F14A-45EC-886B-C9413A2472FC}" dt="2023-02-17T02:16:04.321" v="1204" actId="22"/>
        <pc:sldMkLst>
          <pc:docMk/>
          <pc:sldMk cId="613460722" sldId="2147471195"/>
        </pc:sldMkLst>
        <pc:picChg chg="add del">
          <ac:chgData name="Li,Yuting (HP Medicine) BII-CN-S" userId="ce8fbb54-122c-426d-b8da-fdcc5e1b5022" providerId="ADAL" clId="{8C02651C-F14A-45EC-886B-C9413A2472FC}" dt="2023-02-17T02:16:04.321" v="1204" actId="22"/>
          <ac:picMkLst>
            <pc:docMk/>
            <pc:sldMk cId="613460722" sldId="2147471195"/>
            <ac:picMk id="8" creationId="{2DEF8465-8533-4856-829D-9724F954E12F}"/>
          </ac:picMkLst>
        </pc:picChg>
      </pc:sldChg>
      <pc:sldChg chg="new del">
        <pc:chgData name="Li,Yuting (HP Medicine) BII-CN-S" userId="ce8fbb54-122c-426d-b8da-fdcc5e1b5022" providerId="ADAL" clId="{8C02651C-F14A-45EC-886B-C9413A2472FC}" dt="2023-02-17T02:14:58.933" v="1200" actId="680"/>
        <pc:sldMkLst>
          <pc:docMk/>
          <pc:sldMk cId="2425517592" sldId="2147471195"/>
        </pc:sldMkLst>
      </pc:sldChg>
      <pc:sldChg chg="addSp modSp new mod modShow">
        <pc:chgData name="Li,Yuting (HP Medicine) BII-CN-S" userId="ce8fbb54-122c-426d-b8da-fdcc5e1b5022" providerId="ADAL" clId="{8C02651C-F14A-45EC-886B-C9413A2472FC}" dt="2023-02-17T02:41:46.747" v="1216" actId="1076"/>
        <pc:sldMkLst>
          <pc:docMk/>
          <pc:sldMk cId="3948094717" sldId="2147471196"/>
        </pc:sldMkLst>
        <pc:picChg chg="add mod modCrop">
          <ac:chgData name="Li,Yuting (HP Medicine) BII-CN-S" userId="ce8fbb54-122c-426d-b8da-fdcc5e1b5022" providerId="ADAL" clId="{8C02651C-F14A-45EC-886B-C9413A2472FC}" dt="2023-02-17T02:41:46.747" v="1216" actId="1076"/>
          <ac:picMkLst>
            <pc:docMk/>
            <pc:sldMk cId="3948094717" sldId="2147471196"/>
            <ac:picMk id="7" creationId="{3579EA34-165F-4C4A-BFCD-34001B9492AB}"/>
          </ac:picMkLst>
        </pc:picChg>
      </pc:sldChg>
      <pc:sldChg chg="addSp delSp new del mod modShow">
        <pc:chgData name="Li,Yuting (HP Medicine) BII-CN-S" userId="ce8fbb54-122c-426d-b8da-fdcc5e1b5022" providerId="ADAL" clId="{8C02651C-F14A-45EC-886B-C9413A2472FC}" dt="2023-03-08T08:18:09.247" v="1237" actId="680"/>
        <pc:sldMkLst>
          <pc:docMk/>
          <pc:sldMk cId="342012355" sldId="2147471197"/>
        </pc:sldMkLst>
        <pc:picChg chg="add del">
          <ac:chgData name="Li,Yuting (HP Medicine) BII-CN-S" userId="ce8fbb54-122c-426d-b8da-fdcc5e1b5022" providerId="ADAL" clId="{8C02651C-F14A-45EC-886B-C9413A2472FC}" dt="2023-03-08T08:18:07.813" v="1236"/>
          <ac:picMkLst>
            <pc:docMk/>
            <pc:sldMk cId="342012355" sldId="2147471197"/>
            <ac:picMk id="691202" creationId="{7A21C8EB-2092-4D05-AFB4-BE7CD335FD18}"/>
          </ac:picMkLst>
        </pc:picChg>
      </pc:sldChg>
    </pc:docChg>
  </pc:docChgLst>
  <pc:docChgLst>
    <pc:chgData name="Li,Yuting (HP Medicine) BII-CN-S" userId="ce8fbb54-122c-426d-b8da-fdcc5e1b5022" providerId="ADAL" clId="{7D47AE6F-67AD-4EBB-A64A-B09F995ADE44}"/>
    <pc:docChg chg="undo custSel addSld delSld modSld sldOrd">
      <pc:chgData name="Li,Yuting (HP Medicine) BII-CN-S" userId="ce8fbb54-122c-426d-b8da-fdcc5e1b5022" providerId="ADAL" clId="{7D47AE6F-67AD-4EBB-A64A-B09F995ADE44}" dt="2022-04-11T12:40:47.226" v="3038" actId="1076"/>
      <pc:docMkLst>
        <pc:docMk/>
      </pc:docMkLst>
      <pc:sldChg chg="add">
        <pc:chgData name="Li,Yuting (HP Medicine) BII-CN-S" userId="ce8fbb54-122c-426d-b8da-fdcc5e1b5022" providerId="ADAL" clId="{7D47AE6F-67AD-4EBB-A64A-B09F995ADE44}" dt="2022-04-05T07:44:02.017" v="882"/>
        <pc:sldMkLst>
          <pc:docMk/>
          <pc:sldMk cId="3309926693" sldId="259"/>
        </pc:sldMkLst>
      </pc:sldChg>
      <pc:sldChg chg="add">
        <pc:chgData name="Li,Yuting (HP Medicine) BII-CN-S" userId="ce8fbb54-122c-426d-b8da-fdcc5e1b5022" providerId="ADAL" clId="{7D47AE6F-67AD-4EBB-A64A-B09F995ADE44}" dt="2022-04-05T07:44:02.017" v="882"/>
        <pc:sldMkLst>
          <pc:docMk/>
          <pc:sldMk cId="3737261434" sldId="261"/>
        </pc:sldMkLst>
      </pc:sldChg>
      <pc:sldChg chg="add del ord">
        <pc:chgData name="Li,Yuting (HP Medicine) BII-CN-S" userId="ce8fbb54-122c-426d-b8da-fdcc5e1b5022" providerId="ADAL" clId="{7D47AE6F-67AD-4EBB-A64A-B09F995ADE44}" dt="2022-04-05T07:07:49.123" v="386"/>
        <pc:sldMkLst>
          <pc:docMk/>
          <pc:sldMk cId="2569566961" sldId="376"/>
        </pc:sldMkLst>
      </pc:sldChg>
      <pc:sldChg chg="add del ord">
        <pc:chgData name="Li,Yuting (HP Medicine) BII-CN-S" userId="ce8fbb54-122c-426d-b8da-fdcc5e1b5022" providerId="ADAL" clId="{7D47AE6F-67AD-4EBB-A64A-B09F995ADE44}" dt="2022-04-05T07:07:49.123" v="386"/>
        <pc:sldMkLst>
          <pc:docMk/>
          <pc:sldMk cId="2529678629" sldId="378"/>
        </pc:sldMkLst>
      </pc:sldChg>
      <pc:sldChg chg="modSp mod">
        <pc:chgData name="Li,Yuting (HP Medicine) BII-CN-S" userId="ce8fbb54-122c-426d-b8da-fdcc5e1b5022" providerId="ADAL" clId="{7D47AE6F-67AD-4EBB-A64A-B09F995ADE44}" dt="2022-04-11T05:38:48.598" v="2709" actId="14100"/>
        <pc:sldMkLst>
          <pc:docMk/>
          <pc:sldMk cId="3524290913" sldId="887"/>
        </pc:sldMkLst>
        <pc:spChg chg="mod">
          <ac:chgData name="Li,Yuting (HP Medicine) BII-CN-S" userId="ce8fbb54-122c-426d-b8da-fdcc5e1b5022" providerId="ADAL" clId="{7D47AE6F-67AD-4EBB-A64A-B09F995ADE44}" dt="2022-04-11T05:37:56.439" v="2660" actId="1038"/>
          <ac:spMkLst>
            <pc:docMk/>
            <pc:sldMk cId="3524290913" sldId="887"/>
            <ac:spMk id="12" creationId="{00000000-0000-0000-0000-000000000000}"/>
          </ac:spMkLst>
        </pc:spChg>
        <pc:spChg chg="mod">
          <ac:chgData name="Li,Yuting (HP Medicine) BII-CN-S" userId="ce8fbb54-122c-426d-b8da-fdcc5e1b5022" providerId="ADAL" clId="{7D47AE6F-67AD-4EBB-A64A-B09F995ADE44}" dt="2022-04-11T05:37:56.439" v="2660" actId="1038"/>
          <ac:spMkLst>
            <pc:docMk/>
            <pc:sldMk cId="3524290913" sldId="887"/>
            <ac:spMk id="14" creationId="{00000000-0000-0000-0000-000000000000}"/>
          </ac:spMkLst>
        </pc:spChg>
        <pc:spChg chg="mod">
          <ac:chgData name="Li,Yuting (HP Medicine) BII-CN-S" userId="ce8fbb54-122c-426d-b8da-fdcc5e1b5022" providerId="ADAL" clId="{7D47AE6F-67AD-4EBB-A64A-B09F995ADE44}" dt="2022-04-05T06:47:52.243" v="10" actId="1076"/>
          <ac:spMkLst>
            <pc:docMk/>
            <pc:sldMk cId="3524290913" sldId="887"/>
            <ac:spMk id="166" creationId="{4EFF5992-CD5C-40C0-A183-FB6D9A6C0FCB}"/>
          </ac:spMkLst>
        </pc:spChg>
        <pc:spChg chg="ord">
          <ac:chgData name="Li,Yuting (HP Medicine) BII-CN-S" userId="ce8fbb54-122c-426d-b8da-fdcc5e1b5022" providerId="ADAL" clId="{7D47AE6F-67AD-4EBB-A64A-B09F995ADE44}" dt="2022-04-11T05:37:43.758" v="2625" actId="166"/>
          <ac:spMkLst>
            <pc:docMk/>
            <pc:sldMk cId="3524290913" sldId="887"/>
            <ac:spMk id="172" creationId="{00000000-0000-0000-0000-000000000000}"/>
          </ac:spMkLst>
        </pc:spChg>
        <pc:spChg chg="mod">
          <ac:chgData name="Li,Yuting (HP Medicine) BII-CN-S" userId="ce8fbb54-122c-426d-b8da-fdcc5e1b5022" providerId="ADAL" clId="{7D47AE6F-67AD-4EBB-A64A-B09F995ADE44}" dt="2022-04-11T05:38:27.233" v="2705" actId="1038"/>
          <ac:spMkLst>
            <pc:docMk/>
            <pc:sldMk cId="3524290913" sldId="887"/>
            <ac:spMk id="174" creationId="{D08C5EAF-84CD-4074-A8AE-5EB9E6289378}"/>
          </ac:spMkLst>
        </pc:spChg>
        <pc:spChg chg="mod">
          <ac:chgData name="Li,Yuting (HP Medicine) BII-CN-S" userId="ce8fbb54-122c-426d-b8da-fdcc5e1b5022" providerId="ADAL" clId="{7D47AE6F-67AD-4EBB-A64A-B09F995ADE44}" dt="2022-04-11T05:38:27.233" v="2705" actId="1038"/>
          <ac:spMkLst>
            <pc:docMk/>
            <pc:sldMk cId="3524290913" sldId="887"/>
            <ac:spMk id="178" creationId="{028381EB-A3B2-4E56-92CC-F1B8B418A083}"/>
          </ac:spMkLst>
        </pc:spChg>
        <pc:spChg chg="mod">
          <ac:chgData name="Li,Yuting (HP Medicine) BII-CN-S" userId="ce8fbb54-122c-426d-b8da-fdcc5e1b5022" providerId="ADAL" clId="{7D47AE6F-67AD-4EBB-A64A-B09F995ADE44}" dt="2022-04-11T05:38:48.598" v="2709" actId="14100"/>
          <ac:spMkLst>
            <pc:docMk/>
            <pc:sldMk cId="3524290913" sldId="887"/>
            <ac:spMk id="179" creationId="{76B2B073-55B9-489E-9DB2-DE54D32D033F}"/>
          </ac:spMkLst>
        </pc:spChg>
        <pc:spChg chg="mod">
          <ac:chgData name="Li,Yuting (HP Medicine) BII-CN-S" userId="ce8fbb54-122c-426d-b8da-fdcc5e1b5022" providerId="ADAL" clId="{7D47AE6F-67AD-4EBB-A64A-B09F995ADE44}" dt="2022-04-08T01:33:03.615" v="1083" actId="14100"/>
          <ac:spMkLst>
            <pc:docMk/>
            <pc:sldMk cId="3524290913" sldId="887"/>
            <ac:spMk id="241" creationId="{BB8CA441-CAF3-49DE-9132-10328C7407DA}"/>
          </ac:spMkLst>
        </pc:spChg>
        <pc:spChg chg="mod">
          <ac:chgData name="Li,Yuting (HP Medicine) BII-CN-S" userId="ce8fbb54-122c-426d-b8da-fdcc5e1b5022" providerId="ADAL" clId="{7D47AE6F-67AD-4EBB-A64A-B09F995ADE44}" dt="2022-04-08T01:33:11.056" v="1084" actId="1076"/>
          <ac:spMkLst>
            <pc:docMk/>
            <pc:sldMk cId="3524290913" sldId="887"/>
            <ac:spMk id="244" creationId="{00000000-0000-0000-0000-000000000000}"/>
          </ac:spMkLst>
        </pc:spChg>
        <pc:spChg chg="mod">
          <ac:chgData name="Li,Yuting (HP Medicine) BII-CN-S" userId="ce8fbb54-122c-426d-b8da-fdcc5e1b5022" providerId="ADAL" clId="{7D47AE6F-67AD-4EBB-A64A-B09F995ADE44}" dt="2022-04-08T01:33:29.486" v="1094" actId="1076"/>
          <ac:spMkLst>
            <pc:docMk/>
            <pc:sldMk cId="3524290913" sldId="887"/>
            <ac:spMk id="246" creationId="{00000000-0000-0000-0000-000000000000}"/>
          </ac:spMkLst>
        </pc:spChg>
        <pc:spChg chg="mod">
          <ac:chgData name="Li,Yuting (HP Medicine) BII-CN-S" userId="ce8fbb54-122c-426d-b8da-fdcc5e1b5022" providerId="ADAL" clId="{7D47AE6F-67AD-4EBB-A64A-B09F995ADE44}" dt="2022-04-08T01:33:23.568" v="1093" actId="20577"/>
          <ac:spMkLst>
            <pc:docMk/>
            <pc:sldMk cId="3524290913" sldId="887"/>
            <ac:spMk id="247" creationId="{9224C17E-1AA1-4096-A3FD-25D6FD8BA444}"/>
          </ac:spMkLst>
        </pc:spChg>
        <pc:cxnChg chg="mod">
          <ac:chgData name="Li,Yuting (HP Medicine) BII-CN-S" userId="ce8fbb54-122c-426d-b8da-fdcc5e1b5022" providerId="ADAL" clId="{7D47AE6F-67AD-4EBB-A64A-B09F995ADE44}" dt="2022-04-05T06:47:54.377" v="11" actId="1076"/>
          <ac:cxnSpMkLst>
            <pc:docMk/>
            <pc:sldMk cId="3524290913" sldId="887"/>
            <ac:cxnSpMk id="156" creationId="{17FE68B3-3D4B-41B3-A72D-D4B1F0408B02}"/>
          </ac:cxnSpMkLst>
        </pc:cxnChg>
        <pc:cxnChg chg="mod">
          <ac:chgData name="Li,Yuting (HP Medicine) BII-CN-S" userId="ce8fbb54-122c-426d-b8da-fdcc5e1b5022" providerId="ADAL" clId="{7D47AE6F-67AD-4EBB-A64A-B09F995ADE44}" dt="2022-04-08T01:33:03.615" v="1083" actId="14100"/>
          <ac:cxnSpMkLst>
            <pc:docMk/>
            <pc:sldMk cId="3524290913" sldId="887"/>
            <ac:cxnSpMk id="239" creationId="{9C165100-0114-4167-8FF0-BFF01B293D04}"/>
          </ac:cxnSpMkLst>
        </pc:cxnChg>
      </pc:sldChg>
      <pc:sldChg chg="add del">
        <pc:chgData name="Li,Yuting (HP Medicine) BII-CN-S" userId="ce8fbb54-122c-426d-b8da-fdcc5e1b5022" providerId="ADAL" clId="{7D47AE6F-67AD-4EBB-A64A-B09F995ADE44}" dt="2022-04-05T07:41:41.319" v="862"/>
        <pc:sldMkLst>
          <pc:docMk/>
          <pc:sldMk cId="113715563" sldId="1059"/>
        </pc:sldMkLst>
      </pc:sldChg>
      <pc:sldChg chg="modSp mod">
        <pc:chgData name="Li,Yuting (HP Medicine) BII-CN-S" userId="ce8fbb54-122c-426d-b8da-fdcc5e1b5022" providerId="ADAL" clId="{7D47AE6F-67AD-4EBB-A64A-B09F995ADE44}" dt="2022-04-08T01:58:51.918" v="1378" actId="242"/>
        <pc:sldMkLst>
          <pc:docMk/>
          <pc:sldMk cId="669747058" sldId="6596"/>
        </pc:sldMkLst>
        <pc:spChg chg="mod">
          <ac:chgData name="Li,Yuting (HP Medicine) BII-CN-S" userId="ce8fbb54-122c-426d-b8da-fdcc5e1b5022" providerId="ADAL" clId="{7D47AE6F-67AD-4EBB-A64A-B09F995ADE44}" dt="2022-04-05T07:11:39.113" v="392" actId="14100"/>
          <ac:spMkLst>
            <pc:docMk/>
            <pc:sldMk cId="669747058" sldId="6596"/>
            <ac:spMk id="58" creationId="{F5A6B9FE-5135-46CA-B020-47DC5CCE42EF}"/>
          </ac:spMkLst>
        </pc:spChg>
        <pc:spChg chg="mod">
          <ac:chgData name="Li,Yuting (HP Medicine) BII-CN-S" userId="ce8fbb54-122c-426d-b8da-fdcc5e1b5022" providerId="ADAL" clId="{7D47AE6F-67AD-4EBB-A64A-B09F995ADE44}" dt="2022-04-08T01:58:51.918" v="1378" actId="242"/>
          <ac:spMkLst>
            <pc:docMk/>
            <pc:sldMk cId="669747058" sldId="6596"/>
            <ac:spMk id="70" creationId="{A1E70551-578A-4B35-ACAC-04BA6E603952}"/>
          </ac:spMkLst>
        </pc:spChg>
        <pc:grpChg chg="mod">
          <ac:chgData name="Li,Yuting (HP Medicine) BII-CN-S" userId="ce8fbb54-122c-426d-b8da-fdcc5e1b5022" providerId="ADAL" clId="{7D47AE6F-67AD-4EBB-A64A-B09F995ADE44}" dt="2022-04-05T07:15:00.165" v="506" actId="1076"/>
          <ac:grpSpMkLst>
            <pc:docMk/>
            <pc:sldMk cId="669747058" sldId="6596"/>
            <ac:grpSpMk id="71" creationId="{00000000-0000-0000-0000-000000000000}"/>
          </ac:grpSpMkLst>
        </pc:grpChg>
      </pc:sldChg>
      <pc:sldChg chg="modSp mod">
        <pc:chgData name="Li,Yuting (HP Medicine) BII-CN-S" userId="ce8fbb54-122c-426d-b8da-fdcc5e1b5022" providerId="ADAL" clId="{7D47AE6F-67AD-4EBB-A64A-B09F995ADE44}" dt="2022-04-08T01:20:40.694" v="886" actId="20577"/>
        <pc:sldMkLst>
          <pc:docMk/>
          <pc:sldMk cId="64439630" sldId="6601"/>
        </pc:sldMkLst>
        <pc:spChg chg="mod">
          <ac:chgData name="Li,Yuting (HP Medicine) BII-CN-S" userId="ce8fbb54-122c-426d-b8da-fdcc5e1b5022" providerId="ADAL" clId="{7D47AE6F-67AD-4EBB-A64A-B09F995ADE44}" dt="2022-04-05T06:46:49.331" v="7" actId="20577"/>
          <ac:spMkLst>
            <pc:docMk/>
            <pc:sldMk cId="64439630" sldId="6601"/>
            <ac:spMk id="5" creationId="{00000000-0000-0000-0000-000000000000}"/>
          </ac:spMkLst>
        </pc:spChg>
        <pc:spChg chg="mod">
          <ac:chgData name="Li,Yuting (HP Medicine) BII-CN-S" userId="ce8fbb54-122c-426d-b8da-fdcc5e1b5022" providerId="ADAL" clId="{7D47AE6F-67AD-4EBB-A64A-B09F995ADE44}" dt="2022-04-08T01:20:40.694" v="886" actId="20577"/>
          <ac:spMkLst>
            <pc:docMk/>
            <pc:sldMk cId="64439630" sldId="6601"/>
            <ac:spMk id="6" creationId="{00000000-0000-0000-0000-000000000000}"/>
          </ac:spMkLst>
        </pc:spChg>
      </pc:sldChg>
      <pc:sldChg chg="add del ord">
        <pc:chgData name="Li,Yuting (HP Medicine) BII-CN-S" userId="ce8fbb54-122c-426d-b8da-fdcc5e1b5022" providerId="ADAL" clId="{7D47AE6F-67AD-4EBB-A64A-B09F995ADE44}" dt="2022-04-05T07:07:49.123" v="386"/>
        <pc:sldMkLst>
          <pc:docMk/>
          <pc:sldMk cId="2455590348" sldId="6627"/>
        </pc:sldMkLst>
      </pc:sldChg>
      <pc:sldChg chg="add del ord">
        <pc:chgData name="Li,Yuting (HP Medicine) BII-CN-S" userId="ce8fbb54-122c-426d-b8da-fdcc5e1b5022" providerId="ADAL" clId="{7D47AE6F-67AD-4EBB-A64A-B09F995ADE44}" dt="2022-04-05T07:07:49.123" v="386"/>
        <pc:sldMkLst>
          <pc:docMk/>
          <pc:sldMk cId="2293915906" sldId="6630"/>
        </pc:sldMkLst>
      </pc:sldChg>
      <pc:sldChg chg="modSp mod">
        <pc:chgData name="Li,Yuting (HP Medicine) BII-CN-S" userId="ce8fbb54-122c-426d-b8da-fdcc5e1b5022" providerId="ADAL" clId="{7D47AE6F-67AD-4EBB-A64A-B09F995ADE44}" dt="2022-04-11T12:10:31.775" v="2952" actId="20577"/>
        <pc:sldMkLst>
          <pc:docMk/>
          <pc:sldMk cId="2253265356" sldId="2141413456"/>
        </pc:sldMkLst>
        <pc:spChg chg="mod">
          <ac:chgData name="Li,Yuting (HP Medicine) BII-CN-S" userId="ce8fbb54-122c-426d-b8da-fdcc5e1b5022" providerId="ADAL" clId="{7D47AE6F-67AD-4EBB-A64A-B09F995ADE44}" dt="2022-04-11T12:10:31.775" v="2952" actId="20577"/>
          <ac:spMkLst>
            <pc:docMk/>
            <pc:sldMk cId="2253265356" sldId="2141413456"/>
            <ac:spMk id="90" creationId="{F9345081-D2EC-4F9D-A965-3B9D77318B16}"/>
          </ac:spMkLst>
        </pc:spChg>
      </pc:sldChg>
      <pc:sldChg chg="add del ord">
        <pc:chgData name="Li,Yuting (HP Medicine) BII-CN-S" userId="ce8fbb54-122c-426d-b8da-fdcc5e1b5022" providerId="ADAL" clId="{7D47AE6F-67AD-4EBB-A64A-B09F995ADE44}" dt="2022-04-05T07:07:49.123" v="386"/>
        <pc:sldMkLst>
          <pc:docMk/>
          <pc:sldMk cId="1967766015" sldId="2141414085"/>
        </pc:sldMkLst>
      </pc:sldChg>
      <pc:sldChg chg="add del ord">
        <pc:chgData name="Li,Yuting (HP Medicine) BII-CN-S" userId="ce8fbb54-122c-426d-b8da-fdcc5e1b5022" providerId="ADAL" clId="{7D47AE6F-67AD-4EBB-A64A-B09F995ADE44}" dt="2022-04-05T07:07:49.123" v="386"/>
        <pc:sldMkLst>
          <pc:docMk/>
          <pc:sldMk cId="748608316" sldId="2141414087"/>
        </pc:sldMkLst>
      </pc:sldChg>
      <pc:sldChg chg="add del ord">
        <pc:chgData name="Li,Yuting (HP Medicine) BII-CN-S" userId="ce8fbb54-122c-426d-b8da-fdcc5e1b5022" providerId="ADAL" clId="{7D47AE6F-67AD-4EBB-A64A-B09F995ADE44}" dt="2022-04-05T07:07:49.123" v="386"/>
        <pc:sldMkLst>
          <pc:docMk/>
          <pc:sldMk cId="2389403383" sldId="2141414088"/>
        </pc:sldMkLst>
      </pc:sldChg>
      <pc:sldChg chg="add del ord">
        <pc:chgData name="Li,Yuting (HP Medicine) BII-CN-S" userId="ce8fbb54-122c-426d-b8da-fdcc5e1b5022" providerId="ADAL" clId="{7D47AE6F-67AD-4EBB-A64A-B09F995ADE44}" dt="2022-04-05T07:07:49.123" v="386"/>
        <pc:sldMkLst>
          <pc:docMk/>
          <pc:sldMk cId="2918241441" sldId="2141414089"/>
        </pc:sldMkLst>
      </pc:sldChg>
      <pc:sldChg chg="add del ord">
        <pc:chgData name="Li,Yuting (HP Medicine) BII-CN-S" userId="ce8fbb54-122c-426d-b8da-fdcc5e1b5022" providerId="ADAL" clId="{7D47AE6F-67AD-4EBB-A64A-B09F995ADE44}" dt="2022-04-05T07:07:49.123" v="386"/>
        <pc:sldMkLst>
          <pc:docMk/>
          <pc:sldMk cId="578683594" sldId="2141414090"/>
        </pc:sldMkLst>
      </pc:sldChg>
      <pc:sldChg chg="delSp modSp mod">
        <pc:chgData name="Li,Yuting (HP Medicine) BII-CN-S" userId="ce8fbb54-122c-426d-b8da-fdcc5e1b5022" providerId="ADAL" clId="{7D47AE6F-67AD-4EBB-A64A-B09F995ADE44}" dt="2022-04-11T12:17:02.084" v="3036" actId="14100"/>
        <pc:sldMkLst>
          <pc:docMk/>
          <pc:sldMk cId="4267623655" sldId="2141414117"/>
        </pc:sldMkLst>
        <pc:spChg chg="del">
          <ac:chgData name="Li,Yuting (HP Medicine) BII-CN-S" userId="ce8fbb54-122c-426d-b8da-fdcc5e1b5022" providerId="ADAL" clId="{7D47AE6F-67AD-4EBB-A64A-B09F995ADE44}" dt="2022-04-11T12:16:22.988" v="3027" actId="478"/>
          <ac:spMkLst>
            <pc:docMk/>
            <pc:sldMk cId="4267623655" sldId="2141414117"/>
            <ac:spMk id="12" creationId="{87FF85B0-C510-4073-A6FB-82E1DF91F3E3}"/>
          </ac:spMkLst>
        </pc:spChg>
        <pc:spChg chg="mod">
          <ac:chgData name="Li,Yuting (HP Medicine) BII-CN-S" userId="ce8fbb54-122c-426d-b8da-fdcc5e1b5022" providerId="ADAL" clId="{7D47AE6F-67AD-4EBB-A64A-B09F995ADE44}" dt="2022-04-11T12:16:41.467" v="3031" actId="1076"/>
          <ac:spMkLst>
            <pc:docMk/>
            <pc:sldMk cId="4267623655" sldId="2141414117"/>
            <ac:spMk id="20" creationId="{3ADCE14F-0FDE-4B34-BCC7-F95D00B678C1}"/>
          </ac:spMkLst>
        </pc:spChg>
        <pc:spChg chg="del">
          <ac:chgData name="Li,Yuting (HP Medicine) BII-CN-S" userId="ce8fbb54-122c-426d-b8da-fdcc5e1b5022" providerId="ADAL" clId="{7D47AE6F-67AD-4EBB-A64A-B09F995ADE44}" dt="2022-04-11T12:16:44.707" v="3032" actId="478"/>
          <ac:spMkLst>
            <pc:docMk/>
            <pc:sldMk cId="4267623655" sldId="2141414117"/>
            <ac:spMk id="125" creationId="{480A3C5F-E77C-47A8-AE4F-3BCD8220476C}"/>
          </ac:spMkLst>
        </pc:spChg>
        <pc:spChg chg="mod">
          <ac:chgData name="Li,Yuting (HP Medicine) BII-CN-S" userId="ce8fbb54-122c-426d-b8da-fdcc5e1b5022" providerId="ADAL" clId="{7D47AE6F-67AD-4EBB-A64A-B09F995ADE44}" dt="2022-04-11T12:16:51.671" v="3034" actId="1076"/>
          <ac:spMkLst>
            <pc:docMk/>
            <pc:sldMk cId="4267623655" sldId="2141414117"/>
            <ac:spMk id="126" creationId="{D9EDAAA1-F498-4454-9FBC-C2DB2FC0CDA1}"/>
          </ac:spMkLst>
        </pc:spChg>
        <pc:spChg chg="del">
          <ac:chgData name="Li,Yuting (HP Medicine) BII-CN-S" userId="ce8fbb54-122c-426d-b8da-fdcc5e1b5022" providerId="ADAL" clId="{7D47AE6F-67AD-4EBB-A64A-B09F995ADE44}" dt="2022-04-11T12:16:47.640" v="3033" actId="478"/>
          <ac:spMkLst>
            <pc:docMk/>
            <pc:sldMk cId="4267623655" sldId="2141414117"/>
            <ac:spMk id="128" creationId="{94502F14-4551-45C0-98DD-39EECF79B5F6}"/>
          </ac:spMkLst>
        </pc:spChg>
        <pc:spChg chg="del">
          <ac:chgData name="Li,Yuting (HP Medicine) BII-CN-S" userId="ce8fbb54-122c-426d-b8da-fdcc5e1b5022" providerId="ADAL" clId="{7D47AE6F-67AD-4EBB-A64A-B09F995ADE44}" dt="2022-04-11T12:16:28.953" v="3028" actId="478"/>
          <ac:spMkLst>
            <pc:docMk/>
            <pc:sldMk cId="4267623655" sldId="2141414117"/>
            <ac:spMk id="130" creationId="{8AB09DBD-77B0-4DF4-91A3-3A4B15F27541}"/>
          </ac:spMkLst>
        </pc:spChg>
        <pc:spChg chg="mod">
          <ac:chgData name="Li,Yuting (HP Medicine) BII-CN-S" userId="ce8fbb54-122c-426d-b8da-fdcc5e1b5022" providerId="ADAL" clId="{7D47AE6F-67AD-4EBB-A64A-B09F995ADE44}" dt="2022-04-10T11:09:22.524" v="1716" actId="1076"/>
          <ac:spMkLst>
            <pc:docMk/>
            <pc:sldMk cId="4267623655" sldId="2141414117"/>
            <ac:spMk id="168" creationId="{7411A1FC-89E6-4851-A808-DC6B182F9CFD}"/>
          </ac:spMkLst>
        </pc:spChg>
        <pc:spChg chg="mod">
          <ac:chgData name="Li,Yuting (HP Medicine) BII-CN-S" userId="ce8fbb54-122c-426d-b8da-fdcc5e1b5022" providerId="ADAL" clId="{7D47AE6F-67AD-4EBB-A64A-B09F995ADE44}" dt="2022-04-10T11:09:44.620" v="1740" actId="1076"/>
          <ac:spMkLst>
            <pc:docMk/>
            <pc:sldMk cId="4267623655" sldId="2141414117"/>
            <ac:spMk id="176" creationId="{D3AE9AFB-1837-41A9-92FD-2D4648C9FF99}"/>
          </ac:spMkLst>
        </pc:spChg>
        <pc:spChg chg="mod">
          <ac:chgData name="Li,Yuting (HP Medicine) BII-CN-S" userId="ce8fbb54-122c-426d-b8da-fdcc5e1b5022" providerId="ADAL" clId="{7D47AE6F-67AD-4EBB-A64A-B09F995ADE44}" dt="2022-04-11T12:16:56.053" v="3035" actId="14100"/>
          <ac:spMkLst>
            <pc:docMk/>
            <pc:sldMk cId="4267623655" sldId="2141414117"/>
            <ac:spMk id="181" creationId="{5C702FBC-E075-407B-97C5-C93799B49423}"/>
          </ac:spMkLst>
        </pc:spChg>
        <pc:spChg chg="mod">
          <ac:chgData name="Li,Yuting (HP Medicine) BII-CN-S" userId="ce8fbb54-122c-426d-b8da-fdcc5e1b5022" providerId="ADAL" clId="{7D47AE6F-67AD-4EBB-A64A-B09F995ADE44}" dt="2022-04-11T12:17:02.084" v="3036" actId="14100"/>
          <ac:spMkLst>
            <pc:docMk/>
            <pc:sldMk cId="4267623655" sldId="2141414117"/>
            <ac:spMk id="182" creationId="{2CFAA1DA-F67B-4B70-B2B9-2880ECCB6E35}"/>
          </ac:spMkLst>
        </pc:spChg>
        <pc:spChg chg="mod">
          <ac:chgData name="Li,Yuting (HP Medicine) BII-CN-S" userId="ce8fbb54-122c-426d-b8da-fdcc5e1b5022" providerId="ADAL" clId="{7D47AE6F-67AD-4EBB-A64A-B09F995ADE44}" dt="2022-04-10T11:09:06.357" v="1709" actId="1076"/>
          <ac:spMkLst>
            <pc:docMk/>
            <pc:sldMk cId="4267623655" sldId="2141414117"/>
            <ac:spMk id="191" creationId="{7582EEDD-A9E0-4CC5-8B0C-2A6BFC6C869F}"/>
          </ac:spMkLst>
        </pc:spChg>
        <pc:spChg chg="mod">
          <ac:chgData name="Li,Yuting (HP Medicine) BII-CN-S" userId="ce8fbb54-122c-426d-b8da-fdcc5e1b5022" providerId="ADAL" clId="{7D47AE6F-67AD-4EBB-A64A-B09F995ADE44}" dt="2022-04-11T12:16:00.327" v="3026" actId="1076"/>
          <ac:spMkLst>
            <pc:docMk/>
            <pc:sldMk cId="4267623655" sldId="2141414117"/>
            <ac:spMk id="192" creationId="{31193A60-52A8-4E9D-BB69-B3D203C95D66}"/>
          </ac:spMkLst>
        </pc:spChg>
      </pc:sldChg>
      <pc:sldChg chg="add del">
        <pc:chgData name="Li,Yuting (HP Medicine) BII-CN-S" userId="ce8fbb54-122c-426d-b8da-fdcc5e1b5022" providerId="ADAL" clId="{7D47AE6F-67AD-4EBB-A64A-B09F995ADE44}" dt="2022-04-05T06:47:23.893" v="9"/>
        <pc:sldMkLst>
          <pc:docMk/>
          <pc:sldMk cId="1492430006" sldId="2147377131"/>
        </pc:sldMkLst>
      </pc:sldChg>
      <pc:sldChg chg="modSp add del mod">
        <pc:chgData name="Li,Yuting (HP Medicine) BII-CN-S" userId="ce8fbb54-122c-426d-b8da-fdcc5e1b5022" providerId="ADAL" clId="{7D47AE6F-67AD-4EBB-A64A-B09F995ADE44}" dt="2022-04-08T02:12:21.778" v="1696" actId="1076"/>
        <pc:sldMkLst>
          <pc:docMk/>
          <pc:sldMk cId="2995017813" sldId="2147377135"/>
        </pc:sldMkLst>
        <pc:spChg chg="mod">
          <ac:chgData name="Li,Yuting (HP Medicine) BII-CN-S" userId="ce8fbb54-122c-426d-b8da-fdcc5e1b5022" providerId="ADAL" clId="{7D47AE6F-67AD-4EBB-A64A-B09F995ADE44}" dt="2022-04-08T02:12:18.315" v="1695" actId="1076"/>
          <ac:spMkLst>
            <pc:docMk/>
            <pc:sldMk cId="2995017813" sldId="2147377135"/>
            <ac:spMk id="29" creationId="{9224C17E-1AA1-4096-A3FD-25D6FD8BA444}"/>
          </ac:spMkLst>
        </pc:spChg>
        <pc:spChg chg="mod">
          <ac:chgData name="Li,Yuting (HP Medicine) BII-CN-S" userId="ce8fbb54-122c-426d-b8da-fdcc5e1b5022" providerId="ADAL" clId="{7D47AE6F-67AD-4EBB-A64A-B09F995ADE44}" dt="2022-04-05T07:42:29.778" v="875" actId="20577"/>
          <ac:spMkLst>
            <pc:docMk/>
            <pc:sldMk cId="2995017813" sldId="2147377135"/>
            <ac:spMk id="48" creationId="{2BC2359D-5CE8-46B9-9B8D-7F387423F2B1}"/>
          </ac:spMkLst>
        </pc:spChg>
        <pc:cxnChg chg="mod">
          <ac:chgData name="Li,Yuting (HP Medicine) BII-CN-S" userId="ce8fbb54-122c-426d-b8da-fdcc5e1b5022" providerId="ADAL" clId="{7D47AE6F-67AD-4EBB-A64A-B09F995ADE44}" dt="2022-04-08T02:12:21.778" v="1696" actId="1076"/>
          <ac:cxnSpMkLst>
            <pc:docMk/>
            <pc:sldMk cId="2995017813" sldId="2147377135"/>
            <ac:cxnSpMk id="28" creationId="{9C165100-0114-4167-8FF0-BFF01B293D04}"/>
          </ac:cxnSpMkLst>
        </pc:cxnChg>
      </pc:sldChg>
      <pc:sldChg chg="addSp delSp modSp mod setBg">
        <pc:chgData name="Li,Yuting (HP Medicine) BII-CN-S" userId="ce8fbb54-122c-426d-b8da-fdcc5e1b5022" providerId="ADAL" clId="{7D47AE6F-67AD-4EBB-A64A-B09F995ADE44}" dt="2022-04-11T12:40:47.226" v="3038" actId="1076"/>
        <pc:sldMkLst>
          <pc:docMk/>
          <pc:sldMk cId="3321039952" sldId="2147377143"/>
        </pc:sldMkLst>
        <pc:spChg chg="mod">
          <ac:chgData name="Li,Yuting (HP Medicine) BII-CN-S" userId="ce8fbb54-122c-426d-b8da-fdcc5e1b5022" providerId="ADAL" clId="{7D47AE6F-67AD-4EBB-A64A-B09F995ADE44}" dt="2022-04-08T01:59:19.993" v="1390" actId="20577"/>
          <ac:spMkLst>
            <pc:docMk/>
            <pc:sldMk cId="3321039952" sldId="2147377143"/>
            <ac:spMk id="6" creationId="{A23B4D5D-81A6-44E7-A875-03A08F7749F9}"/>
          </ac:spMkLst>
        </pc:spChg>
        <pc:spChg chg="del">
          <ac:chgData name="Li,Yuting (HP Medicine) BII-CN-S" userId="ce8fbb54-122c-426d-b8da-fdcc5e1b5022" providerId="ADAL" clId="{7D47AE6F-67AD-4EBB-A64A-B09F995ADE44}" dt="2022-04-05T07:13:59.996" v="495" actId="478"/>
          <ac:spMkLst>
            <pc:docMk/>
            <pc:sldMk cId="3321039952" sldId="2147377143"/>
            <ac:spMk id="39" creationId="{02016B00-B2B2-4D89-8D3B-AA7FA71F2BD2}"/>
          </ac:spMkLst>
        </pc:spChg>
        <pc:spChg chg="mod">
          <ac:chgData name="Li,Yuting (HP Medicine) BII-CN-S" userId="ce8fbb54-122c-426d-b8da-fdcc5e1b5022" providerId="ADAL" clId="{7D47AE6F-67AD-4EBB-A64A-B09F995ADE44}" dt="2022-04-05T07:13:36.530" v="492" actId="207"/>
          <ac:spMkLst>
            <pc:docMk/>
            <pc:sldMk cId="3321039952" sldId="2147377143"/>
            <ac:spMk id="46" creationId="{DE137C92-9594-4869-80DB-7435CE89544A}"/>
          </ac:spMkLst>
        </pc:spChg>
        <pc:spChg chg="mod">
          <ac:chgData name="Li,Yuting (HP Medicine) BII-CN-S" userId="ce8fbb54-122c-426d-b8da-fdcc5e1b5022" providerId="ADAL" clId="{7D47AE6F-67AD-4EBB-A64A-B09F995ADE44}" dt="2022-04-05T07:13:46.639" v="493" actId="207"/>
          <ac:spMkLst>
            <pc:docMk/>
            <pc:sldMk cId="3321039952" sldId="2147377143"/>
            <ac:spMk id="49" creationId="{FE45B817-6AF0-4A19-8D84-144E277659AD}"/>
          </ac:spMkLst>
        </pc:spChg>
        <pc:spChg chg="mod">
          <ac:chgData name="Li,Yuting (HP Medicine) BII-CN-S" userId="ce8fbb54-122c-426d-b8da-fdcc5e1b5022" providerId="ADAL" clId="{7D47AE6F-67AD-4EBB-A64A-B09F995ADE44}" dt="2022-04-05T07:14:33.628" v="501" actId="207"/>
          <ac:spMkLst>
            <pc:docMk/>
            <pc:sldMk cId="3321039952" sldId="2147377143"/>
            <ac:spMk id="51" creationId="{A1E70551-578A-4B35-ACAC-04BA6E603952}"/>
          </ac:spMkLst>
        </pc:spChg>
        <pc:spChg chg="mod">
          <ac:chgData name="Li,Yuting (HP Medicine) BII-CN-S" userId="ce8fbb54-122c-426d-b8da-fdcc5e1b5022" providerId="ADAL" clId="{7D47AE6F-67AD-4EBB-A64A-B09F995ADE44}" dt="2022-04-05T07:14:09.367" v="497" actId="207"/>
          <ac:spMkLst>
            <pc:docMk/>
            <pc:sldMk cId="3321039952" sldId="2147377143"/>
            <ac:spMk id="53" creationId="{B4E8BEE0-0EB3-40D8-9AA2-B2BC6D502A8C}"/>
          </ac:spMkLst>
        </pc:spChg>
        <pc:spChg chg="mod">
          <ac:chgData name="Li,Yuting (HP Medicine) BII-CN-S" userId="ce8fbb54-122c-426d-b8da-fdcc5e1b5022" providerId="ADAL" clId="{7D47AE6F-67AD-4EBB-A64A-B09F995ADE44}" dt="2022-04-05T07:14:51.686" v="504" actId="1076"/>
          <ac:spMkLst>
            <pc:docMk/>
            <pc:sldMk cId="3321039952" sldId="2147377143"/>
            <ac:spMk id="55" creationId="{9224C17E-1AA1-4096-A3FD-25D6FD8BA444}"/>
          </ac:spMkLst>
        </pc:spChg>
        <pc:spChg chg="del mod">
          <ac:chgData name="Li,Yuting (HP Medicine) BII-CN-S" userId="ce8fbb54-122c-426d-b8da-fdcc5e1b5022" providerId="ADAL" clId="{7D47AE6F-67AD-4EBB-A64A-B09F995ADE44}" dt="2022-04-05T07:14:02.869" v="496" actId="478"/>
          <ac:spMkLst>
            <pc:docMk/>
            <pc:sldMk cId="3321039952" sldId="2147377143"/>
            <ac:spMk id="67" creationId="{F720BDDD-0AAD-4413-900A-00C8145730BE}"/>
          </ac:spMkLst>
        </pc:spChg>
        <pc:spChg chg="del">
          <ac:chgData name="Li,Yuting (HP Medicine) BII-CN-S" userId="ce8fbb54-122c-426d-b8da-fdcc5e1b5022" providerId="ADAL" clId="{7D47AE6F-67AD-4EBB-A64A-B09F995ADE44}" dt="2022-04-05T07:14:41.877" v="503" actId="478"/>
          <ac:spMkLst>
            <pc:docMk/>
            <pc:sldMk cId="3321039952" sldId="2147377143"/>
            <ac:spMk id="76" creationId="{9224C17E-1AA1-4096-A3FD-25D6FD8BA444}"/>
          </ac:spMkLst>
        </pc:spChg>
        <pc:spChg chg="del">
          <ac:chgData name="Li,Yuting (HP Medicine) BII-CN-S" userId="ce8fbb54-122c-426d-b8da-fdcc5e1b5022" providerId="ADAL" clId="{7D47AE6F-67AD-4EBB-A64A-B09F995ADE44}" dt="2022-04-05T07:14:38.006" v="502" actId="478"/>
          <ac:spMkLst>
            <pc:docMk/>
            <pc:sldMk cId="3321039952" sldId="2147377143"/>
            <ac:spMk id="79" creationId="{9224C17E-1AA1-4096-A3FD-25D6FD8BA444}"/>
          </ac:spMkLst>
        </pc:spChg>
        <pc:picChg chg="add mod">
          <ac:chgData name="Li,Yuting (HP Medicine) BII-CN-S" userId="ce8fbb54-122c-426d-b8da-fdcc5e1b5022" providerId="ADAL" clId="{7D47AE6F-67AD-4EBB-A64A-B09F995ADE44}" dt="2022-04-11T12:40:47.226" v="3038" actId="1076"/>
          <ac:picMkLst>
            <pc:docMk/>
            <pc:sldMk cId="3321039952" sldId="2147377143"/>
            <ac:picMk id="1026" creationId="{009B5EEC-E79B-42E6-A263-56AA05797EE0}"/>
          </ac:picMkLst>
        </pc:picChg>
        <pc:cxnChg chg="mod">
          <ac:chgData name="Li,Yuting (HP Medicine) BII-CN-S" userId="ce8fbb54-122c-426d-b8da-fdcc5e1b5022" providerId="ADAL" clId="{7D47AE6F-67AD-4EBB-A64A-B09F995ADE44}" dt="2022-04-05T07:14:53.922" v="505" actId="1076"/>
          <ac:cxnSpMkLst>
            <pc:docMk/>
            <pc:sldMk cId="3321039952" sldId="2147377143"/>
            <ac:cxnSpMk id="54" creationId="{9C165100-0114-4167-8FF0-BFF01B293D04}"/>
          </ac:cxnSpMkLst>
        </pc:cxnChg>
      </pc:sldChg>
      <pc:sldChg chg="add del">
        <pc:chgData name="Li,Yuting (HP Medicine) BII-CN-S" userId="ce8fbb54-122c-426d-b8da-fdcc5e1b5022" providerId="ADAL" clId="{7D47AE6F-67AD-4EBB-A64A-B09F995ADE44}" dt="2022-04-05T06:47:23.893" v="9"/>
        <pc:sldMkLst>
          <pc:docMk/>
          <pc:sldMk cId="1001967075" sldId="2147377159"/>
        </pc:sldMkLst>
      </pc:sldChg>
      <pc:sldChg chg="del">
        <pc:chgData name="Li,Yuting (HP Medicine) BII-CN-S" userId="ce8fbb54-122c-426d-b8da-fdcc5e1b5022" providerId="ADAL" clId="{7D47AE6F-67AD-4EBB-A64A-B09F995ADE44}" dt="2022-04-05T07:43:59.447" v="881" actId="47"/>
        <pc:sldMkLst>
          <pc:docMk/>
          <pc:sldMk cId="630768667" sldId="2147377166"/>
        </pc:sldMkLst>
      </pc:sldChg>
      <pc:sldChg chg="addSp delSp modSp mod">
        <pc:chgData name="Li,Yuting (HP Medicine) BII-CN-S" userId="ce8fbb54-122c-426d-b8da-fdcc5e1b5022" providerId="ADAL" clId="{7D47AE6F-67AD-4EBB-A64A-B09F995ADE44}" dt="2022-04-11T06:56:48.440" v="2843" actId="1076"/>
        <pc:sldMkLst>
          <pc:docMk/>
          <pc:sldMk cId="2777933554" sldId="2147377173"/>
        </pc:sldMkLst>
        <pc:spChg chg="mod">
          <ac:chgData name="Li,Yuting (HP Medicine) BII-CN-S" userId="ce8fbb54-122c-426d-b8da-fdcc5e1b5022" providerId="ADAL" clId="{7D47AE6F-67AD-4EBB-A64A-B09F995ADE44}" dt="2022-04-08T01:55:39.829" v="1300" actId="1076"/>
          <ac:spMkLst>
            <pc:docMk/>
            <pc:sldMk cId="2777933554" sldId="2147377173"/>
            <ac:spMk id="6" creationId="{1E1F87E4-2E1F-41A8-A7D5-5E06B5BB7003}"/>
          </ac:spMkLst>
        </pc:spChg>
        <pc:spChg chg="add del mod">
          <ac:chgData name="Li,Yuting (HP Medicine) BII-CN-S" userId="ce8fbb54-122c-426d-b8da-fdcc5e1b5022" providerId="ADAL" clId="{7D47AE6F-67AD-4EBB-A64A-B09F995ADE44}" dt="2022-04-08T01:57:36.229" v="1323"/>
          <ac:spMkLst>
            <pc:docMk/>
            <pc:sldMk cId="2777933554" sldId="2147377173"/>
            <ac:spMk id="23" creationId="{3B703542-BBB7-45E1-A862-BFCCFECF2311}"/>
          </ac:spMkLst>
        </pc:spChg>
        <pc:spChg chg="add mod">
          <ac:chgData name="Li,Yuting (HP Medicine) BII-CN-S" userId="ce8fbb54-122c-426d-b8da-fdcc5e1b5022" providerId="ADAL" clId="{7D47AE6F-67AD-4EBB-A64A-B09F995ADE44}" dt="2022-04-08T01:58:11.013" v="1376" actId="1076"/>
          <ac:spMkLst>
            <pc:docMk/>
            <pc:sldMk cId="2777933554" sldId="2147377173"/>
            <ac:spMk id="24" creationId="{40B19720-78B7-4EAB-8F8F-C41238584220}"/>
          </ac:spMkLst>
        </pc:spChg>
        <pc:spChg chg="mod">
          <ac:chgData name="Li,Yuting (HP Medicine) BII-CN-S" userId="ce8fbb54-122c-426d-b8da-fdcc5e1b5022" providerId="ADAL" clId="{7D47AE6F-67AD-4EBB-A64A-B09F995ADE44}" dt="2022-04-11T06:56:48.440" v="2843" actId="1076"/>
          <ac:spMkLst>
            <pc:docMk/>
            <pc:sldMk cId="2777933554" sldId="2147377173"/>
            <ac:spMk id="41" creationId="{80672632-5059-4D01-BB59-096554D9CD3A}"/>
          </ac:spMkLst>
        </pc:spChg>
        <pc:spChg chg="mod">
          <ac:chgData name="Li,Yuting (HP Medicine) BII-CN-S" userId="ce8fbb54-122c-426d-b8da-fdcc5e1b5022" providerId="ADAL" clId="{7D47AE6F-67AD-4EBB-A64A-B09F995ADE44}" dt="2022-04-08T01:52:02.345" v="1117" actId="14100"/>
          <ac:spMkLst>
            <pc:docMk/>
            <pc:sldMk cId="2777933554" sldId="2147377173"/>
            <ac:spMk id="54" creationId="{35388CBC-F652-48EA-A3C1-83DD6A5290AF}"/>
          </ac:spMkLst>
        </pc:spChg>
        <pc:spChg chg="del mod">
          <ac:chgData name="Li,Yuting (HP Medicine) BII-CN-S" userId="ce8fbb54-122c-426d-b8da-fdcc5e1b5022" providerId="ADAL" clId="{7D47AE6F-67AD-4EBB-A64A-B09F995ADE44}" dt="2022-04-08T01:54:35.820" v="1291" actId="478"/>
          <ac:spMkLst>
            <pc:docMk/>
            <pc:sldMk cId="2777933554" sldId="2147377173"/>
            <ac:spMk id="56" creationId="{C7D6C68D-14C4-4F37-BF34-EA5251569728}"/>
          </ac:spMkLst>
        </pc:spChg>
        <pc:cxnChg chg="add del mod">
          <ac:chgData name="Li,Yuting (HP Medicine) BII-CN-S" userId="ce8fbb54-122c-426d-b8da-fdcc5e1b5022" providerId="ADAL" clId="{7D47AE6F-67AD-4EBB-A64A-B09F995ADE44}" dt="2022-04-08T01:54:19.588" v="1288" actId="478"/>
          <ac:cxnSpMkLst>
            <pc:docMk/>
            <pc:sldMk cId="2777933554" sldId="2147377173"/>
            <ac:cxnSpMk id="12" creationId="{83760F7A-CFC5-4B4A-82C4-783F233E4D38}"/>
          </ac:cxnSpMkLst>
        </pc:cxnChg>
        <pc:cxnChg chg="add mod">
          <ac:chgData name="Li,Yuting (HP Medicine) BII-CN-S" userId="ce8fbb54-122c-426d-b8da-fdcc5e1b5022" providerId="ADAL" clId="{7D47AE6F-67AD-4EBB-A64A-B09F995ADE44}" dt="2022-04-08T01:55:34.483" v="1299" actId="692"/>
          <ac:cxnSpMkLst>
            <pc:docMk/>
            <pc:sldMk cId="2777933554" sldId="2147377173"/>
            <ac:cxnSpMk id="21" creationId="{1B87751B-942C-4406-8E7F-F6A4F3E500A2}"/>
          </ac:cxnSpMkLst>
        </pc:cxnChg>
      </pc:sldChg>
      <pc:sldChg chg="delSp modSp mod">
        <pc:chgData name="Li,Yuting (HP Medicine) BII-CN-S" userId="ce8fbb54-122c-426d-b8da-fdcc5e1b5022" providerId="ADAL" clId="{7D47AE6F-67AD-4EBB-A64A-B09F995ADE44}" dt="2022-04-08T02:01:27.536" v="1484" actId="14100"/>
        <pc:sldMkLst>
          <pc:docMk/>
          <pc:sldMk cId="1349082433" sldId="2147377174"/>
        </pc:sldMkLst>
        <pc:spChg chg="mod">
          <ac:chgData name="Li,Yuting (HP Medicine) BII-CN-S" userId="ce8fbb54-122c-426d-b8da-fdcc5e1b5022" providerId="ADAL" clId="{7D47AE6F-67AD-4EBB-A64A-B09F995ADE44}" dt="2022-04-05T07:35:49.339" v="667" actId="20577"/>
          <ac:spMkLst>
            <pc:docMk/>
            <pc:sldMk cId="1349082433" sldId="2147377174"/>
            <ac:spMk id="65" creationId="{DCA9C7C2-9FFD-4F3E-84B6-3F0272745DC6}"/>
          </ac:spMkLst>
        </pc:spChg>
        <pc:spChg chg="mod">
          <ac:chgData name="Li,Yuting (HP Medicine) BII-CN-S" userId="ce8fbb54-122c-426d-b8da-fdcc5e1b5022" providerId="ADAL" clId="{7D47AE6F-67AD-4EBB-A64A-B09F995ADE44}" dt="2022-04-08T02:01:27.536" v="1484" actId="14100"/>
          <ac:spMkLst>
            <pc:docMk/>
            <pc:sldMk cId="1349082433" sldId="2147377174"/>
            <ac:spMk id="66" creationId="{A1E70551-578A-4B35-ACAC-04BA6E603952}"/>
          </ac:spMkLst>
        </pc:spChg>
        <pc:spChg chg="mod">
          <ac:chgData name="Li,Yuting (HP Medicine) BII-CN-S" userId="ce8fbb54-122c-426d-b8da-fdcc5e1b5022" providerId="ADAL" clId="{7D47AE6F-67AD-4EBB-A64A-B09F995ADE44}" dt="2022-04-05T07:34:22.289" v="633" actId="14100"/>
          <ac:spMkLst>
            <pc:docMk/>
            <pc:sldMk cId="1349082433" sldId="2147377174"/>
            <ac:spMk id="75" creationId="{23E443ED-C91E-4425-963C-DB47A7F0B19C}"/>
          </ac:spMkLst>
        </pc:spChg>
        <pc:spChg chg="mod">
          <ac:chgData name="Li,Yuting (HP Medicine) BII-CN-S" userId="ce8fbb54-122c-426d-b8da-fdcc5e1b5022" providerId="ADAL" clId="{7D47AE6F-67AD-4EBB-A64A-B09F995ADE44}" dt="2022-04-08T02:00:37.687" v="1440" actId="1038"/>
          <ac:spMkLst>
            <pc:docMk/>
            <pc:sldMk cId="1349082433" sldId="2147377174"/>
            <ac:spMk id="76" creationId="{60838ACC-4AB5-4AFC-97DD-2AC12A7AE913}"/>
          </ac:spMkLst>
        </pc:spChg>
        <pc:spChg chg="mod">
          <ac:chgData name="Li,Yuting (HP Medicine) BII-CN-S" userId="ce8fbb54-122c-426d-b8da-fdcc5e1b5022" providerId="ADAL" clId="{7D47AE6F-67AD-4EBB-A64A-B09F995ADE44}" dt="2022-04-08T02:00:37.687" v="1440" actId="1038"/>
          <ac:spMkLst>
            <pc:docMk/>
            <pc:sldMk cId="1349082433" sldId="2147377174"/>
            <ac:spMk id="77" creationId="{081CE0EC-6BFD-4451-B10A-7CFE2288ABAB}"/>
          </ac:spMkLst>
        </pc:spChg>
        <pc:spChg chg="mod">
          <ac:chgData name="Li,Yuting (HP Medicine) BII-CN-S" userId="ce8fbb54-122c-426d-b8da-fdcc5e1b5022" providerId="ADAL" clId="{7D47AE6F-67AD-4EBB-A64A-B09F995ADE44}" dt="2022-04-08T02:01:08.730" v="1480" actId="1076"/>
          <ac:spMkLst>
            <pc:docMk/>
            <pc:sldMk cId="1349082433" sldId="2147377174"/>
            <ac:spMk id="78" creationId="{12C190F4-BC9D-45BD-B3D6-33DFAC0EC02A}"/>
          </ac:spMkLst>
        </pc:spChg>
        <pc:spChg chg="del">
          <ac:chgData name="Li,Yuting (HP Medicine) BII-CN-S" userId="ce8fbb54-122c-426d-b8da-fdcc5e1b5022" providerId="ADAL" clId="{7D47AE6F-67AD-4EBB-A64A-B09F995ADE44}" dt="2022-04-05T07:34:49.090" v="642" actId="478"/>
          <ac:spMkLst>
            <pc:docMk/>
            <pc:sldMk cId="1349082433" sldId="2147377174"/>
            <ac:spMk id="79" creationId="{85B7E99F-FEFC-4F56-9F9B-122063A45BD2}"/>
          </ac:spMkLst>
        </pc:spChg>
        <pc:spChg chg="mod">
          <ac:chgData name="Li,Yuting (HP Medicine) BII-CN-S" userId="ce8fbb54-122c-426d-b8da-fdcc5e1b5022" providerId="ADAL" clId="{7D47AE6F-67AD-4EBB-A64A-B09F995ADE44}" dt="2022-04-08T02:01:24.094" v="1483" actId="14100"/>
          <ac:spMkLst>
            <pc:docMk/>
            <pc:sldMk cId="1349082433" sldId="2147377174"/>
            <ac:spMk id="80" creationId="{851915C3-5DA9-4EE4-BAE7-6DB3DE2FA51E}"/>
          </ac:spMkLst>
        </pc:spChg>
        <pc:spChg chg="mod">
          <ac:chgData name="Li,Yuting (HP Medicine) BII-CN-S" userId="ce8fbb54-122c-426d-b8da-fdcc5e1b5022" providerId="ADAL" clId="{7D47AE6F-67AD-4EBB-A64A-B09F995ADE44}" dt="2022-04-05T07:34:33.203" v="640" actId="20577"/>
          <ac:spMkLst>
            <pc:docMk/>
            <pc:sldMk cId="1349082433" sldId="2147377174"/>
            <ac:spMk id="81" creationId="{DCB95541-3F87-4977-8B60-344DC5A506F3}"/>
          </ac:spMkLst>
        </pc:spChg>
        <pc:spChg chg="mod">
          <ac:chgData name="Li,Yuting (HP Medicine) BII-CN-S" userId="ce8fbb54-122c-426d-b8da-fdcc5e1b5022" providerId="ADAL" clId="{7D47AE6F-67AD-4EBB-A64A-B09F995ADE44}" dt="2022-04-08T02:00:37.687" v="1440" actId="1038"/>
          <ac:spMkLst>
            <pc:docMk/>
            <pc:sldMk cId="1349082433" sldId="2147377174"/>
            <ac:spMk id="84" creationId="{542C7DA4-0985-4CC4-AD0A-DF243707F18E}"/>
          </ac:spMkLst>
        </pc:spChg>
        <pc:spChg chg="mod">
          <ac:chgData name="Li,Yuting (HP Medicine) BII-CN-S" userId="ce8fbb54-122c-426d-b8da-fdcc5e1b5022" providerId="ADAL" clId="{7D47AE6F-67AD-4EBB-A64A-B09F995ADE44}" dt="2022-04-05T07:35:10.381" v="647" actId="20577"/>
          <ac:spMkLst>
            <pc:docMk/>
            <pc:sldMk cId="1349082433" sldId="2147377174"/>
            <ac:spMk id="88" creationId="{9224C17E-1AA1-4096-A3FD-25D6FD8BA444}"/>
          </ac:spMkLst>
        </pc:spChg>
        <pc:spChg chg="mod">
          <ac:chgData name="Li,Yuting (HP Medicine) BII-CN-S" userId="ce8fbb54-122c-426d-b8da-fdcc5e1b5022" providerId="ADAL" clId="{7D47AE6F-67AD-4EBB-A64A-B09F995ADE44}" dt="2022-04-05T07:35:32.363" v="651" actId="20577"/>
          <ac:spMkLst>
            <pc:docMk/>
            <pc:sldMk cId="1349082433" sldId="2147377174"/>
            <ac:spMk id="99" creationId="{60F985A7-AFE4-4927-9447-634719D10FAA}"/>
          </ac:spMkLst>
        </pc:spChg>
        <pc:spChg chg="mod">
          <ac:chgData name="Li,Yuting (HP Medicine) BII-CN-S" userId="ce8fbb54-122c-426d-b8da-fdcc5e1b5022" providerId="ADAL" clId="{7D47AE6F-67AD-4EBB-A64A-B09F995ADE44}" dt="2022-04-08T02:01:18.188" v="1482" actId="1076"/>
          <ac:spMkLst>
            <pc:docMk/>
            <pc:sldMk cId="1349082433" sldId="2147377174"/>
            <ac:spMk id="100" creationId="{134D74FC-D54B-4047-847F-CBB76EC9F3EA}"/>
          </ac:spMkLst>
        </pc:spChg>
        <pc:spChg chg="mod">
          <ac:chgData name="Li,Yuting (HP Medicine) BII-CN-S" userId="ce8fbb54-122c-426d-b8da-fdcc5e1b5022" providerId="ADAL" clId="{7D47AE6F-67AD-4EBB-A64A-B09F995ADE44}" dt="2022-04-08T02:00:37.687" v="1440" actId="1038"/>
          <ac:spMkLst>
            <pc:docMk/>
            <pc:sldMk cId="1349082433" sldId="2147377174"/>
            <ac:spMk id="101" creationId="{116580F7-EF8C-4398-B7E5-B93D4E3B7314}"/>
          </ac:spMkLst>
        </pc:spChg>
        <pc:spChg chg="mod">
          <ac:chgData name="Li,Yuting (HP Medicine) BII-CN-S" userId="ce8fbb54-122c-426d-b8da-fdcc5e1b5022" providerId="ADAL" clId="{7D47AE6F-67AD-4EBB-A64A-B09F995ADE44}" dt="2022-04-08T02:00:37.687" v="1440" actId="1038"/>
          <ac:spMkLst>
            <pc:docMk/>
            <pc:sldMk cId="1349082433" sldId="2147377174"/>
            <ac:spMk id="102" creationId="{A363F998-E792-4751-B41F-BA56653D9BEE}"/>
          </ac:spMkLst>
        </pc:spChg>
        <pc:spChg chg="del">
          <ac:chgData name="Li,Yuting (HP Medicine) BII-CN-S" userId="ce8fbb54-122c-426d-b8da-fdcc5e1b5022" providerId="ADAL" clId="{7D47AE6F-67AD-4EBB-A64A-B09F995ADE44}" dt="2022-04-05T07:34:51.289" v="643" actId="478"/>
          <ac:spMkLst>
            <pc:docMk/>
            <pc:sldMk cId="1349082433" sldId="2147377174"/>
            <ac:spMk id="103" creationId="{3D741225-A3C0-4C3B-9F0D-280A105C9367}"/>
          </ac:spMkLst>
        </pc:spChg>
        <pc:spChg chg="del">
          <ac:chgData name="Li,Yuting (HP Medicine) BII-CN-S" userId="ce8fbb54-122c-426d-b8da-fdcc5e1b5022" providerId="ADAL" clId="{7D47AE6F-67AD-4EBB-A64A-B09F995ADE44}" dt="2022-04-05T07:34:54.339" v="644" actId="478"/>
          <ac:spMkLst>
            <pc:docMk/>
            <pc:sldMk cId="1349082433" sldId="2147377174"/>
            <ac:spMk id="104" creationId="{D61F4CBE-CD99-42C0-A4E9-9E8D1558B1E7}"/>
          </ac:spMkLst>
        </pc:spChg>
        <pc:spChg chg="mod">
          <ac:chgData name="Li,Yuting (HP Medicine) BII-CN-S" userId="ce8fbb54-122c-426d-b8da-fdcc5e1b5022" providerId="ADAL" clId="{7D47AE6F-67AD-4EBB-A64A-B09F995ADE44}" dt="2022-04-08T02:00:37.687" v="1440" actId="1038"/>
          <ac:spMkLst>
            <pc:docMk/>
            <pc:sldMk cId="1349082433" sldId="2147377174"/>
            <ac:spMk id="105" creationId="{785E939B-46E1-4400-AA01-4234544B9F05}"/>
          </ac:spMkLst>
        </pc:spChg>
        <pc:spChg chg="mod">
          <ac:chgData name="Li,Yuting (HP Medicine) BII-CN-S" userId="ce8fbb54-122c-426d-b8da-fdcc5e1b5022" providerId="ADAL" clId="{7D47AE6F-67AD-4EBB-A64A-B09F995ADE44}" dt="2022-04-08T02:00:53.530" v="1477" actId="1037"/>
          <ac:spMkLst>
            <pc:docMk/>
            <pc:sldMk cId="1349082433" sldId="2147377174"/>
            <ac:spMk id="106" creationId="{7F4ADEEE-A1A4-4560-B90D-3B71074032E9}"/>
          </ac:spMkLst>
        </pc:spChg>
        <pc:grpChg chg="mod">
          <ac:chgData name="Li,Yuting (HP Medicine) BII-CN-S" userId="ce8fbb54-122c-426d-b8da-fdcc5e1b5022" providerId="ADAL" clId="{7D47AE6F-67AD-4EBB-A64A-B09F995ADE44}" dt="2022-04-05T07:35:27.547" v="648" actId="1076"/>
          <ac:grpSpMkLst>
            <pc:docMk/>
            <pc:sldMk cId="1349082433" sldId="2147377174"/>
            <ac:grpSpMk id="50" creationId="{00000000-0000-0000-0000-000000000000}"/>
          </ac:grpSpMkLst>
        </pc:grpChg>
      </pc:sldChg>
      <pc:sldChg chg="addSp delSp modSp mod">
        <pc:chgData name="Li,Yuting (HP Medicine) BII-CN-S" userId="ce8fbb54-122c-426d-b8da-fdcc5e1b5022" providerId="ADAL" clId="{7D47AE6F-67AD-4EBB-A64A-B09F995ADE44}" dt="2022-04-11T02:53:53.952" v="2325" actId="1076"/>
        <pc:sldMkLst>
          <pc:docMk/>
          <pc:sldMk cId="2180619049" sldId="2147377175"/>
        </pc:sldMkLst>
        <pc:spChg chg="add mod">
          <ac:chgData name="Li,Yuting (HP Medicine) BII-CN-S" userId="ce8fbb54-122c-426d-b8da-fdcc5e1b5022" providerId="ADAL" clId="{7D47AE6F-67AD-4EBB-A64A-B09F995ADE44}" dt="2022-04-11T02:42:44.977" v="2267" actId="1076"/>
          <ac:spMkLst>
            <pc:docMk/>
            <pc:sldMk cId="2180619049" sldId="2147377175"/>
            <ac:spMk id="4" creationId="{501F5A06-C1EA-40C8-8DDB-CD4EAC8DB202}"/>
          </ac:spMkLst>
        </pc:spChg>
        <pc:spChg chg="mod">
          <ac:chgData name="Li,Yuting (HP Medicine) BII-CN-S" userId="ce8fbb54-122c-426d-b8da-fdcc5e1b5022" providerId="ADAL" clId="{7D47AE6F-67AD-4EBB-A64A-B09F995ADE44}" dt="2022-04-11T02:53:47.557" v="2324" actId="1076"/>
          <ac:spMkLst>
            <pc:docMk/>
            <pc:sldMk cId="2180619049" sldId="2147377175"/>
            <ac:spMk id="5" creationId="{F42D4D85-B89E-4878-A1D5-65E11EAC627A}"/>
          </ac:spMkLst>
        </pc:spChg>
        <pc:spChg chg="mod">
          <ac:chgData name="Li,Yuting (HP Medicine) BII-CN-S" userId="ce8fbb54-122c-426d-b8da-fdcc5e1b5022" providerId="ADAL" clId="{7D47AE6F-67AD-4EBB-A64A-B09F995ADE44}" dt="2022-04-11T02:53:28.295" v="2321" actId="1076"/>
          <ac:spMkLst>
            <pc:docMk/>
            <pc:sldMk cId="2180619049" sldId="2147377175"/>
            <ac:spMk id="11" creationId="{22F72C6A-4C73-4A96-94C4-7A5A695D55A5}"/>
          </ac:spMkLst>
        </pc:spChg>
        <pc:spChg chg="add mod">
          <ac:chgData name="Li,Yuting (HP Medicine) BII-CN-S" userId="ce8fbb54-122c-426d-b8da-fdcc5e1b5022" providerId="ADAL" clId="{7D47AE6F-67AD-4EBB-A64A-B09F995ADE44}" dt="2022-04-11T02:47:22.332" v="2305" actId="6549"/>
          <ac:spMkLst>
            <pc:docMk/>
            <pc:sldMk cId="2180619049" sldId="2147377175"/>
            <ac:spMk id="36" creationId="{9ADF8A0F-CE20-4024-9856-EA35D6A5FB23}"/>
          </ac:spMkLst>
        </pc:spChg>
        <pc:spChg chg="add mod">
          <ac:chgData name="Li,Yuting (HP Medicine) BII-CN-S" userId="ce8fbb54-122c-426d-b8da-fdcc5e1b5022" providerId="ADAL" clId="{7D47AE6F-67AD-4EBB-A64A-B09F995ADE44}" dt="2022-04-10T11:12:37.222" v="1755"/>
          <ac:spMkLst>
            <pc:docMk/>
            <pc:sldMk cId="2180619049" sldId="2147377175"/>
            <ac:spMk id="38" creationId="{98802020-9790-4883-B192-4EF2D02140BF}"/>
          </ac:spMkLst>
        </pc:spChg>
        <pc:spChg chg="add del mod">
          <ac:chgData name="Li,Yuting (HP Medicine) BII-CN-S" userId="ce8fbb54-122c-426d-b8da-fdcc5e1b5022" providerId="ADAL" clId="{7D47AE6F-67AD-4EBB-A64A-B09F995ADE44}" dt="2022-04-10T11:12:43.051" v="1756" actId="478"/>
          <ac:spMkLst>
            <pc:docMk/>
            <pc:sldMk cId="2180619049" sldId="2147377175"/>
            <ac:spMk id="39" creationId="{9436823B-7A11-4E43-A635-0B3C9EE0D7E0}"/>
          </ac:spMkLst>
        </pc:spChg>
        <pc:spChg chg="add del mod">
          <ac:chgData name="Li,Yuting (HP Medicine) BII-CN-S" userId="ce8fbb54-122c-426d-b8da-fdcc5e1b5022" providerId="ADAL" clId="{7D47AE6F-67AD-4EBB-A64A-B09F995ADE44}" dt="2022-04-10T11:12:43.051" v="1756" actId="478"/>
          <ac:spMkLst>
            <pc:docMk/>
            <pc:sldMk cId="2180619049" sldId="2147377175"/>
            <ac:spMk id="40" creationId="{28F2E52E-CD70-4776-876D-6B764CDDD919}"/>
          </ac:spMkLst>
        </pc:spChg>
        <pc:spChg chg="add del mod">
          <ac:chgData name="Li,Yuting (HP Medicine) BII-CN-S" userId="ce8fbb54-122c-426d-b8da-fdcc5e1b5022" providerId="ADAL" clId="{7D47AE6F-67AD-4EBB-A64A-B09F995ADE44}" dt="2022-04-10T11:38:12.259" v="2182" actId="478"/>
          <ac:spMkLst>
            <pc:docMk/>
            <pc:sldMk cId="2180619049" sldId="2147377175"/>
            <ac:spMk id="41" creationId="{05FCB308-CA0A-4667-BFD2-BEAB0850CC7D}"/>
          </ac:spMkLst>
        </pc:spChg>
        <pc:spChg chg="add del mod">
          <ac:chgData name="Li,Yuting (HP Medicine) BII-CN-S" userId="ce8fbb54-122c-426d-b8da-fdcc5e1b5022" providerId="ADAL" clId="{7D47AE6F-67AD-4EBB-A64A-B09F995ADE44}" dt="2022-04-10T11:18:45.027" v="1873" actId="478"/>
          <ac:spMkLst>
            <pc:docMk/>
            <pc:sldMk cId="2180619049" sldId="2147377175"/>
            <ac:spMk id="42" creationId="{9004021C-2BA7-4A60-A8E0-EFAECE14F9DE}"/>
          </ac:spMkLst>
        </pc:spChg>
        <pc:spChg chg="add del mod">
          <ac:chgData name="Li,Yuting (HP Medicine) BII-CN-S" userId="ce8fbb54-122c-426d-b8da-fdcc5e1b5022" providerId="ADAL" clId="{7D47AE6F-67AD-4EBB-A64A-B09F995ADE44}" dt="2022-04-10T11:39:05.785" v="2199" actId="478"/>
          <ac:spMkLst>
            <pc:docMk/>
            <pc:sldMk cId="2180619049" sldId="2147377175"/>
            <ac:spMk id="43" creationId="{284691C4-B624-4E14-A4FD-2F46468FE30C}"/>
          </ac:spMkLst>
        </pc:spChg>
        <pc:spChg chg="mod">
          <ac:chgData name="Li,Yuting (HP Medicine) BII-CN-S" userId="ce8fbb54-122c-426d-b8da-fdcc5e1b5022" providerId="ADAL" clId="{7D47AE6F-67AD-4EBB-A64A-B09F995ADE44}" dt="2022-04-05T07:39:38.832" v="851" actId="20577"/>
          <ac:spMkLst>
            <pc:docMk/>
            <pc:sldMk cId="2180619049" sldId="2147377175"/>
            <ac:spMk id="45" creationId="{B7E282A9-3967-4EAB-A85C-1AE7630ECFD6}"/>
          </ac:spMkLst>
        </pc:spChg>
        <pc:spChg chg="add mod">
          <ac:chgData name="Li,Yuting (HP Medicine) BII-CN-S" userId="ce8fbb54-122c-426d-b8da-fdcc5e1b5022" providerId="ADAL" clId="{7D47AE6F-67AD-4EBB-A64A-B09F995ADE44}" dt="2022-04-11T02:48:26.237" v="2318" actId="1076"/>
          <ac:spMkLst>
            <pc:docMk/>
            <pc:sldMk cId="2180619049" sldId="2147377175"/>
            <ac:spMk id="46" creationId="{F0B83CCA-E2EC-4D70-A001-8B8BDE7063F3}"/>
          </ac:spMkLst>
        </pc:spChg>
        <pc:spChg chg="mod">
          <ac:chgData name="Li,Yuting (HP Medicine) BII-CN-S" userId="ce8fbb54-122c-426d-b8da-fdcc5e1b5022" providerId="ADAL" clId="{7D47AE6F-67AD-4EBB-A64A-B09F995ADE44}" dt="2022-04-11T02:53:53.952" v="2325" actId="1076"/>
          <ac:spMkLst>
            <pc:docMk/>
            <pc:sldMk cId="2180619049" sldId="2147377175"/>
            <ac:spMk id="47" creationId="{15BB8F5B-7A58-4901-9C6E-9189DF8F8200}"/>
          </ac:spMkLst>
        </pc:spChg>
        <pc:spChg chg="add del mod">
          <ac:chgData name="Li,Yuting (HP Medicine) BII-CN-S" userId="ce8fbb54-122c-426d-b8da-fdcc5e1b5022" providerId="ADAL" clId="{7D47AE6F-67AD-4EBB-A64A-B09F995ADE44}" dt="2022-04-10T11:18:47.904" v="1874" actId="478"/>
          <ac:spMkLst>
            <pc:docMk/>
            <pc:sldMk cId="2180619049" sldId="2147377175"/>
            <ac:spMk id="48" creationId="{6350022F-4D8C-4F85-8CE2-E60A24227AB6}"/>
          </ac:spMkLst>
        </pc:spChg>
        <pc:spChg chg="add mod ord">
          <ac:chgData name="Li,Yuting (HP Medicine) BII-CN-S" userId="ce8fbb54-122c-426d-b8da-fdcc5e1b5022" providerId="ADAL" clId="{7D47AE6F-67AD-4EBB-A64A-B09F995ADE44}" dt="2022-04-11T02:47:42.515" v="2309" actId="166"/>
          <ac:spMkLst>
            <pc:docMk/>
            <pc:sldMk cId="2180619049" sldId="2147377175"/>
            <ac:spMk id="49" creationId="{92DAD5D4-4536-42EA-A9CD-E9ABD52620E7}"/>
          </ac:spMkLst>
        </pc:spChg>
        <pc:spChg chg="add del mod">
          <ac:chgData name="Li,Yuting (HP Medicine) BII-CN-S" userId="ce8fbb54-122c-426d-b8da-fdcc5e1b5022" providerId="ADAL" clId="{7D47AE6F-67AD-4EBB-A64A-B09F995ADE44}" dt="2022-04-10T11:22:41.796" v="2040" actId="478"/>
          <ac:spMkLst>
            <pc:docMk/>
            <pc:sldMk cId="2180619049" sldId="2147377175"/>
            <ac:spMk id="51" creationId="{D9B686B5-1B65-4B31-B2B6-7A896E36AA96}"/>
          </ac:spMkLst>
        </pc:spChg>
        <pc:spChg chg="add mod">
          <ac:chgData name="Li,Yuting (HP Medicine) BII-CN-S" userId="ce8fbb54-122c-426d-b8da-fdcc5e1b5022" providerId="ADAL" clId="{7D47AE6F-67AD-4EBB-A64A-B09F995ADE44}" dt="2022-04-10T11:18:15.280" v="1868" actId="1076"/>
          <ac:spMkLst>
            <pc:docMk/>
            <pc:sldMk cId="2180619049" sldId="2147377175"/>
            <ac:spMk id="52" creationId="{4C45786F-521A-4805-A7C7-96FC768A731E}"/>
          </ac:spMkLst>
        </pc:spChg>
        <pc:spChg chg="add mod">
          <ac:chgData name="Li,Yuting (HP Medicine) BII-CN-S" userId="ce8fbb54-122c-426d-b8da-fdcc5e1b5022" providerId="ADAL" clId="{7D47AE6F-67AD-4EBB-A64A-B09F995ADE44}" dt="2022-04-10T11:16:49.399" v="1832" actId="1038"/>
          <ac:spMkLst>
            <pc:docMk/>
            <pc:sldMk cId="2180619049" sldId="2147377175"/>
            <ac:spMk id="53" creationId="{CA18E502-8190-41B9-A1CE-3AEEED81BB62}"/>
          </ac:spMkLst>
        </pc:spChg>
        <pc:spChg chg="add mod">
          <ac:chgData name="Li,Yuting (HP Medicine) BII-CN-S" userId="ce8fbb54-122c-426d-b8da-fdcc5e1b5022" providerId="ADAL" clId="{7D47AE6F-67AD-4EBB-A64A-B09F995ADE44}" dt="2022-04-10T11:16:49.399" v="1832" actId="1038"/>
          <ac:spMkLst>
            <pc:docMk/>
            <pc:sldMk cId="2180619049" sldId="2147377175"/>
            <ac:spMk id="56" creationId="{5D074A22-65BF-41A0-91DF-4AD3777BD2CD}"/>
          </ac:spMkLst>
        </pc:spChg>
        <pc:spChg chg="add mod">
          <ac:chgData name="Li,Yuting (HP Medicine) BII-CN-S" userId="ce8fbb54-122c-426d-b8da-fdcc5e1b5022" providerId="ADAL" clId="{7D47AE6F-67AD-4EBB-A64A-B09F995ADE44}" dt="2022-04-10T11:17:29.080" v="1849" actId="14100"/>
          <ac:spMkLst>
            <pc:docMk/>
            <pc:sldMk cId="2180619049" sldId="2147377175"/>
            <ac:spMk id="58" creationId="{5CCE401F-C5BC-453B-8950-70BEFB9CE391}"/>
          </ac:spMkLst>
        </pc:spChg>
        <pc:spChg chg="add mod">
          <ac:chgData name="Li,Yuting (HP Medicine) BII-CN-S" userId="ce8fbb54-122c-426d-b8da-fdcc5e1b5022" providerId="ADAL" clId="{7D47AE6F-67AD-4EBB-A64A-B09F995ADE44}" dt="2022-04-10T11:16:49.399" v="1832" actId="1038"/>
          <ac:spMkLst>
            <pc:docMk/>
            <pc:sldMk cId="2180619049" sldId="2147377175"/>
            <ac:spMk id="59" creationId="{FE76B03C-025D-4D04-BBA0-66665202DF6D}"/>
          </ac:spMkLst>
        </pc:spChg>
        <pc:spChg chg="mod">
          <ac:chgData name="Li,Yuting (HP Medicine) BII-CN-S" userId="ce8fbb54-122c-426d-b8da-fdcc5e1b5022" providerId="ADAL" clId="{7D47AE6F-67AD-4EBB-A64A-B09F995ADE44}" dt="2022-04-10T11:34:08.619" v="2127" actId="1076"/>
          <ac:spMkLst>
            <pc:docMk/>
            <pc:sldMk cId="2180619049" sldId="2147377175"/>
            <ac:spMk id="60" creationId="{483FC877-8C65-4FBB-8C5D-A8342A749CC1}"/>
          </ac:spMkLst>
        </pc:spChg>
        <pc:spChg chg="mod">
          <ac:chgData name="Li,Yuting (HP Medicine) BII-CN-S" userId="ce8fbb54-122c-426d-b8da-fdcc5e1b5022" providerId="ADAL" clId="{7D47AE6F-67AD-4EBB-A64A-B09F995ADE44}" dt="2022-04-10T11:34:25.307" v="2135" actId="20577"/>
          <ac:spMkLst>
            <pc:docMk/>
            <pc:sldMk cId="2180619049" sldId="2147377175"/>
            <ac:spMk id="61" creationId="{D643E911-B96A-44DB-A0EE-E86967AE7969}"/>
          </ac:spMkLst>
        </pc:spChg>
        <pc:spChg chg="add del mod">
          <ac:chgData name="Li,Yuting (HP Medicine) BII-CN-S" userId="ce8fbb54-122c-426d-b8da-fdcc5e1b5022" providerId="ADAL" clId="{7D47AE6F-67AD-4EBB-A64A-B09F995ADE44}" dt="2022-04-10T11:18:28.189" v="1870" actId="478"/>
          <ac:spMkLst>
            <pc:docMk/>
            <pc:sldMk cId="2180619049" sldId="2147377175"/>
            <ac:spMk id="62" creationId="{EE258617-3C85-45DB-8BA1-C40E9395C0AD}"/>
          </ac:spMkLst>
        </pc:spChg>
        <pc:spChg chg="add mod">
          <ac:chgData name="Li,Yuting (HP Medicine) BII-CN-S" userId="ce8fbb54-122c-426d-b8da-fdcc5e1b5022" providerId="ADAL" clId="{7D47AE6F-67AD-4EBB-A64A-B09F995ADE44}" dt="2022-04-10T11:18:05.156" v="1867" actId="1076"/>
          <ac:spMkLst>
            <pc:docMk/>
            <pc:sldMk cId="2180619049" sldId="2147377175"/>
            <ac:spMk id="63" creationId="{972227B4-AD82-455D-BA0C-F1F73D608443}"/>
          </ac:spMkLst>
        </pc:spChg>
        <pc:spChg chg="add mod">
          <ac:chgData name="Li,Yuting (HP Medicine) BII-CN-S" userId="ce8fbb54-122c-426d-b8da-fdcc5e1b5022" providerId="ADAL" clId="{7D47AE6F-67AD-4EBB-A64A-B09F995ADE44}" dt="2022-04-11T02:42:41.264" v="2266" actId="14100"/>
          <ac:spMkLst>
            <pc:docMk/>
            <pc:sldMk cId="2180619049" sldId="2147377175"/>
            <ac:spMk id="64" creationId="{C9EA1510-3ADB-4203-96F8-FD31F36AA771}"/>
          </ac:spMkLst>
        </pc:spChg>
        <pc:spChg chg="mod">
          <ac:chgData name="Li,Yuting (HP Medicine) BII-CN-S" userId="ce8fbb54-122c-426d-b8da-fdcc5e1b5022" providerId="ADAL" clId="{7D47AE6F-67AD-4EBB-A64A-B09F995ADE44}" dt="2022-04-11T02:53:34.810" v="2322" actId="1076"/>
          <ac:spMkLst>
            <pc:docMk/>
            <pc:sldMk cId="2180619049" sldId="2147377175"/>
            <ac:spMk id="65" creationId="{DCA9C7C2-9FFD-4F3E-84B6-3F0272745DC6}"/>
          </ac:spMkLst>
        </pc:spChg>
        <pc:spChg chg="add mod">
          <ac:chgData name="Li,Yuting (HP Medicine) BII-CN-S" userId="ce8fbb54-122c-426d-b8da-fdcc5e1b5022" providerId="ADAL" clId="{7D47AE6F-67AD-4EBB-A64A-B09F995ADE44}" dt="2022-04-10T11:13:54.818" v="1758" actId="1076"/>
          <ac:spMkLst>
            <pc:docMk/>
            <pc:sldMk cId="2180619049" sldId="2147377175"/>
            <ac:spMk id="66" creationId="{24A8F9E4-95B1-4157-AB2F-AB7D71E02AFB}"/>
          </ac:spMkLst>
        </pc:spChg>
        <pc:spChg chg="add mod">
          <ac:chgData name="Li,Yuting (HP Medicine) BII-CN-S" userId="ce8fbb54-122c-426d-b8da-fdcc5e1b5022" providerId="ADAL" clId="{7D47AE6F-67AD-4EBB-A64A-B09F995ADE44}" dt="2022-04-10T11:16:49.399" v="1832" actId="1038"/>
          <ac:spMkLst>
            <pc:docMk/>
            <pc:sldMk cId="2180619049" sldId="2147377175"/>
            <ac:spMk id="67" creationId="{07123DA9-D0CC-4C6A-8898-003FA18D2A82}"/>
          </ac:spMkLst>
        </pc:spChg>
        <pc:spChg chg="add mod">
          <ac:chgData name="Li,Yuting (HP Medicine) BII-CN-S" userId="ce8fbb54-122c-426d-b8da-fdcc5e1b5022" providerId="ADAL" clId="{7D47AE6F-67AD-4EBB-A64A-B09F995ADE44}" dt="2022-04-11T02:42:48.061" v="2268" actId="1076"/>
          <ac:spMkLst>
            <pc:docMk/>
            <pc:sldMk cId="2180619049" sldId="2147377175"/>
            <ac:spMk id="68" creationId="{84986674-6D99-4D59-9F95-662CA6EDD49E}"/>
          </ac:spMkLst>
        </pc:spChg>
        <pc:spChg chg="add mod">
          <ac:chgData name="Li,Yuting (HP Medicine) BII-CN-S" userId="ce8fbb54-122c-426d-b8da-fdcc5e1b5022" providerId="ADAL" clId="{7D47AE6F-67AD-4EBB-A64A-B09F995ADE44}" dt="2022-04-11T02:48:05.612" v="2314" actId="14100"/>
          <ac:spMkLst>
            <pc:docMk/>
            <pc:sldMk cId="2180619049" sldId="2147377175"/>
            <ac:spMk id="69" creationId="{6416FEA0-82A5-4B09-9695-5C0D588A0088}"/>
          </ac:spMkLst>
        </pc:spChg>
        <pc:spChg chg="add del mod">
          <ac:chgData name="Li,Yuting (HP Medicine) BII-CN-S" userId="ce8fbb54-122c-426d-b8da-fdcc5e1b5022" providerId="ADAL" clId="{7D47AE6F-67AD-4EBB-A64A-B09F995ADE44}" dt="2022-04-10T11:22:49.184" v="2042" actId="1076"/>
          <ac:spMkLst>
            <pc:docMk/>
            <pc:sldMk cId="2180619049" sldId="2147377175"/>
            <ac:spMk id="70" creationId="{6439EA3C-D93B-46CE-940E-90ABAD1EFF92}"/>
          </ac:spMkLst>
        </pc:spChg>
        <pc:spChg chg="add mod">
          <ac:chgData name="Li,Yuting (HP Medicine) BII-CN-S" userId="ce8fbb54-122c-426d-b8da-fdcc5e1b5022" providerId="ADAL" clId="{7D47AE6F-67AD-4EBB-A64A-B09F995ADE44}" dt="2022-04-10T11:21:49.678" v="2022" actId="20577"/>
          <ac:spMkLst>
            <pc:docMk/>
            <pc:sldMk cId="2180619049" sldId="2147377175"/>
            <ac:spMk id="71" creationId="{74C4532C-84F2-4D4B-89A0-F4A75D756F5E}"/>
          </ac:spMkLst>
        </pc:spChg>
        <pc:spChg chg="add mod">
          <ac:chgData name="Li,Yuting (HP Medicine) BII-CN-S" userId="ce8fbb54-122c-426d-b8da-fdcc5e1b5022" providerId="ADAL" clId="{7D47AE6F-67AD-4EBB-A64A-B09F995ADE44}" dt="2022-04-11T02:47:49.057" v="2311" actId="1076"/>
          <ac:spMkLst>
            <pc:docMk/>
            <pc:sldMk cId="2180619049" sldId="2147377175"/>
            <ac:spMk id="72" creationId="{EBB548AC-6E46-4731-8D6C-9814D335F466}"/>
          </ac:spMkLst>
        </pc:spChg>
        <pc:spChg chg="add del mod">
          <ac:chgData name="Li,Yuting (HP Medicine) BII-CN-S" userId="ce8fbb54-122c-426d-b8da-fdcc5e1b5022" providerId="ADAL" clId="{7D47AE6F-67AD-4EBB-A64A-B09F995ADE44}" dt="2022-04-10T11:28:28.743" v="2121" actId="478"/>
          <ac:spMkLst>
            <pc:docMk/>
            <pc:sldMk cId="2180619049" sldId="2147377175"/>
            <ac:spMk id="73" creationId="{1E5643AB-A8D0-4F64-BECF-739E1849D9B9}"/>
          </ac:spMkLst>
        </pc:spChg>
        <pc:spChg chg="add mod">
          <ac:chgData name="Li,Yuting (HP Medicine) BII-CN-S" userId="ce8fbb54-122c-426d-b8da-fdcc5e1b5022" providerId="ADAL" clId="{7D47AE6F-67AD-4EBB-A64A-B09F995ADE44}" dt="2022-04-11T02:43:43.652" v="2284" actId="1076"/>
          <ac:spMkLst>
            <pc:docMk/>
            <pc:sldMk cId="2180619049" sldId="2147377175"/>
            <ac:spMk id="73" creationId="{9864D27C-D9F6-4B1B-9BCC-074E79CAE8D6}"/>
          </ac:spMkLst>
        </pc:spChg>
        <pc:spChg chg="add mod">
          <ac:chgData name="Li,Yuting (HP Medicine) BII-CN-S" userId="ce8fbb54-122c-426d-b8da-fdcc5e1b5022" providerId="ADAL" clId="{7D47AE6F-67AD-4EBB-A64A-B09F995ADE44}" dt="2022-04-10T11:28:12.454" v="2117" actId="1037"/>
          <ac:spMkLst>
            <pc:docMk/>
            <pc:sldMk cId="2180619049" sldId="2147377175"/>
            <ac:spMk id="74" creationId="{9B586D44-93CC-4873-ADE6-A70F2A09B25A}"/>
          </ac:spMkLst>
        </pc:spChg>
        <pc:spChg chg="mod">
          <ac:chgData name="Li,Yuting (HP Medicine) BII-CN-S" userId="ce8fbb54-122c-426d-b8da-fdcc5e1b5022" providerId="ADAL" clId="{7D47AE6F-67AD-4EBB-A64A-B09F995ADE44}" dt="2022-04-10T11:12:36.174" v="1754" actId="1076"/>
          <ac:spMkLst>
            <pc:docMk/>
            <pc:sldMk cId="2180619049" sldId="2147377175"/>
            <ac:spMk id="75" creationId="{23E443ED-C91E-4425-963C-DB47A7F0B19C}"/>
          </ac:spMkLst>
        </pc:spChg>
        <pc:spChg chg="add mod">
          <ac:chgData name="Li,Yuting (HP Medicine) BII-CN-S" userId="ce8fbb54-122c-426d-b8da-fdcc5e1b5022" providerId="ADAL" clId="{7D47AE6F-67AD-4EBB-A64A-B09F995ADE44}" dt="2022-04-10T11:28:12.454" v="2117" actId="1037"/>
          <ac:spMkLst>
            <pc:docMk/>
            <pc:sldMk cId="2180619049" sldId="2147377175"/>
            <ac:spMk id="76" creationId="{D00BAC63-5EFE-4765-AE20-1E50A81EE018}"/>
          </ac:spMkLst>
        </pc:spChg>
        <pc:spChg chg="add mod">
          <ac:chgData name="Li,Yuting (HP Medicine) BII-CN-S" userId="ce8fbb54-122c-426d-b8da-fdcc5e1b5022" providerId="ADAL" clId="{7D47AE6F-67AD-4EBB-A64A-B09F995ADE44}" dt="2022-04-11T02:48:12.018" v="2315" actId="14100"/>
          <ac:spMkLst>
            <pc:docMk/>
            <pc:sldMk cId="2180619049" sldId="2147377175"/>
            <ac:spMk id="77" creationId="{E3D102CC-2122-43A5-A9AB-A46090586AE9}"/>
          </ac:spMkLst>
        </pc:spChg>
        <pc:spChg chg="add mod">
          <ac:chgData name="Li,Yuting (HP Medicine) BII-CN-S" userId="ce8fbb54-122c-426d-b8da-fdcc5e1b5022" providerId="ADAL" clId="{7D47AE6F-67AD-4EBB-A64A-B09F995ADE44}" dt="2022-04-10T11:28:12.454" v="2117" actId="1037"/>
          <ac:spMkLst>
            <pc:docMk/>
            <pc:sldMk cId="2180619049" sldId="2147377175"/>
            <ac:spMk id="78" creationId="{95A19FD3-2DFB-400D-BD3D-C7D3825AF668}"/>
          </ac:spMkLst>
        </pc:spChg>
        <pc:spChg chg="add mod">
          <ac:chgData name="Li,Yuting (HP Medicine) BII-CN-S" userId="ce8fbb54-122c-426d-b8da-fdcc5e1b5022" providerId="ADAL" clId="{7D47AE6F-67AD-4EBB-A64A-B09F995ADE44}" dt="2022-04-11T02:48:18.126" v="2317" actId="1076"/>
          <ac:spMkLst>
            <pc:docMk/>
            <pc:sldMk cId="2180619049" sldId="2147377175"/>
            <ac:spMk id="79" creationId="{1536DA3B-AFAA-4F7E-A680-BA4D091EBF8D}"/>
          </ac:spMkLst>
        </pc:spChg>
        <pc:spChg chg="add mod">
          <ac:chgData name="Li,Yuting (HP Medicine) BII-CN-S" userId="ce8fbb54-122c-426d-b8da-fdcc5e1b5022" providerId="ADAL" clId="{7D47AE6F-67AD-4EBB-A64A-B09F995ADE44}" dt="2022-04-11T02:48:14.484" v="2316" actId="1076"/>
          <ac:spMkLst>
            <pc:docMk/>
            <pc:sldMk cId="2180619049" sldId="2147377175"/>
            <ac:spMk id="80" creationId="{D594C8F3-AEF1-4B96-9B32-B6AA7CA86225}"/>
          </ac:spMkLst>
        </pc:spChg>
        <pc:spChg chg="add mod">
          <ac:chgData name="Li,Yuting (HP Medicine) BII-CN-S" userId="ce8fbb54-122c-426d-b8da-fdcc5e1b5022" providerId="ADAL" clId="{7D47AE6F-67AD-4EBB-A64A-B09F995ADE44}" dt="2022-04-10T11:37:56.314" v="2178" actId="1076"/>
          <ac:spMkLst>
            <pc:docMk/>
            <pc:sldMk cId="2180619049" sldId="2147377175"/>
            <ac:spMk id="81" creationId="{B645D602-D0C3-452C-8A2D-3134CCB36152}"/>
          </ac:spMkLst>
        </pc:spChg>
        <pc:spChg chg="mod">
          <ac:chgData name="Li,Yuting (HP Medicine) BII-CN-S" userId="ce8fbb54-122c-426d-b8da-fdcc5e1b5022" providerId="ADAL" clId="{7D47AE6F-67AD-4EBB-A64A-B09F995ADE44}" dt="2022-04-10T11:19:26.393" v="1954" actId="14100"/>
          <ac:spMkLst>
            <pc:docMk/>
            <pc:sldMk cId="2180619049" sldId="2147377175"/>
            <ac:spMk id="83" creationId="{A1E70551-578A-4B35-ACAC-04BA6E603952}"/>
          </ac:spMkLst>
        </pc:spChg>
        <pc:spChg chg="add mod">
          <ac:chgData name="Li,Yuting (HP Medicine) BII-CN-S" userId="ce8fbb54-122c-426d-b8da-fdcc5e1b5022" providerId="ADAL" clId="{7D47AE6F-67AD-4EBB-A64A-B09F995ADE44}" dt="2022-04-10T11:38:08.340" v="2181" actId="20577"/>
          <ac:spMkLst>
            <pc:docMk/>
            <pc:sldMk cId="2180619049" sldId="2147377175"/>
            <ac:spMk id="84" creationId="{C3BB857D-71F6-48F5-A8AB-4CC193FF9120}"/>
          </ac:spMkLst>
        </pc:spChg>
        <pc:spChg chg="add mod">
          <ac:chgData name="Li,Yuting (HP Medicine) BII-CN-S" userId="ce8fbb54-122c-426d-b8da-fdcc5e1b5022" providerId="ADAL" clId="{7D47AE6F-67AD-4EBB-A64A-B09F995ADE44}" dt="2022-04-11T02:43:35.777" v="2281" actId="1076"/>
          <ac:spMkLst>
            <pc:docMk/>
            <pc:sldMk cId="2180619049" sldId="2147377175"/>
            <ac:spMk id="87" creationId="{07FD3099-8A90-410F-B87F-1D163C96CA2C}"/>
          </ac:spMkLst>
        </pc:spChg>
        <pc:spChg chg="add mod">
          <ac:chgData name="Li,Yuting (HP Medicine) BII-CN-S" userId="ce8fbb54-122c-426d-b8da-fdcc5e1b5022" providerId="ADAL" clId="{7D47AE6F-67AD-4EBB-A64A-B09F995ADE44}" dt="2022-04-11T02:43:31.595" v="2280" actId="1076"/>
          <ac:spMkLst>
            <pc:docMk/>
            <pc:sldMk cId="2180619049" sldId="2147377175"/>
            <ac:spMk id="89" creationId="{26C83135-6ECE-46D7-9DE6-2C2C6FCEB0FF}"/>
          </ac:spMkLst>
        </pc:spChg>
        <pc:spChg chg="add mod">
          <ac:chgData name="Li,Yuting (HP Medicine) BII-CN-S" userId="ce8fbb54-122c-426d-b8da-fdcc5e1b5022" providerId="ADAL" clId="{7D47AE6F-67AD-4EBB-A64A-B09F995ADE44}" dt="2022-04-11T02:45:55.409" v="2294" actId="20577"/>
          <ac:spMkLst>
            <pc:docMk/>
            <pc:sldMk cId="2180619049" sldId="2147377175"/>
            <ac:spMk id="90" creationId="{37956BD0-E734-4F52-BAF6-C048151B6353}"/>
          </ac:spMkLst>
        </pc:spChg>
        <pc:spChg chg="mod">
          <ac:chgData name="Li,Yuting (HP Medicine) BII-CN-S" userId="ce8fbb54-122c-426d-b8da-fdcc5e1b5022" providerId="ADAL" clId="{7D47AE6F-67AD-4EBB-A64A-B09F995ADE44}" dt="2022-04-11T02:53:02.994" v="2319" actId="1076"/>
          <ac:spMkLst>
            <pc:docMk/>
            <pc:sldMk cId="2180619049" sldId="2147377175"/>
            <ac:spMk id="98" creationId="{E9CDEBE6-1B98-49B0-BB3E-4E4742B94638}"/>
          </ac:spMkLst>
        </pc:spChg>
        <pc:spChg chg="mod">
          <ac:chgData name="Li,Yuting (HP Medicine) BII-CN-S" userId="ce8fbb54-122c-426d-b8da-fdcc5e1b5022" providerId="ADAL" clId="{7D47AE6F-67AD-4EBB-A64A-B09F995ADE44}" dt="2022-04-11T02:53:07.621" v="2320" actId="1076"/>
          <ac:spMkLst>
            <pc:docMk/>
            <pc:sldMk cId="2180619049" sldId="2147377175"/>
            <ac:spMk id="99" creationId="{60F985A7-AFE4-4927-9447-634719D10FAA}"/>
          </ac:spMkLst>
        </pc:spChg>
        <pc:spChg chg="mod ord">
          <ac:chgData name="Li,Yuting (HP Medicine) BII-CN-S" userId="ce8fbb54-122c-426d-b8da-fdcc5e1b5022" providerId="ADAL" clId="{7D47AE6F-67AD-4EBB-A64A-B09F995ADE44}" dt="2022-04-11T02:47:59.617" v="2313" actId="166"/>
          <ac:spMkLst>
            <pc:docMk/>
            <pc:sldMk cId="2180619049" sldId="2147377175"/>
            <ac:spMk id="108" creationId="{CF4F58C2-1A85-499B-A11F-FE6068DEB05D}"/>
          </ac:spMkLst>
        </pc:spChg>
        <pc:spChg chg="mod">
          <ac:chgData name="Li,Yuting (HP Medicine) BII-CN-S" userId="ce8fbb54-122c-426d-b8da-fdcc5e1b5022" providerId="ADAL" clId="{7D47AE6F-67AD-4EBB-A64A-B09F995ADE44}" dt="2022-04-10T11:20:37.732" v="1992" actId="1076"/>
          <ac:spMkLst>
            <pc:docMk/>
            <pc:sldMk cId="2180619049" sldId="2147377175"/>
            <ac:spMk id="109" creationId="{D74E1CD6-2FF1-49B0-82A1-BF1047B041D0}"/>
          </ac:spMkLst>
        </pc:spChg>
        <pc:spChg chg="mod">
          <ac:chgData name="Li,Yuting (HP Medicine) BII-CN-S" userId="ce8fbb54-122c-426d-b8da-fdcc5e1b5022" providerId="ADAL" clId="{7D47AE6F-67AD-4EBB-A64A-B09F995ADE44}" dt="2022-04-10T11:21:33.684" v="2010" actId="20577"/>
          <ac:spMkLst>
            <pc:docMk/>
            <pc:sldMk cId="2180619049" sldId="2147377175"/>
            <ac:spMk id="110" creationId="{D816FDA8-E63C-40E1-A1D6-CA3F63210C04}"/>
          </ac:spMkLst>
        </pc:spChg>
        <pc:spChg chg="mod">
          <ac:chgData name="Li,Yuting (HP Medicine) BII-CN-S" userId="ce8fbb54-122c-426d-b8da-fdcc5e1b5022" providerId="ADAL" clId="{7D47AE6F-67AD-4EBB-A64A-B09F995ADE44}" dt="2022-04-10T11:37:29.066" v="2176" actId="20577"/>
          <ac:spMkLst>
            <pc:docMk/>
            <pc:sldMk cId="2180619049" sldId="2147377175"/>
            <ac:spMk id="111" creationId="{09835E79-B2D4-4F52-9E5C-B4091F3E8F30}"/>
          </ac:spMkLst>
        </pc:spChg>
        <pc:grpChg chg="mod">
          <ac:chgData name="Li,Yuting (HP Medicine) BII-CN-S" userId="ce8fbb54-122c-426d-b8da-fdcc5e1b5022" providerId="ADAL" clId="{7D47AE6F-67AD-4EBB-A64A-B09F995ADE44}" dt="2022-04-05T07:39:10.063" v="838" actId="1076"/>
          <ac:grpSpMkLst>
            <pc:docMk/>
            <pc:sldMk cId="2180619049" sldId="2147377175"/>
            <ac:grpSpMk id="50" creationId="{00000000-0000-0000-0000-000000000000}"/>
          </ac:grpSpMkLst>
        </pc:grpChg>
        <pc:graphicFrameChg chg="modGraphic">
          <ac:chgData name="Li,Yuting (HP Medicine) BII-CN-S" userId="ce8fbb54-122c-426d-b8da-fdcc5e1b5022" providerId="ADAL" clId="{7D47AE6F-67AD-4EBB-A64A-B09F995ADE44}" dt="2022-04-10T11:37:09.151" v="2143" actId="20577"/>
          <ac:graphicFrameMkLst>
            <pc:docMk/>
            <pc:sldMk cId="2180619049" sldId="2147377175"/>
            <ac:graphicFrameMk id="116" creationId="{EB1832F7-86BE-4DEE-91F1-447638E4A957}"/>
          </ac:graphicFrameMkLst>
        </pc:graphicFrameChg>
        <pc:picChg chg="mod">
          <ac:chgData name="Li,Yuting (HP Medicine) BII-CN-S" userId="ce8fbb54-122c-426d-b8da-fdcc5e1b5022" providerId="ADAL" clId="{7D47AE6F-67AD-4EBB-A64A-B09F995ADE44}" dt="2022-04-10T11:37:21.547" v="2173" actId="1036"/>
          <ac:picMkLst>
            <pc:docMk/>
            <pc:sldMk cId="2180619049" sldId="2147377175"/>
            <ac:picMk id="12" creationId="{316AA229-F87D-4CEB-8EA7-D7E9C9D5FD41}"/>
          </ac:picMkLst>
        </pc:picChg>
        <pc:picChg chg="add mod">
          <ac:chgData name="Li,Yuting (HP Medicine) BII-CN-S" userId="ce8fbb54-122c-426d-b8da-fdcc5e1b5022" providerId="ADAL" clId="{7D47AE6F-67AD-4EBB-A64A-B09F995ADE44}" dt="2022-04-10T11:12:37.222" v="1755"/>
          <ac:picMkLst>
            <pc:docMk/>
            <pc:sldMk cId="2180619049" sldId="2147377175"/>
            <ac:picMk id="37" creationId="{CCE2F062-9749-4EF6-A648-F09CDAD02E44}"/>
          </ac:picMkLst>
        </pc:picChg>
        <pc:picChg chg="add mod">
          <ac:chgData name="Li,Yuting (HP Medicine) BII-CN-S" userId="ce8fbb54-122c-426d-b8da-fdcc5e1b5022" providerId="ADAL" clId="{7D47AE6F-67AD-4EBB-A64A-B09F995ADE44}" dt="2022-04-10T11:39:03.319" v="2198" actId="1076"/>
          <ac:picMkLst>
            <pc:docMk/>
            <pc:sldMk cId="2180619049" sldId="2147377175"/>
            <ac:picMk id="86" creationId="{2CBFCA46-1B85-4A17-A583-8E4426FAF06F}"/>
          </ac:picMkLst>
        </pc:picChg>
        <pc:cxnChg chg="add mod">
          <ac:chgData name="Li,Yuting (HP Medicine) BII-CN-S" userId="ce8fbb54-122c-426d-b8da-fdcc5e1b5022" providerId="ADAL" clId="{7D47AE6F-67AD-4EBB-A64A-B09F995ADE44}" dt="2022-04-10T11:12:47.258" v="1757" actId="1076"/>
          <ac:cxnSpMkLst>
            <pc:docMk/>
            <pc:sldMk cId="2180619049" sldId="2147377175"/>
            <ac:cxnSpMk id="35" creationId="{436ACD96-F109-4B78-8CA0-41A60C95691E}"/>
          </ac:cxnSpMkLst>
        </pc:cxnChg>
      </pc:sldChg>
      <pc:sldChg chg="modSp mod">
        <pc:chgData name="Li,Yuting (HP Medicine) BII-CN-S" userId="ce8fbb54-122c-426d-b8da-fdcc5e1b5022" providerId="ADAL" clId="{7D47AE6F-67AD-4EBB-A64A-B09F995ADE44}" dt="2022-04-08T02:11:23.423" v="1693" actId="1076"/>
        <pc:sldMkLst>
          <pc:docMk/>
          <pc:sldMk cId="4118063875" sldId="2147377176"/>
        </pc:sldMkLst>
        <pc:spChg chg="mod">
          <ac:chgData name="Li,Yuting (HP Medicine) BII-CN-S" userId="ce8fbb54-122c-426d-b8da-fdcc5e1b5022" providerId="ADAL" clId="{7D47AE6F-67AD-4EBB-A64A-B09F995ADE44}" dt="2022-04-08T02:11:02.233" v="1692" actId="20577"/>
          <ac:spMkLst>
            <pc:docMk/>
            <pc:sldMk cId="4118063875" sldId="2147377176"/>
            <ac:spMk id="99" creationId="{D11E8C8E-EA83-4AF2-B5EA-9A0D5FDC196B}"/>
          </ac:spMkLst>
        </pc:spChg>
        <pc:grpChg chg="mod">
          <ac:chgData name="Li,Yuting (HP Medicine) BII-CN-S" userId="ce8fbb54-122c-426d-b8da-fdcc5e1b5022" providerId="ADAL" clId="{7D47AE6F-67AD-4EBB-A64A-B09F995ADE44}" dt="2022-04-08T02:11:23.423" v="1693" actId="1076"/>
          <ac:grpSpMkLst>
            <pc:docMk/>
            <pc:sldMk cId="4118063875" sldId="2147377176"/>
            <ac:grpSpMk id="59" creationId="{00000000-0000-0000-0000-000000000000}"/>
          </ac:grpSpMkLst>
        </pc:grpChg>
      </pc:sldChg>
      <pc:sldChg chg="ord">
        <pc:chgData name="Li,Yuting (HP Medicine) BII-CN-S" userId="ce8fbb54-122c-426d-b8da-fdcc5e1b5022" providerId="ADAL" clId="{7D47AE6F-67AD-4EBB-A64A-B09F995ADE44}" dt="2022-04-05T07:05:28.402" v="314"/>
        <pc:sldMkLst>
          <pc:docMk/>
          <pc:sldMk cId="768069284" sldId="2147377177"/>
        </pc:sldMkLst>
      </pc:sldChg>
      <pc:sldChg chg="modSp add mod">
        <pc:chgData name="Li,Yuting (HP Medicine) BII-CN-S" userId="ce8fbb54-122c-426d-b8da-fdcc5e1b5022" providerId="ADAL" clId="{7D47AE6F-67AD-4EBB-A64A-B09F995ADE44}" dt="2022-04-08T02:13:32.385" v="1697" actId="20577"/>
        <pc:sldMkLst>
          <pc:docMk/>
          <pc:sldMk cId="3701540223" sldId="2147377195"/>
        </pc:sldMkLst>
        <pc:graphicFrameChg chg="modGraphic">
          <ac:chgData name="Li,Yuting (HP Medicine) BII-CN-S" userId="ce8fbb54-122c-426d-b8da-fdcc5e1b5022" providerId="ADAL" clId="{7D47AE6F-67AD-4EBB-A64A-B09F995ADE44}" dt="2022-04-08T02:13:32.385" v="1697" actId="20577"/>
          <ac:graphicFrameMkLst>
            <pc:docMk/>
            <pc:sldMk cId="3701540223" sldId="2147377195"/>
            <ac:graphicFrameMk id="11" creationId="{0A08FB9D-F1B7-435B-B330-8D6996BD0B44}"/>
          </ac:graphicFrameMkLst>
        </pc:graphicFrameChg>
      </pc:sldChg>
      <pc:sldChg chg="addSp delSp modSp add">
        <pc:chgData name="Li,Yuting (HP Medicine) BII-CN-S" userId="ce8fbb54-122c-426d-b8da-fdcc5e1b5022" providerId="ADAL" clId="{7D47AE6F-67AD-4EBB-A64A-B09F995ADE44}" dt="2022-04-11T08:27:33.217" v="2846"/>
        <pc:sldMkLst>
          <pc:docMk/>
          <pc:sldMk cId="1816839772" sldId="2147377201"/>
        </pc:sldMkLst>
        <pc:spChg chg="del">
          <ac:chgData name="Li,Yuting (HP Medicine) BII-CN-S" userId="ce8fbb54-122c-426d-b8da-fdcc5e1b5022" providerId="ADAL" clId="{7D47AE6F-67AD-4EBB-A64A-B09F995ADE44}" dt="2022-04-08T01:23:33.715" v="890" actId="12084"/>
          <ac:spMkLst>
            <pc:docMk/>
            <pc:sldMk cId="1816839772" sldId="2147377201"/>
            <ac:spMk id="2" creationId="{7D34FC75-3709-4DCC-A334-2651BD539241}"/>
          </ac:spMkLst>
        </pc:spChg>
        <pc:graphicFrameChg chg="add mod">
          <ac:chgData name="Li,Yuting (HP Medicine) BII-CN-S" userId="ce8fbb54-122c-426d-b8da-fdcc5e1b5022" providerId="ADAL" clId="{7D47AE6F-67AD-4EBB-A64A-B09F995ADE44}" dt="2022-04-11T08:27:33.217" v="2846"/>
          <ac:graphicFrameMkLst>
            <pc:docMk/>
            <pc:sldMk cId="1816839772" sldId="2147377201"/>
            <ac:graphicFrameMk id="6" creationId="{DEEEA49A-DD9A-4C00-BDBD-9267CE936CB2}"/>
          </ac:graphicFrameMkLst>
        </pc:graphicFrameChg>
      </pc:sldChg>
      <pc:sldChg chg="ord">
        <pc:chgData name="Li,Yuting (HP Medicine) BII-CN-S" userId="ce8fbb54-122c-426d-b8da-fdcc5e1b5022" providerId="ADAL" clId="{7D47AE6F-67AD-4EBB-A64A-B09F995ADE44}" dt="2022-04-11T03:00:09.792" v="2329"/>
        <pc:sldMkLst>
          <pc:docMk/>
          <pc:sldMk cId="3105419234" sldId="2147377203"/>
        </pc:sldMkLst>
      </pc:sldChg>
      <pc:sldMasterChg chg="addSldLayout delSldLayout">
        <pc:chgData name="Li,Yuting (HP Medicine) BII-CN-S" userId="ce8fbb54-122c-426d-b8da-fdcc5e1b5022" providerId="ADAL" clId="{7D47AE6F-67AD-4EBB-A64A-B09F995ADE44}" dt="2022-04-05T07:07:39.932" v="384" actId="47"/>
        <pc:sldMasterMkLst>
          <pc:docMk/>
          <pc:sldMasterMk cId="333160943" sldId="2147483791"/>
        </pc:sldMasterMkLst>
        <pc:sldLayoutChg chg="add del">
          <pc:chgData name="Li,Yuting (HP Medicine) BII-CN-S" userId="ce8fbb54-122c-426d-b8da-fdcc5e1b5022" providerId="ADAL" clId="{7D47AE6F-67AD-4EBB-A64A-B09F995ADE44}" dt="2022-04-05T07:07:39.932" v="384" actId="47"/>
          <pc:sldLayoutMkLst>
            <pc:docMk/>
            <pc:sldMasterMk cId="333160943" sldId="2147483791"/>
            <pc:sldLayoutMk cId="3676035213" sldId="2147484264"/>
          </pc:sldLayoutMkLst>
        </pc:sldLayoutChg>
      </pc:sldMasterChg>
      <pc:sldMasterChg chg="addSldLayout delSldLayout">
        <pc:chgData name="Li,Yuting (HP Medicine) BII-CN-S" userId="ce8fbb54-122c-426d-b8da-fdcc5e1b5022" providerId="ADAL" clId="{7D47AE6F-67AD-4EBB-A64A-B09F995ADE44}" dt="2022-04-05T07:07:39.932" v="384" actId="47"/>
        <pc:sldMasterMkLst>
          <pc:docMk/>
          <pc:sldMasterMk cId="2594269485" sldId="2147484265"/>
        </pc:sldMasterMkLst>
        <pc:sldLayoutChg chg="add del">
          <pc:chgData name="Li,Yuting (HP Medicine) BII-CN-S" userId="ce8fbb54-122c-426d-b8da-fdcc5e1b5022" providerId="ADAL" clId="{7D47AE6F-67AD-4EBB-A64A-B09F995ADE44}" dt="2022-04-05T07:07:39.932" v="384" actId="47"/>
          <pc:sldLayoutMkLst>
            <pc:docMk/>
            <pc:sldMasterMk cId="2594269485" sldId="2147484265"/>
            <pc:sldLayoutMk cId="2229551326" sldId="2147484294"/>
          </pc:sldLayoutMkLst>
        </pc:sldLayoutChg>
      </pc:sldMasterChg>
    </pc:docChg>
  </pc:docChgLst>
  <pc:docChgLst>
    <pc:chgData name="Chen,Michael (HP Med RA) BII-CN-B" userId="d5e1e1c3-1b8e-4d7c-a738-2fc34bcfb3bb" providerId="ADAL" clId="{ECB127AA-860B-461F-92BE-B9541D2F7681}"/>
    <pc:docChg chg="undo custSel addSld delSld modSld">
      <pc:chgData name="Chen,Michael (HP Med RA) BII-CN-B" userId="d5e1e1c3-1b8e-4d7c-a738-2fc34bcfb3bb" providerId="ADAL" clId="{ECB127AA-860B-461F-92BE-B9541D2F7681}" dt="2022-07-11T09:08:55.143" v="2624" actId="20577"/>
      <pc:docMkLst>
        <pc:docMk/>
      </pc:docMkLst>
      <pc:sldChg chg="addSp delSp modSp add mod">
        <pc:chgData name="Chen,Michael (HP Med RA) BII-CN-B" userId="d5e1e1c3-1b8e-4d7c-a738-2fc34bcfb3bb" providerId="ADAL" clId="{ECB127AA-860B-461F-92BE-B9541D2F7681}" dt="2022-07-11T09:08:55.143" v="2624" actId="20577"/>
        <pc:sldMkLst>
          <pc:docMk/>
          <pc:sldMk cId="65547136" sldId="258"/>
        </pc:sldMkLst>
        <pc:spChg chg="del">
          <ac:chgData name="Chen,Michael (HP Med RA) BII-CN-B" userId="d5e1e1c3-1b8e-4d7c-a738-2fc34bcfb3bb" providerId="ADAL" clId="{ECB127AA-860B-461F-92BE-B9541D2F7681}" dt="2022-07-11T07:11:24.325" v="109" actId="478"/>
          <ac:spMkLst>
            <pc:docMk/>
            <pc:sldMk cId="65547136" sldId="258"/>
            <ac:spMk id="2" creationId="{00000000-0000-0000-0000-000000000000}"/>
          </ac:spMkLst>
        </pc:spChg>
        <pc:spChg chg="mod">
          <ac:chgData name="Chen,Michael (HP Med RA) BII-CN-B" userId="d5e1e1c3-1b8e-4d7c-a738-2fc34bcfb3bb" providerId="ADAL" clId="{ECB127AA-860B-461F-92BE-B9541D2F7681}" dt="2022-07-11T08:00:50.562" v="1952" actId="20577"/>
          <ac:spMkLst>
            <pc:docMk/>
            <pc:sldMk cId="65547136" sldId="258"/>
            <ac:spMk id="3" creationId="{00000000-0000-0000-0000-000000000000}"/>
          </ac:spMkLst>
        </pc:spChg>
        <pc:spChg chg="add del mod">
          <ac:chgData name="Chen,Michael (HP Med RA) BII-CN-B" userId="d5e1e1c3-1b8e-4d7c-a738-2fc34bcfb3bb" providerId="ADAL" clId="{ECB127AA-860B-461F-92BE-B9541D2F7681}" dt="2022-07-11T07:11:26.574" v="110" actId="478"/>
          <ac:spMkLst>
            <pc:docMk/>
            <pc:sldMk cId="65547136" sldId="258"/>
            <ac:spMk id="6" creationId="{2A08F600-17B3-4222-96D9-96FF2B70FC04}"/>
          </ac:spMkLst>
        </pc:spChg>
        <pc:spChg chg="add del mod">
          <ac:chgData name="Chen,Michael (HP Med RA) BII-CN-B" userId="d5e1e1c3-1b8e-4d7c-a738-2fc34bcfb3bb" providerId="ADAL" clId="{ECB127AA-860B-461F-92BE-B9541D2F7681}" dt="2022-07-11T07:32:04.577" v="1017" actId="21"/>
          <ac:spMkLst>
            <pc:docMk/>
            <pc:sldMk cId="65547136" sldId="258"/>
            <ac:spMk id="8" creationId="{6FB9AE7F-EFD6-42DC-9791-BE8EF4BF6BFA}"/>
          </ac:spMkLst>
        </pc:spChg>
        <pc:spChg chg="add mod">
          <ac:chgData name="Chen,Michael (HP Med RA) BII-CN-B" userId="d5e1e1c3-1b8e-4d7c-a738-2fc34bcfb3bb" providerId="ADAL" clId="{ECB127AA-860B-461F-92BE-B9541D2F7681}" dt="2022-07-11T08:02:14.134" v="2017" actId="20577"/>
          <ac:spMkLst>
            <pc:docMk/>
            <pc:sldMk cId="65547136" sldId="258"/>
            <ac:spMk id="9" creationId="{E828A3A6-DE72-4E66-9781-C1BFBDDD6509}"/>
          </ac:spMkLst>
        </pc:spChg>
        <pc:graphicFrameChg chg="add mod modGraphic">
          <ac:chgData name="Chen,Michael (HP Med RA) BII-CN-B" userId="d5e1e1c3-1b8e-4d7c-a738-2fc34bcfb3bb" providerId="ADAL" clId="{ECB127AA-860B-461F-92BE-B9541D2F7681}" dt="2022-07-11T09:08:55.143" v="2624" actId="20577"/>
          <ac:graphicFrameMkLst>
            <pc:docMk/>
            <pc:sldMk cId="65547136" sldId="258"/>
            <ac:graphicFrameMk id="7" creationId="{E516B90A-2E93-458B-832A-38864FEDADA7}"/>
          </ac:graphicFrameMkLst>
        </pc:graphicFrameChg>
      </pc:sldChg>
      <pc:sldChg chg="delSp modSp add del mod">
        <pc:chgData name="Chen,Michael (HP Med RA) BII-CN-B" userId="d5e1e1c3-1b8e-4d7c-a738-2fc34bcfb3bb" providerId="ADAL" clId="{ECB127AA-860B-461F-92BE-B9541D2F7681}" dt="2022-07-11T07:17:03.108" v="420" actId="47"/>
        <pc:sldMkLst>
          <pc:docMk/>
          <pc:sldMk cId="403786880" sldId="259"/>
        </pc:sldMkLst>
        <pc:spChg chg="del">
          <ac:chgData name="Chen,Michael (HP Med RA) BII-CN-B" userId="d5e1e1c3-1b8e-4d7c-a738-2fc34bcfb3bb" providerId="ADAL" clId="{ECB127AA-860B-461F-92BE-B9541D2F7681}" dt="2022-07-11T07:16:31.683" v="403" actId="21"/>
          <ac:spMkLst>
            <pc:docMk/>
            <pc:sldMk cId="403786880" sldId="259"/>
            <ac:spMk id="7" creationId="{30207D8E-3644-438E-A814-7D6056C7CF93}"/>
          </ac:spMkLst>
        </pc:spChg>
        <pc:graphicFrameChg chg="mod modGraphic">
          <ac:chgData name="Chen,Michael (HP Med RA) BII-CN-B" userId="d5e1e1c3-1b8e-4d7c-a738-2fc34bcfb3bb" providerId="ADAL" clId="{ECB127AA-860B-461F-92BE-B9541D2F7681}" dt="2022-07-11T07:16:29.568" v="402" actId="2164"/>
          <ac:graphicFrameMkLst>
            <pc:docMk/>
            <pc:sldMk cId="403786880" sldId="259"/>
            <ac:graphicFrameMk id="6" creationId="{834156A4-8100-40A5-9889-C96840766860}"/>
          </ac:graphicFrameMkLst>
        </pc:graphicFrameChg>
      </pc:sldChg>
      <pc:sldChg chg="modSp add del mod">
        <pc:chgData name="Chen,Michael (HP Med RA) BII-CN-B" userId="d5e1e1c3-1b8e-4d7c-a738-2fc34bcfb3bb" providerId="ADAL" clId="{ECB127AA-860B-461F-92BE-B9541D2F7681}" dt="2022-07-11T07:49:56.248" v="1712" actId="47"/>
        <pc:sldMkLst>
          <pc:docMk/>
          <pc:sldMk cId="494919299" sldId="260"/>
        </pc:sldMkLst>
        <pc:spChg chg="mod">
          <ac:chgData name="Chen,Michael (HP Med RA) BII-CN-B" userId="d5e1e1c3-1b8e-4d7c-a738-2fc34bcfb3bb" providerId="ADAL" clId="{ECB127AA-860B-461F-92BE-B9541D2F7681}" dt="2022-07-11T07:42:15.909" v="1434" actId="21"/>
          <ac:spMkLst>
            <pc:docMk/>
            <pc:sldMk cId="494919299" sldId="260"/>
            <ac:spMk id="2" creationId="{D0ACC1F3-74A3-4C24-BDCD-7A4B64540999}"/>
          </ac:spMkLst>
        </pc:spChg>
      </pc:sldChg>
      <pc:sldChg chg="addSp modSp add del mod">
        <pc:chgData name="Chen,Michael (HP Med RA) BII-CN-B" userId="d5e1e1c3-1b8e-4d7c-a738-2fc34bcfb3bb" providerId="ADAL" clId="{ECB127AA-860B-461F-92BE-B9541D2F7681}" dt="2022-07-11T07:49:53.491" v="1711" actId="47"/>
        <pc:sldMkLst>
          <pc:docMk/>
          <pc:sldMk cId="1593490954" sldId="261"/>
        </pc:sldMkLst>
        <pc:spChg chg="mod">
          <ac:chgData name="Chen,Michael (HP Med RA) BII-CN-B" userId="d5e1e1c3-1b8e-4d7c-a738-2fc34bcfb3bb" providerId="ADAL" clId="{ECB127AA-860B-461F-92BE-B9541D2F7681}" dt="2022-07-11T07:41:58.066" v="1432" actId="108"/>
          <ac:spMkLst>
            <pc:docMk/>
            <pc:sldMk cId="1593490954" sldId="261"/>
            <ac:spMk id="5" creationId="{537211F9-73FC-4EFC-8583-8F52C1D2BC9C}"/>
          </ac:spMkLst>
        </pc:spChg>
        <pc:spChg chg="add mod">
          <ac:chgData name="Chen,Michael (HP Med RA) BII-CN-B" userId="d5e1e1c3-1b8e-4d7c-a738-2fc34bcfb3bb" providerId="ADAL" clId="{ECB127AA-860B-461F-92BE-B9541D2F7681}" dt="2022-07-11T07:42:25.842" v="1437" actId="20577"/>
          <ac:spMkLst>
            <pc:docMk/>
            <pc:sldMk cId="1593490954" sldId="261"/>
            <ac:spMk id="6" creationId="{80AC58F4-AAD8-46CF-B1E9-D9B7911F5344}"/>
          </ac:spMkLst>
        </pc:spChg>
        <pc:graphicFrameChg chg="mod">
          <ac:chgData name="Chen,Michael (HP Med RA) BII-CN-B" userId="d5e1e1c3-1b8e-4d7c-a738-2fc34bcfb3bb" providerId="ADAL" clId="{ECB127AA-860B-461F-92BE-B9541D2F7681}" dt="2022-07-11T07:48:20.939" v="1663" actId="21"/>
          <ac:graphicFrameMkLst>
            <pc:docMk/>
            <pc:sldMk cId="1593490954" sldId="261"/>
            <ac:graphicFrameMk id="3" creationId="{E195F485-293E-4847-8566-1F7496F70C21}"/>
          </ac:graphicFrameMkLst>
        </pc:graphicFrameChg>
      </pc:sldChg>
      <pc:sldChg chg="modSp mod">
        <pc:chgData name="Chen,Michael (HP Med RA) BII-CN-B" userId="d5e1e1c3-1b8e-4d7c-a738-2fc34bcfb3bb" providerId="ADAL" clId="{ECB127AA-860B-461F-92BE-B9541D2F7681}" dt="2022-07-11T08:00:22.808" v="1942" actId="20577"/>
        <pc:sldMkLst>
          <pc:docMk/>
          <pc:sldMk cId="379566639" sldId="2147377238"/>
        </pc:sldMkLst>
        <pc:graphicFrameChg chg="modGraphic">
          <ac:chgData name="Chen,Michael (HP Med RA) BII-CN-B" userId="d5e1e1c3-1b8e-4d7c-a738-2fc34bcfb3bb" providerId="ADAL" clId="{ECB127AA-860B-461F-92BE-B9541D2F7681}" dt="2022-07-11T08:00:22.808" v="1942" actId="20577"/>
          <ac:graphicFrameMkLst>
            <pc:docMk/>
            <pc:sldMk cId="379566639" sldId="2147377238"/>
            <ac:graphicFrameMk id="4" creationId="{CE4F806A-756F-4BE6-8340-EB8D9CD7A174}"/>
          </ac:graphicFrameMkLst>
        </pc:graphicFrameChg>
      </pc:sldChg>
      <pc:sldChg chg="modSp mod">
        <pc:chgData name="Chen,Michael (HP Med RA) BII-CN-B" userId="d5e1e1c3-1b8e-4d7c-a738-2fc34bcfb3bb" providerId="ADAL" clId="{ECB127AA-860B-461F-92BE-B9541D2F7681}" dt="2022-07-11T05:57:59.099" v="34" actId="6549"/>
        <pc:sldMkLst>
          <pc:docMk/>
          <pc:sldMk cId="379437175" sldId="2147377245"/>
        </pc:sldMkLst>
        <pc:spChg chg="mod">
          <ac:chgData name="Chen,Michael (HP Med RA) BII-CN-B" userId="d5e1e1c3-1b8e-4d7c-a738-2fc34bcfb3bb" providerId="ADAL" clId="{ECB127AA-860B-461F-92BE-B9541D2F7681}" dt="2022-07-11T05:57:59.099" v="34" actId="6549"/>
          <ac:spMkLst>
            <pc:docMk/>
            <pc:sldMk cId="379437175" sldId="2147377245"/>
            <ac:spMk id="2" creationId="{1962438C-E78A-4FF5-90E4-98B6AD60A7F0}"/>
          </ac:spMkLst>
        </pc:spChg>
      </pc:sldChg>
      <pc:sldChg chg="addSp delSp modSp add mod">
        <pc:chgData name="Chen,Michael (HP Med RA) BII-CN-B" userId="d5e1e1c3-1b8e-4d7c-a738-2fc34bcfb3bb" providerId="ADAL" clId="{ECB127AA-860B-461F-92BE-B9541D2F7681}" dt="2022-07-11T08:32:05.707" v="2483" actId="20577"/>
        <pc:sldMkLst>
          <pc:docMk/>
          <pc:sldMk cId="41387554" sldId="2147377254"/>
        </pc:sldMkLst>
        <pc:spChg chg="add del mod">
          <ac:chgData name="Chen,Michael (HP Med RA) BII-CN-B" userId="d5e1e1c3-1b8e-4d7c-a738-2fc34bcfb3bb" providerId="ADAL" clId="{ECB127AA-860B-461F-92BE-B9541D2F7681}" dt="2022-07-11T08:26:40.124" v="2466"/>
          <ac:spMkLst>
            <pc:docMk/>
            <pc:sldMk cId="41387554" sldId="2147377254"/>
            <ac:spMk id="2" creationId="{31D5D15D-86F5-41F5-911E-EE897B717399}"/>
          </ac:spMkLst>
        </pc:spChg>
        <pc:spChg chg="mod">
          <ac:chgData name="Chen,Michael (HP Med RA) BII-CN-B" userId="d5e1e1c3-1b8e-4d7c-a738-2fc34bcfb3bb" providerId="ADAL" clId="{ECB127AA-860B-461F-92BE-B9541D2F7681}" dt="2022-07-11T08:03:25.761" v="2071" actId="20577"/>
          <ac:spMkLst>
            <pc:docMk/>
            <pc:sldMk cId="41387554" sldId="2147377254"/>
            <ac:spMk id="5" creationId="{537211F9-73FC-4EFC-8583-8F52C1D2BC9C}"/>
          </ac:spMkLst>
        </pc:spChg>
        <pc:spChg chg="add del mod">
          <ac:chgData name="Chen,Michael (HP Med RA) BII-CN-B" userId="d5e1e1c3-1b8e-4d7c-a738-2fc34bcfb3bb" providerId="ADAL" clId="{ECB127AA-860B-461F-92BE-B9541D2F7681}" dt="2022-07-11T08:30:48.716" v="2476" actId="1076"/>
          <ac:spMkLst>
            <pc:docMk/>
            <pc:sldMk cId="41387554" sldId="2147377254"/>
            <ac:spMk id="6" creationId="{80AC58F4-AAD8-46CF-B1E9-D9B7911F5344}"/>
          </ac:spMkLst>
        </pc:spChg>
        <pc:graphicFrameChg chg="del">
          <ac:chgData name="Chen,Michael (HP Med RA) BII-CN-B" userId="d5e1e1c3-1b8e-4d7c-a738-2fc34bcfb3bb" providerId="ADAL" clId="{ECB127AA-860B-461F-92BE-B9541D2F7681}" dt="2022-07-11T07:42:50.831" v="1439" actId="478"/>
          <ac:graphicFrameMkLst>
            <pc:docMk/>
            <pc:sldMk cId="41387554" sldId="2147377254"/>
            <ac:graphicFrameMk id="3" creationId="{E195F485-293E-4847-8566-1F7496F70C21}"/>
          </ac:graphicFrameMkLst>
        </pc:graphicFrameChg>
        <pc:graphicFrameChg chg="add mod modGraphic">
          <ac:chgData name="Chen,Michael (HP Med RA) BII-CN-B" userId="d5e1e1c3-1b8e-4d7c-a738-2fc34bcfb3bb" providerId="ADAL" clId="{ECB127AA-860B-461F-92BE-B9541D2F7681}" dt="2022-07-11T08:32:05.707" v="2483" actId="20577"/>
          <ac:graphicFrameMkLst>
            <pc:docMk/>
            <pc:sldMk cId="41387554" sldId="2147377254"/>
            <ac:graphicFrameMk id="7" creationId="{8499345A-B938-4CEF-8985-EBFBB2DC3F1D}"/>
          </ac:graphicFrameMkLst>
        </pc:graphicFrameChg>
      </pc:sldChg>
      <pc:sldChg chg="new del">
        <pc:chgData name="Chen,Michael (HP Med RA) BII-CN-B" userId="d5e1e1c3-1b8e-4d7c-a738-2fc34bcfb3bb" providerId="ADAL" clId="{ECB127AA-860B-461F-92BE-B9541D2F7681}" dt="2022-07-11T07:11:07.201" v="108" actId="47"/>
        <pc:sldMkLst>
          <pc:docMk/>
          <pc:sldMk cId="2723468431" sldId="2147377254"/>
        </pc:sldMkLst>
      </pc:sldChg>
      <pc:sldChg chg="add del">
        <pc:chgData name="Chen,Michael (HP Med RA) BII-CN-B" userId="d5e1e1c3-1b8e-4d7c-a738-2fc34bcfb3bb" providerId="ADAL" clId="{ECB127AA-860B-461F-92BE-B9541D2F7681}" dt="2022-07-11T07:23:17.063" v="624" actId="47"/>
        <pc:sldMkLst>
          <pc:docMk/>
          <pc:sldMk cId="3784487994" sldId="2147377255"/>
        </pc:sldMkLst>
      </pc:sldChg>
    </pc:docChg>
  </pc:docChgLst>
  <pc:docChgLst>
    <pc:chgData name="Zhang,Ying (MED CD&amp;O) BII-CN-S" userId="456eb1e0-4978-443e-822e-be854341a778" providerId="ADAL" clId="{C6D3AC11-85BE-4F0F-BA0F-4FEC0588F6F2}"/>
    <pc:docChg chg="delSld">
      <pc:chgData name="Zhang,Ying (MED CD&amp;O) BII-CN-S" userId="456eb1e0-4978-443e-822e-be854341a778" providerId="ADAL" clId="{C6D3AC11-85BE-4F0F-BA0F-4FEC0588F6F2}" dt="2023-12-18T02:05:27.450" v="0" actId="47"/>
      <pc:docMkLst>
        <pc:docMk/>
      </pc:docMkLst>
      <pc:sldChg chg="del">
        <pc:chgData name="Zhang,Ying (MED CD&amp;O) BII-CN-S" userId="456eb1e0-4978-443e-822e-be854341a778" providerId="ADAL" clId="{C6D3AC11-85BE-4F0F-BA0F-4FEC0588F6F2}" dt="2023-12-18T02:05:27.450" v="0" actId="47"/>
        <pc:sldMkLst>
          <pc:docMk/>
          <pc:sldMk cId="2366748069" sldId="2147475024"/>
        </pc:sldMkLst>
      </pc:sldChg>
    </pc:docChg>
  </pc:docChgLst>
  <pc:docChgLst>
    <pc:chgData name="Wang,Yuan (HP Medicine) BII-CN-S" userId="358dc601-7626-4089-85ae-a53dd0075322" providerId="ADAL" clId="{E5D9D510-2348-4065-8885-680998DC693D}"/>
    <pc:docChg chg="undo custSel modSld">
      <pc:chgData name="Wang,Yuan (HP Medicine) BII-CN-S" userId="358dc601-7626-4089-85ae-a53dd0075322" providerId="ADAL" clId="{E5D9D510-2348-4065-8885-680998DC693D}" dt="2022-05-09T02:25:31.608" v="232" actId="20577"/>
      <pc:docMkLst>
        <pc:docMk/>
      </pc:docMkLst>
      <pc:sldChg chg="addSp delSp modSp mod addCm">
        <pc:chgData name="Wang,Yuan (HP Medicine) BII-CN-S" userId="358dc601-7626-4089-85ae-a53dd0075322" providerId="ADAL" clId="{E5D9D510-2348-4065-8885-680998DC693D}" dt="2022-05-09T02:25:31.608" v="232" actId="20577"/>
        <pc:sldMkLst>
          <pc:docMk/>
          <pc:sldMk cId="655702869" sldId="2147377210"/>
        </pc:sldMkLst>
        <pc:spChg chg="mod">
          <ac:chgData name="Wang,Yuan (HP Medicine) BII-CN-S" userId="358dc601-7626-4089-85ae-a53dd0075322" providerId="ADAL" clId="{E5D9D510-2348-4065-8885-680998DC693D}" dt="2022-05-07T07:51:57.199" v="117" actId="1076"/>
          <ac:spMkLst>
            <pc:docMk/>
            <pc:sldMk cId="655702869" sldId="2147377210"/>
            <ac:spMk id="2" creationId="{E873FE29-82A5-4786-ADC4-9CB77E313698}"/>
          </ac:spMkLst>
        </pc:spChg>
        <pc:spChg chg="mod">
          <ac:chgData name="Wang,Yuan (HP Medicine) BII-CN-S" userId="358dc601-7626-4089-85ae-a53dd0075322" providerId="ADAL" clId="{E5D9D510-2348-4065-8885-680998DC693D}" dt="2022-05-07T07:52:01.601" v="118" actId="1076"/>
          <ac:spMkLst>
            <pc:docMk/>
            <pc:sldMk cId="655702869" sldId="2147377210"/>
            <ac:spMk id="7" creationId="{9DBDCC91-19FD-48CE-8906-23CCD87DAF59}"/>
          </ac:spMkLst>
        </pc:spChg>
        <pc:spChg chg="add mod">
          <ac:chgData name="Wang,Yuan (HP Medicine) BII-CN-S" userId="358dc601-7626-4089-85ae-a53dd0075322" providerId="ADAL" clId="{E5D9D510-2348-4065-8885-680998DC693D}" dt="2022-05-07T07:53:22.114" v="217" actId="1076"/>
          <ac:spMkLst>
            <pc:docMk/>
            <pc:sldMk cId="655702869" sldId="2147377210"/>
            <ac:spMk id="13" creationId="{99203756-937F-4C47-BD87-4AA2B4DD2CAC}"/>
          </ac:spMkLst>
        </pc:spChg>
        <pc:graphicFrameChg chg="add del mod">
          <ac:chgData name="Wang,Yuan (HP Medicine) BII-CN-S" userId="358dc601-7626-4089-85ae-a53dd0075322" providerId="ADAL" clId="{E5D9D510-2348-4065-8885-680998DC693D}" dt="2022-05-07T07:43:52.458" v="2"/>
          <ac:graphicFrameMkLst>
            <pc:docMk/>
            <pc:sldMk cId="655702869" sldId="2147377210"/>
            <ac:graphicFrameMk id="9" creationId="{444D6C97-7D62-43A9-87F1-9F2EFB05F83C}"/>
          </ac:graphicFrameMkLst>
        </pc:graphicFrameChg>
        <pc:graphicFrameChg chg="add del mod modGraphic">
          <ac:chgData name="Wang,Yuan (HP Medicine) BII-CN-S" userId="358dc601-7626-4089-85ae-a53dd0075322" providerId="ADAL" clId="{E5D9D510-2348-4065-8885-680998DC693D}" dt="2022-05-07T07:44:27.647" v="16"/>
          <ac:graphicFrameMkLst>
            <pc:docMk/>
            <pc:sldMk cId="655702869" sldId="2147377210"/>
            <ac:graphicFrameMk id="10" creationId="{0594EF68-3FB3-498C-B111-2D360432B0D1}"/>
          </ac:graphicFrameMkLst>
        </pc:graphicFrameChg>
        <pc:graphicFrameChg chg="del">
          <ac:chgData name="Wang,Yuan (HP Medicine) BII-CN-S" userId="358dc601-7626-4089-85ae-a53dd0075322" providerId="ADAL" clId="{E5D9D510-2348-4065-8885-680998DC693D}" dt="2022-05-07T07:43:41.316" v="0" actId="478"/>
          <ac:graphicFrameMkLst>
            <pc:docMk/>
            <pc:sldMk cId="655702869" sldId="2147377210"/>
            <ac:graphicFrameMk id="11" creationId="{0A08FB9D-F1B7-435B-B330-8D6996BD0B44}"/>
          </ac:graphicFrameMkLst>
        </pc:graphicFrameChg>
        <pc:graphicFrameChg chg="add mod modGraphic">
          <ac:chgData name="Wang,Yuan (HP Medicine) BII-CN-S" userId="358dc601-7626-4089-85ae-a53dd0075322" providerId="ADAL" clId="{E5D9D510-2348-4065-8885-680998DC693D}" dt="2022-05-09T02:25:31.608" v="232" actId="20577"/>
          <ac:graphicFrameMkLst>
            <pc:docMk/>
            <pc:sldMk cId="655702869" sldId="2147377210"/>
            <ac:graphicFrameMk id="12" creationId="{17402125-AC93-414A-90D7-63EFD471E51D}"/>
          </ac:graphicFrameMkLst>
        </pc:graphicFrameChg>
      </pc:sldChg>
    </pc:docChg>
  </pc:docChgLst>
  <pc:docChgLst>
    <pc:chgData name="Li,Ansu (HP Medicine) BII-CN-S" userId="ec2f8842-dc81-4094-912e-223fc8542a04" providerId="ADAL" clId="{3BEA487D-41C6-4A8E-8683-65C4DBE59161}"/>
    <pc:docChg chg="undo custSel delSld modSld sldOrd modSection">
      <pc:chgData name="Li,Ansu (HP Medicine) BII-CN-S" userId="ec2f8842-dc81-4094-912e-223fc8542a04" providerId="ADAL" clId="{3BEA487D-41C6-4A8E-8683-65C4DBE59161}" dt="2024-03-15T10:51:56.354" v="1026" actId="20577"/>
      <pc:docMkLst>
        <pc:docMk/>
      </pc:docMkLst>
      <pc:sldChg chg="ord">
        <pc:chgData name="Li,Ansu (HP Medicine) BII-CN-S" userId="ec2f8842-dc81-4094-912e-223fc8542a04" providerId="ADAL" clId="{3BEA487D-41C6-4A8E-8683-65C4DBE59161}" dt="2024-03-15T10:23:58.673" v="458"/>
        <pc:sldMkLst>
          <pc:docMk/>
          <pc:sldMk cId="4107091117" sldId="2147481313"/>
        </pc:sldMkLst>
      </pc:sldChg>
      <pc:sldChg chg="modSp mod modNotesTx">
        <pc:chgData name="Li,Ansu (HP Medicine) BII-CN-S" userId="ec2f8842-dc81-4094-912e-223fc8542a04" providerId="ADAL" clId="{3BEA487D-41C6-4A8E-8683-65C4DBE59161}" dt="2024-03-15T10:34:11.787" v="740" actId="20577"/>
        <pc:sldMkLst>
          <pc:docMk/>
          <pc:sldMk cId="988281381" sldId="2147481410"/>
        </pc:sldMkLst>
        <pc:spChg chg="mod">
          <ac:chgData name="Li,Ansu (HP Medicine) BII-CN-S" userId="ec2f8842-dc81-4094-912e-223fc8542a04" providerId="ADAL" clId="{3BEA487D-41C6-4A8E-8683-65C4DBE59161}" dt="2024-03-15T10:32:43.374" v="641" actId="13926"/>
          <ac:spMkLst>
            <pc:docMk/>
            <pc:sldMk cId="988281381" sldId="2147481410"/>
            <ac:spMk id="191" creationId="{BF56A08D-FC05-9DF2-B83F-F13D8E86589D}"/>
          </ac:spMkLst>
        </pc:spChg>
        <pc:spChg chg="mod">
          <ac:chgData name="Li,Ansu (HP Medicine) BII-CN-S" userId="ec2f8842-dc81-4094-912e-223fc8542a04" providerId="ADAL" clId="{3BEA487D-41C6-4A8E-8683-65C4DBE59161}" dt="2024-03-15T10:34:11.787" v="740" actId="20577"/>
          <ac:spMkLst>
            <pc:docMk/>
            <pc:sldMk cId="988281381" sldId="2147481410"/>
            <ac:spMk id="277" creationId="{E30A6013-C45B-EA40-6B3B-4D0AE3A803AE}"/>
          </ac:spMkLst>
        </pc:spChg>
        <pc:grpChg chg="mod">
          <ac:chgData name="Li,Ansu (HP Medicine) BII-CN-S" userId="ec2f8842-dc81-4094-912e-223fc8542a04" providerId="ADAL" clId="{3BEA487D-41C6-4A8E-8683-65C4DBE59161}" dt="2024-03-15T10:17:28.864" v="44" actId="1037"/>
          <ac:grpSpMkLst>
            <pc:docMk/>
            <pc:sldMk cId="988281381" sldId="2147481410"/>
            <ac:grpSpMk id="186" creationId="{A4AAF355-03F2-FB8C-0C00-ACD2633C7AEF}"/>
          </ac:grpSpMkLst>
        </pc:grpChg>
      </pc:sldChg>
      <pc:sldChg chg="delSp modSp mod">
        <pc:chgData name="Li,Ansu (HP Medicine) BII-CN-S" userId="ec2f8842-dc81-4094-912e-223fc8542a04" providerId="ADAL" clId="{3BEA487D-41C6-4A8E-8683-65C4DBE59161}" dt="2024-03-15T10:46:52.467" v="852" actId="20577"/>
        <pc:sldMkLst>
          <pc:docMk/>
          <pc:sldMk cId="2571934809" sldId="2147481411"/>
        </pc:sldMkLst>
        <pc:spChg chg="del">
          <ac:chgData name="Li,Ansu (HP Medicine) BII-CN-S" userId="ec2f8842-dc81-4094-912e-223fc8542a04" providerId="ADAL" clId="{3BEA487D-41C6-4A8E-8683-65C4DBE59161}" dt="2024-03-15T10:46:04.659" v="741" actId="478"/>
          <ac:spMkLst>
            <pc:docMk/>
            <pc:sldMk cId="2571934809" sldId="2147481411"/>
            <ac:spMk id="33" creationId="{5A806FD9-57CA-18A1-E556-5B1F6B591CD2}"/>
          </ac:spMkLst>
        </pc:spChg>
        <pc:spChg chg="mod">
          <ac:chgData name="Li,Ansu (HP Medicine) BII-CN-S" userId="ec2f8842-dc81-4094-912e-223fc8542a04" providerId="ADAL" clId="{3BEA487D-41C6-4A8E-8683-65C4DBE59161}" dt="2024-03-15T10:46:09.420" v="742" actId="1076"/>
          <ac:spMkLst>
            <pc:docMk/>
            <pc:sldMk cId="2571934809" sldId="2147481411"/>
            <ac:spMk id="39" creationId="{99B49C12-8C8C-2E4A-5C6F-3610308C27DE}"/>
          </ac:spMkLst>
        </pc:spChg>
        <pc:spChg chg="mod">
          <ac:chgData name="Li,Ansu (HP Medicine) BII-CN-S" userId="ec2f8842-dc81-4094-912e-223fc8542a04" providerId="ADAL" clId="{3BEA487D-41C6-4A8E-8683-65C4DBE59161}" dt="2024-03-15T10:46:09.420" v="742" actId="1076"/>
          <ac:spMkLst>
            <pc:docMk/>
            <pc:sldMk cId="2571934809" sldId="2147481411"/>
            <ac:spMk id="51" creationId="{C7BC2D38-4F04-2C2C-5BA5-65AAC6280301}"/>
          </ac:spMkLst>
        </pc:spChg>
        <pc:spChg chg="mod">
          <ac:chgData name="Li,Ansu (HP Medicine) BII-CN-S" userId="ec2f8842-dc81-4094-912e-223fc8542a04" providerId="ADAL" clId="{3BEA487D-41C6-4A8E-8683-65C4DBE59161}" dt="2024-03-15T10:46:52.467" v="852" actId="20577"/>
          <ac:spMkLst>
            <pc:docMk/>
            <pc:sldMk cId="2571934809" sldId="2147481411"/>
            <ac:spMk id="52" creationId="{7532E7E9-CE0C-597F-9F9F-1F8571B9A4AE}"/>
          </ac:spMkLst>
        </pc:spChg>
        <pc:picChg chg="mod">
          <ac:chgData name="Li,Ansu (HP Medicine) BII-CN-S" userId="ec2f8842-dc81-4094-912e-223fc8542a04" providerId="ADAL" clId="{3BEA487D-41C6-4A8E-8683-65C4DBE59161}" dt="2024-03-15T10:46:09.420" v="742" actId="1076"/>
          <ac:picMkLst>
            <pc:docMk/>
            <pc:sldMk cId="2571934809" sldId="2147481411"/>
            <ac:picMk id="38" creationId="{5A4A8143-6AAC-5F4D-DA77-CAF0042144E4}"/>
          </ac:picMkLst>
        </pc:picChg>
        <pc:cxnChg chg="mod">
          <ac:chgData name="Li,Ansu (HP Medicine) BII-CN-S" userId="ec2f8842-dc81-4094-912e-223fc8542a04" providerId="ADAL" clId="{3BEA487D-41C6-4A8E-8683-65C4DBE59161}" dt="2024-03-15T10:46:09.420" v="742" actId="1076"/>
          <ac:cxnSpMkLst>
            <pc:docMk/>
            <pc:sldMk cId="2571934809" sldId="2147481411"/>
            <ac:cxnSpMk id="37" creationId="{FE155D56-3DAC-AF3B-F5D4-28BBC8D49DC0}"/>
          </ac:cxnSpMkLst>
        </pc:cxnChg>
      </pc:sldChg>
      <pc:sldChg chg="del">
        <pc:chgData name="Li,Ansu (HP Medicine) BII-CN-S" userId="ec2f8842-dc81-4094-912e-223fc8542a04" providerId="ADAL" clId="{3BEA487D-41C6-4A8E-8683-65C4DBE59161}" dt="2024-03-15T10:32:56.301" v="642" actId="47"/>
        <pc:sldMkLst>
          <pc:docMk/>
          <pc:sldMk cId="3890894648" sldId="2147482673"/>
        </pc:sldMkLst>
      </pc:sldChg>
      <pc:sldChg chg="modSp mod">
        <pc:chgData name="Li,Ansu (HP Medicine) BII-CN-S" userId="ec2f8842-dc81-4094-912e-223fc8542a04" providerId="ADAL" clId="{3BEA487D-41C6-4A8E-8683-65C4DBE59161}" dt="2024-03-15T10:47:42.565" v="897" actId="207"/>
        <pc:sldMkLst>
          <pc:docMk/>
          <pc:sldMk cId="2198931545" sldId="2147482674"/>
        </pc:sldMkLst>
        <pc:spChg chg="mod">
          <ac:chgData name="Li,Ansu (HP Medicine) BII-CN-S" userId="ec2f8842-dc81-4094-912e-223fc8542a04" providerId="ADAL" clId="{3BEA487D-41C6-4A8E-8683-65C4DBE59161}" dt="2024-03-15T10:47:42.565" v="897" actId="207"/>
          <ac:spMkLst>
            <pc:docMk/>
            <pc:sldMk cId="2198931545" sldId="2147482674"/>
            <ac:spMk id="62" creationId="{8DB07CF5-ABA1-4C9B-A9DA-0E66E05CDEC6}"/>
          </ac:spMkLst>
        </pc:spChg>
      </pc:sldChg>
      <pc:sldChg chg="modSp mod modNotesTx">
        <pc:chgData name="Li,Ansu (HP Medicine) BII-CN-S" userId="ec2f8842-dc81-4094-912e-223fc8542a04" providerId="ADAL" clId="{3BEA487D-41C6-4A8E-8683-65C4DBE59161}" dt="2024-03-15T10:50:54.165" v="976" actId="400"/>
        <pc:sldMkLst>
          <pc:docMk/>
          <pc:sldMk cId="712939470" sldId="2147482678"/>
        </pc:sldMkLst>
        <pc:spChg chg="mod">
          <ac:chgData name="Li,Ansu (HP Medicine) BII-CN-S" userId="ec2f8842-dc81-4094-912e-223fc8542a04" providerId="ADAL" clId="{3BEA487D-41C6-4A8E-8683-65C4DBE59161}" dt="2024-03-15T10:50:54.165" v="976" actId="400"/>
          <ac:spMkLst>
            <pc:docMk/>
            <pc:sldMk cId="712939470" sldId="2147482678"/>
            <ac:spMk id="16" creationId="{397C50CA-40EC-2B76-5DCF-8E4B0390FC5E}"/>
          </ac:spMkLst>
        </pc:spChg>
        <pc:spChg chg="mod">
          <ac:chgData name="Li,Ansu (HP Medicine) BII-CN-S" userId="ec2f8842-dc81-4094-912e-223fc8542a04" providerId="ADAL" clId="{3BEA487D-41C6-4A8E-8683-65C4DBE59161}" dt="2024-03-15T10:49:43.017" v="915" actId="207"/>
          <ac:spMkLst>
            <pc:docMk/>
            <pc:sldMk cId="712939470" sldId="2147482678"/>
            <ac:spMk id="171" creationId="{5DF7619E-8037-4119-9490-E9399FFC5DFC}"/>
          </ac:spMkLst>
        </pc:spChg>
      </pc:sldChg>
      <pc:sldChg chg="modSp mod">
        <pc:chgData name="Li,Ansu (HP Medicine) BII-CN-S" userId="ec2f8842-dc81-4094-912e-223fc8542a04" providerId="ADAL" clId="{3BEA487D-41C6-4A8E-8683-65C4DBE59161}" dt="2024-03-15T10:51:56.354" v="1026" actId="20577"/>
        <pc:sldMkLst>
          <pc:docMk/>
          <pc:sldMk cId="89106298" sldId="2147482695"/>
        </pc:sldMkLst>
        <pc:spChg chg="mod">
          <ac:chgData name="Li,Ansu (HP Medicine) BII-CN-S" userId="ec2f8842-dc81-4094-912e-223fc8542a04" providerId="ADAL" clId="{3BEA487D-41C6-4A8E-8683-65C4DBE59161}" dt="2024-03-15T10:51:56.354" v="1026" actId="20577"/>
          <ac:spMkLst>
            <pc:docMk/>
            <pc:sldMk cId="89106298" sldId="2147482695"/>
            <ac:spMk id="90" creationId="{9466DE8F-DCCC-4688-AD54-68172F2C8E9F}"/>
          </ac:spMkLst>
        </pc:spChg>
      </pc:sldChg>
      <pc:sldChg chg="modSp mod">
        <pc:chgData name="Li,Ansu (HP Medicine) BII-CN-S" userId="ec2f8842-dc81-4094-912e-223fc8542a04" providerId="ADAL" clId="{3BEA487D-41C6-4A8E-8683-65C4DBE59161}" dt="2024-03-15T10:17:03.435" v="10" actId="554"/>
        <pc:sldMkLst>
          <pc:docMk/>
          <pc:sldMk cId="4264638658" sldId="2147482830"/>
        </pc:sldMkLst>
        <pc:spChg chg="mod">
          <ac:chgData name="Li,Ansu (HP Medicine) BII-CN-S" userId="ec2f8842-dc81-4094-912e-223fc8542a04" providerId="ADAL" clId="{3BEA487D-41C6-4A8E-8683-65C4DBE59161}" dt="2024-03-15T10:17:03.435" v="10" actId="554"/>
          <ac:spMkLst>
            <pc:docMk/>
            <pc:sldMk cId="4264638658" sldId="2147482830"/>
            <ac:spMk id="16" creationId="{594FC073-EA4C-9379-9371-402769A061A4}"/>
          </ac:spMkLst>
        </pc:spChg>
        <pc:spChg chg="mod">
          <ac:chgData name="Li,Ansu (HP Medicine) BII-CN-S" userId="ec2f8842-dc81-4094-912e-223fc8542a04" providerId="ADAL" clId="{3BEA487D-41C6-4A8E-8683-65C4DBE59161}" dt="2024-03-15T10:17:03.435" v="10" actId="554"/>
          <ac:spMkLst>
            <pc:docMk/>
            <pc:sldMk cId="4264638658" sldId="2147482830"/>
            <ac:spMk id="21" creationId="{94D733AD-D8CF-111E-E69D-279295E528C9}"/>
          </ac:spMkLst>
        </pc:spChg>
      </pc:sldChg>
      <pc:sldChg chg="modSp mod modNotesTx">
        <pc:chgData name="Li,Ansu (HP Medicine) BII-CN-S" userId="ec2f8842-dc81-4094-912e-223fc8542a04" providerId="ADAL" clId="{3BEA487D-41C6-4A8E-8683-65C4DBE59161}" dt="2024-03-15T10:23:38.826" v="456" actId="20577"/>
        <pc:sldMkLst>
          <pc:docMk/>
          <pc:sldMk cId="2961465287" sldId="2147482838"/>
        </pc:sldMkLst>
        <pc:spChg chg="mod">
          <ac:chgData name="Li,Ansu (HP Medicine) BII-CN-S" userId="ec2f8842-dc81-4094-912e-223fc8542a04" providerId="ADAL" clId="{3BEA487D-41C6-4A8E-8683-65C4DBE59161}" dt="2024-03-15T10:21:18.873" v="338" actId="14100"/>
          <ac:spMkLst>
            <pc:docMk/>
            <pc:sldMk cId="2961465287" sldId="2147482838"/>
            <ac:spMk id="3" creationId="{2857B026-F857-5479-3640-8A8E1E50D1D4}"/>
          </ac:spMkLst>
        </pc:spChg>
        <pc:graphicFrameChg chg="mod modGraphic">
          <ac:chgData name="Li,Ansu (HP Medicine) BII-CN-S" userId="ec2f8842-dc81-4094-912e-223fc8542a04" providerId="ADAL" clId="{3BEA487D-41C6-4A8E-8683-65C4DBE59161}" dt="2024-03-15T10:21:12.519" v="336" actId="14734"/>
          <ac:graphicFrameMkLst>
            <pc:docMk/>
            <pc:sldMk cId="2961465287" sldId="2147482838"/>
            <ac:graphicFrameMk id="9" creationId="{74944B63-9079-5C89-2AAD-A28D8E2D79ED}"/>
          </ac:graphicFrameMkLst>
        </pc:graphicFrameChg>
      </pc:sldChg>
    </pc:docChg>
  </pc:docChgLst>
  <pc:docChgLst>
    <pc:chgData name="zxSHA Shi,Yi (HP Medicine) EXTERNAL" userId="S::yi.shi.ext@boehringer-ingelheim.com::c9ef9fc0-a422-4a2f-8faa-a4bcaf5dcb1a" providerId="AD" clId="Web-{AD60DAD9-8C11-DE33-A407-41A420271CCC}"/>
    <pc:docChg chg="modSld">
      <pc:chgData name="zxSHA Shi,Yi (HP Medicine) EXTERNAL" userId="S::yi.shi.ext@boehringer-ingelheim.com::c9ef9fc0-a422-4a2f-8faa-a4bcaf5dcb1a" providerId="AD" clId="Web-{AD60DAD9-8C11-DE33-A407-41A420271CCC}" dt="2022-11-03T09:20:51.147" v="15"/>
      <pc:docMkLst>
        <pc:docMk/>
      </pc:docMkLst>
      <pc:sldChg chg="modSp">
        <pc:chgData name="zxSHA Shi,Yi (HP Medicine) EXTERNAL" userId="S::yi.shi.ext@boehringer-ingelheim.com::c9ef9fc0-a422-4a2f-8faa-a4bcaf5dcb1a" providerId="AD" clId="Web-{AD60DAD9-8C11-DE33-A407-41A420271CCC}" dt="2022-11-03T09:20:51.147" v="15"/>
        <pc:sldMkLst>
          <pc:docMk/>
          <pc:sldMk cId="592895313" sldId="2147377180"/>
        </pc:sldMkLst>
        <pc:graphicFrameChg chg="mod modGraphic">
          <ac:chgData name="zxSHA Shi,Yi (HP Medicine) EXTERNAL" userId="S::yi.shi.ext@boehringer-ingelheim.com::c9ef9fc0-a422-4a2f-8faa-a4bcaf5dcb1a" providerId="AD" clId="Web-{AD60DAD9-8C11-DE33-A407-41A420271CCC}" dt="2022-11-03T09:20:51.147" v="15"/>
          <ac:graphicFrameMkLst>
            <pc:docMk/>
            <pc:sldMk cId="592895313" sldId="2147377180"/>
            <ac:graphicFrameMk id="9" creationId="{A53A2D83-63FD-44E4-BF92-1861D56E3E63}"/>
          </ac:graphicFrameMkLst>
        </pc:graphicFrameChg>
      </pc:sldChg>
    </pc:docChg>
  </pc:docChgLst>
  <pc:docChgLst>
    <pc:chgData name="Li,Yuting (HP Medicine) BII-CN-S" userId="ce8fbb54-122c-426d-b8da-fdcc5e1b5022" providerId="ADAL" clId="{DED4DB2E-5D62-4B3D-997A-781D06F33634}"/>
    <pc:docChg chg="undo redo custSel addSld delSld modSld sldOrd">
      <pc:chgData name="Li,Yuting (HP Medicine) BII-CN-S" userId="ce8fbb54-122c-426d-b8da-fdcc5e1b5022" providerId="ADAL" clId="{DED4DB2E-5D62-4B3D-997A-781D06F33634}" dt="2023-09-14T09:22:35.255" v="5741" actId="20577"/>
      <pc:docMkLst>
        <pc:docMk/>
      </pc:docMkLst>
      <pc:sldChg chg="del">
        <pc:chgData name="Li,Yuting (HP Medicine) BII-CN-S" userId="ce8fbb54-122c-426d-b8da-fdcc5e1b5022" providerId="ADAL" clId="{DED4DB2E-5D62-4B3D-997A-781D06F33634}" dt="2023-09-07T07:08:38.701" v="2571" actId="47"/>
        <pc:sldMkLst>
          <pc:docMk/>
          <pc:sldMk cId="1576342978" sldId="256"/>
        </pc:sldMkLst>
      </pc:sldChg>
      <pc:sldChg chg="del">
        <pc:chgData name="Li,Yuting (HP Medicine) BII-CN-S" userId="ce8fbb54-122c-426d-b8da-fdcc5e1b5022" providerId="ADAL" clId="{DED4DB2E-5D62-4B3D-997A-781D06F33634}" dt="2023-09-07T06:35:17.031" v="1889" actId="47"/>
        <pc:sldMkLst>
          <pc:docMk/>
          <pc:sldMk cId="343095976" sldId="260"/>
        </pc:sldMkLst>
      </pc:sldChg>
      <pc:sldChg chg="del">
        <pc:chgData name="Li,Yuting (HP Medicine) BII-CN-S" userId="ce8fbb54-122c-426d-b8da-fdcc5e1b5022" providerId="ADAL" clId="{DED4DB2E-5D62-4B3D-997A-781D06F33634}" dt="2023-09-07T06:35:17.031" v="1889" actId="47"/>
        <pc:sldMkLst>
          <pc:docMk/>
          <pc:sldMk cId="3841176553" sldId="262"/>
        </pc:sldMkLst>
      </pc:sldChg>
      <pc:sldChg chg="del">
        <pc:chgData name="Li,Yuting (HP Medicine) BII-CN-S" userId="ce8fbb54-122c-426d-b8da-fdcc5e1b5022" providerId="ADAL" clId="{DED4DB2E-5D62-4B3D-997A-781D06F33634}" dt="2023-09-07T06:35:17.031" v="1889" actId="47"/>
        <pc:sldMkLst>
          <pc:docMk/>
          <pc:sldMk cId="3528737068" sldId="266"/>
        </pc:sldMkLst>
      </pc:sldChg>
      <pc:sldChg chg="del">
        <pc:chgData name="Li,Yuting (HP Medicine) BII-CN-S" userId="ce8fbb54-122c-426d-b8da-fdcc5e1b5022" providerId="ADAL" clId="{DED4DB2E-5D62-4B3D-997A-781D06F33634}" dt="2023-09-07T06:35:17.031" v="1889" actId="47"/>
        <pc:sldMkLst>
          <pc:docMk/>
          <pc:sldMk cId="156898829" sldId="274"/>
        </pc:sldMkLst>
      </pc:sldChg>
      <pc:sldChg chg="add del">
        <pc:chgData name="Li,Yuting (HP Medicine) BII-CN-S" userId="ce8fbb54-122c-426d-b8da-fdcc5e1b5022" providerId="ADAL" clId="{DED4DB2E-5D62-4B3D-997A-781D06F33634}" dt="2023-09-07T07:04:56.281" v="2522" actId="47"/>
        <pc:sldMkLst>
          <pc:docMk/>
          <pc:sldMk cId="2400029504" sldId="276"/>
        </pc:sldMkLst>
      </pc:sldChg>
      <pc:sldChg chg="add del">
        <pc:chgData name="Li,Yuting (HP Medicine) BII-CN-S" userId="ce8fbb54-122c-426d-b8da-fdcc5e1b5022" providerId="ADAL" clId="{DED4DB2E-5D62-4B3D-997A-781D06F33634}" dt="2023-09-07T07:04:56.795" v="2523" actId="47"/>
        <pc:sldMkLst>
          <pc:docMk/>
          <pc:sldMk cId="3368983596" sldId="277"/>
        </pc:sldMkLst>
      </pc:sldChg>
      <pc:sldChg chg="modSp mod">
        <pc:chgData name="Li,Yuting (HP Medicine) BII-CN-S" userId="ce8fbb54-122c-426d-b8da-fdcc5e1b5022" providerId="ADAL" clId="{DED4DB2E-5D62-4B3D-997A-781D06F33634}" dt="2023-09-07T07:07:16.507" v="2553" actId="21"/>
        <pc:sldMkLst>
          <pc:docMk/>
          <pc:sldMk cId="2241280397" sldId="1098"/>
        </pc:sldMkLst>
        <pc:spChg chg="mod">
          <ac:chgData name="Li,Yuting (HP Medicine) BII-CN-S" userId="ce8fbb54-122c-426d-b8da-fdcc5e1b5022" providerId="ADAL" clId="{DED4DB2E-5D62-4B3D-997A-781D06F33634}" dt="2023-09-07T07:07:16.507" v="2553" actId="21"/>
          <ac:spMkLst>
            <pc:docMk/>
            <pc:sldMk cId="2241280397" sldId="1098"/>
            <ac:spMk id="2" creationId="{2F7C2B6B-26E0-0090-B8A7-663AC400D437}"/>
          </ac:spMkLst>
        </pc:spChg>
      </pc:sldChg>
      <pc:sldChg chg="modSp mod">
        <pc:chgData name="Li,Yuting (HP Medicine) BII-CN-S" userId="ce8fbb54-122c-426d-b8da-fdcc5e1b5022" providerId="ADAL" clId="{DED4DB2E-5D62-4B3D-997A-781D06F33634}" dt="2023-09-06T12:01:02.407" v="12" actId="20577"/>
        <pc:sldMkLst>
          <pc:docMk/>
          <pc:sldMk cId="64439630" sldId="6601"/>
        </pc:sldMkLst>
        <pc:spChg chg="mod">
          <ac:chgData name="Li,Yuting (HP Medicine) BII-CN-S" userId="ce8fbb54-122c-426d-b8da-fdcc5e1b5022" providerId="ADAL" clId="{DED4DB2E-5D62-4B3D-997A-781D06F33634}" dt="2023-09-06T12:00:57.308" v="8" actId="20577"/>
          <ac:spMkLst>
            <pc:docMk/>
            <pc:sldMk cId="64439630" sldId="6601"/>
            <ac:spMk id="5" creationId="{00000000-0000-0000-0000-000000000000}"/>
          </ac:spMkLst>
        </pc:spChg>
        <pc:spChg chg="mod">
          <ac:chgData name="Li,Yuting (HP Medicine) BII-CN-S" userId="ce8fbb54-122c-426d-b8da-fdcc5e1b5022" providerId="ADAL" clId="{DED4DB2E-5D62-4B3D-997A-781D06F33634}" dt="2023-09-06T12:01:02.407" v="12" actId="20577"/>
          <ac:spMkLst>
            <pc:docMk/>
            <pc:sldMk cId="64439630" sldId="6601"/>
            <ac:spMk id="6" creationId="{00000000-0000-0000-0000-000000000000}"/>
          </ac:spMkLst>
        </pc:spChg>
      </pc:sldChg>
      <pc:sldChg chg="del">
        <pc:chgData name="Li,Yuting (HP Medicine) BII-CN-S" userId="ce8fbb54-122c-426d-b8da-fdcc5e1b5022" providerId="ADAL" clId="{DED4DB2E-5D62-4B3D-997A-781D06F33634}" dt="2023-09-07T07:08:40.940" v="2572" actId="47"/>
        <pc:sldMkLst>
          <pc:docMk/>
          <pc:sldMk cId="3322781492" sldId="2141413694"/>
        </pc:sldMkLst>
      </pc:sldChg>
      <pc:sldChg chg="del">
        <pc:chgData name="Li,Yuting (HP Medicine) BII-CN-S" userId="ce8fbb54-122c-426d-b8da-fdcc5e1b5022" providerId="ADAL" clId="{DED4DB2E-5D62-4B3D-997A-781D06F33634}" dt="2023-09-07T07:08:43.209" v="2573" actId="47"/>
        <pc:sldMkLst>
          <pc:docMk/>
          <pc:sldMk cId="948801343" sldId="2141413697"/>
        </pc:sldMkLst>
      </pc:sldChg>
      <pc:sldChg chg="del">
        <pc:chgData name="Li,Yuting (HP Medicine) BII-CN-S" userId="ce8fbb54-122c-426d-b8da-fdcc5e1b5022" providerId="ADAL" clId="{DED4DB2E-5D62-4B3D-997A-781D06F33634}" dt="2023-09-06T12:39:57.023" v="87" actId="47"/>
        <pc:sldMkLst>
          <pc:docMk/>
          <pc:sldMk cId="1001967075" sldId="2147377159"/>
        </pc:sldMkLst>
      </pc:sldChg>
      <pc:sldChg chg="mod modShow">
        <pc:chgData name="Li,Yuting (HP Medicine) BII-CN-S" userId="ce8fbb54-122c-426d-b8da-fdcc5e1b5022" providerId="ADAL" clId="{DED4DB2E-5D62-4B3D-997A-781D06F33634}" dt="2023-09-07T06:52:39.898" v="1974" actId="729"/>
        <pc:sldMkLst>
          <pc:docMk/>
          <pc:sldMk cId="648276360" sldId="2147471194"/>
        </pc:sldMkLst>
      </pc:sldChg>
      <pc:sldChg chg="del">
        <pc:chgData name="Li,Yuting (HP Medicine) BII-CN-S" userId="ce8fbb54-122c-426d-b8da-fdcc5e1b5022" providerId="ADAL" clId="{DED4DB2E-5D62-4B3D-997A-781D06F33634}" dt="2023-09-07T07:08:35.120" v="2570" actId="47"/>
        <pc:sldMkLst>
          <pc:docMk/>
          <pc:sldMk cId="613460722" sldId="2147471195"/>
        </pc:sldMkLst>
      </pc:sldChg>
      <pc:sldChg chg="addSp delSp modSp mod">
        <pc:chgData name="Li,Yuting (HP Medicine) BII-CN-S" userId="ce8fbb54-122c-426d-b8da-fdcc5e1b5022" providerId="ADAL" clId="{DED4DB2E-5D62-4B3D-997A-781D06F33634}" dt="2023-09-07T06:37:59.385" v="1911" actId="20577"/>
        <pc:sldMkLst>
          <pc:docMk/>
          <pc:sldMk cId="2546863454" sldId="2147471200"/>
        </pc:sldMkLst>
        <pc:spChg chg="del mod">
          <ac:chgData name="Li,Yuting (HP Medicine) BII-CN-S" userId="ce8fbb54-122c-426d-b8da-fdcc5e1b5022" providerId="ADAL" clId="{DED4DB2E-5D62-4B3D-997A-781D06F33634}" dt="2023-09-07T06:37:39.778" v="1896" actId="478"/>
          <ac:spMkLst>
            <pc:docMk/>
            <pc:sldMk cId="2546863454" sldId="2147471200"/>
            <ac:spMk id="2" creationId="{899E9FD5-14F4-46B5-85BD-4B2D5616E6A9}"/>
          </ac:spMkLst>
        </pc:spChg>
        <pc:spChg chg="add mod">
          <ac:chgData name="Li,Yuting (HP Medicine) BII-CN-S" userId="ce8fbb54-122c-426d-b8da-fdcc5e1b5022" providerId="ADAL" clId="{DED4DB2E-5D62-4B3D-997A-781D06F33634}" dt="2023-09-07T06:37:59.385" v="1911" actId="20577"/>
          <ac:spMkLst>
            <pc:docMk/>
            <pc:sldMk cId="2546863454" sldId="2147471200"/>
            <ac:spMk id="3" creationId="{9EA596F7-51A5-8A59-7F38-B5932FE97402}"/>
          </ac:spMkLst>
        </pc:spChg>
        <pc:spChg chg="del mod">
          <ac:chgData name="Li,Yuting (HP Medicine) BII-CN-S" userId="ce8fbb54-122c-426d-b8da-fdcc5e1b5022" providerId="ADAL" clId="{DED4DB2E-5D62-4B3D-997A-781D06F33634}" dt="2023-09-07T06:37:53.315" v="1897" actId="478"/>
          <ac:spMkLst>
            <pc:docMk/>
            <pc:sldMk cId="2546863454" sldId="2147471200"/>
            <ac:spMk id="5" creationId="{38760B59-190C-654E-DC85-DD6C5BF198D6}"/>
          </ac:spMkLst>
        </pc:spChg>
      </pc:sldChg>
      <pc:sldChg chg="del">
        <pc:chgData name="Li,Yuting (HP Medicine) BII-CN-S" userId="ce8fbb54-122c-426d-b8da-fdcc5e1b5022" providerId="ADAL" clId="{DED4DB2E-5D62-4B3D-997A-781D06F33634}" dt="2023-09-06T12:02:28.881" v="13" actId="47"/>
        <pc:sldMkLst>
          <pc:docMk/>
          <pc:sldMk cId="3596583069" sldId="2147471212"/>
        </pc:sldMkLst>
      </pc:sldChg>
      <pc:sldChg chg="del">
        <pc:chgData name="Li,Yuting (HP Medicine) BII-CN-S" userId="ce8fbb54-122c-426d-b8da-fdcc5e1b5022" providerId="ADAL" clId="{DED4DB2E-5D62-4B3D-997A-781D06F33634}" dt="2023-09-07T01:32:42.704" v="204" actId="47"/>
        <pc:sldMkLst>
          <pc:docMk/>
          <pc:sldMk cId="1481600618" sldId="2147471230"/>
        </pc:sldMkLst>
      </pc:sldChg>
      <pc:sldChg chg="del">
        <pc:chgData name="Li,Yuting (HP Medicine) BII-CN-S" userId="ce8fbb54-122c-426d-b8da-fdcc5e1b5022" providerId="ADAL" clId="{DED4DB2E-5D62-4B3D-997A-781D06F33634}" dt="2023-09-07T01:28:35.677" v="186" actId="47"/>
        <pc:sldMkLst>
          <pc:docMk/>
          <pc:sldMk cId="3666047214" sldId="2147474021"/>
        </pc:sldMkLst>
      </pc:sldChg>
      <pc:sldChg chg="del">
        <pc:chgData name="Li,Yuting (HP Medicine) BII-CN-S" userId="ce8fbb54-122c-426d-b8da-fdcc5e1b5022" providerId="ADAL" clId="{DED4DB2E-5D62-4B3D-997A-781D06F33634}" dt="2023-09-07T06:32:29.400" v="1888" actId="47"/>
        <pc:sldMkLst>
          <pc:docMk/>
          <pc:sldMk cId="3275380510" sldId="2147474026"/>
        </pc:sldMkLst>
      </pc:sldChg>
      <pc:sldChg chg="del">
        <pc:chgData name="Li,Yuting (HP Medicine) BII-CN-S" userId="ce8fbb54-122c-426d-b8da-fdcc5e1b5022" providerId="ADAL" clId="{DED4DB2E-5D62-4B3D-997A-781D06F33634}" dt="2023-09-07T07:17:52.016" v="2581" actId="47"/>
        <pc:sldMkLst>
          <pc:docMk/>
          <pc:sldMk cId="2636951252" sldId="2147474045"/>
        </pc:sldMkLst>
      </pc:sldChg>
      <pc:sldChg chg="del">
        <pc:chgData name="Li,Yuting (HP Medicine) BII-CN-S" userId="ce8fbb54-122c-426d-b8da-fdcc5e1b5022" providerId="ADAL" clId="{DED4DB2E-5D62-4B3D-997A-781D06F33634}" dt="2023-09-07T07:08:30.306" v="2569" actId="47"/>
        <pc:sldMkLst>
          <pc:docMk/>
          <pc:sldMk cId="3280788501" sldId="2147474054"/>
        </pc:sldMkLst>
      </pc:sldChg>
      <pc:sldChg chg="del">
        <pc:chgData name="Li,Yuting (HP Medicine) BII-CN-S" userId="ce8fbb54-122c-426d-b8da-fdcc5e1b5022" providerId="ADAL" clId="{DED4DB2E-5D62-4B3D-997A-781D06F33634}" dt="2023-09-07T02:14:18.763" v="252" actId="47"/>
        <pc:sldMkLst>
          <pc:docMk/>
          <pc:sldMk cId="1297387823" sldId="2147474059"/>
        </pc:sldMkLst>
      </pc:sldChg>
      <pc:sldChg chg="del">
        <pc:chgData name="Li,Yuting (HP Medicine) BII-CN-S" userId="ce8fbb54-122c-426d-b8da-fdcc5e1b5022" providerId="ADAL" clId="{DED4DB2E-5D62-4B3D-997A-781D06F33634}" dt="2023-09-07T05:58:27.360" v="1744" actId="47"/>
        <pc:sldMkLst>
          <pc:docMk/>
          <pc:sldMk cId="288407488" sldId="2147474061"/>
        </pc:sldMkLst>
      </pc:sldChg>
      <pc:sldChg chg="del">
        <pc:chgData name="Li,Yuting (HP Medicine) BII-CN-S" userId="ce8fbb54-122c-426d-b8da-fdcc5e1b5022" providerId="ADAL" clId="{DED4DB2E-5D62-4B3D-997A-781D06F33634}" dt="2023-09-07T06:43:00.569" v="1924" actId="47"/>
        <pc:sldMkLst>
          <pc:docMk/>
          <pc:sldMk cId="2902134988" sldId="2147474069"/>
        </pc:sldMkLst>
      </pc:sldChg>
      <pc:sldChg chg="del">
        <pc:chgData name="Li,Yuting (HP Medicine) BII-CN-S" userId="ce8fbb54-122c-426d-b8da-fdcc5e1b5022" providerId="ADAL" clId="{DED4DB2E-5D62-4B3D-997A-781D06F33634}" dt="2023-09-07T06:52:02.505" v="1968" actId="47"/>
        <pc:sldMkLst>
          <pc:docMk/>
          <pc:sldMk cId="252637149" sldId="2147474072"/>
        </pc:sldMkLst>
      </pc:sldChg>
      <pc:sldChg chg="add del">
        <pc:chgData name="Li,Yuting (HP Medicine) BII-CN-S" userId="ce8fbb54-122c-426d-b8da-fdcc5e1b5022" providerId="ADAL" clId="{DED4DB2E-5D62-4B3D-997A-781D06F33634}" dt="2023-09-07T06:42:10.941" v="1920" actId="47"/>
        <pc:sldMkLst>
          <pc:docMk/>
          <pc:sldMk cId="817030415" sldId="2147474081"/>
        </pc:sldMkLst>
      </pc:sldChg>
      <pc:sldChg chg="del">
        <pc:chgData name="Li,Yuting (HP Medicine) BII-CN-S" userId="ce8fbb54-122c-426d-b8da-fdcc5e1b5022" providerId="ADAL" clId="{DED4DB2E-5D62-4B3D-997A-781D06F33634}" dt="2023-09-07T06:32:29.400" v="1888" actId="47"/>
        <pc:sldMkLst>
          <pc:docMk/>
          <pc:sldMk cId="1348927170" sldId="2147474084"/>
        </pc:sldMkLst>
      </pc:sldChg>
      <pc:sldChg chg="del">
        <pc:chgData name="Li,Yuting (HP Medicine) BII-CN-S" userId="ce8fbb54-122c-426d-b8da-fdcc5e1b5022" providerId="ADAL" clId="{DED4DB2E-5D62-4B3D-997A-781D06F33634}" dt="2023-09-06T12:39:57.023" v="87" actId="47"/>
        <pc:sldMkLst>
          <pc:docMk/>
          <pc:sldMk cId="60498438" sldId="2147474086"/>
        </pc:sldMkLst>
      </pc:sldChg>
      <pc:sldChg chg="del">
        <pc:chgData name="Li,Yuting (HP Medicine) BII-CN-S" userId="ce8fbb54-122c-426d-b8da-fdcc5e1b5022" providerId="ADAL" clId="{DED4DB2E-5D62-4B3D-997A-781D06F33634}" dt="2023-09-06T12:41:22.444" v="91" actId="47"/>
        <pc:sldMkLst>
          <pc:docMk/>
          <pc:sldMk cId="382240855" sldId="2147474088"/>
        </pc:sldMkLst>
      </pc:sldChg>
      <pc:sldChg chg="del">
        <pc:chgData name="Li,Yuting (HP Medicine) BII-CN-S" userId="ce8fbb54-122c-426d-b8da-fdcc5e1b5022" providerId="ADAL" clId="{DED4DB2E-5D62-4B3D-997A-781D06F33634}" dt="2023-09-07T01:55:48.320" v="216" actId="47"/>
        <pc:sldMkLst>
          <pc:docMk/>
          <pc:sldMk cId="2856084553" sldId="2147474089"/>
        </pc:sldMkLst>
      </pc:sldChg>
      <pc:sldChg chg="del">
        <pc:chgData name="Li,Yuting (HP Medicine) BII-CN-S" userId="ce8fbb54-122c-426d-b8da-fdcc5e1b5022" providerId="ADAL" clId="{DED4DB2E-5D62-4B3D-997A-781D06F33634}" dt="2023-09-07T06:36:01.387" v="1890" actId="47"/>
        <pc:sldMkLst>
          <pc:docMk/>
          <pc:sldMk cId="190489265" sldId="2147474090"/>
        </pc:sldMkLst>
      </pc:sldChg>
      <pc:sldChg chg="del">
        <pc:chgData name="Li,Yuting (HP Medicine) BII-CN-S" userId="ce8fbb54-122c-426d-b8da-fdcc5e1b5022" providerId="ADAL" clId="{DED4DB2E-5D62-4B3D-997A-781D06F33634}" dt="2023-09-07T06:37:10.891" v="1891" actId="47"/>
        <pc:sldMkLst>
          <pc:docMk/>
          <pc:sldMk cId="2930706568" sldId="2147474091"/>
        </pc:sldMkLst>
      </pc:sldChg>
      <pc:sldChg chg="del">
        <pc:chgData name="Li,Yuting (HP Medicine) BII-CN-S" userId="ce8fbb54-122c-426d-b8da-fdcc5e1b5022" providerId="ADAL" clId="{DED4DB2E-5D62-4B3D-997A-781D06F33634}" dt="2023-09-07T06:37:11.770" v="1892" actId="47"/>
        <pc:sldMkLst>
          <pc:docMk/>
          <pc:sldMk cId="713550364" sldId="2147474092"/>
        </pc:sldMkLst>
      </pc:sldChg>
      <pc:sldChg chg="modSp del mod">
        <pc:chgData name="Li,Yuting (HP Medicine) BII-CN-S" userId="ce8fbb54-122c-426d-b8da-fdcc5e1b5022" providerId="ADAL" clId="{DED4DB2E-5D62-4B3D-997A-781D06F33634}" dt="2023-09-07T06:32:29.400" v="1888" actId="47"/>
        <pc:sldMkLst>
          <pc:docMk/>
          <pc:sldMk cId="1381831047" sldId="2147474097"/>
        </pc:sldMkLst>
        <pc:spChg chg="mod">
          <ac:chgData name="Li,Yuting (HP Medicine) BII-CN-S" userId="ce8fbb54-122c-426d-b8da-fdcc5e1b5022" providerId="ADAL" clId="{DED4DB2E-5D62-4B3D-997A-781D06F33634}" dt="2023-09-07T05:47:59.462" v="1666" actId="20577"/>
          <ac:spMkLst>
            <pc:docMk/>
            <pc:sldMk cId="1381831047" sldId="2147474097"/>
            <ac:spMk id="3" creationId="{270098C3-3DA6-2189-BD65-C8D4C88905BE}"/>
          </ac:spMkLst>
        </pc:spChg>
      </pc:sldChg>
      <pc:sldChg chg="del">
        <pc:chgData name="Li,Yuting (HP Medicine) BII-CN-S" userId="ce8fbb54-122c-426d-b8da-fdcc5e1b5022" providerId="ADAL" clId="{DED4DB2E-5D62-4B3D-997A-781D06F33634}" dt="2023-09-07T06:32:29.400" v="1888" actId="47"/>
        <pc:sldMkLst>
          <pc:docMk/>
          <pc:sldMk cId="1908837058" sldId="2147474098"/>
        </pc:sldMkLst>
      </pc:sldChg>
      <pc:sldChg chg="del">
        <pc:chgData name="Li,Yuting (HP Medicine) BII-CN-S" userId="ce8fbb54-122c-426d-b8da-fdcc5e1b5022" providerId="ADAL" clId="{DED4DB2E-5D62-4B3D-997A-781D06F33634}" dt="2023-09-07T06:32:29.400" v="1888" actId="47"/>
        <pc:sldMkLst>
          <pc:docMk/>
          <pc:sldMk cId="1676399217" sldId="2147474101"/>
        </pc:sldMkLst>
      </pc:sldChg>
      <pc:sldChg chg="del">
        <pc:chgData name="Li,Yuting (HP Medicine) BII-CN-S" userId="ce8fbb54-122c-426d-b8da-fdcc5e1b5022" providerId="ADAL" clId="{DED4DB2E-5D62-4B3D-997A-781D06F33634}" dt="2023-09-07T06:50:48.531" v="1964" actId="47"/>
        <pc:sldMkLst>
          <pc:docMk/>
          <pc:sldMk cId="4253213982" sldId="2147474102"/>
        </pc:sldMkLst>
      </pc:sldChg>
      <pc:sldChg chg="del">
        <pc:chgData name="Li,Yuting (HP Medicine) BII-CN-S" userId="ce8fbb54-122c-426d-b8da-fdcc5e1b5022" providerId="ADAL" clId="{DED4DB2E-5D62-4B3D-997A-781D06F33634}" dt="2023-09-07T06:51:57.083" v="1965" actId="47"/>
        <pc:sldMkLst>
          <pc:docMk/>
          <pc:sldMk cId="796264774" sldId="2147474103"/>
        </pc:sldMkLst>
      </pc:sldChg>
      <pc:sldChg chg="del mod modShow">
        <pc:chgData name="Li,Yuting (HP Medicine) BII-CN-S" userId="ce8fbb54-122c-426d-b8da-fdcc5e1b5022" providerId="ADAL" clId="{DED4DB2E-5D62-4B3D-997A-781D06F33634}" dt="2023-09-07T06:52:39.898" v="1974" actId="729"/>
        <pc:sldMkLst>
          <pc:docMk/>
          <pc:sldMk cId="2322890265" sldId="2147474104"/>
        </pc:sldMkLst>
      </pc:sldChg>
      <pc:sldChg chg="delSp modSp mod modNotesTx">
        <pc:chgData name="Li,Yuting (HP Medicine) BII-CN-S" userId="ce8fbb54-122c-426d-b8da-fdcc5e1b5022" providerId="ADAL" clId="{DED4DB2E-5D62-4B3D-997A-781D06F33634}" dt="2023-09-13T05:56:58.249" v="3869" actId="20577"/>
        <pc:sldMkLst>
          <pc:docMk/>
          <pc:sldMk cId="3296939094" sldId="2147474107"/>
        </pc:sldMkLst>
        <pc:spChg chg="del">
          <ac:chgData name="Li,Yuting (HP Medicine) BII-CN-S" userId="ce8fbb54-122c-426d-b8da-fdcc5e1b5022" providerId="ADAL" clId="{DED4DB2E-5D62-4B3D-997A-781D06F33634}" dt="2023-09-06T12:06:12.472" v="66" actId="478"/>
          <ac:spMkLst>
            <pc:docMk/>
            <pc:sldMk cId="3296939094" sldId="2147474107"/>
            <ac:spMk id="2" creationId="{282ABC5D-32AE-6DA4-BD36-5C0F3891F6DF}"/>
          </ac:spMkLst>
        </pc:spChg>
        <pc:graphicFrameChg chg="modGraphic">
          <ac:chgData name="Li,Yuting (HP Medicine) BII-CN-S" userId="ce8fbb54-122c-426d-b8da-fdcc5e1b5022" providerId="ADAL" clId="{DED4DB2E-5D62-4B3D-997A-781D06F33634}" dt="2023-09-13T03:27:43.088" v="3509" actId="20577"/>
          <ac:graphicFrameMkLst>
            <pc:docMk/>
            <pc:sldMk cId="3296939094" sldId="2147474107"/>
            <ac:graphicFrameMk id="10" creationId="{7ED29C9C-0700-480D-B788-68CBB9D31EEE}"/>
          </ac:graphicFrameMkLst>
        </pc:graphicFrameChg>
      </pc:sldChg>
      <pc:sldChg chg="del">
        <pc:chgData name="Li,Yuting (HP Medicine) BII-CN-S" userId="ce8fbb54-122c-426d-b8da-fdcc5e1b5022" providerId="ADAL" clId="{DED4DB2E-5D62-4B3D-997A-781D06F33634}" dt="2023-09-07T06:56:40.747" v="2027" actId="47"/>
        <pc:sldMkLst>
          <pc:docMk/>
          <pc:sldMk cId="4226459731" sldId="2147474108"/>
        </pc:sldMkLst>
      </pc:sldChg>
      <pc:sldChg chg="del replTag delTag">
        <pc:chgData name="Li,Yuting (HP Medicine) BII-CN-S" userId="ce8fbb54-122c-426d-b8da-fdcc5e1b5022" providerId="ADAL" clId="{DED4DB2E-5D62-4B3D-997A-781D06F33634}" dt="2023-09-07T06:52:06.822" v="1973" actId="47"/>
        <pc:sldMkLst>
          <pc:docMk/>
          <pc:sldMk cId="2273959914" sldId="2147474110"/>
        </pc:sldMkLst>
      </pc:sldChg>
      <pc:sldChg chg="add del mod ord modShow">
        <pc:chgData name="Li,Yuting (HP Medicine) BII-CN-S" userId="ce8fbb54-122c-426d-b8da-fdcc5e1b5022" providerId="ADAL" clId="{DED4DB2E-5D62-4B3D-997A-781D06F33634}" dt="2023-09-13T08:20:51.200" v="4638"/>
        <pc:sldMkLst>
          <pc:docMk/>
          <pc:sldMk cId="1242751369" sldId="2147474112"/>
        </pc:sldMkLst>
      </pc:sldChg>
      <pc:sldChg chg="del">
        <pc:chgData name="Li,Yuting (HP Medicine) BII-CN-S" userId="ce8fbb54-122c-426d-b8da-fdcc5e1b5022" providerId="ADAL" clId="{DED4DB2E-5D62-4B3D-997A-781D06F33634}" dt="2023-09-07T05:58:24.132" v="1743" actId="47"/>
        <pc:sldMkLst>
          <pc:docMk/>
          <pc:sldMk cId="3691467755" sldId="2147474113"/>
        </pc:sldMkLst>
      </pc:sldChg>
      <pc:sldChg chg="del">
        <pc:chgData name="Li,Yuting (HP Medicine) BII-CN-S" userId="ce8fbb54-122c-426d-b8da-fdcc5e1b5022" providerId="ADAL" clId="{DED4DB2E-5D62-4B3D-997A-781D06F33634}" dt="2023-09-07T06:52:01.279" v="1967" actId="47"/>
        <pc:sldMkLst>
          <pc:docMk/>
          <pc:sldMk cId="645298912" sldId="2147474114"/>
        </pc:sldMkLst>
      </pc:sldChg>
      <pc:sldChg chg="del">
        <pc:chgData name="Li,Yuting (HP Medicine) BII-CN-S" userId="ce8fbb54-122c-426d-b8da-fdcc5e1b5022" providerId="ADAL" clId="{DED4DB2E-5D62-4B3D-997A-781D06F33634}" dt="2023-09-07T02:36:14.633" v="635" actId="47"/>
        <pc:sldMkLst>
          <pc:docMk/>
          <pc:sldMk cId="2295707838" sldId="2147474116"/>
        </pc:sldMkLst>
      </pc:sldChg>
      <pc:sldChg chg="add del">
        <pc:chgData name="Li,Yuting (HP Medicine) BII-CN-S" userId="ce8fbb54-122c-426d-b8da-fdcc5e1b5022" providerId="ADAL" clId="{DED4DB2E-5D62-4B3D-997A-781D06F33634}" dt="2023-09-07T06:42:14.104" v="1921" actId="47"/>
        <pc:sldMkLst>
          <pc:docMk/>
          <pc:sldMk cId="3539881353" sldId="2147474117"/>
        </pc:sldMkLst>
      </pc:sldChg>
      <pc:sldChg chg="del">
        <pc:chgData name="Li,Yuting (HP Medicine) BII-CN-S" userId="ce8fbb54-122c-426d-b8da-fdcc5e1b5022" providerId="ADAL" clId="{DED4DB2E-5D62-4B3D-997A-781D06F33634}" dt="2023-09-06T12:39:57.023" v="87" actId="47"/>
        <pc:sldMkLst>
          <pc:docMk/>
          <pc:sldMk cId="217700265" sldId="2147474131"/>
        </pc:sldMkLst>
      </pc:sldChg>
      <pc:sldChg chg="del">
        <pc:chgData name="Li,Yuting (HP Medicine) BII-CN-S" userId="ce8fbb54-122c-426d-b8da-fdcc5e1b5022" providerId="ADAL" clId="{DED4DB2E-5D62-4B3D-997A-781D06F33634}" dt="2023-09-06T12:39:57.023" v="87" actId="47"/>
        <pc:sldMkLst>
          <pc:docMk/>
          <pc:sldMk cId="3466100720" sldId="2147474132"/>
        </pc:sldMkLst>
      </pc:sldChg>
      <pc:sldChg chg="del">
        <pc:chgData name="Li,Yuting (HP Medicine) BII-CN-S" userId="ce8fbb54-122c-426d-b8da-fdcc5e1b5022" providerId="ADAL" clId="{DED4DB2E-5D62-4B3D-997A-781D06F33634}" dt="2023-09-07T06:32:29.400" v="1888" actId="47"/>
        <pc:sldMkLst>
          <pc:docMk/>
          <pc:sldMk cId="980772829" sldId="2147474133"/>
        </pc:sldMkLst>
      </pc:sldChg>
      <pc:sldChg chg="modSp mod">
        <pc:chgData name="Li,Yuting (HP Medicine) BII-CN-S" userId="ce8fbb54-122c-426d-b8da-fdcc5e1b5022" providerId="ADAL" clId="{DED4DB2E-5D62-4B3D-997A-781D06F33634}" dt="2023-09-13T06:05:51.041" v="3874" actId="20577"/>
        <pc:sldMkLst>
          <pc:docMk/>
          <pc:sldMk cId="2533681693" sldId="2147474134"/>
        </pc:sldMkLst>
        <pc:spChg chg="mod">
          <ac:chgData name="Li,Yuting (HP Medicine) BII-CN-S" userId="ce8fbb54-122c-426d-b8da-fdcc5e1b5022" providerId="ADAL" clId="{DED4DB2E-5D62-4B3D-997A-781D06F33634}" dt="2023-09-13T06:05:51.041" v="3874" actId="20577"/>
          <ac:spMkLst>
            <pc:docMk/>
            <pc:sldMk cId="2533681693" sldId="2147474134"/>
            <ac:spMk id="35" creationId="{2C95C340-F8D9-4AEE-87B8-EC6A8D2257D1}"/>
          </ac:spMkLst>
        </pc:spChg>
      </pc:sldChg>
      <pc:sldChg chg="del">
        <pc:chgData name="Li,Yuting (HP Medicine) BII-CN-S" userId="ce8fbb54-122c-426d-b8da-fdcc5e1b5022" providerId="ADAL" clId="{DED4DB2E-5D62-4B3D-997A-781D06F33634}" dt="2023-09-07T06:42:43.831" v="1923" actId="47"/>
        <pc:sldMkLst>
          <pc:docMk/>
          <pc:sldMk cId="4015452838" sldId="2147474135"/>
        </pc:sldMkLst>
      </pc:sldChg>
      <pc:sldChg chg="del">
        <pc:chgData name="Li,Yuting (HP Medicine) BII-CN-S" userId="ce8fbb54-122c-426d-b8da-fdcc5e1b5022" providerId="ADAL" clId="{DED4DB2E-5D62-4B3D-997A-781D06F33634}" dt="2023-09-07T06:42:16.442" v="1922" actId="47"/>
        <pc:sldMkLst>
          <pc:docMk/>
          <pc:sldMk cId="1492474706" sldId="2147474136"/>
        </pc:sldMkLst>
      </pc:sldChg>
      <pc:sldChg chg="del">
        <pc:chgData name="Li,Yuting (HP Medicine) BII-CN-S" userId="ce8fbb54-122c-426d-b8da-fdcc5e1b5022" providerId="ADAL" clId="{DED4DB2E-5D62-4B3D-997A-781D06F33634}" dt="2023-09-07T02:46:23.361" v="672" actId="47"/>
        <pc:sldMkLst>
          <pc:docMk/>
          <pc:sldMk cId="1306009865" sldId="2147474137"/>
        </pc:sldMkLst>
      </pc:sldChg>
      <pc:sldChg chg="del">
        <pc:chgData name="Li,Yuting (HP Medicine) BII-CN-S" userId="ce8fbb54-122c-426d-b8da-fdcc5e1b5022" providerId="ADAL" clId="{DED4DB2E-5D62-4B3D-997A-781D06F33634}" dt="2023-09-07T06:01:44.993" v="1745" actId="2696"/>
        <pc:sldMkLst>
          <pc:docMk/>
          <pc:sldMk cId="780052725" sldId="2147474138"/>
        </pc:sldMkLst>
      </pc:sldChg>
      <pc:sldChg chg="modSp mod">
        <pc:chgData name="Li,Yuting (HP Medicine) BII-CN-S" userId="ce8fbb54-122c-426d-b8da-fdcc5e1b5022" providerId="ADAL" clId="{DED4DB2E-5D62-4B3D-997A-781D06F33634}" dt="2023-09-06T12:41:03.272" v="90" actId="207"/>
        <pc:sldMkLst>
          <pc:docMk/>
          <pc:sldMk cId="3222897294" sldId="2147474141"/>
        </pc:sldMkLst>
        <pc:graphicFrameChg chg="modGraphic">
          <ac:chgData name="Li,Yuting (HP Medicine) BII-CN-S" userId="ce8fbb54-122c-426d-b8da-fdcc5e1b5022" providerId="ADAL" clId="{DED4DB2E-5D62-4B3D-997A-781D06F33634}" dt="2023-09-06T12:41:03.272" v="90" actId="207"/>
          <ac:graphicFrameMkLst>
            <pc:docMk/>
            <pc:sldMk cId="3222897294" sldId="2147474141"/>
            <ac:graphicFrameMk id="3" creationId="{11AE3040-3184-4C5F-87F2-D328CD8202AC}"/>
          </ac:graphicFrameMkLst>
        </pc:graphicFrameChg>
      </pc:sldChg>
      <pc:sldChg chg="modSp mod modAnim">
        <pc:chgData name="Li,Yuting (HP Medicine) BII-CN-S" userId="ce8fbb54-122c-426d-b8da-fdcc5e1b5022" providerId="ADAL" clId="{DED4DB2E-5D62-4B3D-997A-781D06F33634}" dt="2023-09-13T06:19:39.288" v="3916" actId="20577"/>
        <pc:sldMkLst>
          <pc:docMk/>
          <pc:sldMk cId="3328718487" sldId="2147474142"/>
        </pc:sldMkLst>
        <pc:spChg chg="mod">
          <ac:chgData name="Li,Yuting (HP Medicine) BII-CN-S" userId="ce8fbb54-122c-426d-b8da-fdcc5e1b5022" providerId="ADAL" clId="{DED4DB2E-5D62-4B3D-997A-781D06F33634}" dt="2023-09-06T12:41:52.276" v="93" actId="12789"/>
          <ac:spMkLst>
            <pc:docMk/>
            <pc:sldMk cId="3328718487" sldId="2147474142"/>
            <ac:spMk id="133" creationId="{2172451C-4766-4F40-9C77-2E8027AC19DF}"/>
          </ac:spMkLst>
        </pc:spChg>
        <pc:spChg chg="mod">
          <ac:chgData name="Li,Yuting (HP Medicine) BII-CN-S" userId="ce8fbb54-122c-426d-b8da-fdcc5e1b5022" providerId="ADAL" clId="{DED4DB2E-5D62-4B3D-997A-781D06F33634}" dt="2023-09-06T12:41:52.276" v="93" actId="12789"/>
          <ac:spMkLst>
            <pc:docMk/>
            <pc:sldMk cId="3328718487" sldId="2147474142"/>
            <ac:spMk id="150" creationId="{F7531027-2F9B-4F94-B2A7-7886CE883500}"/>
          </ac:spMkLst>
        </pc:spChg>
        <pc:spChg chg="mod">
          <ac:chgData name="Li,Yuting (HP Medicine) BII-CN-S" userId="ce8fbb54-122c-426d-b8da-fdcc5e1b5022" providerId="ADAL" clId="{DED4DB2E-5D62-4B3D-997A-781D06F33634}" dt="2023-09-13T06:19:39.288" v="3916" actId="20577"/>
          <ac:spMkLst>
            <pc:docMk/>
            <pc:sldMk cId="3328718487" sldId="2147474142"/>
            <ac:spMk id="157" creationId="{ABF1C8FA-24FE-4186-8317-54D0AE86DBB2}"/>
          </ac:spMkLst>
        </pc:spChg>
        <pc:spChg chg="mod">
          <ac:chgData name="Li,Yuting (HP Medicine) BII-CN-S" userId="ce8fbb54-122c-426d-b8da-fdcc5e1b5022" providerId="ADAL" clId="{DED4DB2E-5D62-4B3D-997A-781D06F33634}" dt="2023-09-13T06:18:06.212" v="3908" actId="20577"/>
          <ac:spMkLst>
            <pc:docMk/>
            <pc:sldMk cId="3328718487" sldId="2147474142"/>
            <ac:spMk id="178" creationId="{C8A141E8-3A7E-477A-B6F1-59F3BCA948DD}"/>
          </ac:spMkLst>
        </pc:spChg>
      </pc:sldChg>
      <pc:sldChg chg="modSp mod modShow">
        <pc:chgData name="Li,Yuting (HP Medicine) BII-CN-S" userId="ce8fbb54-122c-426d-b8da-fdcc5e1b5022" providerId="ADAL" clId="{DED4DB2E-5D62-4B3D-997A-781D06F33634}" dt="2023-09-07T07:17:37.725" v="2580" actId="729"/>
        <pc:sldMkLst>
          <pc:docMk/>
          <pc:sldMk cId="3697300517" sldId="2147474143"/>
        </pc:sldMkLst>
        <pc:spChg chg="mod">
          <ac:chgData name="Li,Yuting (HP Medicine) BII-CN-S" userId="ce8fbb54-122c-426d-b8da-fdcc5e1b5022" providerId="ADAL" clId="{DED4DB2E-5D62-4B3D-997A-781D06F33634}" dt="2023-09-07T01:30:29.910" v="190" actId="14100"/>
          <ac:spMkLst>
            <pc:docMk/>
            <pc:sldMk cId="3697300517" sldId="2147474143"/>
            <ac:spMk id="41" creationId="{80672632-5059-4D01-BB59-096554D9CD3A}"/>
          </ac:spMkLst>
        </pc:spChg>
        <pc:spChg chg="mod">
          <ac:chgData name="Li,Yuting (HP Medicine) BII-CN-S" userId="ce8fbb54-122c-426d-b8da-fdcc5e1b5022" providerId="ADAL" clId="{DED4DB2E-5D62-4B3D-997A-781D06F33634}" dt="2023-09-07T01:32:12.297" v="203" actId="255"/>
          <ac:spMkLst>
            <pc:docMk/>
            <pc:sldMk cId="3697300517" sldId="2147474143"/>
            <ac:spMk id="54" creationId="{35388CBC-F652-48EA-A3C1-83DD6A5290AF}"/>
          </ac:spMkLst>
        </pc:spChg>
        <pc:spChg chg="mod">
          <ac:chgData name="Li,Yuting (HP Medicine) BII-CN-S" userId="ce8fbb54-122c-426d-b8da-fdcc5e1b5022" providerId="ADAL" clId="{DED4DB2E-5D62-4B3D-997A-781D06F33634}" dt="2023-09-07T01:31:39.577" v="199" actId="14100"/>
          <ac:spMkLst>
            <pc:docMk/>
            <pc:sldMk cId="3697300517" sldId="2147474143"/>
            <ac:spMk id="64" creationId="{6CB37828-67D0-49E0-B851-E5CDF018AE49}"/>
          </ac:spMkLst>
        </pc:spChg>
      </pc:sldChg>
      <pc:sldChg chg="delSp modSp mod">
        <pc:chgData name="Li,Yuting (HP Medicine) BII-CN-S" userId="ce8fbb54-122c-426d-b8da-fdcc5e1b5022" providerId="ADAL" clId="{DED4DB2E-5D62-4B3D-997A-781D06F33634}" dt="2023-09-14T09:22:35.255" v="5741" actId="20577"/>
        <pc:sldMkLst>
          <pc:docMk/>
          <pc:sldMk cId="2347641332" sldId="2147474144"/>
        </pc:sldMkLst>
        <pc:spChg chg="mod">
          <ac:chgData name="Li,Yuting (HP Medicine) BII-CN-S" userId="ce8fbb54-122c-426d-b8da-fdcc5e1b5022" providerId="ADAL" clId="{DED4DB2E-5D62-4B3D-997A-781D06F33634}" dt="2023-09-14T09:22:35.255" v="5741" actId="20577"/>
          <ac:spMkLst>
            <pc:docMk/>
            <pc:sldMk cId="2347641332" sldId="2147474144"/>
            <ac:spMk id="107" creationId="{7DDA071E-5F80-4527-AE47-F1E7B2DC2A5B}"/>
          </ac:spMkLst>
        </pc:spChg>
        <pc:spChg chg="del">
          <ac:chgData name="Li,Yuting (HP Medicine) BII-CN-S" userId="ce8fbb54-122c-426d-b8da-fdcc5e1b5022" providerId="ADAL" clId="{DED4DB2E-5D62-4B3D-997A-781D06F33634}" dt="2023-09-08T01:36:22.712" v="3396" actId="478"/>
          <ac:spMkLst>
            <pc:docMk/>
            <pc:sldMk cId="2347641332" sldId="2147474144"/>
            <ac:spMk id="117" creationId="{00000000-0000-0000-0000-000000000000}"/>
          </ac:spMkLst>
        </pc:spChg>
        <pc:graphicFrameChg chg="mod modGraphic">
          <ac:chgData name="Li,Yuting (HP Medicine) BII-CN-S" userId="ce8fbb54-122c-426d-b8da-fdcc5e1b5022" providerId="ADAL" clId="{DED4DB2E-5D62-4B3D-997A-781D06F33634}" dt="2023-09-08T01:36:41.979" v="3399" actId="6549"/>
          <ac:graphicFrameMkLst>
            <pc:docMk/>
            <pc:sldMk cId="2347641332" sldId="2147474144"/>
            <ac:graphicFrameMk id="116" creationId="{EB1832F7-86BE-4DEE-91F1-447638E4A957}"/>
          </ac:graphicFrameMkLst>
        </pc:graphicFrameChg>
        <pc:cxnChg chg="mod">
          <ac:chgData name="Li,Yuting (HP Medicine) BII-CN-S" userId="ce8fbb54-122c-426d-b8da-fdcc5e1b5022" providerId="ADAL" clId="{DED4DB2E-5D62-4B3D-997A-781D06F33634}" dt="2023-09-07T01:33:36.301" v="213" actId="1035"/>
          <ac:cxnSpMkLst>
            <pc:docMk/>
            <pc:sldMk cId="2347641332" sldId="2147474144"/>
            <ac:cxnSpMk id="114" creationId="{CF58863E-6A2B-47F8-8EFA-EBFD131A5024}"/>
          </ac:cxnSpMkLst>
        </pc:cxnChg>
        <pc:cxnChg chg="mod">
          <ac:chgData name="Li,Yuting (HP Medicine) BII-CN-S" userId="ce8fbb54-122c-426d-b8da-fdcc5e1b5022" providerId="ADAL" clId="{DED4DB2E-5D62-4B3D-997A-781D06F33634}" dt="2023-09-07T01:33:19.360" v="205" actId="208"/>
          <ac:cxnSpMkLst>
            <pc:docMk/>
            <pc:sldMk cId="2347641332" sldId="2147474144"/>
            <ac:cxnSpMk id="140" creationId="{CEB0F669-AF3D-4F9A-BE3C-F598BA2A4693}"/>
          </ac:cxnSpMkLst>
        </pc:cxnChg>
      </pc:sldChg>
      <pc:sldChg chg="modSp mod ord modShow">
        <pc:chgData name="Li,Yuting (HP Medicine) BII-CN-S" userId="ce8fbb54-122c-426d-b8da-fdcc5e1b5022" providerId="ADAL" clId="{DED4DB2E-5D62-4B3D-997A-781D06F33634}" dt="2023-09-08T01:35:09.297" v="3391"/>
        <pc:sldMkLst>
          <pc:docMk/>
          <pc:sldMk cId="2867152820" sldId="2147474146"/>
        </pc:sldMkLst>
        <pc:spChg chg="mod">
          <ac:chgData name="Li,Yuting (HP Medicine) BII-CN-S" userId="ce8fbb54-122c-426d-b8da-fdcc5e1b5022" providerId="ADAL" clId="{DED4DB2E-5D62-4B3D-997A-781D06F33634}" dt="2023-09-07T12:55:01.116" v="3280" actId="15"/>
          <ac:spMkLst>
            <pc:docMk/>
            <pc:sldMk cId="2867152820" sldId="2147474146"/>
            <ac:spMk id="2" creationId="{BDA05EBF-2F74-3190-4A8B-E2BF38FF6C9D}"/>
          </ac:spMkLst>
        </pc:spChg>
        <pc:spChg chg="mod">
          <ac:chgData name="Li,Yuting (HP Medicine) BII-CN-S" userId="ce8fbb54-122c-426d-b8da-fdcc5e1b5022" providerId="ADAL" clId="{DED4DB2E-5D62-4B3D-997A-781D06F33634}" dt="2023-09-07T07:44:25.458" v="2655" actId="20577"/>
          <ac:spMkLst>
            <pc:docMk/>
            <pc:sldMk cId="2867152820" sldId="2147474146"/>
            <ac:spMk id="4" creationId="{C34B893E-BD57-BB13-4C43-EABD932AF558}"/>
          </ac:spMkLst>
        </pc:spChg>
      </pc:sldChg>
      <pc:sldChg chg="modSp mod modNotesTx">
        <pc:chgData name="Li,Yuting (HP Medicine) BII-CN-S" userId="ce8fbb54-122c-426d-b8da-fdcc5e1b5022" providerId="ADAL" clId="{DED4DB2E-5D62-4B3D-997A-781D06F33634}" dt="2023-09-13T06:33:31.785" v="3928"/>
        <pc:sldMkLst>
          <pc:docMk/>
          <pc:sldMk cId="1149611718" sldId="2147474147"/>
        </pc:sldMkLst>
        <pc:spChg chg="mod">
          <ac:chgData name="Li,Yuting (HP Medicine) BII-CN-S" userId="ce8fbb54-122c-426d-b8da-fdcc5e1b5022" providerId="ADAL" clId="{DED4DB2E-5D62-4B3D-997A-781D06F33634}" dt="2023-09-12T08:44:19.033" v="3484" actId="20577"/>
          <ac:spMkLst>
            <pc:docMk/>
            <pc:sldMk cId="1149611718" sldId="2147474147"/>
            <ac:spMk id="5" creationId="{23DB86F8-60A0-6A56-DC74-D2994B3B6CA9}"/>
          </ac:spMkLst>
        </pc:spChg>
        <pc:spChg chg="mod">
          <ac:chgData name="Li,Yuting (HP Medicine) BII-CN-S" userId="ce8fbb54-122c-426d-b8da-fdcc5e1b5022" providerId="ADAL" clId="{DED4DB2E-5D62-4B3D-997A-781D06F33634}" dt="2023-09-12T08:45:14.934" v="3508" actId="20577"/>
          <ac:spMkLst>
            <pc:docMk/>
            <pc:sldMk cId="1149611718" sldId="2147474147"/>
            <ac:spMk id="75" creationId="{23E443ED-C91E-4425-963C-DB47A7F0B19C}"/>
          </ac:spMkLst>
        </pc:spChg>
        <pc:spChg chg="mod">
          <ac:chgData name="Li,Yuting (HP Medicine) BII-CN-S" userId="ce8fbb54-122c-426d-b8da-fdcc5e1b5022" providerId="ADAL" clId="{DED4DB2E-5D62-4B3D-997A-781D06F33634}" dt="2023-09-13T06:31:59.483" v="3926" actId="1035"/>
          <ac:spMkLst>
            <pc:docMk/>
            <pc:sldMk cId="1149611718" sldId="2147474147"/>
            <ac:spMk id="95" creationId="{7989BD8A-D082-43A5-A9F5-271B9457FB3B}"/>
          </ac:spMkLst>
        </pc:spChg>
        <pc:spChg chg="mod">
          <ac:chgData name="Li,Yuting (HP Medicine) BII-CN-S" userId="ce8fbb54-122c-426d-b8da-fdcc5e1b5022" providerId="ADAL" clId="{DED4DB2E-5D62-4B3D-997A-781D06F33634}" dt="2023-09-13T06:31:59.483" v="3926" actId="1035"/>
          <ac:spMkLst>
            <pc:docMk/>
            <pc:sldMk cId="1149611718" sldId="2147474147"/>
            <ac:spMk id="102" creationId="{F1C1C0A4-3555-4F05-93F7-8D47BC7D92E3}"/>
          </ac:spMkLst>
        </pc:spChg>
        <pc:spChg chg="mod">
          <ac:chgData name="Li,Yuting (HP Medicine) BII-CN-S" userId="ce8fbb54-122c-426d-b8da-fdcc5e1b5022" providerId="ADAL" clId="{DED4DB2E-5D62-4B3D-997A-781D06F33634}" dt="2023-09-13T06:31:59.483" v="3926" actId="1035"/>
          <ac:spMkLst>
            <pc:docMk/>
            <pc:sldMk cId="1149611718" sldId="2147474147"/>
            <ac:spMk id="107" creationId="{FD43DEAD-0A6B-403E-9224-705A3FF31589}"/>
          </ac:spMkLst>
        </pc:spChg>
        <pc:spChg chg="mod">
          <ac:chgData name="Li,Yuting (HP Medicine) BII-CN-S" userId="ce8fbb54-122c-426d-b8da-fdcc5e1b5022" providerId="ADAL" clId="{DED4DB2E-5D62-4B3D-997A-781D06F33634}" dt="2023-09-13T06:31:59.483" v="3926" actId="1035"/>
          <ac:spMkLst>
            <pc:docMk/>
            <pc:sldMk cId="1149611718" sldId="2147474147"/>
            <ac:spMk id="109" creationId="{D74E1CD6-2FF1-49B0-82A1-BF1047B041D0}"/>
          </ac:spMkLst>
        </pc:spChg>
        <pc:spChg chg="mod">
          <ac:chgData name="Li,Yuting (HP Medicine) BII-CN-S" userId="ce8fbb54-122c-426d-b8da-fdcc5e1b5022" providerId="ADAL" clId="{DED4DB2E-5D62-4B3D-997A-781D06F33634}" dt="2023-09-13T06:32:08.436" v="3927" actId="1076"/>
          <ac:spMkLst>
            <pc:docMk/>
            <pc:sldMk cId="1149611718" sldId="2147474147"/>
            <ac:spMk id="111" creationId="{09835E79-B2D4-4F52-9E5C-B4091F3E8F30}"/>
          </ac:spMkLst>
        </pc:spChg>
      </pc:sldChg>
      <pc:sldChg chg="modSp mod">
        <pc:chgData name="Li,Yuting (HP Medicine) BII-CN-S" userId="ce8fbb54-122c-426d-b8da-fdcc5e1b5022" providerId="ADAL" clId="{DED4DB2E-5D62-4B3D-997A-781D06F33634}" dt="2023-09-14T02:34:34.886" v="5101" actId="12789"/>
        <pc:sldMkLst>
          <pc:docMk/>
          <pc:sldMk cId="3278857085" sldId="2147474230"/>
        </pc:sldMkLst>
        <pc:spChg chg="mod">
          <ac:chgData name="Li,Yuting (HP Medicine) BII-CN-S" userId="ce8fbb54-122c-426d-b8da-fdcc5e1b5022" providerId="ADAL" clId="{DED4DB2E-5D62-4B3D-997A-781D06F33634}" dt="2023-09-14T02:34:34.886" v="5101" actId="12789"/>
          <ac:spMkLst>
            <pc:docMk/>
            <pc:sldMk cId="3278857085" sldId="2147474230"/>
            <ac:spMk id="13" creationId="{0E16D7F1-E647-91AA-786D-03902318F494}"/>
          </ac:spMkLst>
        </pc:spChg>
        <pc:spChg chg="mod">
          <ac:chgData name="Li,Yuting (HP Medicine) BII-CN-S" userId="ce8fbb54-122c-426d-b8da-fdcc5e1b5022" providerId="ADAL" clId="{DED4DB2E-5D62-4B3D-997A-781D06F33634}" dt="2023-09-14T02:34:20.044" v="5099" actId="14100"/>
          <ac:spMkLst>
            <pc:docMk/>
            <pc:sldMk cId="3278857085" sldId="2147474230"/>
            <ac:spMk id="14" creationId="{4C4EE173-8724-127B-64ED-A729EE5E28A9}"/>
          </ac:spMkLst>
        </pc:spChg>
        <pc:spChg chg="mod">
          <ac:chgData name="Li,Yuting (HP Medicine) BII-CN-S" userId="ce8fbb54-122c-426d-b8da-fdcc5e1b5022" providerId="ADAL" clId="{DED4DB2E-5D62-4B3D-997A-781D06F33634}" dt="2023-09-07T06:38:19.536" v="1915" actId="20577"/>
          <ac:spMkLst>
            <pc:docMk/>
            <pc:sldMk cId="3278857085" sldId="2147474230"/>
            <ac:spMk id="30" creationId="{AE1A5680-D133-2FB3-FC32-EF85FAA610D3}"/>
          </ac:spMkLst>
        </pc:spChg>
        <pc:spChg chg="mod">
          <ac:chgData name="Li,Yuting (HP Medicine) BII-CN-S" userId="ce8fbb54-122c-426d-b8da-fdcc5e1b5022" providerId="ADAL" clId="{DED4DB2E-5D62-4B3D-997A-781D06F33634}" dt="2023-09-14T02:34:09.024" v="5098" actId="14100"/>
          <ac:spMkLst>
            <pc:docMk/>
            <pc:sldMk cId="3278857085" sldId="2147474230"/>
            <ac:spMk id="58" creationId="{A1E70551-578A-4B35-ACAC-04BA6E603952}"/>
          </ac:spMkLst>
        </pc:spChg>
        <pc:spChg chg="mod">
          <ac:chgData name="Li,Yuting (HP Medicine) BII-CN-S" userId="ce8fbb54-122c-426d-b8da-fdcc5e1b5022" providerId="ADAL" clId="{DED4DB2E-5D62-4B3D-997A-781D06F33634}" dt="2023-09-14T02:34:03.488" v="5097" actId="1076"/>
          <ac:spMkLst>
            <pc:docMk/>
            <pc:sldMk cId="3278857085" sldId="2147474230"/>
            <ac:spMk id="63" creationId="{9224C17E-1AA1-4096-A3FD-25D6FD8BA444}"/>
          </ac:spMkLst>
        </pc:spChg>
        <pc:spChg chg="mod">
          <ac:chgData name="Li,Yuting (HP Medicine) BII-CN-S" userId="ce8fbb54-122c-426d-b8da-fdcc5e1b5022" providerId="ADAL" clId="{DED4DB2E-5D62-4B3D-997A-781D06F33634}" dt="2023-09-14T02:33:15.375" v="5095" actId="1076"/>
          <ac:spMkLst>
            <pc:docMk/>
            <pc:sldMk cId="3278857085" sldId="2147474230"/>
            <ac:spMk id="111" creationId="{40929094-C8CC-4BCB-B988-FAC9EF24EDE7}"/>
          </ac:spMkLst>
        </pc:spChg>
        <pc:picChg chg="mod">
          <ac:chgData name="Li,Yuting (HP Medicine) BII-CN-S" userId="ce8fbb54-122c-426d-b8da-fdcc5e1b5022" providerId="ADAL" clId="{DED4DB2E-5D62-4B3D-997A-781D06F33634}" dt="2023-09-14T02:34:34.886" v="5101" actId="12789"/>
          <ac:picMkLst>
            <pc:docMk/>
            <pc:sldMk cId="3278857085" sldId="2147474230"/>
            <ac:picMk id="31" creationId="{B325AF42-DE14-813B-BF28-F0118DE0FCDA}"/>
          </ac:picMkLst>
        </pc:picChg>
      </pc:sldChg>
      <pc:sldChg chg="modSp mod addCm modCm modNotesTx">
        <pc:chgData name="Li,Yuting (HP Medicine) BII-CN-S" userId="ce8fbb54-122c-426d-b8da-fdcc5e1b5022" providerId="ADAL" clId="{DED4DB2E-5D62-4B3D-997A-781D06F33634}" dt="2023-09-13T06:48:21.883" v="4463" actId="20577"/>
        <pc:sldMkLst>
          <pc:docMk/>
          <pc:sldMk cId="1593330367" sldId="2147474233"/>
        </pc:sldMkLst>
        <pc:spChg chg="mod">
          <ac:chgData name="Li,Yuting (HP Medicine) BII-CN-S" userId="ce8fbb54-122c-426d-b8da-fdcc5e1b5022" providerId="ADAL" clId="{DED4DB2E-5D62-4B3D-997A-781D06F33634}" dt="2023-09-13T06:37:09.292" v="3941" actId="12789"/>
          <ac:spMkLst>
            <pc:docMk/>
            <pc:sldMk cId="1593330367" sldId="2147474233"/>
            <ac:spMk id="11" creationId="{56B23232-C7F4-EEEA-2DB7-2C00DD59E87F}"/>
          </ac:spMkLst>
        </pc:spChg>
        <pc:spChg chg="mod">
          <ac:chgData name="Li,Yuting (HP Medicine) BII-CN-S" userId="ce8fbb54-122c-426d-b8da-fdcc5e1b5022" providerId="ADAL" clId="{DED4DB2E-5D62-4B3D-997A-781D06F33634}" dt="2023-09-13T06:37:09.292" v="3941" actId="12789"/>
          <ac:spMkLst>
            <pc:docMk/>
            <pc:sldMk cId="1593330367" sldId="2147474233"/>
            <ac:spMk id="13" creationId="{27416EF5-E895-4578-F70D-39C020C59C37}"/>
          </ac:spMkLst>
        </pc:spChg>
        <pc:spChg chg="mod">
          <ac:chgData name="Li,Yuting (HP Medicine) BII-CN-S" userId="ce8fbb54-122c-426d-b8da-fdcc5e1b5022" providerId="ADAL" clId="{DED4DB2E-5D62-4B3D-997A-781D06F33634}" dt="2023-09-13T06:37:25.796" v="3942" actId="1076"/>
          <ac:spMkLst>
            <pc:docMk/>
            <pc:sldMk cId="1593330367" sldId="2147474233"/>
            <ac:spMk id="14" creationId="{C4DF6003-EE50-3853-193F-6DE34F2443E4}"/>
          </ac:spMkLst>
        </pc:spChg>
        <pc:spChg chg="mod">
          <ac:chgData name="Li,Yuting (HP Medicine) BII-CN-S" userId="ce8fbb54-122c-426d-b8da-fdcc5e1b5022" providerId="ADAL" clId="{DED4DB2E-5D62-4B3D-997A-781D06F33634}" dt="2023-09-13T06:36:29.749" v="3940" actId="1076"/>
          <ac:spMkLst>
            <pc:docMk/>
            <pc:sldMk cId="1593330367" sldId="2147474233"/>
            <ac:spMk id="29" creationId="{9224C17E-1AA1-4096-A3FD-25D6FD8BA444}"/>
          </ac:spMkLst>
        </pc:spChg>
        <pc:spChg chg="mod">
          <ac:chgData name="Li,Yuting (HP Medicine) BII-CN-S" userId="ce8fbb54-122c-426d-b8da-fdcc5e1b5022" providerId="ADAL" clId="{DED4DB2E-5D62-4B3D-997A-781D06F33634}" dt="2023-09-13T06:37:09.292" v="3941" actId="12789"/>
          <ac:spMkLst>
            <pc:docMk/>
            <pc:sldMk cId="1593330367" sldId="2147474233"/>
            <ac:spMk id="61" creationId="{0A348597-006B-45C4-A56E-A5D614820CFB}"/>
          </ac:spMkLst>
        </pc:spChg>
        <pc:spChg chg="mod">
          <ac:chgData name="Li,Yuting (HP Medicine) BII-CN-S" userId="ce8fbb54-122c-426d-b8da-fdcc5e1b5022" providerId="ADAL" clId="{DED4DB2E-5D62-4B3D-997A-781D06F33634}" dt="2023-09-13T06:39:00.620" v="3957" actId="20577"/>
          <ac:spMkLst>
            <pc:docMk/>
            <pc:sldMk cId="1593330367" sldId="2147474233"/>
            <ac:spMk id="62" creationId="{8DB07CF5-ABA1-4C9B-A9DA-0E66E05CDEC6}"/>
          </ac:spMkLst>
        </pc:spChg>
        <pc:spChg chg="mod">
          <ac:chgData name="Li,Yuting (HP Medicine) BII-CN-S" userId="ce8fbb54-122c-426d-b8da-fdcc5e1b5022" providerId="ADAL" clId="{DED4DB2E-5D62-4B3D-997A-781D06F33634}" dt="2023-09-13T06:37:09.292" v="3941" actId="12789"/>
          <ac:spMkLst>
            <pc:docMk/>
            <pc:sldMk cId="1593330367" sldId="2147474233"/>
            <ac:spMk id="72" creationId="{3493761D-257B-427D-BFF2-3CF998F85365}"/>
          </ac:spMkLst>
        </pc:spChg>
        <pc:spChg chg="mod">
          <ac:chgData name="Li,Yuting (HP Medicine) BII-CN-S" userId="ce8fbb54-122c-426d-b8da-fdcc5e1b5022" providerId="ADAL" clId="{DED4DB2E-5D62-4B3D-997A-781D06F33634}" dt="2023-09-13T06:37:09.292" v="3941" actId="12789"/>
          <ac:spMkLst>
            <pc:docMk/>
            <pc:sldMk cId="1593330367" sldId="2147474233"/>
            <ac:spMk id="75" creationId="{9617292B-BA99-4D01-B94B-E1F79FFD3053}"/>
          </ac:spMkLst>
        </pc:spChg>
        <pc:spChg chg="mod">
          <ac:chgData name="Li,Yuting (HP Medicine) BII-CN-S" userId="ce8fbb54-122c-426d-b8da-fdcc5e1b5022" providerId="ADAL" clId="{DED4DB2E-5D62-4B3D-997A-781D06F33634}" dt="2023-09-13T06:37:09.292" v="3941" actId="12789"/>
          <ac:spMkLst>
            <pc:docMk/>
            <pc:sldMk cId="1593330367" sldId="2147474233"/>
            <ac:spMk id="87" creationId="{79232D5C-2A4E-4356-BAEE-C250FE23990F}"/>
          </ac:spMkLst>
        </pc:spChg>
        <pc:spChg chg="mod">
          <ac:chgData name="Li,Yuting (HP Medicine) BII-CN-S" userId="ce8fbb54-122c-426d-b8da-fdcc5e1b5022" providerId="ADAL" clId="{DED4DB2E-5D62-4B3D-997A-781D06F33634}" dt="2023-09-13T06:37:09.292" v="3941" actId="12789"/>
          <ac:spMkLst>
            <pc:docMk/>
            <pc:sldMk cId="1593330367" sldId="2147474233"/>
            <ac:spMk id="88" creationId="{7FBBCCF6-209F-4326-914D-28B56CEDDF37}"/>
          </ac:spMkLst>
        </pc:spChg>
        <pc:spChg chg="mod">
          <ac:chgData name="Li,Yuting (HP Medicine) BII-CN-S" userId="ce8fbb54-122c-426d-b8da-fdcc5e1b5022" providerId="ADAL" clId="{DED4DB2E-5D62-4B3D-997A-781D06F33634}" dt="2023-09-13T06:37:09.292" v="3941" actId="12789"/>
          <ac:spMkLst>
            <pc:docMk/>
            <pc:sldMk cId="1593330367" sldId="2147474233"/>
            <ac:spMk id="101" creationId="{00000000-0000-0000-0000-000000000000}"/>
          </ac:spMkLst>
        </pc:spChg>
        <pc:spChg chg="mod">
          <ac:chgData name="Li,Yuting (HP Medicine) BII-CN-S" userId="ce8fbb54-122c-426d-b8da-fdcc5e1b5022" providerId="ADAL" clId="{DED4DB2E-5D62-4B3D-997A-781D06F33634}" dt="2023-09-13T06:37:09.292" v="3941" actId="12789"/>
          <ac:spMkLst>
            <pc:docMk/>
            <pc:sldMk cId="1593330367" sldId="2147474233"/>
            <ac:spMk id="106" creationId="{00000000-0000-0000-0000-000000000000}"/>
          </ac:spMkLst>
        </pc:spChg>
        <pc:cxnChg chg="mod">
          <ac:chgData name="Li,Yuting (HP Medicine) BII-CN-S" userId="ce8fbb54-122c-426d-b8da-fdcc5e1b5022" providerId="ADAL" clId="{DED4DB2E-5D62-4B3D-997A-781D06F33634}" dt="2023-09-13T06:36:25.517" v="3939" actId="1076"/>
          <ac:cxnSpMkLst>
            <pc:docMk/>
            <pc:sldMk cId="1593330367" sldId="2147474233"/>
            <ac:cxnSpMk id="28" creationId="{9C165100-0114-4167-8FF0-BFF01B293D04}"/>
          </ac:cxnSpMkLst>
        </pc:cxnChg>
      </pc:sldChg>
      <pc:sldChg chg="ord">
        <pc:chgData name="Li,Yuting (HP Medicine) BII-CN-S" userId="ce8fbb54-122c-426d-b8da-fdcc5e1b5022" providerId="ADAL" clId="{DED4DB2E-5D62-4B3D-997A-781D06F33634}" dt="2023-09-07T02:45:54.815" v="671"/>
        <pc:sldMkLst>
          <pc:docMk/>
          <pc:sldMk cId="1770096435" sldId="2147474234"/>
        </pc:sldMkLst>
      </pc:sldChg>
      <pc:sldChg chg="addSp delSp modSp mod ord addCm modCm">
        <pc:chgData name="Li,Yuting (HP Medicine) BII-CN-S" userId="ce8fbb54-122c-426d-b8da-fdcc5e1b5022" providerId="ADAL" clId="{DED4DB2E-5D62-4B3D-997A-781D06F33634}" dt="2023-09-13T07:46:34.242" v="4472" actId="478"/>
        <pc:sldMkLst>
          <pc:docMk/>
          <pc:sldMk cId="3528017325" sldId="2147474235"/>
        </pc:sldMkLst>
        <pc:spChg chg="mod">
          <ac:chgData name="Li,Yuting (HP Medicine) BII-CN-S" userId="ce8fbb54-122c-426d-b8da-fdcc5e1b5022" providerId="ADAL" clId="{DED4DB2E-5D62-4B3D-997A-781D06F33634}" dt="2023-09-13T07:45:41.445" v="4469" actId="14100"/>
          <ac:spMkLst>
            <pc:docMk/>
            <pc:sldMk cId="3528017325" sldId="2147474235"/>
            <ac:spMk id="6" creationId="{25357EA1-1F19-4D1B-9A4E-2EAB26F09BB9}"/>
          </ac:spMkLst>
        </pc:spChg>
        <pc:spChg chg="add mod">
          <ac:chgData name="Li,Yuting (HP Medicine) BII-CN-S" userId="ce8fbb54-122c-426d-b8da-fdcc5e1b5022" providerId="ADAL" clId="{DED4DB2E-5D62-4B3D-997A-781D06F33634}" dt="2023-09-08T07:00:30.704" v="3450" actId="108"/>
          <ac:spMkLst>
            <pc:docMk/>
            <pc:sldMk cId="3528017325" sldId="2147474235"/>
            <ac:spMk id="11" creationId="{84F9101A-7825-5915-EF6C-93CC763E6286}"/>
          </ac:spMkLst>
        </pc:spChg>
        <pc:spChg chg="add mod">
          <ac:chgData name="Li,Yuting (HP Medicine) BII-CN-S" userId="ce8fbb54-122c-426d-b8da-fdcc5e1b5022" providerId="ADAL" clId="{DED4DB2E-5D62-4B3D-997A-781D06F33634}" dt="2023-09-08T07:00:26.283" v="3449" actId="1076"/>
          <ac:spMkLst>
            <pc:docMk/>
            <pc:sldMk cId="3528017325" sldId="2147474235"/>
            <ac:spMk id="12" creationId="{6BFB1E6E-09E8-88D0-9883-4BF4B71F9073}"/>
          </ac:spMkLst>
        </pc:spChg>
        <pc:spChg chg="mod">
          <ac:chgData name="Li,Yuting (HP Medicine) BII-CN-S" userId="ce8fbb54-122c-426d-b8da-fdcc5e1b5022" providerId="ADAL" clId="{DED4DB2E-5D62-4B3D-997A-781D06F33634}" dt="2023-09-08T07:01:31.830" v="3470" actId="1076"/>
          <ac:spMkLst>
            <pc:docMk/>
            <pc:sldMk cId="3528017325" sldId="2147474235"/>
            <ac:spMk id="14" creationId="{68A7628B-AF88-08DF-84D1-853B37CB02C0}"/>
          </ac:spMkLst>
        </pc:spChg>
        <pc:spChg chg="del">
          <ac:chgData name="Li,Yuting (HP Medicine) BII-CN-S" userId="ce8fbb54-122c-426d-b8da-fdcc5e1b5022" providerId="ADAL" clId="{DED4DB2E-5D62-4B3D-997A-781D06F33634}" dt="2023-09-13T07:45:12.563" v="4464" actId="478"/>
          <ac:spMkLst>
            <pc:docMk/>
            <pc:sldMk cId="3528017325" sldId="2147474235"/>
            <ac:spMk id="31" creationId="{322492C4-3ECF-5438-AFF6-B6C420949C24}"/>
          </ac:spMkLst>
        </pc:spChg>
        <pc:spChg chg="mod">
          <ac:chgData name="Li,Yuting (HP Medicine) BII-CN-S" userId="ce8fbb54-122c-426d-b8da-fdcc5e1b5022" providerId="ADAL" clId="{DED4DB2E-5D62-4B3D-997A-781D06F33634}" dt="2023-09-08T06:56:48.603" v="3428" actId="1076"/>
          <ac:spMkLst>
            <pc:docMk/>
            <pc:sldMk cId="3528017325" sldId="2147474235"/>
            <ac:spMk id="35" creationId="{A1017237-98EB-8D67-FF0A-93D859C34DF0}"/>
          </ac:spMkLst>
        </pc:spChg>
        <pc:spChg chg="del">
          <ac:chgData name="Li,Yuting (HP Medicine) BII-CN-S" userId="ce8fbb54-122c-426d-b8da-fdcc5e1b5022" providerId="ADAL" clId="{DED4DB2E-5D62-4B3D-997A-781D06F33634}" dt="2023-09-13T07:46:31.096" v="4471" actId="478"/>
          <ac:spMkLst>
            <pc:docMk/>
            <pc:sldMk cId="3528017325" sldId="2147474235"/>
            <ac:spMk id="36" creationId="{D9BADB57-95B2-2552-AA8E-D1DA364348AC}"/>
          </ac:spMkLst>
        </pc:spChg>
        <pc:spChg chg="del">
          <ac:chgData name="Li,Yuting (HP Medicine) BII-CN-S" userId="ce8fbb54-122c-426d-b8da-fdcc5e1b5022" providerId="ADAL" clId="{DED4DB2E-5D62-4B3D-997A-781D06F33634}" dt="2023-09-07T05:43:48.641" v="1662" actId="478"/>
          <ac:spMkLst>
            <pc:docMk/>
            <pc:sldMk cId="3528017325" sldId="2147474235"/>
            <ac:spMk id="64" creationId="{744D81C1-2E19-64E3-090F-7107938F9F7B}"/>
          </ac:spMkLst>
        </pc:spChg>
        <pc:spChg chg="mod">
          <ac:chgData name="Li,Yuting (HP Medicine) BII-CN-S" userId="ce8fbb54-122c-426d-b8da-fdcc5e1b5022" providerId="ADAL" clId="{DED4DB2E-5D62-4B3D-997A-781D06F33634}" dt="2023-09-08T07:01:24.381" v="3469" actId="1076"/>
          <ac:spMkLst>
            <pc:docMk/>
            <pc:sldMk cId="3528017325" sldId="2147474235"/>
            <ac:spMk id="90" creationId="{5897F635-B45E-7308-C37D-CD2E9EC952DF}"/>
          </ac:spMkLst>
        </pc:spChg>
        <pc:spChg chg="mod">
          <ac:chgData name="Li,Yuting (HP Medicine) BII-CN-S" userId="ce8fbb54-122c-426d-b8da-fdcc5e1b5022" providerId="ADAL" clId="{DED4DB2E-5D62-4B3D-997A-781D06F33634}" dt="2023-09-13T07:45:44.494" v="4470" actId="14100"/>
          <ac:spMkLst>
            <pc:docMk/>
            <pc:sldMk cId="3528017325" sldId="2147474235"/>
            <ac:spMk id="192" creationId="{31193A60-52A8-4E9D-BB69-B3D203C95D66}"/>
          </ac:spMkLst>
        </pc:spChg>
        <pc:picChg chg="add mod">
          <ac:chgData name="Li,Yuting (HP Medicine) BII-CN-S" userId="ce8fbb54-122c-426d-b8da-fdcc5e1b5022" providerId="ADAL" clId="{DED4DB2E-5D62-4B3D-997A-781D06F33634}" dt="2023-09-13T07:45:22.525" v="4467" actId="1076"/>
          <ac:picMkLst>
            <pc:docMk/>
            <pc:sldMk cId="3528017325" sldId="2147474235"/>
            <ac:picMk id="13" creationId="{1D610256-D632-3401-E2CF-0C8C9A7A7BB1}"/>
          </ac:picMkLst>
        </pc:picChg>
        <pc:picChg chg="del">
          <ac:chgData name="Li,Yuting (HP Medicine) BII-CN-S" userId="ce8fbb54-122c-426d-b8da-fdcc5e1b5022" providerId="ADAL" clId="{DED4DB2E-5D62-4B3D-997A-781D06F33634}" dt="2023-09-13T07:46:34.242" v="4472" actId="478"/>
          <ac:picMkLst>
            <pc:docMk/>
            <pc:sldMk cId="3528017325" sldId="2147474235"/>
            <ac:picMk id="56" creationId="{5F9FC6A3-7150-9E2A-31F5-34FAFFFC1C38}"/>
          </ac:picMkLst>
        </pc:picChg>
      </pc:sldChg>
      <pc:sldChg chg="addSp modSp add del mod addCm modCm">
        <pc:chgData name="Li,Yuting (HP Medicine) BII-CN-S" userId="ce8fbb54-122c-426d-b8da-fdcc5e1b5022" providerId="ADAL" clId="{DED4DB2E-5D62-4B3D-997A-781D06F33634}" dt="2023-09-14T09:19:45.110" v="5591" actId="12789"/>
        <pc:sldMkLst>
          <pc:docMk/>
          <pc:sldMk cId="1573724795" sldId="2147474244"/>
        </pc:sldMkLst>
        <pc:spChg chg="mod">
          <ac:chgData name="Li,Yuting (HP Medicine) BII-CN-S" userId="ce8fbb54-122c-426d-b8da-fdcc5e1b5022" providerId="ADAL" clId="{DED4DB2E-5D62-4B3D-997A-781D06F33634}" dt="2023-09-14T03:12:04.861" v="5229" actId="20577"/>
          <ac:spMkLst>
            <pc:docMk/>
            <pc:sldMk cId="1573724795" sldId="2147474244"/>
            <ac:spMk id="2" creationId="{2183922C-E343-FE15-DCB0-52F86DE019F7}"/>
          </ac:spMkLst>
        </pc:spChg>
        <pc:spChg chg="mod">
          <ac:chgData name="Li,Yuting (HP Medicine) BII-CN-S" userId="ce8fbb54-122c-426d-b8da-fdcc5e1b5022" providerId="ADAL" clId="{DED4DB2E-5D62-4B3D-997A-781D06F33634}" dt="2023-09-14T03:21:51.440" v="5378" actId="20577"/>
          <ac:spMkLst>
            <pc:docMk/>
            <pc:sldMk cId="1573724795" sldId="2147474244"/>
            <ac:spMk id="4" creationId="{DCD16EBE-1F1B-470C-B4A9-EDD6259AB2A7}"/>
          </ac:spMkLst>
        </pc:spChg>
        <pc:spChg chg="mod">
          <ac:chgData name="Li,Yuting (HP Medicine) BII-CN-S" userId="ce8fbb54-122c-426d-b8da-fdcc5e1b5022" providerId="ADAL" clId="{DED4DB2E-5D62-4B3D-997A-781D06F33634}" dt="2023-09-14T09:17:36.843" v="5421" actId="1076"/>
          <ac:spMkLst>
            <pc:docMk/>
            <pc:sldMk cId="1573724795" sldId="2147474244"/>
            <ac:spMk id="6" creationId="{9508858A-C308-D938-5BD8-18BAC9C40BAC}"/>
          </ac:spMkLst>
        </pc:spChg>
        <pc:spChg chg="mod">
          <ac:chgData name="Li,Yuting (HP Medicine) BII-CN-S" userId="ce8fbb54-122c-426d-b8da-fdcc5e1b5022" providerId="ADAL" clId="{DED4DB2E-5D62-4B3D-997A-781D06F33634}" dt="2023-09-14T09:18:40.590" v="5525" actId="1037"/>
          <ac:spMkLst>
            <pc:docMk/>
            <pc:sldMk cId="1573724795" sldId="2147474244"/>
            <ac:spMk id="7" creationId="{B8CCD3E0-C3FE-F036-0DB6-FFECF432B0FA}"/>
          </ac:spMkLst>
        </pc:spChg>
        <pc:spChg chg="add mod">
          <ac:chgData name="Li,Yuting (HP Medicine) BII-CN-S" userId="ce8fbb54-122c-426d-b8da-fdcc5e1b5022" providerId="ADAL" clId="{DED4DB2E-5D62-4B3D-997A-781D06F33634}" dt="2023-09-14T09:19:14.465" v="5587" actId="1037"/>
          <ac:spMkLst>
            <pc:docMk/>
            <pc:sldMk cId="1573724795" sldId="2147474244"/>
            <ac:spMk id="8" creationId="{DDE1BC44-0E78-5D99-2314-9B4E5F6A1874}"/>
          </ac:spMkLst>
        </pc:spChg>
        <pc:spChg chg="add mod">
          <ac:chgData name="Li,Yuting (HP Medicine) BII-CN-S" userId="ce8fbb54-122c-426d-b8da-fdcc5e1b5022" providerId="ADAL" clId="{DED4DB2E-5D62-4B3D-997A-781D06F33634}" dt="2023-09-14T09:19:14.465" v="5587" actId="1037"/>
          <ac:spMkLst>
            <pc:docMk/>
            <pc:sldMk cId="1573724795" sldId="2147474244"/>
            <ac:spMk id="13" creationId="{DFC9F2B4-456C-3991-4195-53C3DC30D683}"/>
          </ac:spMkLst>
        </pc:spChg>
        <pc:spChg chg="add mod">
          <ac:chgData name="Li,Yuting (HP Medicine) BII-CN-S" userId="ce8fbb54-122c-426d-b8da-fdcc5e1b5022" providerId="ADAL" clId="{DED4DB2E-5D62-4B3D-997A-781D06F33634}" dt="2023-09-14T09:19:31.940" v="5590" actId="1076"/>
          <ac:spMkLst>
            <pc:docMk/>
            <pc:sldMk cId="1573724795" sldId="2147474244"/>
            <ac:spMk id="14" creationId="{5D7D0EE8-E4DE-77DA-F966-F8CD40BA7776}"/>
          </ac:spMkLst>
        </pc:spChg>
        <pc:spChg chg="mod">
          <ac:chgData name="Li,Yuting (HP Medicine) BII-CN-S" userId="ce8fbb54-122c-426d-b8da-fdcc5e1b5022" providerId="ADAL" clId="{DED4DB2E-5D62-4B3D-997A-781D06F33634}" dt="2023-09-14T09:18:40.590" v="5525" actId="1037"/>
          <ac:spMkLst>
            <pc:docMk/>
            <pc:sldMk cId="1573724795" sldId="2147474244"/>
            <ac:spMk id="30" creationId="{7E788036-8097-4B6C-80C0-AA8F34A46A94}"/>
          </ac:spMkLst>
        </pc:spChg>
        <pc:spChg chg="mod">
          <ac:chgData name="Li,Yuting (HP Medicine) BII-CN-S" userId="ce8fbb54-122c-426d-b8da-fdcc5e1b5022" providerId="ADAL" clId="{DED4DB2E-5D62-4B3D-997A-781D06F33634}" dt="2023-09-14T09:18:40.590" v="5525" actId="1037"/>
          <ac:spMkLst>
            <pc:docMk/>
            <pc:sldMk cId="1573724795" sldId="2147474244"/>
            <ac:spMk id="31" creationId="{2CA83203-4924-4782-A837-F2FD9A66DA3C}"/>
          </ac:spMkLst>
        </pc:spChg>
        <pc:spChg chg="mod">
          <ac:chgData name="Li,Yuting (HP Medicine) BII-CN-S" userId="ce8fbb54-122c-426d-b8da-fdcc5e1b5022" providerId="ADAL" clId="{DED4DB2E-5D62-4B3D-997A-781D06F33634}" dt="2023-09-14T09:19:45.110" v="5591" actId="12789"/>
          <ac:spMkLst>
            <pc:docMk/>
            <pc:sldMk cId="1573724795" sldId="2147474244"/>
            <ac:spMk id="35" creationId="{78789300-42C8-431D-8C83-B8F59219FEFF}"/>
          </ac:spMkLst>
        </pc:spChg>
        <pc:spChg chg="mod">
          <ac:chgData name="Li,Yuting (HP Medicine) BII-CN-S" userId="ce8fbb54-122c-426d-b8da-fdcc5e1b5022" providerId="ADAL" clId="{DED4DB2E-5D62-4B3D-997A-781D06F33634}" dt="2023-09-14T09:19:45.110" v="5591" actId="12789"/>
          <ac:spMkLst>
            <pc:docMk/>
            <pc:sldMk cId="1573724795" sldId="2147474244"/>
            <ac:spMk id="36" creationId="{E9D445C7-ACED-4E5D-8DED-28C7F017BD47}"/>
          </ac:spMkLst>
        </pc:spChg>
        <pc:grpChg chg="mod">
          <ac:chgData name="Li,Yuting (HP Medicine) BII-CN-S" userId="ce8fbb54-122c-426d-b8da-fdcc5e1b5022" providerId="ADAL" clId="{DED4DB2E-5D62-4B3D-997A-781D06F33634}" dt="2023-09-07T06:45:13.268" v="1927" actId="1076"/>
          <ac:grpSpMkLst>
            <pc:docMk/>
            <pc:sldMk cId="1573724795" sldId="2147474244"/>
            <ac:grpSpMk id="16" creationId="{D5E57F42-5769-4C25-BD97-B26E532D9DE8}"/>
          </ac:grpSpMkLst>
        </pc:grpChg>
        <pc:graphicFrameChg chg="mod">
          <ac:chgData name="Li,Yuting (HP Medicine) BII-CN-S" userId="ce8fbb54-122c-426d-b8da-fdcc5e1b5022" providerId="ADAL" clId="{DED4DB2E-5D62-4B3D-997A-781D06F33634}" dt="2023-09-14T09:17:28.172" v="5420" actId="1076"/>
          <ac:graphicFrameMkLst>
            <pc:docMk/>
            <pc:sldMk cId="1573724795" sldId="2147474244"/>
            <ac:graphicFrameMk id="116" creationId="{EB1832F7-86BE-4DEE-91F1-447638E4A957}"/>
          </ac:graphicFrameMkLst>
        </pc:graphicFrameChg>
      </pc:sldChg>
      <pc:sldChg chg="addSp delSp modSp mod addCm modCm modNotesTx">
        <pc:chgData name="Li,Yuting (HP Medicine) BII-CN-S" userId="ce8fbb54-122c-426d-b8da-fdcc5e1b5022" providerId="ADAL" clId="{DED4DB2E-5D62-4B3D-997A-781D06F33634}" dt="2023-09-13T06:35:28.495" v="3938" actId="14100"/>
        <pc:sldMkLst>
          <pc:docMk/>
          <pc:sldMk cId="3300509917" sldId="2147474246"/>
        </pc:sldMkLst>
        <pc:spChg chg="mod">
          <ac:chgData name="Li,Yuting (HP Medicine) BII-CN-S" userId="ce8fbb54-122c-426d-b8da-fdcc5e1b5022" providerId="ADAL" clId="{DED4DB2E-5D62-4B3D-997A-781D06F33634}" dt="2023-09-07T01:58:59.900" v="250" actId="20577"/>
          <ac:spMkLst>
            <pc:docMk/>
            <pc:sldMk cId="3300509917" sldId="2147474246"/>
            <ac:spMk id="107" creationId="{7DDA071E-5F80-4527-AE47-F1E7B2DC2A5B}"/>
          </ac:spMkLst>
        </pc:spChg>
        <pc:spChg chg="add del mod">
          <ac:chgData name="Li,Yuting (HP Medicine) BII-CN-S" userId="ce8fbb54-122c-426d-b8da-fdcc5e1b5022" providerId="ADAL" clId="{DED4DB2E-5D62-4B3D-997A-781D06F33634}" dt="2023-09-13T06:35:20.769" v="3937" actId="478"/>
          <ac:spMkLst>
            <pc:docMk/>
            <pc:sldMk cId="3300509917" sldId="2147474246"/>
            <ac:spMk id="132" creationId="{0EA2C47D-3EFD-4875-99C0-82E1BC867430}"/>
          </ac:spMkLst>
        </pc:spChg>
        <pc:spChg chg="mod">
          <ac:chgData name="Li,Yuting (HP Medicine) BII-CN-S" userId="ce8fbb54-122c-426d-b8da-fdcc5e1b5022" providerId="ADAL" clId="{DED4DB2E-5D62-4B3D-997A-781D06F33634}" dt="2023-09-08T08:17:36.445" v="3479" actId="20577"/>
          <ac:spMkLst>
            <pc:docMk/>
            <pc:sldMk cId="3300509917" sldId="2147474246"/>
            <ac:spMk id="173" creationId="{85E02E15-15D6-4FB2-AD0A-19E9217D5129}"/>
          </ac:spMkLst>
        </pc:spChg>
        <pc:spChg chg="mod">
          <ac:chgData name="Li,Yuting (HP Medicine) BII-CN-S" userId="ce8fbb54-122c-426d-b8da-fdcc5e1b5022" providerId="ADAL" clId="{DED4DB2E-5D62-4B3D-997A-781D06F33634}" dt="2023-09-08T08:17:26.517" v="3476" actId="20577"/>
          <ac:spMkLst>
            <pc:docMk/>
            <pc:sldMk cId="3300509917" sldId="2147474246"/>
            <ac:spMk id="175" creationId="{20F7A4BB-05E8-4B7E-A1AA-BB093CA783D0}"/>
          </ac:spMkLst>
        </pc:spChg>
        <pc:cxnChg chg="add del">
          <ac:chgData name="Li,Yuting (HP Medicine) BII-CN-S" userId="ce8fbb54-122c-426d-b8da-fdcc5e1b5022" providerId="ADAL" clId="{DED4DB2E-5D62-4B3D-997A-781D06F33634}" dt="2023-09-13T06:34:21.345" v="3930" actId="11529"/>
          <ac:cxnSpMkLst>
            <pc:docMk/>
            <pc:sldMk cId="3300509917" sldId="2147474246"/>
            <ac:cxnSpMk id="8" creationId="{1647FF22-3698-E9FB-F610-838005A4C4B4}"/>
          </ac:cxnSpMkLst>
        </pc:cxnChg>
        <pc:cxnChg chg="add mod">
          <ac:chgData name="Li,Yuting (HP Medicine) BII-CN-S" userId="ce8fbb54-122c-426d-b8da-fdcc5e1b5022" providerId="ADAL" clId="{DED4DB2E-5D62-4B3D-997A-781D06F33634}" dt="2023-09-13T06:35:28.495" v="3938" actId="14100"/>
          <ac:cxnSpMkLst>
            <pc:docMk/>
            <pc:sldMk cId="3300509917" sldId="2147474246"/>
            <ac:cxnSpMk id="13" creationId="{4454FAAE-D6A6-BBCC-D351-ACA35F7B245C}"/>
          </ac:cxnSpMkLst>
        </pc:cxnChg>
      </pc:sldChg>
      <pc:sldChg chg="modSp mod">
        <pc:chgData name="Li,Yuting (HP Medicine) BII-CN-S" userId="ce8fbb54-122c-426d-b8da-fdcc5e1b5022" providerId="ADAL" clId="{DED4DB2E-5D62-4B3D-997A-781D06F33634}" dt="2023-09-07T07:35:40.170" v="2593" actId="20577"/>
        <pc:sldMkLst>
          <pc:docMk/>
          <pc:sldMk cId="2422094028" sldId="2147474885"/>
        </pc:sldMkLst>
        <pc:spChg chg="mod">
          <ac:chgData name="Li,Yuting (HP Medicine) BII-CN-S" userId="ce8fbb54-122c-426d-b8da-fdcc5e1b5022" providerId="ADAL" clId="{DED4DB2E-5D62-4B3D-997A-781D06F33634}" dt="2023-09-07T05:43:38.490" v="1661" actId="20577"/>
          <ac:spMkLst>
            <pc:docMk/>
            <pc:sldMk cId="2422094028" sldId="2147474885"/>
            <ac:spMk id="4" creationId="{7B32205A-7CD4-687B-1E5F-2A1A464FD9D2}"/>
          </ac:spMkLst>
        </pc:spChg>
        <pc:spChg chg="mod">
          <ac:chgData name="Li,Yuting (HP Medicine) BII-CN-S" userId="ce8fbb54-122c-426d-b8da-fdcc5e1b5022" providerId="ADAL" clId="{DED4DB2E-5D62-4B3D-997A-781D06F33634}" dt="2023-09-07T07:35:40.170" v="2593" actId="20577"/>
          <ac:spMkLst>
            <pc:docMk/>
            <pc:sldMk cId="2422094028" sldId="2147474885"/>
            <ac:spMk id="16" creationId="{D581152F-1DCB-65EA-52DD-B9C9BD9B5904}"/>
          </ac:spMkLst>
        </pc:spChg>
      </pc:sldChg>
      <pc:sldChg chg="modSp mod">
        <pc:chgData name="Li,Yuting (HP Medicine) BII-CN-S" userId="ce8fbb54-122c-426d-b8da-fdcc5e1b5022" providerId="ADAL" clId="{DED4DB2E-5D62-4B3D-997A-781D06F33634}" dt="2023-09-14T02:57:50.366" v="5225" actId="1076"/>
        <pc:sldMkLst>
          <pc:docMk/>
          <pc:sldMk cId="4026925342" sldId="2147474886"/>
        </pc:sldMkLst>
        <pc:spChg chg="mod">
          <ac:chgData name="Li,Yuting (HP Medicine) BII-CN-S" userId="ce8fbb54-122c-426d-b8da-fdcc5e1b5022" providerId="ADAL" clId="{DED4DB2E-5D62-4B3D-997A-781D06F33634}" dt="2023-09-14T02:57:33.050" v="5222" actId="1035"/>
          <ac:spMkLst>
            <pc:docMk/>
            <pc:sldMk cId="4026925342" sldId="2147474886"/>
            <ac:spMk id="37" creationId="{D8B6162B-AD6E-19D4-02F6-7B8B8A819E71}"/>
          </ac:spMkLst>
        </pc:spChg>
        <pc:spChg chg="mod">
          <ac:chgData name="Li,Yuting (HP Medicine) BII-CN-S" userId="ce8fbb54-122c-426d-b8da-fdcc5e1b5022" providerId="ADAL" clId="{DED4DB2E-5D62-4B3D-997A-781D06F33634}" dt="2023-09-14T02:57:39.896" v="5223" actId="1076"/>
          <ac:spMkLst>
            <pc:docMk/>
            <pc:sldMk cId="4026925342" sldId="2147474886"/>
            <ac:spMk id="38" creationId="{12EC8855-CAA5-4755-7AF0-15F56F012344}"/>
          </ac:spMkLst>
        </pc:spChg>
        <pc:spChg chg="mod">
          <ac:chgData name="Li,Yuting (HP Medicine) BII-CN-S" userId="ce8fbb54-122c-426d-b8da-fdcc5e1b5022" providerId="ADAL" clId="{DED4DB2E-5D62-4B3D-997A-781D06F33634}" dt="2023-09-14T02:57:33.050" v="5222" actId="1035"/>
          <ac:spMkLst>
            <pc:docMk/>
            <pc:sldMk cId="4026925342" sldId="2147474886"/>
            <ac:spMk id="40" creationId="{12259D6E-37F3-2A94-5AD7-7A1EF0ACD900}"/>
          </ac:spMkLst>
        </pc:spChg>
        <pc:spChg chg="mod">
          <ac:chgData name="Li,Yuting (HP Medicine) BII-CN-S" userId="ce8fbb54-122c-426d-b8da-fdcc5e1b5022" providerId="ADAL" clId="{DED4DB2E-5D62-4B3D-997A-781D06F33634}" dt="2023-09-14T02:54:54.294" v="5132" actId="1035"/>
          <ac:spMkLst>
            <pc:docMk/>
            <pc:sldMk cId="4026925342" sldId="2147474886"/>
            <ac:spMk id="60" creationId="{483FC877-8C65-4FBB-8C5D-A8342A749CC1}"/>
          </ac:spMkLst>
        </pc:spChg>
        <pc:spChg chg="mod">
          <ac:chgData name="Li,Yuting (HP Medicine) BII-CN-S" userId="ce8fbb54-122c-426d-b8da-fdcc5e1b5022" providerId="ADAL" clId="{DED4DB2E-5D62-4B3D-997A-781D06F33634}" dt="2023-09-07T06:44:52.944" v="1926" actId="6549"/>
          <ac:spMkLst>
            <pc:docMk/>
            <pc:sldMk cId="4026925342" sldId="2147474886"/>
            <ac:spMk id="90" creationId="{9466DE8F-DCCC-4688-AD54-68172F2C8E9F}"/>
          </ac:spMkLst>
        </pc:spChg>
        <pc:spChg chg="mod">
          <ac:chgData name="Li,Yuting (HP Medicine) BII-CN-S" userId="ce8fbb54-122c-426d-b8da-fdcc5e1b5022" providerId="ADAL" clId="{DED4DB2E-5D62-4B3D-997A-781D06F33634}" dt="2023-09-14T02:57:50.366" v="5225" actId="1076"/>
          <ac:spMkLst>
            <pc:docMk/>
            <pc:sldMk cId="4026925342" sldId="2147474886"/>
            <ac:spMk id="135" creationId="{27E01833-72AF-477E-AE8F-2DD7F1F4B984}"/>
          </ac:spMkLst>
        </pc:spChg>
        <pc:picChg chg="mod">
          <ac:chgData name="Li,Yuting (HP Medicine) BII-CN-S" userId="ce8fbb54-122c-426d-b8da-fdcc5e1b5022" providerId="ADAL" clId="{DED4DB2E-5D62-4B3D-997A-781D06F33634}" dt="2023-09-14T02:57:33.050" v="5222" actId="1035"/>
          <ac:picMkLst>
            <pc:docMk/>
            <pc:sldMk cId="4026925342" sldId="2147474886"/>
            <ac:picMk id="39" creationId="{9E130666-D922-E249-8004-66F5047E1178}"/>
          </ac:picMkLst>
        </pc:picChg>
        <pc:picChg chg="mod">
          <ac:chgData name="Li,Yuting (HP Medicine) BII-CN-S" userId="ce8fbb54-122c-426d-b8da-fdcc5e1b5022" providerId="ADAL" clId="{DED4DB2E-5D62-4B3D-997A-781D06F33634}" dt="2023-09-14T02:54:54.294" v="5132" actId="1035"/>
          <ac:picMkLst>
            <pc:docMk/>
            <pc:sldMk cId="4026925342" sldId="2147474886"/>
            <ac:picMk id="136" creationId="{5DF35124-76EA-48BC-A0C2-E6E910CE4843}"/>
          </ac:picMkLst>
        </pc:picChg>
      </pc:sldChg>
      <pc:sldChg chg="modSp mod">
        <pc:chgData name="Li,Yuting (HP Medicine) BII-CN-S" userId="ce8fbb54-122c-426d-b8da-fdcc5e1b5022" providerId="ADAL" clId="{DED4DB2E-5D62-4B3D-997A-781D06F33634}" dt="2023-09-14T03:26:48.044" v="5402" actId="2063"/>
        <pc:sldMkLst>
          <pc:docMk/>
          <pc:sldMk cId="2741680057" sldId="2147474891"/>
        </pc:sldMkLst>
        <pc:spChg chg="mod">
          <ac:chgData name="Li,Yuting (HP Medicine) BII-CN-S" userId="ce8fbb54-122c-426d-b8da-fdcc5e1b5022" providerId="ADAL" clId="{DED4DB2E-5D62-4B3D-997A-781D06F33634}" dt="2023-09-13T06:31:17.904" v="3920" actId="1076"/>
          <ac:spMkLst>
            <pc:docMk/>
            <pc:sldMk cId="2741680057" sldId="2147474891"/>
            <ac:spMk id="3" creationId="{F0A2CF5D-3FFB-FA35-E7C9-1EC3D28CF4EB}"/>
          </ac:spMkLst>
        </pc:spChg>
        <pc:graphicFrameChg chg="mod">
          <ac:chgData name="Li,Yuting (HP Medicine) BII-CN-S" userId="ce8fbb54-122c-426d-b8da-fdcc5e1b5022" providerId="ADAL" clId="{DED4DB2E-5D62-4B3D-997A-781D06F33634}" dt="2023-09-07T01:58:08.031" v="225" actId="1076"/>
          <ac:graphicFrameMkLst>
            <pc:docMk/>
            <pc:sldMk cId="2741680057" sldId="2147474891"/>
            <ac:graphicFrameMk id="5" creationId="{1142092D-4CEA-5C48-B85B-301C8D45E3EB}"/>
          </ac:graphicFrameMkLst>
        </pc:graphicFrameChg>
        <pc:graphicFrameChg chg="modGraphic">
          <ac:chgData name="Li,Yuting (HP Medicine) BII-CN-S" userId="ce8fbb54-122c-426d-b8da-fdcc5e1b5022" providerId="ADAL" clId="{DED4DB2E-5D62-4B3D-997A-781D06F33634}" dt="2023-09-14T03:26:48.044" v="5402" actId="2063"/>
          <ac:graphicFrameMkLst>
            <pc:docMk/>
            <pc:sldMk cId="2741680057" sldId="2147474891"/>
            <ac:graphicFrameMk id="6" creationId="{B0A17EB3-FD78-D706-E19E-906D483F239D}"/>
          </ac:graphicFrameMkLst>
        </pc:graphicFrameChg>
      </pc:sldChg>
      <pc:sldChg chg="addSp delSp modSp mod">
        <pc:chgData name="Li,Yuting (HP Medicine) BII-CN-S" userId="ce8fbb54-122c-426d-b8da-fdcc5e1b5022" providerId="ADAL" clId="{DED4DB2E-5D62-4B3D-997A-781D06F33634}" dt="2023-09-14T03:26:36.173" v="5400" actId="2063"/>
        <pc:sldMkLst>
          <pc:docMk/>
          <pc:sldMk cId="4100065594" sldId="2147474892"/>
        </pc:sldMkLst>
        <pc:spChg chg="add del mod">
          <ac:chgData name="Li,Yuting (HP Medicine) BII-CN-S" userId="ce8fbb54-122c-426d-b8da-fdcc5e1b5022" providerId="ADAL" clId="{DED4DB2E-5D62-4B3D-997A-781D06F33634}" dt="2023-09-13T06:31:02.980" v="3918" actId="478"/>
          <ac:spMkLst>
            <pc:docMk/>
            <pc:sldMk cId="4100065594" sldId="2147474892"/>
            <ac:spMk id="2" creationId="{B98F4A07-933C-64ED-3D90-432F7375DACC}"/>
          </ac:spMkLst>
        </pc:spChg>
        <pc:spChg chg="mod">
          <ac:chgData name="Li,Yuting (HP Medicine) BII-CN-S" userId="ce8fbb54-122c-426d-b8da-fdcc5e1b5022" providerId="ADAL" clId="{DED4DB2E-5D62-4B3D-997A-781D06F33634}" dt="2023-09-13T06:31:24.652" v="3921" actId="403"/>
          <ac:spMkLst>
            <pc:docMk/>
            <pc:sldMk cId="4100065594" sldId="2147474892"/>
            <ac:spMk id="3" creationId="{41E839CB-A819-D6C2-EF71-06FDFA675D18}"/>
          </ac:spMkLst>
        </pc:spChg>
        <pc:graphicFrameChg chg="mod modGraphic">
          <ac:chgData name="Li,Yuting (HP Medicine) BII-CN-S" userId="ce8fbb54-122c-426d-b8da-fdcc5e1b5022" providerId="ADAL" clId="{DED4DB2E-5D62-4B3D-997A-781D06F33634}" dt="2023-09-14T03:26:36.173" v="5400" actId="2063"/>
          <ac:graphicFrameMkLst>
            <pc:docMk/>
            <pc:sldMk cId="4100065594" sldId="2147474892"/>
            <ac:graphicFrameMk id="9" creationId="{6AA3EB39-C764-61C2-519C-D418E5B1C90F}"/>
          </ac:graphicFrameMkLst>
        </pc:graphicFrameChg>
      </pc:sldChg>
      <pc:sldChg chg="addSp delSp modSp mod modNotesTx">
        <pc:chgData name="Li,Yuting (HP Medicine) BII-CN-S" userId="ce8fbb54-122c-426d-b8da-fdcc5e1b5022" providerId="ADAL" clId="{DED4DB2E-5D62-4B3D-997A-781D06F33634}" dt="2023-09-07T07:08:05.868" v="2567" actId="1076"/>
        <pc:sldMkLst>
          <pc:docMk/>
          <pc:sldMk cId="1603556620" sldId="2147474893"/>
        </pc:sldMkLst>
        <pc:spChg chg="mod">
          <ac:chgData name="Li,Yuting (HP Medicine) BII-CN-S" userId="ce8fbb54-122c-426d-b8da-fdcc5e1b5022" providerId="ADAL" clId="{DED4DB2E-5D62-4B3D-997A-781D06F33634}" dt="2023-09-07T07:08:05.868" v="2567" actId="1076"/>
          <ac:spMkLst>
            <pc:docMk/>
            <pc:sldMk cId="1603556620" sldId="2147474893"/>
            <ac:spMk id="2" creationId="{2F7C2B6B-26E0-0090-B8A7-663AC400D437}"/>
          </ac:spMkLst>
        </pc:spChg>
        <pc:spChg chg="mod">
          <ac:chgData name="Li,Yuting (HP Medicine) BII-CN-S" userId="ce8fbb54-122c-426d-b8da-fdcc5e1b5022" providerId="ADAL" clId="{DED4DB2E-5D62-4B3D-997A-781D06F33634}" dt="2023-09-07T02:44:57.695" v="669" actId="20577"/>
          <ac:spMkLst>
            <pc:docMk/>
            <pc:sldMk cId="1603556620" sldId="2147474893"/>
            <ac:spMk id="4" creationId="{0F800618-949F-4F45-BA5F-2F54BF382C18}"/>
          </ac:spMkLst>
        </pc:spChg>
        <pc:spChg chg="del">
          <ac:chgData name="Li,Yuting (HP Medicine) BII-CN-S" userId="ce8fbb54-122c-426d-b8da-fdcc5e1b5022" providerId="ADAL" clId="{DED4DB2E-5D62-4B3D-997A-781D06F33634}" dt="2023-09-07T03:39:40.385" v="1527" actId="478"/>
          <ac:spMkLst>
            <pc:docMk/>
            <pc:sldMk cId="1603556620" sldId="2147474893"/>
            <ac:spMk id="8" creationId="{48C97BBC-009E-A096-C320-7B05690923A9}"/>
          </ac:spMkLst>
        </pc:spChg>
        <pc:picChg chg="add del mod">
          <ac:chgData name="Li,Yuting (HP Medicine) BII-CN-S" userId="ce8fbb54-122c-426d-b8da-fdcc5e1b5022" providerId="ADAL" clId="{DED4DB2E-5D62-4B3D-997A-781D06F33634}" dt="2023-09-07T07:06:51.804" v="2542" actId="478"/>
          <ac:picMkLst>
            <pc:docMk/>
            <pc:sldMk cId="1603556620" sldId="2147474893"/>
            <ac:picMk id="5" creationId="{C4A9227C-AA73-E8DD-2C17-1DD426E484F7}"/>
          </ac:picMkLst>
        </pc:picChg>
        <pc:picChg chg="mod">
          <ac:chgData name="Li,Yuting (HP Medicine) BII-CN-S" userId="ce8fbb54-122c-426d-b8da-fdcc5e1b5022" providerId="ADAL" clId="{DED4DB2E-5D62-4B3D-997A-781D06F33634}" dt="2023-09-07T07:08:03.885" v="2566" actId="1076"/>
          <ac:picMkLst>
            <pc:docMk/>
            <pc:sldMk cId="1603556620" sldId="2147474893"/>
            <ac:picMk id="7" creationId="{4802D2C5-A8A5-9D6A-69E6-5EB54BB5E27C}"/>
          </ac:picMkLst>
        </pc:picChg>
        <pc:picChg chg="add del">
          <ac:chgData name="Li,Yuting (HP Medicine) BII-CN-S" userId="ce8fbb54-122c-426d-b8da-fdcc5e1b5022" providerId="ADAL" clId="{DED4DB2E-5D62-4B3D-997A-781D06F33634}" dt="2023-09-07T03:39:37.799" v="1526" actId="478"/>
          <ac:picMkLst>
            <pc:docMk/>
            <pc:sldMk cId="1603556620" sldId="2147474893"/>
            <ac:picMk id="1026" creationId="{47FDF6C8-A20E-5577-26BE-A35DB1FC8CD6}"/>
          </ac:picMkLst>
        </pc:picChg>
      </pc:sldChg>
      <pc:sldChg chg="addSp modSp new mod">
        <pc:chgData name="Li,Yuting (HP Medicine) BII-CN-S" userId="ce8fbb54-122c-426d-b8da-fdcc5e1b5022" providerId="ADAL" clId="{DED4DB2E-5D62-4B3D-997A-781D06F33634}" dt="2023-09-07T03:10:05.239" v="1238" actId="20577"/>
        <pc:sldMkLst>
          <pc:docMk/>
          <pc:sldMk cId="1149180138" sldId="2147474895"/>
        </pc:sldMkLst>
        <pc:spChg chg="add mod">
          <ac:chgData name="Li,Yuting (HP Medicine) BII-CN-S" userId="ce8fbb54-122c-426d-b8da-fdcc5e1b5022" providerId="ADAL" clId="{DED4DB2E-5D62-4B3D-997A-781D06F33634}" dt="2023-09-07T03:08:55.044" v="1129" actId="1035"/>
          <ac:spMkLst>
            <pc:docMk/>
            <pc:sldMk cId="1149180138" sldId="2147474895"/>
            <ac:spMk id="5" creationId="{093715B0-83CC-B342-9254-5658B26A7BB2}"/>
          </ac:spMkLst>
        </pc:spChg>
        <pc:spChg chg="add mod">
          <ac:chgData name="Li,Yuting (HP Medicine) BII-CN-S" userId="ce8fbb54-122c-426d-b8da-fdcc5e1b5022" providerId="ADAL" clId="{DED4DB2E-5D62-4B3D-997A-781D06F33634}" dt="2023-09-07T03:10:05.239" v="1238" actId="20577"/>
          <ac:spMkLst>
            <pc:docMk/>
            <pc:sldMk cId="1149180138" sldId="2147474895"/>
            <ac:spMk id="6" creationId="{D378995C-BED7-9F3C-AECF-B621A845A3FA}"/>
          </ac:spMkLst>
        </pc:spChg>
        <pc:picChg chg="add mod">
          <ac:chgData name="Li,Yuting (HP Medicine) BII-CN-S" userId="ce8fbb54-122c-426d-b8da-fdcc5e1b5022" providerId="ADAL" clId="{DED4DB2E-5D62-4B3D-997A-781D06F33634}" dt="2023-09-07T03:08:55.044" v="1129" actId="1035"/>
          <ac:picMkLst>
            <pc:docMk/>
            <pc:sldMk cId="1149180138" sldId="2147474895"/>
            <ac:picMk id="4" creationId="{6D610A36-C2CE-8176-7315-3D8B301E53CF}"/>
          </ac:picMkLst>
        </pc:picChg>
      </pc:sldChg>
      <pc:sldChg chg="modSp mod addCm modCm">
        <pc:chgData name="Li,Yuting (HP Medicine) BII-CN-S" userId="ce8fbb54-122c-426d-b8da-fdcc5e1b5022" providerId="ADAL" clId="{DED4DB2E-5D62-4B3D-997A-781D06F33634}" dt="2023-09-08T02:33:58.682" v="3417"/>
        <pc:sldMkLst>
          <pc:docMk/>
          <pc:sldMk cId="3922719897" sldId="2147474896"/>
        </pc:sldMkLst>
        <pc:spChg chg="mod">
          <ac:chgData name="Li,Yuting (HP Medicine) BII-CN-S" userId="ce8fbb54-122c-426d-b8da-fdcc5e1b5022" providerId="ADAL" clId="{DED4DB2E-5D62-4B3D-997A-781D06F33634}" dt="2023-09-07T06:07:10.590" v="1795" actId="108"/>
          <ac:spMkLst>
            <pc:docMk/>
            <pc:sldMk cId="3922719897" sldId="2147474896"/>
            <ac:spMk id="3" creationId="{6848C089-0154-A9B7-65BF-03F8B2AD7989}"/>
          </ac:spMkLst>
        </pc:spChg>
      </pc:sldChg>
      <pc:sldChg chg="modSp mod">
        <pc:chgData name="Li,Yuting (HP Medicine) BII-CN-S" userId="ce8fbb54-122c-426d-b8da-fdcc5e1b5022" providerId="ADAL" clId="{DED4DB2E-5D62-4B3D-997A-781D06F33634}" dt="2023-09-13T07:47:30.348" v="4474" actId="1076"/>
        <pc:sldMkLst>
          <pc:docMk/>
          <pc:sldMk cId="3217868666" sldId="2147474897"/>
        </pc:sldMkLst>
        <pc:spChg chg="mod">
          <ac:chgData name="Li,Yuting (HP Medicine) BII-CN-S" userId="ce8fbb54-122c-426d-b8da-fdcc5e1b5022" providerId="ADAL" clId="{DED4DB2E-5D62-4B3D-997A-781D06F33634}" dt="2023-09-13T07:47:30.348" v="4474" actId="1076"/>
          <ac:spMkLst>
            <pc:docMk/>
            <pc:sldMk cId="3217868666" sldId="2147474897"/>
            <ac:spMk id="3" creationId="{2527EA1D-80E3-D8AC-D24E-5EFA843B183A}"/>
          </ac:spMkLst>
        </pc:spChg>
        <pc:graphicFrameChg chg="mod">
          <ac:chgData name="Li,Yuting (HP Medicine) BII-CN-S" userId="ce8fbb54-122c-426d-b8da-fdcc5e1b5022" providerId="ADAL" clId="{DED4DB2E-5D62-4B3D-997A-781D06F33634}" dt="2023-09-13T07:47:23.826" v="4473"/>
          <ac:graphicFrameMkLst>
            <pc:docMk/>
            <pc:sldMk cId="3217868666" sldId="2147474897"/>
            <ac:graphicFrameMk id="8" creationId="{73207099-613B-4188-B37D-91BA5B30A0AB}"/>
          </ac:graphicFrameMkLst>
        </pc:graphicFrameChg>
      </pc:sldChg>
      <pc:sldChg chg="del">
        <pc:chgData name="Li,Yuting (HP Medicine) BII-CN-S" userId="ce8fbb54-122c-426d-b8da-fdcc5e1b5022" providerId="ADAL" clId="{DED4DB2E-5D62-4B3D-997A-781D06F33634}" dt="2023-09-07T07:18:06.554" v="2582" actId="47"/>
        <pc:sldMkLst>
          <pc:docMk/>
          <pc:sldMk cId="1697315317" sldId="2147474898"/>
        </pc:sldMkLst>
      </pc:sldChg>
      <pc:sldChg chg="modSp mod">
        <pc:chgData name="Li,Yuting (HP Medicine) BII-CN-S" userId="ce8fbb54-122c-426d-b8da-fdcc5e1b5022" providerId="ADAL" clId="{DED4DB2E-5D62-4B3D-997A-781D06F33634}" dt="2023-09-07T06:20:19.567" v="1805" actId="14100"/>
        <pc:sldMkLst>
          <pc:docMk/>
          <pc:sldMk cId="1847065983" sldId="2147474908"/>
        </pc:sldMkLst>
        <pc:spChg chg="mod">
          <ac:chgData name="Li,Yuting (HP Medicine) BII-CN-S" userId="ce8fbb54-122c-426d-b8da-fdcc5e1b5022" providerId="ADAL" clId="{DED4DB2E-5D62-4B3D-997A-781D06F33634}" dt="2023-09-07T06:20:19.567" v="1805" actId="14100"/>
          <ac:spMkLst>
            <pc:docMk/>
            <pc:sldMk cId="1847065983" sldId="2147474908"/>
            <ac:spMk id="8" creationId="{F67A1934-B6BF-6C6C-725F-9F552848E710}"/>
          </ac:spMkLst>
        </pc:spChg>
        <pc:graphicFrameChg chg="modGraphic">
          <ac:chgData name="Li,Yuting (HP Medicine) BII-CN-S" userId="ce8fbb54-122c-426d-b8da-fdcc5e1b5022" providerId="ADAL" clId="{DED4DB2E-5D62-4B3D-997A-781D06F33634}" dt="2023-09-07T06:09:03.990" v="1797"/>
          <ac:graphicFrameMkLst>
            <pc:docMk/>
            <pc:sldMk cId="1847065983" sldId="2147474908"/>
            <ac:graphicFrameMk id="4" creationId="{76ABFDA7-2540-502B-FE11-9D2E802BD948}"/>
          </ac:graphicFrameMkLst>
        </pc:graphicFrameChg>
      </pc:sldChg>
      <pc:sldChg chg="addSp delSp modSp mod modCm">
        <pc:chgData name="Li,Yuting (HP Medicine) BII-CN-S" userId="ce8fbb54-122c-426d-b8da-fdcc5e1b5022" providerId="ADAL" clId="{DED4DB2E-5D62-4B3D-997A-781D06F33634}" dt="2023-09-13T08:17:06.519" v="4627" actId="478"/>
        <pc:sldMkLst>
          <pc:docMk/>
          <pc:sldMk cId="175194850" sldId="2147474909"/>
        </pc:sldMkLst>
        <pc:spChg chg="mod">
          <ac:chgData name="Li,Yuting (HP Medicine) BII-CN-S" userId="ce8fbb54-122c-426d-b8da-fdcc5e1b5022" providerId="ADAL" clId="{DED4DB2E-5D62-4B3D-997A-781D06F33634}" dt="2023-09-13T08:17:03.413" v="4626" actId="6549"/>
          <ac:spMkLst>
            <pc:docMk/>
            <pc:sldMk cId="175194850" sldId="2147474909"/>
            <ac:spMk id="3" creationId="{F086A417-3AF5-9C27-27F1-41630591CEA7}"/>
          </ac:spMkLst>
        </pc:spChg>
        <pc:spChg chg="add del mod">
          <ac:chgData name="Li,Yuting (HP Medicine) BII-CN-S" userId="ce8fbb54-122c-426d-b8da-fdcc5e1b5022" providerId="ADAL" clId="{DED4DB2E-5D62-4B3D-997A-781D06F33634}" dt="2023-09-13T08:17:06.519" v="4627" actId="478"/>
          <ac:spMkLst>
            <pc:docMk/>
            <pc:sldMk cId="175194850" sldId="2147474909"/>
            <ac:spMk id="4" creationId="{5BBCA052-394B-3CE6-ACB8-EA05335FC3BA}"/>
          </ac:spMkLst>
        </pc:spChg>
      </pc:sldChg>
      <pc:sldChg chg="modSp del mod">
        <pc:chgData name="Li,Yuting (HP Medicine) BII-CN-S" userId="ce8fbb54-122c-426d-b8da-fdcc5e1b5022" providerId="ADAL" clId="{DED4DB2E-5D62-4B3D-997A-781D06F33634}" dt="2023-09-07T06:24:22.783" v="1869" actId="47"/>
        <pc:sldMkLst>
          <pc:docMk/>
          <pc:sldMk cId="2691789704" sldId="2147474910"/>
        </pc:sldMkLst>
        <pc:spChg chg="mod">
          <ac:chgData name="Li,Yuting (HP Medicine) BII-CN-S" userId="ce8fbb54-122c-426d-b8da-fdcc5e1b5022" providerId="ADAL" clId="{DED4DB2E-5D62-4B3D-997A-781D06F33634}" dt="2023-09-07T06:21:50.341" v="1865" actId="20577"/>
          <ac:spMkLst>
            <pc:docMk/>
            <pc:sldMk cId="2691789704" sldId="2147474910"/>
            <ac:spMk id="3" creationId="{C309F739-F6FE-F654-6F02-E241B31FB1A6}"/>
          </ac:spMkLst>
        </pc:spChg>
      </pc:sldChg>
      <pc:sldChg chg="addSp modSp mod">
        <pc:chgData name="Li,Yuting (HP Medicine) BII-CN-S" userId="ce8fbb54-122c-426d-b8da-fdcc5e1b5022" providerId="ADAL" clId="{DED4DB2E-5D62-4B3D-997A-781D06F33634}" dt="2023-09-13T08:06:42.961" v="4477" actId="20577"/>
        <pc:sldMkLst>
          <pc:docMk/>
          <pc:sldMk cId="3223194729" sldId="2147474911"/>
        </pc:sldMkLst>
        <pc:spChg chg="add mod">
          <ac:chgData name="Li,Yuting (HP Medicine) BII-CN-S" userId="ce8fbb54-122c-426d-b8da-fdcc5e1b5022" providerId="ADAL" clId="{DED4DB2E-5D62-4B3D-997A-781D06F33634}" dt="2023-09-07T06:24:08.380" v="1867" actId="1076"/>
          <ac:spMkLst>
            <pc:docMk/>
            <pc:sldMk cId="3223194729" sldId="2147474911"/>
            <ac:spMk id="4" creationId="{DCE2FAA0-A259-8781-CEB3-8EA9348F0819}"/>
          </ac:spMkLst>
        </pc:spChg>
        <pc:spChg chg="add mod">
          <ac:chgData name="Li,Yuting (HP Medicine) BII-CN-S" userId="ce8fbb54-122c-426d-b8da-fdcc5e1b5022" providerId="ADAL" clId="{DED4DB2E-5D62-4B3D-997A-781D06F33634}" dt="2023-09-13T08:06:42.961" v="4477" actId="20577"/>
          <ac:spMkLst>
            <pc:docMk/>
            <pc:sldMk cId="3223194729" sldId="2147474911"/>
            <ac:spMk id="5" creationId="{A553E593-C168-ED7A-58DD-142FEB2A9A6A}"/>
          </ac:spMkLst>
        </pc:spChg>
        <pc:graphicFrameChg chg="mod">
          <ac:chgData name="Li,Yuting (HP Medicine) BII-CN-S" userId="ce8fbb54-122c-426d-b8da-fdcc5e1b5022" providerId="ADAL" clId="{DED4DB2E-5D62-4B3D-997A-781D06F33634}" dt="2023-09-13T08:06:36.450" v="4476"/>
          <ac:graphicFrameMkLst>
            <pc:docMk/>
            <pc:sldMk cId="3223194729" sldId="2147474911"/>
            <ac:graphicFrameMk id="3" creationId="{20806502-DC4C-4CEE-81EC-B542BA6F783E}"/>
          </ac:graphicFrameMkLst>
        </pc:graphicFrameChg>
      </pc:sldChg>
      <pc:sldChg chg="addSp modSp mod ord addCm modCm">
        <pc:chgData name="Li,Yuting (HP Medicine) BII-CN-S" userId="ce8fbb54-122c-426d-b8da-fdcc5e1b5022" providerId="ADAL" clId="{DED4DB2E-5D62-4B3D-997A-781D06F33634}" dt="2023-09-13T08:20:36.182" v="4634"/>
        <pc:sldMkLst>
          <pc:docMk/>
          <pc:sldMk cId="4135589616" sldId="2147474912"/>
        </pc:sldMkLst>
        <pc:spChg chg="mod">
          <ac:chgData name="Li,Yuting (HP Medicine) BII-CN-S" userId="ce8fbb54-122c-426d-b8da-fdcc5e1b5022" providerId="ADAL" clId="{DED4DB2E-5D62-4B3D-997A-781D06F33634}" dt="2023-09-07T07:18:13.885" v="2588" actId="20577"/>
          <ac:spMkLst>
            <pc:docMk/>
            <pc:sldMk cId="4135589616" sldId="2147474912"/>
            <ac:spMk id="5" creationId="{32DB6728-FA6A-CB19-C380-33FE3A8DB5D0}"/>
          </ac:spMkLst>
        </pc:spChg>
        <pc:graphicFrameChg chg="mod modGraphic">
          <ac:chgData name="Li,Yuting (HP Medicine) BII-CN-S" userId="ce8fbb54-122c-426d-b8da-fdcc5e1b5022" providerId="ADAL" clId="{DED4DB2E-5D62-4B3D-997A-781D06F33634}" dt="2023-09-07T06:26:32.473" v="1884" actId="14734"/>
          <ac:graphicFrameMkLst>
            <pc:docMk/>
            <pc:sldMk cId="4135589616" sldId="2147474912"/>
            <ac:graphicFrameMk id="6" creationId="{ABDFF51B-8FCD-72A9-1CB1-0E2E71BF85B2}"/>
          </ac:graphicFrameMkLst>
        </pc:graphicFrameChg>
        <pc:graphicFrameChg chg="add mod">
          <ac:chgData name="Li,Yuting (HP Medicine) BII-CN-S" userId="ce8fbb54-122c-426d-b8da-fdcc5e1b5022" providerId="ADAL" clId="{DED4DB2E-5D62-4B3D-997A-781D06F33634}" dt="2023-09-07T06:25:12.658" v="1872" actId="1076"/>
          <ac:graphicFrameMkLst>
            <pc:docMk/>
            <pc:sldMk cId="4135589616" sldId="2147474912"/>
            <ac:graphicFrameMk id="7" creationId="{5A1DB9EC-6541-C0A9-219A-40189FD6D50C}"/>
          </ac:graphicFrameMkLst>
        </pc:graphicFrameChg>
      </pc:sldChg>
      <pc:sldChg chg="add del">
        <pc:chgData name="Li,Yuting (HP Medicine) BII-CN-S" userId="ce8fbb54-122c-426d-b8da-fdcc5e1b5022" providerId="ADAL" clId="{DED4DB2E-5D62-4B3D-997A-781D06F33634}" dt="2023-09-07T06:03:01.632" v="1747"/>
        <pc:sldMkLst>
          <pc:docMk/>
          <pc:sldMk cId="2334137683" sldId="2147474914"/>
        </pc:sldMkLst>
      </pc:sldChg>
      <pc:sldChg chg="mod modShow">
        <pc:chgData name="Li,Yuting (HP Medicine) BII-CN-S" userId="ce8fbb54-122c-426d-b8da-fdcc5e1b5022" providerId="ADAL" clId="{DED4DB2E-5D62-4B3D-997A-781D06F33634}" dt="2023-09-07T06:55:26.246" v="2023" actId="729"/>
        <pc:sldMkLst>
          <pc:docMk/>
          <pc:sldMk cId="2352851958" sldId="2147474914"/>
        </pc:sldMkLst>
      </pc:sldChg>
      <pc:sldChg chg="modSp mod">
        <pc:chgData name="Li,Yuting (HP Medicine) BII-CN-S" userId="ce8fbb54-122c-426d-b8da-fdcc5e1b5022" providerId="ADAL" clId="{DED4DB2E-5D62-4B3D-997A-781D06F33634}" dt="2023-09-07T06:55:07.815" v="2022" actId="20577"/>
        <pc:sldMkLst>
          <pc:docMk/>
          <pc:sldMk cId="593512154" sldId="2147474915"/>
        </pc:sldMkLst>
        <pc:spChg chg="mod">
          <ac:chgData name="Li,Yuting (HP Medicine) BII-CN-S" userId="ce8fbb54-122c-426d-b8da-fdcc5e1b5022" providerId="ADAL" clId="{DED4DB2E-5D62-4B3D-997A-781D06F33634}" dt="2023-09-07T06:54:12.168" v="1979" actId="20577"/>
          <ac:spMkLst>
            <pc:docMk/>
            <pc:sldMk cId="593512154" sldId="2147474915"/>
            <ac:spMk id="8" creationId="{02C5344F-C897-5D35-FD5F-3F80E1403E4A}"/>
          </ac:spMkLst>
        </pc:spChg>
        <pc:spChg chg="mod">
          <ac:chgData name="Li,Yuting (HP Medicine) BII-CN-S" userId="ce8fbb54-122c-426d-b8da-fdcc5e1b5022" providerId="ADAL" clId="{DED4DB2E-5D62-4B3D-997A-781D06F33634}" dt="2023-09-07T06:55:07.815" v="2022" actId="20577"/>
          <ac:spMkLst>
            <pc:docMk/>
            <pc:sldMk cId="593512154" sldId="2147474915"/>
            <ac:spMk id="9" creationId="{0FD9E29B-55BD-1FD4-B827-BBBA2EEBCF0D}"/>
          </ac:spMkLst>
        </pc:spChg>
      </pc:sldChg>
      <pc:sldChg chg="modSp mod">
        <pc:chgData name="Li,Yuting (HP Medicine) BII-CN-S" userId="ce8fbb54-122c-426d-b8da-fdcc5e1b5022" providerId="ADAL" clId="{DED4DB2E-5D62-4B3D-997A-781D06F33634}" dt="2023-09-14T03:13:07.450" v="5232" actId="20577"/>
        <pc:sldMkLst>
          <pc:docMk/>
          <pc:sldMk cId="2401456502" sldId="2147474916"/>
        </pc:sldMkLst>
        <pc:graphicFrameChg chg="mod modGraphic">
          <ac:chgData name="Li,Yuting (HP Medicine) BII-CN-S" userId="ce8fbb54-122c-426d-b8da-fdcc5e1b5022" providerId="ADAL" clId="{DED4DB2E-5D62-4B3D-997A-781D06F33634}" dt="2023-09-14T03:13:07.450" v="5232" actId="20577"/>
          <ac:graphicFrameMkLst>
            <pc:docMk/>
            <pc:sldMk cId="2401456502" sldId="2147474916"/>
            <ac:graphicFrameMk id="12" creationId="{EE24276D-C300-4706-ACD2-32E108653E2B}"/>
          </ac:graphicFrameMkLst>
        </pc:graphicFrameChg>
      </pc:sldChg>
      <pc:sldChg chg="addSp modSp add del mod modShow">
        <pc:chgData name="Li,Yuting (HP Medicine) BII-CN-S" userId="ce8fbb54-122c-426d-b8da-fdcc5e1b5022" providerId="ADAL" clId="{DED4DB2E-5D62-4B3D-997A-781D06F33634}" dt="2023-09-07T07:08:13.058" v="2568" actId="2696"/>
        <pc:sldMkLst>
          <pc:docMk/>
          <pc:sldMk cId="3211629741" sldId="2147474917"/>
        </pc:sldMkLst>
        <pc:spChg chg="add mod">
          <ac:chgData name="Li,Yuting (HP Medicine) BII-CN-S" userId="ce8fbb54-122c-426d-b8da-fdcc5e1b5022" providerId="ADAL" clId="{DED4DB2E-5D62-4B3D-997A-781D06F33634}" dt="2023-09-07T07:07:53.153" v="2564" actId="1076"/>
          <ac:spMkLst>
            <pc:docMk/>
            <pc:sldMk cId="3211629741" sldId="2147474917"/>
            <ac:spMk id="6" creationId="{E1991098-45D8-BEAB-FB8D-22F425D2D916}"/>
          </ac:spMkLst>
        </pc:spChg>
      </pc:sldChg>
      <pc:sldChg chg="addSp delSp modSp new add del mod ord">
        <pc:chgData name="Li,Yuting (HP Medicine) BII-CN-S" userId="ce8fbb54-122c-426d-b8da-fdcc5e1b5022" providerId="ADAL" clId="{DED4DB2E-5D62-4B3D-997A-781D06F33634}" dt="2023-09-14T02:08:13.702" v="4856"/>
        <pc:sldMkLst>
          <pc:docMk/>
          <pc:sldMk cId="727913723" sldId="2147474918"/>
        </pc:sldMkLst>
        <pc:spChg chg="del">
          <ac:chgData name="Li,Yuting (HP Medicine) BII-CN-S" userId="ce8fbb54-122c-426d-b8da-fdcc5e1b5022" providerId="ADAL" clId="{DED4DB2E-5D62-4B3D-997A-781D06F33634}" dt="2023-09-07T07:54:24.770" v="2673" actId="478"/>
          <ac:spMkLst>
            <pc:docMk/>
            <pc:sldMk cId="727913723" sldId="2147474918"/>
            <ac:spMk id="2" creationId="{4DFACAC2-1567-FD3B-D94F-728F490188DF}"/>
          </ac:spMkLst>
        </pc:spChg>
        <pc:spChg chg="mod">
          <ac:chgData name="Li,Yuting (HP Medicine) BII-CN-S" userId="ce8fbb54-122c-426d-b8da-fdcc5e1b5022" providerId="ADAL" clId="{DED4DB2E-5D62-4B3D-997A-781D06F33634}" dt="2023-09-07T08:36:38.444" v="3179"/>
          <ac:spMkLst>
            <pc:docMk/>
            <pc:sldMk cId="727913723" sldId="2147474918"/>
            <ac:spMk id="4" creationId="{A2C4F9B9-431E-ED97-2D97-A375F1398AC2}"/>
          </ac:spMkLst>
        </pc:spChg>
        <pc:spChg chg="mod">
          <ac:chgData name="Li,Yuting (HP Medicine) BII-CN-S" userId="ce8fbb54-122c-426d-b8da-fdcc5e1b5022" providerId="ADAL" clId="{DED4DB2E-5D62-4B3D-997A-781D06F33634}" dt="2023-09-07T13:47:05.707" v="3370" actId="1076"/>
          <ac:spMkLst>
            <pc:docMk/>
            <pc:sldMk cId="727913723" sldId="2147474918"/>
            <ac:spMk id="13" creationId="{3C1F3AA2-210B-6A6A-8E0D-B9CEA63A001E}"/>
          </ac:spMkLst>
        </pc:spChg>
        <pc:spChg chg="del mod">
          <ac:chgData name="Li,Yuting (HP Medicine) BII-CN-S" userId="ce8fbb54-122c-426d-b8da-fdcc5e1b5022" providerId="ADAL" clId="{DED4DB2E-5D62-4B3D-997A-781D06F33634}" dt="2023-09-07T13:46:21.317" v="3365" actId="478"/>
          <ac:spMkLst>
            <pc:docMk/>
            <pc:sldMk cId="727913723" sldId="2147474918"/>
            <ac:spMk id="14" creationId="{1201295B-80C9-07D7-C96E-F9B7ACD30A93}"/>
          </ac:spMkLst>
        </pc:spChg>
        <pc:spChg chg="add del mod">
          <ac:chgData name="Li,Yuting (HP Medicine) BII-CN-S" userId="ce8fbb54-122c-426d-b8da-fdcc5e1b5022" providerId="ADAL" clId="{DED4DB2E-5D62-4B3D-997A-781D06F33634}" dt="2023-09-07T13:46:56.738" v="3368" actId="1076"/>
          <ac:spMkLst>
            <pc:docMk/>
            <pc:sldMk cId="727913723" sldId="2147474918"/>
            <ac:spMk id="15" creationId="{103AEC00-FF3A-CFF4-05A1-B53734390F34}"/>
          </ac:spMkLst>
        </pc:spChg>
        <pc:spChg chg="mod">
          <ac:chgData name="Li,Yuting (HP Medicine) BII-CN-S" userId="ce8fbb54-122c-426d-b8da-fdcc5e1b5022" providerId="ADAL" clId="{DED4DB2E-5D62-4B3D-997A-781D06F33634}" dt="2023-09-07T13:46:56.738" v="3368" actId="1076"/>
          <ac:spMkLst>
            <pc:docMk/>
            <pc:sldMk cId="727913723" sldId="2147474918"/>
            <ac:spMk id="16" creationId="{BE41044B-99A5-5F65-27B4-5C8411ADEF42}"/>
          </ac:spMkLst>
        </pc:spChg>
        <pc:spChg chg="mod">
          <ac:chgData name="Li,Yuting (HP Medicine) BII-CN-S" userId="ce8fbb54-122c-426d-b8da-fdcc5e1b5022" providerId="ADAL" clId="{DED4DB2E-5D62-4B3D-997A-781D06F33634}" dt="2023-09-07T13:42:32.489" v="3330" actId="20577"/>
          <ac:spMkLst>
            <pc:docMk/>
            <pc:sldMk cId="727913723" sldId="2147474918"/>
            <ac:spMk id="19" creationId="{DB7F03B6-C7DC-83EE-C3F3-F90404A1FE0E}"/>
          </ac:spMkLst>
        </pc:spChg>
        <pc:spChg chg="mod">
          <ac:chgData name="Li,Yuting (HP Medicine) BII-CN-S" userId="ce8fbb54-122c-426d-b8da-fdcc5e1b5022" providerId="ADAL" clId="{DED4DB2E-5D62-4B3D-997A-781D06F33634}" dt="2023-09-07T13:45:02.343" v="3358" actId="20577"/>
          <ac:spMkLst>
            <pc:docMk/>
            <pc:sldMk cId="727913723" sldId="2147474918"/>
            <ac:spMk id="20" creationId="{53B6D1AC-1890-8081-AF87-936887205113}"/>
          </ac:spMkLst>
        </pc:spChg>
        <pc:spChg chg="mod">
          <ac:chgData name="Li,Yuting (HP Medicine) BII-CN-S" userId="ce8fbb54-122c-426d-b8da-fdcc5e1b5022" providerId="ADAL" clId="{DED4DB2E-5D62-4B3D-997A-781D06F33634}" dt="2023-09-07T08:26:15.566" v="3127" actId="20578"/>
          <ac:spMkLst>
            <pc:docMk/>
            <pc:sldMk cId="727913723" sldId="2147474918"/>
            <ac:spMk id="21" creationId="{2E17A8FB-5150-AF9A-5C4A-C07BD3FBD25C}"/>
          </ac:spMkLst>
        </pc:spChg>
        <pc:spChg chg="mod">
          <ac:chgData name="Li,Yuting (HP Medicine) BII-CN-S" userId="ce8fbb54-122c-426d-b8da-fdcc5e1b5022" providerId="ADAL" clId="{DED4DB2E-5D62-4B3D-997A-781D06F33634}" dt="2023-09-07T08:26:15.566" v="3127" actId="20578"/>
          <ac:spMkLst>
            <pc:docMk/>
            <pc:sldMk cId="727913723" sldId="2147474918"/>
            <ac:spMk id="22" creationId="{07BAB198-CC64-7067-B1A3-AC53EA7ABF76}"/>
          </ac:spMkLst>
        </pc:spChg>
        <pc:spChg chg="mod">
          <ac:chgData name="Li,Yuting (HP Medicine) BII-CN-S" userId="ce8fbb54-122c-426d-b8da-fdcc5e1b5022" providerId="ADAL" clId="{DED4DB2E-5D62-4B3D-997A-781D06F33634}" dt="2023-09-07T13:42:41.773" v="3334" actId="404"/>
          <ac:spMkLst>
            <pc:docMk/>
            <pc:sldMk cId="727913723" sldId="2147474918"/>
            <ac:spMk id="24" creationId="{C5CE03A8-60BC-1877-137E-B9EF199AE2EA}"/>
          </ac:spMkLst>
        </pc:spChg>
        <pc:spChg chg="mod">
          <ac:chgData name="Li,Yuting (HP Medicine) BII-CN-S" userId="ce8fbb54-122c-426d-b8da-fdcc5e1b5022" providerId="ADAL" clId="{DED4DB2E-5D62-4B3D-997A-781D06F33634}" dt="2023-09-07T13:49:20.776" v="3387" actId="14100"/>
          <ac:spMkLst>
            <pc:docMk/>
            <pc:sldMk cId="727913723" sldId="2147474918"/>
            <ac:spMk id="25" creationId="{822594A8-9B1D-F6D5-3A68-D2DCED1D4C7E}"/>
          </ac:spMkLst>
        </pc:spChg>
        <pc:spChg chg="mod">
          <ac:chgData name="Li,Yuting (HP Medicine) BII-CN-S" userId="ce8fbb54-122c-426d-b8da-fdcc5e1b5022" providerId="ADAL" clId="{DED4DB2E-5D62-4B3D-997A-781D06F33634}" dt="2023-09-07T08:26:15.566" v="3127" actId="20578"/>
          <ac:spMkLst>
            <pc:docMk/>
            <pc:sldMk cId="727913723" sldId="2147474918"/>
            <ac:spMk id="26" creationId="{51B942AE-FABB-AF8A-1CAA-3A05557074F5}"/>
          </ac:spMkLst>
        </pc:spChg>
        <pc:spChg chg="mod">
          <ac:chgData name="Li,Yuting (HP Medicine) BII-CN-S" userId="ce8fbb54-122c-426d-b8da-fdcc5e1b5022" providerId="ADAL" clId="{DED4DB2E-5D62-4B3D-997A-781D06F33634}" dt="2023-09-07T08:26:15.566" v="3127" actId="20578"/>
          <ac:spMkLst>
            <pc:docMk/>
            <pc:sldMk cId="727913723" sldId="2147474918"/>
            <ac:spMk id="27" creationId="{4DAFEF2F-1F13-C183-1F0F-2869A93E671A}"/>
          </ac:spMkLst>
        </pc:spChg>
        <pc:spChg chg="mod">
          <ac:chgData name="Li,Yuting (HP Medicine) BII-CN-S" userId="ce8fbb54-122c-426d-b8da-fdcc5e1b5022" providerId="ADAL" clId="{DED4DB2E-5D62-4B3D-997A-781D06F33634}" dt="2023-09-07T08:35:32.415" v="3173" actId="12788"/>
          <ac:spMkLst>
            <pc:docMk/>
            <pc:sldMk cId="727913723" sldId="2147474918"/>
            <ac:spMk id="30" creationId="{5AB93EA2-654B-FEE5-B5B6-7C0DC7131F99}"/>
          </ac:spMkLst>
        </pc:spChg>
        <pc:spChg chg="mod">
          <ac:chgData name="Li,Yuting (HP Medicine) BII-CN-S" userId="ce8fbb54-122c-426d-b8da-fdcc5e1b5022" providerId="ADAL" clId="{DED4DB2E-5D62-4B3D-997A-781D06F33634}" dt="2023-09-07T13:44:43.833" v="3345" actId="20577"/>
          <ac:spMkLst>
            <pc:docMk/>
            <pc:sldMk cId="727913723" sldId="2147474918"/>
            <ac:spMk id="31" creationId="{48A0A539-AEDD-ED3C-197B-67AFFC1453B1}"/>
          </ac:spMkLst>
        </pc:spChg>
        <pc:spChg chg="mod">
          <ac:chgData name="Li,Yuting (HP Medicine) BII-CN-S" userId="ce8fbb54-122c-426d-b8da-fdcc5e1b5022" providerId="ADAL" clId="{DED4DB2E-5D62-4B3D-997A-781D06F33634}" dt="2023-09-07T08:26:15.566" v="3127" actId="20578"/>
          <ac:spMkLst>
            <pc:docMk/>
            <pc:sldMk cId="727913723" sldId="2147474918"/>
            <ac:spMk id="32" creationId="{62A3BEC2-9461-21DF-195A-ECBE9349790C}"/>
          </ac:spMkLst>
        </pc:spChg>
        <pc:spChg chg="mod">
          <ac:chgData name="Li,Yuting (HP Medicine) BII-CN-S" userId="ce8fbb54-122c-426d-b8da-fdcc5e1b5022" providerId="ADAL" clId="{DED4DB2E-5D62-4B3D-997A-781D06F33634}" dt="2023-09-07T08:26:15.566" v="3127" actId="20578"/>
          <ac:spMkLst>
            <pc:docMk/>
            <pc:sldMk cId="727913723" sldId="2147474918"/>
            <ac:spMk id="33" creationId="{D5835B8D-A404-4286-6D5D-FDD0A356DDCA}"/>
          </ac:spMkLst>
        </pc:spChg>
        <pc:spChg chg="mod">
          <ac:chgData name="Li,Yuting (HP Medicine) BII-CN-S" userId="ce8fbb54-122c-426d-b8da-fdcc5e1b5022" providerId="ADAL" clId="{DED4DB2E-5D62-4B3D-997A-781D06F33634}" dt="2023-09-07T08:35:42.771" v="3176" actId="1037"/>
          <ac:spMkLst>
            <pc:docMk/>
            <pc:sldMk cId="727913723" sldId="2147474918"/>
            <ac:spMk id="35" creationId="{CB468897-55F7-4E0B-3531-D3F244BC9331}"/>
          </ac:spMkLst>
        </pc:spChg>
        <pc:spChg chg="mod">
          <ac:chgData name="Li,Yuting (HP Medicine) BII-CN-S" userId="ce8fbb54-122c-426d-b8da-fdcc5e1b5022" providerId="ADAL" clId="{DED4DB2E-5D62-4B3D-997A-781D06F33634}" dt="2023-09-07T13:49:23.977" v="3388" actId="14100"/>
          <ac:spMkLst>
            <pc:docMk/>
            <pc:sldMk cId="727913723" sldId="2147474918"/>
            <ac:spMk id="36" creationId="{B2E3332F-C846-DC3A-B183-9997B388AF14}"/>
          </ac:spMkLst>
        </pc:spChg>
        <pc:spChg chg="mod">
          <ac:chgData name="Li,Yuting (HP Medicine) BII-CN-S" userId="ce8fbb54-122c-426d-b8da-fdcc5e1b5022" providerId="ADAL" clId="{DED4DB2E-5D62-4B3D-997A-781D06F33634}" dt="2023-09-07T08:26:15.566" v="3127" actId="20578"/>
          <ac:spMkLst>
            <pc:docMk/>
            <pc:sldMk cId="727913723" sldId="2147474918"/>
            <ac:spMk id="37" creationId="{556F9DA1-3D21-E459-F98B-CE9971ED2266}"/>
          </ac:spMkLst>
        </pc:spChg>
        <pc:spChg chg="mod">
          <ac:chgData name="Li,Yuting (HP Medicine) BII-CN-S" userId="ce8fbb54-122c-426d-b8da-fdcc5e1b5022" providerId="ADAL" clId="{DED4DB2E-5D62-4B3D-997A-781D06F33634}" dt="2023-09-07T08:26:15.566" v="3127" actId="20578"/>
          <ac:spMkLst>
            <pc:docMk/>
            <pc:sldMk cId="727913723" sldId="2147474918"/>
            <ac:spMk id="38" creationId="{341D8F7B-CDA0-ADE9-60A1-C17858BA094C}"/>
          </ac:spMkLst>
        </pc:spChg>
        <pc:spChg chg="add mod">
          <ac:chgData name="Li,Yuting (HP Medicine) BII-CN-S" userId="ce8fbb54-122c-426d-b8da-fdcc5e1b5022" providerId="ADAL" clId="{DED4DB2E-5D62-4B3D-997A-781D06F33634}" dt="2023-09-07T13:49:17.818" v="3386" actId="14100"/>
          <ac:spMkLst>
            <pc:docMk/>
            <pc:sldMk cId="727913723" sldId="2147474918"/>
            <ac:spMk id="40" creationId="{690DE71F-6030-5C78-EC80-2098BF8E2859}"/>
          </ac:spMkLst>
        </pc:spChg>
        <pc:grpChg chg="add mod">
          <ac:chgData name="Li,Yuting (HP Medicine) BII-CN-S" userId="ce8fbb54-122c-426d-b8da-fdcc5e1b5022" providerId="ADAL" clId="{DED4DB2E-5D62-4B3D-997A-781D06F33634}" dt="2023-09-07T08:26:15.566" v="3127" actId="20578"/>
          <ac:grpSpMkLst>
            <pc:docMk/>
            <pc:sldMk cId="727913723" sldId="2147474918"/>
            <ac:grpSpMk id="5" creationId="{B8E86C58-A7E3-4A1C-03AE-070EAD0BAFCE}"/>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7" creationId="{7947942C-2779-F356-FF78-D500D49F89DA}"/>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8" creationId="{C1186953-342D-7F41-19FD-71560E0EC1F1}"/>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9" creationId="{65A537DD-DA3B-1D56-C48E-669886E8BCF7}"/>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10" creationId="{A30FC155-28AD-18A5-FCC9-2F6D63E15107}"/>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11" creationId="{9E9A8D63-3195-A519-52F3-9C65DE21BC54}"/>
          </ac:grpSpMkLst>
        </pc:grpChg>
        <pc:grpChg chg="add del mod">
          <ac:chgData name="Li,Yuting (HP Medicine) BII-CN-S" userId="ce8fbb54-122c-426d-b8da-fdcc5e1b5022" providerId="ADAL" clId="{DED4DB2E-5D62-4B3D-997A-781D06F33634}" dt="2023-09-07T08:26:15.566" v="3127" actId="20578"/>
          <ac:grpSpMkLst>
            <pc:docMk/>
            <pc:sldMk cId="727913723" sldId="2147474918"/>
            <ac:grpSpMk id="12" creationId="{66ABF4F6-716A-226B-BA92-4DB0B684F3CE}"/>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17" creationId="{EAF65133-BC43-A2F2-8F44-461903BA99D2}"/>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18" creationId="{73B755FF-5DEB-7277-DFF8-98B071C1C113}"/>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23" creationId="{D8EA6538-4A37-B4E6-0E37-23AEE5121E0A}"/>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28" creationId="{4210CA20-EA10-96DA-A206-D1EA8F929B9D}"/>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29" creationId="{6C27A7F6-A57E-B175-E6E6-9B30DED62EFB}"/>
          </ac:grpSpMkLst>
        </pc:grpChg>
        <pc:grpChg chg="mod">
          <ac:chgData name="Li,Yuting (HP Medicine) BII-CN-S" userId="ce8fbb54-122c-426d-b8da-fdcc5e1b5022" providerId="ADAL" clId="{DED4DB2E-5D62-4B3D-997A-781D06F33634}" dt="2023-09-07T08:26:15.566" v="3127" actId="20578"/>
          <ac:grpSpMkLst>
            <pc:docMk/>
            <pc:sldMk cId="727913723" sldId="2147474918"/>
            <ac:grpSpMk id="34" creationId="{AF6EAD64-CE9C-E08C-585F-4FFFA1FC82DA}"/>
          </ac:grpSpMkLst>
        </pc:grpChg>
        <pc:cxnChg chg="mod">
          <ac:chgData name="Li,Yuting (HP Medicine) BII-CN-S" userId="ce8fbb54-122c-426d-b8da-fdcc5e1b5022" providerId="ADAL" clId="{DED4DB2E-5D62-4B3D-997A-781D06F33634}" dt="2023-09-07T08:26:15.566" v="3127" actId="20578"/>
          <ac:cxnSpMkLst>
            <pc:docMk/>
            <pc:sldMk cId="727913723" sldId="2147474918"/>
            <ac:cxnSpMk id="6" creationId="{73E3DF91-355C-1094-3E9E-F8E39667C2AE}"/>
          </ac:cxnSpMkLst>
        </pc:cxnChg>
      </pc:sldChg>
      <pc:sldChg chg="modSp modNotesTx">
        <pc:chgData name="Li,Yuting (HP Medicine) BII-CN-S" userId="ce8fbb54-122c-426d-b8da-fdcc5e1b5022" providerId="ADAL" clId="{DED4DB2E-5D62-4B3D-997A-781D06F33634}" dt="2023-09-14T02:32:51.354" v="5094" actId="16803"/>
        <pc:sldMkLst>
          <pc:docMk/>
          <pc:sldMk cId="2048577046" sldId="2147474919"/>
        </pc:sldMkLst>
        <pc:graphicFrameChg chg="mod">
          <ac:chgData name="Li,Yuting (HP Medicine) BII-CN-S" userId="ce8fbb54-122c-426d-b8da-fdcc5e1b5022" providerId="ADAL" clId="{DED4DB2E-5D62-4B3D-997A-781D06F33634}" dt="2023-09-14T02:32:51.354" v="5094" actId="16803"/>
          <ac:graphicFrameMkLst>
            <pc:docMk/>
            <pc:sldMk cId="2048577046" sldId="2147474919"/>
            <ac:graphicFrameMk id="10" creationId="{BE31144E-466B-819D-D16A-2CAAB8C67128}"/>
          </ac:graphicFrameMkLst>
        </pc:graphicFrameChg>
      </pc:sldChg>
      <pc:sldChg chg="addSp delSp modSp mod modNotesTx">
        <pc:chgData name="Li,Yuting (HP Medicine) BII-CN-S" userId="ce8fbb54-122c-426d-b8da-fdcc5e1b5022" providerId="ADAL" clId="{DED4DB2E-5D62-4B3D-997A-781D06F33634}" dt="2023-09-14T02:15:31.460" v="5082" actId="1035"/>
        <pc:sldMkLst>
          <pc:docMk/>
          <pc:sldMk cId="954744658" sldId="2147474920"/>
        </pc:sldMkLst>
        <pc:spChg chg="mod">
          <ac:chgData name="Li,Yuting (HP Medicine) BII-CN-S" userId="ce8fbb54-122c-426d-b8da-fdcc5e1b5022" providerId="ADAL" clId="{DED4DB2E-5D62-4B3D-997A-781D06F33634}" dt="2023-09-13T08:15:03.220" v="4619" actId="20577"/>
          <ac:spMkLst>
            <pc:docMk/>
            <pc:sldMk cId="954744658" sldId="2147474920"/>
            <ac:spMk id="2" creationId="{FC50A29E-A427-D85E-EBB5-541E0615D79D}"/>
          </ac:spMkLst>
        </pc:spChg>
        <pc:spChg chg="mod topLvl">
          <ac:chgData name="Li,Yuting (HP Medicine) BII-CN-S" userId="ce8fbb54-122c-426d-b8da-fdcc5e1b5022" providerId="ADAL" clId="{DED4DB2E-5D62-4B3D-997A-781D06F33634}" dt="2023-09-14T02:12:55.766" v="4995" actId="12789"/>
          <ac:spMkLst>
            <pc:docMk/>
            <pc:sldMk cId="954744658" sldId="2147474920"/>
            <ac:spMk id="5" creationId="{A6428498-B50E-B122-DB0A-DEAABF878C3D}"/>
          </ac:spMkLst>
        </pc:spChg>
        <pc:spChg chg="mod topLvl">
          <ac:chgData name="Li,Yuting (HP Medicine) BII-CN-S" userId="ce8fbb54-122c-426d-b8da-fdcc5e1b5022" providerId="ADAL" clId="{DED4DB2E-5D62-4B3D-997A-781D06F33634}" dt="2023-09-14T02:14:12.037" v="5070" actId="1037"/>
          <ac:spMkLst>
            <pc:docMk/>
            <pc:sldMk cId="954744658" sldId="2147474920"/>
            <ac:spMk id="7" creationId="{4D0A6563-9F48-CC17-78EA-F09DA89E3F81}"/>
          </ac:spMkLst>
        </pc:spChg>
        <pc:spChg chg="mod topLvl">
          <ac:chgData name="Li,Yuting (HP Medicine) BII-CN-S" userId="ce8fbb54-122c-426d-b8da-fdcc5e1b5022" providerId="ADAL" clId="{DED4DB2E-5D62-4B3D-997A-781D06F33634}" dt="2023-09-14T02:15:02.952" v="5073" actId="12789"/>
          <ac:spMkLst>
            <pc:docMk/>
            <pc:sldMk cId="954744658" sldId="2147474920"/>
            <ac:spMk id="8" creationId="{D0EBD633-258A-0416-4767-C984C92B9137}"/>
          </ac:spMkLst>
        </pc:spChg>
        <pc:spChg chg="mod ord topLvl">
          <ac:chgData name="Li,Yuting (HP Medicine) BII-CN-S" userId="ce8fbb54-122c-426d-b8da-fdcc5e1b5022" providerId="ADAL" clId="{DED4DB2E-5D62-4B3D-997A-781D06F33634}" dt="2023-09-14T02:15:31.460" v="5082" actId="1035"/>
          <ac:spMkLst>
            <pc:docMk/>
            <pc:sldMk cId="954744658" sldId="2147474920"/>
            <ac:spMk id="9" creationId="{87ADF1A0-FC16-83C6-3F5D-AB6F8D05E44F}"/>
          </ac:spMkLst>
        </pc:spChg>
        <pc:spChg chg="mod topLvl">
          <ac:chgData name="Li,Yuting (HP Medicine) BII-CN-S" userId="ce8fbb54-122c-426d-b8da-fdcc5e1b5022" providerId="ADAL" clId="{DED4DB2E-5D62-4B3D-997A-781D06F33634}" dt="2023-09-14T02:12:46.842" v="4993" actId="165"/>
          <ac:spMkLst>
            <pc:docMk/>
            <pc:sldMk cId="954744658" sldId="2147474920"/>
            <ac:spMk id="10" creationId="{8A846B12-24AA-055D-13DB-3366D48CC673}"/>
          </ac:spMkLst>
        </pc:spChg>
        <pc:spChg chg="mod topLvl">
          <ac:chgData name="Li,Yuting (HP Medicine) BII-CN-S" userId="ce8fbb54-122c-426d-b8da-fdcc5e1b5022" providerId="ADAL" clId="{DED4DB2E-5D62-4B3D-997A-781D06F33634}" dt="2023-09-14T02:15:08.874" v="5076" actId="1035"/>
          <ac:spMkLst>
            <pc:docMk/>
            <pc:sldMk cId="954744658" sldId="2147474920"/>
            <ac:spMk id="11" creationId="{F18A8C22-1151-611D-67F9-BAC906FC9BE7}"/>
          </ac:spMkLst>
        </pc:spChg>
        <pc:spChg chg="mod topLvl">
          <ac:chgData name="Li,Yuting (HP Medicine) BII-CN-S" userId="ce8fbb54-122c-426d-b8da-fdcc5e1b5022" providerId="ADAL" clId="{DED4DB2E-5D62-4B3D-997A-781D06F33634}" dt="2023-09-14T02:12:46.842" v="4993" actId="165"/>
          <ac:spMkLst>
            <pc:docMk/>
            <pc:sldMk cId="954744658" sldId="2147474920"/>
            <ac:spMk id="12" creationId="{36D81734-E278-9CE7-D776-FED0E48816D5}"/>
          </ac:spMkLst>
        </pc:spChg>
        <pc:spChg chg="mod topLvl">
          <ac:chgData name="Li,Yuting (HP Medicine) BII-CN-S" userId="ce8fbb54-122c-426d-b8da-fdcc5e1b5022" providerId="ADAL" clId="{DED4DB2E-5D62-4B3D-997A-781D06F33634}" dt="2023-09-14T02:15:23.417" v="5078" actId="1035"/>
          <ac:spMkLst>
            <pc:docMk/>
            <pc:sldMk cId="954744658" sldId="2147474920"/>
            <ac:spMk id="13" creationId="{A3E22FDF-B75E-FA67-5642-CE4688421080}"/>
          </ac:spMkLst>
        </pc:spChg>
        <pc:spChg chg="mod topLvl">
          <ac:chgData name="Li,Yuting (HP Medicine) BII-CN-S" userId="ce8fbb54-122c-426d-b8da-fdcc5e1b5022" providerId="ADAL" clId="{DED4DB2E-5D62-4B3D-997A-781D06F33634}" dt="2023-09-14T02:12:46.842" v="4993" actId="165"/>
          <ac:spMkLst>
            <pc:docMk/>
            <pc:sldMk cId="954744658" sldId="2147474920"/>
            <ac:spMk id="14" creationId="{C29252CE-9161-2EC9-1B57-E539304DD137}"/>
          </ac:spMkLst>
        </pc:spChg>
        <pc:spChg chg="mod topLvl">
          <ac:chgData name="Li,Yuting (HP Medicine) BII-CN-S" userId="ce8fbb54-122c-426d-b8da-fdcc5e1b5022" providerId="ADAL" clId="{DED4DB2E-5D62-4B3D-997A-781D06F33634}" dt="2023-09-14T02:14:12.037" v="5070" actId="1037"/>
          <ac:spMkLst>
            <pc:docMk/>
            <pc:sldMk cId="954744658" sldId="2147474920"/>
            <ac:spMk id="15" creationId="{EB7D9998-4D65-B1D1-E96A-C2B4C1B05F79}"/>
          </ac:spMkLst>
        </pc:spChg>
        <pc:grpChg chg="add del mod">
          <ac:chgData name="Li,Yuting (HP Medicine) BII-CN-S" userId="ce8fbb54-122c-426d-b8da-fdcc5e1b5022" providerId="ADAL" clId="{DED4DB2E-5D62-4B3D-997A-781D06F33634}" dt="2023-09-14T02:12:46.842" v="4993" actId="165"/>
          <ac:grpSpMkLst>
            <pc:docMk/>
            <pc:sldMk cId="954744658" sldId="2147474920"/>
            <ac:grpSpMk id="4" creationId="{18B1BD3A-DE0E-A0FE-907E-4A9E8ADB64B5}"/>
          </ac:grpSpMkLst>
        </pc:grpChg>
        <pc:graphicFrameChg chg="del mod">
          <ac:chgData name="Li,Yuting (HP Medicine) BII-CN-S" userId="ce8fbb54-122c-426d-b8da-fdcc5e1b5022" providerId="ADAL" clId="{DED4DB2E-5D62-4B3D-997A-781D06F33634}" dt="2023-09-14T02:12:09.772" v="4988" actId="18245"/>
          <ac:graphicFrameMkLst>
            <pc:docMk/>
            <pc:sldMk cId="954744658" sldId="2147474920"/>
            <ac:graphicFrameMk id="6" creationId="{53F27517-ABFD-C2FF-04CB-C8C934136BF4}"/>
          </ac:graphicFrameMkLst>
        </pc:graphicFrameChg>
      </pc:sldChg>
    </pc:docChg>
  </pc:docChgLst>
  <pc:docChgLst>
    <pc:chgData name="Chen,Dr.,Ying (HP Medicine) BII-CN-S" userId="7c019f49-0ee9-4787-9ac5-a11d3b82d6d2" providerId="ADAL" clId="{7435AA36-9D7F-4A9D-A28D-E240E3AD6CCF}"/>
    <pc:docChg chg="custSel modSld">
      <pc:chgData name="Chen,Dr.,Ying (HP Medicine) BII-CN-S" userId="7c019f49-0ee9-4787-9ac5-a11d3b82d6d2" providerId="ADAL" clId="{7435AA36-9D7F-4A9D-A28D-E240E3AD6CCF}" dt="2023-03-13T04:02:39.019" v="111"/>
      <pc:docMkLst>
        <pc:docMk/>
      </pc:docMkLst>
      <pc:sldChg chg="modSp mod addCm modCm">
        <pc:chgData name="Chen,Dr.,Ying (HP Medicine) BII-CN-S" userId="7c019f49-0ee9-4787-9ac5-a11d3b82d6d2" providerId="ADAL" clId="{7435AA36-9D7F-4A9D-A28D-E240E3AD6CCF}" dt="2023-03-13T04:01:23.005" v="108"/>
        <pc:sldMkLst>
          <pc:docMk/>
          <pc:sldMk cId="91123792" sldId="2147471190"/>
        </pc:sldMkLst>
        <pc:spChg chg="mod">
          <ac:chgData name="Chen,Dr.,Ying (HP Medicine) BII-CN-S" userId="7c019f49-0ee9-4787-9ac5-a11d3b82d6d2" providerId="ADAL" clId="{7435AA36-9D7F-4A9D-A28D-E240E3AD6CCF}" dt="2023-03-13T04:00:36.568" v="106" actId="13926"/>
          <ac:spMkLst>
            <pc:docMk/>
            <pc:sldMk cId="91123792" sldId="2147471190"/>
            <ac:spMk id="111" creationId="{40929094-C8CC-4BCB-B988-FAC9EF24EDE7}"/>
          </ac:spMkLst>
        </pc:spChg>
      </pc:sldChg>
      <pc:sldChg chg="modSp mod addCm modCm">
        <pc:chgData name="Chen,Dr.,Ying (HP Medicine) BII-CN-S" userId="7c019f49-0ee9-4787-9ac5-a11d3b82d6d2" providerId="ADAL" clId="{7435AA36-9D7F-4A9D-A28D-E240E3AD6CCF}" dt="2023-03-13T04:02:39.019" v="111"/>
        <pc:sldMkLst>
          <pc:docMk/>
          <pc:sldMk cId="1447552805" sldId="2147471198"/>
        </pc:sldMkLst>
        <pc:spChg chg="mod">
          <ac:chgData name="Chen,Dr.,Ying (HP Medicine) BII-CN-S" userId="7c019f49-0ee9-4787-9ac5-a11d3b82d6d2" providerId="ADAL" clId="{7435AA36-9D7F-4A9D-A28D-E240E3AD6CCF}" dt="2023-03-13T03:53:45.788" v="102" actId="20577"/>
          <ac:spMkLst>
            <pc:docMk/>
            <pc:sldMk cId="1447552805" sldId="2147471198"/>
            <ac:spMk id="174" creationId="{2BA6910E-8AE7-4780-BB71-66A8BA1EDD14}"/>
          </ac:spMkLst>
        </pc:spChg>
        <pc:spChg chg="mod">
          <ac:chgData name="Chen,Dr.,Ying (HP Medicine) BII-CN-S" userId="7c019f49-0ee9-4787-9ac5-a11d3b82d6d2" providerId="ADAL" clId="{7435AA36-9D7F-4A9D-A28D-E240E3AD6CCF}" dt="2023-03-13T01:20:30.330" v="99" actId="14100"/>
          <ac:spMkLst>
            <pc:docMk/>
            <pc:sldMk cId="1447552805" sldId="2147471198"/>
            <ac:spMk id="178" creationId="{C8A141E8-3A7E-477A-B6F1-59F3BCA948DD}"/>
          </ac:spMkLst>
        </pc:spChg>
        <pc:spChg chg="mod">
          <ac:chgData name="Chen,Dr.,Ying (HP Medicine) BII-CN-S" userId="7c019f49-0ee9-4787-9ac5-a11d3b82d6d2" providerId="ADAL" clId="{7435AA36-9D7F-4A9D-A28D-E240E3AD6CCF}" dt="2023-03-13T03:54:56.166" v="105" actId="20577"/>
          <ac:spMkLst>
            <pc:docMk/>
            <pc:sldMk cId="1447552805" sldId="2147471198"/>
            <ac:spMk id="268" creationId="{F5D6717D-7E79-4C3A-91D9-713A101EAAED}"/>
          </ac:spMkLst>
        </pc:spChg>
      </pc:sldChg>
      <pc:sldChg chg="modSp mod">
        <pc:chgData name="Chen,Dr.,Ying (HP Medicine) BII-CN-S" userId="7c019f49-0ee9-4787-9ac5-a11d3b82d6d2" providerId="ADAL" clId="{7435AA36-9D7F-4A9D-A28D-E240E3AD6CCF}" dt="2023-03-13T04:01:40.165" v="109" actId="20577"/>
        <pc:sldMkLst>
          <pc:docMk/>
          <pc:sldMk cId="2546863454" sldId="2147471200"/>
        </pc:sldMkLst>
        <pc:spChg chg="mod">
          <ac:chgData name="Chen,Dr.,Ying (HP Medicine) BII-CN-S" userId="7c019f49-0ee9-4787-9ac5-a11d3b82d6d2" providerId="ADAL" clId="{7435AA36-9D7F-4A9D-A28D-E240E3AD6CCF}" dt="2023-03-13T04:01:40.165" v="109" actId="20577"/>
          <ac:spMkLst>
            <pc:docMk/>
            <pc:sldMk cId="2546863454" sldId="2147471200"/>
            <ac:spMk id="2" creationId="{899E9FD5-14F4-46B5-85BD-4B2D5616E6A9}"/>
          </ac:spMkLst>
        </pc:spChg>
      </pc:sldChg>
    </pc:docChg>
  </pc:docChgLst>
  <pc:docChgLst>
    <pc:chgData clId="Web-{BB8EF651-62B9-4B75-AE1B-FF1C9FDB1187}"/>
    <pc:docChg chg="">
      <pc:chgData name="" userId="" providerId="" clId="Web-{BB8EF651-62B9-4B75-AE1B-FF1C9FDB1187}" dt="2023-04-06T05:26:31.807" v="0"/>
      <pc:docMkLst>
        <pc:docMk/>
      </pc:docMkLst>
      <pc:sldChg chg="modCm">
        <pc:chgData name="" userId="" providerId="" clId="Web-{BB8EF651-62B9-4B75-AE1B-FF1C9FDB1187}" dt="2023-04-06T05:26:31.807" v="0"/>
        <pc:sldMkLst>
          <pc:docMk/>
          <pc:sldMk cId="2668428287" sldId="2147471233"/>
        </pc:sldMkLst>
      </pc:sldChg>
    </pc:docChg>
  </pc:docChgLst>
  <pc:docChgLst>
    <pc:chgData name="Zhao,Qian (MED CD&amp;O) BII-CN-S" userId="S::qian_3.zhao@boehringer-ingelheim.com::e5f2fa0e-800e-4e03-b8e2-beea36a7bf3b" providerId="AD" clId="Web-{A5759C56-6ACD-F908-B463-E41DE269A133}"/>
    <pc:docChg chg="">
      <pc:chgData name="Zhao,Qian (MED CD&amp;O) BII-CN-S" userId="S::qian_3.zhao@boehringer-ingelheim.com::e5f2fa0e-800e-4e03-b8e2-beea36a7bf3b" providerId="AD" clId="Web-{A5759C56-6ACD-F908-B463-E41DE269A133}" dt="2023-10-11T06:28:14.588" v="0"/>
      <pc:docMkLst>
        <pc:docMk/>
      </pc:docMkLst>
      <pc:sldChg chg="addCm">
        <pc:chgData name="Zhao,Qian (MED CD&amp;O) BII-CN-S" userId="S::qian_3.zhao@boehringer-ingelheim.com::e5f2fa0e-800e-4e03-b8e2-beea36a7bf3b" providerId="AD" clId="Web-{A5759C56-6ACD-F908-B463-E41DE269A133}" dt="2023-10-11T06:28:14.588" v="0"/>
        <pc:sldMkLst>
          <pc:docMk/>
          <pc:sldMk cId="4107447454" sldId="2147474946"/>
        </pc:sldMkLst>
      </pc:sldChg>
    </pc:docChg>
  </pc:docChgLst>
  <pc:docChgLst>
    <pc:chgData name="Wang,Shirley (HP Med RA) BII-CN-B" userId="48b801ce-80b8-42d3-931b-2dcaf726016f" providerId="ADAL" clId="{13B9701D-A520-4997-93EA-D07454953FD6}"/>
    <pc:docChg chg="custSel modSld">
      <pc:chgData name="Wang,Shirley (HP Med RA) BII-CN-B" userId="48b801ce-80b8-42d3-931b-2dcaf726016f" providerId="ADAL" clId="{13B9701D-A520-4997-93EA-D07454953FD6}" dt="2024-03-19T05:30:57.873" v="297" actId="478"/>
      <pc:docMkLst>
        <pc:docMk/>
      </pc:docMkLst>
      <pc:sldChg chg="addSp delSp modSp mod addCm">
        <pc:chgData name="Wang,Shirley (HP Med RA) BII-CN-B" userId="48b801ce-80b8-42d3-931b-2dcaf726016f" providerId="ADAL" clId="{13B9701D-A520-4997-93EA-D07454953FD6}" dt="2024-03-19T05:30:57.873" v="297" actId="478"/>
        <pc:sldMkLst>
          <pc:docMk/>
          <pc:sldMk cId="1519687716" sldId="2147481384"/>
        </pc:sldMkLst>
        <pc:spChg chg="mod">
          <ac:chgData name="Wang,Shirley (HP Med RA) BII-CN-B" userId="48b801ce-80b8-42d3-931b-2dcaf726016f" providerId="ADAL" clId="{13B9701D-A520-4997-93EA-D07454953FD6}" dt="2024-03-19T05:21:03.105" v="181" actId="207"/>
          <ac:spMkLst>
            <pc:docMk/>
            <pc:sldMk cId="1519687716" sldId="2147481384"/>
            <ac:spMk id="3" creationId="{45E7D4C0-1D41-FD3A-53A1-527CC5474E52}"/>
          </ac:spMkLst>
        </pc:spChg>
        <pc:spChg chg="add del mod">
          <ac:chgData name="Wang,Shirley (HP Med RA) BII-CN-B" userId="48b801ce-80b8-42d3-931b-2dcaf726016f" providerId="ADAL" clId="{13B9701D-A520-4997-93EA-D07454953FD6}" dt="2024-03-19T05:30:57.873" v="297" actId="478"/>
          <ac:spMkLst>
            <pc:docMk/>
            <pc:sldMk cId="1519687716" sldId="2147481384"/>
            <ac:spMk id="4" creationId="{A23DCF81-304D-3357-5AAB-F3FFAA8DAA88}"/>
          </ac:spMkLst>
        </pc:spChg>
        <pc:spChg chg="add del">
          <ac:chgData name="Wang,Shirley (HP Med RA) BII-CN-B" userId="48b801ce-80b8-42d3-931b-2dcaf726016f" providerId="ADAL" clId="{13B9701D-A520-4997-93EA-D07454953FD6}" dt="2024-03-19T05:24:18.834" v="283" actId="478"/>
          <ac:spMkLst>
            <pc:docMk/>
            <pc:sldMk cId="1519687716" sldId="2147481384"/>
            <ac:spMk id="7" creationId="{201FCB02-EEFB-EC0B-25C8-924173E3574A}"/>
          </ac:spMkLst>
        </pc:spChg>
      </pc:sldChg>
      <pc:sldChg chg="modSp mod">
        <pc:chgData name="Wang,Shirley (HP Med RA) BII-CN-B" userId="48b801ce-80b8-42d3-931b-2dcaf726016f" providerId="ADAL" clId="{13B9701D-A520-4997-93EA-D07454953FD6}" dt="2024-03-19T05:18:29.423" v="26" actId="20577"/>
        <pc:sldMkLst>
          <pc:docMk/>
          <pc:sldMk cId="3459206976" sldId="2147482675"/>
        </pc:sldMkLst>
        <pc:spChg chg="mod">
          <ac:chgData name="Wang,Shirley (HP Med RA) BII-CN-B" userId="48b801ce-80b8-42d3-931b-2dcaf726016f" providerId="ADAL" clId="{13B9701D-A520-4997-93EA-D07454953FD6}" dt="2024-03-19T05:18:29.423" v="26" actId="20577"/>
          <ac:spMkLst>
            <pc:docMk/>
            <pc:sldMk cId="3459206976" sldId="2147482675"/>
            <ac:spMk id="30" creationId="{AE1A5680-D133-2FB3-FC32-EF85FAA610D3}"/>
          </ac:spMkLst>
        </pc:spChg>
      </pc:sldChg>
      <pc:sldChg chg="modSp mod">
        <pc:chgData name="Wang,Shirley (HP Med RA) BII-CN-B" userId="48b801ce-80b8-42d3-931b-2dcaf726016f" providerId="ADAL" clId="{13B9701D-A520-4997-93EA-D07454953FD6}" dt="2024-03-19T05:18:55.953" v="36" actId="113"/>
        <pc:sldMkLst>
          <pc:docMk/>
          <pc:sldMk cId="3623571889" sldId="2147482835"/>
        </pc:sldMkLst>
        <pc:spChg chg="mod">
          <ac:chgData name="Wang,Shirley (HP Med RA) BII-CN-B" userId="48b801ce-80b8-42d3-931b-2dcaf726016f" providerId="ADAL" clId="{13B9701D-A520-4997-93EA-D07454953FD6}" dt="2024-03-19T05:18:55.953" v="36" actId="113"/>
          <ac:spMkLst>
            <pc:docMk/>
            <pc:sldMk cId="3623571889" sldId="2147482835"/>
            <ac:spMk id="13" creationId="{796D35E9-27D5-3DA3-2FD2-AA401809FFF3}"/>
          </ac:spMkLst>
        </pc:spChg>
      </pc:sldChg>
    </pc:docChg>
  </pc:docChgLst>
  <pc:docChgLst>
    <pc:chgData name="Zhang,Ying (MED CD&amp;O) BII-CN-S" userId="456eb1e0-4978-443e-822e-be854341a778" providerId="ADAL" clId="{6CA3FABF-88C0-44A3-A122-E4D1F5F29B66}"/>
    <pc:docChg chg="undo custSel delSld modSld sldOrd">
      <pc:chgData name="Zhang,Ying (MED CD&amp;O) BII-CN-S" userId="456eb1e0-4978-443e-822e-be854341a778" providerId="ADAL" clId="{6CA3FABF-88C0-44A3-A122-E4D1F5F29B66}" dt="2023-07-10T06:11:51.276" v="170" actId="14100"/>
      <pc:docMkLst>
        <pc:docMk/>
      </pc:docMkLst>
      <pc:sldChg chg="modSp mod ord">
        <pc:chgData name="Zhang,Ying (MED CD&amp;O) BII-CN-S" userId="456eb1e0-4978-443e-822e-be854341a778" providerId="ADAL" clId="{6CA3FABF-88C0-44A3-A122-E4D1F5F29B66}" dt="2023-07-10T06:11:51.276" v="170" actId="14100"/>
        <pc:sldMkLst>
          <pc:docMk/>
          <pc:sldMk cId="3275380510" sldId="2147474026"/>
        </pc:sldMkLst>
        <pc:spChg chg="mod">
          <ac:chgData name="Zhang,Ying (MED CD&amp;O) BII-CN-S" userId="456eb1e0-4978-443e-822e-be854341a778" providerId="ADAL" clId="{6CA3FABF-88C0-44A3-A122-E4D1F5F29B66}" dt="2023-07-10T06:11:51.276" v="170" actId="14100"/>
          <ac:spMkLst>
            <pc:docMk/>
            <pc:sldMk cId="3275380510" sldId="2147474026"/>
            <ac:spMk id="11" creationId="{6D9E3815-FD13-463D-95BE-F776DC416B70}"/>
          </ac:spMkLst>
        </pc:spChg>
        <pc:graphicFrameChg chg="mod modGraphic">
          <ac:chgData name="Zhang,Ying (MED CD&amp;O) BII-CN-S" userId="456eb1e0-4978-443e-822e-be854341a778" providerId="ADAL" clId="{6CA3FABF-88C0-44A3-A122-E4D1F5F29B66}" dt="2023-07-07T10:14:35.597" v="42" actId="1076"/>
          <ac:graphicFrameMkLst>
            <pc:docMk/>
            <pc:sldMk cId="3275380510" sldId="2147474026"/>
            <ac:graphicFrameMk id="10" creationId="{E40AA420-8AA8-47DC-81DD-D65CDDA6BD5A}"/>
          </ac:graphicFrameMkLst>
        </pc:graphicFrameChg>
      </pc:sldChg>
      <pc:sldChg chg="modSp mod">
        <pc:chgData name="Zhang,Ying (MED CD&amp;O) BII-CN-S" userId="456eb1e0-4978-443e-822e-be854341a778" providerId="ADAL" clId="{6CA3FABF-88C0-44A3-A122-E4D1F5F29B66}" dt="2023-07-10T06:08:25.734" v="164" actId="20577"/>
        <pc:sldMkLst>
          <pc:docMk/>
          <pc:sldMk cId="1348927170" sldId="2147474084"/>
        </pc:sldMkLst>
        <pc:spChg chg="mod">
          <ac:chgData name="Zhang,Ying (MED CD&amp;O) BII-CN-S" userId="456eb1e0-4978-443e-822e-be854341a778" providerId="ADAL" clId="{6CA3FABF-88C0-44A3-A122-E4D1F5F29B66}" dt="2023-07-10T06:08:25.734" v="164" actId="20577"/>
          <ac:spMkLst>
            <pc:docMk/>
            <pc:sldMk cId="1348927170" sldId="2147474084"/>
            <ac:spMk id="15" creationId="{4F538F6E-73BA-4846-A30A-B92A98AC7F0F}"/>
          </ac:spMkLst>
        </pc:spChg>
      </pc:sldChg>
      <pc:sldChg chg="modSp mod addCm modCm">
        <pc:chgData name="Zhang,Ying (MED CD&amp;O) BII-CN-S" userId="456eb1e0-4978-443e-822e-be854341a778" providerId="ADAL" clId="{6CA3FABF-88C0-44A3-A122-E4D1F5F29B66}" dt="2023-07-10T03:17:24.270" v="140" actId="20577"/>
        <pc:sldMkLst>
          <pc:docMk/>
          <pc:sldMk cId="2930706568" sldId="2147474091"/>
        </pc:sldMkLst>
        <pc:spChg chg="mod">
          <ac:chgData name="Zhang,Ying (MED CD&amp;O) BII-CN-S" userId="456eb1e0-4978-443e-822e-be854341a778" providerId="ADAL" clId="{6CA3FABF-88C0-44A3-A122-E4D1F5F29B66}" dt="2023-07-10T03:17:24.270" v="140" actId="20577"/>
          <ac:spMkLst>
            <pc:docMk/>
            <pc:sldMk cId="2930706568" sldId="2147474091"/>
            <ac:spMk id="4" creationId="{67987084-2974-2FE7-85E5-7ED6A1435C73}"/>
          </ac:spMkLst>
        </pc:spChg>
        <pc:graphicFrameChg chg="modGraphic">
          <ac:chgData name="Zhang,Ying (MED CD&amp;O) BII-CN-S" userId="456eb1e0-4978-443e-822e-be854341a778" providerId="ADAL" clId="{6CA3FABF-88C0-44A3-A122-E4D1F5F29B66}" dt="2023-07-07T08:48:37.817" v="11" actId="255"/>
          <ac:graphicFrameMkLst>
            <pc:docMk/>
            <pc:sldMk cId="2930706568" sldId="2147474091"/>
            <ac:graphicFrameMk id="6" creationId="{21549B65-AC99-5F46-AFB8-FC69BE85FEC2}"/>
          </ac:graphicFrameMkLst>
        </pc:graphicFrameChg>
      </pc:sldChg>
      <pc:sldChg chg="modSp mod">
        <pc:chgData name="Zhang,Ying (MED CD&amp;O) BII-CN-S" userId="456eb1e0-4978-443e-822e-be854341a778" providerId="ADAL" clId="{6CA3FABF-88C0-44A3-A122-E4D1F5F29B66}" dt="2023-07-10T03:17:11.368" v="138" actId="20577"/>
        <pc:sldMkLst>
          <pc:docMk/>
          <pc:sldMk cId="713550364" sldId="2147474092"/>
        </pc:sldMkLst>
        <pc:spChg chg="mod">
          <ac:chgData name="Zhang,Ying (MED CD&amp;O) BII-CN-S" userId="456eb1e0-4978-443e-822e-be854341a778" providerId="ADAL" clId="{6CA3FABF-88C0-44A3-A122-E4D1F5F29B66}" dt="2023-07-10T03:17:11.368" v="138" actId="20577"/>
          <ac:spMkLst>
            <pc:docMk/>
            <pc:sldMk cId="713550364" sldId="2147474092"/>
            <ac:spMk id="4" creationId="{ED58DD48-12E0-D600-DE23-4B7A00D63106}"/>
          </ac:spMkLst>
        </pc:spChg>
        <pc:graphicFrameChg chg="modGraphic">
          <ac:chgData name="Zhang,Ying (MED CD&amp;O) BII-CN-S" userId="456eb1e0-4978-443e-822e-be854341a778" providerId="ADAL" clId="{6CA3FABF-88C0-44A3-A122-E4D1F5F29B66}" dt="2023-07-07T08:46:47.925" v="10" actId="2165"/>
          <ac:graphicFrameMkLst>
            <pc:docMk/>
            <pc:sldMk cId="713550364" sldId="2147474092"/>
            <ac:graphicFrameMk id="8" creationId="{1D0C9600-53FD-F6E7-02A7-0C5810C3ECFC}"/>
          </ac:graphicFrameMkLst>
        </pc:graphicFrameChg>
      </pc:sldChg>
      <pc:sldChg chg="modSp mod">
        <pc:chgData name="Zhang,Ying (MED CD&amp;O) BII-CN-S" userId="456eb1e0-4978-443e-822e-be854341a778" providerId="ADAL" clId="{6CA3FABF-88C0-44A3-A122-E4D1F5F29B66}" dt="2023-07-07T10:10:23.838" v="25" actId="255"/>
        <pc:sldMkLst>
          <pc:docMk/>
          <pc:sldMk cId="1381831047" sldId="2147474097"/>
        </pc:sldMkLst>
        <pc:graphicFrameChg chg="modGraphic">
          <ac:chgData name="Zhang,Ying (MED CD&amp;O) BII-CN-S" userId="456eb1e0-4978-443e-822e-be854341a778" providerId="ADAL" clId="{6CA3FABF-88C0-44A3-A122-E4D1F5F29B66}" dt="2023-07-07T10:10:23.838" v="25" actId="255"/>
          <ac:graphicFrameMkLst>
            <pc:docMk/>
            <pc:sldMk cId="1381831047" sldId="2147474097"/>
            <ac:graphicFrameMk id="6" creationId="{127EE0F1-E4C5-159D-3810-21AA1F77D481}"/>
          </ac:graphicFrameMkLst>
        </pc:graphicFrameChg>
      </pc:sldChg>
      <pc:sldChg chg="del">
        <pc:chgData name="Zhang,Ying (MED CD&amp;O) BII-CN-S" userId="456eb1e0-4978-443e-822e-be854341a778" providerId="ADAL" clId="{6CA3FABF-88C0-44A3-A122-E4D1F5F29B66}" dt="2023-07-07T10:08:35.927" v="18" actId="47"/>
        <pc:sldMkLst>
          <pc:docMk/>
          <pc:sldMk cId="1746278485" sldId="2147474099"/>
        </pc:sldMkLst>
      </pc:sldChg>
      <pc:sldChg chg="modSp mod">
        <pc:chgData name="Zhang,Ying (MED CD&amp;O) BII-CN-S" userId="456eb1e0-4978-443e-822e-be854341a778" providerId="ADAL" clId="{6CA3FABF-88C0-44A3-A122-E4D1F5F29B66}" dt="2023-07-10T05:25:51.297" v="154" actId="20577"/>
        <pc:sldMkLst>
          <pc:docMk/>
          <pc:sldMk cId="3539881353" sldId="2147474117"/>
        </pc:sldMkLst>
        <pc:graphicFrameChg chg="mod modGraphic">
          <ac:chgData name="Zhang,Ying (MED CD&amp;O) BII-CN-S" userId="456eb1e0-4978-443e-822e-be854341a778" providerId="ADAL" clId="{6CA3FABF-88C0-44A3-A122-E4D1F5F29B66}" dt="2023-07-10T05:25:51.297" v="154" actId="20577"/>
          <ac:graphicFrameMkLst>
            <pc:docMk/>
            <pc:sldMk cId="3539881353" sldId="2147474117"/>
            <ac:graphicFrameMk id="6" creationId="{2EB857BA-9417-6413-5EF8-383CF37AC70D}"/>
          </ac:graphicFrameMkLst>
        </pc:graphicFrameChg>
      </pc:sldChg>
      <pc:sldChg chg="modSp mod ord addCm delCm">
        <pc:chgData name="Zhang,Ying (MED CD&amp;O) BII-CN-S" userId="456eb1e0-4978-443e-822e-be854341a778" providerId="ADAL" clId="{6CA3FABF-88C0-44A3-A122-E4D1F5F29B66}" dt="2023-07-07T10:10:57.774" v="26" actId="255"/>
        <pc:sldMkLst>
          <pc:docMk/>
          <pc:sldMk cId="980772829" sldId="2147474133"/>
        </pc:sldMkLst>
        <pc:spChg chg="mod">
          <ac:chgData name="Zhang,Ying (MED CD&amp;O) BII-CN-S" userId="456eb1e0-4978-443e-822e-be854341a778" providerId="ADAL" clId="{6CA3FABF-88C0-44A3-A122-E4D1F5F29B66}" dt="2023-07-07T10:10:57.774" v="26" actId="255"/>
          <ac:spMkLst>
            <pc:docMk/>
            <pc:sldMk cId="980772829" sldId="2147474133"/>
            <ac:spMk id="2" creationId="{899E9FD5-14F4-46B5-85BD-4B2D5616E6A9}"/>
          </ac:spMkLst>
        </pc:spChg>
      </pc:sldChg>
      <pc:sldChg chg="del">
        <pc:chgData name="Zhang,Ying (MED CD&amp;O) BII-CN-S" userId="456eb1e0-4978-443e-822e-be854341a778" providerId="ADAL" clId="{6CA3FABF-88C0-44A3-A122-E4D1F5F29B66}" dt="2023-07-07T10:08:31.365" v="17" actId="47"/>
        <pc:sldMkLst>
          <pc:docMk/>
          <pc:sldMk cId="2873624560" sldId="2147474134"/>
        </pc:sldMkLst>
      </pc:sldChg>
    </pc:docChg>
  </pc:docChgLst>
  <pc:docChgLst>
    <pc:chgData name="Huang,Hui (HP Med PV) BII-CN-S" userId="6ac9ddaa-9dec-49fc-a3f9-a294c43f6245" providerId="ADAL" clId="{9E623521-5662-4528-A995-3A2EE07C6EFB}"/>
    <pc:docChg chg="custSel modSld">
      <pc:chgData name="Huang,Hui (HP Med PV) BII-CN-S" userId="6ac9ddaa-9dec-49fc-a3f9-a294c43f6245" providerId="ADAL" clId="{9E623521-5662-4528-A995-3A2EE07C6EFB}" dt="2023-10-11T02:41:11.971" v="2"/>
      <pc:docMkLst>
        <pc:docMk/>
      </pc:docMkLst>
      <pc:sldChg chg="addCm modCm">
        <pc:chgData name="Huang,Hui (HP Med PV) BII-CN-S" userId="6ac9ddaa-9dec-49fc-a3f9-a294c43f6245" providerId="ADAL" clId="{9E623521-5662-4528-A995-3A2EE07C6EFB}" dt="2023-10-11T02:41:11.971" v="2"/>
        <pc:sldMkLst>
          <pc:docMk/>
          <pc:sldMk cId="4107447454" sldId="2147474946"/>
        </pc:sldMkLst>
      </pc:sldChg>
    </pc:docChg>
  </pc:docChgLst>
  <pc:docChgLst>
    <pc:chgData name="Li,Ansu (HP Medicine) BII-CN-S" userId="ec2f8842-dc81-4094-912e-223fc8542a04" providerId="ADAL" clId="{EE4763AE-FEC6-44A6-9E05-735FB36483C9}"/>
    <pc:docChg chg="undo custSel modSld">
      <pc:chgData name="Li,Ansu (HP Medicine) BII-CN-S" userId="ec2f8842-dc81-4094-912e-223fc8542a04" providerId="ADAL" clId="{EE4763AE-FEC6-44A6-9E05-735FB36483C9}" dt="2024-04-21T09:42:02.447" v="59" actId="20577"/>
      <pc:docMkLst>
        <pc:docMk/>
      </pc:docMkLst>
      <pc:sldChg chg="modSp mod">
        <pc:chgData name="Li,Ansu (HP Medicine) BII-CN-S" userId="ec2f8842-dc81-4094-912e-223fc8542a04" providerId="ADAL" clId="{EE4763AE-FEC6-44A6-9E05-735FB36483C9}" dt="2024-04-21T09:40:05.532" v="56" actId="400"/>
        <pc:sldMkLst>
          <pc:docMk/>
          <pc:sldMk cId="1599585781" sldId="2147482850"/>
        </pc:sldMkLst>
        <pc:spChg chg="mod">
          <ac:chgData name="Li,Ansu (HP Medicine) BII-CN-S" userId="ec2f8842-dc81-4094-912e-223fc8542a04" providerId="ADAL" clId="{EE4763AE-FEC6-44A6-9E05-735FB36483C9}" dt="2024-04-21T09:40:05.532" v="56" actId="400"/>
          <ac:spMkLst>
            <pc:docMk/>
            <pc:sldMk cId="1599585781" sldId="2147482850"/>
            <ac:spMk id="22" creationId="{2106AE05-78BC-AB72-6167-3DE6E697A996}"/>
          </ac:spMkLst>
        </pc:spChg>
      </pc:sldChg>
      <pc:sldChg chg="modSp mod">
        <pc:chgData name="Li,Ansu (HP Medicine) BII-CN-S" userId="ec2f8842-dc81-4094-912e-223fc8542a04" providerId="ADAL" clId="{EE4763AE-FEC6-44A6-9E05-735FB36483C9}" dt="2024-04-21T09:42:02.447" v="59" actId="20577"/>
        <pc:sldMkLst>
          <pc:docMk/>
          <pc:sldMk cId="3618109852" sldId="2147482887"/>
        </pc:sldMkLst>
        <pc:spChg chg="mod">
          <ac:chgData name="Li,Ansu (HP Medicine) BII-CN-S" userId="ec2f8842-dc81-4094-912e-223fc8542a04" providerId="ADAL" clId="{EE4763AE-FEC6-44A6-9E05-735FB36483C9}" dt="2024-04-21T09:42:02.447" v="59" actId="20577"/>
          <ac:spMkLst>
            <pc:docMk/>
            <pc:sldMk cId="3618109852" sldId="2147482887"/>
            <ac:spMk id="5" creationId="{221E1926-9858-CDC1-B1FE-8B5BFE34A4D4}"/>
          </ac:spMkLst>
        </pc:spChg>
      </pc:sldChg>
    </pc:docChg>
  </pc:docChgLst>
  <pc:docChgLst>
    <pc:chgData name="Wang,Dr.,Bo (HP Medicine) BII-CN-S" userId="950b8564-41e4-4a68-9f11-e3d2e116a359" providerId="ADAL" clId="{E8D6B607-2DFA-4555-98AD-449B8D9DDFB2}"/>
    <pc:docChg chg="custSel addSld delSld modSld">
      <pc:chgData name="Wang,Dr.,Bo (HP Medicine) BII-CN-S" userId="950b8564-41e4-4a68-9f11-e3d2e116a359" providerId="ADAL" clId="{E8D6B607-2DFA-4555-98AD-449B8D9DDFB2}" dt="2024-01-10T08:35:51.597" v="1574" actId="20577"/>
      <pc:docMkLst>
        <pc:docMk/>
      </pc:docMkLst>
      <pc:sldChg chg="add mod modShow">
        <pc:chgData name="Wang,Dr.,Bo (HP Medicine) BII-CN-S" userId="950b8564-41e4-4a68-9f11-e3d2e116a359" providerId="ADAL" clId="{E8D6B607-2DFA-4555-98AD-449B8D9DDFB2}" dt="2024-01-10T08:26:42.557" v="1569" actId="729"/>
        <pc:sldMkLst>
          <pc:docMk/>
          <pc:sldMk cId="511876475" sldId="256"/>
        </pc:sldMkLst>
      </pc:sldChg>
      <pc:sldChg chg="del">
        <pc:chgData name="Wang,Dr.,Bo (HP Medicine) BII-CN-S" userId="950b8564-41e4-4a68-9f11-e3d2e116a359" providerId="ADAL" clId="{E8D6B607-2DFA-4555-98AD-449B8D9DDFB2}" dt="2024-01-10T07:42:14.119" v="1125" actId="47"/>
        <pc:sldMkLst>
          <pc:docMk/>
          <pc:sldMk cId="1809089800" sldId="2147481362"/>
        </pc:sldMkLst>
      </pc:sldChg>
      <pc:sldChg chg="del">
        <pc:chgData name="Wang,Dr.,Bo (HP Medicine) BII-CN-S" userId="950b8564-41e4-4a68-9f11-e3d2e116a359" providerId="ADAL" clId="{E8D6B607-2DFA-4555-98AD-449B8D9DDFB2}" dt="2024-01-10T07:42:14.865" v="1126" actId="47"/>
        <pc:sldMkLst>
          <pc:docMk/>
          <pc:sldMk cId="1288368645" sldId="2147481363"/>
        </pc:sldMkLst>
      </pc:sldChg>
      <pc:sldChg chg="del">
        <pc:chgData name="Wang,Dr.,Bo (HP Medicine) BII-CN-S" userId="950b8564-41e4-4a68-9f11-e3d2e116a359" providerId="ADAL" clId="{E8D6B607-2DFA-4555-98AD-449B8D9DDFB2}" dt="2024-01-10T07:42:12.987" v="1124" actId="47"/>
        <pc:sldMkLst>
          <pc:docMk/>
          <pc:sldMk cId="957828754" sldId="2147481365"/>
        </pc:sldMkLst>
      </pc:sldChg>
      <pc:sldChg chg="addSp delSp modSp mod">
        <pc:chgData name="Wang,Dr.,Bo (HP Medicine) BII-CN-S" userId="950b8564-41e4-4a68-9f11-e3d2e116a359" providerId="ADAL" clId="{E8D6B607-2DFA-4555-98AD-449B8D9DDFB2}" dt="2024-01-10T08:28:11.420" v="1573" actId="207"/>
        <pc:sldMkLst>
          <pc:docMk/>
          <pc:sldMk cId="399334533" sldId="2147481366"/>
        </pc:sldMkLst>
        <pc:spChg chg="mod">
          <ac:chgData name="Wang,Dr.,Bo (HP Medicine) BII-CN-S" userId="950b8564-41e4-4a68-9f11-e3d2e116a359" providerId="ADAL" clId="{E8D6B607-2DFA-4555-98AD-449B8D9DDFB2}" dt="2024-01-10T07:27:14.282" v="651" actId="1076"/>
          <ac:spMkLst>
            <pc:docMk/>
            <pc:sldMk cId="399334533" sldId="2147481366"/>
            <ac:spMk id="2" creationId="{3A2452B8-A0B8-051D-E614-173A09297217}"/>
          </ac:spMkLst>
        </pc:spChg>
        <pc:spChg chg="del">
          <ac:chgData name="Wang,Dr.,Bo (HP Medicine) BII-CN-S" userId="950b8564-41e4-4a68-9f11-e3d2e116a359" providerId="ADAL" clId="{E8D6B607-2DFA-4555-98AD-449B8D9DDFB2}" dt="2024-01-10T07:17:36.988" v="290" actId="478"/>
          <ac:spMkLst>
            <pc:docMk/>
            <pc:sldMk cId="399334533" sldId="2147481366"/>
            <ac:spMk id="3" creationId="{0D94937B-9B2C-4207-4C58-76D45991158E}"/>
          </ac:spMkLst>
        </pc:spChg>
        <pc:spChg chg="mod">
          <ac:chgData name="Wang,Dr.,Bo (HP Medicine) BII-CN-S" userId="950b8564-41e4-4a68-9f11-e3d2e116a359" providerId="ADAL" clId="{E8D6B607-2DFA-4555-98AD-449B8D9DDFB2}" dt="2024-01-10T07:09:33.663" v="24" actId="164"/>
          <ac:spMkLst>
            <pc:docMk/>
            <pc:sldMk cId="399334533" sldId="2147481366"/>
            <ac:spMk id="10" creationId="{BB3EA315-2224-9047-12E2-08052F599217}"/>
          </ac:spMkLst>
        </pc:spChg>
        <pc:spChg chg="del">
          <ac:chgData name="Wang,Dr.,Bo (HP Medicine) BII-CN-S" userId="950b8564-41e4-4a68-9f11-e3d2e116a359" providerId="ADAL" clId="{E8D6B607-2DFA-4555-98AD-449B8D9DDFB2}" dt="2024-01-10T07:14:17.184" v="162" actId="478"/>
          <ac:spMkLst>
            <pc:docMk/>
            <pc:sldMk cId="399334533" sldId="2147481366"/>
            <ac:spMk id="11" creationId="{D87A5D35-BE8A-40E5-BD84-FC86107D6246}"/>
          </ac:spMkLst>
        </pc:spChg>
        <pc:spChg chg="del">
          <ac:chgData name="Wang,Dr.,Bo (HP Medicine) BII-CN-S" userId="950b8564-41e4-4a68-9f11-e3d2e116a359" providerId="ADAL" clId="{E8D6B607-2DFA-4555-98AD-449B8D9DDFB2}" dt="2024-01-10T07:14:15.384" v="161" actId="478"/>
          <ac:spMkLst>
            <pc:docMk/>
            <pc:sldMk cId="399334533" sldId="2147481366"/>
            <ac:spMk id="12" creationId="{5E0C9821-0059-1ABC-67EB-F72790FE73C7}"/>
          </ac:spMkLst>
        </pc:spChg>
        <pc:spChg chg="mod">
          <ac:chgData name="Wang,Dr.,Bo (HP Medicine) BII-CN-S" userId="950b8564-41e4-4a68-9f11-e3d2e116a359" providerId="ADAL" clId="{E8D6B607-2DFA-4555-98AD-449B8D9DDFB2}" dt="2024-01-10T07:47:06.714" v="1318" actId="20577"/>
          <ac:spMkLst>
            <pc:docMk/>
            <pc:sldMk cId="399334533" sldId="2147481366"/>
            <ac:spMk id="13" creationId="{70DE954D-F2B4-3611-035E-EB65974CC81B}"/>
          </ac:spMkLst>
        </pc:spChg>
        <pc:spChg chg="add mod">
          <ac:chgData name="Wang,Dr.,Bo (HP Medicine) BII-CN-S" userId="950b8564-41e4-4a68-9f11-e3d2e116a359" providerId="ADAL" clId="{E8D6B607-2DFA-4555-98AD-449B8D9DDFB2}" dt="2024-01-10T08:28:11.420" v="1573" actId="207"/>
          <ac:spMkLst>
            <pc:docMk/>
            <pc:sldMk cId="399334533" sldId="2147481366"/>
            <ac:spMk id="22" creationId="{5BDB8D15-6B4B-A701-6F33-92F15FA272C6}"/>
          </ac:spMkLst>
        </pc:spChg>
        <pc:spChg chg="add mod ord">
          <ac:chgData name="Wang,Dr.,Bo (HP Medicine) BII-CN-S" userId="950b8564-41e4-4a68-9f11-e3d2e116a359" providerId="ADAL" clId="{E8D6B607-2DFA-4555-98AD-449B8D9DDFB2}" dt="2024-01-10T07:42:05.145" v="1123" actId="1035"/>
          <ac:spMkLst>
            <pc:docMk/>
            <pc:sldMk cId="399334533" sldId="2147481366"/>
            <ac:spMk id="23" creationId="{11E594F6-ECFC-F079-004E-5E7A70BE062A}"/>
          </ac:spMkLst>
        </pc:spChg>
        <pc:spChg chg="add mod">
          <ac:chgData name="Wang,Dr.,Bo (HP Medicine) BII-CN-S" userId="950b8564-41e4-4a68-9f11-e3d2e116a359" providerId="ADAL" clId="{E8D6B607-2DFA-4555-98AD-449B8D9DDFB2}" dt="2024-01-10T07:42:05.145" v="1123" actId="1035"/>
          <ac:spMkLst>
            <pc:docMk/>
            <pc:sldMk cId="399334533" sldId="2147481366"/>
            <ac:spMk id="24" creationId="{C8CE40BF-8AD0-38AC-E7FA-1D0705C0232C}"/>
          </ac:spMkLst>
        </pc:spChg>
        <pc:spChg chg="add mod">
          <ac:chgData name="Wang,Dr.,Bo (HP Medicine) BII-CN-S" userId="950b8564-41e4-4a68-9f11-e3d2e116a359" providerId="ADAL" clId="{E8D6B607-2DFA-4555-98AD-449B8D9DDFB2}" dt="2024-01-10T07:54:15.498" v="1565" actId="14100"/>
          <ac:spMkLst>
            <pc:docMk/>
            <pc:sldMk cId="399334533" sldId="2147481366"/>
            <ac:spMk id="25" creationId="{EDF479DC-E4A8-9E89-E6A9-B5E70FB0D8D5}"/>
          </ac:spMkLst>
        </pc:spChg>
        <pc:spChg chg="add mod">
          <ac:chgData name="Wang,Dr.,Bo (HP Medicine) BII-CN-S" userId="950b8564-41e4-4a68-9f11-e3d2e116a359" providerId="ADAL" clId="{E8D6B607-2DFA-4555-98AD-449B8D9DDFB2}" dt="2024-01-10T07:54:07.798" v="1564" actId="20577"/>
          <ac:spMkLst>
            <pc:docMk/>
            <pc:sldMk cId="399334533" sldId="2147481366"/>
            <ac:spMk id="26" creationId="{37ECFD66-BDE8-FEAE-4C72-C705B8087514}"/>
          </ac:spMkLst>
        </pc:spChg>
        <pc:spChg chg="add mod">
          <ac:chgData name="Wang,Dr.,Bo (HP Medicine) BII-CN-S" userId="950b8564-41e4-4a68-9f11-e3d2e116a359" providerId="ADAL" clId="{E8D6B607-2DFA-4555-98AD-449B8D9DDFB2}" dt="2024-01-10T07:42:05.145" v="1123" actId="1035"/>
          <ac:spMkLst>
            <pc:docMk/>
            <pc:sldMk cId="399334533" sldId="2147481366"/>
            <ac:spMk id="27" creationId="{3B704CE8-B3F0-18B4-1009-554835D3A2E3}"/>
          </ac:spMkLst>
        </pc:spChg>
        <pc:spChg chg="add del mod">
          <ac:chgData name="Wang,Dr.,Bo (HP Medicine) BII-CN-S" userId="950b8564-41e4-4a68-9f11-e3d2e116a359" providerId="ADAL" clId="{E8D6B607-2DFA-4555-98AD-449B8D9DDFB2}" dt="2024-01-10T07:36:10.775" v="933"/>
          <ac:spMkLst>
            <pc:docMk/>
            <pc:sldMk cId="399334533" sldId="2147481366"/>
            <ac:spMk id="28" creationId="{FFD06EFF-E15E-2F6A-A224-F1C7105C1B42}"/>
          </ac:spMkLst>
        </pc:spChg>
        <pc:spChg chg="add mod">
          <ac:chgData name="Wang,Dr.,Bo (HP Medicine) BII-CN-S" userId="950b8564-41e4-4a68-9f11-e3d2e116a359" providerId="ADAL" clId="{E8D6B607-2DFA-4555-98AD-449B8D9DDFB2}" dt="2024-01-10T07:42:05.145" v="1123" actId="1035"/>
          <ac:spMkLst>
            <pc:docMk/>
            <pc:sldMk cId="399334533" sldId="2147481366"/>
            <ac:spMk id="29" creationId="{F5F1CBD4-5E37-1D5B-6A93-FC1C206731E5}"/>
          </ac:spMkLst>
        </pc:spChg>
        <pc:spChg chg="add mod">
          <ac:chgData name="Wang,Dr.,Bo (HP Medicine) BII-CN-S" userId="950b8564-41e4-4a68-9f11-e3d2e116a359" providerId="ADAL" clId="{E8D6B607-2DFA-4555-98AD-449B8D9DDFB2}" dt="2024-01-10T07:42:05.145" v="1123" actId="1035"/>
          <ac:spMkLst>
            <pc:docMk/>
            <pc:sldMk cId="399334533" sldId="2147481366"/>
            <ac:spMk id="30" creationId="{4F6768BD-CF3B-ADD3-BB56-0441892221B4}"/>
          </ac:spMkLst>
        </pc:spChg>
        <pc:spChg chg="add mod">
          <ac:chgData name="Wang,Dr.,Bo (HP Medicine) BII-CN-S" userId="950b8564-41e4-4a68-9f11-e3d2e116a359" providerId="ADAL" clId="{E8D6B607-2DFA-4555-98AD-449B8D9DDFB2}" dt="2024-01-10T07:42:05.145" v="1123" actId="1035"/>
          <ac:spMkLst>
            <pc:docMk/>
            <pc:sldMk cId="399334533" sldId="2147481366"/>
            <ac:spMk id="31" creationId="{1AEFC9B7-EB58-1914-1372-4EE5B40CD2ED}"/>
          </ac:spMkLst>
        </pc:spChg>
        <pc:spChg chg="add del mod">
          <ac:chgData name="Wang,Dr.,Bo (HP Medicine) BII-CN-S" userId="950b8564-41e4-4a68-9f11-e3d2e116a359" providerId="ADAL" clId="{E8D6B607-2DFA-4555-98AD-449B8D9DDFB2}" dt="2024-01-10T08:04:53.675" v="1566" actId="478"/>
          <ac:spMkLst>
            <pc:docMk/>
            <pc:sldMk cId="399334533" sldId="2147481366"/>
            <ac:spMk id="32" creationId="{7A312704-6F78-61F2-F402-50CFD55F9F03}"/>
          </ac:spMkLst>
        </pc:spChg>
        <pc:spChg chg="add mod">
          <ac:chgData name="Wang,Dr.,Bo (HP Medicine) BII-CN-S" userId="950b8564-41e4-4a68-9f11-e3d2e116a359" providerId="ADAL" clId="{E8D6B607-2DFA-4555-98AD-449B8D9DDFB2}" dt="2024-01-10T08:04:58.818" v="1567" actId="1076"/>
          <ac:spMkLst>
            <pc:docMk/>
            <pc:sldMk cId="399334533" sldId="2147481366"/>
            <ac:spMk id="33" creationId="{3542D4D7-6DC6-BCED-AEBC-0E40393A7718}"/>
          </ac:spMkLst>
        </pc:spChg>
        <pc:grpChg chg="add mod">
          <ac:chgData name="Wang,Dr.,Bo (HP Medicine) BII-CN-S" userId="950b8564-41e4-4a68-9f11-e3d2e116a359" providerId="ADAL" clId="{E8D6B607-2DFA-4555-98AD-449B8D9DDFB2}" dt="2024-01-10T07:27:09.889" v="650" actId="1076"/>
          <ac:grpSpMkLst>
            <pc:docMk/>
            <pc:sldMk cId="399334533" sldId="2147481366"/>
            <ac:grpSpMk id="6" creationId="{2CAC59AA-51CE-87A0-9C72-086747E44EFD}"/>
          </ac:grpSpMkLst>
        </pc:grpChg>
        <pc:grpChg chg="del">
          <ac:chgData name="Wang,Dr.,Bo (HP Medicine) BII-CN-S" userId="950b8564-41e4-4a68-9f11-e3d2e116a359" providerId="ADAL" clId="{E8D6B607-2DFA-4555-98AD-449B8D9DDFB2}" dt="2024-01-10T07:08:54.569" v="10" actId="478"/>
          <ac:grpSpMkLst>
            <pc:docMk/>
            <pc:sldMk cId="399334533" sldId="2147481366"/>
            <ac:grpSpMk id="7" creationId="{2B4EBF5A-F85A-1079-82F0-0F6C98B068A1}"/>
          </ac:grpSpMkLst>
        </pc:grpChg>
        <pc:grpChg chg="mod">
          <ac:chgData name="Wang,Dr.,Bo (HP Medicine) BII-CN-S" userId="950b8564-41e4-4a68-9f11-e3d2e116a359" providerId="ADAL" clId="{E8D6B607-2DFA-4555-98AD-449B8D9DDFB2}" dt="2024-01-10T07:09:33.663" v="24" actId="164"/>
          <ac:grpSpMkLst>
            <pc:docMk/>
            <pc:sldMk cId="399334533" sldId="2147481366"/>
            <ac:grpSpMk id="8" creationId="{530A4823-325D-FA68-FBA3-DCB26B18D7DA}"/>
          </ac:grpSpMkLst>
        </pc:grpChg>
        <pc:grpChg chg="del">
          <ac:chgData name="Wang,Dr.,Bo (HP Medicine) BII-CN-S" userId="950b8564-41e4-4a68-9f11-e3d2e116a359" providerId="ADAL" clId="{E8D6B607-2DFA-4555-98AD-449B8D9DDFB2}" dt="2024-01-10T07:14:19.781" v="163" actId="478"/>
          <ac:grpSpMkLst>
            <pc:docMk/>
            <pc:sldMk cId="399334533" sldId="2147481366"/>
            <ac:grpSpMk id="9" creationId="{6E22F14A-50F1-9853-BA4E-45708FDDF7A5}"/>
          </ac:grpSpMkLst>
        </pc:grpChg>
      </pc:sldChg>
      <pc:sldChg chg="modSp mod">
        <pc:chgData name="Wang,Dr.,Bo (HP Medicine) BII-CN-S" userId="950b8564-41e4-4a68-9f11-e3d2e116a359" providerId="ADAL" clId="{E8D6B607-2DFA-4555-98AD-449B8D9DDFB2}" dt="2024-01-10T08:35:51.597" v="1574" actId="20577"/>
        <pc:sldMkLst>
          <pc:docMk/>
          <pc:sldMk cId="4250654269" sldId="2147481381"/>
        </pc:sldMkLst>
        <pc:spChg chg="mod">
          <ac:chgData name="Wang,Dr.,Bo (HP Medicine) BII-CN-S" userId="950b8564-41e4-4a68-9f11-e3d2e116a359" providerId="ADAL" clId="{E8D6B607-2DFA-4555-98AD-449B8D9DDFB2}" dt="2024-01-10T08:35:51.597" v="1574" actId="20577"/>
          <ac:spMkLst>
            <pc:docMk/>
            <pc:sldMk cId="4250654269" sldId="2147481381"/>
            <ac:spMk id="16" creationId="{397C50CA-40EC-2B76-5DCF-8E4B0390FC5E}"/>
          </ac:spMkLst>
        </pc:spChg>
      </pc:sldChg>
    </pc:docChg>
  </pc:docChgLst>
  <pc:docChgLst>
    <pc:chgData name="Wang,Dr.,Bo (HP Medicine) BII-CN-S" userId="S::bo_7.wang@boehringer-ingelheim.com::950b8564-41e4-4a68-9f11-e3d2e116a359" providerId="AD" clId="Web-{4923DF4E-EE10-F260-5A1A-404121F50C79}"/>
    <pc:docChg chg="modSld">
      <pc:chgData name="Wang,Dr.,Bo (HP Medicine) BII-CN-S" userId="S::bo_7.wang@boehringer-ingelheim.com::950b8564-41e4-4a68-9f11-e3d2e116a359" providerId="AD" clId="Web-{4923DF4E-EE10-F260-5A1A-404121F50C79}" dt="2024-03-20T02:38:07.638" v="3" actId="20577"/>
      <pc:docMkLst>
        <pc:docMk/>
      </pc:docMkLst>
      <pc:sldChg chg="modSp">
        <pc:chgData name="Wang,Dr.,Bo (HP Medicine) BII-CN-S" userId="S::bo_7.wang@boehringer-ingelheim.com::950b8564-41e4-4a68-9f11-e3d2e116a359" providerId="AD" clId="Web-{4923DF4E-EE10-F260-5A1A-404121F50C79}" dt="2024-03-20T02:38:07.638" v="3" actId="20577"/>
        <pc:sldMkLst>
          <pc:docMk/>
          <pc:sldMk cId="552167058" sldId="2147481435"/>
        </pc:sldMkLst>
        <pc:spChg chg="mod">
          <ac:chgData name="Wang,Dr.,Bo (HP Medicine) BII-CN-S" userId="S::bo_7.wang@boehringer-ingelheim.com::950b8564-41e4-4a68-9f11-e3d2e116a359" providerId="AD" clId="Web-{4923DF4E-EE10-F260-5A1A-404121F50C79}" dt="2024-03-20T02:38:07.638" v="3" actId="20577"/>
          <ac:spMkLst>
            <pc:docMk/>
            <pc:sldMk cId="552167058" sldId="2147481435"/>
            <ac:spMk id="12" creationId="{72C560BA-D329-6E8E-1FCA-BBEA9E5E4726}"/>
          </ac:spMkLst>
        </pc:spChg>
      </pc:sldChg>
    </pc:docChg>
  </pc:docChgLst>
  <pc:docChgLst>
    <pc:chgData name="Wang,Shirley (HP Med RA) BII-CN-B" userId="48b801ce-80b8-42d3-931b-2dcaf726016f" providerId="ADAL" clId="{014B1104-5C36-480C-AB7D-4B3C387E939C}"/>
    <pc:docChg chg="custSel modSld">
      <pc:chgData name="Wang,Shirley (HP Med RA) BII-CN-B" userId="48b801ce-80b8-42d3-931b-2dcaf726016f" providerId="ADAL" clId="{014B1104-5C36-480C-AB7D-4B3C387E939C}" dt="2023-02-15T13:38:13.597" v="49" actId="20577"/>
      <pc:docMkLst>
        <pc:docMk/>
      </pc:docMkLst>
      <pc:sldChg chg="delSp modSp mod">
        <pc:chgData name="Wang,Shirley (HP Med RA) BII-CN-B" userId="48b801ce-80b8-42d3-931b-2dcaf726016f" providerId="ADAL" clId="{014B1104-5C36-480C-AB7D-4B3C387E939C}" dt="2023-02-15T13:35:37.774" v="44" actId="1076"/>
        <pc:sldMkLst>
          <pc:docMk/>
          <pc:sldMk cId="3314611149" sldId="295"/>
        </pc:sldMkLst>
        <pc:spChg chg="mod">
          <ac:chgData name="Wang,Shirley (HP Med RA) BII-CN-B" userId="48b801ce-80b8-42d3-931b-2dcaf726016f" providerId="ADAL" clId="{014B1104-5C36-480C-AB7D-4B3C387E939C}" dt="2023-02-15T13:31:41.979" v="35" actId="14100"/>
          <ac:spMkLst>
            <pc:docMk/>
            <pc:sldMk cId="3314611149" sldId="295"/>
            <ac:spMk id="150" creationId="{5611C6A1-B65B-4163-A5DD-7C8D5507C5CF}"/>
          </ac:spMkLst>
        </pc:spChg>
        <pc:spChg chg="del">
          <ac:chgData name="Wang,Shirley (HP Med RA) BII-CN-B" userId="48b801ce-80b8-42d3-931b-2dcaf726016f" providerId="ADAL" clId="{014B1104-5C36-480C-AB7D-4B3C387E939C}" dt="2023-02-15T13:31:17.930" v="0" actId="478"/>
          <ac:spMkLst>
            <pc:docMk/>
            <pc:sldMk cId="3314611149" sldId="295"/>
            <ac:spMk id="152" creationId="{9628EE16-B0D7-4397-AC21-77A72FDE1233}"/>
          </ac:spMkLst>
        </pc:spChg>
        <pc:spChg chg="mod">
          <ac:chgData name="Wang,Shirley (HP Med RA) BII-CN-B" userId="48b801ce-80b8-42d3-931b-2dcaf726016f" providerId="ADAL" clId="{014B1104-5C36-480C-AB7D-4B3C387E939C}" dt="2023-02-15T13:35:37.774" v="44" actId="1076"/>
          <ac:spMkLst>
            <pc:docMk/>
            <pc:sldMk cId="3314611149" sldId="295"/>
            <ac:spMk id="154" creationId="{3A16CC2D-B7E3-4CBD-B9BE-11C12A8075A9}"/>
          </ac:spMkLst>
        </pc:spChg>
        <pc:cxnChg chg="del">
          <ac:chgData name="Wang,Shirley (HP Med RA) BII-CN-B" userId="48b801ce-80b8-42d3-931b-2dcaf726016f" providerId="ADAL" clId="{014B1104-5C36-480C-AB7D-4B3C387E939C}" dt="2023-02-15T13:31:21.068" v="1" actId="478"/>
          <ac:cxnSpMkLst>
            <pc:docMk/>
            <pc:sldMk cId="3314611149" sldId="295"/>
            <ac:cxnSpMk id="151" creationId="{E59314BB-8B29-4BB8-B093-B9627EFB7540}"/>
          </ac:cxnSpMkLst>
        </pc:cxnChg>
        <pc:cxnChg chg="mod">
          <ac:chgData name="Wang,Shirley (HP Med RA) BII-CN-B" userId="48b801ce-80b8-42d3-931b-2dcaf726016f" providerId="ADAL" clId="{014B1104-5C36-480C-AB7D-4B3C387E939C}" dt="2023-02-15T13:35:24.713" v="37" actId="1076"/>
          <ac:cxnSpMkLst>
            <pc:docMk/>
            <pc:sldMk cId="3314611149" sldId="295"/>
            <ac:cxnSpMk id="153" creationId="{1AC591DD-1B5E-45DF-A876-E619030A4FC9}"/>
          </ac:cxnSpMkLst>
        </pc:cxnChg>
      </pc:sldChg>
      <pc:sldChg chg="modSp mod">
        <pc:chgData name="Wang,Shirley (HP Med RA) BII-CN-B" userId="48b801ce-80b8-42d3-931b-2dcaf726016f" providerId="ADAL" clId="{014B1104-5C36-480C-AB7D-4B3C387E939C}" dt="2023-02-15T13:37:40.182" v="48" actId="1076"/>
        <pc:sldMkLst>
          <pc:docMk/>
          <pc:sldMk cId="3375551615" sldId="2147469258"/>
        </pc:sldMkLst>
        <pc:spChg chg="mod">
          <ac:chgData name="Wang,Shirley (HP Med RA) BII-CN-B" userId="48b801ce-80b8-42d3-931b-2dcaf726016f" providerId="ADAL" clId="{014B1104-5C36-480C-AB7D-4B3C387E939C}" dt="2023-02-15T13:37:40.182" v="48" actId="1076"/>
          <ac:spMkLst>
            <pc:docMk/>
            <pc:sldMk cId="3375551615" sldId="2147469258"/>
            <ac:spMk id="178" creationId="{C8A141E8-3A7E-477A-B6F1-59F3BCA948DD}"/>
          </ac:spMkLst>
        </pc:spChg>
      </pc:sldChg>
      <pc:sldChg chg="modSp mod">
        <pc:chgData name="Wang,Shirley (HP Med RA) BII-CN-B" userId="48b801ce-80b8-42d3-931b-2dcaf726016f" providerId="ADAL" clId="{014B1104-5C36-480C-AB7D-4B3C387E939C}" dt="2023-02-15T13:38:13.597" v="49" actId="20577"/>
        <pc:sldMkLst>
          <pc:docMk/>
          <pc:sldMk cId="3682361847" sldId="2147471169"/>
        </pc:sldMkLst>
        <pc:spChg chg="mod">
          <ac:chgData name="Wang,Shirley (HP Med RA) BII-CN-B" userId="48b801ce-80b8-42d3-931b-2dcaf726016f" providerId="ADAL" clId="{014B1104-5C36-480C-AB7D-4B3C387E939C}" dt="2023-02-15T13:38:13.597" v="49" actId="20577"/>
          <ac:spMkLst>
            <pc:docMk/>
            <pc:sldMk cId="3682361847" sldId="2147471169"/>
            <ac:spMk id="107" creationId="{7DDA071E-5F80-4527-AE47-F1E7B2DC2A5B}"/>
          </ac:spMkLst>
        </pc:spChg>
      </pc:sldChg>
    </pc:docChg>
  </pc:docChgLst>
  <pc:docChgLst>
    <pc:chgData name="Li,Fengqiong (HP Med RA) BII-CN-B" userId="S::fengqiong.li@boehringer-ingelheim.com::dae7b85d-6b67-4faa-a5b6-30ff5e066a0d" providerId="AD" clId="Web-{EEABDDE9-0EE3-ACB2-0B66-B59E4383D635}"/>
    <pc:docChg chg="modSld">
      <pc:chgData name="Li,Fengqiong (HP Med RA) BII-CN-B" userId="S::fengqiong.li@boehringer-ingelheim.com::dae7b85d-6b67-4faa-a5b6-30ff5e066a0d" providerId="AD" clId="Web-{EEABDDE9-0EE3-ACB2-0B66-B59E4383D635}" dt="2022-04-11T02:35:21.762" v="21" actId="14100"/>
      <pc:docMkLst>
        <pc:docMk/>
      </pc:docMkLst>
      <pc:sldChg chg="modSp">
        <pc:chgData name="Li,Fengqiong (HP Med RA) BII-CN-B" userId="S::fengqiong.li@boehringer-ingelheim.com::dae7b85d-6b67-4faa-a5b6-30ff5e066a0d" providerId="AD" clId="Web-{EEABDDE9-0EE3-ACB2-0B66-B59E4383D635}" dt="2022-04-11T02:35:21.762" v="21" actId="14100"/>
        <pc:sldMkLst>
          <pc:docMk/>
          <pc:sldMk cId="4267623655" sldId="2141414117"/>
        </pc:sldMkLst>
        <pc:spChg chg="mod">
          <ac:chgData name="Li,Fengqiong (HP Med RA) BII-CN-B" userId="S::fengqiong.li@boehringer-ingelheim.com::dae7b85d-6b67-4faa-a5b6-30ff5e066a0d" providerId="AD" clId="Web-{EEABDDE9-0EE3-ACB2-0B66-B59E4383D635}" dt="2022-04-11T02:35:21.762" v="21" actId="14100"/>
          <ac:spMkLst>
            <pc:docMk/>
            <pc:sldMk cId="4267623655" sldId="2141414117"/>
            <ac:spMk id="192" creationId="{31193A60-52A8-4E9D-BB69-B3D203C95D66}"/>
          </ac:spMkLst>
        </pc:spChg>
      </pc:sldChg>
    </pc:docChg>
  </pc:docChgLst>
  <pc:docChgLst>
    <pc:chgData name="Li,Yuting (HP Medicine) BII-CN-S" userId="ce8fbb54-122c-426d-b8da-fdcc5e1b5022" providerId="ADAL" clId="{B91BC92D-F4B6-4F0D-92C0-E93BECBF3422}"/>
    <pc:docChg chg="">
      <pc:chgData name="Li,Yuting (HP Medicine) BII-CN-S" userId="ce8fbb54-122c-426d-b8da-fdcc5e1b5022" providerId="ADAL" clId="{B91BC92D-F4B6-4F0D-92C0-E93BECBF3422}" dt="2023-04-07T09:28:42.231" v="0"/>
      <pc:docMkLst>
        <pc:docMk/>
      </pc:docMkLst>
      <pc:sldChg chg="delCm">
        <pc:chgData name="Li,Yuting (HP Medicine) BII-CN-S" userId="ce8fbb54-122c-426d-b8da-fdcc5e1b5022" providerId="ADAL" clId="{B91BC92D-F4B6-4F0D-92C0-E93BECBF3422}" dt="2023-04-07T09:28:42.231" v="0"/>
        <pc:sldMkLst>
          <pc:docMk/>
          <pc:sldMk cId="3257504880" sldId="535"/>
        </pc:sldMkLst>
      </pc:sldChg>
      <pc:sldChg chg="delCm">
        <pc:chgData name="Li,Yuting (HP Medicine) BII-CN-S" userId="ce8fbb54-122c-426d-b8da-fdcc5e1b5022" providerId="ADAL" clId="{B91BC92D-F4B6-4F0D-92C0-E93BECBF3422}" dt="2023-04-07T09:28:42.231" v="0"/>
        <pc:sldMkLst>
          <pc:docMk/>
          <pc:sldMk cId="1240174947" sldId="2147471217"/>
        </pc:sldMkLst>
      </pc:sldChg>
      <pc:sldChg chg="delCm">
        <pc:chgData name="Li,Yuting (HP Medicine) BII-CN-S" userId="ce8fbb54-122c-426d-b8da-fdcc5e1b5022" providerId="ADAL" clId="{B91BC92D-F4B6-4F0D-92C0-E93BECBF3422}" dt="2023-04-07T09:28:42.231" v="0"/>
        <pc:sldMkLst>
          <pc:docMk/>
          <pc:sldMk cId="2518583845" sldId="2147471218"/>
        </pc:sldMkLst>
      </pc:sldChg>
      <pc:sldChg chg="delCm">
        <pc:chgData name="Li,Yuting (HP Medicine) BII-CN-S" userId="ce8fbb54-122c-426d-b8da-fdcc5e1b5022" providerId="ADAL" clId="{B91BC92D-F4B6-4F0D-92C0-E93BECBF3422}" dt="2023-04-07T09:28:42.231" v="0"/>
        <pc:sldMkLst>
          <pc:docMk/>
          <pc:sldMk cId="3686398753" sldId="2147471220"/>
        </pc:sldMkLst>
      </pc:sldChg>
      <pc:sldChg chg="delCm">
        <pc:chgData name="Li,Yuting (HP Medicine) BII-CN-S" userId="ce8fbb54-122c-426d-b8da-fdcc5e1b5022" providerId="ADAL" clId="{B91BC92D-F4B6-4F0D-92C0-E93BECBF3422}" dt="2023-04-07T09:28:42.231" v="0"/>
        <pc:sldMkLst>
          <pc:docMk/>
          <pc:sldMk cId="3520902747" sldId="2147471229"/>
        </pc:sldMkLst>
      </pc:sldChg>
      <pc:sldChg chg="delCm">
        <pc:chgData name="Li,Yuting (HP Medicine) BII-CN-S" userId="ce8fbb54-122c-426d-b8da-fdcc5e1b5022" providerId="ADAL" clId="{B91BC92D-F4B6-4F0D-92C0-E93BECBF3422}" dt="2023-04-07T09:28:42.231" v="0"/>
        <pc:sldMkLst>
          <pc:docMk/>
          <pc:sldMk cId="2668428287" sldId="2147471233"/>
        </pc:sldMkLst>
      </pc:sldChg>
    </pc:docChg>
  </pc:docChgLst>
  <pc:docChgLst>
    <pc:chgData name="Chen,Michael (HP Med RA) BII-CN-B" userId="d5e1e1c3-1b8e-4d7c-a738-2fc34bcfb3bb" providerId="ADAL" clId="{291A5FD0-F91E-4C99-B399-DCACFDAF989D}"/>
    <pc:docChg chg="modSld sldOrd">
      <pc:chgData name="Chen,Michael (HP Med RA) BII-CN-B" userId="d5e1e1c3-1b8e-4d7c-a738-2fc34bcfb3bb" providerId="ADAL" clId="{291A5FD0-F91E-4C99-B399-DCACFDAF989D}" dt="2023-08-24T09:43:48.272" v="1"/>
      <pc:docMkLst>
        <pc:docMk/>
      </pc:docMkLst>
      <pc:sldChg chg="ord">
        <pc:chgData name="Chen,Michael (HP Med RA) BII-CN-B" userId="d5e1e1c3-1b8e-4d7c-a738-2fc34bcfb3bb" providerId="ADAL" clId="{291A5FD0-F91E-4C99-B399-DCACFDAF989D}" dt="2023-08-24T09:43:48.272" v="1"/>
        <pc:sldMkLst>
          <pc:docMk/>
          <pc:sldMk cId="60498438" sldId="2147474086"/>
        </pc:sldMkLst>
      </pc:sldChg>
    </pc:docChg>
  </pc:docChgLst>
  <pc:docChgLst>
    <pc:chgData name="Wang,Yuan (HP Medicine) BII-CN-S" userId="S::yuan_2.wang@boehringer-ingelheim.com::358dc601-7626-4089-85ae-a53dd0075322" providerId="AD" clId="Web-{3756E390-E01D-C134-5C5A-FAB6E1C5210F}"/>
    <pc:docChg chg="modSld">
      <pc:chgData name="Wang,Yuan (HP Medicine) BII-CN-S" userId="S::yuan_2.wang@boehringer-ingelheim.com::358dc601-7626-4089-85ae-a53dd0075322" providerId="AD" clId="Web-{3756E390-E01D-C134-5C5A-FAB6E1C5210F}" dt="2023-04-04T08:45:02.673" v="124"/>
      <pc:docMkLst>
        <pc:docMk/>
      </pc:docMkLst>
      <pc:sldChg chg="modSp">
        <pc:chgData name="Wang,Yuan (HP Medicine) BII-CN-S" userId="S::yuan_2.wang@boehringer-ingelheim.com::358dc601-7626-4089-85ae-a53dd0075322" providerId="AD" clId="Web-{3756E390-E01D-C134-5C5A-FAB6E1C5210F}" dt="2023-04-04T08:45:02.673" v="124"/>
        <pc:sldMkLst>
          <pc:docMk/>
          <pc:sldMk cId="2755039485" sldId="2147471225"/>
        </pc:sldMkLst>
        <pc:graphicFrameChg chg="mod modGraphic">
          <ac:chgData name="Wang,Yuan (HP Medicine) BII-CN-S" userId="S::yuan_2.wang@boehringer-ingelheim.com::358dc601-7626-4089-85ae-a53dd0075322" providerId="AD" clId="Web-{3756E390-E01D-C134-5C5A-FAB6E1C5210F}" dt="2023-04-04T08:45:02.673" v="124"/>
          <ac:graphicFrameMkLst>
            <pc:docMk/>
            <pc:sldMk cId="2755039485" sldId="2147471225"/>
            <ac:graphicFrameMk id="12" creationId="{EE24276D-C300-4706-ACD2-32E108653E2B}"/>
          </ac:graphicFrameMkLst>
        </pc:graphicFrameChg>
      </pc:sldChg>
    </pc:docChg>
  </pc:docChgLst>
  <pc:docChgLst>
    <pc:chgData name="Lin,Julia (MED CD&amp;O) BI-TW-T" userId="2407819e-49bf-4c7b-96f7-ea5422769517" providerId="ADAL" clId="{97F461FE-3F77-4D72-92CF-2D91C9005990}"/>
    <pc:docChg chg="custSel modSld">
      <pc:chgData name="Lin,Julia (MED CD&amp;O) BI-TW-T" userId="2407819e-49bf-4c7b-96f7-ea5422769517" providerId="ADAL" clId="{97F461FE-3F77-4D72-92CF-2D91C9005990}" dt="2023-04-06T05:26:17.945" v="39"/>
      <pc:docMkLst>
        <pc:docMk/>
      </pc:docMkLst>
      <pc:sldChg chg="modSp mod modCm">
        <pc:chgData name="Lin,Julia (MED CD&amp;O) BI-TW-T" userId="2407819e-49bf-4c7b-96f7-ea5422769517" providerId="ADAL" clId="{97F461FE-3F77-4D72-92CF-2D91C9005990}" dt="2023-04-06T05:26:17.945" v="39"/>
        <pc:sldMkLst>
          <pc:docMk/>
          <pc:sldMk cId="3686398753" sldId="2147471220"/>
        </pc:sldMkLst>
        <pc:spChg chg="mod">
          <ac:chgData name="Lin,Julia (MED CD&amp;O) BI-TW-T" userId="2407819e-49bf-4c7b-96f7-ea5422769517" providerId="ADAL" clId="{97F461FE-3F77-4D72-92CF-2D91C9005990}" dt="2023-04-06T05:25:03.179" v="24" actId="20577"/>
          <ac:spMkLst>
            <pc:docMk/>
            <pc:sldMk cId="3686398753" sldId="2147471220"/>
            <ac:spMk id="5" creationId="{ED313FD7-3429-45C7-99CF-22A9E776C723}"/>
          </ac:spMkLst>
        </pc:spChg>
        <pc:spChg chg="mod">
          <ac:chgData name="Lin,Julia (MED CD&amp;O) BI-TW-T" userId="2407819e-49bf-4c7b-96f7-ea5422769517" providerId="ADAL" clId="{97F461FE-3F77-4D72-92CF-2D91C9005990}" dt="2023-04-06T05:24:14.078" v="9" actId="20577"/>
          <ac:spMkLst>
            <pc:docMk/>
            <pc:sldMk cId="3686398753" sldId="2147471220"/>
            <ac:spMk id="7" creationId="{3A8D0B6B-41F1-4B84-BCDB-B06914CE76BE}"/>
          </ac:spMkLst>
        </pc:spChg>
        <pc:graphicFrameChg chg="modGraphic">
          <ac:chgData name="Lin,Julia (MED CD&amp;O) BI-TW-T" userId="2407819e-49bf-4c7b-96f7-ea5422769517" providerId="ADAL" clId="{97F461FE-3F77-4D72-92CF-2D91C9005990}" dt="2023-04-06T05:24:54.333" v="18" actId="207"/>
          <ac:graphicFrameMkLst>
            <pc:docMk/>
            <pc:sldMk cId="3686398753" sldId="2147471220"/>
            <ac:graphicFrameMk id="8" creationId="{E882D303-5A05-4993-9B82-3744EFFDB6DC}"/>
          </ac:graphicFrameMkLst>
        </pc:graphicFrameChg>
      </pc:sldChg>
      <pc:sldChg chg="modSp mod">
        <pc:chgData name="Lin,Julia (MED CD&amp;O) BI-TW-T" userId="2407819e-49bf-4c7b-96f7-ea5422769517" providerId="ADAL" clId="{97F461FE-3F77-4D72-92CF-2D91C9005990}" dt="2023-04-06T05:25:39.684" v="38" actId="207"/>
        <pc:sldMkLst>
          <pc:docMk/>
          <pc:sldMk cId="1041517860" sldId="2147471221"/>
        </pc:sldMkLst>
        <pc:spChg chg="mod">
          <ac:chgData name="Lin,Julia (MED CD&amp;O) BI-TW-T" userId="2407819e-49bf-4c7b-96f7-ea5422769517" providerId="ADAL" clId="{97F461FE-3F77-4D72-92CF-2D91C9005990}" dt="2023-04-06T05:25:25.547" v="34" actId="20577"/>
          <ac:spMkLst>
            <pc:docMk/>
            <pc:sldMk cId="1041517860" sldId="2147471221"/>
            <ac:spMk id="10" creationId="{F4C6B61C-982F-46D1-BDD3-32EC9C1D272D}"/>
          </ac:spMkLst>
        </pc:spChg>
        <pc:graphicFrameChg chg="modGraphic">
          <ac:chgData name="Lin,Julia (MED CD&amp;O) BI-TW-T" userId="2407819e-49bf-4c7b-96f7-ea5422769517" providerId="ADAL" clId="{97F461FE-3F77-4D72-92CF-2D91C9005990}" dt="2023-04-06T05:25:39.684" v="38" actId="207"/>
          <ac:graphicFrameMkLst>
            <pc:docMk/>
            <pc:sldMk cId="1041517860" sldId="2147471221"/>
            <ac:graphicFrameMk id="9" creationId="{20C60C15-BE4D-4C66-B21A-A740913B0202}"/>
          </ac:graphicFrameMkLst>
        </pc:graphicFrameChg>
      </pc:sldChg>
    </pc:docChg>
  </pc:docChgLst>
  <pc:docChgLst>
    <pc:chgData name="Li,Yuting (HP Medicine) BII-CN-S" userId="ce8fbb54-122c-426d-b8da-fdcc5e1b5022" providerId="ADAL" clId="{733EACE4-5B10-4B6D-8B56-60F205FC28BB}"/>
    <pc:docChg chg="undo custSel addSld delSld modSld sldOrd">
      <pc:chgData name="Li,Yuting (HP Medicine) BII-CN-S" userId="ce8fbb54-122c-426d-b8da-fdcc5e1b5022" providerId="ADAL" clId="{733EACE4-5B10-4B6D-8B56-60F205FC28BB}" dt="2022-02-13T02:52:27.900" v="868" actId="207"/>
      <pc:docMkLst>
        <pc:docMk/>
      </pc:docMkLst>
      <pc:sldChg chg="modSp mod">
        <pc:chgData name="Li,Yuting (HP Medicine) BII-CN-S" userId="ce8fbb54-122c-426d-b8da-fdcc5e1b5022" providerId="ADAL" clId="{733EACE4-5B10-4B6D-8B56-60F205FC28BB}" dt="2022-02-12T06:39:26.286" v="307" actId="6549"/>
        <pc:sldMkLst>
          <pc:docMk/>
          <pc:sldMk cId="3524290913" sldId="887"/>
        </pc:sldMkLst>
        <pc:spChg chg="mod">
          <ac:chgData name="Li,Yuting (HP Medicine) BII-CN-S" userId="ce8fbb54-122c-426d-b8da-fdcc5e1b5022" providerId="ADAL" clId="{733EACE4-5B10-4B6D-8B56-60F205FC28BB}" dt="2022-02-12T06:24:14.629" v="25" actId="20577"/>
          <ac:spMkLst>
            <pc:docMk/>
            <pc:sldMk cId="3524290913" sldId="887"/>
            <ac:spMk id="100" creationId="{9224C17E-1AA1-4096-A3FD-25D6FD8BA444}"/>
          </ac:spMkLst>
        </pc:spChg>
        <pc:spChg chg="mod">
          <ac:chgData name="Li,Yuting (HP Medicine) BII-CN-S" userId="ce8fbb54-122c-426d-b8da-fdcc5e1b5022" providerId="ADAL" clId="{733EACE4-5B10-4B6D-8B56-60F205FC28BB}" dt="2022-02-12T06:29:47.364" v="117" actId="1037"/>
          <ac:spMkLst>
            <pc:docMk/>
            <pc:sldMk cId="3524290913" sldId="887"/>
            <ac:spMk id="143" creationId="{BB8CA441-CAF3-49DE-9132-10328C7407DA}"/>
          </ac:spMkLst>
        </pc:spChg>
        <pc:spChg chg="mod">
          <ac:chgData name="Li,Yuting (HP Medicine) BII-CN-S" userId="ce8fbb54-122c-426d-b8da-fdcc5e1b5022" providerId="ADAL" clId="{733EACE4-5B10-4B6D-8B56-60F205FC28BB}" dt="2022-02-12T06:30:24.508" v="125" actId="1076"/>
          <ac:spMkLst>
            <pc:docMk/>
            <pc:sldMk cId="3524290913" sldId="887"/>
            <ac:spMk id="145" creationId="{9224C17E-1AA1-4096-A3FD-25D6FD8BA444}"/>
          </ac:spMkLst>
        </pc:spChg>
        <pc:spChg chg="mod">
          <ac:chgData name="Li,Yuting (HP Medicine) BII-CN-S" userId="ce8fbb54-122c-426d-b8da-fdcc5e1b5022" providerId="ADAL" clId="{733EACE4-5B10-4B6D-8B56-60F205FC28BB}" dt="2022-02-12T06:29:54.128" v="118" actId="1076"/>
          <ac:spMkLst>
            <pc:docMk/>
            <pc:sldMk cId="3524290913" sldId="887"/>
            <ac:spMk id="149" creationId="{00000000-0000-0000-0000-000000000000}"/>
          </ac:spMkLst>
        </pc:spChg>
        <pc:spChg chg="mod">
          <ac:chgData name="Li,Yuting (HP Medicine) BII-CN-S" userId="ce8fbb54-122c-426d-b8da-fdcc5e1b5022" providerId="ADAL" clId="{733EACE4-5B10-4B6D-8B56-60F205FC28BB}" dt="2022-02-12T06:29:47.364" v="117" actId="1037"/>
          <ac:spMkLst>
            <pc:docMk/>
            <pc:sldMk cId="3524290913" sldId="887"/>
            <ac:spMk id="151" creationId="{00000000-0000-0000-0000-000000000000}"/>
          </ac:spMkLst>
        </pc:spChg>
        <pc:spChg chg="mod">
          <ac:chgData name="Li,Yuting (HP Medicine) BII-CN-S" userId="ce8fbb54-122c-426d-b8da-fdcc5e1b5022" providerId="ADAL" clId="{733EACE4-5B10-4B6D-8B56-60F205FC28BB}" dt="2022-02-12T06:29:47.364" v="117" actId="1037"/>
          <ac:spMkLst>
            <pc:docMk/>
            <pc:sldMk cId="3524290913" sldId="887"/>
            <ac:spMk id="152" creationId="{A0625694-4FCE-4EE7-92E6-C9D58783651F}"/>
          </ac:spMkLst>
        </pc:spChg>
        <pc:spChg chg="mod">
          <ac:chgData name="Li,Yuting (HP Medicine) BII-CN-S" userId="ce8fbb54-122c-426d-b8da-fdcc5e1b5022" providerId="ADAL" clId="{733EACE4-5B10-4B6D-8B56-60F205FC28BB}" dt="2022-02-12T06:29:47.364" v="117" actId="1037"/>
          <ac:spMkLst>
            <pc:docMk/>
            <pc:sldMk cId="3524290913" sldId="887"/>
            <ac:spMk id="153" creationId="{00000000-0000-0000-0000-000000000000}"/>
          </ac:spMkLst>
        </pc:spChg>
        <pc:spChg chg="mod">
          <ac:chgData name="Li,Yuting (HP Medicine) BII-CN-S" userId="ce8fbb54-122c-426d-b8da-fdcc5e1b5022" providerId="ADAL" clId="{733EACE4-5B10-4B6D-8B56-60F205FC28BB}" dt="2022-02-12T06:31:31.195" v="194" actId="1076"/>
          <ac:spMkLst>
            <pc:docMk/>
            <pc:sldMk cId="3524290913" sldId="887"/>
            <ac:spMk id="154" creationId="{9224C17E-1AA1-4096-A3FD-25D6FD8BA444}"/>
          </ac:spMkLst>
        </pc:spChg>
        <pc:spChg chg="mod">
          <ac:chgData name="Li,Yuting (HP Medicine) BII-CN-S" userId="ce8fbb54-122c-426d-b8da-fdcc5e1b5022" providerId="ADAL" clId="{733EACE4-5B10-4B6D-8B56-60F205FC28BB}" dt="2022-02-12T06:22:35.507" v="8" actId="1076"/>
          <ac:spMkLst>
            <pc:docMk/>
            <pc:sldMk cId="3524290913" sldId="887"/>
            <ac:spMk id="166" creationId="{4EFF5992-CD5C-40C0-A183-FB6D9A6C0FCB}"/>
          </ac:spMkLst>
        </pc:spChg>
        <pc:spChg chg="mod">
          <ac:chgData name="Li,Yuting (HP Medicine) BII-CN-S" userId="ce8fbb54-122c-426d-b8da-fdcc5e1b5022" providerId="ADAL" clId="{733EACE4-5B10-4B6D-8B56-60F205FC28BB}" dt="2022-02-12T06:29:05.921" v="93" actId="20577"/>
          <ac:spMkLst>
            <pc:docMk/>
            <pc:sldMk cId="3524290913" sldId="887"/>
            <ac:spMk id="168" creationId="{292D059F-1772-4A1B-A880-182E2E12EAEF}"/>
          </ac:spMkLst>
        </pc:spChg>
        <pc:spChg chg="mod">
          <ac:chgData name="Li,Yuting (HP Medicine) BII-CN-S" userId="ce8fbb54-122c-426d-b8da-fdcc5e1b5022" providerId="ADAL" clId="{733EACE4-5B10-4B6D-8B56-60F205FC28BB}" dt="2022-02-12T06:39:26.286" v="307" actId="6549"/>
          <ac:spMkLst>
            <pc:docMk/>
            <pc:sldMk cId="3524290913" sldId="887"/>
            <ac:spMk id="178" creationId="{028381EB-A3B2-4E56-92CC-F1B8B418A083}"/>
          </ac:spMkLst>
        </pc:spChg>
        <pc:spChg chg="mod">
          <ac:chgData name="Li,Yuting (HP Medicine) BII-CN-S" userId="ce8fbb54-122c-426d-b8da-fdcc5e1b5022" providerId="ADAL" clId="{733EACE4-5B10-4B6D-8B56-60F205FC28BB}" dt="2022-02-12T06:38:32.973" v="302" actId="14100"/>
          <ac:spMkLst>
            <pc:docMk/>
            <pc:sldMk cId="3524290913" sldId="887"/>
            <ac:spMk id="179" creationId="{76B2B073-55B9-489E-9DB2-DE54D32D033F}"/>
          </ac:spMkLst>
        </pc:spChg>
        <pc:spChg chg="mod">
          <ac:chgData name="Li,Yuting (HP Medicine) BII-CN-S" userId="ce8fbb54-122c-426d-b8da-fdcc5e1b5022" providerId="ADAL" clId="{733EACE4-5B10-4B6D-8B56-60F205FC28BB}" dt="2022-02-12T06:22:57.814" v="17" actId="20577"/>
          <ac:spMkLst>
            <pc:docMk/>
            <pc:sldMk cId="3524290913" sldId="887"/>
            <ac:spMk id="233" creationId="{9224C17E-1AA1-4096-A3FD-25D6FD8BA444}"/>
          </ac:spMkLst>
        </pc:spChg>
        <pc:cxnChg chg="mod">
          <ac:chgData name="Li,Yuting (HP Medicine) BII-CN-S" userId="ce8fbb54-122c-426d-b8da-fdcc5e1b5022" providerId="ADAL" clId="{733EACE4-5B10-4B6D-8B56-60F205FC28BB}" dt="2022-02-12T06:30:10.947" v="121" actId="14100"/>
          <ac:cxnSpMkLst>
            <pc:docMk/>
            <pc:sldMk cId="3524290913" sldId="887"/>
            <ac:cxnSpMk id="144" creationId="{9C165100-0114-4167-8FF0-BFF01B293D04}"/>
          </ac:cxnSpMkLst>
        </pc:cxnChg>
        <pc:cxnChg chg="mod">
          <ac:chgData name="Li,Yuting (HP Medicine) BII-CN-S" userId="ce8fbb54-122c-426d-b8da-fdcc5e1b5022" providerId="ADAL" clId="{733EACE4-5B10-4B6D-8B56-60F205FC28BB}" dt="2022-02-12T06:22:38.788" v="9" actId="1076"/>
          <ac:cxnSpMkLst>
            <pc:docMk/>
            <pc:sldMk cId="3524290913" sldId="887"/>
            <ac:cxnSpMk id="156" creationId="{17FE68B3-3D4B-41B3-A72D-D4B1F0408B02}"/>
          </ac:cxnSpMkLst>
        </pc:cxnChg>
      </pc:sldChg>
      <pc:sldChg chg="modSp mod ord">
        <pc:chgData name="Li,Yuting (HP Medicine) BII-CN-S" userId="ce8fbb54-122c-426d-b8da-fdcc5e1b5022" providerId="ADAL" clId="{733EACE4-5B10-4B6D-8B56-60F205FC28BB}" dt="2022-02-12T07:12:17.082" v="479" actId="20577"/>
        <pc:sldMkLst>
          <pc:docMk/>
          <pc:sldMk cId="669747058" sldId="6596"/>
        </pc:sldMkLst>
        <pc:spChg chg="mod">
          <ac:chgData name="Li,Yuting (HP Medicine) BII-CN-S" userId="ce8fbb54-122c-426d-b8da-fdcc5e1b5022" providerId="ADAL" clId="{733EACE4-5B10-4B6D-8B56-60F205FC28BB}" dt="2022-02-12T07:12:17.082" v="479" actId="20577"/>
          <ac:spMkLst>
            <pc:docMk/>
            <pc:sldMk cId="669747058" sldId="6596"/>
            <ac:spMk id="58" creationId="{F5A6B9FE-5135-46CA-B020-47DC5CCE42EF}"/>
          </ac:spMkLst>
        </pc:spChg>
        <pc:spChg chg="mod">
          <ac:chgData name="Li,Yuting (HP Medicine) BII-CN-S" userId="ce8fbb54-122c-426d-b8da-fdcc5e1b5022" providerId="ADAL" clId="{733EACE4-5B10-4B6D-8B56-60F205FC28BB}" dt="2022-02-12T06:44:23.163" v="322" actId="6549"/>
          <ac:spMkLst>
            <pc:docMk/>
            <pc:sldMk cId="669747058" sldId="6596"/>
            <ac:spMk id="70" creationId="{A1E70551-578A-4B35-ACAC-04BA6E603952}"/>
          </ac:spMkLst>
        </pc:spChg>
      </pc:sldChg>
      <pc:sldChg chg="addSp delSp modSp mod ord">
        <pc:chgData name="Li,Yuting (HP Medicine) BII-CN-S" userId="ce8fbb54-122c-426d-b8da-fdcc5e1b5022" providerId="ADAL" clId="{733EACE4-5B10-4B6D-8B56-60F205FC28BB}" dt="2022-02-13T02:34:18.472" v="758" actId="20577"/>
        <pc:sldMkLst>
          <pc:docMk/>
          <pc:sldMk cId="4190632771" sldId="6600"/>
        </pc:sldMkLst>
        <pc:spChg chg="add mod">
          <ac:chgData name="Li,Yuting (HP Medicine) BII-CN-S" userId="ce8fbb54-122c-426d-b8da-fdcc5e1b5022" providerId="ADAL" clId="{733EACE4-5B10-4B6D-8B56-60F205FC28BB}" dt="2022-02-12T07:20:25.485" v="651" actId="207"/>
          <ac:spMkLst>
            <pc:docMk/>
            <pc:sldMk cId="4190632771" sldId="6600"/>
            <ac:spMk id="5" creationId="{37B86A22-B014-404A-81B0-8254054E546B}"/>
          </ac:spMkLst>
        </pc:spChg>
        <pc:spChg chg="mod">
          <ac:chgData name="Li,Yuting (HP Medicine) BII-CN-S" userId="ce8fbb54-122c-426d-b8da-fdcc5e1b5022" providerId="ADAL" clId="{733EACE4-5B10-4B6D-8B56-60F205FC28BB}" dt="2022-02-12T07:19:00.752" v="628" actId="14100"/>
          <ac:spMkLst>
            <pc:docMk/>
            <pc:sldMk cId="4190632771" sldId="6600"/>
            <ac:spMk id="21" creationId="{2F87FEBD-9E2E-44CD-BBC3-AEEFC1B66679}"/>
          </ac:spMkLst>
        </pc:spChg>
        <pc:spChg chg="add del mod">
          <ac:chgData name="Li,Yuting (HP Medicine) BII-CN-S" userId="ce8fbb54-122c-426d-b8da-fdcc5e1b5022" providerId="ADAL" clId="{733EACE4-5B10-4B6D-8B56-60F205FC28BB}" dt="2022-02-12T07:18:43.506" v="627" actId="20577"/>
          <ac:spMkLst>
            <pc:docMk/>
            <pc:sldMk cId="4190632771" sldId="6600"/>
            <ac:spMk id="99" creationId="{D11E8C8E-EA83-4AF2-B5EA-9A0D5FDC196B}"/>
          </ac:spMkLst>
        </pc:spChg>
        <pc:spChg chg="add del mod">
          <ac:chgData name="Li,Yuting (HP Medicine) BII-CN-S" userId="ce8fbb54-122c-426d-b8da-fdcc5e1b5022" providerId="ADAL" clId="{733EACE4-5B10-4B6D-8B56-60F205FC28BB}" dt="2022-02-12T07:19:04.851" v="629" actId="478"/>
          <ac:spMkLst>
            <pc:docMk/>
            <pc:sldMk cId="4190632771" sldId="6600"/>
            <ac:spMk id="122" creationId="{8D54ED51-F55A-4F0F-A129-05E96E82D05E}"/>
          </ac:spMkLst>
        </pc:spChg>
        <pc:spChg chg="mod">
          <ac:chgData name="Li,Yuting (HP Medicine) BII-CN-S" userId="ce8fbb54-122c-426d-b8da-fdcc5e1b5022" providerId="ADAL" clId="{733EACE4-5B10-4B6D-8B56-60F205FC28BB}" dt="2022-02-13T02:33:23.914" v="751" actId="14100"/>
          <ac:spMkLst>
            <pc:docMk/>
            <pc:sldMk cId="4190632771" sldId="6600"/>
            <ac:spMk id="163" creationId="{CCF09699-0FD8-451C-94E9-55247AF7A353}"/>
          </ac:spMkLst>
        </pc:spChg>
        <pc:spChg chg="mod">
          <ac:chgData name="Li,Yuting (HP Medicine) BII-CN-S" userId="ce8fbb54-122c-426d-b8da-fdcc5e1b5022" providerId="ADAL" clId="{733EACE4-5B10-4B6D-8B56-60F205FC28BB}" dt="2022-02-13T02:34:18.472" v="758" actId="20577"/>
          <ac:spMkLst>
            <pc:docMk/>
            <pc:sldMk cId="4190632771" sldId="6600"/>
            <ac:spMk id="165" creationId="{79D4E5D7-2DDF-486B-B409-6264CDBF9508}"/>
          </ac:spMkLst>
        </pc:spChg>
        <pc:grpChg chg="mod">
          <ac:chgData name="Li,Yuting (HP Medicine) BII-CN-S" userId="ce8fbb54-122c-426d-b8da-fdcc5e1b5022" providerId="ADAL" clId="{733EACE4-5B10-4B6D-8B56-60F205FC28BB}" dt="2022-02-13T02:31:09.730" v="750" actId="1076"/>
          <ac:grpSpMkLst>
            <pc:docMk/>
            <pc:sldMk cId="4190632771" sldId="6600"/>
            <ac:grpSpMk id="59" creationId="{00000000-0000-0000-0000-000000000000}"/>
          </ac:grpSpMkLst>
        </pc:grpChg>
      </pc:sldChg>
      <pc:sldChg chg="del">
        <pc:chgData name="Li,Yuting (HP Medicine) BII-CN-S" userId="ce8fbb54-122c-426d-b8da-fdcc5e1b5022" providerId="ADAL" clId="{733EACE4-5B10-4B6D-8B56-60F205FC28BB}" dt="2022-02-13T02:24:32.154" v="749" actId="47"/>
        <pc:sldMkLst>
          <pc:docMk/>
          <pc:sldMk cId="4075353010" sldId="6610"/>
        </pc:sldMkLst>
      </pc:sldChg>
      <pc:sldChg chg="addSp delSp modSp add mod">
        <pc:chgData name="Li,Yuting (HP Medicine) BII-CN-S" userId="ce8fbb54-122c-426d-b8da-fdcc5e1b5022" providerId="ADAL" clId="{733EACE4-5B10-4B6D-8B56-60F205FC28BB}" dt="2022-02-13T02:39:44.129" v="867" actId="108"/>
        <pc:sldMkLst>
          <pc:docMk/>
          <pc:sldMk cId="2253265356" sldId="2141413456"/>
        </pc:sldMkLst>
        <pc:spChg chg="mod">
          <ac:chgData name="Li,Yuting (HP Medicine) BII-CN-S" userId="ce8fbb54-122c-426d-b8da-fdcc5e1b5022" providerId="ADAL" clId="{733EACE4-5B10-4B6D-8B56-60F205FC28BB}" dt="2022-02-13T02:39:44.129" v="867" actId="108"/>
          <ac:spMkLst>
            <pc:docMk/>
            <pc:sldMk cId="2253265356" sldId="2141413456"/>
            <ac:spMk id="3" creationId="{00000000-0000-0000-0000-000000000000}"/>
          </ac:spMkLst>
        </pc:spChg>
        <pc:spChg chg="del">
          <ac:chgData name="Li,Yuting (HP Medicine) BII-CN-S" userId="ce8fbb54-122c-426d-b8da-fdcc5e1b5022" providerId="ADAL" clId="{733EACE4-5B10-4B6D-8B56-60F205FC28BB}" dt="2022-02-13T02:36:04.615" v="762" actId="478"/>
          <ac:spMkLst>
            <pc:docMk/>
            <pc:sldMk cId="2253265356" sldId="2141413456"/>
            <ac:spMk id="6" creationId="{16FC5BEA-F790-41CD-A7AA-C724B35B6175}"/>
          </ac:spMkLst>
        </pc:spChg>
        <pc:spChg chg="del">
          <ac:chgData name="Li,Yuting (HP Medicine) BII-CN-S" userId="ce8fbb54-122c-426d-b8da-fdcc5e1b5022" providerId="ADAL" clId="{733EACE4-5B10-4B6D-8B56-60F205FC28BB}" dt="2022-02-13T02:36:10.560" v="764" actId="478"/>
          <ac:spMkLst>
            <pc:docMk/>
            <pc:sldMk cId="2253265356" sldId="2141413456"/>
            <ac:spMk id="9" creationId="{27B4A62E-BBF1-4CCF-9C0E-14E4A409535B}"/>
          </ac:spMkLst>
        </pc:spChg>
        <pc:spChg chg="mod">
          <ac:chgData name="Li,Yuting (HP Medicine) BII-CN-S" userId="ce8fbb54-122c-426d-b8da-fdcc5e1b5022" providerId="ADAL" clId="{733EACE4-5B10-4B6D-8B56-60F205FC28BB}" dt="2022-02-13T02:37:50.850" v="815" actId="1076"/>
          <ac:spMkLst>
            <pc:docMk/>
            <pc:sldMk cId="2253265356" sldId="2141413456"/>
            <ac:spMk id="69" creationId="{F8CDBEB3-5ADD-4AC6-BF3F-926498C5AFEF}"/>
          </ac:spMkLst>
        </pc:spChg>
        <pc:spChg chg="add del mod">
          <ac:chgData name="Li,Yuting (HP Medicine) BII-CN-S" userId="ce8fbb54-122c-426d-b8da-fdcc5e1b5022" providerId="ADAL" clId="{733EACE4-5B10-4B6D-8B56-60F205FC28BB}" dt="2022-02-13T02:38:15.353" v="820"/>
          <ac:spMkLst>
            <pc:docMk/>
            <pc:sldMk cId="2253265356" sldId="2141413456"/>
            <ac:spMk id="85" creationId="{3DD65B05-87A8-4FAF-BF63-67206AE2C1C0}"/>
          </ac:spMkLst>
        </pc:spChg>
        <pc:spChg chg="add mod">
          <ac:chgData name="Li,Yuting (HP Medicine) BII-CN-S" userId="ce8fbb54-122c-426d-b8da-fdcc5e1b5022" providerId="ADAL" clId="{733EACE4-5B10-4B6D-8B56-60F205FC28BB}" dt="2022-02-13T02:38:29.063" v="828" actId="20577"/>
          <ac:spMkLst>
            <pc:docMk/>
            <pc:sldMk cId="2253265356" sldId="2141413456"/>
            <ac:spMk id="88" creationId="{B555F102-5B52-4610-A6D9-66E25F269809}"/>
          </ac:spMkLst>
        </pc:spChg>
        <pc:spChg chg="mod">
          <ac:chgData name="Li,Yuting (HP Medicine) BII-CN-S" userId="ce8fbb54-122c-426d-b8da-fdcc5e1b5022" providerId="ADAL" clId="{733EACE4-5B10-4B6D-8B56-60F205FC28BB}" dt="2022-02-13T02:38:12.449" v="819" actId="1076"/>
          <ac:spMkLst>
            <pc:docMk/>
            <pc:sldMk cId="2253265356" sldId="2141413456"/>
            <ac:spMk id="89" creationId="{7BD92CFC-0106-4FF4-A530-1AD27981172B}"/>
          </ac:spMkLst>
        </pc:spChg>
        <pc:spChg chg="add mod">
          <ac:chgData name="Li,Yuting (HP Medicine) BII-CN-S" userId="ce8fbb54-122c-426d-b8da-fdcc5e1b5022" providerId="ADAL" clId="{733EACE4-5B10-4B6D-8B56-60F205FC28BB}" dt="2022-02-13T02:39:11.707" v="862" actId="20577"/>
          <ac:spMkLst>
            <pc:docMk/>
            <pc:sldMk cId="2253265356" sldId="2141413456"/>
            <ac:spMk id="90" creationId="{F9345081-D2EC-4F9D-A965-3B9D77318B16}"/>
          </ac:spMkLst>
        </pc:spChg>
        <pc:spChg chg="mod">
          <ac:chgData name="Li,Yuting (HP Medicine) BII-CN-S" userId="ce8fbb54-122c-426d-b8da-fdcc5e1b5022" providerId="ADAL" clId="{733EACE4-5B10-4B6D-8B56-60F205FC28BB}" dt="2022-02-13T02:38:03.643" v="816" actId="1076"/>
          <ac:spMkLst>
            <pc:docMk/>
            <pc:sldMk cId="2253265356" sldId="2141413456"/>
            <ac:spMk id="93" creationId="{89F1A44D-1840-4032-9CB7-814843983D00}"/>
          </ac:spMkLst>
        </pc:spChg>
        <pc:cxnChg chg="del mod">
          <ac:chgData name="Li,Yuting (HP Medicine) BII-CN-S" userId="ce8fbb54-122c-426d-b8da-fdcc5e1b5022" providerId="ADAL" clId="{733EACE4-5B10-4B6D-8B56-60F205FC28BB}" dt="2022-02-13T02:36:07.521" v="763" actId="478"/>
          <ac:cxnSpMkLst>
            <pc:docMk/>
            <pc:sldMk cId="2253265356" sldId="2141413456"/>
            <ac:cxnSpMk id="8" creationId="{F39E5AFD-6257-4C56-BCFA-2664A7C877AD}"/>
          </ac:cxnSpMkLst>
        </pc:cxnChg>
        <pc:cxnChg chg="add del mod">
          <ac:chgData name="Li,Yuting (HP Medicine) BII-CN-S" userId="ce8fbb54-122c-426d-b8da-fdcc5e1b5022" providerId="ADAL" clId="{733EACE4-5B10-4B6D-8B56-60F205FC28BB}" dt="2022-02-13T02:37:50.850" v="815" actId="1076"/>
          <ac:cxnSpMkLst>
            <pc:docMk/>
            <pc:sldMk cId="2253265356" sldId="2141413456"/>
            <ac:cxnSpMk id="75" creationId="{84CF6E8C-6365-426D-A31E-B77ECF1CC701}"/>
          </ac:cxnSpMkLst>
        </pc:cxnChg>
      </pc:sldChg>
      <pc:sldChg chg="modSp mod ord">
        <pc:chgData name="Li,Yuting (HP Medicine) BII-CN-S" userId="ce8fbb54-122c-426d-b8da-fdcc5e1b5022" providerId="ADAL" clId="{733EACE4-5B10-4B6D-8B56-60F205FC28BB}" dt="2022-02-12T06:43:07.166" v="317" actId="207"/>
        <pc:sldMkLst>
          <pc:docMk/>
          <pc:sldMk cId="2385435140" sldId="2141413499"/>
        </pc:sldMkLst>
        <pc:spChg chg="mod">
          <ac:chgData name="Li,Yuting (HP Medicine) BII-CN-S" userId="ce8fbb54-122c-426d-b8da-fdcc5e1b5022" providerId="ADAL" clId="{733EACE4-5B10-4B6D-8B56-60F205FC28BB}" dt="2022-02-12T06:42:31.530" v="314" actId="6549"/>
          <ac:spMkLst>
            <pc:docMk/>
            <pc:sldMk cId="2385435140" sldId="2141413499"/>
            <ac:spMk id="8" creationId="{AB6B86DF-C3F1-4F9C-A1B2-78D9A08756E9}"/>
          </ac:spMkLst>
        </pc:spChg>
        <pc:spChg chg="mod">
          <ac:chgData name="Li,Yuting (HP Medicine) BII-CN-S" userId="ce8fbb54-122c-426d-b8da-fdcc5e1b5022" providerId="ADAL" clId="{733EACE4-5B10-4B6D-8B56-60F205FC28BB}" dt="2022-02-12T06:42:05.391" v="313" actId="6549"/>
          <ac:spMkLst>
            <pc:docMk/>
            <pc:sldMk cId="2385435140" sldId="2141413499"/>
            <ac:spMk id="41" creationId="{80672632-5059-4D01-BB59-096554D9CD3A}"/>
          </ac:spMkLst>
        </pc:spChg>
        <pc:spChg chg="mod">
          <ac:chgData name="Li,Yuting (HP Medicine) BII-CN-S" userId="ce8fbb54-122c-426d-b8da-fdcc5e1b5022" providerId="ADAL" clId="{733EACE4-5B10-4B6D-8B56-60F205FC28BB}" dt="2022-02-12T06:43:07.166" v="317" actId="207"/>
          <ac:spMkLst>
            <pc:docMk/>
            <pc:sldMk cId="2385435140" sldId="2141413499"/>
            <ac:spMk id="54" creationId="{35388CBC-F652-48EA-A3C1-83DD6A5290AF}"/>
          </ac:spMkLst>
        </pc:spChg>
        <pc:grpChg chg="mod">
          <ac:chgData name="Li,Yuting (HP Medicine) BII-CN-S" userId="ce8fbb54-122c-426d-b8da-fdcc5e1b5022" providerId="ADAL" clId="{733EACE4-5B10-4B6D-8B56-60F205FC28BB}" dt="2022-02-12T06:41:55.595" v="312" actId="1076"/>
          <ac:grpSpMkLst>
            <pc:docMk/>
            <pc:sldMk cId="2385435140" sldId="2141413499"/>
            <ac:grpSpMk id="71" creationId="{00000000-0000-0000-0000-000000000000}"/>
          </ac:grpSpMkLst>
        </pc:grpChg>
      </pc:sldChg>
      <pc:sldChg chg="add del">
        <pc:chgData name="Li,Yuting (HP Medicine) BII-CN-S" userId="ce8fbb54-122c-426d-b8da-fdcc5e1b5022" providerId="ADAL" clId="{733EACE4-5B10-4B6D-8B56-60F205FC28BB}" dt="2022-02-13T02:19:02.396" v="741" actId="47"/>
        <pc:sldMkLst>
          <pc:docMk/>
          <pc:sldMk cId="3516945498" sldId="2141414045"/>
        </pc:sldMkLst>
      </pc:sldChg>
      <pc:sldChg chg="del">
        <pc:chgData name="Li,Yuting (HP Medicine) BII-CN-S" userId="ce8fbb54-122c-426d-b8da-fdcc5e1b5022" providerId="ADAL" clId="{733EACE4-5B10-4B6D-8B56-60F205FC28BB}" dt="2022-02-12T06:16:26.632" v="0" actId="47"/>
        <pc:sldMkLst>
          <pc:docMk/>
          <pc:sldMk cId="3766878403" sldId="2141414049"/>
        </pc:sldMkLst>
      </pc:sldChg>
      <pc:sldChg chg="add">
        <pc:chgData name="Li,Yuting (HP Medicine) BII-CN-S" userId="ce8fbb54-122c-426d-b8da-fdcc5e1b5022" providerId="ADAL" clId="{733EACE4-5B10-4B6D-8B56-60F205FC28BB}" dt="2022-02-12T06:17:43.806" v="6"/>
        <pc:sldMkLst>
          <pc:docMk/>
          <pc:sldMk cId="4223085731" sldId="2141414060"/>
        </pc:sldMkLst>
      </pc:sldChg>
      <pc:sldChg chg="add">
        <pc:chgData name="Li,Yuting (HP Medicine) BII-CN-S" userId="ce8fbb54-122c-426d-b8da-fdcc5e1b5022" providerId="ADAL" clId="{733EACE4-5B10-4B6D-8B56-60F205FC28BB}" dt="2022-02-12T06:17:43.806" v="6"/>
        <pc:sldMkLst>
          <pc:docMk/>
          <pc:sldMk cId="3318799487" sldId="2141414082"/>
        </pc:sldMkLst>
      </pc:sldChg>
      <pc:sldChg chg="modSp del mod">
        <pc:chgData name="Li,Yuting (HP Medicine) BII-CN-S" userId="ce8fbb54-122c-426d-b8da-fdcc5e1b5022" providerId="ADAL" clId="{733EACE4-5B10-4B6D-8B56-60F205FC28BB}" dt="2022-02-13T02:18:12.630" v="683" actId="20577"/>
        <pc:sldMkLst>
          <pc:docMk/>
          <pc:sldMk cId="4267623655" sldId="2141414117"/>
        </pc:sldMkLst>
        <pc:spChg chg="mod">
          <ac:chgData name="Li,Yuting (HP Medicine) BII-CN-S" userId="ce8fbb54-122c-426d-b8da-fdcc5e1b5022" providerId="ADAL" clId="{733EACE4-5B10-4B6D-8B56-60F205FC28BB}" dt="2022-02-13T02:18:12.630" v="683" actId="20577"/>
          <ac:spMkLst>
            <pc:docMk/>
            <pc:sldMk cId="4267623655" sldId="2141414117"/>
            <ac:spMk id="4" creationId="{00000000-0000-0000-0000-000000000000}"/>
          </ac:spMkLst>
        </pc:spChg>
      </pc:sldChg>
      <pc:sldChg chg="add del">
        <pc:chgData name="Li,Yuting (HP Medicine) BII-CN-S" userId="ce8fbb54-122c-426d-b8da-fdcc5e1b5022" providerId="ADAL" clId="{733EACE4-5B10-4B6D-8B56-60F205FC28BB}" dt="2022-02-12T07:12:54.295" v="482"/>
        <pc:sldMkLst>
          <pc:docMk/>
          <pc:sldMk cId="1492430006" sldId="2147377131"/>
        </pc:sldMkLst>
      </pc:sldChg>
      <pc:sldChg chg="del">
        <pc:chgData name="Li,Yuting (HP Medicine) BII-CN-S" userId="ce8fbb54-122c-426d-b8da-fdcc5e1b5022" providerId="ADAL" clId="{733EACE4-5B10-4B6D-8B56-60F205FC28BB}" dt="2022-02-12T06:17:56.878" v="7" actId="47"/>
        <pc:sldMkLst>
          <pc:docMk/>
          <pc:sldMk cId="1714009953" sldId="2147377132"/>
        </pc:sldMkLst>
      </pc:sldChg>
      <pc:sldChg chg="add del">
        <pc:chgData name="Li,Yuting (HP Medicine) BII-CN-S" userId="ce8fbb54-122c-426d-b8da-fdcc5e1b5022" providerId="ADAL" clId="{733EACE4-5B10-4B6D-8B56-60F205FC28BB}" dt="2022-02-12T07:12:54.295" v="482"/>
        <pc:sldMkLst>
          <pc:docMk/>
          <pc:sldMk cId="1167192122" sldId="2147377133"/>
        </pc:sldMkLst>
      </pc:sldChg>
      <pc:sldChg chg="addSp delSp modSp mod">
        <pc:chgData name="Li,Yuting (HP Medicine) BII-CN-S" userId="ce8fbb54-122c-426d-b8da-fdcc5e1b5022" providerId="ADAL" clId="{733EACE4-5B10-4B6D-8B56-60F205FC28BB}" dt="2022-02-13T02:23:50.037" v="747"/>
        <pc:sldMkLst>
          <pc:docMk/>
          <pc:sldMk cId="2995017813" sldId="2147377135"/>
        </pc:sldMkLst>
        <pc:spChg chg="mod">
          <ac:chgData name="Li,Yuting (HP Medicine) BII-CN-S" userId="ce8fbb54-122c-426d-b8da-fdcc5e1b5022" providerId="ADAL" clId="{733EACE4-5B10-4B6D-8B56-60F205FC28BB}" dt="2022-02-13T02:19:17.331" v="742" actId="1076"/>
          <ac:spMkLst>
            <pc:docMk/>
            <pc:sldMk cId="2995017813" sldId="2147377135"/>
            <ac:spMk id="29" creationId="{9224C17E-1AA1-4096-A3FD-25D6FD8BA444}"/>
          </ac:spMkLst>
        </pc:spChg>
        <pc:spChg chg="mod">
          <ac:chgData name="Li,Yuting (HP Medicine) BII-CN-S" userId="ce8fbb54-122c-426d-b8da-fdcc5e1b5022" providerId="ADAL" clId="{733EACE4-5B10-4B6D-8B56-60F205FC28BB}" dt="2022-02-13T02:22:16.851" v="745" actId="20577"/>
          <ac:spMkLst>
            <pc:docMk/>
            <pc:sldMk cId="2995017813" sldId="2147377135"/>
            <ac:spMk id="48" creationId="{2BC2359D-5CE8-46B9-9B8D-7F387423F2B1}"/>
          </ac:spMkLst>
        </pc:spChg>
        <pc:picChg chg="add del">
          <ac:chgData name="Li,Yuting (HP Medicine) BII-CN-S" userId="ce8fbb54-122c-426d-b8da-fdcc5e1b5022" providerId="ADAL" clId="{733EACE4-5B10-4B6D-8B56-60F205FC28BB}" dt="2022-02-13T02:23:50.037" v="747"/>
          <ac:picMkLst>
            <pc:docMk/>
            <pc:sldMk cId="2995017813" sldId="2147377135"/>
            <ac:picMk id="1026" creationId="{C603CDE7-4AF6-47BF-9C9E-ACBC60CC8A16}"/>
          </ac:picMkLst>
        </pc:picChg>
        <pc:cxnChg chg="mod">
          <ac:chgData name="Li,Yuting (HP Medicine) BII-CN-S" userId="ce8fbb54-122c-426d-b8da-fdcc5e1b5022" providerId="ADAL" clId="{733EACE4-5B10-4B6D-8B56-60F205FC28BB}" dt="2022-02-13T02:19:21.848" v="743" actId="1076"/>
          <ac:cxnSpMkLst>
            <pc:docMk/>
            <pc:sldMk cId="2995017813" sldId="2147377135"/>
            <ac:cxnSpMk id="28" creationId="{9C165100-0114-4167-8FF0-BFF01B293D04}"/>
          </ac:cxnSpMkLst>
        </pc:cxnChg>
      </pc:sldChg>
      <pc:sldChg chg="modSp mod ord">
        <pc:chgData name="Li,Yuting (HP Medicine) BII-CN-S" userId="ce8fbb54-122c-426d-b8da-fdcc5e1b5022" providerId="ADAL" clId="{733EACE4-5B10-4B6D-8B56-60F205FC28BB}" dt="2022-02-12T07:10:31.861" v="457" actId="14100"/>
        <pc:sldMkLst>
          <pc:docMk/>
          <pc:sldMk cId="3321039952" sldId="2147377143"/>
        </pc:sldMkLst>
        <pc:spChg chg="mod">
          <ac:chgData name="Li,Yuting (HP Medicine) BII-CN-S" userId="ce8fbb54-122c-426d-b8da-fdcc5e1b5022" providerId="ADAL" clId="{733EACE4-5B10-4B6D-8B56-60F205FC28BB}" dt="2022-02-12T07:10:31.861" v="457" actId="14100"/>
          <ac:spMkLst>
            <pc:docMk/>
            <pc:sldMk cId="3321039952" sldId="2147377143"/>
            <ac:spMk id="6" creationId="{A23B4D5D-81A6-44E7-A875-03A08F7749F9}"/>
          </ac:spMkLst>
        </pc:spChg>
      </pc:sldChg>
      <pc:sldChg chg="modSp mod ord">
        <pc:chgData name="Li,Yuting (HP Medicine) BII-CN-S" userId="ce8fbb54-122c-426d-b8da-fdcc5e1b5022" providerId="ADAL" clId="{733EACE4-5B10-4B6D-8B56-60F205FC28BB}" dt="2022-02-12T07:13:33.523" v="493" actId="1076"/>
        <pc:sldMkLst>
          <pc:docMk/>
          <pc:sldMk cId="2042711588" sldId="2147377144"/>
        </pc:sldMkLst>
        <pc:spChg chg="mod">
          <ac:chgData name="Li,Yuting (HP Medicine) BII-CN-S" userId="ce8fbb54-122c-426d-b8da-fdcc5e1b5022" providerId="ADAL" clId="{733EACE4-5B10-4B6D-8B56-60F205FC28BB}" dt="2022-02-12T07:13:33.523" v="493" actId="1076"/>
          <ac:spMkLst>
            <pc:docMk/>
            <pc:sldMk cId="2042711588" sldId="2147377144"/>
            <ac:spMk id="75" creationId="{23E443ED-C91E-4425-963C-DB47A7F0B19C}"/>
          </ac:spMkLst>
        </pc:spChg>
      </pc:sldChg>
      <pc:sldChg chg="add">
        <pc:chgData name="Li,Yuting (HP Medicine) BII-CN-S" userId="ce8fbb54-122c-426d-b8da-fdcc5e1b5022" providerId="ADAL" clId="{733EACE4-5B10-4B6D-8B56-60F205FC28BB}" dt="2022-02-12T06:17:43.806" v="6"/>
        <pc:sldMkLst>
          <pc:docMk/>
          <pc:sldMk cId="1001967075" sldId="2147377159"/>
        </pc:sldMkLst>
      </pc:sldChg>
      <pc:sldChg chg="modSp add mod">
        <pc:chgData name="Li,Yuting (HP Medicine) BII-CN-S" userId="ce8fbb54-122c-426d-b8da-fdcc5e1b5022" providerId="ADAL" clId="{733EACE4-5B10-4B6D-8B56-60F205FC28BB}" dt="2022-02-12T06:17:11.664" v="5" actId="207"/>
        <pc:sldMkLst>
          <pc:docMk/>
          <pc:sldMk cId="3766878403" sldId="2147377162"/>
        </pc:sldMkLst>
        <pc:graphicFrameChg chg="mod modGraphic">
          <ac:chgData name="Li,Yuting (HP Medicine) BII-CN-S" userId="ce8fbb54-122c-426d-b8da-fdcc5e1b5022" providerId="ADAL" clId="{733EACE4-5B10-4B6D-8B56-60F205FC28BB}" dt="2022-02-12T06:17:11.664" v="5" actId="207"/>
          <ac:graphicFrameMkLst>
            <pc:docMk/>
            <pc:sldMk cId="3766878403" sldId="2147377162"/>
            <ac:graphicFrameMk id="10" creationId="{7ED29C9C-0700-480D-B788-68CBB9D31EEE}"/>
          </ac:graphicFrameMkLst>
        </pc:graphicFrameChg>
      </pc:sldChg>
      <pc:sldChg chg="add">
        <pc:chgData name="Li,Yuting (HP Medicine) BII-CN-S" userId="ce8fbb54-122c-426d-b8da-fdcc5e1b5022" providerId="ADAL" clId="{733EACE4-5B10-4B6D-8B56-60F205FC28BB}" dt="2022-02-12T06:17:43.806" v="6"/>
        <pc:sldMkLst>
          <pc:docMk/>
          <pc:sldMk cId="414584890" sldId="2147377163"/>
        </pc:sldMkLst>
      </pc:sldChg>
      <pc:sldChg chg="add">
        <pc:chgData name="Li,Yuting (HP Medicine) BII-CN-S" userId="ce8fbb54-122c-426d-b8da-fdcc5e1b5022" providerId="ADAL" clId="{733EACE4-5B10-4B6D-8B56-60F205FC28BB}" dt="2022-02-12T06:17:43.806" v="6"/>
        <pc:sldMkLst>
          <pc:docMk/>
          <pc:sldMk cId="2053426083" sldId="2147377164"/>
        </pc:sldMkLst>
      </pc:sldChg>
      <pc:sldChg chg="add del">
        <pc:chgData name="Li,Yuting (HP Medicine) BII-CN-S" userId="ce8fbb54-122c-426d-b8da-fdcc5e1b5022" providerId="ADAL" clId="{733EACE4-5B10-4B6D-8B56-60F205FC28BB}" dt="2022-02-12T07:12:54.295" v="482"/>
        <pc:sldMkLst>
          <pc:docMk/>
          <pc:sldMk cId="1714009953" sldId="2147377165"/>
        </pc:sldMkLst>
      </pc:sldChg>
      <pc:sldChg chg="addSp delSp modSp mod">
        <pc:chgData name="Li,Yuting (HP Medicine) BII-CN-S" userId="ce8fbb54-122c-426d-b8da-fdcc5e1b5022" providerId="ADAL" clId="{733EACE4-5B10-4B6D-8B56-60F205FC28BB}" dt="2022-02-13T02:34:47.110" v="760" actId="1076"/>
        <pc:sldMkLst>
          <pc:docMk/>
          <pc:sldMk cId="2984174710" sldId="2147377165"/>
        </pc:sldMkLst>
        <pc:spChg chg="del mod">
          <ac:chgData name="Li,Yuting (HP Medicine) BII-CN-S" userId="ce8fbb54-122c-426d-b8da-fdcc5e1b5022" providerId="ADAL" clId="{733EACE4-5B10-4B6D-8B56-60F205FC28BB}" dt="2022-02-13T02:18:26.855" v="733"/>
          <ac:spMkLst>
            <pc:docMk/>
            <pc:sldMk cId="2984174710" sldId="2147377165"/>
            <ac:spMk id="4" creationId="{00000000-0000-0000-0000-000000000000}"/>
          </ac:spMkLst>
        </pc:spChg>
        <pc:spChg chg="add mod">
          <ac:chgData name="Li,Yuting (HP Medicine) BII-CN-S" userId="ce8fbb54-122c-426d-b8da-fdcc5e1b5022" providerId="ADAL" clId="{733EACE4-5B10-4B6D-8B56-60F205FC28BB}" dt="2022-02-13T02:18:40.026" v="740" actId="6549"/>
          <ac:spMkLst>
            <pc:docMk/>
            <pc:sldMk cId="2984174710" sldId="2147377165"/>
            <ac:spMk id="127" creationId="{218BDC86-BF3A-43EB-9149-6E9B1B070812}"/>
          </ac:spMkLst>
        </pc:spChg>
        <pc:spChg chg="add mod">
          <ac:chgData name="Li,Yuting (HP Medicine) BII-CN-S" userId="ce8fbb54-122c-426d-b8da-fdcc5e1b5022" providerId="ADAL" clId="{733EACE4-5B10-4B6D-8B56-60F205FC28BB}" dt="2022-02-13T02:34:47.110" v="760" actId="1076"/>
          <ac:spMkLst>
            <pc:docMk/>
            <pc:sldMk cId="2984174710" sldId="2147377165"/>
            <ac:spMk id="129" creationId="{7C1C925F-635A-4180-90D7-86938DEB6D34}"/>
          </ac:spMkLst>
        </pc:spChg>
        <pc:cxnChg chg="add mod">
          <ac:chgData name="Li,Yuting (HP Medicine) BII-CN-S" userId="ce8fbb54-122c-426d-b8da-fdcc5e1b5022" providerId="ADAL" clId="{733EACE4-5B10-4B6D-8B56-60F205FC28BB}" dt="2022-02-13T02:34:47.110" v="760" actId="1076"/>
          <ac:cxnSpMkLst>
            <pc:docMk/>
            <pc:sldMk cId="2984174710" sldId="2147377165"/>
            <ac:cxnSpMk id="128" creationId="{06DB1A59-2C76-4FD5-8726-152848DA809C}"/>
          </ac:cxnSpMkLst>
        </pc:cxnChg>
      </pc:sldChg>
      <pc:sldChg chg="modSp add mod">
        <pc:chgData name="Li,Yuting (HP Medicine) BII-CN-S" userId="ce8fbb54-122c-426d-b8da-fdcc5e1b5022" providerId="ADAL" clId="{733EACE4-5B10-4B6D-8B56-60F205FC28BB}" dt="2022-02-13T02:52:27.900" v="868" actId="207"/>
        <pc:sldMkLst>
          <pc:docMk/>
          <pc:sldMk cId="630768667" sldId="2147377166"/>
        </pc:sldMkLst>
        <pc:graphicFrameChg chg="modGraphic">
          <ac:chgData name="Li,Yuting (HP Medicine) BII-CN-S" userId="ce8fbb54-122c-426d-b8da-fdcc5e1b5022" providerId="ADAL" clId="{733EACE4-5B10-4B6D-8B56-60F205FC28BB}" dt="2022-02-13T02:52:27.900" v="868" actId="207"/>
          <ac:graphicFrameMkLst>
            <pc:docMk/>
            <pc:sldMk cId="630768667" sldId="2147377166"/>
            <ac:graphicFrameMk id="6" creationId="{00000000-0000-0000-0000-000000000000}"/>
          </ac:graphicFrameMkLst>
        </pc:graphicFrameChg>
      </pc:sldChg>
      <pc:sldChg chg="add del">
        <pc:chgData name="Li,Yuting (HP Medicine) BII-CN-S" userId="ce8fbb54-122c-426d-b8da-fdcc5e1b5022" providerId="ADAL" clId="{733EACE4-5B10-4B6D-8B56-60F205FC28BB}" dt="2022-02-12T07:12:54.295" v="482"/>
        <pc:sldMkLst>
          <pc:docMk/>
          <pc:sldMk cId="4271366383" sldId="2147377166"/>
        </pc:sldMkLst>
      </pc:sldChg>
      <pc:sldChg chg="modSp add del">
        <pc:chgData name="Li,Yuting (HP Medicine) BII-CN-S" userId="ce8fbb54-122c-426d-b8da-fdcc5e1b5022" providerId="ADAL" clId="{733EACE4-5B10-4B6D-8B56-60F205FC28BB}" dt="2022-02-12T07:12:54.295" v="482"/>
        <pc:sldMkLst>
          <pc:docMk/>
          <pc:sldMk cId="2903929767" sldId="2147377167"/>
        </pc:sldMkLst>
        <pc:graphicFrameChg chg="mod">
          <ac:chgData name="Li,Yuting (HP Medicine) BII-CN-S" userId="ce8fbb54-122c-426d-b8da-fdcc5e1b5022" providerId="ADAL" clId="{733EACE4-5B10-4B6D-8B56-60F205FC28BB}" dt="2022-02-12T07:12:51.957" v="481"/>
          <ac:graphicFrameMkLst>
            <pc:docMk/>
            <pc:sldMk cId="2903929767" sldId="2147377167"/>
            <ac:graphicFrameMk id="4" creationId="{6B8C56AB-A0CD-4E58-9800-D7B2168BFC86}"/>
          </ac:graphicFrameMkLst>
        </pc:graphicFrameChg>
      </pc:sldChg>
    </pc:docChg>
  </pc:docChgLst>
  <pc:docChgLst>
    <pc:chgData name="Li,Fengqiong (HP Med RA) BII-CN-B" userId="dae7b85d-6b67-4faa-a5b6-30ff5e066a0d" providerId="ADAL" clId="{3BA37269-B763-471B-9D1D-06C8D5682EE7}"/>
    <pc:docChg chg="modSld">
      <pc:chgData name="Li,Fengqiong (HP Med RA) BII-CN-B" userId="dae7b85d-6b67-4faa-a5b6-30ff5e066a0d" providerId="ADAL" clId="{3BA37269-B763-471B-9D1D-06C8D5682EE7}" dt="2023-09-12T06:46:11.410" v="26" actId="20577"/>
      <pc:docMkLst>
        <pc:docMk/>
      </pc:docMkLst>
      <pc:sldChg chg="modSp mod">
        <pc:chgData name="Li,Fengqiong (HP Med RA) BII-CN-B" userId="dae7b85d-6b67-4faa-a5b6-30ff5e066a0d" providerId="ADAL" clId="{3BA37269-B763-471B-9D1D-06C8D5682EE7}" dt="2023-09-12T06:46:11.410" v="26" actId="20577"/>
        <pc:sldMkLst>
          <pc:docMk/>
          <pc:sldMk cId="3528017325" sldId="2147474235"/>
        </pc:sldMkLst>
        <pc:spChg chg="mod">
          <ac:chgData name="Li,Fengqiong (HP Med RA) BII-CN-B" userId="dae7b85d-6b67-4faa-a5b6-30ff5e066a0d" providerId="ADAL" clId="{3BA37269-B763-471B-9D1D-06C8D5682EE7}" dt="2023-09-12T06:46:11.410" v="26" actId="20577"/>
          <ac:spMkLst>
            <pc:docMk/>
            <pc:sldMk cId="3528017325" sldId="2147474235"/>
            <ac:spMk id="6" creationId="{25357EA1-1F19-4D1B-9A4E-2EAB26F09BB9}"/>
          </ac:spMkLst>
        </pc:spChg>
      </pc:sldChg>
    </pc:docChg>
  </pc:docChgLst>
  <pc:docChgLst>
    <pc:chgData name="Lin,Julia (MED CD&amp;O) BI-TW-T" userId="2407819e-49bf-4c7b-96f7-ea5422769517" providerId="ADAL" clId="{5F559DB5-DC0B-4B95-8D70-D2D8418D6BD2}"/>
    <pc:docChg chg="custSel modSld">
      <pc:chgData name="Lin,Julia (MED CD&amp;O) BI-TW-T" userId="2407819e-49bf-4c7b-96f7-ea5422769517" providerId="ADAL" clId="{5F559DB5-DC0B-4B95-8D70-D2D8418D6BD2}" dt="2023-11-13T03:55:32.860" v="71" actId="1589"/>
      <pc:docMkLst>
        <pc:docMk/>
      </pc:docMkLst>
      <pc:sldChg chg="modSp mod addCm">
        <pc:chgData name="Lin,Julia (MED CD&amp;O) BI-TW-T" userId="2407819e-49bf-4c7b-96f7-ea5422769517" providerId="ADAL" clId="{5F559DB5-DC0B-4B95-8D70-D2D8418D6BD2}" dt="2023-11-13T03:54:53.809" v="65" actId="1589"/>
        <pc:sldMkLst>
          <pc:docMk/>
          <pc:sldMk cId="3295467870" sldId="2147474978"/>
        </pc:sldMkLst>
        <pc:spChg chg="mod">
          <ac:chgData name="Lin,Julia (MED CD&amp;O) BI-TW-T" userId="2407819e-49bf-4c7b-96f7-ea5422769517" providerId="ADAL" clId="{5F559DB5-DC0B-4B95-8D70-D2D8418D6BD2}" dt="2023-11-13T03:52:15.653" v="10" actId="20577"/>
          <ac:spMkLst>
            <pc:docMk/>
            <pc:sldMk cId="3295467870" sldId="2147474978"/>
            <ac:spMk id="11" creationId="{6D9E3815-FD13-463D-95BE-F776DC416B70}"/>
          </ac:spMkLst>
        </pc:spChg>
        <pc:graphicFrameChg chg="mod modGraphic">
          <ac:chgData name="Lin,Julia (MED CD&amp;O) BI-TW-T" userId="2407819e-49bf-4c7b-96f7-ea5422769517" providerId="ADAL" clId="{5F559DB5-DC0B-4B95-8D70-D2D8418D6BD2}" dt="2023-11-13T03:54:37.603" v="64" actId="207"/>
          <ac:graphicFrameMkLst>
            <pc:docMk/>
            <pc:sldMk cId="3295467870" sldId="2147474978"/>
            <ac:graphicFrameMk id="10" creationId="{E40AA420-8AA8-47DC-81DD-D65CDDA6BD5A}"/>
          </ac:graphicFrameMkLst>
        </pc:graphicFrameChg>
      </pc:sldChg>
      <pc:sldChg chg="modSp mod addCm">
        <pc:chgData name="Lin,Julia (MED CD&amp;O) BI-TW-T" userId="2407819e-49bf-4c7b-96f7-ea5422769517" providerId="ADAL" clId="{5F559DB5-DC0B-4B95-8D70-D2D8418D6BD2}" dt="2023-11-13T03:55:32.860" v="71" actId="1589"/>
        <pc:sldMkLst>
          <pc:docMk/>
          <pc:sldMk cId="2080593159" sldId="2147474981"/>
        </pc:sldMkLst>
        <pc:spChg chg="mod">
          <ac:chgData name="Lin,Julia (MED CD&amp;O) BI-TW-T" userId="2407819e-49bf-4c7b-96f7-ea5422769517" providerId="ADAL" clId="{5F559DB5-DC0B-4B95-8D70-D2D8418D6BD2}" dt="2023-11-13T03:55:16.201" v="70" actId="14100"/>
          <ac:spMkLst>
            <pc:docMk/>
            <pc:sldMk cId="2080593159" sldId="2147474981"/>
            <ac:spMk id="15" creationId="{4F538F6E-73BA-4846-A30A-B92A98AC7F0F}"/>
          </ac:spMkLst>
        </pc:spChg>
      </pc:sldChg>
    </pc:docChg>
  </pc:docChgLst>
  <pc:docChgLst>
    <pc:chgData name="Chen,Michael (HP Med RA) BII-CN-B" userId="d5e1e1c3-1b8e-4d7c-a738-2fc34bcfb3bb" providerId="ADAL" clId="{82F69174-0069-46C2-A4F2-1FEE4F0DDE3E}"/>
    <pc:docChg chg="undo custSel modSld">
      <pc:chgData name="Chen,Michael (HP Med RA) BII-CN-B" userId="d5e1e1c3-1b8e-4d7c-a738-2fc34bcfb3bb" providerId="ADAL" clId="{82F69174-0069-46C2-A4F2-1FEE4F0DDE3E}" dt="2023-04-10T01:45:53.850" v="35" actId="6549"/>
      <pc:docMkLst>
        <pc:docMk/>
      </pc:docMkLst>
      <pc:sldChg chg="modSp mod">
        <pc:chgData name="Chen,Michael (HP Med RA) BII-CN-B" userId="d5e1e1c3-1b8e-4d7c-a738-2fc34bcfb3bb" providerId="ADAL" clId="{82F69174-0069-46C2-A4F2-1FEE4F0DDE3E}" dt="2023-04-10T01:45:53.850" v="35" actId="6549"/>
        <pc:sldMkLst>
          <pc:docMk/>
          <pc:sldMk cId="1855604625" sldId="2147471228"/>
        </pc:sldMkLst>
        <pc:graphicFrameChg chg="mod modGraphic">
          <ac:chgData name="Chen,Michael (HP Med RA) BII-CN-B" userId="d5e1e1c3-1b8e-4d7c-a738-2fc34bcfb3bb" providerId="ADAL" clId="{82F69174-0069-46C2-A4F2-1FEE4F0DDE3E}" dt="2023-04-10T01:45:53.850" v="35" actId="6549"/>
          <ac:graphicFrameMkLst>
            <pc:docMk/>
            <pc:sldMk cId="1855604625" sldId="2147471228"/>
            <ac:graphicFrameMk id="3" creationId="{11AE3040-3184-4C5F-87F2-D328CD8202AC}"/>
          </ac:graphicFrameMkLst>
        </pc:graphicFrameChg>
      </pc:sldChg>
    </pc:docChg>
  </pc:docChgLst>
  <pc:docChgLst>
    <pc:chgData name="Lin,Julia (MED CD&amp;O) BI-TW-T" userId="S::julia.lin@boehringer-ingelheim.com::2407819e-49bf-4c7b-96f7-ea5422769517" providerId="AD" clId="Web-{CC57C9F3-3BF5-C363-E72D-67023BF53AFB}"/>
    <pc:docChg chg="modSld">
      <pc:chgData name="Lin,Julia (MED CD&amp;O) BI-TW-T" userId="S::julia.lin@boehringer-ingelheim.com::2407819e-49bf-4c7b-96f7-ea5422769517" providerId="AD" clId="Web-{CC57C9F3-3BF5-C363-E72D-67023BF53AFB}" dt="2024-04-23T05:55:37.140" v="16"/>
      <pc:docMkLst>
        <pc:docMk/>
      </pc:docMkLst>
      <pc:sldChg chg="modSp addCm">
        <pc:chgData name="Lin,Julia (MED CD&amp;O) BI-TW-T" userId="S::julia.lin@boehringer-ingelheim.com::2407819e-49bf-4c7b-96f7-ea5422769517" providerId="AD" clId="Web-{CC57C9F3-3BF5-C363-E72D-67023BF53AFB}" dt="2024-04-23T05:55:37.140" v="16"/>
        <pc:sldMkLst>
          <pc:docMk/>
          <pc:sldMk cId="1369075416" sldId="2147481329"/>
        </pc:sldMkLst>
        <pc:graphicFrameChg chg="mod modGraphic">
          <ac:chgData name="Lin,Julia (MED CD&amp;O) BI-TW-T" userId="S::julia.lin@boehringer-ingelheim.com::2407819e-49bf-4c7b-96f7-ea5422769517" providerId="AD" clId="Web-{CC57C9F3-3BF5-C363-E72D-67023BF53AFB}" dt="2024-04-23T05:51:57.274" v="15"/>
          <ac:graphicFrameMkLst>
            <pc:docMk/>
            <pc:sldMk cId="1369075416" sldId="2147481329"/>
            <ac:graphicFrameMk id="10" creationId="{22408AE6-219A-DD2E-0F65-8778054FE972}"/>
          </ac:graphicFrameMkLst>
        </pc:graphicFrameChg>
      </pc:sldChg>
    </pc:docChg>
  </pc:docChgLst>
  <pc:docChgLst>
    <pc:chgData name="Li,Yuting (HP Medicine) BII-CN-S" userId="S::yuting.li@boehringer-ingelheim.com::ce8fbb54-122c-426d-b8da-fdcc5e1b5022" providerId="AD" clId="Web-{D3CDA506-F062-1FEB-BC60-3A1D0899A146}"/>
    <pc:docChg chg="modSld">
      <pc:chgData name="Li,Yuting (HP Medicine) BII-CN-S" userId="S::yuting.li@boehringer-ingelheim.com::ce8fbb54-122c-426d-b8da-fdcc5e1b5022" providerId="AD" clId="Web-{D3CDA506-F062-1FEB-BC60-3A1D0899A146}" dt="2022-02-13T05:20:20.407" v="0" actId="20577"/>
      <pc:docMkLst>
        <pc:docMk/>
      </pc:docMkLst>
      <pc:sldChg chg="modSp">
        <pc:chgData name="Li,Yuting (HP Medicine) BII-CN-S" userId="S::yuting.li@boehringer-ingelheim.com::ce8fbb54-122c-426d-b8da-fdcc5e1b5022" providerId="AD" clId="Web-{D3CDA506-F062-1FEB-BC60-3A1D0899A146}" dt="2022-02-13T05:20:20.407" v="0" actId="20577"/>
        <pc:sldMkLst>
          <pc:docMk/>
          <pc:sldMk cId="64439630" sldId="6601"/>
        </pc:sldMkLst>
        <pc:spChg chg="mod">
          <ac:chgData name="Li,Yuting (HP Medicine) BII-CN-S" userId="S::yuting.li@boehringer-ingelheim.com::ce8fbb54-122c-426d-b8da-fdcc5e1b5022" providerId="AD" clId="Web-{D3CDA506-F062-1FEB-BC60-3A1D0899A146}" dt="2022-02-13T05:20:20.407" v="0" actId="20577"/>
          <ac:spMkLst>
            <pc:docMk/>
            <pc:sldMk cId="64439630" sldId="6601"/>
            <ac:spMk id="5" creationId="{00000000-0000-0000-0000-000000000000}"/>
          </ac:spMkLst>
        </pc:spChg>
      </pc:sldChg>
    </pc:docChg>
  </pc:docChgLst>
  <pc:docChgLst>
    <pc:chgData name="Li,Yuting (HP Medicine) BII-CN-S" userId="ce8fbb54-122c-426d-b8da-fdcc5e1b5022" providerId="ADAL" clId="{C204D211-CE38-45B6-A0D8-891AFED0E48D}"/>
    <pc:docChg chg="undo custSel addSld delSld modSld sldOrd">
      <pc:chgData name="Li,Yuting (HP Medicine) BII-CN-S" userId="ce8fbb54-122c-426d-b8da-fdcc5e1b5022" providerId="ADAL" clId="{C204D211-CE38-45B6-A0D8-891AFED0E48D}" dt="2023-01-10T06:40:31.572" v="254" actId="20577"/>
      <pc:docMkLst>
        <pc:docMk/>
      </pc:docMkLst>
      <pc:sldChg chg="del">
        <pc:chgData name="Li,Yuting (HP Medicine) BII-CN-S" userId="ce8fbb54-122c-426d-b8da-fdcc5e1b5022" providerId="ADAL" clId="{C204D211-CE38-45B6-A0D8-891AFED0E48D}" dt="2023-01-09T08:11:21.210" v="144" actId="47"/>
        <pc:sldMkLst>
          <pc:docMk/>
          <pc:sldMk cId="1931267936" sldId="1003"/>
        </pc:sldMkLst>
      </pc:sldChg>
      <pc:sldChg chg="add del">
        <pc:chgData name="Li,Yuting (HP Medicine) BII-CN-S" userId="ce8fbb54-122c-426d-b8da-fdcc5e1b5022" providerId="ADAL" clId="{C204D211-CE38-45B6-A0D8-891AFED0E48D}" dt="2023-01-09T13:25:54.639" v="224" actId="47"/>
        <pc:sldMkLst>
          <pc:docMk/>
          <pc:sldMk cId="281930114" sldId="9440"/>
        </pc:sldMkLst>
      </pc:sldChg>
      <pc:sldChg chg="modSp add mod">
        <pc:chgData name="Li,Yuting (HP Medicine) BII-CN-S" userId="ce8fbb54-122c-426d-b8da-fdcc5e1b5022" providerId="ADAL" clId="{C204D211-CE38-45B6-A0D8-891AFED0E48D}" dt="2023-01-09T13:33:48.907" v="227" actId="20577"/>
        <pc:sldMkLst>
          <pc:docMk/>
          <pc:sldMk cId="4112588482" sldId="2147376858"/>
        </pc:sldMkLst>
        <pc:spChg chg="mod">
          <ac:chgData name="Li,Yuting (HP Medicine) BII-CN-S" userId="ce8fbb54-122c-426d-b8da-fdcc5e1b5022" providerId="ADAL" clId="{C204D211-CE38-45B6-A0D8-891AFED0E48D}" dt="2023-01-09T06:11:55.317" v="131" actId="20577"/>
          <ac:spMkLst>
            <pc:docMk/>
            <pc:sldMk cId="4112588482" sldId="2147376858"/>
            <ac:spMk id="9" creationId="{53A829B4-1743-4FC8-AC9A-7D971C76C59B}"/>
          </ac:spMkLst>
        </pc:spChg>
        <pc:spChg chg="mod">
          <ac:chgData name="Li,Yuting (HP Medicine) BII-CN-S" userId="ce8fbb54-122c-426d-b8da-fdcc5e1b5022" providerId="ADAL" clId="{C204D211-CE38-45B6-A0D8-891AFED0E48D}" dt="2023-01-09T13:33:48.907" v="227" actId="20577"/>
          <ac:spMkLst>
            <pc:docMk/>
            <pc:sldMk cId="4112588482" sldId="2147376858"/>
            <ac:spMk id="11" creationId="{E75DA06A-87AB-4096-8D1A-C6A4A3CD1F0E}"/>
          </ac:spMkLst>
        </pc:spChg>
      </pc:sldChg>
      <pc:sldChg chg="add del">
        <pc:chgData name="Li,Yuting (HP Medicine) BII-CN-S" userId="ce8fbb54-122c-426d-b8da-fdcc5e1b5022" providerId="ADAL" clId="{C204D211-CE38-45B6-A0D8-891AFED0E48D}" dt="2023-01-09T13:25:54.639" v="224" actId="47"/>
        <pc:sldMkLst>
          <pc:docMk/>
          <pc:sldMk cId="3686382628" sldId="2147377313"/>
        </pc:sldMkLst>
      </pc:sldChg>
      <pc:sldChg chg="add del">
        <pc:chgData name="Li,Yuting (HP Medicine) BII-CN-S" userId="ce8fbb54-122c-426d-b8da-fdcc5e1b5022" providerId="ADAL" clId="{C204D211-CE38-45B6-A0D8-891AFED0E48D}" dt="2023-01-09T13:25:54.639" v="224" actId="47"/>
        <pc:sldMkLst>
          <pc:docMk/>
          <pc:sldMk cId="1534451235" sldId="2147377316"/>
        </pc:sldMkLst>
      </pc:sldChg>
      <pc:sldChg chg="add del modTransition">
        <pc:chgData name="Li,Yuting (HP Medicine) BII-CN-S" userId="ce8fbb54-122c-426d-b8da-fdcc5e1b5022" providerId="ADAL" clId="{C204D211-CE38-45B6-A0D8-891AFED0E48D}" dt="2023-01-09T13:25:40.593" v="223"/>
        <pc:sldMkLst>
          <pc:docMk/>
          <pc:sldMk cId="2713235962" sldId="2147377317"/>
        </pc:sldMkLst>
      </pc:sldChg>
      <pc:sldChg chg="add del">
        <pc:chgData name="Li,Yuting (HP Medicine) BII-CN-S" userId="ce8fbb54-122c-426d-b8da-fdcc5e1b5022" providerId="ADAL" clId="{C204D211-CE38-45B6-A0D8-891AFED0E48D}" dt="2023-01-09T13:25:54.639" v="224" actId="47"/>
        <pc:sldMkLst>
          <pc:docMk/>
          <pc:sldMk cId="61691375" sldId="2147377318"/>
        </pc:sldMkLst>
      </pc:sldChg>
      <pc:sldChg chg="modSp mod">
        <pc:chgData name="Li,Yuting (HP Medicine) BII-CN-S" userId="ce8fbb54-122c-426d-b8da-fdcc5e1b5022" providerId="ADAL" clId="{C204D211-CE38-45B6-A0D8-891AFED0E48D}" dt="2023-01-08T03:41:16.703" v="70" actId="20577"/>
        <pc:sldMkLst>
          <pc:docMk/>
          <pc:sldMk cId="4148139965" sldId="2147377319"/>
        </pc:sldMkLst>
        <pc:spChg chg="mod">
          <ac:chgData name="Li,Yuting (HP Medicine) BII-CN-S" userId="ce8fbb54-122c-426d-b8da-fdcc5e1b5022" providerId="ADAL" clId="{C204D211-CE38-45B6-A0D8-891AFED0E48D}" dt="2023-01-08T03:40:58.026" v="66" actId="20577"/>
          <ac:spMkLst>
            <pc:docMk/>
            <pc:sldMk cId="4148139965" sldId="2147377319"/>
            <ac:spMk id="98" creationId="{00000000-0000-0000-0000-000000000000}"/>
          </ac:spMkLst>
        </pc:spChg>
        <pc:spChg chg="mod">
          <ac:chgData name="Li,Yuting (HP Medicine) BII-CN-S" userId="ce8fbb54-122c-426d-b8da-fdcc5e1b5022" providerId="ADAL" clId="{C204D211-CE38-45B6-A0D8-891AFED0E48D}" dt="2023-01-08T03:41:16.703" v="70" actId="20577"/>
          <ac:spMkLst>
            <pc:docMk/>
            <pc:sldMk cId="4148139965" sldId="2147377319"/>
            <ac:spMk id="120" creationId="{9224C17E-1AA1-4096-A3FD-25D6FD8BA444}"/>
          </ac:spMkLst>
        </pc:spChg>
      </pc:sldChg>
      <pc:sldChg chg="add del">
        <pc:chgData name="Li,Yuting (HP Medicine) BII-CN-S" userId="ce8fbb54-122c-426d-b8da-fdcc5e1b5022" providerId="ADAL" clId="{C204D211-CE38-45B6-A0D8-891AFED0E48D}" dt="2023-01-09T13:25:54.639" v="224" actId="47"/>
        <pc:sldMkLst>
          <pc:docMk/>
          <pc:sldMk cId="3492828214" sldId="2147377320"/>
        </pc:sldMkLst>
      </pc:sldChg>
      <pc:sldChg chg="modSp mod delCm">
        <pc:chgData name="Li,Yuting (HP Medicine) BII-CN-S" userId="ce8fbb54-122c-426d-b8da-fdcc5e1b5022" providerId="ADAL" clId="{C204D211-CE38-45B6-A0D8-891AFED0E48D}" dt="2023-01-09T11:25:08.290" v="161" actId="20577"/>
        <pc:sldMkLst>
          <pc:docMk/>
          <pc:sldMk cId="3604766163" sldId="2147469244"/>
        </pc:sldMkLst>
        <pc:spChg chg="mod">
          <ac:chgData name="Li,Yuting (HP Medicine) BII-CN-S" userId="ce8fbb54-122c-426d-b8da-fdcc5e1b5022" providerId="ADAL" clId="{C204D211-CE38-45B6-A0D8-891AFED0E48D}" dt="2023-01-09T11:25:08.290" v="161" actId="20577"/>
          <ac:spMkLst>
            <pc:docMk/>
            <pc:sldMk cId="3604766163" sldId="2147469244"/>
            <ac:spMk id="107" creationId="{7DDA071E-5F80-4527-AE47-F1E7B2DC2A5B}"/>
          </ac:spMkLst>
        </pc:spChg>
        <pc:spChg chg="mod">
          <ac:chgData name="Li,Yuting (HP Medicine) BII-CN-S" userId="ce8fbb54-122c-426d-b8da-fdcc5e1b5022" providerId="ADAL" clId="{C204D211-CE38-45B6-A0D8-891AFED0E48D}" dt="2023-01-08T03:25:52.471" v="17" actId="108"/>
          <ac:spMkLst>
            <pc:docMk/>
            <pc:sldMk cId="3604766163" sldId="2147469244"/>
            <ac:spMk id="135" creationId="{27E01833-72AF-477E-AE8F-2DD7F1F4B984}"/>
          </ac:spMkLst>
        </pc:spChg>
        <pc:spChg chg="mod">
          <ac:chgData name="Li,Yuting (HP Medicine) BII-CN-S" userId="ce8fbb54-122c-426d-b8da-fdcc5e1b5022" providerId="ADAL" clId="{C204D211-CE38-45B6-A0D8-891AFED0E48D}" dt="2023-01-08T03:25:19.727" v="13" actId="20577"/>
          <ac:spMkLst>
            <pc:docMk/>
            <pc:sldMk cId="3604766163" sldId="2147469244"/>
            <ac:spMk id="137" creationId="{1CA4D503-0497-424B-83B6-B28389852B8A}"/>
          </ac:spMkLst>
        </pc:spChg>
        <pc:spChg chg="mod">
          <ac:chgData name="Li,Yuting (HP Medicine) BII-CN-S" userId="ce8fbb54-122c-426d-b8da-fdcc5e1b5022" providerId="ADAL" clId="{C204D211-CE38-45B6-A0D8-891AFED0E48D}" dt="2023-01-08T03:26:06.907" v="21" actId="20577"/>
          <ac:spMkLst>
            <pc:docMk/>
            <pc:sldMk cId="3604766163" sldId="2147469244"/>
            <ac:spMk id="173" creationId="{85E02E15-15D6-4FB2-AD0A-19E9217D5129}"/>
          </ac:spMkLst>
        </pc:spChg>
        <pc:spChg chg="mod">
          <ac:chgData name="Li,Yuting (HP Medicine) BII-CN-S" userId="ce8fbb54-122c-426d-b8da-fdcc5e1b5022" providerId="ADAL" clId="{C204D211-CE38-45B6-A0D8-891AFED0E48D}" dt="2023-01-08T03:25:59.663" v="18" actId="108"/>
          <ac:spMkLst>
            <pc:docMk/>
            <pc:sldMk cId="3604766163" sldId="2147469244"/>
            <ac:spMk id="175" creationId="{20F7A4BB-05E8-4B7E-A1AA-BB093CA783D0}"/>
          </ac:spMkLst>
        </pc:spChg>
      </pc:sldChg>
      <pc:sldChg chg="modSp mod delCm">
        <pc:chgData name="Li,Yuting (HP Medicine) BII-CN-S" userId="ce8fbb54-122c-426d-b8da-fdcc5e1b5022" providerId="ADAL" clId="{C204D211-CE38-45B6-A0D8-891AFED0E48D}" dt="2023-01-09T11:46:03.429" v="169" actId="20577"/>
        <pc:sldMkLst>
          <pc:docMk/>
          <pc:sldMk cId="1187529906" sldId="2147469245"/>
        </pc:sldMkLst>
        <pc:spChg chg="mod">
          <ac:chgData name="Li,Yuting (HP Medicine) BII-CN-S" userId="ce8fbb54-122c-426d-b8da-fdcc5e1b5022" providerId="ADAL" clId="{C204D211-CE38-45B6-A0D8-891AFED0E48D}" dt="2023-01-09T11:46:03.429" v="169" actId="20577"/>
          <ac:spMkLst>
            <pc:docMk/>
            <pc:sldMk cId="1187529906" sldId="2147469245"/>
            <ac:spMk id="52" creationId="{C37AB0AB-396A-4A09-A640-7C9D33588A3C}"/>
          </ac:spMkLst>
        </pc:spChg>
      </pc:sldChg>
      <pc:sldChg chg="modSp mod delCm">
        <pc:chgData name="Li,Yuting (HP Medicine) BII-CN-S" userId="ce8fbb54-122c-426d-b8da-fdcc5e1b5022" providerId="ADAL" clId="{C204D211-CE38-45B6-A0D8-891AFED0E48D}" dt="2023-01-09T12:09:44.516" v="187" actId="113"/>
        <pc:sldMkLst>
          <pc:docMk/>
          <pc:sldMk cId="341769782" sldId="2147469248"/>
        </pc:sldMkLst>
        <pc:spChg chg="mod">
          <ac:chgData name="Li,Yuting (HP Medicine) BII-CN-S" userId="ce8fbb54-122c-426d-b8da-fdcc5e1b5022" providerId="ADAL" clId="{C204D211-CE38-45B6-A0D8-891AFED0E48D}" dt="2023-01-09T12:09:44.516" v="187" actId="113"/>
          <ac:spMkLst>
            <pc:docMk/>
            <pc:sldMk cId="341769782" sldId="2147469248"/>
            <ac:spMk id="4" creationId="{00000000-0000-0000-0000-000000000000}"/>
          </ac:spMkLst>
        </pc:spChg>
        <pc:spChg chg="mod">
          <ac:chgData name="Li,Yuting (HP Medicine) BII-CN-S" userId="ce8fbb54-122c-426d-b8da-fdcc5e1b5022" providerId="ADAL" clId="{C204D211-CE38-45B6-A0D8-891AFED0E48D}" dt="2023-01-09T12:03:08.476" v="186" actId="20577"/>
          <ac:spMkLst>
            <pc:docMk/>
            <pc:sldMk cId="341769782" sldId="2147469248"/>
            <ac:spMk id="192" creationId="{31193A60-52A8-4E9D-BB69-B3D203C95D66}"/>
          </ac:spMkLst>
        </pc:spChg>
      </pc:sldChg>
      <pc:sldChg chg="modSp mod ord">
        <pc:chgData name="Li,Yuting (HP Medicine) BII-CN-S" userId="ce8fbb54-122c-426d-b8da-fdcc5e1b5022" providerId="ADAL" clId="{C204D211-CE38-45B6-A0D8-891AFED0E48D}" dt="2023-01-09T13:25:11.669" v="222"/>
        <pc:sldMkLst>
          <pc:docMk/>
          <pc:sldMk cId="2527347167" sldId="2147469253"/>
        </pc:sldMkLst>
        <pc:spChg chg="mod">
          <ac:chgData name="Li,Yuting (HP Medicine) BII-CN-S" userId="ce8fbb54-122c-426d-b8da-fdcc5e1b5022" providerId="ADAL" clId="{C204D211-CE38-45B6-A0D8-891AFED0E48D}" dt="2023-01-08T03:40:17.662" v="62" actId="20577"/>
          <ac:spMkLst>
            <pc:docMk/>
            <pc:sldMk cId="2527347167" sldId="2147469253"/>
            <ac:spMk id="22" creationId="{750767E5-894A-4C1B-AA0D-8DA7EFF6BE74}"/>
          </ac:spMkLst>
        </pc:spChg>
        <pc:spChg chg="mod">
          <ac:chgData name="Li,Yuting (HP Medicine) BII-CN-S" userId="ce8fbb54-122c-426d-b8da-fdcc5e1b5022" providerId="ADAL" clId="{C204D211-CE38-45B6-A0D8-891AFED0E48D}" dt="2023-01-09T12:44:22.138" v="216" actId="20577"/>
          <ac:spMkLst>
            <pc:docMk/>
            <pc:sldMk cId="2527347167" sldId="2147469253"/>
            <ac:spMk id="27" creationId="{C787EF92-AECB-45F5-890F-9C2A4F7817D9}"/>
          </ac:spMkLst>
        </pc:spChg>
      </pc:sldChg>
      <pc:sldChg chg="addSp modSp add del">
        <pc:chgData name="Li,Yuting (HP Medicine) BII-CN-S" userId="ce8fbb54-122c-426d-b8da-fdcc5e1b5022" providerId="ADAL" clId="{C204D211-CE38-45B6-A0D8-891AFED0E48D}" dt="2023-01-09T12:49:13.426" v="217"/>
        <pc:sldMkLst>
          <pc:docMk/>
          <pc:sldMk cId="2344378191" sldId="2147469254"/>
        </pc:sldMkLst>
        <pc:spChg chg="add mod">
          <ac:chgData name="Li,Yuting (HP Medicine) BII-CN-S" userId="ce8fbb54-122c-426d-b8da-fdcc5e1b5022" providerId="ADAL" clId="{C204D211-CE38-45B6-A0D8-891AFED0E48D}" dt="2023-01-09T12:49:13.426" v="217"/>
          <ac:spMkLst>
            <pc:docMk/>
            <pc:sldMk cId="2344378191" sldId="2147469254"/>
            <ac:spMk id="5" creationId="{E0DA3894-9C25-4826-BEA2-CF6269F24A56}"/>
          </ac:spMkLst>
        </pc:spChg>
      </pc:sldChg>
      <pc:sldChg chg="modSp mod">
        <pc:chgData name="Li,Yuting (HP Medicine) BII-CN-S" userId="ce8fbb54-122c-426d-b8da-fdcc5e1b5022" providerId="ADAL" clId="{C204D211-CE38-45B6-A0D8-891AFED0E48D}" dt="2023-01-08T10:07:06.592" v="101" actId="20577"/>
        <pc:sldMkLst>
          <pc:docMk/>
          <pc:sldMk cId="3045120406" sldId="2147469255"/>
        </pc:sldMkLst>
        <pc:spChg chg="mod">
          <ac:chgData name="Li,Yuting (HP Medicine) BII-CN-S" userId="ce8fbb54-122c-426d-b8da-fdcc5e1b5022" providerId="ADAL" clId="{C204D211-CE38-45B6-A0D8-891AFED0E48D}" dt="2023-01-08T10:07:06.592" v="101" actId="20577"/>
          <ac:spMkLst>
            <pc:docMk/>
            <pc:sldMk cId="3045120406" sldId="2147469255"/>
            <ac:spMk id="3" creationId="{642B6165-171C-43EC-8C90-66B3BD9BC181}"/>
          </ac:spMkLst>
        </pc:spChg>
      </pc:sldChg>
      <pc:sldChg chg="delCm">
        <pc:chgData name="Li,Yuting (HP Medicine) BII-CN-S" userId="ce8fbb54-122c-426d-b8da-fdcc5e1b5022" providerId="ADAL" clId="{C204D211-CE38-45B6-A0D8-891AFED0E48D}" dt="2023-01-08T09:58:56.046" v="71"/>
        <pc:sldMkLst>
          <pc:docMk/>
          <pc:sldMk cId="3375551615" sldId="2147469258"/>
        </pc:sldMkLst>
      </pc:sldChg>
      <pc:sldChg chg="modSp mod delCm">
        <pc:chgData name="Li,Yuting (HP Medicine) BII-CN-S" userId="ce8fbb54-122c-426d-b8da-fdcc5e1b5022" providerId="ADAL" clId="{C204D211-CE38-45B6-A0D8-891AFED0E48D}" dt="2023-01-09T11:41:13.732" v="167" actId="20577"/>
        <pc:sldMkLst>
          <pc:docMk/>
          <pc:sldMk cId="2250601294" sldId="2147469259"/>
        </pc:sldMkLst>
        <pc:spChg chg="mod">
          <ac:chgData name="Li,Yuting (HP Medicine) BII-CN-S" userId="ce8fbb54-122c-426d-b8da-fdcc5e1b5022" providerId="ADAL" clId="{C204D211-CE38-45B6-A0D8-891AFED0E48D}" dt="2023-01-08T03:29:08.530" v="46" actId="108"/>
          <ac:spMkLst>
            <pc:docMk/>
            <pc:sldMk cId="2250601294" sldId="2147469259"/>
            <ac:spMk id="46" creationId="{F0B83CCA-E2EC-4D70-A001-8B8BDE7063F3}"/>
          </ac:spMkLst>
        </pc:spChg>
        <pc:spChg chg="mod">
          <ac:chgData name="Li,Yuting (HP Medicine) BII-CN-S" userId="ce8fbb54-122c-426d-b8da-fdcc5e1b5022" providerId="ADAL" clId="{C204D211-CE38-45B6-A0D8-891AFED0E48D}" dt="2023-01-08T03:35:28.215" v="50" actId="1076"/>
          <ac:spMkLst>
            <pc:docMk/>
            <pc:sldMk cId="2250601294" sldId="2147469259"/>
            <ac:spMk id="60" creationId="{483FC877-8C65-4FBB-8C5D-A8342A749CC1}"/>
          </ac:spMkLst>
        </pc:spChg>
        <pc:spChg chg="mod">
          <ac:chgData name="Li,Yuting (HP Medicine) BII-CN-S" userId="ce8fbb54-122c-426d-b8da-fdcc5e1b5022" providerId="ADAL" clId="{C204D211-CE38-45B6-A0D8-891AFED0E48D}" dt="2023-01-08T03:35:33.395" v="51" actId="1076"/>
          <ac:spMkLst>
            <pc:docMk/>
            <pc:sldMk cId="2250601294" sldId="2147469259"/>
            <ac:spMk id="61" creationId="{D643E911-B96A-44DB-A0EE-E86967AE7969}"/>
          </ac:spMkLst>
        </pc:spChg>
        <pc:spChg chg="mod">
          <ac:chgData name="Li,Yuting (HP Medicine) BII-CN-S" userId="ce8fbb54-122c-426d-b8da-fdcc5e1b5022" providerId="ADAL" clId="{C204D211-CE38-45B6-A0D8-891AFED0E48D}" dt="2023-01-09T11:41:13.732" v="167" actId="20577"/>
          <ac:spMkLst>
            <pc:docMk/>
            <pc:sldMk cId="2250601294" sldId="2147469259"/>
            <ac:spMk id="75" creationId="{23E443ED-C91E-4425-963C-DB47A7F0B19C}"/>
          </ac:spMkLst>
        </pc:spChg>
        <pc:spChg chg="mod">
          <ac:chgData name="Li,Yuting (HP Medicine) BII-CN-S" userId="ce8fbb54-122c-426d-b8da-fdcc5e1b5022" providerId="ADAL" clId="{C204D211-CE38-45B6-A0D8-891AFED0E48D}" dt="2023-01-08T03:36:10.087" v="54" actId="1076"/>
          <ac:spMkLst>
            <pc:docMk/>
            <pc:sldMk cId="2250601294" sldId="2147469259"/>
            <ac:spMk id="81" creationId="{B645D602-D0C3-452C-8A2D-3134CCB36152}"/>
          </ac:spMkLst>
        </pc:spChg>
        <pc:spChg chg="mod">
          <ac:chgData name="Li,Yuting (HP Medicine) BII-CN-S" userId="ce8fbb54-122c-426d-b8da-fdcc5e1b5022" providerId="ADAL" clId="{C204D211-CE38-45B6-A0D8-891AFED0E48D}" dt="2023-01-08T03:36:14.486" v="55" actId="1076"/>
          <ac:spMkLst>
            <pc:docMk/>
            <pc:sldMk cId="2250601294" sldId="2147469259"/>
            <ac:spMk id="84" creationId="{C3BB857D-71F6-48F5-A8AB-4CC193FF9120}"/>
          </ac:spMkLst>
        </pc:spChg>
        <pc:spChg chg="mod">
          <ac:chgData name="Li,Yuting (HP Medicine) BII-CN-S" userId="ce8fbb54-122c-426d-b8da-fdcc5e1b5022" providerId="ADAL" clId="{C204D211-CE38-45B6-A0D8-891AFED0E48D}" dt="2023-01-08T03:35:20.360" v="49" actId="1076"/>
          <ac:spMkLst>
            <pc:docMk/>
            <pc:sldMk cId="2250601294" sldId="2147469259"/>
            <ac:spMk id="95" creationId="{7989BD8A-D082-43A5-A9F5-271B9457FB3B}"/>
          </ac:spMkLst>
        </pc:spChg>
        <pc:spChg chg="mod">
          <ac:chgData name="Li,Yuting (HP Medicine) BII-CN-S" userId="ce8fbb54-122c-426d-b8da-fdcc5e1b5022" providerId="ADAL" clId="{C204D211-CE38-45B6-A0D8-891AFED0E48D}" dt="2023-01-08T03:35:49.086" v="53" actId="1076"/>
          <ac:spMkLst>
            <pc:docMk/>
            <pc:sldMk cId="2250601294" sldId="2147469259"/>
            <ac:spMk id="111" creationId="{09835E79-B2D4-4F52-9E5C-B4091F3E8F30}"/>
          </ac:spMkLst>
        </pc:spChg>
        <pc:picChg chg="mod">
          <ac:chgData name="Li,Yuting (HP Medicine) BII-CN-S" userId="ce8fbb54-122c-426d-b8da-fdcc5e1b5022" providerId="ADAL" clId="{C204D211-CE38-45B6-A0D8-891AFED0E48D}" dt="2023-01-08T03:35:44.360" v="52" actId="1076"/>
          <ac:picMkLst>
            <pc:docMk/>
            <pc:sldMk cId="2250601294" sldId="2147469259"/>
            <ac:picMk id="12" creationId="{316AA229-F87D-4CEB-8EA7-D7E9C9D5FD41}"/>
          </ac:picMkLst>
        </pc:picChg>
        <pc:picChg chg="mod">
          <ac:chgData name="Li,Yuting (HP Medicine) BII-CN-S" userId="ce8fbb54-122c-426d-b8da-fdcc5e1b5022" providerId="ADAL" clId="{C204D211-CE38-45B6-A0D8-891AFED0E48D}" dt="2023-01-08T03:36:18.371" v="56" actId="1076"/>
          <ac:picMkLst>
            <pc:docMk/>
            <pc:sldMk cId="2250601294" sldId="2147469259"/>
            <ac:picMk id="86" creationId="{2CBFCA46-1B85-4A17-A583-8E4426FAF06F}"/>
          </ac:picMkLst>
        </pc:picChg>
      </pc:sldChg>
      <pc:sldChg chg="delCm">
        <pc:chgData name="Li,Yuting (HP Medicine) BII-CN-S" userId="ce8fbb54-122c-426d-b8da-fdcc5e1b5022" providerId="ADAL" clId="{C204D211-CE38-45B6-A0D8-891AFED0E48D}" dt="2023-01-08T09:58:56.046" v="71"/>
        <pc:sldMkLst>
          <pc:docMk/>
          <pc:sldMk cId="3351712279" sldId="2147469262"/>
        </pc:sldMkLst>
      </pc:sldChg>
      <pc:sldChg chg="add del">
        <pc:chgData name="Li,Yuting (HP Medicine) BII-CN-S" userId="ce8fbb54-122c-426d-b8da-fdcc5e1b5022" providerId="ADAL" clId="{C204D211-CE38-45B6-A0D8-891AFED0E48D}" dt="2023-01-09T13:25:54.639" v="224" actId="47"/>
        <pc:sldMkLst>
          <pc:docMk/>
          <pc:sldMk cId="2408813505" sldId="2147469263"/>
        </pc:sldMkLst>
      </pc:sldChg>
      <pc:sldChg chg="modSp mod">
        <pc:chgData name="Li,Yuting (HP Medicine) BII-CN-S" userId="ce8fbb54-122c-426d-b8da-fdcc5e1b5022" providerId="ADAL" clId="{C204D211-CE38-45B6-A0D8-891AFED0E48D}" dt="2023-01-09T05:08:46.492" v="125" actId="207"/>
        <pc:sldMkLst>
          <pc:docMk/>
          <pc:sldMk cId="527551734" sldId="2147469264"/>
        </pc:sldMkLst>
        <pc:graphicFrameChg chg="mod modGraphic">
          <ac:chgData name="Li,Yuting (HP Medicine) BII-CN-S" userId="ce8fbb54-122c-426d-b8da-fdcc5e1b5022" providerId="ADAL" clId="{C204D211-CE38-45B6-A0D8-891AFED0E48D}" dt="2023-01-09T05:08:46.492" v="125" actId="207"/>
          <ac:graphicFrameMkLst>
            <pc:docMk/>
            <pc:sldMk cId="527551734" sldId="2147469264"/>
            <ac:graphicFrameMk id="6" creationId="{DD649817-D080-42CA-99F9-5939E60A0C69}"/>
          </ac:graphicFrameMkLst>
        </pc:graphicFrameChg>
      </pc:sldChg>
      <pc:sldChg chg="modSp mod delCm">
        <pc:chgData name="Li,Yuting (HP Medicine) BII-CN-S" userId="ce8fbb54-122c-426d-b8da-fdcc5e1b5022" providerId="ADAL" clId="{C204D211-CE38-45B6-A0D8-891AFED0E48D}" dt="2023-01-09T05:09:11.052" v="129" actId="207"/>
        <pc:sldMkLst>
          <pc:docMk/>
          <pc:sldMk cId="1273623890" sldId="2147469265"/>
        </pc:sldMkLst>
        <pc:graphicFrameChg chg="modGraphic">
          <ac:chgData name="Li,Yuting (HP Medicine) BII-CN-S" userId="ce8fbb54-122c-426d-b8da-fdcc5e1b5022" providerId="ADAL" clId="{C204D211-CE38-45B6-A0D8-891AFED0E48D}" dt="2023-01-09T05:09:11.052" v="129" actId="207"/>
          <ac:graphicFrameMkLst>
            <pc:docMk/>
            <pc:sldMk cId="1273623890" sldId="2147469265"/>
            <ac:graphicFrameMk id="4" creationId="{2D2DBE3B-F732-485F-9D9D-311D03CCF2A7}"/>
          </ac:graphicFrameMkLst>
        </pc:graphicFrameChg>
      </pc:sldChg>
      <pc:sldChg chg="addSp modSp mod">
        <pc:chgData name="Li,Yuting (HP Medicine) BII-CN-S" userId="ce8fbb54-122c-426d-b8da-fdcc5e1b5022" providerId="ADAL" clId="{C204D211-CE38-45B6-A0D8-891AFED0E48D}" dt="2023-01-08T11:27:19.564" v="117" actId="20577"/>
        <pc:sldMkLst>
          <pc:docMk/>
          <pc:sldMk cId="1560191140" sldId="2147471152"/>
        </pc:sldMkLst>
        <pc:spChg chg="add mod">
          <ac:chgData name="Li,Yuting (HP Medicine) BII-CN-S" userId="ce8fbb54-122c-426d-b8da-fdcc5e1b5022" providerId="ADAL" clId="{C204D211-CE38-45B6-A0D8-891AFED0E48D}" dt="2023-01-08T11:27:19.564" v="117" actId="20577"/>
          <ac:spMkLst>
            <pc:docMk/>
            <pc:sldMk cId="1560191140" sldId="2147471152"/>
            <ac:spMk id="7" creationId="{BE00CCB8-A124-46E2-8CB9-D77DA00EED28}"/>
          </ac:spMkLst>
        </pc:spChg>
      </pc:sldChg>
      <pc:sldChg chg="modSp mod">
        <pc:chgData name="Li,Yuting (HP Medicine) BII-CN-S" userId="ce8fbb54-122c-426d-b8da-fdcc5e1b5022" providerId="ADAL" clId="{C204D211-CE38-45B6-A0D8-891AFED0E48D}" dt="2023-01-09T13:12:02.196" v="220" actId="207"/>
        <pc:sldMkLst>
          <pc:docMk/>
          <pc:sldMk cId="2546863454" sldId="2147471167"/>
        </pc:sldMkLst>
        <pc:graphicFrameChg chg="modGraphic">
          <ac:chgData name="Li,Yuting (HP Medicine) BII-CN-S" userId="ce8fbb54-122c-426d-b8da-fdcc5e1b5022" providerId="ADAL" clId="{C204D211-CE38-45B6-A0D8-891AFED0E48D}" dt="2023-01-09T13:12:02.196" v="220" actId="207"/>
          <ac:graphicFrameMkLst>
            <pc:docMk/>
            <pc:sldMk cId="2546863454" sldId="2147471167"/>
            <ac:graphicFrameMk id="3" creationId="{232A4AF1-B1F4-4602-B42B-6C4F60A3553F}"/>
          </ac:graphicFrameMkLst>
        </pc:graphicFrameChg>
      </pc:sldChg>
      <pc:sldChg chg="addSp modSp add del">
        <pc:chgData name="Li,Yuting (HP Medicine) BII-CN-S" userId="ce8fbb54-122c-426d-b8da-fdcc5e1b5022" providerId="ADAL" clId="{C204D211-CE38-45B6-A0D8-891AFED0E48D}" dt="2023-01-09T08:14:13.009" v="151" actId="47"/>
        <pc:sldMkLst>
          <pc:docMk/>
          <pc:sldMk cId="75556500" sldId="2147471168"/>
        </pc:sldMkLst>
        <pc:spChg chg="add mod">
          <ac:chgData name="Li,Yuting (HP Medicine) BII-CN-S" userId="ce8fbb54-122c-426d-b8da-fdcc5e1b5022" providerId="ADAL" clId="{C204D211-CE38-45B6-A0D8-891AFED0E48D}" dt="2023-01-08T11:27:47.785" v="120"/>
          <ac:spMkLst>
            <pc:docMk/>
            <pc:sldMk cId="75556500" sldId="2147471168"/>
            <ac:spMk id="5" creationId="{3242CE21-B09D-4FC6-B79A-4F8C181F35A3}"/>
          </ac:spMkLst>
        </pc:spChg>
      </pc:sldChg>
      <pc:sldChg chg="add del">
        <pc:chgData name="Li,Yuting (HP Medicine) BII-CN-S" userId="ce8fbb54-122c-426d-b8da-fdcc5e1b5022" providerId="ADAL" clId="{C204D211-CE38-45B6-A0D8-891AFED0E48D}" dt="2023-01-09T13:25:54.639" v="224" actId="47"/>
        <pc:sldMkLst>
          <pc:docMk/>
          <pc:sldMk cId="3581030298" sldId="2147471168"/>
        </pc:sldMkLst>
      </pc:sldChg>
      <pc:sldChg chg="add del">
        <pc:chgData name="Li,Yuting (HP Medicine) BII-CN-S" userId="ce8fbb54-122c-426d-b8da-fdcc5e1b5022" providerId="ADAL" clId="{C204D211-CE38-45B6-A0D8-891AFED0E48D}" dt="2023-01-09T11:56:27.371" v="171" actId="47"/>
        <pc:sldMkLst>
          <pc:docMk/>
          <pc:sldMk cId="3679182176" sldId="2147471169"/>
        </pc:sldMkLst>
      </pc:sldChg>
      <pc:sldChg chg="add del modTransition">
        <pc:chgData name="Li,Yuting (HP Medicine) BII-CN-S" userId="ce8fbb54-122c-426d-b8da-fdcc5e1b5022" providerId="ADAL" clId="{C204D211-CE38-45B6-A0D8-891AFED0E48D}" dt="2023-01-09T11:56:27.371" v="171" actId="47"/>
        <pc:sldMkLst>
          <pc:docMk/>
          <pc:sldMk cId="2420627431" sldId="2147471170"/>
        </pc:sldMkLst>
      </pc:sldChg>
      <pc:sldChg chg="add del modTransition">
        <pc:chgData name="Li,Yuting (HP Medicine) BII-CN-S" userId="ce8fbb54-122c-426d-b8da-fdcc5e1b5022" providerId="ADAL" clId="{C204D211-CE38-45B6-A0D8-891AFED0E48D}" dt="2023-01-09T11:56:27.371" v="171" actId="47"/>
        <pc:sldMkLst>
          <pc:docMk/>
          <pc:sldMk cId="1290213778" sldId="2147471171"/>
        </pc:sldMkLst>
      </pc:sldChg>
      <pc:sldChg chg="add del modTransition">
        <pc:chgData name="Li,Yuting (HP Medicine) BII-CN-S" userId="ce8fbb54-122c-426d-b8da-fdcc5e1b5022" providerId="ADAL" clId="{C204D211-CE38-45B6-A0D8-891AFED0E48D}" dt="2023-01-09T11:56:27.371" v="171" actId="47"/>
        <pc:sldMkLst>
          <pc:docMk/>
          <pc:sldMk cId="1211665433" sldId="2147471172"/>
        </pc:sldMkLst>
      </pc:sldChg>
      <pc:sldChg chg="add del modTransition">
        <pc:chgData name="Li,Yuting (HP Medicine) BII-CN-S" userId="ce8fbb54-122c-426d-b8da-fdcc5e1b5022" providerId="ADAL" clId="{C204D211-CE38-45B6-A0D8-891AFED0E48D}" dt="2023-01-09T11:56:27.371" v="171" actId="47"/>
        <pc:sldMkLst>
          <pc:docMk/>
          <pc:sldMk cId="4077139798" sldId="2147471173"/>
        </pc:sldMkLst>
      </pc:sldChg>
      <pc:sldChg chg="add del modTransition">
        <pc:chgData name="Li,Yuting (HP Medicine) BII-CN-S" userId="ce8fbb54-122c-426d-b8da-fdcc5e1b5022" providerId="ADAL" clId="{C204D211-CE38-45B6-A0D8-891AFED0E48D}" dt="2023-01-09T11:56:27.371" v="171" actId="47"/>
        <pc:sldMkLst>
          <pc:docMk/>
          <pc:sldMk cId="3353804123" sldId="2147471174"/>
        </pc:sldMkLst>
      </pc:sldChg>
      <pc:sldChg chg="add del">
        <pc:chgData name="Li,Yuting (HP Medicine) BII-CN-S" userId="ce8fbb54-122c-426d-b8da-fdcc5e1b5022" providerId="ADAL" clId="{C204D211-CE38-45B6-A0D8-891AFED0E48D}" dt="2023-01-09T13:25:54.639" v="224" actId="47"/>
        <pc:sldMkLst>
          <pc:docMk/>
          <pc:sldMk cId="854354617" sldId="2147471175"/>
        </pc:sldMkLst>
      </pc:sldChg>
      <pc:sldChg chg="add">
        <pc:chgData name="Li,Yuting (HP Medicine) BII-CN-S" userId="ce8fbb54-122c-426d-b8da-fdcc5e1b5022" providerId="ADAL" clId="{C204D211-CE38-45B6-A0D8-891AFED0E48D}" dt="2023-01-09T13:25:40.593" v="223"/>
        <pc:sldMkLst>
          <pc:docMk/>
          <pc:sldMk cId="3685027249" sldId="2147471176"/>
        </pc:sldMkLst>
      </pc:sldChg>
      <pc:sldChg chg="add">
        <pc:chgData name="Li,Yuting (HP Medicine) BII-CN-S" userId="ce8fbb54-122c-426d-b8da-fdcc5e1b5022" providerId="ADAL" clId="{C204D211-CE38-45B6-A0D8-891AFED0E48D}" dt="2023-01-09T13:25:40.593" v="223"/>
        <pc:sldMkLst>
          <pc:docMk/>
          <pc:sldMk cId="1364191310" sldId="2147471177"/>
        </pc:sldMkLst>
      </pc:sldChg>
      <pc:sldChg chg="add">
        <pc:chgData name="Li,Yuting (HP Medicine) BII-CN-S" userId="ce8fbb54-122c-426d-b8da-fdcc5e1b5022" providerId="ADAL" clId="{C204D211-CE38-45B6-A0D8-891AFED0E48D}" dt="2023-01-09T13:25:40.593" v="223"/>
        <pc:sldMkLst>
          <pc:docMk/>
          <pc:sldMk cId="1271965736" sldId="2147471178"/>
        </pc:sldMkLst>
      </pc:sldChg>
      <pc:sldChg chg="modSp add mod">
        <pc:chgData name="Li,Yuting (HP Medicine) BII-CN-S" userId="ce8fbb54-122c-426d-b8da-fdcc5e1b5022" providerId="ADAL" clId="{C204D211-CE38-45B6-A0D8-891AFED0E48D}" dt="2023-01-10T06:40:31.572" v="254" actId="20577"/>
        <pc:sldMkLst>
          <pc:docMk/>
          <pc:sldMk cId="3160444402" sldId="2147471179"/>
        </pc:sldMkLst>
        <pc:spChg chg="mod">
          <ac:chgData name="Li,Yuting (HP Medicine) BII-CN-S" userId="ce8fbb54-122c-426d-b8da-fdcc5e1b5022" providerId="ADAL" clId="{C204D211-CE38-45B6-A0D8-891AFED0E48D}" dt="2023-01-10T06:40:31.572" v="254" actId="20577"/>
          <ac:spMkLst>
            <pc:docMk/>
            <pc:sldMk cId="3160444402" sldId="2147471179"/>
            <ac:spMk id="3" creationId="{BC64778C-F60A-42EC-A8AF-CAFCB85E7F8F}"/>
          </ac:spMkLst>
        </pc:spChg>
      </pc:sldChg>
      <pc:sldChg chg="add ord">
        <pc:chgData name="Li,Yuting (HP Medicine) BII-CN-S" userId="ce8fbb54-122c-426d-b8da-fdcc5e1b5022" providerId="ADAL" clId="{C204D211-CE38-45B6-A0D8-891AFED0E48D}" dt="2023-01-09T13:27:10.133" v="226"/>
        <pc:sldMkLst>
          <pc:docMk/>
          <pc:sldMk cId="3353804123" sldId="2147471180"/>
        </pc:sldMkLst>
      </pc:sldChg>
      <pc:sldChg chg="add">
        <pc:chgData name="Li,Yuting (HP Medicine) BII-CN-S" userId="ce8fbb54-122c-426d-b8da-fdcc5e1b5022" providerId="ADAL" clId="{C204D211-CE38-45B6-A0D8-891AFED0E48D}" dt="2023-01-09T13:25:40.593" v="223"/>
        <pc:sldMkLst>
          <pc:docMk/>
          <pc:sldMk cId="276292002" sldId="2147471181"/>
        </pc:sldMkLst>
      </pc:sldChg>
      <pc:sldChg chg="add">
        <pc:chgData name="Li,Yuting (HP Medicine) BII-CN-S" userId="ce8fbb54-122c-426d-b8da-fdcc5e1b5022" providerId="ADAL" clId="{C204D211-CE38-45B6-A0D8-891AFED0E48D}" dt="2023-01-09T13:25:40.593" v="223"/>
        <pc:sldMkLst>
          <pc:docMk/>
          <pc:sldMk cId="3405253546" sldId="2147471182"/>
        </pc:sldMkLst>
      </pc:sldChg>
    </pc:docChg>
  </pc:docChgLst>
  <pc:docChgLst>
    <pc:chgData name="Liu,Angno (MED CD&amp;O) BII-CN-B" userId="37b2aca2-cf92-40f3-baa6-f7ef7c25e438" providerId="ADAL" clId="{E2295B1A-24AB-494B-8969-299EC414C48A}"/>
    <pc:docChg chg="custSel modSld">
      <pc:chgData name="Liu,Angno (MED CD&amp;O) BII-CN-B" userId="37b2aca2-cf92-40f3-baa6-f7ef7c25e438" providerId="ADAL" clId="{E2295B1A-24AB-494B-8969-299EC414C48A}" dt="2024-03-18T04:49:54.661" v="175" actId="729"/>
      <pc:docMkLst>
        <pc:docMk/>
      </pc:docMkLst>
      <pc:sldChg chg="mod modShow">
        <pc:chgData name="Liu,Angno (MED CD&amp;O) BII-CN-B" userId="37b2aca2-cf92-40f3-baa6-f7ef7c25e438" providerId="ADAL" clId="{E2295B1A-24AB-494B-8969-299EC414C48A}" dt="2024-03-18T04:49:54.661" v="175" actId="729"/>
        <pc:sldMkLst>
          <pc:docMk/>
          <pc:sldMk cId="830732274" sldId="2147481417"/>
        </pc:sldMkLst>
      </pc:sldChg>
      <pc:sldChg chg="modSp mod">
        <pc:chgData name="Liu,Angno (MED CD&amp;O) BII-CN-B" userId="37b2aca2-cf92-40f3-baa6-f7ef7c25e438" providerId="ADAL" clId="{E2295B1A-24AB-494B-8969-299EC414C48A}" dt="2024-03-18T03:25:09.671" v="172" actId="20577"/>
        <pc:sldMkLst>
          <pc:docMk/>
          <pc:sldMk cId="3459206976" sldId="2147482675"/>
        </pc:sldMkLst>
        <pc:spChg chg="mod">
          <ac:chgData name="Liu,Angno (MED CD&amp;O) BII-CN-B" userId="37b2aca2-cf92-40f3-baa6-f7ef7c25e438" providerId="ADAL" clId="{E2295B1A-24AB-494B-8969-299EC414C48A}" dt="2024-03-18T03:25:09.671" v="172" actId="20577"/>
          <ac:spMkLst>
            <pc:docMk/>
            <pc:sldMk cId="3459206976" sldId="2147482675"/>
            <ac:spMk id="30" creationId="{AE1A5680-D133-2FB3-FC32-EF85FAA610D3}"/>
          </ac:spMkLst>
        </pc:spChg>
      </pc:sldChg>
      <pc:sldChg chg="addSp delSp modSp mod addCm modCm">
        <pc:chgData name="Liu,Angno (MED CD&amp;O) BII-CN-B" userId="37b2aca2-cf92-40f3-baa6-f7ef7c25e438" providerId="ADAL" clId="{E2295B1A-24AB-494B-8969-299EC414C48A}" dt="2024-03-18T03:38:34.597" v="173" actId="20577"/>
        <pc:sldMkLst>
          <pc:docMk/>
          <pc:sldMk cId="2549683632" sldId="2147482837"/>
        </pc:sldMkLst>
        <pc:spChg chg="mod">
          <ac:chgData name="Liu,Angno (MED CD&amp;O) BII-CN-B" userId="37b2aca2-cf92-40f3-baa6-f7ef7c25e438" providerId="ADAL" clId="{E2295B1A-24AB-494B-8969-299EC414C48A}" dt="2024-03-15T09:17:37.297" v="19" actId="20577"/>
          <ac:spMkLst>
            <pc:docMk/>
            <pc:sldMk cId="2549683632" sldId="2147482837"/>
            <ac:spMk id="2" creationId="{B884BF4B-1FCE-B14C-F59D-879491B4D14B}"/>
          </ac:spMkLst>
        </pc:spChg>
        <pc:spChg chg="del">
          <ac:chgData name="Liu,Angno (MED CD&amp;O) BII-CN-B" userId="37b2aca2-cf92-40f3-baa6-f7ef7c25e438" providerId="ADAL" clId="{E2295B1A-24AB-494B-8969-299EC414C48A}" dt="2024-03-15T09:17:40.396" v="20" actId="478"/>
          <ac:spMkLst>
            <pc:docMk/>
            <pc:sldMk cId="2549683632" sldId="2147482837"/>
            <ac:spMk id="3" creationId="{067A8785-1099-B361-C688-DE0C0368FBCF}"/>
          </ac:spMkLst>
        </pc:spChg>
        <pc:spChg chg="add mod">
          <ac:chgData name="Liu,Angno (MED CD&amp;O) BII-CN-B" userId="37b2aca2-cf92-40f3-baa6-f7ef7c25e438" providerId="ADAL" clId="{E2295B1A-24AB-494B-8969-299EC414C48A}" dt="2024-03-18T03:38:34.597" v="173" actId="20577"/>
          <ac:spMkLst>
            <pc:docMk/>
            <pc:sldMk cId="2549683632" sldId="2147482837"/>
            <ac:spMk id="8" creationId="{EE219DC8-A663-C5A4-A855-7778258C39C8}"/>
          </ac:spMkLst>
        </pc:spChg>
      </pc:sldChg>
    </pc:docChg>
  </pc:docChgLst>
  <pc:docChgLst>
    <pc:chgData name="Wang,Shirley (HP Med RA) BII-CN-B" userId="48b801ce-80b8-42d3-931b-2dcaf726016f" providerId="ADAL" clId="{8AAC6912-E344-441F-8E35-17ABD8B44B36}"/>
    <pc:docChg chg="modSld">
      <pc:chgData name="Wang,Shirley (HP Med RA) BII-CN-B" userId="48b801ce-80b8-42d3-931b-2dcaf726016f" providerId="ADAL" clId="{8AAC6912-E344-441F-8E35-17ABD8B44B36}" dt="2022-04-08T03:13:17.511" v="131" actId="14100"/>
      <pc:docMkLst>
        <pc:docMk/>
      </pc:docMkLst>
      <pc:sldChg chg="modSp mod">
        <pc:chgData name="Wang,Shirley (HP Med RA) BII-CN-B" userId="48b801ce-80b8-42d3-931b-2dcaf726016f" providerId="ADAL" clId="{8AAC6912-E344-441F-8E35-17ABD8B44B36}" dt="2022-04-08T03:13:17.511" v="131" actId="14100"/>
        <pc:sldMkLst>
          <pc:docMk/>
          <pc:sldMk cId="1001967075" sldId="2147377159"/>
        </pc:sldMkLst>
        <pc:spChg chg="mod">
          <ac:chgData name="Wang,Shirley (HP Med RA) BII-CN-B" userId="48b801ce-80b8-42d3-931b-2dcaf726016f" providerId="ADAL" clId="{8AAC6912-E344-441F-8E35-17ABD8B44B36}" dt="2022-04-08T03:10:38.847" v="95" actId="20577"/>
          <ac:spMkLst>
            <pc:docMk/>
            <pc:sldMk cId="1001967075" sldId="2147377159"/>
            <ac:spMk id="2" creationId="{1962438C-E78A-4FF5-90E4-98B6AD60A7F0}"/>
          </ac:spMkLst>
        </pc:spChg>
        <pc:spChg chg="mod">
          <ac:chgData name="Wang,Shirley (HP Med RA) BII-CN-B" userId="48b801ce-80b8-42d3-931b-2dcaf726016f" providerId="ADAL" clId="{8AAC6912-E344-441F-8E35-17ABD8B44B36}" dt="2022-04-08T03:10:15.295" v="65" actId="1076"/>
          <ac:spMkLst>
            <pc:docMk/>
            <pc:sldMk cId="1001967075" sldId="2147377159"/>
            <ac:spMk id="4" creationId="{88E9D82C-4129-43B4-B432-F228B30FFCC5}"/>
          </ac:spMkLst>
        </pc:spChg>
        <pc:spChg chg="mod">
          <ac:chgData name="Wang,Shirley (HP Med RA) BII-CN-B" userId="48b801ce-80b8-42d3-931b-2dcaf726016f" providerId="ADAL" clId="{8AAC6912-E344-441F-8E35-17ABD8B44B36}" dt="2022-04-08T03:13:17.511" v="131" actId="14100"/>
          <ac:spMkLst>
            <pc:docMk/>
            <pc:sldMk cId="1001967075" sldId="2147377159"/>
            <ac:spMk id="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2"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3"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4"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5"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6"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1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0"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2"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3"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4"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5"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6"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2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0"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3"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4"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6"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3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4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4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2"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3"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5"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6"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5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6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65"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6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70"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7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7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0"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2"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5"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6"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7"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8"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89"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0"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1"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2"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3"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4" creationId="{00000000-0000-0000-0000-000000000000}"/>
          </ac:spMkLst>
        </pc:spChg>
        <pc:spChg chg="mod">
          <ac:chgData name="Wang,Shirley (HP Med RA) BII-CN-B" userId="48b801ce-80b8-42d3-931b-2dcaf726016f" providerId="ADAL" clId="{8AAC6912-E344-441F-8E35-17ABD8B44B36}" dt="2022-04-08T03:13:17.511" v="131" actId="14100"/>
          <ac:spMkLst>
            <pc:docMk/>
            <pc:sldMk cId="1001967075" sldId="2147377159"/>
            <ac:spMk id="96" creationId="{BC5C9CD6-2B0C-45AF-B4CE-203B4B120970}"/>
          </ac:spMkLst>
        </pc:spChg>
        <pc:spChg chg="mod">
          <ac:chgData name="Wang,Shirley (HP Med RA) BII-CN-B" userId="48b801ce-80b8-42d3-931b-2dcaf726016f" providerId="ADAL" clId="{8AAC6912-E344-441F-8E35-17ABD8B44B36}" dt="2022-04-08T03:13:17.511" v="131" actId="14100"/>
          <ac:spMkLst>
            <pc:docMk/>
            <pc:sldMk cId="1001967075" sldId="2147377159"/>
            <ac:spMk id="97" creationId="{3FE55F19-79D6-4AA5-BDAD-8B49378EB603}"/>
          </ac:spMkLst>
        </pc:spChg>
        <pc:spChg chg="mod">
          <ac:chgData name="Wang,Shirley (HP Med RA) BII-CN-B" userId="48b801ce-80b8-42d3-931b-2dcaf726016f" providerId="ADAL" clId="{8AAC6912-E344-441F-8E35-17ABD8B44B36}" dt="2022-04-08T03:13:17.511" v="131" actId="14100"/>
          <ac:spMkLst>
            <pc:docMk/>
            <pc:sldMk cId="1001967075" sldId="2147377159"/>
            <ac:spMk id="98" creationId="{775038D8-E381-4006-8EDA-34CC4AA17003}"/>
          </ac:spMkLst>
        </pc:spChg>
        <pc:spChg chg="mod">
          <ac:chgData name="Wang,Shirley (HP Med RA) BII-CN-B" userId="48b801ce-80b8-42d3-931b-2dcaf726016f" providerId="ADAL" clId="{8AAC6912-E344-441F-8E35-17ABD8B44B36}" dt="2022-04-08T03:13:17.511" v="131" actId="14100"/>
          <ac:spMkLst>
            <pc:docMk/>
            <pc:sldMk cId="1001967075" sldId="2147377159"/>
            <ac:spMk id="99" creationId="{A56D498B-03D1-450F-9C59-46BF2F0DCB2D}"/>
          </ac:spMkLst>
        </pc:spChg>
        <pc:spChg chg="mod">
          <ac:chgData name="Wang,Shirley (HP Med RA) BII-CN-B" userId="48b801ce-80b8-42d3-931b-2dcaf726016f" providerId="ADAL" clId="{8AAC6912-E344-441F-8E35-17ABD8B44B36}" dt="2022-04-08T03:13:17.511" v="131" actId="14100"/>
          <ac:spMkLst>
            <pc:docMk/>
            <pc:sldMk cId="1001967075" sldId="2147377159"/>
            <ac:spMk id="100" creationId="{0EEFDB2D-6A1D-45F6-B831-4DA6648E75C4}"/>
          </ac:spMkLst>
        </pc:spChg>
        <pc:spChg chg="mod">
          <ac:chgData name="Wang,Shirley (HP Med RA) BII-CN-B" userId="48b801ce-80b8-42d3-931b-2dcaf726016f" providerId="ADAL" clId="{8AAC6912-E344-441F-8E35-17ABD8B44B36}" dt="2022-04-08T03:13:17.511" v="131" actId="14100"/>
          <ac:spMkLst>
            <pc:docMk/>
            <pc:sldMk cId="1001967075" sldId="2147377159"/>
            <ac:spMk id="101" creationId="{514F7654-D406-4B65-B4DD-E448E014B709}"/>
          </ac:spMkLst>
        </pc:spChg>
        <pc:spChg chg="mod">
          <ac:chgData name="Wang,Shirley (HP Med RA) BII-CN-B" userId="48b801ce-80b8-42d3-931b-2dcaf726016f" providerId="ADAL" clId="{8AAC6912-E344-441F-8E35-17ABD8B44B36}" dt="2022-04-08T03:13:17.511" v="131" actId="14100"/>
          <ac:spMkLst>
            <pc:docMk/>
            <pc:sldMk cId="1001967075" sldId="2147377159"/>
            <ac:spMk id="103" creationId="{82451701-8AF1-422E-992D-19AAB2E2BDA0}"/>
          </ac:spMkLst>
        </pc:spChg>
        <pc:spChg chg="mod">
          <ac:chgData name="Wang,Shirley (HP Med RA) BII-CN-B" userId="48b801ce-80b8-42d3-931b-2dcaf726016f" providerId="ADAL" clId="{8AAC6912-E344-441F-8E35-17ABD8B44B36}" dt="2022-04-08T03:13:17.511" v="131" actId="14100"/>
          <ac:spMkLst>
            <pc:docMk/>
            <pc:sldMk cId="1001967075" sldId="2147377159"/>
            <ac:spMk id="104" creationId="{348FBD2B-7B0A-453A-8227-E2293D0BDEEF}"/>
          </ac:spMkLst>
        </pc:spChg>
        <pc:spChg chg="mod">
          <ac:chgData name="Wang,Shirley (HP Med RA) BII-CN-B" userId="48b801ce-80b8-42d3-931b-2dcaf726016f" providerId="ADAL" clId="{8AAC6912-E344-441F-8E35-17ABD8B44B36}" dt="2022-04-08T03:13:17.511" v="131" actId="14100"/>
          <ac:spMkLst>
            <pc:docMk/>
            <pc:sldMk cId="1001967075" sldId="2147377159"/>
            <ac:spMk id="105" creationId="{4CA20726-2FC1-4E30-B140-DF2146D7B698}"/>
          </ac:spMkLst>
        </pc:spChg>
        <pc:spChg chg="mod">
          <ac:chgData name="Wang,Shirley (HP Med RA) BII-CN-B" userId="48b801ce-80b8-42d3-931b-2dcaf726016f" providerId="ADAL" clId="{8AAC6912-E344-441F-8E35-17ABD8B44B36}" dt="2022-04-08T03:13:17.511" v="131" actId="14100"/>
          <ac:spMkLst>
            <pc:docMk/>
            <pc:sldMk cId="1001967075" sldId="2147377159"/>
            <ac:spMk id="106" creationId="{67059A65-F8F4-4AB7-85BE-831713DD4494}"/>
          </ac:spMkLst>
        </pc:spChg>
        <pc:spChg chg="mod">
          <ac:chgData name="Wang,Shirley (HP Med RA) BII-CN-B" userId="48b801ce-80b8-42d3-931b-2dcaf726016f" providerId="ADAL" clId="{8AAC6912-E344-441F-8E35-17ABD8B44B36}" dt="2022-04-08T03:13:17.511" v="131" actId="14100"/>
          <ac:spMkLst>
            <pc:docMk/>
            <pc:sldMk cId="1001967075" sldId="2147377159"/>
            <ac:spMk id="107" creationId="{6D1B8CB9-F78A-4CFE-BFA3-B2B4B7B19986}"/>
          </ac:spMkLst>
        </pc:spChg>
        <pc:spChg chg="mod">
          <ac:chgData name="Wang,Shirley (HP Med RA) BII-CN-B" userId="48b801ce-80b8-42d3-931b-2dcaf726016f" providerId="ADAL" clId="{8AAC6912-E344-441F-8E35-17ABD8B44B36}" dt="2022-04-08T03:13:17.511" v="131" actId="14100"/>
          <ac:spMkLst>
            <pc:docMk/>
            <pc:sldMk cId="1001967075" sldId="2147377159"/>
            <ac:spMk id="108" creationId="{18261B04-2454-4401-90ED-105AE0ECCDE5}"/>
          </ac:spMkLst>
        </pc:spChg>
        <pc:spChg chg="mod">
          <ac:chgData name="Wang,Shirley (HP Med RA) BII-CN-B" userId="48b801ce-80b8-42d3-931b-2dcaf726016f" providerId="ADAL" clId="{8AAC6912-E344-441F-8E35-17ABD8B44B36}" dt="2022-04-08T03:13:17.511" v="131" actId="14100"/>
          <ac:spMkLst>
            <pc:docMk/>
            <pc:sldMk cId="1001967075" sldId="2147377159"/>
            <ac:spMk id="109" creationId="{18E399D3-8C49-41B3-B56D-BD33C7B5AFC0}"/>
          </ac:spMkLst>
        </pc:spChg>
        <pc:spChg chg="mod">
          <ac:chgData name="Wang,Shirley (HP Med RA) BII-CN-B" userId="48b801ce-80b8-42d3-931b-2dcaf726016f" providerId="ADAL" clId="{8AAC6912-E344-441F-8E35-17ABD8B44B36}" dt="2022-04-08T03:13:17.511" v="131" actId="14100"/>
          <ac:spMkLst>
            <pc:docMk/>
            <pc:sldMk cId="1001967075" sldId="2147377159"/>
            <ac:spMk id="111" creationId="{A78FE0DF-8AA0-4ABC-A842-AF10D65CF583}"/>
          </ac:spMkLst>
        </pc:spChg>
        <pc:spChg chg="mod">
          <ac:chgData name="Wang,Shirley (HP Med RA) BII-CN-B" userId="48b801ce-80b8-42d3-931b-2dcaf726016f" providerId="ADAL" clId="{8AAC6912-E344-441F-8E35-17ABD8B44B36}" dt="2022-04-08T03:13:17.511" v="131" actId="14100"/>
          <ac:spMkLst>
            <pc:docMk/>
            <pc:sldMk cId="1001967075" sldId="2147377159"/>
            <ac:spMk id="112" creationId="{7C63B07F-D86F-4D00-BB79-9A0939AA6792}"/>
          </ac:spMkLst>
        </pc:spChg>
        <pc:spChg chg="mod">
          <ac:chgData name="Wang,Shirley (HP Med RA) BII-CN-B" userId="48b801ce-80b8-42d3-931b-2dcaf726016f" providerId="ADAL" clId="{8AAC6912-E344-441F-8E35-17ABD8B44B36}" dt="2022-04-08T03:13:17.511" v="131" actId="14100"/>
          <ac:spMkLst>
            <pc:docMk/>
            <pc:sldMk cId="1001967075" sldId="2147377159"/>
            <ac:spMk id="113" creationId="{DD5B0A9E-1CBF-47DF-8F37-B8FCA8F1B5B3}"/>
          </ac:spMkLst>
        </pc:spChg>
        <pc:spChg chg="mod">
          <ac:chgData name="Wang,Shirley (HP Med RA) BII-CN-B" userId="48b801ce-80b8-42d3-931b-2dcaf726016f" providerId="ADAL" clId="{8AAC6912-E344-441F-8E35-17ABD8B44B36}" dt="2022-04-08T03:13:17.511" v="131" actId="14100"/>
          <ac:spMkLst>
            <pc:docMk/>
            <pc:sldMk cId="1001967075" sldId="2147377159"/>
            <ac:spMk id="114" creationId="{9E27AC5B-F9D4-4032-9B89-F79DA3B57331}"/>
          </ac:spMkLst>
        </pc:spChg>
        <pc:spChg chg="mod">
          <ac:chgData name="Wang,Shirley (HP Med RA) BII-CN-B" userId="48b801ce-80b8-42d3-931b-2dcaf726016f" providerId="ADAL" clId="{8AAC6912-E344-441F-8E35-17ABD8B44B36}" dt="2022-04-08T03:11:29.188" v="124" actId="20577"/>
          <ac:spMkLst>
            <pc:docMk/>
            <pc:sldMk cId="1001967075" sldId="2147377159"/>
            <ac:spMk id="117" creationId="{C19F8829-E637-4836-9B93-3AC773522A6F}"/>
          </ac:spMkLst>
        </pc:spChg>
        <pc:grpChg chg="mod">
          <ac:chgData name="Wang,Shirley (HP Med RA) BII-CN-B" userId="48b801ce-80b8-42d3-931b-2dcaf726016f" providerId="ADAL" clId="{8AAC6912-E344-441F-8E35-17ABD8B44B36}" dt="2022-04-08T03:13:17.511" v="131" actId="14100"/>
          <ac:grpSpMkLst>
            <pc:docMk/>
            <pc:sldMk cId="1001967075" sldId="2147377159"/>
            <ac:grpSpMk id="3" creationId="{2EF30018-4258-4A2A-B01B-24F18949D8D4}"/>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51"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54"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57"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60"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66"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69" creationId="{00000000-0000-0000-0000-000000000000}"/>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95" creationId="{B4834E56-0F3A-452C-A5A6-51D5CD5DF1EB}"/>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102" creationId="{09617BDD-A7C4-42D9-BAA8-923695D49943}"/>
          </ac:grpSpMkLst>
        </pc:grpChg>
        <pc:grpChg chg="mod">
          <ac:chgData name="Wang,Shirley (HP Med RA) BII-CN-B" userId="48b801ce-80b8-42d3-931b-2dcaf726016f" providerId="ADAL" clId="{8AAC6912-E344-441F-8E35-17ABD8B44B36}" dt="2022-04-08T03:13:17.511" v="131" actId="14100"/>
          <ac:grpSpMkLst>
            <pc:docMk/>
            <pc:sldMk cId="1001967075" sldId="2147377159"/>
            <ac:grpSpMk id="110" creationId="{3AB59023-DAA4-4180-9128-BEC8555A0840}"/>
          </ac:grpSpMkLst>
        </pc:grpChg>
      </pc:sldChg>
    </pc:docChg>
  </pc:docChgLst>
  <pc:docChgLst>
    <pc:chgData name="Li,Yuting (HP Medicine) BII-CN-S" userId="ce8fbb54-122c-426d-b8da-fdcc5e1b5022" providerId="ADAL" clId="{F4AEE9CE-B658-41FC-BED4-F84D25F98BD7}"/>
    <pc:docChg chg="undo custSel addSld delSld modSld sldOrd">
      <pc:chgData name="Li,Yuting (HP Medicine) BII-CN-S" userId="ce8fbb54-122c-426d-b8da-fdcc5e1b5022" providerId="ADAL" clId="{F4AEE9CE-B658-41FC-BED4-F84D25F98BD7}" dt="2022-07-11T01:56:03.882" v="4298" actId="20577"/>
      <pc:docMkLst>
        <pc:docMk/>
      </pc:docMkLst>
      <pc:sldChg chg="del">
        <pc:chgData name="Li,Yuting (HP Medicine) BII-CN-S" userId="ce8fbb54-122c-426d-b8da-fdcc5e1b5022" providerId="ADAL" clId="{F4AEE9CE-B658-41FC-BED4-F84D25F98BD7}" dt="2022-07-04T07:34:49.682" v="26" actId="47"/>
        <pc:sldMkLst>
          <pc:docMk/>
          <pc:sldMk cId="3524290913" sldId="887"/>
        </pc:sldMkLst>
      </pc:sldChg>
      <pc:sldChg chg="modSp mod">
        <pc:chgData name="Li,Yuting (HP Medicine) BII-CN-S" userId="ce8fbb54-122c-426d-b8da-fdcc5e1b5022" providerId="ADAL" clId="{F4AEE9CE-B658-41FC-BED4-F84D25F98BD7}" dt="2022-07-04T06:09:29.319" v="14" actId="20577"/>
        <pc:sldMkLst>
          <pc:docMk/>
          <pc:sldMk cId="64439630" sldId="6601"/>
        </pc:sldMkLst>
        <pc:spChg chg="mod">
          <ac:chgData name="Li,Yuting (HP Medicine) BII-CN-S" userId="ce8fbb54-122c-426d-b8da-fdcc5e1b5022" providerId="ADAL" clId="{F4AEE9CE-B658-41FC-BED4-F84D25F98BD7}" dt="2022-07-04T06:09:24.253" v="10" actId="5793"/>
          <ac:spMkLst>
            <pc:docMk/>
            <pc:sldMk cId="64439630" sldId="6601"/>
            <ac:spMk id="5" creationId="{00000000-0000-0000-0000-000000000000}"/>
          </ac:spMkLst>
        </pc:spChg>
        <pc:spChg chg="mod">
          <ac:chgData name="Li,Yuting (HP Medicine) BII-CN-S" userId="ce8fbb54-122c-426d-b8da-fdcc5e1b5022" providerId="ADAL" clId="{F4AEE9CE-B658-41FC-BED4-F84D25F98BD7}" dt="2022-07-04T06:09:29.319" v="14" actId="20577"/>
          <ac:spMkLst>
            <pc:docMk/>
            <pc:sldMk cId="64439630" sldId="6601"/>
            <ac:spMk id="6" creationId="{00000000-0000-0000-0000-000000000000}"/>
          </ac:spMkLst>
        </pc:spChg>
      </pc:sldChg>
      <pc:sldChg chg="modSp mod">
        <pc:chgData name="Li,Yuting (HP Medicine) BII-CN-S" userId="ce8fbb54-122c-426d-b8da-fdcc5e1b5022" providerId="ADAL" clId="{F4AEE9CE-B658-41FC-BED4-F84D25F98BD7}" dt="2022-07-09T09:33:35.820" v="3255" actId="1076"/>
        <pc:sldMkLst>
          <pc:docMk/>
          <pc:sldMk cId="2253265356" sldId="2141413456"/>
        </pc:sldMkLst>
        <pc:spChg chg="mod">
          <ac:chgData name="Li,Yuting (HP Medicine) BII-CN-S" userId="ce8fbb54-122c-426d-b8da-fdcc5e1b5022" providerId="ADAL" clId="{F4AEE9CE-B658-41FC-BED4-F84D25F98BD7}" dt="2022-07-05T01:38:56.899" v="281" actId="20577"/>
          <ac:spMkLst>
            <pc:docMk/>
            <pc:sldMk cId="2253265356" sldId="2141413456"/>
            <ac:spMk id="90" creationId="{F9345081-D2EC-4F9D-A965-3B9D77318B16}"/>
          </ac:spMkLst>
        </pc:spChg>
        <pc:grpChg chg="mod">
          <ac:chgData name="Li,Yuting (HP Medicine) BII-CN-S" userId="ce8fbb54-122c-426d-b8da-fdcc5e1b5022" providerId="ADAL" clId="{F4AEE9CE-B658-41FC-BED4-F84D25F98BD7}" dt="2022-07-09T09:33:35.820" v="3255" actId="1076"/>
          <ac:grpSpMkLst>
            <pc:docMk/>
            <pc:sldMk cId="2253265356" sldId="2141413456"/>
            <ac:grpSpMk id="94" creationId="{8CA2D186-99EC-466F-9E24-BEA99F2ECDCD}"/>
          </ac:grpSpMkLst>
        </pc:grpChg>
      </pc:sldChg>
      <pc:sldChg chg="del">
        <pc:chgData name="Li,Yuting (HP Medicine) BII-CN-S" userId="ce8fbb54-122c-426d-b8da-fdcc5e1b5022" providerId="ADAL" clId="{F4AEE9CE-B658-41FC-BED4-F84D25F98BD7}" dt="2022-07-04T07:25:51.533" v="21" actId="47"/>
        <pc:sldMkLst>
          <pc:docMk/>
          <pc:sldMk cId="1492430006" sldId="2147377131"/>
        </pc:sldMkLst>
      </pc:sldChg>
      <pc:sldChg chg="add del ord">
        <pc:chgData name="Li,Yuting (HP Medicine) BII-CN-S" userId="ce8fbb54-122c-426d-b8da-fdcc5e1b5022" providerId="ADAL" clId="{F4AEE9CE-B658-41FC-BED4-F84D25F98BD7}" dt="2022-07-04T07:39:21.751" v="43"/>
        <pc:sldMkLst>
          <pc:docMk/>
          <pc:sldMk cId="3321039952" sldId="2147377143"/>
        </pc:sldMkLst>
      </pc:sldChg>
      <pc:sldChg chg="del">
        <pc:chgData name="Li,Yuting (HP Medicine) BII-CN-S" userId="ce8fbb54-122c-426d-b8da-fdcc5e1b5022" providerId="ADAL" clId="{F4AEE9CE-B658-41FC-BED4-F84D25F98BD7}" dt="2022-07-04T07:26:01.515" v="23" actId="47"/>
        <pc:sldMkLst>
          <pc:docMk/>
          <pc:sldMk cId="1001967075" sldId="2147377159"/>
        </pc:sldMkLst>
      </pc:sldChg>
      <pc:sldChg chg="del">
        <pc:chgData name="Li,Yuting (HP Medicine) BII-CN-S" userId="ce8fbb54-122c-426d-b8da-fdcc5e1b5022" providerId="ADAL" clId="{F4AEE9CE-B658-41FC-BED4-F84D25F98BD7}" dt="2022-07-04T06:16:22.149" v="16" actId="47"/>
        <pc:sldMkLst>
          <pc:docMk/>
          <pc:sldMk cId="3766878403" sldId="2147377162"/>
        </pc:sldMkLst>
      </pc:sldChg>
      <pc:sldChg chg="del">
        <pc:chgData name="Li,Yuting (HP Medicine) BII-CN-S" userId="ce8fbb54-122c-426d-b8da-fdcc5e1b5022" providerId="ADAL" clId="{F4AEE9CE-B658-41FC-BED4-F84D25F98BD7}" dt="2022-07-04T07:40:20.616" v="51" actId="47"/>
        <pc:sldMkLst>
          <pc:docMk/>
          <pc:sldMk cId="1349082433" sldId="2147377174"/>
        </pc:sldMkLst>
      </pc:sldChg>
      <pc:sldChg chg="del ord">
        <pc:chgData name="Li,Yuting (HP Medicine) BII-CN-S" userId="ce8fbb54-122c-426d-b8da-fdcc5e1b5022" providerId="ADAL" clId="{F4AEE9CE-B658-41FC-BED4-F84D25F98BD7}" dt="2022-07-05T06:14:25.812" v="297" actId="47"/>
        <pc:sldMkLst>
          <pc:docMk/>
          <pc:sldMk cId="4118063875" sldId="2147377176"/>
        </pc:sldMkLst>
      </pc:sldChg>
      <pc:sldChg chg="del">
        <pc:chgData name="Li,Yuting (HP Medicine) BII-CN-S" userId="ce8fbb54-122c-426d-b8da-fdcc5e1b5022" providerId="ADAL" clId="{F4AEE9CE-B658-41FC-BED4-F84D25F98BD7}" dt="2022-07-05T06:22:25.946" v="527" actId="47"/>
        <pc:sldMkLst>
          <pc:docMk/>
          <pc:sldMk cId="4081639042" sldId="2147377178"/>
        </pc:sldMkLst>
      </pc:sldChg>
      <pc:sldChg chg="modSp mod modNotesTx">
        <pc:chgData name="Li,Yuting (HP Medicine) BII-CN-S" userId="ce8fbb54-122c-426d-b8da-fdcc5e1b5022" providerId="ADAL" clId="{F4AEE9CE-B658-41FC-BED4-F84D25F98BD7}" dt="2022-07-10T07:10:32.177" v="4227" actId="6549"/>
        <pc:sldMkLst>
          <pc:docMk/>
          <pc:sldMk cId="3074215225" sldId="2147377179"/>
        </pc:sldMkLst>
        <pc:graphicFrameChg chg="mod modGraphic">
          <ac:chgData name="Li,Yuting (HP Medicine) BII-CN-S" userId="ce8fbb54-122c-426d-b8da-fdcc5e1b5022" providerId="ADAL" clId="{F4AEE9CE-B658-41FC-BED4-F84D25F98BD7}" dt="2022-07-10T07:10:32.177" v="4227" actId="6549"/>
          <ac:graphicFrameMkLst>
            <pc:docMk/>
            <pc:sldMk cId="3074215225" sldId="2147377179"/>
            <ac:graphicFrameMk id="9" creationId="{9451AA74-9EEC-4F3E-9EDC-4DA6C151EA9D}"/>
          </ac:graphicFrameMkLst>
        </pc:graphicFrameChg>
      </pc:sldChg>
      <pc:sldChg chg="ord">
        <pc:chgData name="Li,Yuting (HP Medicine) BII-CN-S" userId="ce8fbb54-122c-426d-b8da-fdcc5e1b5022" providerId="ADAL" clId="{F4AEE9CE-B658-41FC-BED4-F84D25F98BD7}" dt="2022-07-05T06:14:30.380" v="299"/>
        <pc:sldMkLst>
          <pc:docMk/>
          <pc:sldMk cId="3928773985" sldId="2147377211"/>
        </pc:sldMkLst>
      </pc:sldChg>
      <pc:sldChg chg="del">
        <pc:chgData name="Li,Yuting (HP Medicine) BII-CN-S" userId="ce8fbb54-122c-426d-b8da-fdcc5e1b5022" providerId="ADAL" clId="{F4AEE9CE-B658-41FC-BED4-F84D25F98BD7}" dt="2022-07-04T07:38:26.791" v="36" actId="47"/>
        <pc:sldMkLst>
          <pc:docMk/>
          <pc:sldMk cId="404429456" sldId="2147377214"/>
        </pc:sldMkLst>
      </pc:sldChg>
      <pc:sldChg chg="add del ord">
        <pc:chgData name="Li,Yuting (HP Medicine) BII-CN-S" userId="ce8fbb54-122c-426d-b8da-fdcc5e1b5022" providerId="ADAL" clId="{F4AEE9CE-B658-41FC-BED4-F84D25F98BD7}" dt="2022-07-04T07:39:21.751" v="43"/>
        <pc:sldMkLst>
          <pc:docMk/>
          <pc:sldMk cId="2060044809" sldId="2147377220"/>
        </pc:sldMkLst>
      </pc:sldChg>
      <pc:sldChg chg="del">
        <pc:chgData name="Li,Yuting (HP Medicine) BII-CN-S" userId="ce8fbb54-122c-426d-b8da-fdcc5e1b5022" providerId="ADAL" clId="{F4AEE9CE-B658-41FC-BED4-F84D25F98BD7}" dt="2022-07-05T01:34:41.063" v="190" actId="47"/>
        <pc:sldMkLst>
          <pc:docMk/>
          <pc:sldMk cId="2948759030" sldId="2147377225"/>
        </pc:sldMkLst>
      </pc:sldChg>
      <pc:sldChg chg="del">
        <pc:chgData name="Li,Yuting (HP Medicine) BII-CN-S" userId="ce8fbb54-122c-426d-b8da-fdcc5e1b5022" providerId="ADAL" clId="{F4AEE9CE-B658-41FC-BED4-F84D25F98BD7}" dt="2022-07-05T01:40:04.290" v="283" actId="47"/>
        <pc:sldMkLst>
          <pc:docMk/>
          <pc:sldMk cId="1454325840" sldId="2147377230"/>
        </pc:sldMkLst>
      </pc:sldChg>
      <pc:sldChg chg="del">
        <pc:chgData name="Li,Yuting (HP Medicine) BII-CN-S" userId="ce8fbb54-122c-426d-b8da-fdcc5e1b5022" providerId="ADAL" clId="{F4AEE9CE-B658-41FC-BED4-F84D25F98BD7}" dt="2022-07-10T07:15:12.023" v="4228" actId="47"/>
        <pc:sldMkLst>
          <pc:docMk/>
          <pc:sldMk cId="16040882" sldId="2147377231"/>
        </pc:sldMkLst>
      </pc:sldChg>
      <pc:sldChg chg="add">
        <pc:chgData name="Li,Yuting (HP Medicine) BII-CN-S" userId="ce8fbb54-122c-426d-b8da-fdcc5e1b5022" providerId="ADAL" clId="{F4AEE9CE-B658-41FC-BED4-F84D25F98BD7}" dt="2022-07-04T07:25:47.558" v="20"/>
        <pc:sldMkLst>
          <pc:docMk/>
          <pc:sldMk cId="379566639" sldId="2147377238"/>
        </pc:sldMkLst>
      </pc:sldChg>
      <pc:sldChg chg="del">
        <pc:chgData name="Li,Yuting (HP Medicine) BII-CN-S" userId="ce8fbb54-122c-426d-b8da-fdcc5e1b5022" providerId="ADAL" clId="{F4AEE9CE-B658-41FC-BED4-F84D25F98BD7}" dt="2022-07-05T06:03:49.146" v="293" actId="47"/>
        <pc:sldMkLst>
          <pc:docMk/>
          <pc:sldMk cId="3545230504" sldId="2147377239"/>
        </pc:sldMkLst>
      </pc:sldChg>
      <pc:sldChg chg="modSp add mod">
        <pc:chgData name="Li,Yuting (HP Medicine) BII-CN-S" userId="ce8fbb54-122c-426d-b8da-fdcc5e1b5022" providerId="ADAL" clId="{F4AEE9CE-B658-41FC-BED4-F84D25F98BD7}" dt="2022-07-11T01:56:03.882" v="4298" actId="20577"/>
        <pc:sldMkLst>
          <pc:docMk/>
          <pc:sldMk cId="1316904003" sldId="2147377240"/>
        </pc:sldMkLst>
        <pc:spChg chg="mod">
          <ac:chgData name="Li,Yuting (HP Medicine) BII-CN-S" userId="ce8fbb54-122c-426d-b8da-fdcc5e1b5022" providerId="ADAL" clId="{F4AEE9CE-B658-41FC-BED4-F84D25F98BD7}" dt="2022-07-11T01:56:03.882" v="4298" actId="20577"/>
          <ac:spMkLst>
            <pc:docMk/>
            <pc:sldMk cId="1316904003" sldId="2147377240"/>
            <ac:spMk id="192" creationId="{31193A60-52A8-4E9D-BB69-B3D203C95D66}"/>
          </ac:spMkLst>
        </pc:spChg>
        <pc:grpChg chg="mod">
          <ac:chgData name="Li,Yuting (HP Medicine) BII-CN-S" userId="ce8fbb54-122c-426d-b8da-fdcc5e1b5022" providerId="ADAL" clId="{F4AEE9CE-B658-41FC-BED4-F84D25F98BD7}" dt="2022-07-05T01:40:56.741" v="289" actId="1076"/>
          <ac:grpSpMkLst>
            <pc:docMk/>
            <pc:sldMk cId="1316904003" sldId="2147377240"/>
            <ac:grpSpMk id="203" creationId="{3855D1D5-D3D2-4F97-9E67-F3646B91ACCC}"/>
          </ac:grpSpMkLst>
        </pc:grpChg>
      </pc:sldChg>
      <pc:sldChg chg="del">
        <pc:chgData name="Li,Yuting (HP Medicine) BII-CN-S" userId="ce8fbb54-122c-426d-b8da-fdcc5e1b5022" providerId="ADAL" clId="{F4AEE9CE-B658-41FC-BED4-F84D25F98BD7}" dt="2022-07-04T07:38:46.813" v="37" actId="47"/>
        <pc:sldMkLst>
          <pc:docMk/>
          <pc:sldMk cId="3949658409" sldId="2147377240"/>
        </pc:sldMkLst>
      </pc:sldChg>
      <pc:sldChg chg="add del ord">
        <pc:chgData name="Li,Yuting (HP Medicine) BII-CN-S" userId="ce8fbb54-122c-426d-b8da-fdcc5e1b5022" providerId="ADAL" clId="{F4AEE9CE-B658-41FC-BED4-F84D25F98BD7}" dt="2022-07-05T01:40:36.082" v="288"/>
        <pc:sldMkLst>
          <pc:docMk/>
          <pc:sldMk cId="1816056523" sldId="2147377242"/>
        </pc:sldMkLst>
      </pc:sldChg>
      <pc:sldChg chg="ord">
        <pc:chgData name="Li,Yuting (HP Medicine) BII-CN-S" userId="ce8fbb54-122c-426d-b8da-fdcc5e1b5022" providerId="ADAL" clId="{F4AEE9CE-B658-41FC-BED4-F84D25F98BD7}" dt="2022-07-05T01:40:36.082" v="288"/>
        <pc:sldMkLst>
          <pc:docMk/>
          <pc:sldMk cId="2025189111" sldId="2147377243"/>
        </pc:sldMkLst>
      </pc:sldChg>
      <pc:sldChg chg="modSp add mod">
        <pc:chgData name="Li,Yuting (HP Medicine) BII-CN-S" userId="ce8fbb54-122c-426d-b8da-fdcc5e1b5022" providerId="ADAL" clId="{F4AEE9CE-B658-41FC-BED4-F84D25F98BD7}" dt="2022-07-09T09:24:48.108" v="3157" actId="207"/>
        <pc:sldMkLst>
          <pc:docMk/>
          <pc:sldMk cId="2280178032" sldId="2147377244"/>
        </pc:sldMkLst>
        <pc:graphicFrameChg chg="modGraphic">
          <ac:chgData name="Li,Yuting (HP Medicine) BII-CN-S" userId="ce8fbb54-122c-426d-b8da-fdcc5e1b5022" providerId="ADAL" clId="{F4AEE9CE-B658-41FC-BED4-F84D25F98BD7}" dt="2022-07-09T09:24:48.108" v="3157" actId="207"/>
          <ac:graphicFrameMkLst>
            <pc:docMk/>
            <pc:sldMk cId="2280178032" sldId="2147377244"/>
            <ac:graphicFrameMk id="10" creationId="{7ED29C9C-0700-480D-B788-68CBB9D31EEE}"/>
          </ac:graphicFrameMkLst>
        </pc:graphicFrameChg>
      </pc:sldChg>
      <pc:sldChg chg="add">
        <pc:chgData name="Li,Yuting (HP Medicine) BII-CN-S" userId="ce8fbb54-122c-426d-b8da-fdcc5e1b5022" providerId="ADAL" clId="{F4AEE9CE-B658-41FC-BED4-F84D25F98BD7}" dt="2022-07-04T07:25:59.007" v="22"/>
        <pc:sldMkLst>
          <pc:docMk/>
          <pc:sldMk cId="379437175" sldId="2147377245"/>
        </pc:sldMkLst>
      </pc:sldChg>
      <pc:sldChg chg="addSp delSp modSp add mod">
        <pc:chgData name="Li,Yuting (HP Medicine) BII-CN-S" userId="ce8fbb54-122c-426d-b8da-fdcc5e1b5022" providerId="ADAL" clId="{F4AEE9CE-B658-41FC-BED4-F84D25F98BD7}" dt="2022-07-09T09:25:58.917" v="3165" actId="20577"/>
        <pc:sldMkLst>
          <pc:docMk/>
          <pc:sldMk cId="284499060" sldId="2147377246"/>
        </pc:sldMkLst>
        <pc:spChg chg="mod">
          <ac:chgData name="Li,Yuting (HP Medicine) BII-CN-S" userId="ce8fbb54-122c-426d-b8da-fdcc5e1b5022" providerId="ADAL" clId="{F4AEE9CE-B658-41FC-BED4-F84D25F98BD7}" dt="2022-07-04T07:34:45.910" v="25" actId="27636"/>
          <ac:spMkLst>
            <pc:docMk/>
            <pc:sldMk cId="284499060" sldId="2147377246"/>
            <ac:spMk id="3" creationId="{00000000-0000-0000-0000-000000000000}"/>
          </ac:spMkLst>
        </pc:spChg>
        <pc:spChg chg="del">
          <ac:chgData name="Li,Yuting (HP Medicine) BII-CN-S" userId="ce8fbb54-122c-426d-b8da-fdcc5e1b5022" providerId="ADAL" clId="{F4AEE9CE-B658-41FC-BED4-F84D25F98BD7}" dt="2022-07-09T09:25:49.543" v="3159" actId="478"/>
          <ac:spMkLst>
            <pc:docMk/>
            <pc:sldMk cId="284499060" sldId="2147377246"/>
            <ac:spMk id="6" creationId="{C617EE38-966E-4E7E-8C30-BB6FFBC5CB04}"/>
          </ac:spMkLst>
        </pc:spChg>
        <pc:spChg chg="mod">
          <ac:chgData name="Li,Yuting (HP Medicine) BII-CN-S" userId="ce8fbb54-122c-426d-b8da-fdcc5e1b5022" providerId="ADAL" clId="{F4AEE9CE-B658-41FC-BED4-F84D25F98BD7}" dt="2022-07-04T07:42:40.202" v="181" actId="1076"/>
          <ac:spMkLst>
            <pc:docMk/>
            <pc:sldMk cId="284499060" sldId="2147377246"/>
            <ac:spMk id="166" creationId="{4EFF5992-CD5C-40C0-A183-FB6D9A6C0FCB}"/>
          </ac:spMkLst>
        </pc:spChg>
        <pc:spChg chg="del">
          <ac:chgData name="Li,Yuting (HP Medicine) BII-CN-S" userId="ce8fbb54-122c-426d-b8da-fdcc5e1b5022" providerId="ADAL" clId="{F4AEE9CE-B658-41FC-BED4-F84D25F98BD7}" dt="2022-07-04T07:35:23.884" v="28" actId="478"/>
          <ac:spMkLst>
            <pc:docMk/>
            <pc:sldMk cId="284499060" sldId="2147377246"/>
            <ac:spMk id="174" creationId="{D08C5EAF-84CD-4074-A8AE-5EB9E6289378}"/>
          </ac:spMkLst>
        </pc:spChg>
        <pc:spChg chg="mod">
          <ac:chgData name="Li,Yuting (HP Medicine) BII-CN-S" userId="ce8fbb54-122c-426d-b8da-fdcc5e1b5022" providerId="ADAL" clId="{F4AEE9CE-B658-41FC-BED4-F84D25F98BD7}" dt="2022-07-04T07:36:04.845" v="34" actId="14100"/>
          <ac:spMkLst>
            <pc:docMk/>
            <pc:sldMk cId="284499060" sldId="2147377246"/>
            <ac:spMk id="178" creationId="{028381EB-A3B2-4E56-92CC-F1B8B418A083}"/>
          </ac:spMkLst>
        </pc:spChg>
        <pc:spChg chg="add del mod">
          <ac:chgData name="Li,Yuting (HP Medicine) BII-CN-S" userId="ce8fbb54-122c-426d-b8da-fdcc5e1b5022" providerId="ADAL" clId="{F4AEE9CE-B658-41FC-BED4-F84D25F98BD7}" dt="2022-07-09T09:25:58.917" v="3165" actId="20577"/>
          <ac:spMkLst>
            <pc:docMk/>
            <pc:sldMk cId="284499060" sldId="2147377246"/>
            <ac:spMk id="179" creationId="{76B2B073-55B9-489E-9DB2-DE54D32D033F}"/>
          </ac:spMkLst>
        </pc:spChg>
        <pc:graphicFrameChg chg="mod">
          <ac:chgData name="Li,Yuting (HP Medicine) BII-CN-S" userId="ce8fbb54-122c-426d-b8da-fdcc5e1b5022" providerId="ADAL" clId="{F4AEE9CE-B658-41FC-BED4-F84D25F98BD7}" dt="2022-07-04T07:42:36.033" v="180" actId="1076"/>
          <ac:graphicFrameMkLst>
            <pc:docMk/>
            <pc:sldMk cId="284499060" sldId="2147377246"/>
            <ac:graphicFrameMk id="4" creationId="{EB1832F7-86BE-4DEE-91F1-447638E4A957}"/>
          </ac:graphicFrameMkLst>
        </pc:graphicFrameChg>
        <pc:cxnChg chg="mod">
          <ac:chgData name="Li,Yuting (HP Medicine) BII-CN-S" userId="ce8fbb54-122c-426d-b8da-fdcc5e1b5022" providerId="ADAL" clId="{F4AEE9CE-B658-41FC-BED4-F84D25F98BD7}" dt="2022-07-04T07:42:43.266" v="182" actId="1076"/>
          <ac:cxnSpMkLst>
            <pc:docMk/>
            <pc:sldMk cId="284499060" sldId="2147377246"/>
            <ac:cxnSpMk id="156" creationId="{17FE68B3-3D4B-41B3-A72D-D4B1F0408B02}"/>
          </ac:cxnSpMkLst>
        </pc:cxnChg>
      </pc:sldChg>
      <pc:sldChg chg="modSp add mod">
        <pc:chgData name="Li,Yuting (HP Medicine) BII-CN-S" userId="ce8fbb54-122c-426d-b8da-fdcc5e1b5022" providerId="ADAL" clId="{F4AEE9CE-B658-41FC-BED4-F84D25F98BD7}" dt="2022-07-09T08:41:08.511" v="1658" actId="20577"/>
        <pc:sldMkLst>
          <pc:docMk/>
          <pc:sldMk cId="2198430693" sldId="2147377247"/>
        </pc:sldMkLst>
        <pc:spChg chg="mod">
          <ac:chgData name="Li,Yuting (HP Medicine) BII-CN-S" userId="ce8fbb54-122c-426d-b8da-fdcc5e1b5022" providerId="ADAL" clId="{F4AEE9CE-B658-41FC-BED4-F84D25F98BD7}" dt="2022-07-09T08:41:08.511" v="1658" actId="20577"/>
          <ac:spMkLst>
            <pc:docMk/>
            <pc:sldMk cId="2198430693" sldId="2147377247"/>
            <ac:spMk id="41" creationId="{80672632-5059-4D01-BB59-096554D9CD3A}"/>
          </ac:spMkLst>
        </pc:spChg>
        <pc:grpChg chg="mod">
          <ac:chgData name="Li,Yuting (HP Medicine) BII-CN-S" userId="ce8fbb54-122c-426d-b8da-fdcc5e1b5022" providerId="ADAL" clId="{F4AEE9CE-B658-41FC-BED4-F84D25F98BD7}" dt="2022-07-04T07:42:49.938" v="183" actId="1076"/>
          <ac:grpSpMkLst>
            <pc:docMk/>
            <pc:sldMk cId="2198430693" sldId="2147377247"/>
            <ac:grpSpMk id="71" creationId="{00000000-0000-0000-0000-000000000000}"/>
          </ac:grpSpMkLst>
        </pc:grpChg>
      </pc:sldChg>
      <pc:sldChg chg="addSp delSp modSp add mod">
        <pc:chgData name="Li,Yuting (HP Medicine) BII-CN-S" userId="ce8fbb54-122c-426d-b8da-fdcc5e1b5022" providerId="ADAL" clId="{F4AEE9CE-B658-41FC-BED4-F84D25F98BD7}" dt="2022-07-09T09:28:34.380" v="3227" actId="1076"/>
        <pc:sldMkLst>
          <pc:docMk/>
          <pc:sldMk cId="1677600892" sldId="2147377248"/>
        </pc:sldMkLst>
        <pc:spChg chg="del mod">
          <ac:chgData name="Li,Yuting (HP Medicine) BII-CN-S" userId="ce8fbb54-122c-426d-b8da-fdcc5e1b5022" providerId="ADAL" clId="{F4AEE9CE-B658-41FC-BED4-F84D25F98BD7}" dt="2022-07-09T07:59:10.142" v="713" actId="478"/>
          <ac:spMkLst>
            <pc:docMk/>
            <pc:sldMk cId="1677600892" sldId="2147377248"/>
            <ac:spMk id="5" creationId="{F42D4D85-B89E-4878-A1D5-65E11EAC627A}"/>
          </ac:spMkLst>
        </pc:spChg>
        <pc:spChg chg="mod">
          <ac:chgData name="Li,Yuting (HP Medicine) BII-CN-S" userId="ce8fbb54-122c-426d-b8da-fdcc5e1b5022" providerId="ADAL" clId="{F4AEE9CE-B658-41FC-BED4-F84D25F98BD7}" dt="2022-07-09T08:30:44.476" v="1650" actId="20577"/>
          <ac:spMkLst>
            <pc:docMk/>
            <pc:sldMk cId="1677600892" sldId="2147377248"/>
            <ac:spMk id="6" creationId="{25E9B149-D572-4CFE-AEEE-BB1C81F2D0A9}"/>
          </ac:spMkLst>
        </pc:spChg>
        <pc:spChg chg="mod">
          <ac:chgData name="Li,Yuting (HP Medicine) BII-CN-S" userId="ce8fbb54-122c-426d-b8da-fdcc5e1b5022" providerId="ADAL" clId="{F4AEE9CE-B658-41FC-BED4-F84D25F98BD7}" dt="2022-07-09T08:11:48.006" v="1249" actId="1036"/>
          <ac:spMkLst>
            <pc:docMk/>
            <pc:sldMk cId="1677600892" sldId="2147377248"/>
            <ac:spMk id="7" creationId="{00000000-0000-0000-0000-000000000000}"/>
          </ac:spMkLst>
        </pc:spChg>
        <pc:spChg chg="mod">
          <ac:chgData name="Li,Yuting (HP Medicine) BII-CN-S" userId="ce8fbb54-122c-426d-b8da-fdcc5e1b5022" providerId="ADAL" clId="{F4AEE9CE-B658-41FC-BED4-F84D25F98BD7}" dt="2022-07-09T08:11:48.006" v="1249" actId="1036"/>
          <ac:spMkLst>
            <pc:docMk/>
            <pc:sldMk cId="1677600892" sldId="2147377248"/>
            <ac:spMk id="8" creationId="{00000000-0000-0000-0000-000000000000}"/>
          </ac:spMkLst>
        </pc:spChg>
        <pc:spChg chg="mod">
          <ac:chgData name="Li,Yuting (HP Medicine) BII-CN-S" userId="ce8fbb54-122c-426d-b8da-fdcc5e1b5022" providerId="ADAL" clId="{F4AEE9CE-B658-41FC-BED4-F84D25F98BD7}" dt="2022-07-09T08:11:48.006" v="1249" actId="1036"/>
          <ac:spMkLst>
            <pc:docMk/>
            <pc:sldMk cId="1677600892" sldId="2147377248"/>
            <ac:spMk id="9" creationId="{00000000-0000-0000-0000-000000000000}"/>
          </ac:spMkLst>
        </pc:spChg>
        <pc:spChg chg="add del mod">
          <ac:chgData name="Li,Yuting (HP Medicine) BII-CN-S" userId="ce8fbb54-122c-426d-b8da-fdcc5e1b5022" providerId="ADAL" clId="{F4AEE9CE-B658-41FC-BED4-F84D25F98BD7}" dt="2022-07-09T08:10:32.246" v="1087" actId="478"/>
          <ac:spMkLst>
            <pc:docMk/>
            <pc:sldMk cId="1677600892" sldId="2147377248"/>
            <ac:spMk id="11" creationId="{22F72C6A-4C73-4A96-94C4-7A5A695D55A5}"/>
          </ac:spMkLst>
        </pc:spChg>
        <pc:spChg chg="add del mod">
          <ac:chgData name="Li,Yuting (HP Medicine) BII-CN-S" userId="ce8fbb54-122c-426d-b8da-fdcc5e1b5022" providerId="ADAL" clId="{F4AEE9CE-B658-41FC-BED4-F84D25F98BD7}" dt="2022-07-09T08:46:49.072" v="1742" actId="478"/>
          <ac:spMkLst>
            <pc:docMk/>
            <pc:sldMk cId="1677600892" sldId="2147377248"/>
            <ac:spMk id="15" creationId="{12948DC0-BCA3-4797-BC40-F9B006498A29}"/>
          </ac:spMkLst>
        </pc:spChg>
        <pc:spChg chg="mod">
          <ac:chgData name="Li,Yuting (HP Medicine) BII-CN-S" userId="ce8fbb54-122c-426d-b8da-fdcc5e1b5022" providerId="ADAL" clId="{F4AEE9CE-B658-41FC-BED4-F84D25F98BD7}" dt="2022-07-09T08:00:49.342" v="967" actId="14100"/>
          <ac:spMkLst>
            <pc:docMk/>
            <pc:sldMk cId="1677600892" sldId="2147377248"/>
            <ac:spMk id="44" creationId="{7330BA15-80DC-4E83-B36A-86FF92C02942}"/>
          </ac:spMkLst>
        </pc:spChg>
        <pc:spChg chg="del mod">
          <ac:chgData name="Li,Yuting (HP Medicine) BII-CN-S" userId="ce8fbb54-122c-426d-b8da-fdcc5e1b5022" providerId="ADAL" clId="{F4AEE9CE-B658-41FC-BED4-F84D25F98BD7}" dt="2022-07-09T07:58:53.792" v="710" actId="478"/>
          <ac:spMkLst>
            <pc:docMk/>
            <pc:sldMk cId="1677600892" sldId="2147377248"/>
            <ac:spMk id="45" creationId="{B7E282A9-3967-4EAB-A85C-1AE7630ECFD6}"/>
          </ac:spMkLst>
        </pc:spChg>
        <pc:spChg chg="mod">
          <ac:chgData name="Li,Yuting (HP Medicine) BII-CN-S" userId="ce8fbb54-122c-426d-b8da-fdcc5e1b5022" providerId="ADAL" clId="{F4AEE9CE-B658-41FC-BED4-F84D25F98BD7}" dt="2022-07-09T08:45:58.050" v="1693" actId="403"/>
          <ac:spMkLst>
            <pc:docMk/>
            <pc:sldMk cId="1677600892" sldId="2147377248"/>
            <ac:spMk id="47" creationId="{15BB8F5B-7A58-4901-9C6E-9189DF8F8200}"/>
          </ac:spMkLst>
        </pc:spChg>
        <pc:spChg chg="del mod">
          <ac:chgData name="Li,Yuting (HP Medicine) BII-CN-S" userId="ce8fbb54-122c-426d-b8da-fdcc5e1b5022" providerId="ADAL" clId="{F4AEE9CE-B658-41FC-BED4-F84D25F98BD7}" dt="2022-07-09T08:27:02.623" v="1483" actId="478"/>
          <ac:spMkLst>
            <pc:docMk/>
            <pc:sldMk cId="1677600892" sldId="2147377248"/>
            <ac:spMk id="48" creationId="{455E58D7-7E49-4B27-8165-74CCC1846DFB}"/>
          </ac:spMkLst>
        </pc:spChg>
        <pc:spChg chg="mod">
          <ac:chgData name="Li,Yuting (HP Medicine) BII-CN-S" userId="ce8fbb54-122c-426d-b8da-fdcc5e1b5022" providerId="ADAL" clId="{F4AEE9CE-B658-41FC-BED4-F84D25F98BD7}" dt="2022-07-09T08:44:47.931" v="1669" actId="1076"/>
          <ac:spMkLst>
            <pc:docMk/>
            <pc:sldMk cId="1677600892" sldId="2147377248"/>
            <ac:spMk id="49" creationId="{BEC3D387-5977-403B-9160-B81A30974D36}"/>
          </ac:spMkLst>
        </pc:spChg>
        <pc:spChg chg="mod">
          <ac:chgData name="Li,Yuting (HP Medicine) BII-CN-S" userId="ce8fbb54-122c-426d-b8da-fdcc5e1b5022" providerId="ADAL" clId="{F4AEE9CE-B658-41FC-BED4-F84D25F98BD7}" dt="2022-07-09T07:56:21.756" v="674" actId="1076"/>
          <ac:spMkLst>
            <pc:docMk/>
            <pc:sldMk cId="1677600892" sldId="2147377248"/>
            <ac:spMk id="52" creationId="{00000000-0000-0000-0000-000000000000}"/>
          </ac:spMkLst>
        </pc:spChg>
        <pc:spChg chg="mod">
          <ac:chgData name="Li,Yuting (HP Medicine) BII-CN-S" userId="ce8fbb54-122c-426d-b8da-fdcc5e1b5022" providerId="ADAL" clId="{F4AEE9CE-B658-41FC-BED4-F84D25F98BD7}" dt="2022-07-09T07:56:35.135" v="676" actId="14100"/>
          <ac:spMkLst>
            <pc:docMk/>
            <pc:sldMk cId="1677600892" sldId="2147377248"/>
            <ac:spMk id="53" creationId="{B4E8BEE0-0EB3-40D8-9AA2-B2BC6D502A8C}"/>
          </ac:spMkLst>
        </pc:spChg>
        <pc:spChg chg="mod">
          <ac:chgData name="Li,Yuting (HP Medicine) BII-CN-S" userId="ce8fbb54-122c-426d-b8da-fdcc5e1b5022" providerId="ADAL" clId="{F4AEE9CE-B658-41FC-BED4-F84D25F98BD7}" dt="2022-07-09T09:26:34.390" v="3166" actId="1076"/>
          <ac:spMkLst>
            <pc:docMk/>
            <pc:sldMk cId="1677600892" sldId="2147377248"/>
            <ac:spMk id="59" creationId="{65D9C209-3F11-4845-B6BC-BD8F5DBCA67B}"/>
          </ac:spMkLst>
        </pc:spChg>
        <pc:spChg chg="mod">
          <ac:chgData name="Li,Yuting (HP Medicine) BII-CN-S" userId="ce8fbb54-122c-426d-b8da-fdcc5e1b5022" providerId="ADAL" clId="{F4AEE9CE-B658-41FC-BED4-F84D25F98BD7}" dt="2022-07-09T09:05:57.208" v="2233" actId="1076"/>
          <ac:spMkLst>
            <pc:docMk/>
            <pc:sldMk cId="1677600892" sldId="2147377248"/>
            <ac:spMk id="60" creationId="{483FC877-8C65-4FBB-8C5D-A8342A749CC1}"/>
          </ac:spMkLst>
        </pc:spChg>
        <pc:spChg chg="del mod">
          <ac:chgData name="Li,Yuting (HP Medicine) BII-CN-S" userId="ce8fbb54-122c-426d-b8da-fdcc5e1b5022" providerId="ADAL" clId="{F4AEE9CE-B658-41FC-BED4-F84D25F98BD7}" dt="2022-07-09T09:01:07.773" v="1973" actId="478"/>
          <ac:spMkLst>
            <pc:docMk/>
            <pc:sldMk cId="1677600892" sldId="2147377248"/>
            <ac:spMk id="61" creationId="{D643E911-B96A-44DB-A0EE-E86967AE7969}"/>
          </ac:spMkLst>
        </pc:spChg>
        <pc:spChg chg="mod">
          <ac:chgData name="Li,Yuting (HP Medicine) BII-CN-S" userId="ce8fbb54-122c-426d-b8da-fdcc5e1b5022" providerId="ADAL" clId="{F4AEE9CE-B658-41FC-BED4-F84D25F98BD7}" dt="2022-07-09T07:56:26.463" v="675" actId="1076"/>
          <ac:spMkLst>
            <pc:docMk/>
            <pc:sldMk cId="1677600892" sldId="2147377248"/>
            <ac:spMk id="62" creationId="{9224C17E-1AA1-4096-A3FD-25D6FD8BA444}"/>
          </ac:spMkLst>
        </pc:spChg>
        <pc:spChg chg="del mod">
          <ac:chgData name="Li,Yuting (HP Medicine) BII-CN-S" userId="ce8fbb54-122c-426d-b8da-fdcc5e1b5022" providerId="ADAL" clId="{F4AEE9CE-B658-41FC-BED4-F84D25F98BD7}" dt="2022-07-09T08:59:17.032" v="1955" actId="478"/>
          <ac:spMkLst>
            <pc:docMk/>
            <pc:sldMk cId="1677600892" sldId="2147377248"/>
            <ac:spMk id="63" creationId="{823C46A2-094E-438A-A6C6-1C4BFE60AC75}"/>
          </ac:spMkLst>
        </pc:spChg>
        <pc:spChg chg="mod">
          <ac:chgData name="Li,Yuting (HP Medicine) BII-CN-S" userId="ce8fbb54-122c-426d-b8da-fdcc5e1b5022" providerId="ADAL" clId="{F4AEE9CE-B658-41FC-BED4-F84D25F98BD7}" dt="2022-07-09T07:57:00.325" v="681" actId="1076"/>
          <ac:spMkLst>
            <pc:docMk/>
            <pc:sldMk cId="1677600892" sldId="2147377248"/>
            <ac:spMk id="64" creationId="{9224C17E-1AA1-4096-A3FD-25D6FD8BA444}"/>
          </ac:spMkLst>
        </pc:spChg>
        <pc:spChg chg="add del">
          <ac:chgData name="Li,Yuting (HP Medicine) BII-CN-S" userId="ce8fbb54-122c-426d-b8da-fdcc5e1b5022" providerId="ADAL" clId="{F4AEE9CE-B658-41FC-BED4-F84D25F98BD7}" dt="2022-07-09T08:10:37.607" v="1088" actId="478"/>
          <ac:spMkLst>
            <pc:docMk/>
            <pc:sldMk cId="1677600892" sldId="2147377248"/>
            <ac:spMk id="65" creationId="{DCA9C7C2-9FFD-4F3E-84B6-3F0272745DC6}"/>
          </ac:spMkLst>
        </pc:spChg>
        <pc:spChg chg="del mod">
          <ac:chgData name="Li,Yuting (HP Medicine) BII-CN-S" userId="ce8fbb54-122c-426d-b8da-fdcc5e1b5022" providerId="ADAL" clId="{F4AEE9CE-B658-41FC-BED4-F84D25F98BD7}" dt="2022-07-09T09:10:24.087" v="2719" actId="478"/>
          <ac:spMkLst>
            <pc:docMk/>
            <pc:sldMk cId="1677600892" sldId="2147377248"/>
            <ac:spMk id="66" creationId="{A1E70551-578A-4B35-ACAC-04BA6E603952}"/>
          </ac:spMkLst>
        </pc:spChg>
        <pc:spChg chg="del mod">
          <ac:chgData name="Li,Yuting (HP Medicine) BII-CN-S" userId="ce8fbb54-122c-426d-b8da-fdcc5e1b5022" providerId="ADAL" clId="{F4AEE9CE-B658-41FC-BED4-F84D25F98BD7}" dt="2022-07-09T09:06:06.290" v="2235" actId="478"/>
          <ac:spMkLst>
            <pc:docMk/>
            <pc:sldMk cId="1677600892" sldId="2147377248"/>
            <ac:spMk id="67" creationId="{BA98E592-7AEA-4E5F-AFE7-37A0914F1989}"/>
          </ac:spMkLst>
        </pc:spChg>
        <pc:spChg chg="mod">
          <ac:chgData name="Li,Yuting (HP Medicine) BII-CN-S" userId="ce8fbb54-122c-426d-b8da-fdcc5e1b5022" providerId="ADAL" clId="{F4AEE9CE-B658-41FC-BED4-F84D25F98BD7}" dt="2022-07-09T07:57:23.947" v="684" actId="1076"/>
          <ac:spMkLst>
            <pc:docMk/>
            <pc:sldMk cId="1677600892" sldId="2147377248"/>
            <ac:spMk id="68" creationId="{00000000-0000-0000-0000-000000000000}"/>
          </ac:spMkLst>
        </pc:spChg>
        <pc:spChg chg="mod">
          <ac:chgData name="Li,Yuting (HP Medicine) BII-CN-S" userId="ce8fbb54-122c-426d-b8da-fdcc5e1b5022" providerId="ADAL" clId="{F4AEE9CE-B658-41FC-BED4-F84D25F98BD7}" dt="2022-07-09T07:56:55.356" v="680" actId="1076"/>
          <ac:spMkLst>
            <pc:docMk/>
            <pc:sldMk cId="1677600892" sldId="2147377248"/>
            <ac:spMk id="69" creationId="{B361C849-6669-4EC4-A9AD-EB1BCC463147}"/>
          </ac:spMkLst>
        </pc:spChg>
        <pc:spChg chg="mod">
          <ac:chgData name="Li,Yuting (HP Medicine) BII-CN-S" userId="ce8fbb54-122c-426d-b8da-fdcc5e1b5022" providerId="ADAL" clId="{F4AEE9CE-B658-41FC-BED4-F84D25F98BD7}" dt="2022-07-09T07:56:13.042" v="672" actId="1076"/>
          <ac:spMkLst>
            <pc:docMk/>
            <pc:sldMk cId="1677600892" sldId="2147377248"/>
            <ac:spMk id="70" creationId="{00000000-0000-0000-0000-000000000000}"/>
          </ac:spMkLst>
        </pc:spChg>
        <pc:spChg chg="mod">
          <ac:chgData name="Li,Yuting (HP Medicine) BII-CN-S" userId="ce8fbb54-122c-426d-b8da-fdcc5e1b5022" providerId="ADAL" clId="{F4AEE9CE-B658-41FC-BED4-F84D25F98BD7}" dt="2022-07-09T07:56:13.042" v="672" actId="1076"/>
          <ac:spMkLst>
            <pc:docMk/>
            <pc:sldMk cId="1677600892" sldId="2147377248"/>
            <ac:spMk id="71" creationId="{B361C849-6669-4EC4-A9AD-EB1BCC463147}"/>
          </ac:spMkLst>
        </pc:spChg>
        <pc:spChg chg="del mod">
          <ac:chgData name="Li,Yuting (HP Medicine) BII-CN-S" userId="ce8fbb54-122c-426d-b8da-fdcc5e1b5022" providerId="ADAL" clId="{F4AEE9CE-B658-41FC-BED4-F84D25F98BD7}" dt="2022-07-09T09:17:58.028" v="2912" actId="478"/>
          <ac:spMkLst>
            <pc:docMk/>
            <pc:sldMk cId="1677600892" sldId="2147377248"/>
            <ac:spMk id="73" creationId="{DFBC39A5-49C4-41A7-BE10-8DC5B435BE19}"/>
          </ac:spMkLst>
        </pc:spChg>
        <pc:spChg chg="del mod">
          <ac:chgData name="Li,Yuting (HP Medicine) BII-CN-S" userId="ce8fbb54-122c-426d-b8da-fdcc5e1b5022" providerId="ADAL" clId="{F4AEE9CE-B658-41FC-BED4-F84D25F98BD7}" dt="2022-07-09T09:19:57.782" v="2936" actId="478"/>
          <ac:spMkLst>
            <pc:docMk/>
            <pc:sldMk cId="1677600892" sldId="2147377248"/>
            <ac:spMk id="74" creationId="{F54C26CB-63D2-4327-892D-CE12A7D564AF}"/>
          </ac:spMkLst>
        </pc:spChg>
        <pc:spChg chg="add mod">
          <ac:chgData name="Li,Yuting (HP Medicine) BII-CN-S" userId="ce8fbb54-122c-426d-b8da-fdcc5e1b5022" providerId="ADAL" clId="{F4AEE9CE-B658-41FC-BED4-F84D25F98BD7}" dt="2022-07-09T08:29:58.351" v="1568" actId="404"/>
          <ac:spMkLst>
            <pc:docMk/>
            <pc:sldMk cId="1677600892" sldId="2147377248"/>
            <ac:spMk id="75" creationId="{0A653FE1-3347-4E3E-9670-2D8BF789A651}"/>
          </ac:spMkLst>
        </pc:spChg>
        <pc:spChg chg="mod">
          <ac:chgData name="Li,Yuting (HP Medicine) BII-CN-S" userId="ce8fbb54-122c-426d-b8da-fdcc5e1b5022" providerId="ADAL" clId="{F4AEE9CE-B658-41FC-BED4-F84D25F98BD7}" dt="2022-07-09T09:09:14.610" v="2706" actId="14100"/>
          <ac:spMkLst>
            <pc:docMk/>
            <pc:sldMk cId="1677600892" sldId="2147377248"/>
            <ac:spMk id="76" creationId="{60838ACC-4AB5-4AFC-97DD-2AC12A7AE913}"/>
          </ac:spMkLst>
        </pc:spChg>
        <pc:spChg chg="mod">
          <ac:chgData name="Li,Yuting (HP Medicine) BII-CN-S" userId="ce8fbb54-122c-426d-b8da-fdcc5e1b5022" providerId="ADAL" clId="{F4AEE9CE-B658-41FC-BED4-F84D25F98BD7}" dt="2022-07-09T09:27:36.212" v="3191" actId="403"/>
          <ac:spMkLst>
            <pc:docMk/>
            <pc:sldMk cId="1677600892" sldId="2147377248"/>
            <ac:spMk id="77" creationId="{081CE0EC-6BFD-4451-B10A-7CFE2288ABAB}"/>
          </ac:spMkLst>
        </pc:spChg>
        <pc:spChg chg="mod">
          <ac:chgData name="Li,Yuting (HP Medicine) BII-CN-S" userId="ce8fbb54-122c-426d-b8da-fdcc5e1b5022" providerId="ADAL" clId="{F4AEE9CE-B658-41FC-BED4-F84D25F98BD7}" dt="2022-07-09T09:08:28.154" v="2698" actId="1076"/>
          <ac:spMkLst>
            <pc:docMk/>
            <pc:sldMk cId="1677600892" sldId="2147377248"/>
            <ac:spMk id="78" creationId="{12C190F4-BC9D-45BD-B3D6-33DFAC0EC02A}"/>
          </ac:spMkLst>
        </pc:spChg>
        <pc:spChg chg="del mod">
          <ac:chgData name="Li,Yuting (HP Medicine) BII-CN-S" userId="ce8fbb54-122c-426d-b8da-fdcc5e1b5022" providerId="ADAL" clId="{F4AEE9CE-B658-41FC-BED4-F84D25F98BD7}" dt="2022-07-09T09:27:57.982" v="3195" actId="478"/>
          <ac:spMkLst>
            <pc:docMk/>
            <pc:sldMk cId="1677600892" sldId="2147377248"/>
            <ac:spMk id="79" creationId="{53B3701C-2945-41C9-AE90-CEA58F50363F}"/>
          </ac:spMkLst>
        </pc:spChg>
        <pc:spChg chg="del mod">
          <ac:chgData name="Li,Yuting (HP Medicine) BII-CN-S" userId="ce8fbb54-122c-426d-b8da-fdcc5e1b5022" providerId="ADAL" clId="{F4AEE9CE-B658-41FC-BED4-F84D25F98BD7}" dt="2022-07-09T09:26:56.020" v="3173" actId="478"/>
          <ac:spMkLst>
            <pc:docMk/>
            <pc:sldMk cId="1677600892" sldId="2147377248"/>
            <ac:spMk id="80" creationId="{851915C3-5DA9-4EE4-BAE7-6DB3DE2FA51E}"/>
          </ac:spMkLst>
        </pc:spChg>
        <pc:spChg chg="mod">
          <ac:chgData name="Li,Yuting (HP Medicine) BII-CN-S" userId="ce8fbb54-122c-426d-b8da-fdcc5e1b5022" providerId="ADAL" clId="{F4AEE9CE-B658-41FC-BED4-F84D25F98BD7}" dt="2022-07-09T09:09:56.571" v="2713" actId="1076"/>
          <ac:spMkLst>
            <pc:docMk/>
            <pc:sldMk cId="1677600892" sldId="2147377248"/>
            <ac:spMk id="81" creationId="{DCB95541-3F87-4977-8B60-344DC5A506F3}"/>
          </ac:spMkLst>
        </pc:spChg>
        <pc:spChg chg="mod">
          <ac:chgData name="Li,Yuting (HP Medicine) BII-CN-S" userId="ce8fbb54-122c-426d-b8da-fdcc5e1b5022" providerId="ADAL" clId="{F4AEE9CE-B658-41FC-BED4-F84D25F98BD7}" dt="2022-07-09T08:13:51.290" v="1439" actId="1076"/>
          <ac:spMkLst>
            <pc:docMk/>
            <pc:sldMk cId="1677600892" sldId="2147377248"/>
            <ac:spMk id="82" creationId="{00000000-0000-0000-0000-000000000000}"/>
          </ac:spMkLst>
        </pc:spChg>
        <pc:spChg chg="mod">
          <ac:chgData name="Li,Yuting (HP Medicine) BII-CN-S" userId="ce8fbb54-122c-426d-b8da-fdcc5e1b5022" providerId="ADAL" clId="{F4AEE9CE-B658-41FC-BED4-F84D25F98BD7}" dt="2022-07-09T08:58:38.999" v="1950" actId="242"/>
          <ac:spMkLst>
            <pc:docMk/>
            <pc:sldMk cId="1677600892" sldId="2147377248"/>
            <ac:spMk id="83" creationId="{A1E70551-578A-4B35-ACAC-04BA6E603952}"/>
          </ac:spMkLst>
        </pc:spChg>
        <pc:spChg chg="mod">
          <ac:chgData name="Li,Yuting (HP Medicine) BII-CN-S" userId="ce8fbb54-122c-426d-b8da-fdcc5e1b5022" providerId="ADAL" clId="{F4AEE9CE-B658-41FC-BED4-F84D25F98BD7}" dt="2022-07-09T09:28:34.380" v="3227" actId="1076"/>
          <ac:spMkLst>
            <pc:docMk/>
            <pc:sldMk cId="1677600892" sldId="2147377248"/>
            <ac:spMk id="84" creationId="{542C7DA4-0985-4CC4-AD0A-DF243707F18E}"/>
          </ac:spMkLst>
        </pc:spChg>
        <pc:spChg chg="del mod">
          <ac:chgData name="Li,Yuting (HP Medicine) BII-CN-S" userId="ce8fbb54-122c-426d-b8da-fdcc5e1b5022" providerId="ADAL" clId="{F4AEE9CE-B658-41FC-BED4-F84D25F98BD7}" dt="2022-07-09T08:55:46.809" v="1872" actId="478"/>
          <ac:spMkLst>
            <pc:docMk/>
            <pc:sldMk cId="1677600892" sldId="2147377248"/>
            <ac:spMk id="85" creationId="{B361C849-6669-4EC4-A9AD-EB1BCC463147}"/>
          </ac:spMkLst>
        </pc:spChg>
        <pc:spChg chg="del mod">
          <ac:chgData name="Li,Yuting (HP Medicine) BII-CN-S" userId="ce8fbb54-122c-426d-b8da-fdcc5e1b5022" providerId="ADAL" clId="{F4AEE9CE-B658-41FC-BED4-F84D25F98BD7}" dt="2022-07-09T09:05:17.549" v="2228" actId="478"/>
          <ac:spMkLst>
            <pc:docMk/>
            <pc:sldMk cId="1677600892" sldId="2147377248"/>
            <ac:spMk id="86" creationId="{9224C17E-1AA1-4096-A3FD-25D6FD8BA444}"/>
          </ac:spMkLst>
        </pc:spChg>
        <pc:spChg chg="del mod">
          <ac:chgData name="Li,Yuting (HP Medicine) BII-CN-S" userId="ce8fbb54-122c-426d-b8da-fdcc5e1b5022" providerId="ADAL" clId="{F4AEE9CE-B658-41FC-BED4-F84D25F98BD7}" dt="2022-07-09T09:05:09.712" v="2225" actId="478"/>
          <ac:spMkLst>
            <pc:docMk/>
            <pc:sldMk cId="1677600892" sldId="2147377248"/>
            <ac:spMk id="87" creationId="{B361C849-6669-4EC4-A9AD-EB1BCC463147}"/>
          </ac:spMkLst>
        </pc:spChg>
        <pc:spChg chg="mod">
          <ac:chgData name="Li,Yuting (HP Medicine) BII-CN-S" userId="ce8fbb54-122c-426d-b8da-fdcc5e1b5022" providerId="ADAL" clId="{F4AEE9CE-B658-41FC-BED4-F84D25F98BD7}" dt="2022-07-09T08:12:32.461" v="1429" actId="1037"/>
          <ac:spMkLst>
            <pc:docMk/>
            <pc:sldMk cId="1677600892" sldId="2147377248"/>
            <ac:spMk id="88" creationId="{9224C17E-1AA1-4096-A3FD-25D6FD8BA444}"/>
          </ac:spMkLst>
        </pc:spChg>
        <pc:spChg chg="del mod">
          <ac:chgData name="Li,Yuting (HP Medicine) BII-CN-S" userId="ce8fbb54-122c-426d-b8da-fdcc5e1b5022" providerId="ADAL" clId="{F4AEE9CE-B658-41FC-BED4-F84D25F98BD7}" dt="2022-07-09T09:05:12.442" v="2226" actId="478"/>
          <ac:spMkLst>
            <pc:docMk/>
            <pc:sldMk cId="1677600892" sldId="2147377248"/>
            <ac:spMk id="89" creationId="{00000000-0000-0000-0000-000000000000}"/>
          </ac:spMkLst>
        </pc:spChg>
        <pc:spChg chg="del mod">
          <ac:chgData name="Li,Yuting (HP Medicine) BII-CN-S" userId="ce8fbb54-122c-426d-b8da-fdcc5e1b5022" providerId="ADAL" clId="{F4AEE9CE-B658-41FC-BED4-F84D25F98BD7}" dt="2022-07-09T09:17:56.513" v="2911" actId="478"/>
          <ac:spMkLst>
            <pc:docMk/>
            <pc:sldMk cId="1677600892" sldId="2147377248"/>
            <ac:spMk id="90" creationId="{994646AA-2588-4DD9-8973-ACAD497AB211}"/>
          </ac:spMkLst>
        </pc:spChg>
        <pc:spChg chg="del mod">
          <ac:chgData name="Li,Yuting (HP Medicine) BII-CN-S" userId="ce8fbb54-122c-426d-b8da-fdcc5e1b5022" providerId="ADAL" clId="{F4AEE9CE-B658-41FC-BED4-F84D25F98BD7}" dt="2022-07-09T08:55:39.161" v="1871" actId="478"/>
          <ac:spMkLst>
            <pc:docMk/>
            <pc:sldMk cId="1677600892" sldId="2147377248"/>
            <ac:spMk id="91" creationId="{00000000-0000-0000-0000-000000000000}"/>
          </ac:spMkLst>
        </pc:spChg>
        <pc:spChg chg="del mod">
          <ac:chgData name="Li,Yuting (HP Medicine) BII-CN-S" userId="ce8fbb54-122c-426d-b8da-fdcc5e1b5022" providerId="ADAL" clId="{F4AEE9CE-B658-41FC-BED4-F84D25F98BD7}" dt="2022-07-09T09:19:59.370" v="2937" actId="478"/>
          <ac:spMkLst>
            <pc:docMk/>
            <pc:sldMk cId="1677600892" sldId="2147377248"/>
            <ac:spMk id="92" creationId="{EC59771F-4C11-4B36-8EC6-6E542CAD42BE}"/>
          </ac:spMkLst>
        </pc:spChg>
        <pc:spChg chg="del mod">
          <ac:chgData name="Li,Yuting (HP Medicine) BII-CN-S" userId="ce8fbb54-122c-426d-b8da-fdcc5e1b5022" providerId="ADAL" clId="{F4AEE9CE-B658-41FC-BED4-F84D25F98BD7}" dt="2022-07-09T09:20:00.356" v="2938" actId="478"/>
          <ac:spMkLst>
            <pc:docMk/>
            <pc:sldMk cId="1677600892" sldId="2147377248"/>
            <ac:spMk id="93" creationId="{595C6883-D551-4EE5-B7D2-46943BDA0D32}"/>
          </ac:spMkLst>
        </pc:spChg>
        <pc:spChg chg="mod">
          <ac:chgData name="Li,Yuting (HP Medicine) BII-CN-S" userId="ce8fbb54-122c-426d-b8da-fdcc5e1b5022" providerId="ADAL" clId="{F4AEE9CE-B658-41FC-BED4-F84D25F98BD7}" dt="2022-07-09T09:15:35.886" v="2875" actId="207"/>
          <ac:spMkLst>
            <pc:docMk/>
            <pc:sldMk cId="1677600892" sldId="2147377248"/>
            <ac:spMk id="94" creationId="{7A7730AB-6B83-4003-BB2F-DECBF03BBDB4}"/>
          </ac:spMkLst>
        </pc:spChg>
        <pc:spChg chg="del mod">
          <ac:chgData name="Li,Yuting (HP Medicine) BII-CN-S" userId="ce8fbb54-122c-426d-b8da-fdcc5e1b5022" providerId="ADAL" clId="{F4AEE9CE-B658-41FC-BED4-F84D25F98BD7}" dt="2022-07-09T09:05:14.814" v="2227" actId="478"/>
          <ac:spMkLst>
            <pc:docMk/>
            <pc:sldMk cId="1677600892" sldId="2147377248"/>
            <ac:spMk id="95" creationId="{29A2DC45-DE5B-48F2-B9FC-E0CDD5B1322D}"/>
          </ac:spMkLst>
        </pc:spChg>
        <pc:spChg chg="del mod">
          <ac:chgData name="Li,Yuting (HP Medicine) BII-CN-S" userId="ce8fbb54-122c-426d-b8da-fdcc5e1b5022" providerId="ADAL" clId="{F4AEE9CE-B658-41FC-BED4-F84D25F98BD7}" dt="2022-07-09T09:17:58.827" v="2913" actId="478"/>
          <ac:spMkLst>
            <pc:docMk/>
            <pc:sldMk cId="1677600892" sldId="2147377248"/>
            <ac:spMk id="96" creationId="{FEBB7B32-97F9-4BBB-8439-ADB2CC10E9D6}"/>
          </ac:spMkLst>
        </pc:spChg>
        <pc:spChg chg="mod">
          <ac:chgData name="Li,Yuting (HP Medicine) BII-CN-S" userId="ce8fbb54-122c-426d-b8da-fdcc5e1b5022" providerId="ADAL" clId="{F4AEE9CE-B658-41FC-BED4-F84D25F98BD7}" dt="2022-07-09T08:00:07.337" v="937" actId="14100"/>
          <ac:spMkLst>
            <pc:docMk/>
            <pc:sldMk cId="1677600892" sldId="2147377248"/>
            <ac:spMk id="98" creationId="{E9CDEBE6-1B98-49B0-BB3E-4E4742B94638}"/>
          </ac:spMkLst>
        </pc:spChg>
        <pc:spChg chg="mod">
          <ac:chgData name="Li,Yuting (HP Medicine) BII-CN-S" userId="ce8fbb54-122c-426d-b8da-fdcc5e1b5022" providerId="ADAL" clId="{F4AEE9CE-B658-41FC-BED4-F84D25F98BD7}" dt="2022-07-09T07:59:57.856" v="935" actId="1076"/>
          <ac:spMkLst>
            <pc:docMk/>
            <pc:sldMk cId="1677600892" sldId="2147377248"/>
            <ac:spMk id="99" creationId="{60F985A7-AFE4-4927-9447-634719D10FAA}"/>
          </ac:spMkLst>
        </pc:spChg>
        <pc:spChg chg="mod">
          <ac:chgData name="Li,Yuting (HP Medicine) BII-CN-S" userId="ce8fbb54-122c-426d-b8da-fdcc5e1b5022" providerId="ADAL" clId="{F4AEE9CE-B658-41FC-BED4-F84D25F98BD7}" dt="2022-07-09T09:09:20.663" v="2707" actId="1076"/>
          <ac:spMkLst>
            <pc:docMk/>
            <pc:sldMk cId="1677600892" sldId="2147377248"/>
            <ac:spMk id="100" creationId="{134D74FC-D54B-4047-847F-CBB76EC9F3EA}"/>
          </ac:spMkLst>
        </pc:spChg>
        <pc:spChg chg="mod">
          <ac:chgData name="Li,Yuting (HP Medicine) BII-CN-S" userId="ce8fbb54-122c-426d-b8da-fdcc5e1b5022" providerId="ADAL" clId="{F4AEE9CE-B658-41FC-BED4-F84D25F98BD7}" dt="2022-07-09T09:12:24.790" v="2760" actId="1076"/>
          <ac:spMkLst>
            <pc:docMk/>
            <pc:sldMk cId="1677600892" sldId="2147377248"/>
            <ac:spMk id="101" creationId="{116580F7-EF8C-4398-B7E5-B93D4E3B7314}"/>
          </ac:spMkLst>
        </pc:spChg>
        <pc:spChg chg="mod">
          <ac:chgData name="Li,Yuting (HP Medicine) BII-CN-S" userId="ce8fbb54-122c-426d-b8da-fdcc5e1b5022" providerId="ADAL" clId="{F4AEE9CE-B658-41FC-BED4-F84D25F98BD7}" dt="2022-07-09T09:16:56.166" v="2895" actId="6549"/>
          <ac:spMkLst>
            <pc:docMk/>
            <pc:sldMk cId="1677600892" sldId="2147377248"/>
            <ac:spMk id="102" creationId="{A363F998-E792-4751-B41F-BA56653D9BEE}"/>
          </ac:spMkLst>
        </pc:spChg>
        <pc:spChg chg="mod">
          <ac:chgData name="Li,Yuting (HP Medicine) BII-CN-S" userId="ce8fbb54-122c-426d-b8da-fdcc5e1b5022" providerId="ADAL" clId="{F4AEE9CE-B658-41FC-BED4-F84D25F98BD7}" dt="2022-07-09T09:10:09.392" v="2716" actId="1076"/>
          <ac:spMkLst>
            <pc:docMk/>
            <pc:sldMk cId="1677600892" sldId="2147377248"/>
            <ac:spMk id="103" creationId="{8614C9A9-A277-403B-AF61-BD96CA907DA5}"/>
          </ac:spMkLst>
        </pc:spChg>
        <pc:spChg chg="mod">
          <ac:chgData name="Li,Yuting (HP Medicine) BII-CN-S" userId="ce8fbb54-122c-426d-b8da-fdcc5e1b5022" providerId="ADAL" clId="{F4AEE9CE-B658-41FC-BED4-F84D25F98BD7}" dt="2022-07-09T09:10:17.031" v="2718" actId="1076"/>
          <ac:spMkLst>
            <pc:docMk/>
            <pc:sldMk cId="1677600892" sldId="2147377248"/>
            <ac:spMk id="104" creationId="{E6F166C8-3511-48E4-BDBA-711DC7EB9B29}"/>
          </ac:spMkLst>
        </pc:spChg>
        <pc:spChg chg="mod">
          <ac:chgData name="Li,Yuting (HP Medicine) BII-CN-S" userId="ce8fbb54-122c-426d-b8da-fdcc5e1b5022" providerId="ADAL" clId="{F4AEE9CE-B658-41FC-BED4-F84D25F98BD7}" dt="2022-07-09T09:12:20.012" v="2758" actId="1076"/>
          <ac:spMkLst>
            <pc:docMk/>
            <pc:sldMk cId="1677600892" sldId="2147377248"/>
            <ac:spMk id="105" creationId="{785E939B-46E1-4400-AA01-4234544B9F05}"/>
          </ac:spMkLst>
        </pc:spChg>
        <pc:spChg chg="mod">
          <ac:chgData name="Li,Yuting (HP Medicine) BII-CN-S" userId="ce8fbb54-122c-426d-b8da-fdcc5e1b5022" providerId="ADAL" clId="{F4AEE9CE-B658-41FC-BED4-F84D25F98BD7}" dt="2022-07-09T09:27:42.001" v="3192" actId="1076"/>
          <ac:spMkLst>
            <pc:docMk/>
            <pc:sldMk cId="1677600892" sldId="2147377248"/>
            <ac:spMk id="106" creationId="{7F4ADEEE-A1A4-4560-B90D-3B71074032E9}"/>
          </ac:spMkLst>
        </pc:spChg>
        <pc:spChg chg="mod">
          <ac:chgData name="Li,Yuting (HP Medicine) BII-CN-S" userId="ce8fbb54-122c-426d-b8da-fdcc5e1b5022" providerId="ADAL" clId="{F4AEE9CE-B658-41FC-BED4-F84D25F98BD7}" dt="2022-07-09T09:23:38.974" v="3155" actId="242"/>
          <ac:spMkLst>
            <pc:docMk/>
            <pc:sldMk cId="1677600892" sldId="2147377248"/>
            <ac:spMk id="107" creationId="{7DDA071E-5F80-4527-AE47-F1E7B2DC2A5B}"/>
          </ac:spMkLst>
        </pc:spChg>
        <pc:spChg chg="add mod">
          <ac:chgData name="Li,Yuting (HP Medicine) BII-CN-S" userId="ce8fbb54-122c-426d-b8da-fdcc5e1b5022" providerId="ADAL" clId="{F4AEE9CE-B658-41FC-BED4-F84D25F98BD7}" dt="2022-07-09T08:59:10.106" v="1954" actId="6549"/>
          <ac:spMkLst>
            <pc:docMk/>
            <pc:sldMk cId="1677600892" sldId="2147377248"/>
            <ac:spMk id="108" creationId="{10E7216E-57C1-4819-8D68-86C90F31D4DC}"/>
          </ac:spMkLst>
        </pc:spChg>
        <pc:spChg chg="add mod">
          <ac:chgData name="Li,Yuting (HP Medicine) BII-CN-S" userId="ce8fbb54-122c-426d-b8da-fdcc5e1b5022" providerId="ADAL" clId="{F4AEE9CE-B658-41FC-BED4-F84D25F98BD7}" dt="2022-07-09T08:01:40.269" v="1083" actId="1076"/>
          <ac:spMkLst>
            <pc:docMk/>
            <pc:sldMk cId="1677600892" sldId="2147377248"/>
            <ac:spMk id="109" creationId="{D429D24D-7EEF-4434-830A-01DB76902F07}"/>
          </ac:spMkLst>
        </pc:spChg>
        <pc:spChg chg="add mod">
          <ac:chgData name="Li,Yuting (HP Medicine) BII-CN-S" userId="ce8fbb54-122c-426d-b8da-fdcc5e1b5022" providerId="ADAL" clId="{F4AEE9CE-B658-41FC-BED4-F84D25F98BD7}" dt="2022-07-09T08:45:51.335" v="1689" actId="404"/>
          <ac:spMkLst>
            <pc:docMk/>
            <pc:sldMk cId="1677600892" sldId="2147377248"/>
            <ac:spMk id="110" creationId="{DF64CF55-32F5-4B38-AD50-D9F85B5E0FED}"/>
          </ac:spMkLst>
        </pc:spChg>
        <pc:spChg chg="add mod">
          <ac:chgData name="Li,Yuting (HP Medicine) BII-CN-S" userId="ce8fbb54-122c-426d-b8da-fdcc5e1b5022" providerId="ADAL" clId="{F4AEE9CE-B658-41FC-BED4-F84D25F98BD7}" dt="2022-07-09T08:43:31.314" v="1660" actId="6549"/>
          <ac:spMkLst>
            <pc:docMk/>
            <pc:sldMk cId="1677600892" sldId="2147377248"/>
            <ac:spMk id="111" creationId="{4234C9EC-3A7A-4361-BA46-FEE8499D0720}"/>
          </ac:spMkLst>
        </pc:spChg>
        <pc:spChg chg="add mod">
          <ac:chgData name="Li,Yuting (HP Medicine) BII-CN-S" userId="ce8fbb54-122c-426d-b8da-fdcc5e1b5022" providerId="ADAL" clId="{F4AEE9CE-B658-41FC-BED4-F84D25F98BD7}" dt="2022-07-09T08:22:20.252" v="1456" actId="20577"/>
          <ac:spMkLst>
            <pc:docMk/>
            <pc:sldMk cId="1677600892" sldId="2147377248"/>
            <ac:spMk id="112" creationId="{CDDFBC10-5039-43BE-B299-4CCE39575600}"/>
          </ac:spMkLst>
        </pc:spChg>
        <pc:spChg chg="add mod">
          <ac:chgData name="Li,Yuting (HP Medicine) BII-CN-S" userId="ce8fbb54-122c-426d-b8da-fdcc5e1b5022" providerId="ADAL" clId="{F4AEE9CE-B658-41FC-BED4-F84D25F98BD7}" dt="2022-07-09T08:30:07.563" v="1570" actId="404"/>
          <ac:spMkLst>
            <pc:docMk/>
            <pc:sldMk cId="1677600892" sldId="2147377248"/>
            <ac:spMk id="113" creationId="{A2BFCC99-10CA-4B3D-B761-C3B50E1A72E2}"/>
          </ac:spMkLst>
        </pc:spChg>
        <pc:spChg chg="add del mod">
          <ac:chgData name="Li,Yuting (HP Medicine) BII-CN-S" userId="ce8fbb54-122c-426d-b8da-fdcc5e1b5022" providerId="ADAL" clId="{F4AEE9CE-B658-41FC-BED4-F84D25F98BD7}" dt="2022-07-09T08:55:51.179" v="1873" actId="478"/>
          <ac:spMkLst>
            <pc:docMk/>
            <pc:sldMk cId="1677600892" sldId="2147377248"/>
            <ac:spMk id="115" creationId="{D0AB0FDC-E6EA-421C-8430-7B544F003DB9}"/>
          </ac:spMkLst>
        </pc:spChg>
        <pc:spChg chg="mod">
          <ac:chgData name="Li,Yuting (HP Medicine) BII-CN-S" userId="ce8fbb54-122c-426d-b8da-fdcc5e1b5022" providerId="ADAL" clId="{F4AEE9CE-B658-41FC-BED4-F84D25F98BD7}" dt="2022-07-09T07:48:26.431" v="602" actId="1076"/>
          <ac:spMkLst>
            <pc:docMk/>
            <pc:sldMk cId="1677600892" sldId="2147377248"/>
            <ac:spMk id="117" creationId="{00000000-0000-0000-0000-000000000000}"/>
          </ac:spMkLst>
        </pc:spChg>
        <pc:spChg chg="add del mod">
          <ac:chgData name="Li,Yuting (HP Medicine) BII-CN-S" userId="ce8fbb54-122c-426d-b8da-fdcc5e1b5022" providerId="ADAL" clId="{F4AEE9CE-B658-41FC-BED4-F84D25F98BD7}" dt="2022-07-09T08:44:08.230" v="1663" actId="478"/>
          <ac:spMkLst>
            <pc:docMk/>
            <pc:sldMk cId="1677600892" sldId="2147377248"/>
            <ac:spMk id="119" creationId="{6FC6CEAB-0801-4FF2-9616-16F31DEF2A53}"/>
          </ac:spMkLst>
        </pc:spChg>
        <pc:spChg chg="add mod">
          <ac:chgData name="Li,Yuting (HP Medicine) BII-CN-S" userId="ce8fbb54-122c-426d-b8da-fdcc5e1b5022" providerId="ADAL" clId="{F4AEE9CE-B658-41FC-BED4-F84D25F98BD7}" dt="2022-07-09T09:14:41.888" v="2873" actId="1076"/>
          <ac:spMkLst>
            <pc:docMk/>
            <pc:sldMk cId="1677600892" sldId="2147377248"/>
            <ac:spMk id="120" creationId="{FB091C37-6587-43A7-90A7-2AC6CF85E73E}"/>
          </ac:spMkLst>
        </pc:spChg>
        <pc:spChg chg="add mod">
          <ac:chgData name="Li,Yuting (HP Medicine) BII-CN-S" userId="ce8fbb54-122c-426d-b8da-fdcc5e1b5022" providerId="ADAL" clId="{F4AEE9CE-B658-41FC-BED4-F84D25F98BD7}" dt="2022-07-09T08:47:07.314" v="1744" actId="1076"/>
          <ac:spMkLst>
            <pc:docMk/>
            <pc:sldMk cId="1677600892" sldId="2147377248"/>
            <ac:spMk id="121" creationId="{4FFE8471-9F83-4CE0-A59F-6F0534140A08}"/>
          </ac:spMkLst>
        </pc:spChg>
        <pc:spChg chg="add del mod">
          <ac:chgData name="Li,Yuting (HP Medicine) BII-CN-S" userId="ce8fbb54-122c-426d-b8da-fdcc5e1b5022" providerId="ADAL" clId="{F4AEE9CE-B658-41FC-BED4-F84D25F98BD7}" dt="2022-07-09T08:50:16.573" v="1843" actId="478"/>
          <ac:spMkLst>
            <pc:docMk/>
            <pc:sldMk cId="1677600892" sldId="2147377248"/>
            <ac:spMk id="122" creationId="{D2A77223-A25D-4154-800B-0464A1404948}"/>
          </ac:spMkLst>
        </pc:spChg>
        <pc:spChg chg="add del mod">
          <ac:chgData name="Li,Yuting (HP Medicine) BII-CN-S" userId="ce8fbb54-122c-426d-b8da-fdcc5e1b5022" providerId="ADAL" clId="{F4AEE9CE-B658-41FC-BED4-F84D25F98BD7}" dt="2022-07-09T08:50:20.257" v="1844" actId="1076"/>
          <ac:spMkLst>
            <pc:docMk/>
            <pc:sldMk cId="1677600892" sldId="2147377248"/>
            <ac:spMk id="123" creationId="{3206AB93-084E-4A1F-A22F-05D0CEF4EA26}"/>
          </ac:spMkLst>
        </pc:spChg>
        <pc:spChg chg="add mod">
          <ac:chgData name="Li,Yuting (HP Medicine) BII-CN-S" userId="ce8fbb54-122c-426d-b8da-fdcc5e1b5022" providerId="ADAL" clId="{F4AEE9CE-B658-41FC-BED4-F84D25F98BD7}" dt="2022-07-09T08:49:27.724" v="1818" actId="1076"/>
          <ac:spMkLst>
            <pc:docMk/>
            <pc:sldMk cId="1677600892" sldId="2147377248"/>
            <ac:spMk id="124" creationId="{EE1BB2AD-C2BE-481D-8CA3-6463ACC4BA62}"/>
          </ac:spMkLst>
        </pc:spChg>
        <pc:spChg chg="add mod">
          <ac:chgData name="Li,Yuting (HP Medicine) BII-CN-S" userId="ce8fbb54-122c-426d-b8da-fdcc5e1b5022" providerId="ADAL" clId="{F4AEE9CE-B658-41FC-BED4-F84D25F98BD7}" dt="2022-07-09T08:55:19.266" v="1868" actId="1076"/>
          <ac:spMkLst>
            <pc:docMk/>
            <pc:sldMk cId="1677600892" sldId="2147377248"/>
            <ac:spMk id="125" creationId="{7DA03861-7337-4571-9C83-897EADAFAD2F}"/>
          </ac:spMkLst>
        </pc:spChg>
        <pc:spChg chg="add mod">
          <ac:chgData name="Li,Yuting (HP Medicine) BII-CN-S" userId="ce8fbb54-122c-426d-b8da-fdcc5e1b5022" providerId="ADAL" clId="{F4AEE9CE-B658-41FC-BED4-F84D25F98BD7}" dt="2022-07-09T09:13:42.110" v="2872" actId="1076"/>
          <ac:spMkLst>
            <pc:docMk/>
            <pc:sldMk cId="1677600892" sldId="2147377248"/>
            <ac:spMk id="126" creationId="{A2D9C789-D61C-4C00-A0BE-D5F7642EF81B}"/>
          </ac:spMkLst>
        </pc:spChg>
        <pc:spChg chg="add mod">
          <ac:chgData name="Li,Yuting (HP Medicine) BII-CN-S" userId="ce8fbb54-122c-426d-b8da-fdcc5e1b5022" providerId="ADAL" clId="{F4AEE9CE-B658-41FC-BED4-F84D25F98BD7}" dt="2022-07-09T08:57:10.671" v="1921" actId="20577"/>
          <ac:spMkLst>
            <pc:docMk/>
            <pc:sldMk cId="1677600892" sldId="2147377248"/>
            <ac:spMk id="127" creationId="{A94E6A40-F1A2-461D-AF00-753C27F1063C}"/>
          </ac:spMkLst>
        </pc:spChg>
        <pc:spChg chg="add mod">
          <ac:chgData name="Li,Yuting (HP Medicine) BII-CN-S" userId="ce8fbb54-122c-426d-b8da-fdcc5e1b5022" providerId="ADAL" clId="{F4AEE9CE-B658-41FC-BED4-F84D25F98BD7}" dt="2022-07-09T09:15:46.297" v="2876" actId="207"/>
          <ac:spMkLst>
            <pc:docMk/>
            <pc:sldMk cId="1677600892" sldId="2147377248"/>
            <ac:spMk id="128" creationId="{D85D410F-9E49-45FB-A51A-F9A96B150576}"/>
          </ac:spMkLst>
        </pc:spChg>
        <pc:spChg chg="add mod">
          <ac:chgData name="Li,Yuting (HP Medicine) BII-CN-S" userId="ce8fbb54-122c-426d-b8da-fdcc5e1b5022" providerId="ADAL" clId="{F4AEE9CE-B658-41FC-BED4-F84D25F98BD7}" dt="2022-07-09T09:00:10.349" v="1965" actId="20577"/>
          <ac:spMkLst>
            <pc:docMk/>
            <pc:sldMk cId="1677600892" sldId="2147377248"/>
            <ac:spMk id="129" creationId="{7AC8A0AB-359F-4F99-881B-09DD5BC61C40}"/>
          </ac:spMkLst>
        </pc:spChg>
        <pc:spChg chg="add del mod">
          <ac:chgData name="Li,Yuting (HP Medicine) BII-CN-S" userId="ce8fbb54-122c-426d-b8da-fdcc5e1b5022" providerId="ADAL" clId="{F4AEE9CE-B658-41FC-BED4-F84D25F98BD7}" dt="2022-07-09T09:00:40.914" v="1968"/>
          <ac:spMkLst>
            <pc:docMk/>
            <pc:sldMk cId="1677600892" sldId="2147377248"/>
            <ac:spMk id="130" creationId="{5384E9B2-8754-477E-8CE3-6D36C6B03EC2}"/>
          </ac:spMkLst>
        </pc:spChg>
        <pc:spChg chg="add del mod">
          <ac:chgData name="Li,Yuting (HP Medicine) BII-CN-S" userId="ce8fbb54-122c-426d-b8da-fdcc5e1b5022" providerId="ADAL" clId="{F4AEE9CE-B658-41FC-BED4-F84D25F98BD7}" dt="2022-07-09T09:00:40.914" v="1968"/>
          <ac:spMkLst>
            <pc:docMk/>
            <pc:sldMk cId="1677600892" sldId="2147377248"/>
            <ac:spMk id="132" creationId="{F8E104C9-3520-4873-A5D4-35A26EED2A6C}"/>
          </ac:spMkLst>
        </pc:spChg>
        <pc:spChg chg="add del mod">
          <ac:chgData name="Li,Yuting (HP Medicine) BII-CN-S" userId="ce8fbb54-122c-426d-b8da-fdcc5e1b5022" providerId="ADAL" clId="{F4AEE9CE-B658-41FC-BED4-F84D25F98BD7}" dt="2022-07-09T09:00:40.914" v="1968"/>
          <ac:spMkLst>
            <pc:docMk/>
            <pc:sldMk cId="1677600892" sldId="2147377248"/>
            <ac:spMk id="133" creationId="{24F82BA5-D8FE-4C88-99B8-4CCA22072EC9}"/>
          </ac:spMkLst>
        </pc:spChg>
        <pc:spChg chg="add del mod">
          <ac:chgData name="Li,Yuting (HP Medicine) BII-CN-S" userId="ce8fbb54-122c-426d-b8da-fdcc5e1b5022" providerId="ADAL" clId="{F4AEE9CE-B658-41FC-BED4-F84D25F98BD7}" dt="2022-07-09T09:00:40.914" v="1968"/>
          <ac:spMkLst>
            <pc:docMk/>
            <pc:sldMk cId="1677600892" sldId="2147377248"/>
            <ac:spMk id="134" creationId="{7D3E79EB-E3F0-4EFF-925C-3094CF092CBB}"/>
          </ac:spMkLst>
        </pc:spChg>
        <pc:spChg chg="add mod">
          <ac:chgData name="Li,Yuting (HP Medicine) BII-CN-S" userId="ce8fbb54-122c-426d-b8da-fdcc5e1b5022" providerId="ADAL" clId="{F4AEE9CE-B658-41FC-BED4-F84D25F98BD7}" dt="2022-07-09T09:05:52.614" v="2232" actId="1076"/>
          <ac:spMkLst>
            <pc:docMk/>
            <pc:sldMk cId="1677600892" sldId="2147377248"/>
            <ac:spMk id="135" creationId="{27E01833-72AF-477E-AE8F-2DD7F1F4B984}"/>
          </ac:spMkLst>
        </pc:spChg>
        <pc:spChg chg="add mod">
          <ac:chgData name="Li,Yuting (HP Medicine) BII-CN-S" userId="ce8fbb54-122c-426d-b8da-fdcc5e1b5022" providerId="ADAL" clId="{F4AEE9CE-B658-41FC-BED4-F84D25F98BD7}" dt="2022-07-09T09:06:19.499" v="2238" actId="1076"/>
          <ac:spMkLst>
            <pc:docMk/>
            <pc:sldMk cId="1677600892" sldId="2147377248"/>
            <ac:spMk id="137" creationId="{1CA4D503-0497-424B-83B6-B28389852B8A}"/>
          </ac:spMkLst>
        </pc:spChg>
        <pc:spChg chg="add mod">
          <ac:chgData name="Li,Yuting (HP Medicine) BII-CN-S" userId="ce8fbb54-122c-426d-b8da-fdcc5e1b5022" providerId="ADAL" clId="{F4AEE9CE-B658-41FC-BED4-F84D25F98BD7}" dt="2022-07-09T09:02:22.181" v="2137" actId="207"/>
          <ac:spMkLst>
            <pc:docMk/>
            <pc:sldMk cId="1677600892" sldId="2147377248"/>
            <ac:spMk id="138" creationId="{B02E6ED1-3AD5-4537-A88A-26F5D45157F1}"/>
          </ac:spMkLst>
        </pc:spChg>
        <pc:spChg chg="add mod">
          <ac:chgData name="Li,Yuting (HP Medicine) BII-CN-S" userId="ce8fbb54-122c-426d-b8da-fdcc5e1b5022" providerId="ADAL" clId="{F4AEE9CE-B658-41FC-BED4-F84D25F98BD7}" dt="2022-07-09T09:02:33.801" v="2138" actId="1076"/>
          <ac:spMkLst>
            <pc:docMk/>
            <pc:sldMk cId="1677600892" sldId="2147377248"/>
            <ac:spMk id="139" creationId="{3ADFCB05-5891-4849-92AB-3D14BC26C45D}"/>
          </ac:spMkLst>
        </pc:spChg>
        <pc:spChg chg="add mod">
          <ac:chgData name="Li,Yuting (HP Medicine) BII-CN-S" userId="ce8fbb54-122c-426d-b8da-fdcc5e1b5022" providerId="ADAL" clId="{F4AEE9CE-B658-41FC-BED4-F84D25F98BD7}" dt="2022-07-09T09:01:03.189" v="1972" actId="571"/>
          <ac:spMkLst>
            <pc:docMk/>
            <pc:sldMk cId="1677600892" sldId="2147377248"/>
            <ac:spMk id="140" creationId="{CD026B2F-CE6C-4B7E-A864-572555EA9042}"/>
          </ac:spMkLst>
        </pc:spChg>
        <pc:spChg chg="add mod">
          <ac:chgData name="Li,Yuting (HP Medicine) BII-CN-S" userId="ce8fbb54-122c-426d-b8da-fdcc5e1b5022" providerId="ADAL" clId="{F4AEE9CE-B658-41FC-BED4-F84D25F98BD7}" dt="2022-07-09T09:01:03.189" v="1972" actId="571"/>
          <ac:spMkLst>
            <pc:docMk/>
            <pc:sldMk cId="1677600892" sldId="2147377248"/>
            <ac:spMk id="141" creationId="{9A884720-0175-4620-8284-E7D226925A27}"/>
          </ac:spMkLst>
        </pc:spChg>
        <pc:spChg chg="add mod">
          <ac:chgData name="Li,Yuting (HP Medicine) BII-CN-S" userId="ce8fbb54-122c-426d-b8da-fdcc5e1b5022" providerId="ADAL" clId="{F4AEE9CE-B658-41FC-BED4-F84D25F98BD7}" dt="2022-07-09T09:01:03.189" v="1972" actId="571"/>
          <ac:spMkLst>
            <pc:docMk/>
            <pc:sldMk cId="1677600892" sldId="2147377248"/>
            <ac:spMk id="142" creationId="{4F3BFB53-E204-4805-84E5-E29F908A1712}"/>
          </ac:spMkLst>
        </pc:spChg>
        <pc:spChg chg="add mod">
          <ac:chgData name="Li,Yuting (HP Medicine) BII-CN-S" userId="ce8fbb54-122c-426d-b8da-fdcc5e1b5022" providerId="ADAL" clId="{F4AEE9CE-B658-41FC-BED4-F84D25F98BD7}" dt="2022-07-09T09:01:03.189" v="1972" actId="571"/>
          <ac:spMkLst>
            <pc:docMk/>
            <pc:sldMk cId="1677600892" sldId="2147377248"/>
            <ac:spMk id="143" creationId="{5A9377C3-3B82-452F-B048-75D0BC090C3A}"/>
          </ac:spMkLst>
        </pc:spChg>
        <pc:spChg chg="add mod">
          <ac:chgData name="Li,Yuting (HP Medicine) BII-CN-S" userId="ce8fbb54-122c-426d-b8da-fdcc5e1b5022" providerId="ADAL" clId="{F4AEE9CE-B658-41FC-BED4-F84D25F98BD7}" dt="2022-07-09T09:15:35.886" v="2875" actId="207"/>
          <ac:spMkLst>
            <pc:docMk/>
            <pc:sldMk cId="1677600892" sldId="2147377248"/>
            <ac:spMk id="144" creationId="{579BF9EA-E538-40E5-866B-180A52F19226}"/>
          </ac:spMkLst>
        </pc:spChg>
        <pc:spChg chg="add del mod">
          <ac:chgData name="Li,Yuting (HP Medicine) BII-CN-S" userId="ce8fbb54-122c-426d-b8da-fdcc5e1b5022" providerId="ADAL" clId="{F4AEE9CE-B658-41FC-BED4-F84D25F98BD7}" dt="2022-07-09T09:03:59.065" v="2147" actId="478"/>
          <ac:spMkLst>
            <pc:docMk/>
            <pc:sldMk cId="1677600892" sldId="2147377248"/>
            <ac:spMk id="145" creationId="{267252D5-667B-4B6B-BE41-FA57385D39C5}"/>
          </ac:spMkLst>
        </pc:spChg>
        <pc:spChg chg="add del mod">
          <ac:chgData name="Li,Yuting (HP Medicine) BII-CN-S" userId="ce8fbb54-122c-426d-b8da-fdcc5e1b5022" providerId="ADAL" clId="{F4AEE9CE-B658-41FC-BED4-F84D25F98BD7}" dt="2022-07-09T09:04:02.935" v="2148" actId="478"/>
          <ac:spMkLst>
            <pc:docMk/>
            <pc:sldMk cId="1677600892" sldId="2147377248"/>
            <ac:spMk id="146" creationId="{67CDAC50-AE9A-4487-8EA9-7787B6C3A789}"/>
          </ac:spMkLst>
        </pc:spChg>
        <pc:spChg chg="add mod">
          <ac:chgData name="Li,Yuting (HP Medicine) BII-CN-S" userId="ce8fbb54-122c-426d-b8da-fdcc5e1b5022" providerId="ADAL" clId="{F4AEE9CE-B658-41FC-BED4-F84D25F98BD7}" dt="2022-07-09T09:15:46.297" v="2876" actId="207"/>
          <ac:spMkLst>
            <pc:docMk/>
            <pc:sldMk cId="1677600892" sldId="2147377248"/>
            <ac:spMk id="147" creationId="{BB38C65A-6FBD-43EA-987B-9F1556BA3EE8}"/>
          </ac:spMkLst>
        </pc:spChg>
        <pc:spChg chg="add del mod">
          <ac:chgData name="Li,Yuting (HP Medicine) BII-CN-S" userId="ce8fbb54-122c-426d-b8da-fdcc5e1b5022" providerId="ADAL" clId="{F4AEE9CE-B658-41FC-BED4-F84D25F98BD7}" dt="2022-07-09T09:03:40.574" v="2144" actId="478"/>
          <ac:spMkLst>
            <pc:docMk/>
            <pc:sldMk cId="1677600892" sldId="2147377248"/>
            <ac:spMk id="148" creationId="{A80E11B6-D44E-4C62-AFB9-205A32DA0259}"/>
          </ac:spMkLst>
        </pc:spChg>
        <pc:spChg chg="add mod">
          <ac:chgData name="Li,Yuting (HP Medicine) BII-CN-S" userId="ce8fbb54-122c-426d-b8da-fdcc5e1b5022" providerId="ADAL" clId="{F4AEE9CE-B658-41FC-BED4-F84D25F98BD7}" dt="2022-07-09T09:12:14.143" v="2757" actId="5793"/>
          <ac:spMkLst>
            <pc:docMk/>
            <pc:sldMk cId="1677600892" sldId="2147377248"/>
            <ac:spMk id="149" creationId="{6380A665-AE61-4ECB-94C7-6101C32FA508}"/>
          </ac:spMkLst>
        </pc:spChg>
        <pc:spChg chg="add mod">
          <ac:chgData name="Li,Yuting (HP Medicine) BII-CN-S" userId="ce8fbb54-122c-426d-b8da-fdcc5e1b5022" providerId="ADAL" clId="{F4AEE9CE-B658-41FC-BED4-F84D25F98BD7}" dt="2022-07-09T09:12:32.212" v="2762" actId="1076"/>
          <ac:spMkLst>
            <pc:docMk/>
            <pc:sldMk cId="1677600892" sldId="2147377248"/>
            <ac:spMk id="150" creationId="{077B42E6-D7DD-4F77-8701-CDD7C8CD4A04}"/>
          </ac:spMkLst>
        </pc:spChg>
        <pc:spChg chg="add mod">
          <ac:chgData name="Li,Yuting (HP Medicine) BII-CN-S" userId="ce8fbb54-122c-426d-b8da-fdcc5e1b5022" providerId="ADAL" clId="{F4AEE9CE-B658-41FC-BED4-F84D25F98BD7}" dt="2022-07-09T09:12:38.485" v="2764" actId="1076"/>
          <ac:spMkLst>
            <pc:docMk/>
            <pc:sldMk cId="1677600892" sldId="2147377248"/>
            <ac:spMk id="151" creationId="{CD805192-4322-4158-8128-6F325A099BB1}"/>
          </ac:spMkLst>
        </pc:spChg>
        <pc:spChg chg="add mod">
          <ac:chgData name="Li,Yuting (HP Medicine) BII-CN-S" userId="ce8fbb54-122c-426d-b8da-fdcc5e1b5022" providerId="ADAL" clId="{F4AEE9CE-B658-41FC-BED4-F84D25F98BD7}" dt="2022-07-09T09:13:04.055" v="2871" actId="1037"/>
          <ac:spMkLst>
            <pc:docMk/>
            <pc:sldMk cId="1677600892" sldId="2147377248"/>
            <ac:spMk id="153" creationId="{B12D5F57-79BE-4827-A78B-B9931760801A}"/>
          </ac:spMkLst>
        </pc:spChg>
        <pc:spChg chg="add mod">
          <ac:chgData name="Li,Yuting (HP Medicine) BII-CN-S" userId="ce8fbb54-122c-426d-b8da-fdcc5e1b5022" providerId="ADAL" clId="{F4AEE9CE-B658-41FC-BED4-F84D25F98BD7}" dt="2022-07-09T09:13:04.055" v="2871" actId="1037"/>
          <ac:spMkLst>
            <pc:docMk/>
            <pc:sldMk cId="1677600892" sldId="2147377248"/>
            <ac:spMk id="154" creationId="{1B57EBFD-1C51-4A62-983C-1022A308B3EF}"/>
          </ac:spMkLst>
        </pc:spChg>
        <pc:spChg chg="add mod">
          <ac:chgData name="Li,Yuting (HP Medicine) BII-CN-S" userId="ce8fbb54-122c-426d-b8da-fdcc5e1b5022" providerId="ADAL" clId="{F4AEE9CE-B658-41FC-BED4-F84D25F98BD7}" dt="2022-07-09T09:13:04.055" v="2871" actId="1037"/>
          <ac:spMkLst>
            <pc:docMk/>
            <pc:sldMk cId="1677600892" sldId="2147377248"/>
            <ac:spMk id="155" creationId="{73FD8C60-1F5C-48AA-A95E-62F5EB088FE9}"/>
          </ac:spMkLst>
        </pc:spChg>
        <pc:spChg chg="add mod">
          <ac:chgData name="Li,Yuting (HP Medicine) BII-CN-S" userId="ce8fbb54-122c-426d-b8da-fdcc5e1b5022" providerId="ADAL" clId="{F4AEE9CE-B658-41FC-BED4-F84D25F98BD7}" dt="2022-07-09T09:13:04.055" v="2871" actId="1037"/>
          <ac:spMkLst>
            <pc:docMk/>
            <pc:sldMk cId="1677600892" sldId="2147377248"/>
            <ac:spMk id="156" creationId="{F5BCF185-52C2-4011-A2E2-7486E5F3A124}"/>
          </ac:spMkLst>
        </pc:spChg>
        <pc:spChg chg="add del mod">
          <ac:chgData name="Li,Yuting (HP Medicine) BII-CN-S" userId="ce8fbb54-122c-426d-b8da-fdcc5e1b5022" providerId="ADAL" clId="{F4AEE9CE-B658-41FC-BED4-F84D25F98BD7}" dt="2022-07-09T09:16:26.684" v="2878" actId="478"/>
          <ac:spMkLst>
            <pc:docMk/>
            <pc:sldMk cId="1677600892" sldId="2147377248"/>
            <ac:spMk id="157" creationId="{9209FCB3-CA73-45D3-BA66-9F47752CB94D}"/>
          </ac:spMkLst>
        </pc:spChg>
        <pc:spChg chg="add mod">
          <ac:chgData name="Li,Yuting (HP Medicine) BII-CN-S" userId="ce8fbb54-122c-426d-b8da-fdcc5e1b5022" providerId="ADAL" clId="{F4AEE9CE-B658-41FC-BED4-F84D25F98BD7}" dt="2022-07-09T09:16:50.627" v="2894" actId="6549"/>
          <ac:spMkLst>
            <pc:docMk/>
            <pc:sldMk cId="1677600892" sldId="2147377248"/>
            <ac:spMk id="158" creationId="{33C68AC4-504B-4BEC-B60F-B81D39B25F97}"/>
          </ac:spMkLst>
        </pc:spChg>
        <pc:spChg chg="add mod">
          <ac:chgData name="Li,Yuting (HP Medicine) BII-CN-S" userId="ce8fbb54-122c-426d-b8da-fdcc5e1b5022" providerId="ADAL" clId="{F4AEE9CE-B658-41FC-BED4-F84D25F98BD7}" dt="2022-07-09T09:17:29.212" v="2901" actId="404"/>
          <ac:spMkLst>
            <pc:docMk/>
            <pc:sldMk cId="1677600892" sldId="2147377248"/>
            <ac:spMk id="159" creationId="{BCB9F00C-AD5A-4869-A28C-137E2F9E7689}"/>
          </ac:spMkLst>
        </pc:spChg>
        <pc:spChg chg="add mod">
          <ac:chgData name="Li,Yuting (HP Medicine) BII-CN-S" userId="ce8fbb54-122c-426d-b8da-fdcc5e1b5022" providerId="ADAL" clId="{F4AEE9CE-B658-41FC-BED4-F84D25F98BD7}" dt="2022-07-09T09:17:20.517" v="2899" actId="1076"/>
          <ac:spMkLst>
            <pc:docMk/>
            <pc:sldMk cId="1677600892" sldId="2147377248"/>
            <ac:spMk id="160" creationId="{8FBCEB0F-2F0C-41E2-B607-50A719D0F1F9}"/>
          </ac:spMkLst>
        </pc:spChg>
        <pc:spChg chg="add mod">
          <ac:chgData name="Li,Yuting (HP Medicine) BII-CN-S" userId="ce8fbb54-122c-426d-b8da-fdcc5e1b5022" providerId="ADAL" clId="{F4AEE9CE-B658-41FC-BED4-F84D25F98BD7}" dt="2022-07-09T09:17:52.899" v="2910" actId="404"/>
          <ac:spMkLst>
            <pc:docMk/>
            <pc:sldMk cId="1677600892" sldId="2147377248"/>
            <ac:spMk id="161" creationId="{112BD4D8-6995-4B23-BB94-11FEDE94A8C4}"/>
          </ac:spMkLst>
        </pc:spChg>
        <pc:spChg chg="add mod">
          <ac:chgData name="Li,Yuting (HP Medicine) BII-CN-S" userId="ce8fbb54-122c-426d-b8da-fdcc5e1b5022" providerId="ADAL" clId="{F4AEE9CE-B658-41FC-BED4-F84D25F98BD7}" dt="2022-07-09T09:18:58.984" v="2927" actId="20577"/>
          <ac:spMkLst>
            <pc:docMk/>
            <pc:sldMk cId="1677600892" sldId="2147377248"/>
            <ac:spMk id="162" creationId="{8487ED68-8FA9-4DBA-9C3E-3DE72F17F891}"/>
          </ac:spMkLst>
        </pc:spChg>
        <pc:spChg chg="add mod">
          <ac:chgData name="Li,Yuting (HP Medicine) BII-CN-S" userId="ce8fbb54-122c-426d-b8da-fdcc5e1b5022" providerId="ADAL" clId="{F4AEE9CE-B658-41FC-BED4-F84D25F98BD7}" dt="2022-07-09T09:18:52.324" v="2925" actId="20577"/>
          <ac:spMkLst>
            <pc:docMk/>
            <pc:sldMk cId="1677600892" sldId="2147377248"/>
            <ac:spMk id="163" creationId="{30012855-EA40-4E94-98BE-5351051F24D2}"/>
          </ac:spMkLst>
        </pc:spChg>
        <pc:spChg chg="add mod">
          <ac:chgData name="Li,Yuting (HP Medicine) BII-CN-S" userId="ce8fbb54-122c-426d-b8da-fdcc5e1b5022" providerId="ADAL" clId="{F4AEE9CE-B658-41FC-BED4-F84D25F98BD7}" dt="2022-07-09T09:18:32.800" v="2918" actId="1076"/>
          <ac:spMkLst>
            <pc:docMk/>
            <pc:sldMk cId="1677600892" sldId="2147377248"/>
            <ac:spMk id="164" creationId="{726C254F-0F54-436A-9E05-EA03C305B579}"/>
          </ac:spMkLst>
        </pc:spChg>
        <pc:spChg chg="add mod">
          <ac:chgData name="Li,Yuting (HP Medicine) BII-CN-S" userId="ce8fbb54-122c-426d-b8da-fdcc5e1b5022" providerId="ADAL" clId="{F4AEE9CE-B658-41FC-BED4-F84D25F98BD7}" dt="2022-07-09T09:19:05.010" v="2928" actId="1076"/>
          <ac:spMkLst>
            <pc:docMk/>
            <pc:sldMk cId="1677600892" sldId="2147377248"/>
            <ac:spMk id="165" creationId="{61D4A43C-523E-44F2-9269-D886B47619AB}"/>
          </ac:spMkLst>
        </pc:spChg>
        <pc:spChg chg="add mod">
          <ac:chgData name="Li,Yuting (HP Medicine) BII-CN-S" userId="ce8fbb54-122c-426d-b8da-fdcc5e1b5022" providerId="ADAL" clId="{F4AEE9CE-B658-41FC-BED4-F84D25F98BD7}" dt="2022-07-09T09:19:15.073" v="2930" actId="1076"/>
          <ac:spMkLst>
            <pc:docMk/>
            <pc:sldMk cId="1677600892" sldId="2147377248"/>
            <ac:spMk id="166" creationId="{7E09BEB5-EACA-4EFC-8BD7-5719958A932C}"/>
          </ac:spMkLst>
        </pc:spChg>
        <pc:spChg chg="add mod">
          <ac:chgData name="Li,Yuting (HP Medicine) BII-CN-S" userId="ce8fbb54-122c-426d-b8da-fdcc5e1b5022" providerId="ADAL" clId="{F4AEE9CE-B658-41FC-BED4-F84D25F98BD7}" dt="2022-07-09T09:19:30.868" v="2933" actId="1076"/>
          <ac:spMkLst>
            <pc:docMk/>
            <pc:sldMk cId="1677600892" sldId="2147377248"/>
            <ac:spMk id="167" creationId="{DC81D82F-E072-4505-B0F4-E1C8DFB581DC}"/>
          </ac:spMkLst>
        </pc:spChg>
        <pc:spChg chg="add del mod">
          <ac:chgData name="Li,Yuting (HP Medicine) BII-CN-S" userId="ce8fbb54-122c-426d-b8da-fdcc5e1b5022" providerId="ADAL" clId="{F4AEE9CE-B658-41FC-BED4-F84D25F98BD7}" dt="2022-07-09T09:20:07.254" v="2940"/>
          <ac:spMkLst>
            <pc:docMk/>
            <pc:sldMk cId="1677600892" sldId="2147377248"/>
            <ac:spMk id="169" creationId="{0D49E884-9092-415D-860A-E8EA4B7EBABC}"/>
          </ac:spMkLst>
        </pc:spChg>
        <pc:spChg chg="add del mod">
          <ac:chgData name="Li,Yuting (HP Medicine) BII-CN-S" userId="ce8fbb54-122c-426d-b8da-fdcc5e1b5022" providerId="ADAL" clId="{F4AEE9CE-B658-41FC-BED4-F84D25F98BD7}" dt="2022-07-09T09:20:07.254" v="2940"/>
          <ac:spMkLst>
            <pc:docMk/>
            <pc:sldMk cId="1677600892" sldId="2147377248"/>
            <ac:spMk id="170" creationId="{015C574F-37A1-4758-80E3-6E22DBC9B5F5}"/>
          </ac:spMkLst>
        </pc:spChg>
        <pc:spChg chg="add del mod">
          <ac:chgData name="Li,Yuting (HP Medicine) BII-CN-S" userId="ce8fbb54-122c-426d-b8da-fdcc5e1b5022" providerId="ADAL" clId="{F4AEE9CE-B658-41FC-BED4-F84D25F98BD7}" dt="2022-07-09T09:20:07.254" v="2940"/>
          <ac:spMkLst>
            <pc:docMk/>
            <pc:sldMk cId="1677600892" sldId="2147377248"/>
            <ac:spMk id="171" creationId="{2A0DDD19-DBCA-4158-9C20-8ACF44660148}"/>
          </ac:spMkLst>
        </pc:spChg>
        <pc:spChg chg="add mod">
          <ac:chgData name="Li,Yuting (HP Medicine) BII-CN-S" userId="ce8fbb54-122c-426d-b8da-fdcc5e1b5022" providerId="ADAL" clId="{F4AEE9CE-B658-41FC-BED4-F84D25F98BD7}" dt="2022-07-09T09:21:36.049" v="2962" actId="403"/>
          <ac:spMkLst>
            <pc:docMk/>
            <pc:sldMk cId="1677600892" sldId="2147377248"/>
            <ac:spMk id="173" creationId="{85E02E15-15D6-4FB2-AD0A-19E9217D5129}"/>
          </ac:spMkLst>
        </pc:spChg>
        <pc:spChg chg="add mod">
          <ac:chgData name="Li,Yuting (HP Medicine) BII-CN-S" userId="ce8fbb54-122c-426d-b8da-fdcc5e1b5022" providerId="ADAL" clId="{F4AEE9CE-B658-41FC-BED4-F84D25F98BD7}" dt="2022-07-09T09:20:51.911" v="2945" actId="14100"/>
          <ac:spMkLst>
            <pc:docMk/>
            <pc:sldMk cId="1677600892" sldId="2147377248"/>
            <ac:spMk id="174" creationId="{6AEF3EB7-D531-4856-AF2C-2B6532517039}"/>
          </ac:spMkLst>
        </pc:spChg>
        <pc:spChg chg="add mod">
          <ac:chgData name="Li,Yuting (HP Medicine) BII-CN-S" userId="ce8fbb54-122c-426d-b8da-fdcc5e1b5022" providerId="ADAL" clId="{F4AEE9CE-B658-41FC-BED4-F84D25F98BD7}" dt="2022-07-09T09:21:12.515" v="2955" actId="1076"/>
          <ac:spMkLst>
            <pc:docMk/>
            <pc:sldMk cId="1677600892" sldId="2147377248"/>
            <ac:spMk id="175" creationId="{20F7A4BB-05E8-4B7E-A1AA-BB093CA783D0}"/>
          </ac:spMkLst>
        </pc:spChg>
        <pc:spChg chg="add mod">
          <ac:chgData name="Li,Yuting (HP Medicine) BII-CN-S" userId="ce8fbb54-122c-426d-b8da-fdcc5e1b5022" providerId="ADAL" clId="{F4AEE9CE-B658-41FC-BED4-F84D25F98BD7}" dt="2022-07-09T09:22:35.115" v="2988" actId="1076"/>
          <ac:spMkLst>
            <pc:docMk/>
            <pc:sldMk cId="1677600892" sldId="2147377248"/>
            <ac:spMk id="177" creationId="{18978048-CE0E-4D08-993F-F8A9401EB1D1}"/>
          </ac:spMkLst>
        </pc:spChg>
        <pc:grpChg chg="mod">
          <ac:chgData name="Li,Yuting (HP Medicine) BII-CN-S" userId="ce8fbb54-122c-426d-b8da-fdcc5e1b5022" providerId="ADAL" clId="{F4AEE9CE-B658-41FC-BED4-F84D25F98BD7}" dt="2022-07-09T07:57:12.750" v="682" actId="1076"/>
          <ac:grpSpMkLst>
            <pc:docMk/>
            <pc:sldMk cId="1677600892" sldId="2147377248"/>
            <ac:grpSpMk id="50" creationId="{00000000-0000-0000-0000-000000000000}"/>
          </ac:grpSpMkLst>
        </pc:grpChg>
        <pc:graphicFrameChg chg="mod modGraphic">
          <ac:chgData name="Li,Yuting (HP Medicine) BII-CN-S" userId="ce8fbb54-122c-426d-b8da-fdcc5e1b5022" providerId="ADAL" clId="{F4AEE9CE-B658-41FC-BED4-F84D25F98BD7}" dt="2022-07-09T07:55:23.814" v="668" actId="207"/>
          <ac:graphicFrameMkLst>
            <pc:docMk/>
            <pc:sldMk cId="1677600892" sldId="2147377248"/>
            <ac:graphicFrameMk id="116" creationId="{EB1832F7-86BE-4DEE-91F1-447638E4A957}"/>
          </ac:graphicFrameMkLst>
        </pc:graphicFrameChg>
        <pc:graphicFrameChg chg="add del mod">
          <ac:chgData name="Li,Yuting (HP Medicine) BII-CN-S" userId="ce8fbb54-122c-426d-b8da-fdcc5e1b5022" providerId="ADAL" clId="{F4AEE9CE-B658-41FC-BED4-F84D25F98BD7}" dt="2022-07-09T09:20:07.254" v="2940"/>
          <ac:graphicFrameMkLst>
            <pc:docMk/>
            <pc:sldMk cId="1677600892" sldId="2147377248"/>
            <ac:graphicFrameMk id="168" creationId="{61761FE2-E2EE-4FE2-BC21-A1B7842E822E}"/>
          </ac:graphicFrameMkLst>
        </pc:graphicFrameChg>
        <pc:picChg chg="mod">
          <ac:chgData name="Li,Yuting (HP Medicine) BII-CN-S" userId="ce8fbb54-122c-426d-b8da-fdcc5e1b5022" providerId="ADAL" clId="{F4AEE9CE-B658-41FC-BED4-F84D25F98BD7}" dt="2022-07-09T07:56:16.183" v="673" actId="1076"/>
          <ac:picMkLst>
            <pc:docMk/>
            <pc:sldMk cId="1677600892" sldId="2147377248"/>
            <ac:picMk id="2" creationId="{00000000-0000-0000-0000-000000000000}"/>
          </ac:picMkLst>
        </pc:picChg>
        <pc:picChg chg="mod">
          <ac:chgData name="Li,Yuting (HP Medicine) BII-CN-S" userId="ce8fbb54-122c-426d-b8da-fdcc5e1b5022" providerId="ADAL" clId="{F4AEE9CE-B658-41FC-BED4-F84D25F98BD7}" dt="2022-07-09T08:11:48.006" v="1249" actId="1036"/>
          <ac:picMkLst>
            <pc:docMk/>
            <pc:sldMk cId="1677600892" sldId="2147377248"/>
            <ac:picMk id="4" creationId="{00000000-0000-0000-0000-000000000000}"/>
          </ac:picMkLst>
        </pc:picChg>
        <pc:picChg chg="add del mod">
          <ac:chgData name="Li,Yuting (HP Medicine) BII-CN-S" userId="ce8fbb54-122c-426d-b8da-fdcc5e1b5022" providerId="ADAL" clId="{F4AEE9CE-B658-41FC-BED4-F84D25F98BD7}" dt="2022-07-09T09:00:40.914" v="1968"/>
          <ac:picMkLst>
            <pc:docMk/>
            <pc:sldMk cId="1677600892" sldId="2147377248"/>
            <ac:picMk id="131" creationId="{7B71EB24-7DF2-4E99-BE53-9611DC508930}"/>
          </ac:picMkLst>
        </pc:picChg>
        <pc:picChg chg="add mod">
          <ac:chgData name="Li,Yuting (HP Medicine) BII-CN-S" userId="ce8fbb54-122c-426d-b8da-fdcc5e1b5022" providerId="ADAL" clId="{F4AEE9CE-B658-41FC-BED4-F84D25F98BD7}" dt="2022-07-09T09:06:12.700" v="2237" actId="14100"/>
          <ac:picMkLst>
            <pc:docMk/>
            <pc:sldMk cId="1677600892" sldId="2147377248"/>
            <ac:picMk id="136" creationId="{5DF35124-76EA-48BC-A0C2-E6E910CE4843}"/>
          </ac:picMkLst>
        </pc:picChg>
        <pc:picChg chg="add del mod">
          <ac:chgData name="Li,Yuting (HP Medicine) BII-CN-S" userId="ce8fbb54-122c-426d-b8da-fdcc5e1b5022" providerId="ADAL" clId="{F4AEE9CE-B658-41FC-BED4-F84D25F98BD7}" dt="2022-07-09T09:20:07.254" v="2940"/>
          <ac:picMkLst>
            <pc:docMk/>
            <pc:sldMk cId="1677600892" sldId="2147377248"/>
            <ac:picMk id="172" creationId="{0E1F236E-81D9-4349-A688-3BD13FAC7628}"/>
          </ac:picMkLst>
        </pc:picChg>
        <pc:picChg chg="add mod">
          <ac:chgData name="Li,Yuting (HP Medicine) BII-CN-S" userId="ce8fbb54-122c-426d-b8da-fdcc5e1b5022" providerId="ADAL" clId="{F4AEE9CE-B658-41FC-BED4-F84D25F98BD7}" dt="2022-07-09T09:21:21.572" v="2957" actId="14100"/>
          <ac:picMkLst>
            <pc:docMk/>
            <pc:sldMk cId="1677600892" sldId="2147377248"/>
            <ac:picMk id="176" creationId="{87B94F19-31D5-482E-82CA-76656F8C4A0E}"/>
          </ac:picMkLst>
        </pc:picChg>
        <pc:cxnChg chg="mod">
          <ac:chgData name="Li,Yuting (HP Medicine) BII-CN-S" userId="ce8fbb54-122c-426d-b8da-fdcc5e1b5022" providerId="ADAL" clId="{F4AEE9CE-B658-41FC-BED4-F84D25F98BD7}" dt="2022-07-09T08:27:09.308" v="1484" actId="1076"/>
          <ac:cxnSpMkLst>
            <pc:docMk/>
            <pc:sldMk cId="1677600892" sldId="2147377248"/>
            <ac:cxnSpMk id="10" creationId="{11A40912-9DB0-449E-937E-4B09B4DEA41B}"/>
          </ac:cxnSpMkLst>
        </pc:cxnChg>
        <pc:cxnChg chg="mod">
          <ac:chgData name="Li,Yuting (HP Medicine) BII-CN-S" userId="ce8fbb54-122c-426d-b8da-fdcc5e1b5022" providerId="ADAL" clId="{F4AEE9CE-B658-41FC-BED4-F84D25F98BD7}" dt="2022-07-09T09:19:28.050" v="2932" actId="14100"/>
          <ac:cxnSpMkLst>
            <pc:docMk/>
            <pc:sldMk cId="1677600892" sldId="2147377248"/>
            <ac:cxnSpMk id="14" creationId="{3FE385CD-0F25-4FD0-A9EB-BD9189AEFA20}"/>
          </ac:cxnSpMkLst>
        </pc:cxnChg>
        <pc:cxnChg chg="mod">
          <ac:chgData name="Li,Yuting (HP Medicine) BII-CN-S" userId="ce8fbb54-122c-426d-b8da-fdcc5e1b5022" providerId="ADAL" clId="{F4AEE9CE-B658-41FC-BED4-F84D25F98BD7}" dt="2022-07-09T09:05:38.191" v="2229" actId="1076"/>
          <ac:cxnSpMkLst>
            <pc:docMk/>
            <pc:sldMk cId="1677600892" sldId="2147377248"/>
            <ac:cxnSpMk id="72" creationId="{9C165100-0114-4167-8FF0-BFF01B293D04}"/>
          </ac:cxnSpMkLst>
        </pc:cxnChg>
        <pc:cxnChg chg="del">
          <ac:chgData name="Li,Yuting (HP Medicine) BII-CN-S" userId="ce8fbb54-122c-426d-b8da-fdcc5e1b5022" providerId="ADAL" clId="{F4AEE9CE-B658-41FC-BED4-F84D25F98BD7}" dt="2022-07-09T09:19:40.594" v="2935" actId="478"/>
          <ac:cxnSpMkLst>
            <pc:docMk/>
            <pc:sldMk cId="1677600892" sldId="2147377248"/>
            <ac:cxnSpMk id="97" creationId="{4032CFB7-FFCB-436D-B653-17A3BE47C587}"/>
          </ac:cxnSpMkLst>
        </pc:cxnChg>
        <pc:cxnChg chg="add mod">
          <ac:chgData name="Li,Yuting (HP Medicine) BII-CN-S" userId="ce8fbb54-122c-426d-b8da-fdcc5e1b5022" providerId="ADAL" clId="{F4AEE9CE-B658-41FC-BED4-F84D25F98BD7}" dt="2022-07-09T08:28:27.806" v="1527" actId="1076"/>
          <ac:cxnSpMkLst>
            <pc:docMk/>
            <pc:sldMk cId="1677600892" sldId="2147377248"/>
            <ac:cxnSpMk id="114" creationId="{CF58863E-6A2B-47F8-8EFA-EBFD131A5024}"/>
          </ac:cxnSpMkLst>
        </pc:cxnChg>
        <pc:cxnChg chg="add mod">
          <ac:chgData name="Li,Yuting (HP Medicine) BII-CN-S" userId="ce8fbb54-122c-426d-b8da-fdcc5e1b5022" providerId="ADAL" clId="{F4AEE9CE-B658-41FC-BED4-F84D25F98BD7}" dt="2022-07-09T09:13:04.055" v="2871" actId="1037"/>
          <ac:cxnSpMkLst>
            <pc:docMk/>
            <pc:sldMk cId="1677600892" sldId="2147377248"/>
            <ac:cxnSpMk id="152" creationId="{61063254-2B15-4719-8205-272C31427A20}"/>
          </ac:cxnSpMkLst>
        </pc:cxnChg>
      </pc:sldChg>
      <pc:sldChg chg="modSp add mod">
        <pc:chgData name="Li,Yuting (HP Medicine) BII-CN-S" userId="ce8fbb54-122c-426d-b8da-fdcc5e1b5022" providerId="ADAL" clId="{F4AEE9CE-B658-41FC-BED4-F84D25F98BD7}" dt="2022-07-09T09:33:14.204" v="3254" actId="20577"/>
        <pc:sldMkLst>
          <pc:docMk/>
          <pc:sldMk cId="9089532" sldId="2147377249"/>
        </pc:sldMkLst>
        <pc:spChg chg="mod">
          <ac:chgData name="Li,Yuting (HP Medicine) BII-CN-S" userId="ce8fbb54-122c-426d-b8da-fdcc5e1b5022" providerId="ADAL" clId="{F4AEE9CE-B658-41FC-BED4-F84D25F98BD7}" dt="2022-07-09T09:32:12.917" v="3230" actId="1076"/>
          <ac:spMkLst>
            <pc:docMk/>
            <pc:sldMk cId="9089532" sldId="2147377249"/>
            <ac:spMk id="44" creationId="{7330BA15-80DC-4E83-B36A-86FF92C02942}"/>
          </ac:spMkLst>
        </pc:spChg>
        <pc:spChg chg="mod">
          <ac:chgData name="Li,Yuting (HP Medicine) BII-CN-S" userId="ce8fbb54-122c-426d-b8da-fdcc5e1b5022" providerId="ADAL" clId="{F4AEE9CE-B658-41FC-BED4-F84D25F98BD7}" dt="2022-07-09T09:32:15.393" v="3231" actId="1076"/>
          <ac:spMkLst>
            <pc:docMk/>
            <pc:sldMk cId="9089532" sldId="2147377249"/>
            <ac:spMk id="55" creationId="{9224C17E-1AA1-4096-A3FD-25D6FD8BA444}"/>
          </ac:spMkLst>
        </pc:spChg>
        <pc:spChg chg="mod">
          <ac:chgData name="Li,Yuting (HP Medicine) BII-CN-S" userId="ce8fbb54-122c-426d-b8da-fdcc5e1b5022" providerId="ADAL" clId="{F4AEE9CE-B658-41FC-BED4-F84D25F98BD7}" dt="2022-07-09T09:33:14.204" v="3254" actId="20577"/>
          <ac:spMkLst>
            <pc:docMk/>
            <pc:sldMk cId="9089532" sldId="2147377249"/>
            <ac:spMk id="75" creationId="{23E443ED-C91E-4425-963C-DB47A7F0B19C}"/>
          </ac:spMkLst>
        </pc:spChg>
        <pc:spChg chg="mod">
          <ac:chgData name="Li,Yuting (HP Medicine) BII-CN-S" userId="ce8fbb54-122c-426d-b8da-fdcc5e1b5022" providerId="ADAL" clId="{F4AEE9CE-B658-41FC-BED4-F84D25F98BD7}" dt="2022-07-09T09:32:42.851" v="3241" actId="20577"/>
          <ac:spMkLst>
            <pc:docMk/>
            <pc:sldMk cId="9089532" sldId="2147377249"/>
            <ac:spMk id="89" creationId="{26C83135-6ECE-46D7-9DE6-2C2C6FCEB0FF}"/>
          </ac:spMkLst>
        </pc:spChg>
        <pc:spChg chg="mod">
          <ac:chgData name="Li,Yuting (HP Medicine) BII-CN-S" userId="ce8fbb54-122c-426d-b8da-fdcc5e1b5022" providerId="ADAL" clId="{F4AEE9CE-B658-41FC-BED4-F84D25F98BD7}" dt="2022-07-09T09:32:55.434" v="3242" actId="6549"/>
          <ac:spMkLst>
            <pc:docMk/>
            <pc:sldMk cId="9089532" sldId="2147377249"/>
            <ac:spMk id="91" creationId="{FD45A3FD-80BA-4AD6-B3CE-25602A6E2FB5}"/>
          </ac:spMkLst>
        </pc:spChg>
        <pc:grpChg chg="mod">
          <ac:chgData name="Li,Yuting (HP Medicine) BII-CN-S" userId="ce8fbb54-122c-426d-b8da-fdcc5e1b5022" providerId="ADAL" clId="{F4AEE9CE-B658-41FC-BED4-F84D25F98BD7}" dt="2022-07-09T09:32:37.536" v="3236" actId="1076"/>
          <ac:grpSpMkLst>
            <pc:docMk/>
            <pc:sldMk cId="9089532" sldId="2147377249"/>
            <ac:grpSpMk id="50" creationId="{00000000-0000-0000-0000-000000000000}"/>
          </ac:grpSpMkLst>
        </pc:grpChg>
        <pc:cxnChg chg="mod">
          <ac:chgData name="Li,Yuting (HP Medicine) BII-CN-S" userId="ce8fbb54-122c-426d-b8da-fdcc5e1b5022" providerId="ADAL" clId="{F4AEE9CE-B658-41FC-BED4-F84D25F98BD7}" dt="2022-07-09T09:32:27.914" v="3235" actId="1076"/>
          <ac:cxnSpMkLst>
            <pc:docMk/>
            <pc:sldMk cId="9089532" sldId="2147377249"/>
            <ac:cxnSpMk id="54" creationId="{9C165100-0114-4167-8FF0-BFF01B293D04}"/>
          </ac:cxnSpMkLst>
        </pc:cxnChg>
      </pc:sldChg>
      <pc:sldChg chg="delSp modSp add mod">
        <pc:chgData name="Li,Yuting (HP Medicine) BII-CN-S" userId="ce8fbb54-122c-426d-b8da-fdcc5e1b5022" providerId="ADAL" clId="{F4AEE9CE-B658-41FC-BED4-F84D25F98BD7}" dt="2022-07-09T11:55:05.657" v="3676" actId="1076"/>
        <pc:sldMkLst>
          <pc:docMk/>
          <pc:sldMk cId="3772673125" sldId="2147377250"/>
        </pc:sldMkLst>
        <pc:spChg chg="del mod">
          <ac:chgData name="Li,Yuting (HP Medicine) BII-CN-S" userId="ce8fbb54-122c-426d-b8da-fdcc5e1b5022" providerId="ADAL" clId="{F4AEE9CE-B658-41FC-BED4-F84D25F98BD7}" dt="2022-07-05T06:15:04.013" v="303" actId="478"/>
          <ac:spMkLst>
            <pc:docMk/>
            <pc:sldMk cId="3772673125" sldId="2147377250"/>
            <ac:spMk id="5" creationId="{8D817ADB-980A-4EF2-A81D-067025F12D82}"/>
          </ac:spMkLst>
        </pc:spChg>
        <pc:spChg chg="mod">
          <ac:chgData name="Li,Yuting (HP Medicine) BII-CN-S" userId="ce8fbb54-122c-426d-b8da-fdcc5e1b5022" providerId="ADAL" clId="{F4AEE9CE-B658-41FC-BED4-F84D25F98BD7}" dt="2022-07-09T11:55:05.657" v="3676" actId="1076"/>
          <ac:spMkLst>
            <pc:docMk/>
            <pc:sldMk cId="3772673125" sldId="2147377250"/>
            <ac:spMk id="99" creationId="{D11E8C8E-EA83-4AF2-B5EA-9A0D5FDC196B}"/>
          </ac:spMkLst>
        </pc:spChg>
      </pc:sldChg>
      <pc:sldChg chg="add">
        <pc:chgData name="Li,Yuting (HP Medicine) BII-CN-S" userId="ce8fbb54-122c-426d-b8da-fdcc5e1b5022" providerId="ADAL" clId="{F4AEE9CE-B658-41FC-BED4-F84D25F98BD7}" dt="2022-07-05T06:22:23.485" v="526"/>
        <pc:sldMkLst>
          <pc:docMk/>
          <pc:sldMk cId="1887423232" sldId="2147377251"/>
        </pc:sldMkLst>
      </pc:sldChg>
      <pc:sldChg chg="ord">
        <pc:chgData name="Li,Yuting (HP Medicine) BII-CN-S" userId="ce8fbb54-122c-426d-b8da-fdcc5e1b5022" providerId="ADAL" clId="{F4AEE9CE-B658-41FC-BED4-F84D25F98BD7}" dt="2022-07-10T11:14:13.113" v="4230"/>
        <pc:sldMkLst>
          <pc:docMk/>
          <pc:sldMk cId="1616446884" sldId="2147377253"/>
        </pc:sldMkLst>
      </pc:sldChg>
    </pc:docChg>
  </pc:docChgLst>
  <pc:docChgLst>
    <pc:chgData name="Li,Yuting (HP Medicine) BII-CN-S" userId="S::yuting.li@boehringer-ingelheim.com::ce8fbb54-122c-426d-b8da-fdcc5e1b5022" providerId="AD" clId="Web-{D8EB6B45-226F-F9DD-315F-2D09ACCD74A8}"/>
    <pc:docChg chg="modSld">
      <pc:chgData name="Li,Yuting (HP Medicine) BII-CN-S" userId="S::yuting.li@boehringer-ingelheim.com::ce8fbb54-122c-426d-b8da-fdcc5e1b5022" providerId="AD" clId="Web-{D8EB6B45-226F-F9DD-315F-2D09ACCD74A8}" dt="2023-11-21T05:37:20.546" v="7"/>
      <pc:docMkLst>
        <pc:docMk/>
      </pc:docMkLst>
      <pc:sldChg chg="modSp">
        <pc:chgData name="Li,Yuting (HP Medicine) BII-CN-S" userId="S::yuting.li@boehringer-ingelheim.com::ce8fbb54-122c-426d-b8da-fdcc5e1b5022" providerId="AD" clId="Web-{D8EB6B45-226F-F9DD-315F-2D09ACCD74A8}" dt="2023-11-21T05:37:20.546" v="7"/>
        <pc:sldMkLst>
          <pc:docMk/>
          <pc:sldMk cId="4011288255" sldId="2147474988"/>
        </pc:sldMkLst>
        <pc:graphicFrameChg chg="mod modGraphic">
          <ac:chgData name="Li,Yuting (HP Medicine) BII-CN-S" userId="S::yuting.li@boehringer-ingelheim.com::ce8fbb54-122c-426d-b8da-fdcc5e1b5022" providerId="AD" clId="Web-{D8EB6B45-226F-F9DD-315F-2D09ACCD74A8}" dt="2023-11-21T05:37:20.546" v="7"/>
          <ac:graphicFrameMkLst>
            <pc:docMk/>
            <pc:sldMk cId="4011288255" sldId="2147474988"/>
            <ac:graphicFrameMk id="10" creationId="{7ED29C9C-0700-480D-B788-68CBB9D31EEE}"/>
          </ac:graphicFrameMkLst>
        </pc:graphicFrameChg>
      </pc:sldChg>
    </pc:docChg>
  </pc:docChgLst>
  <pc:docChgLst>
    <pc:chgData name="Li,Yuting (HP Medicine) BII-CN-S" userId="ce8fbb54-122c-426d-b8da-fdcc5e1b5022" providerId="ADAL" clId="{B4662E2A-E717-408B-AA9C-E5EC33692FB3}"/>
    <pc:docChg chg="undo custSel addSld delSld modSld">
      <pc:chgData name="Li,Yuting (HP Medicine) BII-CN-S" userId="ce8fbb54-122c-426d-b8da-fdcc5e1b5022" providerId="ADAL" clId="{B4662E2A-E717-408B-AA9C-E5EC33692FB3}" dt="2022-05-11T01:01:50.987" v="953" actId="20577"/>
      <pc:docMkLst>
        <pc:docMk/>
      </pc:docMkLst>
      <pc:sldChg chg="modSp mod">
        <pc:chgData name="Li,Yuting (HP Medicine) BII-CN-S" userId="ce8fbb54-122c-426d-b8da-fdcc5e1b5022" providerId="ADAL" clId="{B4662E2A-E717-408B-AA9C-E5EC33692FB3}" dt="2022-05-10T07:06:09.144" v="54" actId="6549"/>
        <pc:sldMkLst>
          <pc:docMk/>
          <pc:sldMk cId="3524290913" sldId="887"/>
        </pc:sldMkLst>
        <pc:spChg chg="mod">
          <ac:chgData name="Li,Yuting (HP Medicine) BII-CN-S" userId="ce8fbb54-122c-426d-b8da-fdcc5e1b5022" providerId="ADAL" clId="{B4662E2A-E717-408B-AA9C-E5EC33692FB3}" dt="2022-05-10T07:06:09.144" v="54" actId="6549"/>
          <ac:spMkLst>
            <pc:docMk/>
            <pc:sldMk cId="3524290913" sldId="887"/>
            <ac:spMk id="174" creationId="{D08C5EAF-84CD-4074-A8AE-5EB9E6289378}"/>
          </ac:spMkLst>
        </pc:spChg>
      </pc:sldChg>
      <pc:sldChg chg="mod modShow">
        <pc:chgData name="Li,Yuting (HP Medicine) BII-CN-S" userId="ce8fbb54-122c-426d-b8da-fdcc5e1b5022" providerId="ADAL" clId="{B4662E2A-E717-408B-AA9C-E5EC33692FB3}" dt="2022-05-10T06:33:18.659" v="11" actId="729"/>
        <pc:sldMkLst>
          <pc:docMk/>
          <pc:sldMk cId="4172713624" sldId="1042"/>
        </pc:sldMkLst>
      </pc:sldChg>
      <pc:sldChg chg="addSp delSp modSp mod delCm">
        <pc:chgData name="Li,Yuting (HP Medicine) BII-CN-S" userId="ce8fbb54-122c-426d-b8da-fdcc5e1b5022" providerId="ADAL" clId="{B4662E2A-E717-408B-AA9C-E5EC33692FB3}" dt="2022-05-10T12:10:26.869" v="551" actId="20577"/>
        <pc:sldMkLst>
          <pc:docMk/>
          <pc:sldMk cId="669747058" sldId="6596"/>
        </pc:sldMkLst>
        <pc:spChg chg="mod">
          <ac:chgData name="Li,Yuting (HP Medicine) BII-CN-S" userId="ce8fbb54-122c-426d-b8da-fdcc5e1b5022" providerId="ADAL" clId="{B4662E2A-E717-408B-AA9C-E5EC33692FB3}" dt="2022-05-10T12:10:26.869" v="551" actId="20577"/>
          <ac:spMkLst>
            <pc:docMk/>
            <pc:sldMk cId="669747058" sldId="6596"/>
            <ac:spMk id="58" creationId="{F5A6B9FE-5135-46CA-B020-47DC5CCE42EF}"/>
          </ac:spMkLst>
        </pc:spChg>
        <pc:spChg chg="mod">
          <ac:chgData name="Li,Yuting (HP Medicine) BII-CN-S" userId="ce8fbb54-122c-426d-b8da-fdcc5e1b5022" providerId="ADAL" clId="{B4662E2A-E717-408B-AA9C-E5EC33692FB3}" dt="2022-05-10T08:09:15.368" v="285" actId="14100"/>
          <ac:spMkLst>
            <pc:docMk/>
            <pc:sldMk cId="669747058" sldId="6596"/>
            <ac:spMk id="77" creationId="{A1E70551-578A-4B35-ACAC-04BA6E603952}"/>
          </ac:spMkLst>
        </pc:spChg>
        <pc:spChg chg="mod">
          <ac:chgData name="Li,Yuting (HP Medicine) BII-CN-S" userId="ce8fbb54-122c-426d-b8da-fdcc5e1b5022" providerId="ADAL" clId="{B4662E2A-E717-408B-AA9C-E5EC33692FB3}" dt="2022-05-10T08:09:33.814" v="302" actId="1076"/>
          <ac:spMkLst>
            <pc:docMk/>
            <pc:sldMk cId="669747058" sldId="6596"/>
            <ac:spMk id="80" creationId="{B361C849-6669-4EC4-A9AD-EB1BCC463147}"/>
          </ac:spMkLst>
        </pc:spChg>
        <pc:spChg chg="mod">
          <ac:chgData name="Li,Yuting (HP Medicine) BII-CN-S" userId="ce8fbb54-122c-426d-b8da-fdcc5e1b5022" providerId="ADAL" clId="{B4662E2A-E717-408B-AA9C-E5EC33692FB3}" dt="2022-05-10T08:12:12.538" v="304" actId="207"/>
          <ac:spMkLst>
            <pc:docMk/>
            <pc:sldMk cId="669747058" sldId="6596"/>
            <ac:spMk id="98" creationId="{9224C17E-1AA1-4096-A3FD-25D6FD8BA444}"/>
          </ac:spMkLst>
        </pc:spChg>
        <pc:spChg chg="mod">
          <ac:chgData name="Li,Yuting (HP Medicine) BII-CN-S" userId="ce8fbb54-122c-426d-b8da-fdcc5e1b5022" providerId="ADAL" clId="{B4662E2A-E717-408B-AA9C-E5EC33692FB3}" dt="2022-05-10T08:09:41.531" v="303" actId="1076"/>
          <ac:spMkLst>
            <pc:docMk/>
            <pc:sldMk cId="669747058" sldId="6596"/>
            <ac:spMk id="100" creationId="{00000000-0000-0000-0000-000000000000}"/>
          </ac:spMkLst>
        </pc:spChg>
        <pc:picChg chg="del">
          <ac:chgData name="Li,Yuting (HP Medicine) BII-CN-S" userId="ce8fbb54-122c-426d-b8da-fdcc5e1b5022" providerId="ADAL" clId="{B4662E2A-E717-408B-AA9C-E5EC33692FB3}" dt="2022-05-10T06:27:53.315" v="3" actId="478"/>
          <ac:picMkLst>
            <pc:docMk/>
            <pc:sldMk cId="669747058" sldId="6596"/>
            <ac:picMk id="120" creationId="{E2CC4E0E-0B80-4E2A-9EFB-9E27042C2901}"/>
          </ac:picMkLst>
        </pc:picChg>
        <pc:picChg chg="add mod">
          <ac:chgData name="Li,Yuting (HP Medicine) BII-CN-S" userId="ce8fbb54-122c-426d-b8da-fdcc5e1b5022" providerId="ADAL" clId="{B4662E2A-E717-408B-AA9C-E5EC33692FB3}" dt="2022-05-10T06:27:54.097" v="4"/>
          <ac:picMkLst>
            <pc:docMk/>
            <pc:sldMk cId="669747058" sldId="6596"/>
            <ac:picMk id="121" creationId="{067E9FCB-36EE-4FF3-A993-A0AD1633B2AF}"/>
          </ac:picMkLst>
        </pc:picChg>
      </pc:sldChg>
      <pc:sldChg chg="modSp mod modAnim">
        <pc:chgData name="Li,Yuting (HP Medicine) BII-CN-S" userId="ce8fbb54-122c-426d-b8da-fdcc5e1b5022" providerId="ADAL" clId="{B4662E2A-E717-408B-AA9C-E5EC33692FB3}" dt="2022-05-10T12:51:48.167" v="653" actId="20577"/>
        <pc:sldMkLst>
          <pc:docMk/>
          <pc:sldMk cId="2253265356" sldId="2141413456"/>
        </pc:sldMkLst>
        <pc:spChg chg="mod">
          <ac:chgData name="Li,Yuting (HP Medicine) BII-CN-S" userId="ce8fbb54-122c-426d-b8da-fdcc5e1b5022" providerId="ADAL" clId="{B4662E2A-E717-408B-AA9C-E5EC33692FB3}" dt="2022-05-10T08:38:39.157" v="543" actId="20577"/>
          <ac:spMkLst>
            <pc:docMk/>
            <pc:sldMk cId="2253265356" sldId="2141413456"/>
            <ac:spMk id="3" creationId="{00000000-0000-0000-0000-000000000000}"/>
          </ac:spMkLst>
        </pc:spChg>
        <pc:spChg chg="mod">
          <ac:chgData name="Li,Yuting (HP Medicine) BII-CN-S" userId="ce8fbb54-122c-426d-b8da-fdcc5e1b5022" providerId="ADAL" clId="{B4662E2A-E717-408B-AA9C-E5EC33692FB3}" dt="2022-05-10T12:35:41.938" v="575" actId="1076"/>
          <ac:spMkLst>
            <pc:docMk/>
            <pc:sldMk cId="2253265356" sldId="2141413456"/>
            <ac:spMk id="71" creationId="{E84758D1-3DBE-4E33-AD3A-2BD9AAD10D56}"/>
          </ac:spMkLst>
        </pc:spChg>
        <pc:spChg chg="mod">
          <ac:chgData name="Li,Yuting (HP Medicine) BII-CN-S" userId="ce8fbb54-122c-426d-b8da-fdcc5e1b5022" providerId="ADAL" clId="{B4662E2A-E717-408B-AA9C-E5EC33692FB3}" dt="2022-05-10T12:35:22.463" v="573" actId="20577"/>
          <ac:spMkLst>
            <pc:docMk/>
            <pc:sldMk cId="2253265356" sldId="2141413456"/>
            <ac:spMk id="78" creationId="{E1D38C85-946C-40F7-A564-AD94407468C5}"/>
          </ac:spMkLst>
        </pc:spChg>
        <pc:spChg chg="mod">
          <ac:chgData name="Li,Yuting (HP Medicine) BII-CN-S" userId="ce8fbb54-122c-426d-b8da-fdcc5e1b5022" providerId="ADAL" clId="{B4662E2A-E717-408B-AA9C-E5EC33692FB3}" dt="2022-05-10T12:51:48.167" v="653" actId="20577"/>
          <ac:spMkLst>
            <pc:docMk/>
            <pc:sldMk cId="2253265356" sldId="2141413456"/>
            <ac:spMk id="90" creationId="{F9345081-D2EC-4F9D-A965-3B9D77318B16}"/>
          </ac:spMkLst>
        </pc:spChg>
      </pc:sldChg>
      <pc:sldChg chg="modSp mod delCm">
        <pc:chgData name="Li,Yuting (HP Medicine) BII-CN-S" userId="ce8fbb54-122c-426d-b8da-fdcc5e1b5022" providerId="ADAL" clId="{B4662E2A-E717-408B-AA9C-E5EC33692FB3}" dt="2022-05-11T00:29:32.627" v="654" actId="1076"/>
        <pc:sldMkLst>
          <pc:docMk/>
          <pc:sldMk cId="4267623655" sldId="2141414117"/>
        </pc:sldMkLst>
        <pc:spChg chg="mod">
          <ac:chgData name="Li,Yuting (HP Medicine) BII-CN-S" userId="ce8fbb54-122c-426d-b8da-fdcc5e1b5022" providerId="ADAL" clId="{B4662E2A-E717-408B-AA9C-E5EC33692FB3}" dt="2022-05-11T00:29:32.627" v="654" actId="1076"/>
          <ac:spMkLst>
            <pc:docMk/>
            <pc:sldMk cId="4267623655" sldId="2141414117"/>
            <ac:spMk id="8" creationId="{33E342F3-DE82-444B-AB7B-13FFE716203B}"/>
          </ac:spMkLst>
        </pc:spChg>
        <pc:spChg chg="mod">
          <ac:chgData name="Li,Yuting (HP Medicine) BII-CN-S" userId="ce8fbb54-122c-426d-b8da-fdcc5e1b5022" providerId="ADAL" clId="{B4662E2A-E717-408B-AA9C-E5EC33692FB3}" dt="2022-05-10T08:36:59.901" v="535" actId="400"/>
          <ac:spMkLst>
            <pc:docMk/>
            <pc:sldMk cId="4267623655" sldId="2141414117"/>
            <ac:spMk id="73" creationId="{9224C17E-1AA1-4096-A3FD-25D6FD8BA444}"/>
          </ac:spMkLst>
        </pc:spChg>
        <pc:spChg chg="mod">
          <ac:chgData name="Li,Yuting (HP Medicine) BII-CN-S" userId="ce8fbb54-122c-426d-b8da-fdcc5e1b5022" providerId="ADAL" clId="{B4662E2A-E717-408B-AA9C-E5EC33692FB3}" dt="2022-05-10T08:37:05.283" v="536" actId="400"/>
          <ac:spMkLst>
            <pc:docMk/>
            <pc:sldMk cId="4267623655" sldId="2141414117"/>
            <ac:spMk id="141" creationId="{C528D282-DF6E-4A71-AD30-AB1D347B83D4}"/>
          </ac:spMkLst>
        </pc:spChg>
        <pc:spChg chg="mod">
          <ac:chgData name="Li,Yuting (HP Medicine) BII-CN-S" userId="ce8fbb54-122c-426d-b8da-fdcc5e1b5022" providerId="ADAL" clId="{B4662E2A-E717-408B-AA9C-E5EC33692FB3}" dt="2022-05-10T12:21:58.380" v="553" actId="20577"/>
          <ac:spMkLst>
            <pc:docMk/>
            <pc:sldMk cId="4267623655" sldId="2141414117"/>
            <ac:spMk id="192" creationId="{31193A60-52A8-4E9D-BB69-B3D203C95D66}"/>
          </ac:spMkLst>
        </pc:spChg>
        <pc:spChg chg="mod">
          <ac:chgData name="Li,Yuting (HP Medicine) BII-CN-S" userId="ce8fbb54-122c-426d-b8da-fdcc5e1b5022" providerId="ADAL" clId="{B4662E2A-E717-408B-AA9C-E5EC33692FB3}" dt="2022-05-10T12:28:20.669" v="561" actId="20577"/>
          <ac:spMkLst>
            <pc:docMk/>
            <pc:sldMk cId="4267623655" sldId="2141414117"/>
            <ac:spMk id="204" creationId="{17ABC281-D140-48C4-91EE-5BE376FA53A6}"/>
          </ac:spMkLst>
        </pc:spChg>
      </pc:sldChg>
      <pc:sldChg chg="mod modShow">
        <pc:chgData name="Li,Yuting (HP Medicine) BII-CN-S" userId="ce8fbb54-122c-426d-b8da-fdcc5e1b5022" providerId="ADAL" clId="{B4662E2A-E717-408B-AA9C-E5EC33692FB3}" dt="2022-05-10T06:33:18.659" v="11" actId="729"/>
        <pc:sldMkLst>
          <pc:docMk/>
          <pc:sldMk cId="1110938907" sldId="2141414141"/>
        </pc:sldMkLst>
      </pc:sldChg>
      <pc:sldChg chg="mod modShow">
        <pc:chgData name="Li,Yuting (HP Medicine) BII-CN-S" userId="ce8fbb54-122c-426d-b8da-fdcc5e1b5022" providerId="ADAL" clId="{B4662E2A-E717-408B-AA9C-E5EC33692FB3}" dt="2022-05-10T06:33:18.659" v="11" actId="729"/>
        <pc:sldMkLst>
          <pc:docMk/>
          <pc:sldMk cId="810850956" sldId="2141414148"/>
        </pc:sldMkLst>
      </pc:sldChg>
      <pc:sldChg chg="del">
        <pc:chgData name="Li,Yuting (HP Medicine) BII-CN-S" userId="ce8fbb54-122c-426d-b8da-fdcc5e1b5022" providerId="ADAL" clId="{B4662E2A-E717-408B-AA9C-E5EC33692FB3}" dt="2022-05-10T11:53:16.184" v="545" actId="47"/>
        <pc:sldMkLst>
          <pc:docMk/>
          <pc:sldMk cId="2995017813" sldId="2147377135"/>
        </pc:sldMkLst>
      </pc:sldChg>
      <pc:sldChg chg="modSp mod">
        <pc:chgData name="Li,Yuting (HP Medicine) BII-CN-S" userId="ce8fbb54-122c-426d-b8da-fdcc5e1b5022" providerId="ADAL" clId="{B4662E2A-E717-408B-AA9C-E5EC33692FB3}" dt="2022-05-10T08:08:36.837" v="283" actId="20577"/>
        <pc:sldMkLst>
          <pc:docMk/>
          <pc:sldMk cId="3321039952" sldId="2147377143"/>
        </pc:sldMkLst>
        <pc:spChg chg="mod">
          <ac:chgData name="Li,Yuting (HP Medicine) BII-CN-S" userId="ce8fbb54-122c-426d-b8da-fdcc5e1b5022" providerId="ADAL" clId="{B4662E2A-E717-408B-AA9C-E5EC33692FB3}" dt="2022-05-10T08:08:36.837" v="283" actId="20577"/>
          <ac:spMkLst>
            <pc:docMk/>
            <pc:sldMk cId="3321039952" sldId="2147377143"/>
            <ac:spMk id="6" creationId="{A23B4D5D-81A6-44E7-A875-03A08F7749F9}"/>
          </ac:spMkLst>
        </pc:spChg>
      </pc:sldChg>
      <pc:sldChg chg="modSp mod">
        <pc:chgData name="Li,Yuting (HP Medicine) BII-CN-S" userId="ce8fbb54-122c-426d-b8da-fdcc5e1b5022" providerId="ADAL" clId="{B4662E2A-E717-408B-AA9C-E5EC33692FB3}" dt="2022-05-10T06:57:57.118" v="53" actId="108"/>
        <pc:sldMkLst>
          <pc:docMk/>
          <pc:sldMk cId="1001967075" sldId="2147377159"/>
        </pc:sldMkLst>
        <pc:spChg chg="mod">
          <ac:chgData name="Li,Yuting (HP Medicine) BII-CN-S" userId="ce8fbb54-122c-426d-b8da-fdcc5e1b5022" providerId="ADAL" clId="{B4662E2A-E717-408B-AA9C-E5EC33692FB3}" dt="2022-05-10T06:57:57.118" v="53" actId="108"/>
          <ac:spMkLst>
            <pc:docMk/>
            <pc:sldMk cId="1001967075" sldId="2147377159"/>
            <ac:spMk id="117" creationId="{C19F8829-E637-4836-9B93-3AC773522A6F}"/>
          </ac:spMkLst>
        </pc:spChg>
      </pc:sldChg>
      <pc:sldChg chg="modSp mod">
        <pc:chgData name="Li,Yuting (HP Medicine) BII-CN-S" userId="ce8fbb54-122c-426d-b8da-fdcc5e1b5022" providerId="ADAL" clId="{B4662E2A-E717-408B-AA9C-E5EC33692FB3}" dt="2022-05-10T06:49:52.809" v="35" actId="20577"/>
        <pc:sldMkLst>
          <pc:docMk/>
          <pc:sldMk cId="3766878403" sldId="2147377162"/>
        </pc:sldMkLst>
        <pc:graphicFrameChg chg="modGraphic">
          <ac:chgData name="Li,Yuting (HP Medicine) BII-CN-S" userId="ce8fbb54-122c-426d-b8da-fdcc5e1b5022" providerId="ADAL" clId="{B4662E2A-E717-408B-AA9C-E5EC33692FB3}" dt="2022-05-10T06:49:52.809" v="35" actId="20577"/>
          <ac:graphicFrameMkLst>
            <pc:docMk/>
            <pc:sldMk cId="3766878403" sldId="2147377162"/>
            <ac:graphicFrameMk id="10" creationId="{7ED29C9C-0700-480D-B788-68CBB9D31EEE}"/>
          </ac:graphicFrameMkLst>
        </pc:graphicFrameChg>
      </pc:sldChg>
      <pc:sldChg chg="modSp mod delCm">
        <pc:chgData name="Li,Yuting (HP Medicine) BII-CN-S" userId="ce8fbb54-122c-426d-b8da-fdcc5e1b5022" providerId="ADAL" clId="{B4662E2A-E717-408B-AA9C-E5EC33692FB3}" dt="2022-05-10T08:06:55.525" v="281" actId="20577"/>
        <pc:sldMkLst>
          <pc:docMk/>
          <pc:sldMk cId="2777933554" sldId="2147377173"/>
        </pc:sldMkLst>
        <pc:spChg chg="mod">
          <ac:chgData name="Li,Yuting (HP Medicine) BII-CN-S" userId="ce8fbb54-122c-426d-b8da-fdcc5e1b5022" providerId="ADAL" clId="{B4662E2A-E717-408B-AA9C-E5EC33692FB3}" dt="2022-05-10T08:06:55.525" v="281" actId="20577"/>
          <ac:spMkLst>
            <pc:docMk/>
            <pc:sldMk cId="2777933554" sldId="2147377173"/>
            <ac:spMk id="41" creationId="{80672632-5059-4D01-BB59-096554D9CD3A}"/>
          </ac:spMkLst>
        </pc:spChg>
      </pc:sldChg>
      <pc:sldChg chg="addSp modSp mod">
        <pc:chgData name="Li,Yuting (HP Medicine) BII-CN-S" userId="ce8fbb54-122c-426d-b8da-fdcc5e1b5022" providerId="ADAL" clId="{B4662E2A-E717-408B-AA9C-E5EC33692FB3}" dt="2022-05-10T08:34:28.289" v="526" actId="20577"/>
        <pc:sldMkLst>
          <pc:docMk/>
          <pc:sldMk cId="2180619049" sldId="2147377175"/>
        </pc:sldMkLst>
        <pc:spChg chg="mod">
          <ac:chgData name="Li,Yuting (HP Medicine) BII-CN-S" userId="ce8fbb54-122c-426d-b8da-fdcc5e1b5022" providerId="ADAL" clId="{B4662E2A-E717-408B-AA9C-E5EC33692FB3}" dt="2022-05-10T08:34:28.289" v="526" actId="20577"/>
          <ac:spMkLst>
            <pc:docMk/>
            <pc:sldMk cId="2180619049" sldId="2147377175"/>
            <ac:spMk id="75" creationId="{23E443ED-C91E-4425-963C-DB47A7F0B19C}"/>
          </ac:spMkLst>
        </pc:spChg>
        <pc:spChg chg="add mod">
          <ac:chgData name="Li,Yuting (HP Medicine) BII-CN-S" userId="ce8fbb54-122c-426d-b8da-fdcc5e1b5022" providerId="ADAL" clId="{B4662E2A-E717-408B-AA9C-E5EC33692FB3}" dt="2022-05-10T08:33:53.990" v="494"/>
          <ac:spMkLst>
            <pc:docMk/>
            <pc:sldMk cId="2180619049" sldId="2147377175"/>
            <ac:spMk id="91" creationId="{FD45A3FD-80BA-4AD6-B3CE-25602A6E2FB5}"/>
          </ac:spMkLst>
        </pc:spChg>
      </pc:sldChg>
      <pc:sldChg chg="del delCm">
        <pc:chgData name="Li,Yuting (HP Medicine) BII-CN-S" userId="ce8fbb54-122c-426d-b8da-fdcc5e1b5022" providerId="ADAL" clId="{B4662E2A-E717-408B-AA9C-E5EC33692FB3}" dt="2022-05-10T12:30:18.651" v="562" actId="47"/>
        <pc:sldMkLst>
          <pc:docMk/>
          <pc:sldMk cId="3008635063" sldId="2147377206"/>
        </pc:sldMkLst>
      </pc:sldChg>
      <pc:sldChg chg="modSp mod delCm">
        <pc:chgData name="Li,Yuting (HP Medicine) BII-CN-S" userId="ce8fbb54-122c-426d-b8da-fdcc5e1b5022" providerId="ADAL" clId="{B4662E2A-E717-408B-AA9C-E5EC33692FB3}" dt="2022-05-10T08:31:25.506" v="493" actId="6549"/>
        <pc:sldMkLst>
          <pc:docMk/>
          <pc:sldMk cId="655702869" sldId="2147377210"/>
        </pc:sldMkLst>
        <pc:graphicFrameChg chg="mod modGraphic">
          <ac:chgData name="Li,Yuting (HP Medicine) BII-CN-S" userId="ce8fbb54-122c-426d-b8da-fdcc5e1b5022" providerId="ADAL" clId="{B4662E2A-E717-408B-AA9C-E5EC33692FB3}" dt="2022-05-10T08:31:25.506" v="493" actId="6549"/>
          <ac:graphicFrameMkLst>
            <pc:docMk/>
            <pc:sldMk cId="655702869" sldId="2147377210"/>
            <ac:graphicFrameMk id="12" creationId="{17402125-AC93-414A-90D7-63EFD471E51D}"/>
          </ac:graphicFrameMkLst>
        </pc:graphicFrameChg>
      </pc:sldChg>
      <pc:sldChg chg="del">
        <pc:chgData name="Li,Yuting (HP Medicine) BII-CN-S" userId="ce8fbb54-122c-426d-b8da-fdcc5e1b5022" providerId="ADAL" clId="{B4662E2A-E717-408B-AA9C-E5EC33692FB3}" dt="2022-05-10T06:32:58.794" v="10" actId="47"/>
        <pc:sldMkLst>
          <pc:docMk/>
          <pc:sldMk cId="1443075286" sldId="2147377211"/>
        </pc:sldMkLst>
      </pc:sldChg>
      <pc:sldChg chg="add">
        <pc:chgData name="Li,Yuting (HP Medicine) BII-CN-S" userId="ce8fbb54-122c-426d-b8da-fdcc5e1b5022" providerId="ADAL" clId="{B4662E2A-E717-408B-AA9C-E5EC33692FB3}" dt="2022-05-10T11:53:11.623" v="544"/>
        <pc:sldMkLst>
          <pc:docMk/>
          <pc:sldMk cId="3928773985" sldId="2147377211"/>
        </pc:sldMkLst>
      </pc:sldChg>
      <pc:sldChg chg="add delCm">
        <pc:chgData name="Li,Yuting (HP Medicine) BII-CN-S" userId="ce8fbb54-122c-426d-b8da-fdcc5e1b5022" providerId="ADAL" clId="{B4662E2A-E717-408B-AA9C-E5EC33692FB3}" dt="2022-05-10T11:53:39.750" v="546" actId="1592"/>
        <pc:sldMkLst>
          <pc:docMk/>
          <pc:sldMk cId="2725685857" sldId="2147377212"/>
        </pc:sldMkLst>
      </pc:sldChg>
      <pc:sldChg chg="addSp delSp modSp new mod">
        <pc:chgData name="Li,Yuting (HP Medicine) BII-CN-S" userId="ce8fbb54-122c-426d-b8da-fdcc5e1b5022" providerId="ADAL" clId="{B4662E2A-E717-408B-AA9C-E5EC33692FB3}" dt="2022-05-11T01:01:50.987" v="953" actId="20577"/>
        <pc:sldMkLst>
          <pc:docMk/>
          <pc:sldMk cId="2494594408" sldId="2147377213"/>
        </pc:sldMkLst>
        <pc:spChg chg="del">
          <ac:chgData name="Li,Yuting (HP Medicine) BII-CN-S" userId="ce8fbb54-122c-426d-b8da-fdcc5e1b5022" providerId="ADAL" clId="{B4662E2A-E717-408B-AA9C-E5EC33692FB3}" dt="2022-05-11T00:57:17.312" v="703" actId="3680"/>
          <ac:spMkLst>
            <pc:docMk/>
            <pc:sldMk cId="2494594408" sldId="2147377213"/>
            <ac:spMk id="2" creationId="{88259066-DE1A-471B-91F5-ECE85DA9BA45}"/>
          </ac:spMkLst>
        </pc:spChg>
        <pc:spChg chg="mod">
          <ac:chgData name="Li,Yuting (HP Medicine) BII-CN-S" userId="ce8fbb54-122c-426d-b8da-fdcc5e1b5022" providerId="ADAL" clId="{B4662E2A-E717-408B-AA9C-E5EC33692FB3}" dt="2022-05-11T00:56:26.308" v="702" actId="20577"/>
          <ac:spMkLst>
            <pc:docMk/>
            <pc:sldMk cId="2494594408" sldId="2147377213"/>
            <ac:spMk id="3" creationId="{C4FC84FC-E6EF-4F42-AA14-CEBF749AF254}"/>
          </ac:spMkLst>
        </pc:spChg>
        <pc:graphicFrameChg chg="add mod ord modGraphic">
          <ac:chgData name="Li,Yuting (HP Medicine) BII-CN-S" userId="ce8fbb54-122c-426d-b8da-fdcc5e1b5022" providerId="ADAL" clId="{B4662E2A-E717-408B-AA9C-E5EC33692FB3}" dt="2022-05-11T01:01:50.987" v="953" actId="20577"/>
          <ac:graphicFrameMkLst>
            <pc:docMk/>
            <pc:sldMk cId="2494594408" sldId="2147377213"/>
            <ac:graphicFrameMk id="6" creationId="{B52C349B-EE09-4752-9A83-5EDDE08DD675}"/>
          </ac:graphicFrameMkLst>
        </pc:graphicFrameChg>
      </pc:sldChg>
    </pc:docChg>
  </pc:docChgLst>
  <pc:docChgLst>
    <pc:chgData name="Li,Yuting (HP Medicine) BII-CN-S" userId="ce8fbb54-122c-426d-b8da-fdcc5e1b5022" providerId="ADAL" clId="{ABEDBA49-68B6-4CA9-AA34-D7708738E2A8}"/>
    <pc:docChg chg="undo redo custSel addSld delSld modSld sldOrd">
      <pc:chgData name="Li,Yuting (HP Medicine) BII-CN-S" userId="ce8fbb54-122c-426d-b8da-fdcc5e1b5022" providerId="ADAL" clId="{ABEDBA49-68B6-4CA9-AA34-D7708738E2A8}" dt="2022-03-11T10:42:41.964" v="3052" actId="20577"/>
      <pc:docMkLst>
        <pc:docMk/>
      </pc:docMkLst>
      <pc:sldChg chg="modSp add mod">
        <pc:chgData name="Li,Yuting (HP Medicine) BII-CN-S" userId="ce8fbb54-122c-426d-b8da-fdcc5e1b5022" providerId="ADAL" clId="{ABEDBA49-68B6-4CA9-AA34-D7708738E2A8}" dt="2022-03-11T08:27:34.361" v="2827" actId="27636"/>
        <pc:sldMkLst>
          <pc:docMk/>
          <pc:sldMk cId="2529678629" sldId="378"/>
        </pc:sldMkLst>
        <pc:spChg chg="mod">
          <ac:chgData name="Li,Yuting (HP Medicine) BII-CN-S" userId="ce8fbb54-122c-426d-b8da-fdcc5e1b5022" providerId="ADAL" clId="{ABEDBA49-68B6-4CA9-AA34-D7708738E2A8}" dt="2022-03-11T08:27:34.357" v="2826" actId="27636"/>
          <ac:spMkLst>
            <pc:docMk/>
            <pc:sldMk cId="2529678629" sldId="378"/>
            <ac:spMk id="2" creationId="{80294B13-270F-4568-9677-A276916FD4AB}"/>
          </ac:spMkLst>
        </pc:spChg>
        <pc:spChg chg="mod">
          <ac:chgData name="Li,Yuting (HP Medicine) BII-CN-S" userId="ce8fbb54-122c-426d-b8da-fdcc5e1b5022" providerId="ADAL" clId="{ABEDBA49-68B6-4CA9-AA34-D7708738E2A8}" dt="2022-03-11T08:27:34.361" v="2827" actId="27636"/>
          <ac:spMkLst>
            <pc:docMk/>
            <pc:sldMk cId="2529678629" sldId="378"/>
            <ac:spMk id="3" creationId="{2FF984DA-F80A-40EE-90B4-9936280B18B8}"/>
          </ac:spMkLst>
        </pc:spChg>
      </pc:sldChg>
      <pc:sldChg chg="modSp mod modNotesTx">
        <pc:chgData name="Li,Yuting (HP Medicine) BII-CN-S" userId="ce8fbb54-122c-426d-b8da-fdcc5e1b5022" providerId="ADAL" clId="{ABEDBA49-68B6-4CA9-AA34-D7708738E2A8}" dt="2022-03-11T10:21:44.186" v="2961" actId="20577"/>
        <pc:sldMkLst>
          <pc:docMk/>
          <pc:sldMk cId="3524290913" sldId="887"/>
        </pc:sldMkLst>
        <pc:spChg chg="mod">
          <ac:chgData name="Li,Yuting (HP Medicine) BII-CN-S" userId="ce8fbb54-122c-426d-b8da-fdcc5e1b5022" providerId="ADAL" clId="{ABEDBA49-68B6-4CA9-AA34-D7708738E2A8}" dt="2022-03-11T10:21:32.819" v="2958" actId="14100"/>
          <ac:spMkLst>
            <pc:docMk/>
            <pc:sldMk cId="3524290913" sldId="887"/>
            <ac:spMk id="174" creationId="{D08C5EAF-84CD-4074-A8AE-5EB9E6289378}"/>
          </ac:spMkLst>
        </pc:spChg>
        <pc:spChg chg="mod">
          <ac:chgData name="Li,Yuting (HP Medicine) BII-CN-S" userId="ce8fbb54-122c-426d-b8da-fdcc5e1b5022" providerId="ADAL" clId="{ABEDBA49-68B6-4CA9-AA34-D7708738E2A8}" dt="2022-03-11T10:21:37.027" v="2959" actId="1076"/>
          <ac:spMkLst>
            <pc:docMk/>
            <pc:sldMk cId="3524290913" sldId="887"/>
            <ac:spMk id="178" creationId="{028381EB-A3B2-4E56-92CC-F1B8B418A083}"/>
          </ac:spMkLst>
        </pc:spChg>
        <pc:spChg chg="mod">
          <ac:chgData name="Li,Yuting (HP Medicine) BII-CN-S" userId="ce8fbb54-122c-426d-b8da-fdcc5e1b5022" providerId="ADAL" clId="{ABEDBA49-68B6-4CA9-AA34-D7708738E2A8}" dt="2022-03-11T10:21:44.186" v="2961" actId="20577"/>
          <ac:spMkLst>
            <pc:docMk/>
            <pc:sldMk cId="3524290913" sldId="887"/>
            <ac:spMk id="179" creationId="{76B2B073-55B9-489E-9DB2-DE54D32D033F}"/>
          </ac:spMkLst>
        </pc:spChg>
        <pc:grpChg chg="mod">
          <ac:chgData name="Li,Yuting (HP Medicine) BII-CN-S" userId="ce8fbb54-122c-426d-b8da-fdcc5e1b5022" providerId="ADAL" clId="{ABEDBA49-68B6-4CA9-AA34-D7708738E2A8}" dt="2022-03-04T07:28:38.229" v="21" actId="1076"/>
          <ac:grpSpMkLst>
            <pc:docMk/>
            <pc:sldMk cId="3524290913" sldId="887"/>
            <ac:grpSpMk id="155" creationId="{22D6154F-78E1-4174-AB57-1D26B92FA7AE}"/>
          </ac:grpSpMkLst>
        </pc:grpChg>
      </pc:sldChg>
      <pc:sldChg chg="add addCm modCm">
        <pc:chgData name="Li,Yuting (HP Medicine) BII-CN-S" userId="ce8fbb54-122c-426d-b8da-fdcc5e1b5022" providerId="ADAL" clId="{ABEDBA49-68B6-4CA9-AA34-D7708738E2A8}" dt="2022-03-08T05:53:02.602" v="2162"/>
        <pc:sldMkLst>
          <pc:docMk/>
          <pc:sldMk cId="113715563" sldId="1059"/>
        </pc:sldMkLst>
      </pc:sldChg>
      <pc:sldChg chg="addSp delSp modSp add del mod">
        <pc:chgData name="Li,Yuting (HP Medicine) BII-CN-S" userId="ce8fbb54-122c-426d-b8da-fdcc5e1b5022" providerId="ADAL" clId="{ABEDBA49-68B6-4CA9-AA34-D7708738E2A8}" dt="2022-03-11T10:37:31.408" v="2973" actId="1076"/>
        <pc:sldMkLst>
          <pc:docMk/>
          <pc:sldMk cId="669747058" sldId="6596"/>
        </pc:sldMkLst>
        <pc:spChg chg="mod">
          <ac:chgData name="Li,Yuting (HP Medicine) BII-CN-S" userId="ce8fbb54-122c-426d-b8da-fdcc5e1b5022" providerId="ADAL" clId="{ABEDBA49-68B6-4CA9-AA34-D7708738E2A8}" dt="2022-03-04T07:59:46.979" v="492" actId="14100"/>
          <ac:spMkLst>
            <pc:docMk/>
            <pc:sldMk cId="669747058" sldId="6596"/>
            <ac:spMk id="58" creationId="{F5A6B9FE-5135-46CA-B020-47DC5CCE42EF}"/>
          </ac:spMkLst>
        </pc:spChg>
        <pc:spChg chg="mod">
          <ac:chgData name="Li,Yuting (HP Medicine) BII-CN-S" userId="ce8fbb54-122c-426d-b8da-fdcc5e1b5022" providerId="ADAL" clId="{ABEDBA49-68B6-4CA9-AA34-D7708738E2A8}" dt="2022-03-04T07:48:17.394" v="308" actId="1037"/>
          <ac:spMkLst>
            <pc:docMk/>
            <pc:sldMk cId="669747058" sldId="6596"/>
            <ac:spMk id="68" creationId="{D0054CD0-6B2F-4AB2-BAD5-B1B4B08E0A0B}"/>
          </ac:spMkLst>
        </pc:spChg>
        <pc:spChg chg="mod">
          <ac:chgData name="Li,Yuting (HP Medicine) BII-CN-S" userId="ce8fbb54-122c-426d-b8da-fdcc5e1b5022" providerId="ADAL" clId="{ABEDBA49-68B6-4CA9-AA34-D7708738E2A8}" dt="2022-03-04T07:50:08.987" v="316" actId="207"/>
          <ac:spMkLst>
            <pc:docMk/>
            <pc:sldMk cId="669747058" sldId="6596"/>
            <ac:spMk id="75" creationId="{9224C17E-1AA1-4096-A3FD-25D6FD8BA444}"/>
          </ac:spMkLst>
        </pc:spChg>
        <pc:spChg chg="mod">
          <ac:chgData name="Li,Yuting (HP Medicine) BII-CN-S" userId="ce8fbb54-122c-426d-b8da-fdcc5e1b5022" providerId="ADAL" clId="{ABEDBA49-68B6-4CA9-AA34-D7708738E2A8}" dt="2022-03-04T07:53:24.920" v="442" actId="14100"/>
          <ac:spMkLst>
            <pc:docMk/>
            <pc:sldMk cId="669747058" sldId="6596"/>
            <ac:spMk id="77" creationId="{A1E70551-578A-4B35-ACAC-04BA6E603952}"/>
          </ac:spMkLst>
        </pc:spChg>
        <pc:spChg chg="mod">
          <ac:chgData name="Li,Yuting (HP Medicine) BII-CN-S" userId="ce8fbb54-122c-426d-b8da-fdcc5e1b5022" providerId="ADAL" clId="{ABEDBA49-68B6-4CA9-AA34-D7708738E2A8}" dt="2022-03-04T07:53:19.770" v="441" actId="1038"/>
          <ac:spMkLst>
            <pc:docMk/>
            <pc:sldMk cId="669747058" sldId="6596"/>
            <ac:spMk id="80" creationId="{B361C849-6669-4EC4-A9AD-EB1BCC463147}"/>
          </ac:spMkLst>
        </pc:spChg>
        <pc:spChg chg="mod">
          <ac:chgData name="Li,Yuting (HP Medicine) BII-CN-S" userId="ce8fbb54-122c-426d-b8da-fdcc5e1b5022" providerId="ADAL" clId="{ABEDBA49-68B6-4CA9-AA34-D7708738E2A8}" dt="2022-03-11T10:37:31.408" v="2973" actId="1076"/>
          <ac:spMkLst>
            <pc:docMk/>
            <pc:sldMk cId="669747058" sldId="6596"/>
            <ac:spMk id="88" creationId="{9224C17E-1AA1-4096-A3FD-25D6FD8BA444}"/>
          </ac:spMkLst>
        </pc:spChg>
        <pc:spChg chg="add del mod">
          <ac:chgData name="Li,Yuting (HP Medicine) BII-CN-S" userId="ce8fbb54-122c-426d-b8da-fdcc5e1b5022" providerId="ADAL" clId="{ABEDBA49-68B6-4CA9-AA34-D7708738E2A8}" dt="2022-03-04T07:53:16.137" v="438" actId="1076"/>
          <ac:spMkLst>
            <pc:docMk/>
            <pc:sldMk cId="669747058" sldId="6596"/>
            <ac:spMk id="98" creationId="{9224C17E-1AA1-4096-A3FD-25D6FD8BA444}"/>
          </ac:spMkLst>
        </pc:spChg>
        <pc:spChg chg="mod">
          <ac:chgData name="Li,Yuting (HP Medicine) BII-CN-S" userId="ce8fbb54-122c-426d-b8da-fdcc5e1b5022" providerId="ADAL" clId="{ABEDBA49-68B6-4CA9-AA34-D7708738E2A8}" dt="2022-03-04T07:53:19.770" v="441" actId="1038"/>
          <ac:spMkLst>
            <pc:docMk/>
            <pc:sldMk cId="669747058" sldId="6596"/>
            <ac:spMk id="100" creationId="{00000000-0000-0000-0000-000000000000}"/>
          </ac:spMkLst>
        </pc:spChg>
        <pc:grpChg chg="mod">
          <ac:chgData name="Li,Yuting (HP Medicine) BII-CN-S" userId="ce8fbb54-122c-426d-b8da-fdcc5e1b5022" providerId="ADAL" clId="{ABEDBA49-68B6-4CA9-AA34-D7708738E2A8}" dt="2022-03-04T07:47:45.216" v="307" actId="1076"/>
          <ac:grpSpMkLst>
            <pc:docMk/>
            <pc:sldMk cId="669747058" sldId="6596"/>
            <ac:grpSpMk id="71" creationId="{00000000-0000-0000-0000-000000000000}"/>
          </ac:grpSpMkLst>
        </pc:grpChg>
      </pc:sldChg>
      <pc:sldChg chg="del">
        <pc:chgData name="Li,Yuting (HP Medicine) BII-CN-S" userId="ce8fbb54-122c-426d-b8da-fdcc5e1b5022" providerId="ADAL" clId="{ABEDBA49-68B6-4CA9-AA34-D7708738E2A8}" dt="2022-03-04T08:57:26.198" v="1585" actId="47"/>
        <pc:sldMkLst>
          <pc:docMk/>
          <pc:sldMk cId="4190632771" sldId="6600"/>
        </pc:sldMkLst>
      </pc:sldChg>
      <pc:sldChg chg="modSp mod">
        <pc:chgData name="Li,Yuting (HP Medicine) BII-CN-S" userId="ce8fbb54-122c-426d-b8da-fdcc5e1b5022" providerId="ADAL" clId="{ABEDBA49-68B6-4CA9-AA34-D7708738E2A8}" dt="2022-03-04T07:26:01.053" v="15" actId="20577"/>
        <pc:sldMkLst>
          <pc:docMk/>
          <pc:sldMk cId="64439630" sldId="6601"/>
        </pc:sldMkLst>
        <pc:spChg chg="mod">
          <ac:chgData name="Li,Yuting (HP Medicine) BII-CN-S" userId="ce8fbb54-122c-426d-b8da-fdcc5e1b5022" providerId="ADAL" clId="{ABEDBA49-68B6-4CA9-AA34-D7708738E2A8}" dt="2022-03-04T07:26:01.053" v="15" actId="20577"/>
          <ac:spMkLst>
            <pc:docMk/>
            <pc:sldMk cId="64439630" sldId="6601"/>
            <ac:spMk id="5" creationId="{00000000-0000-0000-0000-000000000000}"/>
          </ac:spMkLst>
        </pc:spChg>
      </pc:sldChg>
      <pc:sldChg chg="add">
        <pc:chgData name="Li,Yuting (HP Medicine) BII-CN-S" userId="ce8fbb54-122c-426d-b8da-fdcc5e1b5022" providerId="ADAL" clId="{ABEDBA49-68B6-4CA9-AA34-D7708738E2A8}" dt="2022-03-11T08:27:33.576" v="2825"/>
        <pc:sldMkLst>
          <pc:docMk/>
          <pc:sldMk cId="3560688549" sldId="6625"/>
        </pc:sldMkLst>
      </pc:sldChg>
      <pc:sldChg chg="modSp mod">
        <pc:chgData name="Li,Yuting (HP Medicine) BII-CN-S" userId="ce8fbb54-122c-426d-b8da-fdcc5e1b5022" providerId="ADAL" clId="{ABEDBA49-68B6-4CA9-AA34-D7708738E2A8}" dt="2022-03-11T02:39:11.082" v="2818" actId="20577"/>
        <pc:sldMkLst>
          <pc:docMk/>
          <pc:sldMk cId="2253265356" sldId="2141413456"/>
        </pc:sldMkLst>
        <pc:spChg chg="mod">
          <ac:chgData name="Li,Yuting (HP Medicine) BII-CN-S" userId="ce8fbb54-122c-426d-b8da-fdcc5e1b5022" providerId="ADAL" clId="{ABEDBA49-68B6-4CA9-AA34-D7708738E2A8}" dt="2022-03-08T05:54:39.358" v="2194" actId="20577"/>
          <ac:spMkLst>
            <pc:docMk/>
            <pc:sldMk cId="2253265356" sldId="2141413456"/>
            <ac:spMk id="5" creationId="{452DF820-5250-498E-A352-F9A1B4D45052}"/>
          </ac:spMkLst>
        </pc:spChg>
        <pc:spChg chg="mod">
          <ac:chgData name="Li,Yuting (HP Medicine) BII-CN-S" userId="ce8fbb54-122c-426d-b8da-fdcc5e1b5022" providerId="ADAL" clId="{ABEDBA49-68B6-4CA9-AA34-D7708738E2A8}" dt="2022-03-11T02:39:11.082" v="2818" actId="20577"/>
          <ac:spMkLst>
            <pc:docMk/>
            <pc:sldMk cId="2253265356" sldId="2141413456"/>
            <ac:spMk id="90" creationId="{F9345081-D2EC-4F9D-A965-3B9D77318B16}"/>
          </ac:spMkLst>
        </pc:spChg>
      </pc:sldChg>
      <pc:sldChg chg="modSp del mod">
        <pc:chgData name="Li,Yuting (HP Medicine) BII-CN-S" userId="ce8fbb54-122c-426d-b8da-fdcc5e1b5022" providerId="ADAL" clId="{ABEDBA49-68B6-4CA9-AA34-D7708738E2A8}" dt="2022-03-04T07:45:21.525" v="303" actId="47"/>
        <pc:sldMkLst>
          <pc:docMk/>
          <pc:sldMk cId="2385435140" sldId="2141413499"/>
        </pc:sldMkLst>
        <pc:grpChg chg="mod">
          <ac:chgData name="Li,Yuting (HP Medicine) BII-CN-S" userId="ce8fbb54-122c-426d-b8da-fdcc5e1b5022" providerId="ADAL" clId="{ABEDBA49-68B6-4CA9-AA34-D7708738E2A8}" dt="2022-03-04T07:44:33.749" v="302" actId="1076"/>
          <ac:grpSpMkLst>
            <pc:docMk/>
            <pc:sldMk cId="2385435140" sldId="2141413499"/>
            <ac:grpSpMk id="71" creationId="{00000000-0000-0000-0000-000000000000}"/>
          </ac:grpSpMkLst>
        </pc:grpChg>
      </pc:sldChg>
      <pc:sldChg chg="del">
        <pc:chgData name="Li,Yuting (HP Medicine) BII-CN-S" userId="ce8fbb54-122c-426d-b8da-fdcc5e1b5022" providerId="ADAL" clId="{ABEDBA49-68B6-4CA9-AA34-D7708738E2A8}" dt="2022-03-04T07:28:17.258" v="19" actId="47"/>
        <pc:sldMkLst>
          <pc:docMk/>
          <pc:sldMk cId="4223085731" sldId="2141414060"/>
        </pc:sldMkLst>
      </pc:sldChg>
      <pc:sldChg chg="del">
        <pc:chgData name="Li,Yuting (HP Medicine) BII-CN-S" userId="ce8fbb54-122c-426d-b8da-fdcc5e1b5022" providerId="ADAL" clId="{ABEDBA49-68B6-4CA9-AA34-D7708738E2A8}" dt="2022-03-04T07:28:19.881" v="20" actId="47"/>
        <pc:sldMkLst>
          <pc:docMk/>
          <pc:sldMk cId="3318799487" sldId="2141414082"/>
        </pc:sldMkLst>
      </pc:sldChg>
      <pc:sldChg chg="modSp mod">
        <pc:chgData name="Li,Yuting (HP Medicine) BII-CN-S" userId="ce8fbb54-122c-426d-b8da-fdcc5e1b5022" providerId="ADAL" clId="{ABEDBA49-68B6-4CA9-AA34-D7708738E2A8}" dt="2022-03-08T05:50:26.645" v="2159" actId="20577"/>
        <pc:sldMkLst>
          <pc:docMk/>
          <pc:sldMk cId="4267623655" sldId="2141414117"/>
        </pc:sldMkLst>
        <pc:spChg chg="mod">
          <ac:chgData name="Li,Yuting (HP Medicine) BII-CN-S" userId="ce8fbb54-122c-426d-b8da-fdcc5e1b5022" providerId="ADAL" clId="{ABEDBA49-68B6-4CA9-AA34-D7708738E2A8}" dt="2022-03-08T05:50:26.645" v="2159" actId="20577"/>
          <ac:spMkLst>
            <pc:docMk/>
            <pc:sldMk cId="4267623655" sldId="2141414117"/>
            <ac:spMk id="103" creationId="{2D05D1FC-EEF5-4E4F-9563-041EA0C8DA96}"/>
          </ac:spMkLst>
        </pc:spChg>
        <pc:spChg chg="mod">
          <ac:chgData name="Li,Yuting (HP Medicine) BII-CN-S" userId="ce8fbb54-122c-426d-b8da-fdcc5e1b5022" providerId="ADAL" clId="{ABEDBA49-68B6-4CA9-AA34-D7708738E2A8}" dt="2022-03-04T09:56:47.940" v="1700" actId="20577"/>
          <ac:spMkLst>
            <pc:docMk/>
            <pc:sldMk cId="4267623655" sldId="2141414117"/>
            <ac:spMk id="165" creationId="{D29D81BA-7E26-492D-892D-99F6C40BEE9C}"/>
          </ac:spMkLst>
        </pc:spChg>
        <pc:spChg chg="mod">
          <ac:chgData name="Li,Yuting (HP Medicine) BII-CN-S" userId="ce8fbb54-122c-426d-b8da-fdcc5e1b5022" providerId="ADAL" clId="{ABEDBA49-68B6-4CA9-AA34-D7708738E2A8}" dt="2022-03-04T09:56:54.425" v="1702" actId="20577"/>
          <ac:spMkLst>
            <pc:docMk/>
            <pc:sldMk cId="4267623655" sldId="2141414117"/>
            <ac:spMk id="166" creationId="{7F2C91D1-E650-4DDA-B93F-A0F9E2A9839F}"/>
          </ac:spMkLst>
        </pc:spChg>
        <pc:spChg chg="mod">
          <ac:chgData name="Li,Yuting (HP Medicine) BII-CN-S" userId="ce8fbb54-122c-426d-b8da-fdcc5e1b5022" providerId="ADAL" clId="{ABEDBA49-68B6-4CA9-AA34-D7708738E2A8}" dt="2022-03-08T05:50:14.199" v="2158" actId="20577"/>
          <ac:spMkLst>
            <pc:docMk/>
            <pc:sldMk cId="4267623655" sldId="2141414117"/>
            <ac:spMk id="192" creationId="{31193A60-52A8-4E9D-BB69-B3D203C95D66}"/>
          </ac:spMkLst>
        </pc:spChg>
      </pc:sldChg>
      <pc:sldChg chg="add addCm modCm">
        <pc:chgData name="Li,Yuting (HP Medicine) BII-CN-S" userId="ce8fbb54-122c-426d-b8da-fdcc5e1b5022" providerId="ADAL" clId="{ABEDBA49-68B6-4CA9-AA34-D7708738E2A8}" dt="2022-03-04T08:22:05.369" v="762"/>
        <pc:sldMkLst>
          <pc:docMk/>
          <pc:sldMk cId="1492430006" sldId="2147377131"/>
        </pc:sldMkLst>
      </pc:sldChg>
      <pc:sldChg chg="modSp mod">
        <pc:chgData name="Li,Yuting (HP Medicine) BII-CN-S" userId="ce8fbb54-122c-426d-b8da-fdcc5e1b5022" providerId="ADAL" clId="{ABEDBA49-68B6-4CA9-AA34-D7708738E2A8}" dt="2022-03-04T09:58:42.784" v="1833" actId="1076"/>
        <pc:sldMkLst>
          <pc:docMk/>
          <pc:sldMk cId="2995017813" sldId="2147377135"/>
        </pc:sldMkLst>
        <pc:spChg chg="mod">
          <ac:chgData name="Li,Yuting (HP Medicine) BII-CN-S" userId="ce8fbb54-122c-426d-b8da-fdcc5e1b5022" providerId="ADAL" clId="{ABEDBA49-68B6-4CA9-AA34-D7708738E2A8}" dt="2022-03-04T09:58:39.781" v="1832" actId="1076"/>
          <ac:spMkLst>
            <pc:docMk/>
            <pc:sldMk cId="2995017813" sldId="2147377135"/>
            <ac:spMk id="29" creationId="{9224C17E-1AA1-4096-A3FD-25D6FD8BA444}"/>
          </ac:spMkLst>
        </pc:spChg>
        <pc:spChg chg="mod">
          <ac:chgData name="Li,Yuting (HP Medicine) BII-CN-S" userId="ce8fbb54-122c-426d-b8da-fdcc5e1b5022" providerId="ADAL" clId="{ABEDBA49-68B6-4CA9-AA34-D7708738E2A8}" dt="2022-03-04T09:57:56.069" v="1830" actId="20577"/>
          <ac:spMkLst>
            <pc:docMk/>
            <pc:sldMk cId="2995017813" sldId="2147377135"/>
            <ac:spMk id="48" creationId="{2BC2359D-5CE8-46B9-9B8D-7F387423F2B1}"/>
          </ac:spMkLst>
        </pc:spChg>
        <pc:cxnChg chg="mod">
          <ac:chgData name="Li,Yuting (HP Medicine) BII-CN-S" userId="ce8fbb54-122c-426d-b8da-fdcc5e1b5022" providerId="ADAL" clId="{ABEDBA49-68B6-4CA9-AA34-D7708738E2A8}" dt="2022-03-04T09:58:42.784" v="1833" actId="1076"/>
          <ac:cxnSpMkLst>
            <pc:docMk/>
            <pc:sldMk cId="2995017813" sldId="2147377135"/>
            <ac:cxnSpMk id="28" creationId="{9C165100-0114-4167-8FF0-BFF01B293D04}"/>
          </ac:cxnSpMkLst>
        </pc:cxnChg>
      </pc:sldChg>
      <pc:sldChg chg="modSp mod">
        <pc:chgData name="Li,Yuting (HP Medicine) BII-CN-S" userId="ce8fbb54-122c-426d-b8da-fdcc5e1b5022" providerId="ADAL" clId="{ABEDBA49-68B6-4CA9-AA34-D7708738E2A8}" dt="2022-03-08T05:35:22.923" v="2056" actId="20577"/>
        <pc:sldMkLst>
          <pc:docMk/>
          <pc:sldMk cId="3321039952" sldId="2147377143"/>
        </pc:sldMkLst>
        <pc:spChg chg="mod">
          <ac:chgData name="Li,Yuting (HP Medicine) BII-CN-S" userId="ce8fbb54-122c-426d-b8da-fdcc5e1b5022" providerId="ADAL" clId="{ABEDBA49-68B6-4CA9-AA34-D7708738E2A8}" dt="2022-03-08T05:35:22.923" v="2056" actId="20577"/>
          <ac:spMkLst>
            <pc:docMk/>
            <pc:sldMk cId="3321039952" sldId="2147377143"/>
            <ac:spMk id="6" creationId="{A23B4D5D-81A6-44E7-A875-03A08F7749F9}"/>
          </ac:spMkLst>
        </pc:spChg>
        <pc:spChg chg="mod">
          <ac:chgData name="Li,Yuting (HP Medicine) BII-CN-S" userId="ce8fbb54-122c-426d-b8da-fdcc5e1b5022" providerId="ADAL" clId="{ABEDBA49-68B6-4CA9-AA34-D7708738E2A8}" dt="2022-03-04T08:00:49.476" v="495" actId="1076"/>
          <ac:spMkLst>
            <pc:docMk/>
            <pc:sldMk cId="3321039952" sldId="2147377143"/>
            <ac:spMk id="47" creationId="{822AEF1F-7C44-4F66-9D87-715D424FDFF5}"/>
          </ac:spMkLst>
        </pc:spChg>
        <pc:spChg chg="mod">
          <ac:chgData name="Li,Yuting (HP Medicine) BII-CN-S" userId="ce8fbb54-122c-426d-b8da-fdcc5e1b5022" providerId="ADAL" clId="{ABEDBA49-68B6-4CA9-AA34-D7708738E2A8}" dt="2022-03-04T08:00:57.797" v="502" actId="1038"/>
          <ac:spMkLst>
            <pc:docMk/>
            <pc:sldMk cId="3321039952" sldId="2147377143"/>
            <ac:spMk id="48" creationId="{6804F2D9-58D0-4E1C-88BF-FE7CD1934917}"/>
          </ac:spMkLst>
        </pc:spChg>
        <pc:spChg chg="mod">
          <ac:chgData name="Li,Yuting (HP Medicine) BII-CN-S" userId="ce8fbb54-122c-426d-b8da-fdcc5e1b5022" providerId="ADAL" clId="{ABEDBA49-68B6-4CA9-AA34-D7708738E2A8}" dt="2022-03-04T08:00:43.249" v="494" actId="14100"/>
          <ac:spMkLst>
            <pc:docMk/>
            <pc:sldMk cId="3321039952" sldId="2147377143"/>
            <ac:spMk id="49" creationId="{FE45B817-6AF0-4A19-8D84-144E277659AD}"/>
          </ac:spMkLst>
        </pc:spChg>
        <pc:spChg chg="mod">
          <ac:chgData name="Li,Yuting (HP Medicine) BII-CN-S" userId="ce8fbb54-122c-426d-b8da-fdcc5e1b5022" providerId="ADAL" clId="{ABEDBA49-68B6-4CA9-AA34-D7708738E2A8}" dt="2022-03-04T08:01:03.113" v="503" actId="1076"/>
          <ac:spMkLst>
            <pc:docMk/>
            <pc:sldMk cId="3321039952" sldId="2147377143"/>
            <ac:spMk id="67" creationId="{F720BDDD-0AAD-4413-900A-00C8145730BE}"/>
          </ac:spMkLst>
        </pc:spChg>
        <pc:grpChg chg="mod">
          <ac:chgData name="Li,Yuting (HP Medicine) BII-CN-S" userId="ce8fbb54-122c-426d-b8da-fdcc5e1b5022" providerId="ADAL" clId="{ABEDBA49-68B6-4CA9-AA34-D7708738E2A8}" dt="2022-03-04T08:00:26.708" v="493" actId="1076"/>
          <ac:grpSpMkLst>
            <pc:docMk/>
            <pc:sldMk cId="3321039952" sldId="2147377143"/>
            <ac:grpSpMk id="50" creationId="{00000000-0000-0000-0000-000000000000}"/>
          </ac:grpSpMkLst>
        </pc:grpChg>
      </pc:sldChg>
      <pc:sldChg chg="del">
        <pc:chgData name="Li,Yuting (HP Medicine) BII-CN-S" userId="ce8fbb54-122c-426d-b8da-fdcc5e1b5022" providerId="ADAL" clId="{ABEDBA49-68B6-4CA9-AA34-D7708738E2A8}" dt="2022-03-04T09:59:37.501" v="1901" actId="47"/>
        <pc:sldMkLst>
          <pc:docMk/>
          <pc:sldMk cId="2042711588" sldId="2147377144"/>
        </pc:sldMkLst>
      </pc:sldChg>
      <pc:sldChg chg="modSp mod">
        <pc:chgData name="Li,Yuting (HP Medicine) BII-CN-S" userId="ce8fbb54-122c-426d-b8da-fdcc5e1b5022" providerId="ADAL" clId="{ABEDBA49-68B6-4CA9-AA34-D7708738E2A8}" dt="2022-03-04T07:26:20.907" v="16" actId="207"/>
        <pc:sldMkLst>
          <pc:docMk/>
          <pc:sldMk cId="3766878403" sldId="2147377162"/>
        </pc:sldMkLst>
        <pc:graphicFrameChg chg="modGraphic">
          <ac:chgData name="Li,Yuting (HP Medicine) BII-CN-S" userId="ce8fbb54-122c-426d-b8da-fdcc5e1b5022" providerId="ADAL" clId="{ABEDBA49-68B6-4CA9-AA34-D7708738E2A8}" dt="2022-03-04T07:26:20.907" v="16" actId="207"/>
          <ac:graphicFrameMkLst>
            <pc:docMk/>
            <pc:sldMk cId="3766878403" sldId="2147377162"/>
            <ac:graphicFrameMk id="10" creationId="{7ED29C9C-0700-480D-B788-68CBB9D31EEE}"/>
          </ac:graphicFrameMkLst>
        </pc:graphicFrameChg>
      </pc:sldChg>
      <pc:sldChg chg="del">
        <pc:chgData name="Li,Yuting (HP Medicine) BII-CN-S" userId="ce8fbb54-122c-426d-b8da-fdcc5e1b5022" providerId="ADAL" clId="{ABEDBA49-68B6-4CA9-AA34-D7708738E2A8}" dt="2022-03-04T07:28:11.458" v="17" actId="47"/>
        <pc:sldMkLst>
          <pc:docMk/>
          <pc:sldMk cId="414584890" sldId="2147377163"/>
        </pc:sldMkLst>
      </pc:sldChg>
      <pc:sldChg chg="modSp add del mod">
        <pc:chgData name="Li,Yuting (HP Medicine) BII-CN-S" userId="ce8fbb54-122c-426d-b8da-fdcc5e1b5022" providerId="ADAL" clId="{ABEDBA49-68B6-4CA9-AA34-D7708738E2A8}" dt="2022-03-11T02:41:39.822" v="2824" actId="20577"/>
        <pc:sldMkLst>
          <pc:docMk/>
          <pc:sldMk cId="630768667" sldId="2147377166"/>
        </pc:sldMkLst>
        <pc:spChg chg="mod">
          <ac:chgData name="Li,Yuting (HP Medicine) BII-CN-S" userId="ce8fbb54-122c-426d-b8da-fdcc5e1b5022" providerId="ADAL" clId="{ABEDBA49-68B6-4CA9-AA34-D7708738E2A8}" dt="2022-03-11T02:41:39.822" v="2824" actId="20577"/>
          <ac:spMkLst>
            <pc:docMk/>
            <pc:sldMk cId="630768667" sldId="2147377166"/>
            <ac:spMk id="8" creationId="{00000000-0000-0000-0000-000000000000}"/>
          </ac:spMkLst>
        </pc:spChg>
      </pc:sldChg>
      <pc:sldChg chg="delSp modSp add mod addCm modCm modNotesTx">
        <pc:chgData name="Li,Yuting (HP Medicine) BII-CN-S" userId="ce8fbb54-122c-426d-b8da-fdcc5e1b5022" providerId="ADAL" clId="{ABEDBA49-68B6-4CA9-AA34-D7708738E2A8}" dt="2022-03-11T02:24:22.932" v="2797" actId="207"/>
        <pc:sldMkLst>
          <pc:docMk/>
          <pc:sldMk cId="2777933554" sldId="2147377173"/>
        </pc:sldMkLst>
        <pc:spChg chg="del mod">
          <ac:chgData name="Li,Yuting (HP Medicine) BII-CN-S" userId="ce8fbb54-122c-426d-b8da-fdcc5e1b5022" providerId="ADAL" clId="{ABEDBA49-68B6-4CA9-AA34-D7708738E2A8}" dt="2022-03-11T02:23:33.934" v="2795" actId="478"/>
          <ac:spMkLst>
            <pc:docMk/>
            <pc:sldMk cId="2777933554" sldId="2147377173"/>
            <ac:spMk id="8" creationId="{3C9DDE45-8BC2-436E-B21A-389A1B874459}"/>
          </ac:spMkLst>
        </pc:spChg>
        <pc:spChg chg="mod">
          <ac:chgData name="Li,Yuting (HP Medicine) BII-CN-S" userId="ce8fbb54-122c-426d-b8da-fdcc5e1b5022" providerId="ADAL" clId="{ABEDBA49-68B6-4CA9-AA34-D7708738E2A8}" dt="2022-03-11T02:24:22.932" v="2797" actId="207"/>
          <ac:spMkLst>
            <pc:docMk/>
            <pc:sldMk cId="2777933554" sldId="2147377173"/>
            <ac:spMk id="41" creationId="{80672632-5059-4D01-BB59-096554D9CD3A}"/>
          </ac:spMkLst>
        </pc:spChg>
        <pc:spChg chg="mod">
          <ac:chgData name="Li,Yuting (HP Medicine) BII-CN-S" userId="ce8fbb54-122c-426d-b8da-fdcc5e1b5022" providerId="ADAL" clId="{ABEDBA49-68B6-4CA9-AA34-D7708738E2A8}" dt="2022-03-11T02:24:18.768" v="2796" actId="207"/>
          <ac:spMkLst>
            <pc:docMk/>
            <pc:sldMk cId="2777933554" sldId="2147377173"/>
            <ac:spMk id="54" creationId="{35388CBC-F652-48EA-A3C1-83DD6A5290AF}"/>
          </ac:spMkLst>
        </pc:spChg>
        <pc:grpChg chg="mod">
          <ac:chgData name="Li,Yuting (HP Medicine) BII-CN-S" userId="ce8fbb54-122c-426d-b8da-fdcc5e1b5022" providerId="ADAL" clId="{ABEDBA49-68B6-4CA9-AA34-D7708738E2A8}" dt="2022-03-08T05:24:06.399" v="1935" actId="1076"/>
          <ac:grpSpMkLst>
            <pc:docMk/>
            <pc:sldMk cId="2777933554" sldId="2147377173"/>
            <ac:grpSpMk id="71" creationId="{00000000-0000-0000-0000-000000000000}"/>
          </ac:grpSpMkLst>
        </pc:grpChg>
      </pc:sldChg>
      <pc:sldChg chg="modSp add mod addCm modCm">
        <pc:chgData name="Li,Yuting (HP Medicine) BII-CN-S" userId="ce8fbb54-122c-426d-b8da-fdcc5e1b5022" providerId="ADAL" clId="{ABEDBA49-68B6-4CA9-AA34-D7708738E2A8}" dt="2022-03-08T05:36:24.673" v="2098" actId="20577"/>
        <pc:sldMkLst>
          <pc:docMk/>
          <pc:sldMk cId="1349082433" sldId="2147377174"/>
        </pc:sldMkLst>
        <pc:spChg chg="mod">
          <ac:chgData name="Li,Yuting (HP Medicine) BII-CN-S" userId="ce8fbb54-122c-426d-b8da-fdcc5e1b5022" providerId="ADAL" clId="{ABEDBA49-68B6-4CA9-AA34-D7708738E2A8}" dt="2022-03-08T05:36:24.673" v="2098" actId="20577"/>
          <ac:spMkLst>
            <pc:docMk/>
            <pc:sldMk cId="1349082433" sldId="2147377174"/>
            <ac:spMk id="75" creationId="{23E443ED-C91E-4425-963C-DB47A7F0B19C}"/>
          </ac:spMkLst>
        </pc:spChg>
        <pc:grpChg chg="mod">
          <ac:chgData name="Li,Yuting (HP Medicine) BII-CN-S" userId="ce8fbb54-122c-426d-b8da-fdcc5e1b5022" providerId="ADAL" clId="{ABEDBA49-68B6-4CA9-AA34-D7708738E2A8}" dt="2022-03-04T08:07:25.313" v="674" actId="1076"/>
          <ac:grpSpMkLst>
            <pc:docMk/>
            <pc:sldMk cId="1349082433" sldId="2147377174"/>
            <ac:grpSpMk id="50" creationId="{00000000-0000-0000-0000-000000000000}"/>
          </ac:grpSpMkLst>
        </pc:grpChg>
      </pc:sldChg>
      <pc:sldChg chg="addSp delSp modSp new del mod">
        <pc:chgData name="Li,Yuting (HP Medicine) BII-CN-S" userId="ce8fbb54-122c-426d-b8da-fdcc5e1b5022" providerId="ADAL" clId="{ABEDBA49-68B6-4CA9-AA34-D7708738E2A8}" dt="2022-03-04T08:29:52.402" v="808" actId="47"/>
        <pc:sldMkLst>
          <pc:docMk/>
          <pc:sldMk cId="81495648" sldId="2147377175"/>
        </pc:sldMkLst>
        <pc:spChg chg="del">
          <ac:chgData name="Li,Yuting (HP Medicine) BII-CN-S" userId="ce8fbb54-122c-426d-b8da-fdcc5e1b5022" providerId="ADAL" clId="{ABEDBA49-68B6-4CA9-AA34-D7708738E2A8}" dt="2022-03-04T08:27:26.729" v="764" actId="478"/>
          <ac:spMkLst>
            <pc:docMk/>
            <pc:sldMk cId="81495648" sldId="2147377175"/>
            <ac:spMk id="2" creationId="{2331D77F-3E30-4EA7-ACC3-E7217BBE04FC}"/>
          </ac:spMkLst>
        </pc:spChg>
        <pc:spChg chg="add del mod">
          <ac:chgData name="Li,Yuting (HP Medicine) BII-CN-S" userId="ce8fbb54-122c-426d-b8da-fdcc5e1b5022" providerId="ADAL" clId="{ABEDBA49-68B6-4CA9-AA34-D7708738E2A8}" dt="2022-03-04T08:27:41.019" v="802"/>
          <ac:spMkLst>
            <pc:docMk/>
            <pc:sldMk cId="81495648" sldId="2147377175"/>
            <ac:spMk id="5" creationId="{A5645DA4-37E7-4491-82A2-6FD4017C09BE}"/>
          </ac:spMkLst>
        </pc:spChg>
        <pc:spChg chg="add del mod">
          <ac:chgData name="Li,Yuting (HP Medicine) BII-CN-S" userId="ce8fbb54-122c-426d-b8da-fdcc5e1b5022" providerId="ADAL" clId="{ABEDBA49-68B6-4CA9-AA34-D7708738E2A8}" dt="2022-03-04T08:27:41.019" v="802"/>
          <ac:spMkLst>
            <pc:docMk/>
            <pc:sldMk cId="81495648" sldId="2147377175"/>
            <ac:spMk id="15" creationId="{78AD5859-929A-45D3-8B13-7D1C0A75A5A6}"/>
          </ac:spMkLst>
        </pc:spChg>
        <pc:spChg chg="add del mod">
          <ac:chgData name="Li,Yuting (HP Medicine) BII-CN-S" userId="ce8fbb54-122c-426d-b8da-fdcc5e1b5022" providerId="ADAL" clId="{ABEDBA49-68B6-4CA9-AA34-D7708738E2A8}" dt="2022-03-04T08:27:41.019" v="802"/>
          <ac:spMkLst>
            <pc:docMk/>
            <pc:sldMk cId="81495648" sldId="2147377175"/>
            <ac:spMk id="16" creationId="{F45B1D61-D88E-46CC-ADF1-CE144C768BF1}"/>
          </ac:spMkLst>
        </pc:spChg>
        <pc:spChg chg="add del mod">
          <ac:chgData name="Li,Yuting (HP Medicine) BII-CN-S" userId="ce8fbb54-122c-426d-b8da-fdcc5e1b5022" providerId="ADAL" clId="{ABEDBA49-68B6-4CA9-AA34-D7708738E2A8}" dt="2022-03-04T08:27:41.019" v="802"/>
          <ac:spMkLst>
            <pc:docMk/>
            <pc:sldMk cId="81495648" sldId="2147377175"/>
            <ac:spMk id="17" creationId="{859BE484-BDBF-4A50-A03B-966DC5C070E9}"/>
          </ac:spMkLst>
        </pc:spChg>
        <pc:spChg chg="add del mod">
          <ac:chgData name="Li,Yuting (HP Medicine) BII-CN-S" userId="ce8fbb54-122c-426d-b8da-fdcc5e1b5022" providerId="ADAL" clId="{ABEDBA49-68B6-4CA9-AA34-D7708738E2A8}" dt="2022-03-04T08:27:41.019" v="802"/>
          <ac:spMkLst>
            <pc:docMk/>
            <pc:sldMk cId="81495648" sldId="2147377175"/>
            <ac:spMk id="18" creationId="{A0ED3587-D120-4A6B-940A-1CCE9EFA0120}"/>
          </ac:spMkLst>
        </pc:spChg>
        <pc:spChg chg="add del mod">
          <ac:chgData name="Li,Yuting (HP Medicine) BII-CN-S" userId="ce8fbb54-122c-426d-b8da-fdcc5e1b5022" providerId="ADAL" clId="{ABEDBA49-68B6-4CA9-AA34-D7708738E2A8}" dt="2022-03-04T08:27:41.019" v="802"/>
          <ac:spMkLst>
            <pc:docMk/>
            <pc:sldMk cId="81495648" sldId="2147377175"/>
            <ac:spMk id="19" creationId="{D0F90585-32E3-493B-9DE3-9C9316BAE1D3}"/>
          </ac:spMkLst>
        </pc:spChg>
        <pc:spChg chg="add del mod">
          <ac:chgData name="Li,Yuting (HP Medicine) BII-CN-S" userId="ce8fbb54-122c-426d-b8da-fdcc5e1b5022" providerId="ADAL" clId="{ABEDBA49-68B6-4CA9-AA34-D7708738E2A8}" dt="2022-03-04T08:27:41.019" v="802"/>
          <ac:spMkLst>
            <pc:docMk/>
            <pc:sldMk cId="81495648" sldId="2147377175"/>
            <ac:spMk id="20" creationId="{295AA0C0-6602-482B-AC96-A92BBD54ED80}"/>
          </ac:spMkLst>
        </pc:spChg>
        <pc:spChg chg="add del mod">
          <ac:chgData name="Li,Yuting (HP Medicine) BII-CN-S" userId="ce8fbb54-122c-426d-b8da-fdcc5e1b5022" providerId="ADAL" clId="{ABEDBA49-68B6-4CA9-AA34-D7708738E2A8}" dt="2022-03-04T08:27:41.019" v="802"/>
          <ac:spMkLst>
            <pc:docMk/>
            <pc:sldMk cId="81495648" sldId="2147377175"/>
            <ac:spMk id="21" creationId="{39DB8232-29F8-4A4B-8E3E-B266FB1F03B2}"/>
          </ac:spMkLst>
        </pc:spChg>
        <pc:spChg chg="add del mod">
          <ac:chgData name="Li,Yuting (HP Medicine) BII-CN-S" userId="ce8fbb54-122c-426d-b8da-fdcc5e1b5022" providerId="ADAL" clId="{ABEDBA49-68B6-4CA9-AA34-D7708738E2A8}" dt="2022-03-04T08:27:41.019" v="802"/>
          <ac:spMkLst>
            <pc:docMk/>
            <pc:sldMk cId="81495648" sldId="2147377175"/>
            <ac:spMk id="22" creationId="{C07F9E27-3CE7-44C5-9346-B2EF0AA25F62}"/>
          </ac:spMkLst>
        </pc:spChg>
        <pc:spChg chg="add del mod">
          <ac:chgData name="Li,Yuting (HP Medicine) BII-CN-S" userId="ce8fbb54-122c-426d-b8da-fdcc5e1b5022" providerId="ADAL" clId="{ABEDBA49-68B6-4CA9-AA34-D7708738E2A8}" dt="2022-03-04T08:27:41.019" v="802"/>
          <ac:spMkLst>
            <pc:docMk/>
            <pc:sldMk cId="81495648" sldId="2147377175"/>
            <ac:spMk id="23" creationId="{D91CCD37-039C-4D71-A6EB-B1A3B2F0F463}"/>
          </ac:spMkLst>
        </pc:spChg>
        <pc:spChg chg="add del mod">
          <ac:chgData name="Li,Yuting (HP Medicine) BII-CN-S" userId="ce8fbb54-122c-426d-b8da-fdcc5e1b5022" providerId="ADAL" clId="{ABEDBA49-68B6-4CA9-AA34-D7708738E2A8}" dt="2022-03-04T08:27:41.019" v="802"/>
          <ac:spMkLst>
            <pc:docMk/>
            <pc:sldMk cId="81495648" sldId="2147377175"/>
            <ac:spMk id="24" creationId="{2D38C77E-1632-4964-B3DA-F4B7470A0779}"/>
          </ac:spMkLst>
        </pc:spChg>
        <pc:spChg chg="add del mod">
          <ac:chgData name="Li,Yuting (HP Medicine) BII-CN-S" userId="ce8fbb54-122c-426d-b8da-fdcc5e1b5022" providerId="ADAL" clId="{ABEDBA49-68B6-4CA9-AA34-D7708738E2A8}" dt="2022-03-04T08:27:41.019" v="802"/>
          <ac:spMkLst>
            <pc:docMk/>
            <pc:sldMk cId="81495648" sldId="2147377175"/>
            <ac:spMk id="25" creationId="{C22ECE9D-E585-4E93-9AC2-6FFCCF949C52}"/>
          </ac:spMkLst>
        </pc:spChg>
        <pc:spChg chg="add del mod">
          <ac:chgData name="Li,Yuting (HP Medicine) BII-CN-S" userId="ce8fbb54-122c-426d-b8da-fdcc5e1b5022" providerId="ADAL" clId="{ABEDBA49-68B6-4CA9-AA34-D7708738E2A8}" dt="2022-03-04T08:27:41.019" v="802"/>
          <ac:spMkLst>
            <pc:docMk/>
            <pc:sldMk cId="81495648" sldId="2147377175"/>
            <ac:spMk id="26" creationId="{3E732889-3989-46F3-8C6E-FFF43BFB1E09}"/>
          </ac:spMkLst>
        </pc:spChg>
        <pc:spChg chg="add del mod">
          <ac:chgData name="Li,Yuting (HP Medicine) BII-CN-S" userId="ce8fbb54-122c-426d-b8da-fdcc5e1b5022" providerId="ADAL" clId="{ABEDBA49-68B6-4CA9-AA34-D7708738E2A8}" dt="2022-03-04T08:27:41.019" v="802"/>
          <ac:spMkLst>
            <pc:docMk/>
            <pc:sldMk cId="81495648" sldId="2147377175"/>
            <ac:spMk id="27" creationId="{90B3ADE1-3EAE-4238-9FA2-F4796F8B5E78}"/>
          </ac:spMkLst>
        </pc:spChg>
        <pc:spChg chg="add del mod">
          <ac:chgData name="Li,Yuting (HP Medicine) BII-CN-S" userId="ce8fbb54-122c-426d-b8da-fdcc5e1b5022" providerId="ADAL" clId="{ABEDBA49-68B6-4CA9-AA34-D7708738E2A8}" dt="2022-03-04T08:27:41.019" v="802"/>
          <ac:spMkLst>
            <pc:docMk/>
            <pc:sldMk cId="81495648" sldId="2147377175"/>
            <ac:spMk id="28" creationId="{003C009C-F3DE-4165-880C-068A363FFBC7}"/>
          </ac:spMkLst>
        </pc:spChg>
        <pc:spChg chg="add del mod">
          <ac:chgData name="Li,Yuting (HP Medicine) BII-CN-S" userId="ce8fbb54-122c-426d-b8da-fdcc5e1b5022" providerId="ADAL" clId="{ABEDBA49-68B6-4CA9-AA34-D7708738E2A8}" dt="2022-03-04T08:27:41.019" v="802"/>
          <ac:spMkLst>
            <pc:docMk/>
            <pc:sldMk cId="81495648" sldId="2147377175"/>
            <ac:spMk id="29" creationId="{94AA0345-B7BB-4179-A5F6-9A68629FD4A6}"/>
          </ac:spMkLst>
        </pc:spChg>
        <pc:spChg chg="add del mod">
          <ac:chgData name="Li,Yuting (HP Medicine) BII-CN-S" userId="ce8fbb54-122c-426d-b8da-fdcc5e1b5022" providerId="ADAL" clId="{ABEDBA49-68B6-4CA9-AA34-D7708738E2A8}" dt="2022-03-04T08:27:41.019" v="802"/>
          <ac:spMkLst>
            <pc:docMk/>
            <pc:sldMk cId="81495648" sldId="2147377175"/>
            <ac:spMk id="30" creationId="{12FF4C01-B6E6-4767-BC2C-8EF97AED9B56}"/>
          </ac:spMkLst>
        </pc:spChg>
        <pc:spChg chg="add del mod">
          <ac:chgData name="Li,Yuting (HP Medicine) BII-CN-S" userId="ce8fbb54-122c-426d-b8da-fdcc5e1b5022" providerId="ADAL" clId="{ABEDBA49-68B6-4CA9-AA34-D7708738E2A8}" dt="2022-03-04T08:27:41.019" v="802"/>
          <ac:spMkLst>
            <pc:docMk/>
            <pc:sldMk cId="81495648" sldId="2147377175"/>
            <ac:spMk id="31" creationId="{40FF8EE3-CAA7-4E1B-BB3F-B06593F3DA6E}"/>
          </ac:spMkLst>
        </pc:spChg>
        <pc:spChg chg="add del mod">
          <ac:chgData name="Li,Yuting (HP Medicine) BII-CN-S" userId="ce8fbb54-122c-426d-b8da-fdcc5e1b5022" providerId="ADAL" clId="{ABEDBA49-68B6-4CA9-AA34-D7708738E2A8}" dt="2022-03-04T08:27:41.019" v="802"/>
          <ac:spMkLst>
            <pc:docMk/>
            <pc:sldMk cId="81495648" sldId="2147377175"/>
            <ac:spMk id="32" creationId="{0DED51BB-9015-46A4-B347-D40DBABD51C7}"/>
          </ac:spMkLst>
        </pc:spChg>
        <pc:spChg chg="add del mod">
          <ac:chgData name="Li,Yuting (HP Medicine) BII-CN-S" userId="ce8fbb54-122c-426d-b8da-fdcc5e1b5022" providerId="ADAL" clId="{ABEDBA49-68B6-4CA9-AA34-D7708738E2A8}" dt="2022-03-04T08:27:41.019" v="802"/>
          <ac:spMkLst>
            <pc:docMk/>
            <pc:sldMk cId="81495648" sldId="2147377175"/>
            <ac:spMk id="33" creationId="{193D3631-C2B7-4176-A48E-B77D0DE43EF9}"/>
          </ac:spMkLst>
        </pc:spChg>
        <pc:spChg chg="add del mod">
          <ac:chgData name="Li,Yuting (HP Medicine) BII-CN-S" userId="ce8fbb54-122c-426d-b8da-fdcc5e1b5022" providerId="ADAL" clId="{ABEDBA49-68B6-4CA9-AA34-D7708738E2A8}" dt="2022-03-04T08:27:41.019" v="802"/>
          <ac:spMkLst>
            <pc:docMk/>
            <pc:sldMk cId="81495648" sldId="2147377175"/>
            <ac:spMk id="34" creationId="{21672E66-B424-4CFD-9EA2-E7A031887908}"/>
          </ac:spMkLst>
        </pc:spChg>
        <pc:spChg chg="add del mod">
          <ac:chgData name="Li,Yuting (HP Medicine) BII-CN-S" userId="ce8fbb54-122c-426d-b8da-fdcc5e1b5022" providerId="ADAL" clId="{ABEDBA49-68B6-4CA9-AA34-D7708738E2A8}" dt="2022-03-04T08:27:41.019" v="802"/>
          <ac:spMkLst>
            <pc:docMk/>
            <pc:sldMk cId="81495648" sldId="2147377175"/>
            <ac:spMk id="35" creationId="{05DFCC38-038E-4F34-B91C-8F7A52550E1D}"/>
          </ac:spMkLst>
        </pc:spChg>
        <pc:spChg chg="add del mod">
          <ac:chgData name="Li,Yuting (HP Medicine) BII-CN-S" userId="ce8fbb54-122c-426d-b8da-fdcc5e1b5022" providerId="ADAL" clId="{ABEDBA49-68B6-4CA9-AA34-D7708738E2A8}" dt="2022-03-04T08:27:41.019" v="802"/>
          <ac:spMkLst>
            <pc:docMk/>
            <pc:sldMk cId="81495648" sldId="2147377175"/>
            <ac:spMk id="36" creationId="{7F7917B6-326A-408B-B004-C525E0BA122D}"/>
          </ac:spMkLst>
        </pc:spChg>
        <pc:spChg chg="add del mod">
          <ac:chgData name="Li,Yuting (HP Medicine) BII-CN-S" userId="ce8fbb54-122c-426d-b8da-fdcc5e1b5022" providerId="ADAL" clId="{ABEDBA49-68B6-4CA9-AA34-D7708738E2A8}" dt="2022-03-04T08:27:41.019" v="802"/>
          <ac:spMkLst>
            <pc:docMk/>
            <pc:sldMk cId="81495648" sldId="2147377175"/>
            <ac:spMk id="37" creationId="{17EA4927-275A-44B5-9AFD-A16384A2F57E}"/>
          </ac:spMkLst>
        </pc:spChg>
        <pc:spChg chg="add del mod">
          <ac:chgData name="Li,Yuting (HP Medicine) BII-CN-S" userId="ce8fbb54-122c-426d-b8da-fdcc5e1b5022" providerId="ADAL" clId="{ABEDBA49-68B6-4CA9-AA34-D7708738E2A8}" dt="2022-03-04T08:27:41.019" v="802"/>
          <ac:spMkLst>
            <pc:docMk/>
            <pc:sldMk cId="81495648" sldId="2147377175"/>
            <ac:spMk id="38" creationId="{A65073E8-E1D5-4483-8FFD-5B6B32D01DFD}"/>
          </ac:spMkLst>
        </pc:spChg>
        <pc:spChg chg="add del mod">
          <ac:chgData name="Li,Yuting (HP Medicine) BII-CN-S" userId="ce8fbb54-122c-426d-b8da-fdcc5e1b5022" providerId="ADAL" clId="{ABEDBA49-68B6-4CA9-AA34-D7708738E2A8}" dt="2022-03-04T08:27:41.019" v="802"/>
          <ac:spMkLst>
            <pc:docMk/>
            <pc:sldMk cId="81495648" sldId="2147377175"/>
            <ac:spMk id="39" creationId="{C940E3C4-576B-4C03-B5A4-586A25E06658}"/>
          </ac:spMkLst>
        </pc:spChg>
        <pc:spChg chg="add del mod">
          <ac:chgData name="Li,Yuting (HP Medicine) BII-CN-S" userId="ce8fbb54-122c-426d-b8da-fdcc5e1b5022" providerId="ADAL" clId="{ABEDBA49-68B6-4CA9-AA34-D7708738E2A8}" dt="2022-03-04T08:27:41.019" v="802"/>
          <ac:spMkLst>
            <pc:docMk/>
            <pc:sldMk cId="81495648" sldId="2147377175"/>
            <ac:spMk id="40" creationId="{1E3FB2A3-ED84-43D1-B94D-AE8F7D87F815}"/>
          </ac:spMkLst>
        </pc:spChg>
        <pc:spChg chg="add del mod">
          <ac:chgData name="Li,Yuting (HP Medicine) BII-CN-S" userId="ce8fbb54-122c-426d-b8da-fdcc5e1b5022" providerId="ADAL" clId="{ABEDBA49-68B6-4CA9-AA34-D7708738E2A8}" dt="2022-03-04T08:27:41.019" v="802"/>
          <ac:spMkLst>
            <pc:docMk/>
            <pc:sldMk cId="81495648" sldId="2147377175"/>
            <ac:spMk id="41" creationId="{4B5C5E36-3CCD-4FD7-8ADE-0A59236F410C}"/>
          </ac:spMkLst>
        </pc:spChg>
        <pc:spChg chg="add del mod">
          <ac:chgData name="Li,Yuting (HP Medicine) BII-CN-S" userId="ce8fbb54-122c-426d-b8da-fdcc5e1b5022" providerId="ADAL" clId="{ABEDBA49-68B6-4CA9-AA34-D7708738E2A8}" dt="2022-03-04T08:27:41.019" v="802"/>
          <ac:spMkLst>
            <pc:docMk/>
            <pc:sldMk cId="81495648" sldId="2147377175"/>
            <ac:spMk id="42" creationId="{5E78EB20-FCEF-44FC-9446-0F82C2A67535}"/>
          </ac:spMkLst>
        </pc:spChg>
        <pc:spChg chg="add del mod">
          <ac:chgData name="Li,Yuting (HP Medicine) BII-CN-S" userId="ce8fbb54-122c-426d-b8da-fdcc5e1b5022" providerId="ADAL" clId="{ABEDBA49-68B6-4CA9-AA34-D7708738E2A8}" dt="2022-03-04T08:27:41.019" v="802"/>
          <ac:spMkLst>
            <pc:docMk/>
            <pc:sldMk cId="81495648" sldId="2147377175"/>
            <ac:spMk id="43" creationId="{DEEA6D8E-7992-4875-8E86-476EA1C3C598}"/>
          </ac:spMkLst>
        </pc:spChg>
        <pc:spChg chg="add del mod">
          <ac:chgData name="Li,Yuting (HP Medicine) BII-CN-S" userId="ce8fbb54-122c-426d-b8da-fdcc5e1b5022" providerId="ADAL" clId="{ABEDBA49-68B6-4CA9-AA34-D7708738E2A8}" dt="2022-03-04T08:27:41.019" v="802"/>
          <ac:spMkLst>
            <pc:docMk/>
            <pc:sldMk cId="81495648" sldId="2147377175"/>
            <ac:spMk id="44" creationId="{AFCC8554-62EF-424D-8197-960E6A1F0D4B}"/>
          </ac:spMkLst>
        </pc:spChg>
        <pc:spChg chg="add del mod">
          <ac:chgData name="Li,Yuting (HP Medicine) BII-CN-S" userId="ce8fbb54-122c-426d-b8da-fdcc5e1b5022" providerId="ADAL" clId="{ABEDBA49-68B6-4CA9-AA34-D7708738E2A8}" dt="2022-03-04T08:27:41.019" v="802"/>
          <ac:spMkLst>
            <pc:docMk/>
            <pc:sldMk cId="81495648" sldId="2147377175"/>
            <ac:spMk id="45" creationId="{AE9CAE48-1DA9-48F9-9453-706BBEBA9042}"/>
          </ac:spMkLst>
        </pc:spChg>
        <pc:spChg chg="add del mod">
          <ac:chgData name="Li,Yuting (HP Medicine) BII-CN-S" userId="ce8fbb54-122c-426d-b8da-fdcc5e1b5022" providerId="ADAL" clId="{ABEDBA49-68B6-4CA9-AA34-D7708738E2A8}" dt="2022-03-04T08:27:41.019" v="802"/>
          <ac:spMkLst>
            <pc:docMk/>
            <pc:sldMk cId="81495648" sldId="2147377175"/>
            <ac:spMk id="46" creationId="{6744FABC-D11E-47DE-AC17-D1C4F215B333}"/>
          </ac:spMkLst>
        </pc:spChg>
        <pc:spChg chg="add del mod">
          <ac:chgData name="Li,Yuting (HP Medicine) BII-CN-S" userId="ce8fbb54-122c-426d-b8da-fdcc5e1b5022" providerId="ADAL" clId="{ABEDBA49-68B6-4CA9-AA34-D7708738E2A8}" dt="2022-03-04T08:27:41.019" v="802"/>
          <ac:spMkLst>
            <pc:docMk/>
            <pc:sldMk cId="81495648" sldId="2147377175"/>
            <ac:spMk id="47" creationId="{468741FA-09D7-40E0-BA61-D168C6A7F098}"/>
          </ac:spMkLst>
        </pc:spChg>
        <pc:spChg chg="add del mod">
          <ac:chgData name="Li,Yuting (HP Medicine) BII-CN-S" userId="ce8fbb54-122c-426d-b8da-fdcc5e1b5022" providerId="ADAL" clId="{ABEDBA49-68B6-4CA9-AA34-D7708738E2A8}" dt="2022-03-04T08:27:41.019" v="802"/>
          <ac:spMkLst>
            <pc:docMk/>
            <pc:sldMk cId="81495648" sldId="2147377175"/>
            <ac:spMk id="48" creationId="{8D387BC2-10CA-44E4-BC8A-A7901BE63AFE}"/>
          </ac:spMkLst>
        </pc:spChg>
        <pc:spChg chg="add del mod">
          <ac:chgData name="Li,Yuting (HP Medicine) BII-CN-S" userId="ce8fbb54-122c-426d-b8da-fdcc5e1b5022" providerId="ADAL" clId="{ABEDBA49-68B6-4CA9-AA34-D7708738E2A8}" dt="2022-03-04T08:27:41.019" v="802"/>
          <ac:spMkLst>
            <pc:docMk/>
            <pc:sldMk cId="81495648" sldId="2147377175"/>
            <ac:spMk id="49" creationId="{5E9C3F6C-8169-4808-B5A4-C08502A6F1D3}"/>
          </ac:spMkLst>
        </pc:spChg>
        <pc:spChg chg="add del mod">
          <ac:chgData name="Li,Yuting (HP Medicine) BII-CN-S" userId="ce8fbb54-122c-426d-b8da-fdcc5e1b5022" providerId="ADAL" clId="{ABEDBA49-68B6-4CA9-AA34-D7708738E2A8}" dt="2022-03-04T08:27:41.019" v="802"/>
          <ac:spMkLst>
            <pc:docMk/>
            <pc:sldMk cId="81495648" sldId="2147377175"/>
            <ac:spMk id="50" creationId="{169702E4-437D-461D-8E1E-54C97BFE3DC9}"/>
          </ac:spMkLst>
        </pc:spChg>
        <pc:spChg chg="add del mod">
          <ac:chgData name="Li,Yuting (HP Medicine) BII-CN-S" userId="ce8fbb54-122c-426d-b8da-fdcc5e1b5022" providerId="ADAL" clId="{ABEDBA49-68B6-4CA9-AA34-D7708738E2A8}" dt="2022-03-04T08:27:41.019" v="802"/>
          <ac:spMkLst>
            <pc:docMk/>
            <pc:sldMk cId="81495648" sldId="2147377175"/>
            <ac:spMk id="51" creationId="{FFD034D9-7271-48CB-B66E-8CC9BC82F680}"/>
          </ac:spMkLst>
        </pc:spChg>
        <pc:spChg chg="add del mod">
          <ac:chgData name="Li,Yuting (HP Medicine) BII-CN-S" userId="ce8fbb54-122c-426d-b8da-fdcc5e1b5022" providerId="ADAL" clId="{ABEDBA49-68B6-4CA9-AA34-D7708738E2A8}" dt="2022-03-04T08:27:41.019" v="802"/>
          <ac:spMkLst>
            <pc:docMk/>
            <pc:sldMk cId="81495648" sldId="2147377175"/>
            <ac:spMk id="52" creationId="{229A73FD-0BAC-4277-8506-7C16ED40BF55}"/>
          </ac:spMkLst>
        </pc:spChg>
        <pc:spChg chg="add del mod">
          <ac:chgData name="Li,Yuting (HP Medicine) BII-CN-S" userId="ce8fbb54-122c-426d-b8da-fdcc5e1b5022" providerId="ADAL" clId="{ABEDBA49-68B6-4CA9-AA34-D7708738E2A8}" dt="2022-03-04T08:27:41.019" v="802"/>
          <ac:spMkLst>
            <pc:docMk/>
            <pc:sldMk cId="81495648" sldId="2147377175"/>
            <ac:spMk id="53" creationId="{5F72046B-72A1-4CC3-9A20-15801C57A789}"/>
          </ac:spMkLst>
        </pc:spChg>
        <pc:spChg chg="add del mod">
          <ac:chgData name="Li,Yuting (HP Medicine) BII-CN-S" userId="ce8fbb54-122c-426d-b8da-fdcc5e1b5022" providerId="ADAL" clId="{ABEDBA49-68B6-4CA9-AA34-D7708738E2A8}" dt="2022-03-04T08:27:41.019" v="802"/>
          <ac:spMkLst>
            <pc:docMk/>
            <pc:sldMk cId="81495648" sldId="2147377175"/>
            <ac:spMk id="54" creationId="{75F9C248-80D6-484B-A2FA-A511E794DED7}"/>
          </ac:spMkLst>
        </pc:spChg>
        <pc:spChg chg="add del mod">
          <ac:chgData name="Li,Yuting (HP Medicine) BII-CN-S" userId="ce8fbb54-122c-426d-b8da-fdcc5e1b5022" providerId="ADAL" clId="{ABEDBA49-68B6-4CA9-AA34-D7708738E2A8}" dt="2022-03-04T08:27:41.019" v="802"/>
          <ac:spMkLst>
            <pc:docMk/>
            <pc:sldMk cId="81495648" sldId="2147377175"/>
            <ac:spMk id="55" creationId="{EC639DB9-D8F6-4D0D-B9E9-D56C8C5BBD65}"/>
          </ac:spMkLst>
        </pc:spChg>
        <pc:spChg chg="add del mod">
          <ac:chgData name="Li,Yuting (HP Medicine) BII-CN-S" userId="ce8fbb54-122c-426d-b8da-fdcc5e1b5022" providerId="ADAL" clId="{ABEDBA49-68B6-4CA9-AA34-D7708738E2A8}" dt="2022-03-04T08:27:41.019" v="802"/>
          <ac:spMkLst>
            <pc:docMk/>
            <pc:sldMk cId="81495648" sldId="2147377175"/>
            <ac:spMk id="56" creationId="{C7E41237-3C92-4E9D-8D82-78DEAE46A5DA}"/>
          </ac:spMkLst>
        </pc:spChg>
        <pc:spChg chg="add del mod">
          <ac:chgData name="Li,Yuting (HP Medicine) BII-CN-S" userId="ce8fbb54-122c-426d-b8da-fdcc5e1b5022" providerId="ADAL" clId="{ABEDBA49-68B6-4CA9-AA34-D7708738E2A8}" dt="2022-03-04T08:27:41.019" v="802"/>
          <ac:spMkLst>
            <pc:docMk/>
            <pc:sldMk cId="81495648" sldId="2147377175"/>
            <ac:spMk id="57" creationId="{14E7372A-8350-4078-89FB-F6CDD3D15CBD}"/>
          </ac:spMkLst>
        </pc:spChg>
        <pc:spChg chg="add del mod">
          <ac:chgData name="Li,Yuting (HP Medicine) BII-CN-S" userId="ce8fbb54-122c-426d-b8da-fdcc5e1b5022" providerId="ADAL" clId="{ABEDBA49-68B6-4CA9-AA34-D7708738E2A8}" dt="2022-03-04T08:27:41.019" v="802"/>
          <ac:spMkLst>
            <pc:docMk/>
            <pc:sldMk cId="81495648" sldId="2147377175"/>
            <ac:spMk id="58" creationId="{6ED5DE32-883A-432A-94F2-2389EDA4178F}"/>
          </ac:spMkLst>
        </pc:spChg>
        <pc:spChg chg="add del mod">
          <ac:chgData name="Li,Yuting (HP Medicine) BII-CN-S" userId="ce8fbb54-122c-426d-b8da-fdcc5e1b5022" providerId="ADAL" clId="{ABEDBA49-68B6-4CA9-AA34-D7708738E2A8}" dt="2022-03-04T08:27:41.019" v="802"/>
          <ac:spMkLst>
            <pc:docMk/>
            <pc:sldMk cId="81495648" sldId="2147377175"/>
            <ac:spMk id="59" creationId="{2BF9C336-36E7-4D7D-97D2-9C6FBA5E9E99}"/>
          </ac:spMkLst>
        </pc:spChg>
        <pc:spChg chg="add del mod">
          <ac:chgData name="Li,Yuting (HP Medicine) BII-CN-S" userId="ce8fbb54-122c-426d-b8da-fdcc5e1b5022" providerId="ADAL" clId="{ABEDBA49-68B6-4CA9-AA34-D7708738E2A8}" dt="2022-03-04T08:27:41.019" v="802"/>
          <ac:spMkLst>
            <pc:docMk/>
            <pc:sldMk cId="81495648" sldId="2147377175"/>
            <ac:spMk id="60" creationId="{66AAF8C2-C619-4BCC-A126-739CEAA723C1}"/>
          </ac:spMkLst>
        </pc:spChg>
        <pc:spChg chg="add del mod">
          <ac:chgData name="Li,Yuting (HP Medicine) BII-CN-S" userId="ce8fbb54-122c-426d-b8da-fdcc5e1b5022" providerId="ADAL" clId="{ABEDBA49-68B6-4CA9-AA34-D7708738E2A8}" dt="2022-03-04T08:27:41.019" v="802"/>
          <ac:spMkLst>
            <pc:docMk/>
            <pc:sldMk cId="81495648" sldId="2147377175"/>
            <ac:spMk id="61" creationId="{EF521C6D-8017-41BE-AACF-48CD3B6CF2E2}"/>
          </ac:spMkLst>
        </pc:spChg>
        <pc:spChg chg="add del mod">
          <ac:chgData name="Li,Yuting (HP Medicine) BII-CN-S" userId="ce8fbb54-122c-426d-b8da-fdcc5e1b5022" providerId="ADAL" clId="{ABEDBA49-68B6-4CA9-AA34-D7708738E2A8}" dt="2022-03-04T08:27:41.019" v="802"/>
          <ac:spMkLst>
            <pc:docMk/>
            <pc:sldMk cId="81495648" sldId="2147377175"/>
            <ac:spMk id="62" creationId="{C1D8D1F6-8BE1-4386-8AC5-7A902F42042F}"/>
          </ac:spMkLst>
        </pc:spChg>
        <pc:spChg chg="add del mod">
          <ac:chgData name="Li,Yuting (HP Medicine) BII-CN-S" userId="ce8fbb54-122c-426d-b8da-fdcc5e1b5022" providerId="ADAL" clId="{ABEDBA49-68B6-4CA9-AA34-D7708738E2A8}" dt="2022-03-04T08:27:41.019" v="802"/>
          <ac:spMkLst>
            <pc:docMk/>
            <pc:sldMk cId="81495648" sldId="2147377175"/>
            <ac:spMk id="63" creationId="{1E61D4D5-B503-48CC-97C3-CA9CC9DAFE32}"/>
          </ac:spMkLst>
        </pc:spChg>
        <pc:spChg chg="add del mod">
          <ac:chgData name="Li,Yuting (HP Medicine) BII-CN-S" userId="ce8fbb54-122c-426d-b8da-fdcc5e1b5022" providerId="ADAL" clId="{ABEDBA49-68B6-4CA9-AA34-D7708738E2A8}" dt="2022-03-04T08:27:41.019" v="802"/>
          <ac:spMkLst>
            <pc:docMk/>
            <pc:sldMk cId="81495648" sldId="2147377175"/>
            <ac:spMk id="64" creationId="{AF6699A0-7FC8-4A40-9FC9-B6345824B776}"/>
          </ac:spMkLst>
        </pc:spChg>
        <pc:spChg chg="add del mod">
          <ac:chgData name="Li,Yuting (HP Medicine) BII-CN-S" userId="ce8fbb54-122c-426d-b8da-fdcc5e1b5022" providerId="ADAL" clId="{ABEDBA49-68B6-4CA9-AA34-D7708738E2A8}" dt="2022-03-04T08:27:41.019" v="802"/>
          <ac:spMkLst>
            <pc:docMk/>
            <pc:sldMk cId="81495648" sldId="2147377175"/>
            <ac:spMk id="65" creationId="{5753FE40-B7AE-4943-AC27-6A437EB317A1}"/>
          </ac:spMkLst>
        </pc:spChg>
        <pc:spChg chg="add del mod">
          <ac:chgData name="Li,Yuting (HP Medicine) BII-CN-S" userId="ce8fbb54-122c-426d-b8da-fdcc5e1b5022" providerId="ADAL" clId="{ABEDBA49-68B6-4CA9-AA34-D7708738E2A8}" dt="2022-03-04T08:27:41.019" v="802"/>
          <ac:spMkLst>
            <pc:docMk/>
            <pc:sldMk cId="81495648" sldId="2147377175"/>
            <ac:spMk id="66" creationId="{CA1EEB76-8427-4468-93E4-73A82586231D}"/>
          </ac:spMkLst>
        </pc:spChg>
        <pc:spChg chg="add del mod">
          <ac:chgData name="Li,Yuting (HP Medicine) BII-CN-S" userId="ce8fbb54-122c-426d-b8da-fdcc5e1b5022" providerId="ADAL" clId="{ABEDBA49-68B6-4CA9-AA34-D7708738E2A8}" dt="2022-03-04T08:27:41.019" v="802"/>
          <ac:spMkLst>
            <pc:docMk/>
            <pc:sldMk cId="81495648" sldId="2147377175"/>
            <ac:spMk id="68" creationId="{604F3315-C1F3-4432-9749-CE2246DBBBAA}"/>
          </ac:spMkLst>
        </pc:spChg>
        <pc:spChg chg="add del mod">
          <ac:chgData name="Li,Yuting (HP Medicine) BII-CN-S" userId="ce8fbb54-122c-426d-b8da-fdcc5e1b5022" providerId="ADAL" clId="{ABEDBA49-68B6-4CA9-AA34-D7708738E2A8}" dt="2022-03-04T08:27:41.019" v="802"/>
          <ac:spMkLst>
            <pc:docMk/>
            <pc:sldMk cId="81495648" sldId="2147377175"/>
            <ac:spMk id="69" creationId="{15BA5661-C5DD-4E61-AC34-CF05D26390AB}"/>
          </ac:spMkLst>
        </pc:spChg>
        <pc:picChg chg="add del mod">
          <ac:chgData name="Li,Yuting (HP Medicine) BII-CN-S" userId="ce8fbb54-122c-426d-b8da-fdcc5e1b5022" providerId="ADAL" clId="{ABEDBA49-68B6-4CA9-AA34-D7708738E2A8}" dt="2022-03-04T08:28:08.521" v="805" actId="478"/>
          <ac:picMkLst>
            <pc:docMk/>
            <pc:sldMk cId="81495648" sldId="2147377175"/>
            <ac:picMk id="71" creationId="{9B347884-B664-4476-A205-7B61806E5DCE}"/>
          </ac:picMkLst>
        </pc:picChg>
        <pc:picChg chg="add del">
          <ac:chgData name="Li,Yuting (HP Medicine) BII-CN-S" userId="ce8fbb54-122c-426d-b8da-fdcc5e1b5022" providerId="ADAL" clId="{ABEDBA49-68B6-4CA9-AA34-D7708738E2A8}" dt="2022-03-04T08:28:14.209" v="807" actId="478"/>
          <ac:picMkLst>
            <pc:docMk/>
            <pc:sldMk cId="81495648" sldId="2147377175"/>
            <ac:picMk id="73" creationId="{DAA0A04B-4DF6-4CEB-9F8D-BEAED6840DAC}"/>
          </ac:picMkLst>
        </pc:picChg>
        <pc:cxnChg chg="add del mod">
          <ac:chgData name="Li,Yuting (HP Medicine) BII-CN-S" userId="ce8fbb54-122c-426d-b8da-fdcc5e1b5022" providerId="ADAL" clId="{ABEDBA49-68B6-4CA9-AA34-D7708738E2A8}" dt="2022-03-04T08:27:41.019" v="802"/>
          <ac:cxnSpMkLst>
            <pc:docMk/>
            <pc:sldMk cId="81495648" sldId="2147377175"/>
            <ac:cxnSpMk id="6" creationId="{B0F6540B-73E1-4C4B-A363-7FC67DDA573B}"/>
          </ac:cxnSpMkLst>
        </pc:cxnChg>
        <pc:cxnChg chg="add del mod">
          <ac:chgData name="Li,Yuting (HP Medicine) BII-CN-S" userId="ce8fbb54-122c-426d-b8da-fdcc5e1b5022" providerId="ADAL" clId="{ABEDBA49-68B6-4CA9-AA34-D7708738E2A8}" dt="2022-03-04T08:27:41.019" v="802"/>
          <ac:cxnSpMkLst>
            <pc:docMk/>
            <pc:sldMk cId="81495648" sldId="2147377175"/>
            <ac:cxnSpMk id="7" creationId="{36952D0C-E3B7-4665-9620-B3554732EFAE}"/>
          </ac:cxnSpMkLst>
        </pc:cxnChg>
        <pc:cxnChg chg="add del mod">
          <ac:chgData name="Li,Yuting (HP Medicine) BII-CN-S" userId="ce8fbb54-122c-426d-b8da-fdcc5e1b5022" providerId="ADAL" clId="{ABEDBA49-68B6-4CA9-AA34-D7708738E2A8}" dt="2022-03-04T08:27:41.019" v="802"/>
          <ac:cxnSpMkLst>
            <pc:docMk/>
            <pc:sldMk cId="81495648" sldId="2147377175"/>
            <ac:cxnSpMk id="8" creationId="{BB9462C6-E6A0-4714-B12D-5C92F764535B}"/>
          </ac:cxnSpMkLst>
        </pc:cxnChg>
        <pc:cxnChg chg="add del mod">
          <ac:chgData name="Li,Yuting (HP Medicine) BII-CN-S" userId="ce8fbb54-122c-426d-b8da-fdcc5e1b5022" providerId="ADAL" clId="{ABEDBA49-68B6-4CA9-AA34-D7708738E2A8}" dt="2022-03-04T08:27:41.019" v="802"/>
          <ac:cxnSpMkLst>
            <pc:docMk/>
            <pc:sldMk cId="81495648" sldId="2147377175"/>
            <ac:cxnSpMk id="9" creationId="{85325EC9-0588-4FCB-A51F-4C7CE2F5D233}"/>
          </ac:cxnSpMkLst>
        </pc:cxnChg>
        <pc:cxnChg chg="add del mod">
          <ac:chgData name="Li,Yuting (HP Medicine) BII-CN-S" userId="ce8fbb54-122c-426d-b8da-fdcc5e1b5022" providerId="ADAL" clId="{ABEDBA49-68B6-4CA9-AA34-D7708738E2A8}" dt="2022-03-04T08:27:41.019" v="802"/>
          <ac:cxnSpMkLst>
            <pc:docMk/>
            <pc:sldMk cId="81495648" sldId="2147377175"/>
            <ac:cxnSpMk id="10" creationId="{616F18A0-863E-4D2E-8224-E17F42C39D9E}"/>
          </ac:cxnSpMkLst>
        </pc:cxnChg>
        <pc:cxnChg chg="add del mod">
          <ac:chgData name="Li,Yuting (HP Medicine) BII-CN-S" userId="ce8fbb54-122c-426d-b8da-fdcc5e1b5022" providerId="ADAL" clId="{ABEDBA49-68B6-4CA9-AA34-D7708738E2A8}" dt="2022-03-04T08:27:41.019" v="802"/>
          <ac:cxnSpMkLst>
            <pc:docMk/>
            <pc:sldMk cId="81495648" sldId="2147377175"/>
            <ac:cxnSpMk id="11" creationId="{00694D4F-9041-4367-BDB1-85730D66050E}"/>
          </ac:cxnSpMkLst>
        </pc:cxnChg>
        <pc:cxnChg chg="add del mod">
          <ac:chgData name="Li,Yuting (HP Medicine) BII-CN-S" userId="ce8fbb54-122c-426d-b8da-fdcc5e1b5022" providerId="ADAL" clId="{ABEDBA49-68B6-4CA9-AA34-D7708738E2A8}" dt="2022-03-04T08:27:41.019" v="802"/>
          <ac:cxnSpMkLst>
            <pc:docMk/>
            <pc:sldMk cId="81495648" sldId="2147377175"/>
            <ac:cxnSpMk id="12" creationId="{03B9FD1C-3FEA-4571-9BBC-E33B4434B917}"/>
          </ac:cxnSpMkLst>
        </pc:cxnChg>
        <pc:cxnChg chg="add del mod">
          <ac:chgData name="Li,Yuting (HP Medicine) BII-CN-S" userId="ce8fbb54-122c-426d-b8da-fdcc5e1b5022" providerId="ADAL" clId="{ABEDBA49-68B6-4CA9-AA34-D7708738E2A8}" dt="2022-03-04T08:27:41.019" v="802"/>
          <ac:cxnSpMkLst>
            <pc:docMk/>
            <pc:sldMk cId="81495648" sldId="2147377175"/>
            <ac:cxnSpMk id="13" creationId="{C5181E5F-58A8-4CD4-8D18-EC290C49C179}"/>
          </ac:cxnSpMkLst>
        </pc:cxnChg>
        <pc:cxnChg chg="add del mod">
          <ac:chgData name="Li,Yuting (HP Medicine) BII-CN-S" userId="ce8fbb54-122c-426d-b8da-fdcc5e1b5022" providerId="ADAL" clId="{ABEDBA49-68B6-4CA9-AA34-D7708738E2A8}" dt="2022-03-04T08:27:41.019" v="802"/>
          <ac:cxnSpMkLst>
            <pc:docMk/>
            <pc:sldMk cId="81495648" sldId="2147377175"/>
            <ac:cxnSpMk id="14" creationId="{223A8085-84B2-404C-9039-789CEAA291D0}"/>
          </ac:cxnSpMkLst>
        </pc:cxnChg>
        <pc:cxnChg chg="add del mod">
          <ac:chgData name="Li,Yuting (HP Medicine) BII-CN-S" userId="ce8fbb54-122c-426d-b8da-fdcc5e1b5022" providerId="ADAL" clId="{ABEDBA49-68B6-4CA9-AA34-D7708738E2A8}" dt="2022-03-04T08:27:41.019" v="802"/>
          <ac:cxnSpMkLst>
            <pc:docMk/>
            <pc:sldMk cId="81495648" sldId="2147377175"/>
            <ac:cxnSpMk id="67" creationId="{DC05C89F-5816-4CA7-A80F-250DF4CEB28C}"/>
          </ac:cxnSpMkLst>
        </pc:cxnChg>
      </pc:sldChg>
      <pc:sldChg chg="addSp delSp modSp add mod delCm">
        <pc:chgData name="Li,Yuting (HP Medicine) BII-CN-S" userId="ce8fbb54-122c-426d-b8da-fdcc5e1b5022" providerId="ADAL" clId="{ABEDBA49-68B6-4CA9-AA34-D7708738E2A8}" dt="2022-03-08T05:48:18.766" v="2130" actId="20577"/>
        <pc:sldMkLst>
          <pc:docMk/>
          <pc:sldMk cId="2180619049" sldId="2147377175"/>
        </pc:sldMkLst>
        <pc:spChg chg="mod">
          <ac:chgData name="Li,Yuting (HP Medicine) BII-CN-S" userId="ce8fbb54-122c-426d-b8da-fdcc5e1b5022" providerId="ADAL" clId="{ABEDBA49-68B6-4CA9-AA34-D7708738E2A8}" dt="2022-03-04T08:30:27.326" v="860" actId="20577"/>
          <ac:spMkLst>
            <pc:docMk/>
            <pc:sldMk cId="2180619049" sldId="2147377175"/>
            <ac:spMk id="3" creationId="{00000000-0000-0000-0000-000000000000}"/>
          </ac:spMkLst>
        </pc:spChg>
        <pc:spChg chg="mod">
          <ac:chgData name="Li,Yuting (HP Medicine) BII-CN-S" userId="ce8fbb54-122c-426d-b8da-fdcc5e1b5022" providerId="ADAL" clId="{ABEDBA49-68B6-4CA9-AA34-D7708738E2A8}" dt="2022-03-08T05:47:39.239" v="2111" actId="1076"/>
          <ac:spMkLst>
            <pc:docMk/>
            <pc:sldMk cId="2180619049" sldId="2147377175"/>
            <ac:spMk id="5" creationId="{F42D4D85-B89E-4878-A1D5-65E11EAC627A}"/>
          </ac:spMkLst>
        </pc:spChg>
        <pc:spChg chg="mod">
          <ac:chgData name="Li,Yuting (HP Medicine) BII-CN-S" userId="ce8fbb54-122c-426d-b8da-fdcc5e1b5022" providerId="ADAL" clId="{ABEDBA49-68B6-4CA9-AA34-D7708738E2A8}" dt="2022-03-04T08:38:59.905" v="982" actId="1076"/>
          <ac:spMkLst>
            <pc:docMk/>
            <pc:sldMk cId="2180619049" sldId="2147377175"/>
            <ac:spMk id="11" creationId="{22F72C6A-4C73-4A96-94C4-7A5A695D55A5}"/>
          </ac:spMkLst>
        </pc:spChg>
        <pc:spChg chg="mod">
          <ac:chgData name="Li,Yuting (HP Medicine) BII-CN-S" userId="ce8fbb54-122c-426d-b8da-fdcc5e1b5022" providerId="ADAL" clId="{ABEDBA49-68B6-4CA9-AA34-D7708738E2A8}" dt="2022-03-04T08:37:43.642" v="925" actId="1035"/>
          <ac:spMkLst>
            <pc:docMk/>
            <pc:sldMk cId="2180619049" sldId="2147377175"/>
            <ac:spMk id="44" creationId="{7330BA15-80DC-4E83-B36A-86FF92C02942}"/>
          </ac:spMkLst>
        </pc:spChg>
        <pc:spChg chg="mod">
          <ac:chgData name="Li,Yuting (HP Medicine) BII-CN-S" userId="ce8fbb54-122c-426d-b8da-fdcc5e1b5022" providerId="ADAL" clId="{ABEDBA49-68B6-4CA9-AA34-D7708738E2A8}" dt="2022-03-04T08:37:43.642" v="925" actId="1035"/>
          <ac:spMkLst>
            <pc:docMk/>
            <pc:sldMk cId="2180619049" sldId="2147377175"/>
            <ac:spMk id="45" creationId="{B7E282A9-3967-4EAB-A85C-1AE7630ECFD6}"/>
          </ac:spMkLst>
        </pc:spChg>
        <pc:spChg chg="mod">
          <ac:chgData name="Li,Yuting (HP Medicine) BII-CN-S" userId="ce8fbb54-122c-426d-b8da-fdcc5e1b5022" providerId="ADAL" clId="{ABEDBA49-68B6-4CA9-AA34-D7708738E2A8}" dt="2022-03-08T05:47:44.081" v="2112" actId="1076"/>
          <ac:spMkLst>
            <pc:docMk/>
            <pc:sldMk cId="2180619049" sldId="2147377175"/>
            <ac:spMk id="47" creationId="{15BB8F5B-7A58-4901-9C6E-9189DF8F8200}"/>
          </ac:spMkLst>
        </pc:spChg>
        <pc:spChg chg="del mod">
          <ac:chgData name="Li,Yuting (HP Medicine) BII-CN-S" userId="ce8fbb54-122c-426d-b8da-fdcc5e1b5022" providerId="ADAL" clId="{ABEDBA49-68B6-4CA9-AA34-D7708738E2A8}" dt="2022-03-04T08:47:21.730" v="1205" actId="478"/>
          <ac:spMkLst>
            <pc:docMk/>
            <pc:sldMk cId="2180619049" sldId="2147377175"/>
            <ac:spMk id="48" creationId="{455E58D7-7E49-4B27-8165-74CCC1846DFB}"/>
          </ac:spMkLst>
        </pc:spChg>
        <pc:spChg chg="del">
          <ac:chgData name="Li,Yuting (HP Medicine) BII-CN-S" userId="ce8fbb54-122c-426d-b8da-fdcc5e1b5022" providerId="ADAL" clId="{ABEDBA49-68B6-4CA9-AA34-D7708738E2A8}" dt="2022-03-04T08:49:24.140" v="1280" actId="478"/>
          <ac:spMkLst>
            <pc:docMk/>
            <pc:sldMk cId="2180619049" sldId="2147377175"/>
            <ac:spMk id="49" creationId="{BEC3D387-5977-403B-9160-B81A30974D36}"/>
          </ac:spMkLst>
        </pc:spChg>
        <pc:spChg chg="del mod">
          <ac:chgData name="Li,Yuting (HP Medicine) BII-CN-S" userId="ce8fbb54-122c-426d-b8da-fdcc5e1b5022" providerId="ADAL" clId="{ABEDBA49-68B6-4CA9-AA34-D7708738E2A8}" dt="2022-03-04T08:36:37.016" v="889" actId="478"/>
          <ac:spMkLst>
            <pc:docMk/>
            <pc:sldMk cId="2180619049" sldId="2147377175"/>
            <ac:spMk id="52" creationId="{00000000-0000-0000-0000-000000000000}"/>
          </ac:spMkLst>
        </pc:spChg>
        <pc:spChg chg="del">
          <ac:chgData name="Li,Yuting (HP Medicine) BII-CN-S" userId="ce8fbb54-122c-426d-b8da-fdcc5e1b5022" providerId="ADAL" clId="{ABEDBA49-68B6-4CA9-AA34-D7708738E2A8}" dt="2022-03-04T08:36:37.016" v="889" actId="478"/>
          <ac:spMkLst>
            <pc:docMk/>
            <pc:sldMk cId="2180619049" sldId="2147377175"/>
            <ac:spMk id="53" creationId="{B4E8BEE0-0EB3-40D8-9AA2-B2BC6D502A8C}"/>
          </ac:spMkLst>
        </pc:spChg>
        <pc:spChg chg="del">
          <ac:chgData name="Li,Yuting (HP Medicine) BII-CN-S" userId="ce8fbb54-122c-426d-b8da-fdcc5e1b5022" providerId="ADAL" clId="{ABEDBA49-68B6-4CA9-AA34-D7708738E2A8}" dt="2022-03-04T08:53:51.591" v="1351" actId="478"/>
          <ac:spMkLst>
            <pc:docMk/>
            <pc:sldMk cId="2180619049" sldId="2147377175"/>
            <ac:spMk id="59" creationId="{65D9C209-3F11-4845-B6BC-BD8F5DBCA67B}"/>
          </ac:spMkLst>
        </pc:spChg>
        <pc:spChg chg="mod">
          <ac:chgData name="Li,Yuting (HP Medicine) BII-CN-S" userId="ce8fbb54-122c-426d-b8da-fdcc5e1b5022" providerId="ADAL" clId="{ABEDBA49-68B6-4CA9-AA34-D7708738E2A8}" dt="2022-03-04T08:49:44.082" v="1282" actId="1076"/>
          <ac:spMkLst>
            <pc:docMk/>
            <pc:sldMk cId="2180619049" sldId="2147377175"/>
            <ac:spMk id="60" creationId="{483FC877-8C65-4FBB-8C5D-A8342A749CC1}"/>
          </ac:spMkLst>
        </pc:spChg>
        <pc:spChg chg="mod">
          <ac:chgData name="Li,Yuting (HP Medicine) BII-CN-S" userId="ce8fbb54-122c-426d-b8da-fdcc5e1b5022" providerId="ADAL" clId="{ABEDBA49-68B6-4CA9-AA34-D7708738E2A8}" dt="2022-03-04T08:56:07.532" v="1584" actId="1076"/>
          <ac:spMkLst>
            <pc:docMk/>
            <pc:sldMk cId="2180619049" sldId="2147377175"/>
            <ac:spMk id="61" creationId="{D643E911-B96A-44DB-A0EE-E86967AE7969}"/>
          </ac:spMkLst>
        </pc:spChg>
        <pc:spChg chg="del">
          <ac:chgData name="Li,Yuting (HP Medicine) BII-CN-S" userId="ce8fbb54-122c-426d-b8da-fdcc5e1b5022" providerId="ADAL" clId="{ABEDBA49-68B6-4CA9-AA34-D7708738E2A8}" dt="2022-03-04T08:36:37.016" v="889" actId="478"/>
          <ac:spMkLst>
            <pc:docMk/>
            <pc:sldMk cId="2180619049" sldId="2147377175"/>
            <ac:spMk id="62" creationId="{9224C17E-1AA1-4096-A3FD-25D6FD8BA444}"/>
          </ac:spMkLst>
        </pc:spChg>
        <pc:spChg chg="del">
          <ac:chgData name="Li,Yuting (HP Medicine) BII-CN-S" userId="ce8fbb54-122c-426d-b8da-fdcc5e1b5022" providerId="ADAL" clId="{ABEDBA49-68B6-4CA9-AA34-D7708738E2A8}" dt="2022-03-04T08:49:24.140" v="1280" actId="478"/>
          <ac:spMkLst>
            <pc:docMk/>
            <pc:sldMk cId="2180619049" sldId="2147377175"/>
            <ac:spMk id="63" creationId="{823C46A2-094E-438A-A6C6-1C4BFE60AC75}"/>
          </ac:spMkLst>
        </pc:spChg>
        <pc:spChg chg="del">
          <ac:chgData name="Li,Yuting (HP Medicine) BII-CN-S" userId="ce8fbb54-122c-426d-b8da-fdcc5e1b5022" providerId="ADAL" clId="{ABEDBA49-68B6-4CA9-AA34-D7708738E2A8}" dt="2022-03-04T08:36:37.016" v="889" actId="478"/>
          <ac:spMkLst>
            <pc:docMk/>
            <pc:sldMk cId="2180619049" sldId="2147377175"/>
            <ac:spMk id="64" creationId="{9224C17E-1AA1-4096-A3FD-25D6FD8BA444}"/>
          </ac:spMkLst>
        </pc:spChg>
        <pc:spChg chg="mod">
          <ac:chgData name="Li,Yuting (HP Medicine) BII-CN-S" userId="ce8fbb54-122c-426d-b8da-fdcc5e1b5022" providerId="ADAL" clId="{ABEDBA49-68B6-4CA9-AA34-D7708738E2A8}" dt="2022-03-08T05:48:18.766" v="2130" actId="20577"/>
          <ac:spMkLst>
            <pc:docMk/>
            <pc:sldMk cId="2180619049" sldId="2147377175"/>
            <ac:spMk id="65" creationId="{DCA9C7C2-9FFD-4F3E-84B6-3F0272745DC6}"/>
          </ac:spMkLst>
        </pc:spChg>
        <pc:spChg chg="del">
          <ac:chgData name="Li,Yuting (HP Medicine) BII-CN-S" userId="ce8fbb54-122c-426d-b8da-fdcc5e1b5022" providerId="ADAL" clId="{ABEDBA49-68B6-4CA9-AA34-D7708738E2A8}" dt="2022-03-04T08:53:51.591" v="1351" actId="478"/>
          <ac:spMkLst>
            <pc:docMk/>
            <pc:sldMk cId="2180619049" sldId="2147377175"/>
            <ac:spMk id="66" creationId="{A1E70551-578A-4B35-ACAC-04BA6E603952}"/>
          </ac:spMkLst>
        </pc:spChg>
        <pc:spChg chg="del">
          <ac:chgData name="Li,Yuting (HP Medicine) BII-CN-S" userId="ce8fbb54-122c-426d-b8da-fdcc5e1b5022" providerId="ADAL" clId="{ABEDBA49-68B6-4CA9-AA34-D7708738E2A8}" dt="2022-03-04T08:53:51.591" v="1351" actId="478"/>
          <ac:spMkLst>
            <pc:docMk/>
            <pc:sldMk cId="2180619049" sldId="2147377175"/>
            <ac:spMk id="67" creationId="{BA98E592-7AEA-4E5F-AFE7-37A0914F1989}"/>
          </ac:spMkLst>
        </pc:spChg>
        <pc:spChg chg="del">
          <ac:chgData name="Li,Yuting (HP Medicine) BII-CN-S" userId="ce8fbb54-122c-426d-b8da-fdcc5e1b5022" providerId="ADAL" clId="{ABEDBA49-68B6-4CA9-AA34-D7708738E2A8}" dt="2022-03-04T08:41:12.834" v="1020" actId="478"/>
          <ac:spMkLst>
            <pc:docMk/>
            <pc:sldMk cId="2180619049" sldId="2147377175"/>
            <ac:spMk id="68" creationId="{00000000-0000-0000-0000-000000000000}"/>
          </ac:spMkLst>
        </pc:spChg>
        <pc:spChg chg="del">
          <ac:chgData name="Li,Yuting (HP Medicine) BII-CN-S" userId="ce8fbb54-122c-426d-b8da-fdcc5e1b5022" providerId="ADAL" clId="{ABEDBA49-68B6-4CA9-AA34-D7708738E2A8}" dt="2022-03-04T08:36:37.016" v="889" actId="478"/>
          <ac:spMkLst>
            <pc:docMk/>
            <pc:sldMk cId="2180619049" sldId="2147377175"/>
            <ac:spMk id="69" creationId="{B361C849-6669-4EC4-A9AD-EB1BCC463147}"/>
          </ac:spMkLst>
        </pc:spChg>
        <pc:spChg chg="del">
          <ac:chgData name="Li,Yuting (HP Medicine) BII-CN-S" userId="ce8fbb54-122c-426d-b8da-fdcc5e1b5022" providerId="ADAL" clId="{ABEDBA49-68B6-4CA9-AA34-D7708738E2A8}" dt="2022-03-04T08:36:51.401" v="891" actId="478"/>
          <ac:spMkLst>
            <pc:docMk/>
            <pc:sldMk cId="2180619049" sldId="2147377175"/>
            <ac:spMk id="70" creationId="{00000000-0000-0000-0000-000000000000}"/>
          </ac:spMkLst>
        </pc:spChg>
        <pc:spChg chg="del">
          <ac:chgData name="Li,Yuting (HP Medicine) BII-CN-S" userId="ce8fbb54-122c-426d-b8da-fdcc5e1b5022" providerId="ADAL" clId="{ABEDBA49-68B6-4CA9-AA34-D7708738E2A8}" dt="2022-03-04T08:36:37.016" v="889" actId="478"/>
          <ac:spMkLst>
            <pc:docMk/>
            <pc:sldMk cId="2180619049" sldId="2147377175"/>
            <ac:spMk id="71" creationId="{B361C849-6669-4EC4-A9AD-EB1BCC463147}"/>
          </ac:spMkLst>
        </pc:spChg>
        <pc:spChg chg="del">
          <ac:chgData name="Li,Yuting (HP Medicine) BII-CN-S" userId="ce8fbb54-122c-426d-b8da-fdcc5e1b5022" providerId="ADAL" clId="{ABEDBA49-68B6-4CA9-AA34-D7708738E2A8}" dt="2022-03-04T08:53:51.591" v="1351" actId="478"/>
          <ac:spMkLst>
            <pc:docMk/>
            <pc:sldMk cId="2180619049" sldId="2147377175"/>
            <ac:spMk id="73" creationId="{DFBC39A5-49C4-41A7-BE10-8DC5B435BE19}"/>
          </ac:spMkLst>
        </pc:spChg>
        <pc:spChg chg="del">
          <ac:chgData name="Li,Yuting (HP Medicine) BII-CN-S" userId="ce8fbb54-122c-426d-b8da-fdcc5e1b5022" providerId="ADAL" clId="{ABEDBA49-68B6-4CA9-AA34-D7708738E2A8}" dt="2022-03-04T08:53:51.591" v="1351" actId="478"/>
          <ac:spMkLst>
            <pc:docMk/>
            <pc:sldMk cId="2180619049" sldId="2147377175"/>
            <ac:spMk id="74" creationId="{F54C26CB-63D2-4327-892D-CE12A7D564AF}"/>
          </ac:spMkLst>
        </pc:spChg>
        <pc:spChg chg="mod">
          <ac:chgData name="Li,Yuting (HP Medicine) BII-CN-S" userId="ce8fbb54-122c-426d-b8da-fdcc5e1b5022" providerId="ADAL" clId="{ABEDBA49-68B6-4CA9-AA34-D7708738E2A8}" dt="2022-03-04T08:55:56.650" v="1582" actId="14100"/>
          <ac:spMkLst>
            <pc:docMk/>
            <pc:sldMk cId="2180619049" sldId="2147377175"/>
            <ac:spMk id="75" creationId="{23E443ED-C91E-4425-963C-DB47A7F0B19C}"/>
          </ac:spMkLst>
        </pc:spChg>
        <pc:spChg chg="del">
          <ac:chgData name="Li,Yuting (HP Medicine) BII-CN-S" userId="ce8fbb54-122c-426d-b8da-fdcc5e1b5022" providerId="ADAL" clId="{ABEDBA49-68B6-4CA9-AA34-D7708738E2A8}" dt="2022-03-04T08:53:51.591" v="1351" actId="478"/>
          <ac:spMkLst>
            <pc:docMk/>
            <pc:sldMk cId="2180619049" sldId="2147377175"/>
            <ac:spMk id="76" creationId="{60838ACC-4AB5-4AFC-97DD-2AC12A7AE913}"/>
          </ac:spMkLst>
        </pc:spChg>
        <pc:spChg chg="del">
          <ac:chgData name="Li,Yuting (HP Medicine) BII-CN-S" userId="ce8fbb54-122c-426d-b8da-fdcc5e1b5022" providerId="ADAL" clId="{ABEDBA49-68B6-4CA9-AA34-D7708738E2A8}" dt="2022-03-04T08:53:51.591" v="1351" actId="478"/>
          <ac:spMkLst>
            <pc:docMk/>
            <pc:sldMk cId="2180619049" sldId="2147377175"/>
            <ac:spMk id="77" creationId="{081CE0EC-6BFD-4451-B10A-7CFE2288ABAB}"/>
          </ac:spMkLst>
        </pc:spChg>
        <pc:spChg chg="del">
          <ac:chgData name="Li,Yuting (HP Medicine) BII-CN-S" userId="ce8fbb54-122c-426d-b8da-fdcc5e1b5022" providerId="ADAL" clId="{ABEDBA49-68B6-4CA9-AA34-D7708738E2A8}" dt="2022-03-04T08:53:51.591" v="1351" actId="478"/>
          <ac:spMkLst>
            <pc:docMk/>
            <pc:sldMk cId="2180619049" sldId="2147377175"/>
            <ac:spMk id="78" creationId="{12C190F4-BC9D-45BD-B3D6-33DFAC0EC02A}"/>
          </ac:spMkLst>
        </pc:spChg>
        <pc:spChg chg="del">
          <ac:chgData name="Li,Yuting (HP Medicine) BII-CN-S" userId="ce8fbb54-122c-426d-b8da-fdcc5e1b5022" providerId="ADAL" clId="{ABEDBA49-68B6-4CA9-AA34-D7708738E2A8}" dt="2022-03-04T08:53:51.591" v="1351" actId="478"/>
          <ac:spMkLst>
            <pc:docMk/>
            <pc:sldMk cId="2180619049" sldId="2147377175"/>
            <ac:spMk id="79" creationId="{85B7E99F-FEFC-4F56-9F9B-122063A45BD2}"/>
          </ac:spMkLst>
        </pc:spChg>
        <pc:spChg chg="del">
          <ac:chgData name="Li,Yuting (HP Medicine) BII-CN-S" userId="ce8fbb54-122c-426d-b8da-fdcc5e1b5022" providerId="ADAL" clId="{ABEDBA49-68B6-4CA9-AA34-D7708738E2A8}" dt="2022-03-04T08:53:51.591" v="1351" actId="478"/>
          <ac:spMkLst>
            <pc:docMk/>
            <pc:sldMk cId="2180619049" sldId="2147377175"/>
            <ac:spMk id="80" creationId="{851915C3-5DA9-4EE4-BAE7-6DB3DE2FA51E}"/>
          </ac:spMkLst>
        </pc:spChg>
        <pc:spChg chg="del">
          <ac:chgData name="Li,Yuting (HP Medicine) BII-CN-S" userId="ce8fbb54-122c-426d-b8da-fdcc5e1b5022" providerId="ADAL" clId="{ABEDBA49-68B6-4CA9-AA34-D7708738E2A8}" dt="2022-03-04T08:53:51.591" v="1351" actId="478"/>
          <ac:spMkLst>
            <pc:docMk/>
            <pc:sldMk cId="2180619049" sldId="2147377175"/>
            <ac:spMk id="81" creationId="{DCB95541-3F87-4977-8B60-344DC5A506F3}"/>
          </ac:spMkLst>
        </pc:spChg>
        <pc:spChg chg="mod">
          <ac:chgData name="Li,Yuting (HP Medicine) BII-CN-S" userId="ce8fbb54-122c-426d-b8da-fdcc5e1b5022" providerId="ADAL" clId="{ABEDBA49-68B6-4CA9-AA34-D7708738E2A8}" dt="2022-03-04T08:36:29.122" v="887" actId="20577"/>
          <ac:spMkLst>
            <pc:docMk/>
            <pc:sldMk cId="2180619049" sldId="2147377175"/>
            <ac:spMk id="82" creationId="{00000000-0000-0000-0000-000000000000}"/>
          </ac:spMkLst>
        </pc:spChg>
        <pc:spChg chg="mod">
          <ac:chgData name="Li,Yuting (HP Medicine) BII-CN-S" userId="ce8fbb54-122c-426d-b8da-fdcc5e1b5022" providerId="ADAL" clId="{ABEDBA49-68B6-4CA9-AA34-D7708738E2A8}" dt="2022-03-08T05:42:17.004" v="2100" actId="207"/>
          <ac:spMkLst>
            <pc:docMk/>
            <pc:sldMk cId="2180619049" sldId="2147377175"/>
            <ac:spMk id="83" creationId="{A1E70551-578A-4B35-ACAC-04BA6E603952}"/>
          </ac:spMkLst>
        </pc:spChg>
        <pc:spChg chg="del">
          <ac:chgData name="Li,Yuting (HP Medicine) BII-CN-S" userId="ce8fbb54-122c-426d-b8da-fdcc5e1b5022" providerId="ADAL" clId="{ABEDBA49-68B6-4CA9-AA34-D7708738E2A8}" dt="2022-03-04T08:53:51.591" v="1351" actId="478"/>
          <ac:spMkLst>
            <pc:docMk/>
            <pc:sldMk cId="2180619049" sldId="2147377175"/>
            <ac:spMk id="84" creationId="{542C7DA4-0985-4CC4-AD0A-DF243707F18E}"/>
          </ac:spMkLst>
        </pc:spChg>
        <pc:spChg chg="mod">
          <ac:chgData name="Li,Yuting (HP Medicine) BII-CN-S" userId="ce8fbb54-122c-426d-b8da-fdcc5e1b5022" providerId="ADAL" clId="{ABEDBA49-68B6-4CA9-AA34-D7708738E2A8}" dt="2022-03-04T08:41:33.547" v="1085" actId="1038"/>
          <ac:spMkLst>
            <pc:docMk/>
            <pc:sldMk cId="2180619049" sldId="2147377175"/>
            <ac:spMk id="85" creationId="{B361C849-6669-4EC4-A9AD-EB1BCC463147}"/>
          </ac:spMkLst>
        </pc:spChg>
        <pc:spChg chg="del">
          <ac:chgData name="Li,Yuting (HP Medicine) BII-CN-S" userId="ce8fbb54-122c-426d-b8da-fdcc5e1b5022" providerId="ADAL" clId="{ABEDBA49-68B6-4CA9-AA34-D7708738E2A8}" dt="2022-03-04T08:49:24.140" v="1280" actId="478"/>
          <ac:spMkLst>
            <pc:docMk/>
            <pc:sldMk cId="2180619049" sldId="2147377175"/>
            <ac:spMk id="86" creationId="{9224C17E-1AA1-4096-A3FD-25D6FD8BA444}"/>
          </ac:spMkLst>
        </pc:spChg>
        <pc:spChg chg="del">
          <ac:chgData name="Li,Yuting (HP Medicine) BII-CN-S" userId="ce8fbb54-122c-426d-b8da-fdcc5e1b5022" providerId="ADAL" clId="{ABEDBA49-68B6-4CA9-AA34-D7708738E2A8}" dt="2022-03-04T08:49:24.140" v="1280" actId="478"/>
          <ac:spMkLst>
            <pc:docMk/>
            <pc:sldMk cId="2180619049" sldId="2147377175"/>
            <ac:spMk id="87" creationId="{B361C849-6669-4EC4-A9AD-EB1BCC463147}"/>
          </ac:spMkLst>
        </pc:spChg>
        <pc:spChg chg="mod">
          <ac:chgData name="Li,Yuting (HP Medicine) BII-CN-S" userId="ce8fbb54-122c-426d-b8da-fdcc5e1b5022" providerId="ADAL" clId="{ABEDBA49-68B6-4CA9-AA34-D7708738E2A8}" dt="2022-03-04T08:48:16.281" v="1244" actId="20577"/>
          <ac:spMkLst>
            <pc:docMk/>
            <pc:sldMk cId="2180619049" sldId="2147377175"/>
            <ac:spMk id="88" creationId="{9224C17E-1AA1-4096-A3FD-25D6FD8BA444}"/>
          </ac:spMkLst>
        </pc:spChg>
        <pc:spChg chg="del">
          <ac:chgData name="Li,Yuting (HP Medicine) BII-CN-S" userId="ce8fbb54-122c-426d-b8da-fdcc5e1b5022" providerId="ADAL" clId="{ABEDBA49-68B6-4CA9-AA34-D7708738E2A8}" dt="2022-03-04T08:49:24.140" v="1280" actId="478"/>
          <ac:spMkLst>
            <pc:docMk/>
            <pc:sldMk cId="2180619049" sldId="2147377175"/>
            <ac:spMk id="89" creationId="{00000000-0000-0000-0000-000000000000}"/>
          </ac:spMkLst>
        </pc:spChg>
        <pc:spChg chg="del">
          <ac:chgData name="Li,Yuting (HP Medicine) BII-CN-S" userId="ce8fbb54-122c-426d-b8da-fdcc5e1b5022" providerId="ADAL" clId="{ABEDBA49-68B6-4CA9-AA34-D7708738E2A8}" dt="2022-03-04T08:53:51.591" v="1351" actId="478"/>
          <ac:spMkLst>
            <pc:docMk/>
            <pc:sldMk cId="2180619049" sldId="2147377175"/>
            <ac:spMk id="90" creationId="{994646AA-2588-4DD9-8973-ACAD497AB211}"/>
          </ac:spMkLst>
        </pc:spChg>
        <pc:spChg chg="del">
          <ac:chgData name="Li,Yuting (HP Medicine) BII-CN-S" userId="ce8fbb54-122c-426d-b8da-fdcc5e1b5022" providerId="ADAL" clId="{ABEDBA49-68B6-4CA9-AA34-D7708738E2A8}" dt="2022-03-04T08:53:51.591" v="1351" actId="478"/>
          <ac:spMkLst>
            <pc:docMk/>
            <pc:sldMk cId="2180619049" sldId="2147377175"/>
            <ac:spMk id="92" creationId="{EC59771F-4C11-4B36-8EC6-6E542CAD42BE}"/>
          </ac:spMkLst>
        </pc:spChg>
        <pc:spChg chg="del">
          <ac:chgData name="Li,Yuting (HP Medicine) BII-CN-S" userId="ce8fbb54-122c-426d-b8da-fdcc5e1b5022" providerId="ADAL" clId="{ABEDBA49-68B6-4CA9-AA34-D7708738E2A8}" dt="2022-03-04T08:53:51.591" v="1351" actId="478"/>
          <ac:spMkLst>
            <pc:docMk/>
            <pc:sldMk cId="2180619049" sldId="2147377175"/>
            <ac:spMk id="93" creationId="{595C6883-D551-4EE5-B7D2-46943BDA0D32}"/>
          </ac:spMkLst>
        </pc:spChg>
        <pc:spChg chg="del">
          <ac:chgData name="Li,Yuting (HP Medicine) BII-CN-S" userId="ce8fbb54-122c-426d-b8da-fdcc5e1b5022" providerId="ADAL" clId="{ABEDBA49-68B6-4CA9-AA34-D7708738E2A8}" dt="2022-03-04T08:49:24.140" v="1280" actId="478"/>
          <ac:spMkLst>
            <pc:docMk/>
            <pc:sldMk cId="2180619049" sldId="2147377175"/>
            <ac:spMk id="94" creationId="{7A7730AB-6B83-4003-BB2F-DECBF03BBDB4}"/>
          </ac:spMkLst>
        </pc:spChg>
        <pc:spChg chg="del mod">
          <ac:chgData name="Li,Yuting (HP Medicine) BII-CN-S" userId="ce8fbb54-122c-426d-b8da-fdcc5e1b5022" providerId="ADAL" clId="{ABEDBA49-68B6-4CA9-AA34-D7708738E2A8}" dt="2022-03-04T08:52:18.178" v="1347" actId="478"/>
          <ac:spMkLst>
            <pc:docMk/>
            <pc:sldMk cId="2180619049" sldId="2147377175"/>
            <ac:spMk id="95" creationId="{29A2DC45-DE5B-48F2-B9FC-E0CDD5B1322D}"/>
          </ac:spMkLst>
        </pc:spChg>
        <pc:spChg chg="del">
          <ac:chgData name="Li,Yuting (HP Medicine) BII-CN-S" userId="ce8fbb54-122c-426d-b8da-fdcc5e1b5022" providerId="ADAL" clId="{ABEDBA49-68B6-4CA9-AA34-D7708738E2A8}" dt="2022-03-04T08:53:51.591" v="1351" actId="478"/>
          <ac:spMkLst>
            <pc:docMk/>
            <pc:sldMk cId="2180619049" sldId="2147377175"/>
            <ac:spMk id="96" creationId="{FEBB7B32-97F9-4BBB-8439-ADB2CC10E9D6}"/>
          </ac:spMkLst>
        </pc:spChg>
        <pc:spChg chg="mod">
          <ac:chgData name="Li,Yuting (HP Medicine) BII-CN-S" userId="ce8fbb54-122c-426d-b8da-fdcc5e1b5022" providerId="ADAL" clId="{ABEDBA49-68B6-4CA9-AA34-D7708738E2A8}" dt="2022-03-04T08:41:03.212" v="1018" actId="1076"/>
          <ac:spMkLst>
            <pc:docMk/>
            <pc:sldMk cId="2180619049" sldId="2147377175"/>
            <ac:spMk id="98" creationId="{E9CDEBE6-1B98-49B0-BB3E-4E4742B94638}"/>
          </ac:spMkLst>
        </pc:spChg>
        <pc:spChg chg="mod">
          <ac:chgData name="Li,Yuting (HP Medicine) BII-CN-S" userId="ce8fbb54-122c-426d-b8da-fdcc5e1b5022" providerId="ADAL" clId="{ABEDBA49-68B6-4CA9-AA34-D7708738E2A8}" dt="2022-03-04T08:48:12.889" v="1241" actId="1076"/>
          <ac:spMkLst>
            <pc:docMk/>
            <pc:sldMk cId="2180619049" sldId="2147377175"/>
            <ac:spMk id="99" creationId="{60F985A7-AFE4-4927-9447-634719D10FAA}"/>
          </ac:spMkLst>
        </pc:spChg>
        <pc:spChg chg="del">
          <ac:chgData name="Li,Yuting (HP Medicine) BII-CN-S" userId="ce8fbb54-122c-426d-b8da-fdcc5e1b5022" providerId="ADAL" clId="{ABEDBA49-68B6-4CA9-AA34-D7708738E2A8}" dt="2022-03-04T08:53:51.591" v="1351" actId="478"/>
          <ac:spMkLst>
            <pc:docMk/>
            <pc:sldMk cId="2180619049" sldId="2147377175"/>
            <ac:spMk id="100" creationId="{134D74FC-D54B-4047-847F-CBB76EC9F3EA}"/>
          </ac:spMkLst>
        </pc:spChg>
        <pc:spChg chg="del">
          <ac:chgData name="Li,Yuting (HP Medicine) BII-CN-S" userId="ce8fbb54-122c-426d-b8da-fdcc5e1b5022" providerId="ADAL" clId="{ABEDBA49-68B6-4CA9-AA34-D7708738E2A8}" dt="2022-03-04T08:53:51.591" v="1351" actId="478"/>
          <ac:spMkLst>
            <pc:docMk/>
            <pc:sldMk cId="2180619049" sldId="2147377175"/>
            <ac:spMk id="101" creationId="{116580F7-EF8C-4398-B7E5-B93D4E3B7314}"/>
          </ac:spMkLst>
        </pc:spChg>
        <pc:spChg chg="del">
          <ac:chgData name="Li,Yuting (HP Medicine) BII-CN-S" userId="ce8fbb54-122c-426d-b8da-fdcc5e1b5022" providerId="ADAL" clId="{ABEDBA49-68B6-4CA9-AA34-D7708738E2A8}" dt="2022-03-04T08:53:51.591" v="1351" actId="478"/>
          <ac:spMkLst>
            <pc:docMk/>
            <pc:sldMk cId="2180619049" sldId="2147377175"/>
            <ac:spMk id="102" creationId="{A363F998-E792-4751-B41F-BA56653D9BEE}"/>
          </ac:spMkLst>
        </pc:spChg>
        <pc:spChg chg="del">
          <ac:chgData name="Li,Yuting (HP Medicine) BII-CN-S" userId="ce8fbb54-122c-426d-b8da-fdcc5e1b5022" providerId="ADAL" clId="{ABEDBA49-68B6-4CA9-AA34-D7708738E2A8}" dt="2022-03-04T08:53:51.591" v="1351" actId="478"/>
          <ac:spMkLst>
            <pc:docMk/>
            <pc:sldMk cId="2180619049" sldId="2147377175"/>
            <ac:spMk id="103" creationId="{3D741225-A3C0-4C3B-9F0D-280A105C9367}"/>
          </ac:spMkLst>
        </pc:spChg>
        <pc:spChg chg="del">
          <ac:chgData name="Li,Yuting (HP Medicine) BII-CN-S" userId="ce8fbb54-122c-426d-b8da-fdcc5e1b5022" providerId="ADAL" clId="{ABEDBA49-68B6-4CA9-AA34-D7708738E2A8}" dt="2022-03-04T08:53:51.591" v="1351" actId="478"/>
          <ac:spMkLst>
            <pc:docMk/>
            <pc:sldMk cId="2180619049" sldId="2147377175"/>
            <ac:spMk id="104" creationId="{D61F4CBE-CD99-42C0-A4E9-9E8D1558B1E7}"/>
          </ac:spMkLst>
        </pc:spChg>
        <pc:spChg chg="del">
          <ac:chgData name="Li,Yuting (HP Medicine) BII-CN-S" userId="ce8fbb54-122c-426d-b8da-fdcc5e1b5022" providerId="ADAL" clId="{ABEDBA49-68B6-4CA9-AA34-D7708738E2A8}" dt="2022-03-04T08:53:51.591" v="1351" actId="478"/>
          <ac:spMkLst>
            <pc:docMk/>
            <pc:sldMk cId="2180619049" sldId="2147377175"/>
            <ac:spMk id="105" creationId="{785E939B-46E1-4400-AA01-4234544B9F05}"/>
          </ac:spMkLst>
        </pc:spChg>
        <pc:spChg chg="del">
          <ac:chgData name="Li,Yuting (HP Medicine) BII-CN-S" userId="ce8fbb54-122c-426d-b8da-fdcc5e1b5022" providerId="ADAL" clId="{ABEDBA49-68B6-4CA9-AA34-D7708738E2A8}" dt="2022-03-04T08:53:51.591" v="1351" actId="478"/>
          <ac:spMkLst>
            <pc:docMk/>
            <pc:sldMk cId="2180619049" sldId="2147377175"/>
            <ac:spMk id="106" creationId="{7F4ADEEE-A1A4-4560-B90D-3B71074032E9}"/>
          </ac:spMkLst>
        </pc:spChg>
        <pc:spChg chg="add mod">
          <ac:chgData name="Li,Yuting (HP Medicine) BII-CN-S" userId="ce8fbb54-122c-426d-b8da-fdcc5e1b5022" providerId="ADAL" clId="{ABEDBA49-68B6-4CA9-AA34-D7708738E2A8}" dt="2022-03-04T08:42:47.831" v="1144" actId="1076"/>
          <ac:spMkLst>
            <pc:docMk/>
            <pc:sldMk cId="2180619049" sldId="2147377175"/>
            <ac:spMk id="107" creationId="{FD43DEAD-0A6B-403E-9224-705A3FF31589}"/>
          </ac:spMkLst>
        </pc:spChg>
        <pc:spChg chg="add mod">
          <ac:chgData name="Li,Yuting (HP Medicine) BII-CN-S" userId="ce8fbb54-122c-426d-b8da-fdcc5e1b5022" providerId="ADAL" clId="{ABEDBA49-68B6-4CA9-AA34-D7708738E2A8}" dt="2022-03-04T08:47:30.257" v="1206" actId="1076"/>
          <ac:spMkLst>
            <pc:docMk/>
            <pc:sldMk cId="2180619049" sldId="2147377175"/>
            <ac:spMk id="108" creationId="{CF4F58C2-1A85-499B-A11F-FE6068DEB05D}"/>
          </ac:spMkLst>
        </pc:spChg>
        <pc:spChg chg="add mod">
          <ac:chgData name="Li,Yuting (HP Medicine) BII-CN-S" userId="ce8fbb54-122c-426d-b8da-fdcc5e1b5022" providerId="ADAL" clId="{ABEDBA49-68B6-4CA9-AA34-D7708738E2A8}" dt="2022-03-04T08:47:52.680" v="1229" actId="20577"/>
          <ac:spMkLst>
            <pc:docMk/>
            <pc:sldMk cId="2180619049" sldId="2147377175"/>
            <ac:spMk id="109" creationId="{D74E1CD6-2FF1-49B0-82A1-BF1047B041D0}"/>
          </ac:spMkLst>
        </pc:spChg>
        <pc:spChg chg="add mod">
          <ac:chgData name="Li,Yuting (HP Medicine) BII-CN-S" userId="ce8fbb54-122c-426d-b8da-fdcc5e1b5022" providerId="ADAL" clId="{ABEDBA49-68B6-4CA9-AA34-D7708738E2A8}" dt="2022-03-04T08:48:52.311" v="1279" actId="20577"/>
          <ac:spMkLst>
            <pc:docMk/>
            <pc:sldMk cId="2180619049" sldId="2147377175"/>
            <ac:spMk id="110" creationId="{D816FDA8-E63C-40E1-A1D6-CA3F63210C04}"/>
          </ac:spMkLst>
        </pc:spChg>
        <pc:spChg chg="add mod">
          <ac:chgData name="Li,Yuting (HP Medicine) BII-CN-S" userId="ce8fbb54-122c-426d-b8da-fdcc5e1b5022" providerId="ADAL" clId="{ABEDBA49-68B6-4CA9-AA34-D7708738E2A8}" dt="2022-03-04T08:56:02.288" v="1583" actId="1076"/>
          <ac:spMkLst>
            <pc:docMk/>
            <pc:sldMk cId="2180619049" sldId="2147377175"/>
            <ac:spMk id="111" creationId="{09835E79-B2D4-4F52-9E5C-B4091F3E8F30}"/>
          </ac:spMkLst>
        </pc:spChg>
        <pc:grpChg chg="mod">
          <ac:chgData name="Li,Yuting (HP Medicine) BII-CN-S" userId="ce8fbb54-122c-426d-b8da-fdcc5e1b5022" providerId="ADAL" clId="{ABEDBA49-68B6-4CA9-AA34-D7708738E2A8}" dt="2022-03-04T08:36:45.044" v="890" actId="1076"/>
          <ac:grpSpMkLst>
            <pc:docMk/>
            <pc:sldMk cId="2180619049" sldId="2147377175"/>
            <ac:grpSpMk id="50" creationId="{00000000-0000-0000-0000-000000000000}"/>
          </ac:grpSpMkLst>
        </pc:grpChg>
        <pc:graphicFrameChg chg="modGraphic">
          <ac:chgData name="Li,Yuting (HP Medicine) BII-CN-S" userId="ce8fbb54-122c-426d-b8da-fdcc5e1b5022" providerId="ADAL" clId="{ABEDBA49-68B6-4CA9-AA34-D7708738E2A8}" dt="2022-03-04T08:31:15.316" v="868" actId="20577"/>
          <ac:graphicFrameMkLst>
            <pc:docMk/>
            <pc:sldMk cId="2180619049" sldId="2147377175"/>
            <ac:graphicFrameMk id="116" creationId="{EB1832F7-86BE-4DEE-91F1-447638E4A957}"/>
          </ac:graphicFrameMkLst>
        </pc:graphicFrameChg>
        <pc:picChg chg="del">
          <ac:chgData name="Li,Yuting (HP Medicine) BII-CN-S" userId="ce8fbb54-122c-426d-b8da-fdcc5e1b5022" providerId="ADAL" clId="{ABEDBA49-68B6-4CA9-AA34-D7708738E2A8}" dt="2022-03-04T08:53:51.591" v="1351" actId="478"/>
          <ac:picMkLst>
            <pc:docMk/>
            <pc:sldMk cId="2180619049" sldId="2147377175"/>
            <ac:picMk id="4" creationId="{00000000-0000-0000-0000-000000000000}"/>
          </ac:picMkLst>
        </pc:picChg>
        <pc:picChg chg="add mod">
          <ac:chgData name="Li,Yuting (HP Medicine) BII-CN-S" userId="ce8fbb54-122c-426d-b8da-fdcc5e1b5022" providerId="ADAL" clId="{ABEDBA49-68B6-4CA9-AA34-D7708738E2A8}" dt="2022-03-04T08:52:22.292" v="1348" actId="14100"/>
          <ac:picMkLst>
            <pc:docMk/>
            <pc:sldMk cId="2180619049" sldId="2147377175"/>
            <ac:picMk id="12" creationId="{316AA229-F87D-4CEB-8EA7-D7E9C9D5FD41}"/>
          </ac:picMkLst>
        </pc:picChg>
        <pc:cxnChg chg="del mod">
          <ac:chgData name="Li,Yuting (HP Medicine) BII-CN-S" userId="ce8fbb54-122c-426d-b8da-fdcc5e1b5022" providerId="ADAL" clId="{ABEDBA49-68B6-4CA9-AA34-D7708738E2A8}" dt="2022-03-04T08:47:14.156" v="1202" actId="478"/>
          <ac:cxnSpMkLst>
            <pc:docMk/>
            <pc:sldMk cId="2180619049" sldId="2147377175"/>
            <ac:cxnSpMk id="10" creationId="{11A40912-9DB0-449E-937E-4B09B4DEA41B}"/>
          </ac:cxnSpMkLst>
        </pc:cxnChg>
        <pc:cxnChg chg="del">
          <ac:chgData name="Li,Yuting (HP Medicine) BII-CN-S" userId="ce8fbb54-122c-426d-b8da-fdcc5e1b5022" providerId="ADAL" clId="{ABEDBA49-68B6-4CA9-AA34-D7708738E2A8}" dt="2022-03-04T08:53:51.591" v="1351" actId="478"/>
          <ac:cxnSpMkLst>
            <pc:docMk/>
            <pc:sldMk cId="2180619049" sldId="2147377175"/>
            <ac:cxnSpMk id="14" creationId="{3FE385CD-0F25-4FD0-A9EB-BD9189AEFA20}"/>
          </ac:cxnSpMkLst>
        </pc:cxnChg>
        <pc:cxnChg chg="del mod">
          <ac:chgData name="Li,Yuting (HP Medicine) BII-CN-S" userId="ce8fbb54-122c-426d-b8da-fdcc5e1b5022" providerId="ADAL" clId="{ABEDBA49-68B6-4CA9-AA34-D7708738E2A8}" dt="2022-03-04T08:53:51.591" v="1351" actId="478"/>
          <ac:cxnSpMkLst>
            <pc:docMk/>
            <pc:sldMk cId="2180619049" sldId="2147377175"/>
            <ac:cxnSpMk id="72" creationId="{9C165100-0114-4167-8FF0-BFF01B293D04}"/>
          </ac:cxnSpMkLst>
        </pc:cxnChg>
        <pc:cxnChg chg="del">
          <ac:chgData name="Li,Yuting (HP Medicine) BII-CN-S" userId="ce8fbb54-122c-426d-b8da-fdcc5e1b5022" providerId="ADAL" clId="{ABEDBA49-68B6-4CA9-AA34-D7708738E2A8}" dt="2022-03-04T08:52:31.989" v="1350" actId="478"/>
          <ac:cxnSpMkLst>
            <pc:docMk/>
            <pc:sldMk cId="2180619049" sldId="2147377175"/>
            <ac:cxnSpMk id="97" creationId="{4032CFB7-FFCB-436D-B653-17A3BE47C587}"/>
          </ac:cxnSpMkLst>
        </pc:cxnChg>
      </pc:sldChg>
      <pc:sldChg chg="new del">
        <pc:chgData name="Li,Yuting (HP Medicine) BII-CN-S" userId="ce8fbb54-122c-426d-b8da-fdcc5e1b5022" providerId="ADAL" clId="{ABEDBA49-68B6-4CA9-AA34-D7708738E2A8}" dt="2022-03-04T08:30:04.630" v="810" actId="680"/>
        <pc:sldMkLst>
          <pc:docMk/>
          <pc:sldMk cId="2791999889" sldId="2147377175"/>
        </pc:sldMkLst>
      </pc:sldChg>
      <pc:sldChg chg="modSp add mod">
        <pc:chgData name="Li,Yuting (HP Medicine) BII-CN-S" userId="ce8fbb54-122c-426d-b8da-fdcc5e1b5022" providerId="ADAL" clId="{ABEDBA49-68B6-4CA9-AA34-D7708738E2A8}" dt="2022-03-11T10:42:41.964" v="3052" actId="20577"/>
        <pc:sldMkLst>
          <pc:docMk/>
          <pc:sldMk cId="4118063875" sldId="2147377176"/>
        </pc:sldMkLst>
        <pc:spChg chg="mod">
          <ac:chgData name="Li,Yuting (HP Medicine) BII-CN-S" userId="ce8fbb54-122c-426d-b8da-fdcc5e1b5022" providerId="ADAL" clId="{ABEDBA49-68B6-4CA9-AA34-D7708738E2A8}" dt="2022-03-08T05:49:32.844" v="2131" actId="1076"/>
          <ac:spMkLst>
            <pc:docMk/>
            <pc:sldMk cId="4118063875" sldId="2147377176"/>
            <ac:spMk id="63" creationId="{9224C17E-1AA1-4096-A3FD-25D6FD8BA444}"/>
          </ac:spMkLst>
        </pc:spChg>
        <pc:spChg chg="mod">
          <ac:chgData name="Li,Yuting (HP Medicine) BII-CN-S" userId="ce8fbb54-122c-426d-b8da-fdcc5e1b5022" providerId="ADAL" clId="{ABEDBA49-68B6-4CA9-AA34-D7708738E2A8}" dt="2022-03-11T10:42:41.964" v="3052" actId="20577"/>
          <ac:spMkLst>
            <pc:docMk/>
            <pc:sldMk cId="4118063875" sldId="2147377176"/>
            <ac:spMk id="99" creationId="{D11E8C8E-EA83-4AF2-B5EA-9A0D5FDC196B}"/>
          </ac:spMkLst>
        </pc:spChg>
        <pc:cxnChg chg="mod">
          <ac:chgData name="Li,Yuting (HP Medicine) BII-CN-S" userId="ce8fbb54-122c-426d-b8da-fdcc5e1b5022" providerId="ADAL" clId="{ABEDBA49-68B6-4CA9-AA34-D7708738E2A8}" dt="2022-03-08T05:49:34.587" v="2132" actId="1076"/>
          <ac:cxnSpMkLst>
            <pc:docMk/>
            <pc:sldMk cId="4118063875" sldId="2147377176"/>
            <ac:cxnSpMk id="61" creationId="{9C165100-0114-4167-8FF0-BFF01B293D04}"/>
          </ac:cxnSpMkLst>
        </pc:cxnChg>
      </pc:sldChg>
      <pc:sldChg chg="addSp delSp modSp new mod ord addCm modCm">
        <pc:chgData name="Li,Yuting (HP Medicine) BII-CN-S" userId="ce8fbb54-122c-426d-b8da-fdcc5e1b5022" providerId="ADAL" clId="{ABEDBA49-68B6-4CA9-AA34-D7708738E2A8}" dt="2022-03-11T10:36:29.044" v="2972" actId="6549"/>
        <pc:sldMkLst>
          <pc:docMk/>
          <pc:sldMk cId="768069284" sldId="2147377177"/>
        </pc:sldMkLst>
        <pc:spChg chg="del">
          <ac:chgData name="Li,Yuting (HP Medicine) BII-CN-S" userId="ce8fbb54-122c-426d-b8da-fdcc5e1b5022" providerId="ADAL" clId="{ABEDBA49-68B6-4CA9-AA34-D7708738E2A8}" dt="2022-03-10T07:39:40.665" v="2622" actId="478"/>
          <ac:spMkLst>
            <pc:docMk/>
            <pc:sldMk cId="768069284" sldId="2147377177"/>
            <ac:spMk id="2" creationId="{14C89A99-0E5C-41D3-9702-4DE425A8F83A}"/>
          </ac:spMkLst>
        </pc:spChg>
        <pc:spChg chg="mod">
          <ac:chgData name="Li,Yuting (HP Medicine) BII-CN-S" userId="ce8fbb54-122c-426d-b8da-fdcc5e1b5022" providerId="ADAL" clId="{ABEDBA49-68B6-4CA9-AA34-D7708738E2A8}" dt="2022-03-10T07:47:34.788" v="2717" actId="20577"/>
          <ac:spMkLst>
            <pc:docMk/>
            <pc:sldMk cId="768069284" sldId="2147377177"/>
            <ac:spMk id="6" creationId="{D20BDF38-086C-4A44-BC26-BFFD1AE9A321}"/>
          </ac:spMkLst>
        </pc:spChg>
        <pc:spChg chg="add mod">
          <ac:chgData name="Li,Yuting (HP Medicine) BII-CN-S" userId="ce8fbb54-122c-426d-b8da-fdcc5e1b5022" providerId="ADAL" clId="{ABEDBA49-68B6-4CA9-AA34-D7708738E2A8}" dt="2022-03-10T07:44:36.562" v="2666" actId="1076"/>
          <ac:spMkLst>
            <pc:docMk/>
            <pc:sldMk cId="768069284" sldId="2147377177"/>
            <ac:spMk id="9" creationId="{9FA2E147-DC03-44A4-9822-CEE97E873DCA}"/>
          </ac:spMkLst>
        </pc:spChg>
        <pc:spChg chg="add mod">
          <ac:chgData name="Li,Yuting (HP Medicine) BII-CN-S" userId="ce8fbb54-122c-426d-b8da-fdcc5e1b5022" providerId="ADAL" clId="{ABEDBA49-68B6-4CA9-AA34-D7708738E2A8}" dt="2022-03-11T10:36:16.241" v="2971" actId="1036"/>
          <ac:spMkLst>
            <pc:docMk/>
            <pc:sldMk cId="768069284" sldId="2147377177"/>
            <ac:spMk id="10" creationId="{B93C30E1-6357-432D-98FD-5FCA8D834023}"/>
          </ac:spMkLst>
        </pc:spChg>
        <pc:spChg chg="add mod">
          <ac:chgData name="Li,Yuting (HP Medicine) BII-CN-S" userId="ce8fbb54-122c-426d-b8da-fdcc5e1b5022" providerId="ADAL" clId="{ABEDBA49-68B6-4CA9-AA34-D7708738E2A8}" dt="2022-03-11T10:36:29.044" v="2972" actId="6549"/>
          <ac:spMkLst>
            <pc:docMk/>
            <pc:sldMk cId="768069284" sldId="2147377177"/>
            <ac:spMk id="11" creationId="{164E2F4E-C997-4052-9686-E74E6A91D518}"/>
          </ac:spMkLst>
        </pc:spChg>
        <pc:spChg chg="add mod">
          <ac:chgData name="Li,Yuting (HP Medicine) BII-CN-S" userId="ce8fbb54-122c-426d-b8da-fdcc5e1b5022" providerId="ADAL" clId="{ABEDBA49-68B6-4CA9-AA34-D7708738E2A8}" dt="2022-03-10T07:46:33.947" v="2705" actId="14100"/>
          <ac:spMkLst>
            <pc:docMk/>
            <pc:sldMk cId="768069284" sldId="2147377177"/>
            <ac:spMk id="12" creationId="{96696807-562B-42BC-8A36-7850E4603743}"/>
          </ac:spMkLst>
        </pc:spChg>
        <pc:graphicFrameChg chg="add mod modGraphic">
          <ac:chgData name="Li,Yuting (HP Medicine) BII-CN-S" userId="ce8fbb54-122c-426d-b8da-fdcc5e1b5022" providerId="ADAL" clId="{ABEDBA49-68B6-4CA9-AA34-D7708738E2A8}" dt="2022-03-11T09:42:51.805" v="2868" actId="1076"/>
          <ac:graphicFrameMkLst>
            <pc:docMk/>
            <pc:sldMk cId="768069284" sldId="2147377177"/>
            <ac:graphicFrameMk id="7" creationId="{4F648E27-EDFC-43B9-8040-91CFF7EF32C8}"/>
          </ac:graphicFrameMkLst>
        </pc:graphicFrameChg>
        <pc:graphicFrameChg chg="add mod modGraphic">
          <ac:chgData name="Li,Yuting (HP Medicine) BII-CN-S" userId="ce8fbb54-122c-426d-b8da-fdcc5e1b5022" providerId="ADAL" clId="{ABEDBA49-68B6-4CA9-AA34-D7708738E2A8}" dt="2022-03-11T09:31:57.461" v="2838" actId="207"/>
          <ac:graphicFrameMkLst>
            <pc:docMk/>
            <pc:sldMk cId="768069284" sldId="2147377177"/>
            <ac:graphicFrameMk id="8" creationId="{179B1091-A7FE-48F8-8FB6-D05D8A2CCF2A}"/>
          </ac:graphicFrameMkLst>
        </pc:graphicFrameChg>
        <pc:cxnChg chg="add mod">
          <ac:chgData name="Li,Yuting (HP Medicine) BII-CN-S" userId="ce8fbb54-122c-426d-b8da-fdcc5e1b5022" providerId="ADAL" clId="{ABEDBA49-68B6-4CA9-AA34-D7708738E2A8}" dt="2022-03-11T09:37:04.285" v="2849" actId="1076"/>
          <ac:cxnSpMkLst>
            <pc:docMk/>
            <pc:sldMk cId="768069284" sldId="2147377177"/>
            <ac:cxnSpMk id="13" creationId="{6A7BFC67-450C-4FD4-93B1-B3A0BF802FDF}"/>
          </ac:cxnSpMkLst>
        </pc:cxnChg>
        <pc:cxnChg chg="add mod">
          <ac:chgData name="Li,Yuting (HP Medicine) BII-CN-S" userId="ce8fbb54-122c-426d-b8da-fdcc5e1b5022" providerId="ADAL" clId="{ABEDBA49-68B6-4CA9-AA34-D7708738E2A8}" dt="2022-03-11T09:37:56.196" v="2862" actId="1076"/>
          <ac:cxnSpMkLst>
            <pc:docMk/>
            <pc:sldMk cId="768069284" sldId="2147377177"/>
            <ac:cxnSpMk id="14" creationId="{33787EF2-1769-4790-8559-90C7A96E7D05}"/>
          </ac:cxnSpMkLst>
        </pc:cxnChg>
        <pc:cxnChg chg="add mod">
          <ac:chgData name="Li,Yuting (HP Medicine) BII-CN-S" userId="ce8fbb54-122c-426d-b8da-fdcc5e1b5022" providerId="ADAL" clId="{ABEDBA49-68B6-4CA9-AA34-D7708738E2A8}" dt="2022-03-11T09:37:10.260" v="2851" actId="1076"/>
          <ac:cxnSpMkLst>
            <pc:docMk/>
            <pc:sldMk cId="768069284" sldId="2147377177"/>
            <ac:cxnSpMk id="15" creationId="{D6B9925E-CB92-4B60-B759-CCC86B430228}"/>
          </ac:cxnSpMkLst>
        </pc:cxnChg>
        <pc:cxnChg chg="add mod">
          <ac:chgData name="Li,Yuting (HP Medicine) BII-CN-S" userId="ce8fbb54-122c-426d-b8da-fdcc5e1b5022" providerId="ADAL" clId="{ABEDBA49-68B6-4CA9-AA34-D7708738E2A8}" dt="2022-03-11T09:42:58.710" v="2877" actId="1037"/>
          <ac:cxnSpMkLst>
            <pc:docMk/>
            <pc:sldMk cId="768069284" sldId="2147377177"/>
            <ac:cxnSpMk id="16" creationId="{96C4300F-8304-4F0A-91ED-496A5D57CEEF}"/>
          </ac:cxnSpMkLst>
        </pc:cxnChg>
        <pc:cxnChg chg="add mod">
          <ac:chgData name="Li,Yuting (HP Medicine) BII-CN-S" userId="ce8fbb54-122c-426d-b8da-fdcc5e1b5022" providerId="ADAL" clId="{ABEDBA49-68B6-4CA9-AA34-D7708738E2A8}" dt="2022-03-11T09:37:40.645" v="2858" actId="1076"/>
          <ac:cxnSpMkLst>
            <pc:docMk/>
            <pc:sldMk cId="768069284" sldId="2147377177"/>
            <ac:cxnSpMk id="17" creationId="{55135CF3-4294-4469-83BD-4A5DCD98B96E}"/>
          </ac:cxnSpMkLst>
        </pc:cxnChg>
        <pc:cxnChg chg="add mod">
          <ac:chgData name="Li,Yuting (HP Medicine) BII-CN-S" userId="ce8fbb54-122c-426d-b8da-fdcc5e1b5022" providerId="ADAL" clId="{ABEDBA49-68B6-4CA9-AA34-D7708738E2A8}" dt="2022-03-11T09:37:44.604" v="2860" actId="1076"/>
          <ac:cxnSpMkLst>
            <pc:docMk/>
            <pc:sldMk cId="768069284" sldId="2147377177"/>
            <ac:cxnSpMk id="18" creationId="{9A4FCCC2-B7A3-4C87-AD8C-643B5E506992}"/>
          </ac:cxnSpMkLst>
        </pc:cxnChg>
      </pc:sldChg>
    </pc:docChg>
  </pc:docChgLst>
  <pc:docChgLst>
    <pc:chgData name="Chen,Michael (HP Med RA) BII-CN-B" userId="d5e1e1c3-1b8e-4d7c-a738-2fc34bcfb3bb" providerId="ADAL" clId="{415DB77F-A5B5-447B-997F-E65B46236E42}"/>
    <pc:docChg chg="modSld">
      <pc:chgData name="Chen,Michael (HP Med RA) BII-CN-B" userId="d5e1e1c3-1b8e-4d7c-a738-2fc34bcfb3bb" providerId="ADAL" clId="{415DB77F-A5B5-447B-997F-E65B46236E42}" dt="2022-10-09T06:34:09.454" v="0" actId="6549"/>
      <pc:docMkLst>
        <pc:docMk/>
      </pc:docMkLst>
      <pc:sldChg chg="modSp mod">
        <pc:chgData name="Chen,Michael (HP Med RA) BII-CN-B" userId="d5e1e1c3-1b8e-4d7c-a738-2fc34bcfb3bb" providerId="ADAL" clId="{415DB77F-A5B5-447B-997F-E65B46236E42}" dt="2022-10-09T06:34:09.454" v="0" actId="6549"/>
        <pc:sldMkLst>
          <pc:docMk/>
          <pc:sldMk cId="3191557910" sldId="2147377304"/>
        </pc:sldMkLst>
        <pc:spChg chg="mod">
          <ac:chgData name="Chen,Michael (HP Med RA) BII-CN-B" userId="d5e1e1c3-1b8e-4d7c-a738-2fc34bcfb3bb" providerId="ADAL" clId="{415DB77F-A5B5-447B-997F-E65B46236E42}" dt="2022-10-09T06:34:09.454" v="0" actId="6549"/>
          <ac:spMkLst>
            <pc:docMk/>
            <pc:sldMk cId="3191557910" sldId="2147377304"/>
            <ac:spMk id="125" creationId="{DFAA6683-0037-41A5-88BA-233844E272FA}"/>
          </ac:spMkLst>
        </pc:spChg>
      </pc:sldChg>
    </pc:docChg>
  </pc:docChgLst>
  <pc:docChgLst>
    <pc:chgData name="Ying Zhang" userId="456eb1e0-4978-443e-822e-be854341a778" providerId="ADAL" clId="{40A9D1DE-5748-4D9D-AD57-9D34EDAD5038}"/>
    <pc:docChg chg="custSel delSld modSld">
      <pc:chgData name="Ying Zhang" userId="456eb1e0-4978-443e-822e-be854341a778" providerId="ADAL" clId="{40A9D1DE-5748-4D9D-AD57-9D34EDAD5038}" dt="2023-04-10T01:43:17.401" v="90" actId="47"/>
      <pc:docMkLst>
        <pc:docMk/>
      </pc:docMkLst>
      <pc:sldChg chg="modSp mod">
        <pc:chgData name="Ying Zhang" userId="456eb1e0-4978-443e-822e-be854341a778" providerId="ADAL" clId="{40A9D1DE-5748-4D9D-AD57-9D34EDAD5038}" dt="2023-04-10T00:50:51.832" v="88" actId="20577"/>
        <pc:sldMkLst>
          <pc:docMk/>
          <pc:sldMk cId="1855604625" sldId="2147471228"/>
        </pc:sldMkLst>
        <pc:graphicFrameChg chg="modGraphic">
          <ac:chgData name="Ying Zhang" userId="456eb1e0-4978-443e-822e-be854341a778" providerId="ADAL" clId="{40A9D1DE-5748-4D9D-AD57-9D34EDAD5038}" dt="2023-04-10T00:50:51.832" v="88" actId="20577"/>
          <ac:graphicFrameMkLst>
            <pc:docMk/>
            <pc:sldMk cId="1855604625" sldId="2147471228"/>
            <ac:graphicFrameMk id="3" creationId="{11AE3040-3184-4C5F-87F2-D328CD8202AC}"/>
          </ac:graphicFrameMkLst>
        </pc:graphicFrameChg>
      </pc:sldChg>
      <pc:sldChg chg="del">
        <pc:chgData name="Ying Zhang" userId="456eb1e0-4978-443e-822e-be854341a778" providerId="ADAL" clId="{40A9D1DE-5748-4D9D-AD57-9D34EDAD5038}" dt="2023-04-10T01:42:56.914" v="89" actId="47"/>
        <pc:sldMkLst>
          <pc:docMk/>
          <pc:sldMk cId="720579693" sldId="2147471235"/>
        </pc:sldMkLst>
      </pc:sldChg>
      <pc:sldChg chg="del">
        <pc:chgData name="Ying Zhang" userId="456eb1e0-4978-443e-822e-be854341a778" providerId="ADAL" clId="{40A9D1DE-5748-4D9D-AD57-9D34EDAD5038}" dt="2023-04-10T01:43:17.401" v="90" actId="47"/>
        <pc:sldMkLst>
          <pc:docMk/>
          <pc:sldMk cId="1287201833" sldId="2147471236"/>
        </pc:sldMkLst>
      </pc:sldChg>
    </pc:docChg>
  </pc:docChgLst>
  <pc:docChgLst>
    <pc:chgData name="Li,Yuting (HP Medicine) BII-CN-S" userId="ce8fbb54-122c-426d-b8da-fdcc5e1b5022" providerId="ADAL" clId="{61BB03FA-5227-454C-9D35-F25DE3671D35}"/>
    <pc:docChg chg="undo custSel addSld modSld">
      <pc:chgData name="Li,Yuting (HP Medicine) BII-CN-S" userId="ce8fbb54-122c-426d-b8da-fdcc5e1b5022" providerId="ADAL" clId="{61BB03FA-5227-454C-9D35-F25DE3671D35}" dt="2022-12-22T06:00:48.820" v="3409" actId="1076"/>
      <pc:docMkLst>
        <pc:docMk/>
      </pc:docMkLst>
      <pc:sldChg chg="addSp modSp mod">
        <pc:chgData name="Li,Yuting (HP Medicine) BII-CN-S" userId="ce8fbb54-122c-426d-b8da-fdcc5e1b5022" providerId="ADAL" clId="{61BB03FA-5227-454C-9D35-F25DE3671D35}" dt="2022-12-13T03:31:56.179" v="1234" actId="6549"/>
        <pc:sldMkLst>
          <pc:docMk/>
          <pc:sldMk cId="1590028121" sldId="2147377295"/>
        </pc:sldMkLst>
        <pc:spChg chg="add mod">
          <ac:chgData name="Li,Yuting (HP Medicine) BII-CN-S" userId="ce8fbb54-122c-426d-b8da-fdcc5e1b5022" providerId="ADAL" clId="{61BB03FA-5227-454C-9D35-F25DE3671D35}" dt="2022-12-13T03:31:56.179" v="1234" actId="6549"/>
          <ac:spMkLst>
            <pc:docMk/>
            <pc:sldMk cId="1590028121" sldId="2147377295"/>
            <ac:spMk id="14" creationId="{F6095F62-C692-477D-902B-038814029A88}"/>
          </ac:spMkLst>
        </pc:spChg>
      </pc:sldChg>
      <pc:sldChg chg="addSp delSp modSp mod">
        <pc:chgData name="Li,Yuting (HP Medicine) BII-CN-S" userId="ce8fbb54-122c-426d-b8da-fdcc5e1b5022" providerId="ADAL" clId="{61BB03FA-5227-454C-9D35-F25DE3671D35}" dt="2022-12-12T06:24:16.246" v="579" actId="14100"/>
        <pc:sldMkLst>
          <pc:docMk/>
          <pc:sldMk cId="1238319318" sldId="2147377305"/>
        </pc:sldMkLst>
        <pc:spChg chg="add mod">
          <ac:chgData name="Li,Yuting (HP Medicine) BII-CN-S" userId="ce8fbb54-122c-426d-b8da-fdcc5e1b5022" providerId="ADAL" clId="{61BB03FA-5227-454C-9D35-F25DE3671D35}" dt="2022-12-12T06:24:16.246" v="579" actId="14100"/>
          <ac:spMkLst>
            <pc:docMk/>
            <pc:sldMk cId="1238319318" sldId="2147377305"/>
            <ac:spMk id="158" creationId="{7B5D15F9-7DF3-457C-B30F-801405110666}"/>
          </ac:spMkLst>
        </pc:spChg>
        <pc:spChg chg="mod">
          <ac:chgData name="Li,Yuting (HP Medicine) BII-CN-S" userId="ce8fbb54-122c-426d-b8da-fdcc5e1b5022" providerId="ADAL" clId="{61BB03FA-5227-454C-9D35-F25DE3671D35}" dt="2022-12-11T09:15:43.237" v="11" actId="1037"/>
          <ac:spMkLst>
            <pc:docMk/>
            <pc:sldMk cId="1238319318" sldId="2147377305"/>
            <ac:spMk id="182" creationId="{C39E1252-F332-4AA3-BA76-25AA4B4689A7}"/>
          </ac:spMkLst>
        </pc:spChg>
        <pc:spChg chg="mod">
          <ac:chgData name="Li,Yuting (HP Medicine) BII-CN-S" userId="ce8fbb54-122c-426d-b8da-fdcc5e1b5022" providerId="ADAL" clId="{61BB03FA-5227-454C-9D35-F25DE3671D35}" dt="2022-12-11T09:15:46.581" v="12" actId="1076"/>
          <ac:spMkLst>
            <pc:docMk/>
            <pc:sldMk cId="1238319318" sldId="2147377305"/>
            <ac:spMk id="185" creationId="{371544BC-5E69-43FB-B584-81E96D80C536}"/>
          </ac:spMkLst>
        </pc:spChg>
        <pc:spChg chg="del mod">
          <ac:chgData name="Li,Yuting (HP Medicine) BII-CN-S" userId="ce8fbb54-122c-426d-b8da-fdcc5e1b5022" providerId="ADAL" clId="{61BB03FA-5227-454C-9D35-F25DE3671D35}" dt="2022-12-11T09:14:49.193" v="2" actId="478"/>
          <ac:spMkLst>
            <pc:docMk/>
            <pc:sldMk cId="1238319318" sldId="2147377305"/>
            <ac:spMk id="251" creationId="{6472A2C9-4C96-4454-863B-77639976F81C}"/>
          </ac:spMkLst>
        </pc:spChg>
        <pc:spChg chg="mod">
          <ac:chgData name="Li,Yuting (HP Medicine) BII-CN-S" userId="ce8fbb54-122c-426d-b8da-fdcc5e1b5022" providerId="ADAL" clId="{61BB03FA-5227-454C-9D35-F25DE3671D35}" dt="2022-12-11T09:15:29.917" v="4" actId="20577"/>
          <ac:spMkLst>
            <pc:docMk/>
            <pc:sldMk cId="1238319318" sldId="2147377305"/>
            <ac:spMk id="253" creationId="{CC98B8DE-E13F-41EA-B7EF-DF66E1BB0A93}"/>
          </ac:spMkLst>
        </pc:spChg>
      </pc:sldChg>
      <pc:sldChg chg="addSp delSp modSp mod">
        <pc:chgData name="Li,Yuting (HP Medicine) BII-CN-S" userId="ce8fbb54-122c-426d-b8da-fdcc5e1b5022" providerId="ADAL" clId="{61BB03FA-5227-454C-9D35-F25DE3671D35}" dt="2022-12-22T06:00:48.820" v="3409" actId="1076"/>
        <pc:sldMkLst>
          <pc:docMk/>
          <pc:sldMk cId="4148139965" sldId="2147377319"/>
        </pc:sldMkLst>
        <pc:spChg chg="mod">
          <ac:chgData name="Li,Yuting (HP Medicine) BII-CN-S" userId="ce8fbb54-122c-426d-b8da-fdcc5e1b5022" providerId="ADAL" clId="{61BB03FA-5227-454C-9D35-F25DE3671D35}" dt="2022-12-13T08:03:16.079" v="1640" actId="115"/>
          <ac:spMkLst>
            <pc:docMk/>
            <pc:sldMk cId="4148139965" sldId="2147377319"/>
            <ac:spMk id="3" creationId="{00000000-0000-0000-0000-000000000000}"/>
          </ac:spMkLst>
        </pc:spChg>
        <pc:spChg chg="mod">
          <ac:chgData name="Li,Yuting (HP Medicine) BII-CN-S" userId="ce8fbb54-122c-426d-b8da-fdcc5e1b5022" providerId="ADAL" clId="{61BB03FA-5227-454C-9D35-F25DE3671D35}" dt="2022-12-22T03:43:14.535" v="3390" actId="1076"/>
          <ac:spMkLst>
            <pc:docMk/>
            <pc:sldMk cId="4148139965" sldId="2147377319"/>
            <ac:spMk id="10" creationId="{77AC8500-E01D-4266-A37A-A48AA09F0942}"/>
          </ac:spMkLst>
        </pc:spChg>
        <pc:spChg chg="mod">
          <ac:chgData name="Li,Yuting (HP Medicine) BII-CN-S" userId="ce8fbb54-122c-426d-b8da-fdcc5e1b5022" providerId="ADAL" clId="{61BB03FA-5227-454C-9D35-F25DE3671D35}" dt="2022-12-22T03:40:52.100" v="3369" actId="20577"/>
          <ac:spMkLst>
            <pc:docMk/>
            <pc:sldMk cId="4148139965" sldId="2147377319"/>
            <ac:spMk id="95" creationId="{BC6A3A5F-ADE2-49BE-B19B-A4EDD9DA156B}"/>
          </ac:spMkLst>
        </pc:spChg>
        <pc:spChg chg="mod">
          <ac:chgData name="Li,Yuting (HP Medicine) BII-CN-S" userId="ce8fbb54-122c-426d-b8da-fdcc5e1b5022" providerId="ADAL" clId="{61BB03FA-5227-454C-9D35-F25DE3671D35}" dt="2022-12-22T06:00:27.773" v="3408" actId="1076"/>
          <ac:spMkLst>
            <pc:docMk/>
            <pc:sldMk cId="4148139965" sldId="2147377319"/>
            <ac:spMk id="99" creationId="{D11E8C8E-EA83-4AF2-B5EA-9A0D5FDC196B}"/>
          </ac:spMkLst>
        </pc:spChg>
        <pc:spChg chg="mod">
          <ac:chgData name="Li,Yuting (HP Medicine) BII-CN-S" userId="ce8fbb54-122c-426d-b8da-fdcc5e1b5022" providerId="ADAL" clId="{61BB03FA-5227-454C-9D35-F25DE3671D35}" dt="2022-12-22T03:12:35.586" v="3344" actId="20577"/>
          <ac:spMkLst>
            <pc:docMk/>
            <pc:sldMk cId="4148139965" sldId="2147377319"/>
            <ac:spMk id="100" creationId="{BB730A7E-323C-4B8A-AEC8-36B23B68DA3C}"/>
          </ac:spMkLst>
        </pc:spChg>
        <pc:spChg chg="mod">
          <ac:chgData name="Li,Yuting (HP Medicine) BII-CN-S" userId="ce8fbb54-122c-426d-b8da-fdcc5e1b5022" providerId="ADAL" clId="{61BB03FA-5227-454C-9D35-F25DE3671D35}" dt="2022-12-22T03:48:43.706" v="3403" actId="1076"/>
          <ac:spMkLst>
            <pc:docMk/>
            <pc:sldMk cId="4148139965" sldId="2147377319"/>
            <ac:spMk id="101" creationId="{00000000-0000-0000-0000-000000000000}"/>
          </ac:spMkLst>
        </pc:spChg>
        <pc:spChg chg="mod">
          <ac:chgData name="Li,Yuting (HP Medicine) BII-CN-S" userId="ce8fbb54-122c-426d-b8da-fdcc5e1b5022" providerId="ADAL" clId="{61BB03FA-5227-454C-9D35-F25DE3671D35}" dt="2022-12-22T03:13:22.581" v="3347" actId="1076"/>
          <ac:spMkLst>
            <pc:docMk/>
            <pc:sldMk cId="4148139965" sldId="2147377319"/>
            <ac:spMk id="102" creationId="{C94C35D3-6A95-4C11-B6AA-2419244468C6}"/>
          </ac:spMkLst>
        </pc:spChg>
        <pc:spChg chg="mod">
          <ac:chgData name="Li,Yuting (HP Medicine) BII-CN-S" userId="ce8fbb54-122c-426d-b8da-fdcc5e1b5022" providerId="ADAL" clId="{61BB03FA-5227-454C-9D35-F25DE3671D35}" dt="2022-12-22T03:44:22.392" v="3399" actId="14100"/>
          <ac:spMkLst>
            <pc:docMk/>
            <pc:sldMk cId="4148139965" sldId="2147377319"/>
            <ac:spMk id="104" creationId="{02E58887-B3EA-40E7-B357-0C5CAB72BABC}"/>
          </ac:spMkLst>
        </pc:spChg>
        <pc:spChg chg="mod">
          <ac:chgData name="Li,Yuting (HP Medicine) BII-CN-S" userId="ce8fbb54-122c-426d-b8da-fdcc5e1b5022" providerId="ADAL" clId="{61BB03FA-5227-454C-9D35-F25DE3671D35}" dt="2022-12-22T03:11:26.594" v="3328" actId="6549"/>
          <ac:spMkLst>
            <pc:docMk/>
            <pc:sldMk cId="4148139965" sldId="2147377319"/>
            <ac:spMk id="125" creationId="{818F6090-B0DB-410C-B9C3-839145EB000E}"/>
          </ac:spMkLst>
        </pc:spChg>
        <pc:spChg chg="mod">
          <ac:chgData name="Li,Yuting (HP Medicine) BII-CN-S" userId="ce8fbb54-122c-426d-b8da-fdcc5e1b5022" providerId="ADAL" clId="{61BB03FA-5227-454C-9D35-F25DE3671D35}" dt="2022-12-22T03:13:34.794" v="3350" actId="1076"/>
          <ac:spMkLst>
            <pc:docMk/>
            <pc:sldMk cId="4148139965" sldId="2147377319"/>
            <ac:spMk id="135" creationId="{82321E30-CCB3-4124-987A-20BAE479DC5C}"/>
          </ac:spMkLst>
        </pc:spChg>
        <pc:spChg chg="mod">
          <ac:chgData name="Li,Yuting (HP Medicine) BII-CN-S" userId="ce8fbb54-122c-426d-b8da-fdcc5e1b5022" providerId="ADAL" clId="{61BB03FA-5227-454C-9D35-F25DE3671D35}" dt="2022-12-22T03:16:09.222" v="3351" actId="1076"/>
          <ac:spMkLst>
            <pc:docMk/>
            <pc:sldMk cId="4148139965" sldId="2147377319"/>
            <ac:spMk id="139" creationId="{C8B3A2F4-6671-4079-B5C4-FA83E993CDE1}"/>
          </ac:spMkLst>
        </pc:spChg>
        <pc:spChg chg="mod">
          <ac:chgData name="Li,Yuting (HP Medicine) BII-CN-S" userId="ce8fbb54-122c-426d-b8da-fdcc5e1b5022" providerId="ADAL" clId="{61BB03FA-5227-454C-9D35-F25DE3671D35}" dt="2022-12-22T03:16:11.796" v="3352" actId="1076"/>
          <ac:spMkLst>
            <pc:docMk/>
            <pc:sldMk cId="4148139965" sldId="2147377319"/>
            <ac:spMk id="140" creationId="{9CBD3BA2-DC90-4A15-888F-95C75C2D9322}"/>
          </ac:spMkLst>
        </pc:spChg>
        <pc:spChg chg="mod">
          <ac:chgData name="Li,Yuting (HP Medicine) BII-CN-S" userId="ce8fbb54-122c-426d-b8da-fdcc5e1b5022" providerId="ADAL" clId="{61BB03FA-5227-454C-9D35-F25DE3671D35}" dt="2022-12-22T03:43:06.324" v="3389" actId="1076"/>
          <ac:spMkLst>
            <pc:docMk/>
            <pc:sldMk cId="4148139965" sldId="2147377319"/>
            <ac:spMk id="143" creationId="{E0AB2F68-1A6F-4613-81AA-412A2980584A}"/>
          </ac:spMkLst>
        </pc:spChg>
        <pc:spChg chg="mod">
          <ac:chgData name="Li,Yuting (HP Medicine) BII-CN-S" userId="ce8fbb54-122c-426d-b8da-fdcc5e1b5022" providerId="ADAL" clId="{61BB03FA-5227-454C-9D35-F25DE3671D35}" dt="2022-12-22T03:41:07.071" v="3373" actId="20577"/>
          <ac:spMkLst>
            <pc:docMk/>
            <pc:sldMk cId="4148139965" sldId="2147377319"/>
            <ac:spMk id="150" creationId="{E7F52DAA-A157-47BC-A5C9-75269C2E9F80}"/>
          </ac:spMkLst>
        </pc:spChg>
        <pc:spChg chg="mod">
          <ac:chgData name="Li,Yuting (HP Medicine) BII-CN-S" userId="ce8fbb54-122c-426d-b8da-fdcc5e1b5022" providerId="ADAL" clId="{61BB03FA-5227-454C-9D35-F25DE3671D35}" dt="2022-12-22T03:44:12.355" v="3397" actId="1076"/>
          <ac:spMkLst>
            <pc:docMk/>
            <pc:sldMk cId="4148139965" sldId="2147377319"/>
            <ac:spMk id="155" creationId="{FB07F190-2473-4357-8793-5725F297EB67}"/>
          </ac:spMkLst>
        </pc:spChg>
        <pc:spChg chg="mod">
          <ac:chgData name="Li,Yuting (HP Medicine) BII-CN-S" userId="ce8fbb54-122c-426d-b8da-fdcc5e1b5022" providerId="ADAL" clId="{61BB03FA-5227-454C-9D35-F25DE3671D35}" dt="2022-12-22T03:48:46.192" v="3404" actId="1076"/>
          <ac:spMkLst>
            <pc:docMk/>
            <pc:sldMk cId="4148139965" sldId="2147377319"/>
            <ac:spMk id="158" creationId="{6E841615-1B59-4322-9FB3-D70E9562AFF7}"/>
          </ac:spMkLst>
        </pc:spChg>
        <pc:spChg chg="mod">
          <ac:chgData name="Li,Yuting (HP Medicine) BII-CN-S" userId="ce8fbb54-122c-426d-b8da-fdcc5e1b5022" providerId="ADAL" clId="{61BB03FA-5227-454C-9D35-F25DE3671D35}" dt="2022-12-22T03:48:48.360" v="3405" actId="1076"/>
          <ac:spMkLst>
            <pc:docMk/>
            <pc:sldMk cId="4148139965" sldId="2147377319"/>
            <ac:spMk id="159" creationId="{FDC32608-7663-40C3-82FA-A8D6BD24E744}"/>
          </ac:spMkLst>
        </pc:spChg>
        <pc:spChg chg="add mod">
          <ac:chgData name="Li,Yuting (HP Medicine) BII-CN-S" userId="ce8fbb54-122c-426d-b8da-fdcc5e1b5022" providerId="ADAL" clId="{61BB03FA-5227-454C-9D35-F25DE3671D35}" dt="2022-12-22T03:16:35.700" v="3355" actId="1076"/>
          <ac:spMkLst>
            <pc:docMk/>
            <pc:sldMk cId="4148139965" sldId="2147377319"/>
            <ac:spMk id="161" creationId="{5807845B-6845-4E8D-98CA-9B3F0BBE66AE}"/>
          </ac:spMkLst>
        </pc:spChg>
        <pc:spChg chg="add mod">
          <ac:chgData name="Li,Yuting (HP Medicine) BII-CN-S" userId="ce8fbb54-122c-426d-b8da-fdcc5e1b5022" providerId="ADAL" clId="{61BB03FA-5227-454C-9D35-F25DE3671D35}" dt="2022-12-22T03:43:24.835" v="3391" actId="1076"/>
          <ac:spMkLst>
            <pc:docMk/>
            <pc:sldMk cId="4148139965" sldId="2147377319"/>
            <ac:spMk id="162" creationId="{046F2279-B150-49F8-92F4-C3B7C3A20F7B}"/>
          </ac:spMkLst>
        </pc:spChg>
        <pc:spChg chg="mod">
          <ac:chgData name="Li,Yuting (HP Medicine) BII-CN-S" userId="ce8fbb54-122c-426d-b8da-fdcc5e1b5022" providerId="ADAL" clId="{61BB03FA-5227-454C-9D35-F25DE3671D35}" dt="2022-12-22T03:41:01.171" v="3371" actId="20577"/>
          <ac:spMkLst>
            <pc:docMk/>
            <pc:sldMk cId="4148139965" sldId="2147377319"/>
            <ac:spMk id="186" creationId="{49D9883D-1B68-405E-9BDD-4022B845E210}"/>
          </ac:spMkLst>
        </pc:spChg>
        <pc:picChg chg="mod">
          <ac:chgData name="Li,Yuting (HP Medicine) BII-CN-S" userId="ce8fbb54-122c-426d-b8da-fdcc5e1b5022" providerId="ADAL" clId="{61BB03FA-5227-454C-9D35-F25DE3671D35}" dt="2022-12-22T03:48:38.772" v="3402" actId="1076"/>
          <ac:picMkLst>
            <pc:docMk/>
            <pc:sldMk cId="4148139965" sldId="2147377319"/>
            <ac:picMk id="4" creationId="{00000000-0000-0000-0000-000000000000}"/>
          </ac:picMkLst>
        </pc:picChg>
        <pc:picChg chg="add mod">
          <ac:chgData name="Li,Yuting (HP Medicine) BII-CN-S" userId="ce8fbb54-122c-426d-b8da-fdcc5e1b5022" providerId="ADAL" clId="{61BB03FA-5227-454C-9D35-F25DE3671D35}" dt="2022-12-22T06:00:48.820" v="3409" actId="1076"/>
          <ac:picMkLst>
            <pc:docMk/>
            <pc:sldMk cId="4148139965" sldId="2147377319"/>
            <ac:picMk id="151" creationId="{0C3DB77D-21ED-405D-84D2-57E0E7623BA9}"/>
          </ac:picMkLst>
        </pc:picChg>
        <pc:cxnChg chg="del mod">
          <ac:chgData name="Li,Yuting (HP Medicine) BII-CN-S" userId="ce8fbb54-122c-426d-b8da-fdcc5e1b5022" providerId="ADAL" clId="{61BB03FA-5227-454C-9D35-F25DE3671D35}" dt="2022-12-22T03:43:00.258" v="3387" actId="478"/>
          <ac:cxnSpMkLst>
            <pc:docMk/>
            <pc:sldMk cId="4148139965" sldId="2147377319"/>
            <ac:cxnSpMk id="12" creationId="{E59EDE38-43B8-4213-A227-E4224EE28169}"/>
          </ac:cxnSpMkLst>
        </pc:cxnChg>
        <pc:cxnChg chg="add mod">
          <ac:chgData name="Li,Yuting (HP Medicine) BII-CN-S" userId="ce8fbb54-122c-426d-b8da-fdcc5e1b5022" providerId="ADAL" clId="{61BB03FA-5227-454C-9D35-F25DE3671D35}" dt="2022-12-22T03:44:29.418" v="3401" actId="14100"/>
          <ac:cxnSpMkLst>
            <pc:docMk/>
            <pc:sldMk cId="4148139965" sldId="2147377319"/>
            <ac:cxnSpMk id="13" creationId="{937BA6EA-416E-4B25-A9AD-7404CBD7E79F}"/>
          </ac:cxnSpMkLst>
        </pc:cxnChg>
      </pc:sldChg>
      <pc:sldChg chg="modSp mod">
        <pc:chgData name="Li,Yuting (HP Medicine) BII-CN-S" userId="ce8fbb54-122c-426d-b8da-fdcc5e1b5022" providerId="ADAL" clId="{61BB03FA-5227-454C-9D35-F25DE3671D35}" dt="2022-12-13T07:12:57.174" v="1533" actId="20577"/>
        <pc:sldMkLst>
          <pc:docMk/>
          <pc:sldMk cId="2176290733" sldId="2147377324"/>
        </pc:sldMkLst>
        <pc:spChg chg="mod ord">
          <ac:chgData name="Li,Yuting (HP Medicine) BII-CN-S" userId="ce8fbb54-122c-426d-b8da-fdcc5e1b5022" providerId="ADAL" clId="{61BB03FA-5227-454C-9D35-F25DE3671D35}" dt="2022-12-13T07:12:57.174" v="1533" actId="20577"/>
          <ac:spMkLst>
            <pc:docMk/>
            <pc:sldMk cId="2176290733" sldId="2147377324"/>
            <ac:spMk id="41" creationId="{80672632-5059-4D01-BB59-096554D9CD3A}"/>
          </ac:spMkLst>
        </pc:spChg>
        <pc:spChg chg="ord">
          <ac:chgData name="Li,Yuting (HP Medicine) BII-CN-S" userId="ce8fbb54-122c-426d-b8da-fdcc5e1b5022" providerId="ADAL" clId="{61BB03FA-5227-454C-9D35-F25DE3671D35}" dt="2022-12-12T04:45:48.016" v="462" actId="166"/>
          <ac:spMkLst>
            <pc:docMk/>
            <pc:sldMk cId="2176290733" sldId="2147377324"/>
            <ac:spMk id="51" creationId="{CFBA2B08-B6EA-4E60-B3B2-4DA8344D2F1D}"/>
          </ac:spMkLst>
        </pc:spChg>
      </pc:sldChg>
      <pc:sldChg chg="modSp mod modNotesTx">
        <pc:chgData name="Li,Yuting (HP Medicine) BII-CN-S" userId="ce8fbb54-122c-426d-b8da-fdcc5e1b5022" providerId="ADAL" clId="{61BB03FA-5227-454C-9D35-F25DE3671D35}" dt="2022-12-13T13:22:22.869" v="3304" actId="20577"/>
        <pc:sldMkLst>
          <pc:docMk/>
          <pc:sldMk cId="167512866" sldId="2147377336"/>
        </pc:sldMkLst>
        <pc:spChg chg="mod">
          <ac:chgData name="Li,Yuting (HP Medicine) BII-CN-S" userId="ce8fbb54-122c-426d-b8da-fdcc5e1b5022" providerId="ADAL" clId="{61BB03FA-5227-454C-9D35-F25DE3671D35}" dt="2022-12-13T08:10:32.059" v="1649" actId="108"/>
          <ac:spMkLst>
            <pc:docMk/>
            <pc:sldMk cId="167512866" sldId="2147377336"/>
            <ac:spMk id="23" creationId="{59975B3F-0832-494B-856B-2416FB723111}"/>
          </ac:spMkLst>
        </pc:spChg>
        <pc:spChg chg="mod">
          <ac:chgData name="Li,Yuting (HP Medicine) BII-CN-S" userId="ce8fbb54-122c-426d-b8da-fdcc5e1b5022" providerId="ADAL" clId="{61BB03FA-5227-454C-9D35-F25DE3671D35}" dt="2022-12-13T12:19:26.928" v="2545" actId="20577"/>
          <ac:spMkLst>
            <pc:docMk/>
            <pc:sldMk cId="167512866" sldId="2147377336"/>
            <ac:spMk id="27" creationId="{C787EF92-AECB-45F5-890F-9C2A4F7817D9}"/>
          </ac:spMkLst>
        </pc:spChg>
      </pc:sldChg>
      <pc:sldChg chg="modSp mod delCm">
        <pc:chgData name="Li,Yuting (HP Medicine) BII-CN-S" userId="ce8fbb54-122c-426d-b8da-fdcc5e1b5022" providerId="ADAL" clId="{61BB03FA-5227-454C-9D35-F25DE3671D35}" dt="2022-12-13T07:24:04.661" v="1537" actId="6549"/>
        <pc:sldMkLst>
          <pc:docMk/>
          <pc:sldMk cId="178905972" sldId="2147377338"/>
        </pc:sldMkLst>
        <pc:spChg chg="mod">
          <ac:chgData name="Li,Yuting (HP Medicine) BII-CN-S" userId="ce8fbb54-122c-426d-b8da-fdcc5e1b5022" providerId="ADAL" clId="{61BB03FA-5227-454C-9D35-F25DE3671D35}" dt="2022-12-11T10:08:03.110" v="21" actId="108"/>
          <ac:spMkLst>
            <pc:docMk/>
            <pc:sldMk cId="178905972" sldId="2147377338"/>
            <ac:spMk id="3" creationId="{00000000-0000-0000-0000-000000000000}"/>
          </ac:spMkLst>
        </pc:spChg>
        <pc:spChg chg="mod">
          <ac:chgData name="Li,Yuting (HP Medicine) BII-CN-S" userId="ce8fbb54-122c-426d-b8da-fdcc5e1b5022" providerId="ADAL" clId="{61BB03FA-5227-454C-9D35-F25DE3671D35}" dt="2022-12-13T07:24:04.661" v="1537" actId="6549"/>
          <ac:spMkLst>
            <pc:docMk/>
            <pc:sldMk cId="178905972" sldId="2147377338"/>
            <ac:spMk id="75" creationId="{23E443ED-C91E-4425-963C-DB47A7F0B19C}"/>
          </ac:spMkLst>
        </pc:spChg>
        <pc:spChg chg="mod">
          <ac:chgData name="Li,Yuting (HP Medicine) BII-CN-S" userId="ce8fbb54-122c-426d-b8da-fdcc5e1b5022" providerId="ADAL" clId="{61BB03FA-5227-454C-9D35-F25DE3671D35}" dt="2022-12-11T10:33:35.788" v="243" actId="20577"/>
          <ac:spMkLst>
            <pc:docMk/>
            <pc:sldMk cId="178905972" sldId="2147377338"/>
            <ac:spMk id="88" creationId="{9224C17E-1AA1-4096-A3FD-25D6FD8BA444}"/>
          </ac:spMkLst>
        </pc:spChg>
      </pc:sldChg>
      <pc:sldChg chg="modSp mod">
        <pc:chgData name="Li,Yuting (HP Medicine) BII-CN-S" userId="ce8fbb54-122c-426d-b8da-fdcc5e1b5022" providerId="ADAL" clId="{61BB03FA-5227-454C-9D35-F25DE3671D35}" dt="2022-12-13T07:21:09.699" v="1536" actId="1076"/>
        <pc:sldMkLst>
          <pc:docMk/>
          <pc:sldMk cId="1286070079" sldId="2147469215"/>
        </pc:sldMkLst>
        <pc:spChg chg="mod">
          <ac:chgData name="Li,Yuting (HP Medicine) BII-CN-S" userId="ce8fbb54-122c-426d-b8da-fdcc5e1b5022" providerId="ADAL" clId="{61BB03FA-5227-454C-9D35-F25DE3671D35}" dt="2022-12-13T07:21:01.941" v="1535" actId="207"/>
          <ac:spMkLst>
            <pc:docMk/>
            <pc:sldMk cId="1286070079" sldId="2147469215"/>
            <ac:spMk id="49" creationId="{BEC3D387-5977-403B-9160-B81A30974D36}"/>
          </ac:spMkLst>
        </pc:spChg>
        <pc:spChg chg="mod">
          <ac:chgData name="Li,Yuting (HP Medicine) BII-CN-S" userId="ce8fbb54-122c-426d-b8da-fdcc5e1b5022" providerId="ADAL" clId="{61BB03FA-5227-454C-9D35-F25DE3671D35}" dt="2022-12-11T10:21:24.234" v="105" actId="1038"/>
          <ac:spMkLst>
            <pc:docMk/>
            <pc:sldMk cId="1286070079" sldId="2147469215"/>
            <ac:spMk id="60" creationId="{483FC877-8C65-4FBB-8C5D-A8342A749CC1}"/>
          </ac:spMkLst>
        </pc:spChg>
        <pc:spChg chg="mod">
          <ac:chgData name="Li,Yuting (HP Medicine) BII-CN-S" userId="ce8fbb54-122c-426d-b8da-fdcc5e1b5022" providerId="ADAL" clId="{61BB03FA-5227-454C-9D35-F25DE3671D35}" dt="2022-12-12T07:05:39.793" v="625" actId="207"/>
          <ac:spMkLst>
            <pc:docMk/>
            <pc:sldMk cId="1286070079" sldId="2147469215"/>
            <ac:spMk id="75" creationId="{0A653FE1-3347-4E3E-9670-2D8BF789A651}"/>
          </ac:spMkLst>
        </pc:spChg>
        <pc:spChg chg="mod">
          <ac:chgData name="Li,Yuting (HP Medicine) BII-CN-S" userId="ce8fbb54-122c-426d-b8da-fdcc5e1b5022" providerId="ADAL" clId="{61BB03FA-5227-454C-9D35-F25DE3671D35}" dt="2022-12-11T10:13:33.510" v="50" actId="14100"/>
          <ac:spMkLst>
            <pc:docMk/>
            <pc:sldMk cId="1286070079" sldId="2147469215"/>
            <ac:spMk id="83" creationId="{A1E70551-578A-4B35-ACAC-04BA6E603952}"/>
          </ac:spMkLst>
        </pc:spChg>
        <pc:spChg chg="mod">
          <ac:chgData name="Li,Yuting (HP Medicine) BII-CN-S" userId="ce8fbb54-122c-426d-b8da-fdcc5e1b5022" providerId="ADAL" clId="{61BB03FA-5227-454C-9D35-F25DE3671D35}" dt="2022-12-13T07:21:09.699" v="1536" actId="1076"/>
          <ac:spMkLst>
            <pc:docMk/>
            <pc:sldMk cId="1286070079" sldId="2147469215"/>
            <ac:spMk id="88" creationId="{9224C17E-1AA1-4096-A3FD-25D6FD8BA444}"/>
          </ac:spMkLst>
        </pc:spChg>
        <pc:spChg chg="mod">
          <ac:chgData name="Li,Yuting (HP Medicine) BII-CN-S" userId="ce8fbb54-122c-426d-b8da-fdcc5e1b5022" providerId="ADAL" clId="{61BB03FA-5227-454C-9D35-F25DE3671D35}" dt="2022-12-11T10:21:24.234" v="105" actId="1038"/>
          <ac:spMkLst>
            <pc:docMk/>
            <pc:sldMk cId="1286070079" sldId="2147469215"/>
            <ac:spMk id="94" creationId="{7A7730AB-6B83-4003-BB2F-DECBF03BBDB4}"/>
          </ac:spMkLst>
        </pc:spChg>
        <pc:spChg chg="mod">
          <ac:chgData name="Li,Yuting (HP Medicine) BII-CN-S" userId="ce8fbb54-122c-426d-b8da-fdcc5e1b5022" providerId="ADAL" clId="{61BB03FA-5227-454C-9D35-F25DE3671D35}" dt="2022-12-13T07:15:27.816" v="1534" actId="6549"/>
          <ac:spMkLst>
            <pc:docMk/>
            <pc:sldMk cId="1286070079" sldId="2147469215"/>
            <ac:spMk id="107" creationId="{7DDA071E-5F80-4527-AE47-F1E7B2DC2A5B}"/>
          </ac:spMkLst>
        </pc:spChg>
        <pc:spChg chg="mod">
          <ac:chgData name="Li,Yuting (HP Medicine) BII-CN-S" userId="ce8fbb54-122c-426d-b8da-fdcc5e1b5022" providerId="ADAL" clId="{61BB03FA-5227-454C-9D35-F25DE3671D35}" dt="2022-12-11T10:13:01.178" v="47" actId="1038"/>
          <ac:spMkLst>
            <pc:docMk/>
            <pc:sldMk cId="1286070079" sldId="2147469215"/>
            <ac:spMk id="108" creationId="{10E7216E-57C1-4819-8D68-86C90F31D4DC}"/>
          </ac:spMkLst>
        </pc:spChg>
        <pc:spChg chg="mod">
          <ac:chgData name="Li,Yuting (HP Medicine) BII-CN-S" userId="ce8fbb54-122c-426d-b8da-fdcc5e1b5022" providerId="ADAL" clId="{61BB03FA-5227-454C-9D35-F25DE3671D35}" dt="2022-12-11T10:21:32.268" v="106" actId="1076"/>
          <ac:spMkLst>
            <pc:docMk/>
            <pc:sldMk cId="1286070079" sldId="2147469215"/>
            <ac:spMk id="112" creationId="{CDDFBC10-5039-43BE-B299-4CCE39575600}"/>
          </ac:spMkLst>
        </pc:spChg>
        <pc:spChg chg="mod">
          <ac:chgData name="Li,Yuting (HP Medicine) BII-CN-S" userId="ce8fbb54-122c-426d-b8da-fdcc5e1b5022" providerId="ADAL" clId="{61BB03FA-5227-454C-9D35-F25DE3671D35}" dt="2022-12-12T07:05:50.491" v="626" actId="207"/>
          <ac:spMkLst>
            <pc:docMk/>
            <pc:sldMk cId="1286070079" sldId="2147469215"/>
            <ac:spMk id="113" creationId="{A2BFCC99-10CA-4B3D-B761-C3B50E1A72E2}"/>
          </ac:spMkLst>
        </pc:spChg>
        <pc:spChg chg="mod">
          <ac:chgData name="Li,Yuting (HP Medicine) BII-CN-S" userId="ce8fbb54-122c-426d-b8da-fdcc5e1b5022" providerId="ADAL" clId="{61BB03FA-5227-454C-9D35-F25DE3671D35}" dt="2022-12-11T10:25:34.470" v="171" actId="20577"/>
          <ac:spMkLst>
            <pc:docMk/>
            <pc:sldMk cId="1286070079" sldId="2147469215"/>
            <ac:spMk id="115" creationId="{7CE6E2D2-4B7D-497A-A667-414B2C7DA7FC}"/>
          </ac:spMkLst>
        </pc:spChg>
        <pc:spChg chg="mod">
          <ac:chgData name="Li,Yuting (HP Medicine) BII-CN-S" userId="ce8fbb54-122c-426d-b8da-fdcc5e1b5022" providerId="ADAL" clId="{61BB03FA-5227-454C-9D35-F25DE3671D35}" dt="2022-12-11T10:24:16.466" v="149" actId="20577"/>
          <ac:spMkLst>
            <pc:docMk/>
            <pc:sldMk cId="1286070079" sldId="2147469215"/>
            <ac:spMk id="119" creationId="{D215585A-8B27-43E8-BC77-9A20E832F984}"/>
          </ac:spMkLst>
        </pc:spChg>
        <pc:spChg chg="mod">
          <ac:chgData name="Li,Yuting (HP Medicine) BII-CN-S" userId="ce8fbb54-122c-426d-b8da-fdcc5e1b5022" providerId="ADAL" clId="{61BB03FA-5227-454C-9D35-F25DE3671D35}" dt="2022-12-11T10:19:46.907" v="85" actId="20577"/>
          <ac:spMkLst>
            <pc:docMk/>
            <pc:sldMk cId="1286070079" sldId="2147469215"/>
            <ac:spMk id="120" creationId="{FB091C37-6587-43A7-90A7-2AC6CF85E73E}"/>
          </ac:spMkLst>
        </pc:spChg>
        <pc:spChg chg="mod">
          <ac:chgData name="Li,Yuting (HP Medicine) BII-CN-S" userId="ce8fbb54-122c-426d-b8da-fdcc5e1b5022" providerId="ADAL" clId="{61BB03FA-5227-454C-9D35-F25DE3671D35}" dt="2022-12-11T10:13:01.178" v="47" actId="1038"/>
          <ac:spMkLst>
            <pc:docMk/>
            <pc:sldMk cId="1286070079" sldId="2147469215"/>
            <ac:spMk id="121" creationId="{4FFE8471-9F83-4CE0-A59F-6F0534140A08}"/>
          </ac:spMkLst>
        </pc:spChg>
        <pc:spChg chg="mod">
          <ac:chgData name="Li,Yuting (HP Medicine) BII-CN-S" userId="ce8fbb54-122c-426d-b8da-fdcc5e1b5022" providerId="ADAL" clId="{61BB03FA-5227-454C-9D35-F25DE3671D35}" dt="2022-12-11T10:20:52.341" v="96" actId="20577"/>
          <ac:spMkLst>
            <pc:docMk/>
            <pc:sldMk cId="1286070079" sldId="2147469215"/>
            <ac:spMk id="125" creationId="{7DA03861-7337-4571-9C83-897EADAFAD2F}"/>
          </ac:spMkLst>
        </pc:spChg>
        <pc:spChg chg="mod">
          <ac:chgData name="Li,Yuting (HP Medicine) BII-CN-S" userId="ce8fbb54-122c-426d-b8da-fdcc5e1b5022" providerId="ADAL" clId="{61BB03FA-5227-454C-9D35-F25DE3671D35}" dt="2022-12-11T10:22:03.407" v="112" actId="20577"/>
          <ac:spMkLst>
            <pc:docMk/>
            <pc:sldMk cId="1286070079" sldId="2147469215"/>
            <ac:spMk id="127" creationId="{A94E6A40-F1A2-461D-AF00-753C27F1063C}"/>
          </ac:spMkLst>
        </pc:spChg>
        <pc:spChg chg="mod">
          <ac:chgData name="Li,Yuting (HP Medicine) BII-CN-S" userId="ce8fbb54-122c-426d-b8da-fdcc5e1b5022" providerId="ADAL" clId="{61BB03FA-5227-454C-9D35-F25DE3671D35}" dt="2022-12-11T10:21:24.234" v="105" actId="1038"/>
          <ac:spMkLst>
            <pc:docMk/>
            <pc:sldMk cId="1286070079" sldId="2147469215"/>
            <ac:spMk id="128" creationId="{D85D410F-9E49-45FB-A51A-F9A96B150576}"/>
          </ac:spMkLst>
        </pc:spChg>
        <pc:spChg chg="mod">
          <ac:chgData name="Li,Yuting (HP Medicine) BII-CN-S" userId="ce8fbb54-122c-426d-b8da-fdcc5e1b5022" providerId="ADAL" clId="{61BB03FA-5227-454C-9D35-F25DE3671D35}" dt="2022-12-11T10:23:20.386" v="121" actId="20577"/>
          <ac:spMkLst>
            <pc:docMk/>
            <pc:sldMk cId="1286070079" sldId="2147469215"/>
            <ac:spMk id="129" creationId="{7AC8A0AB-359F-4F99-881B-09DD5BC61C40}"/>
          </ac:spMkLst>
        </pc:spChg>
        <pc:spChg chg="mod">
          <ac:chgData name="Li,Yuting (HP Medicine) BII-CN-S" userId="ce8fbb54-122c-426d-b8da-fdcc5e1b5022" providerId="ADAL" clId="{61BB03FA-5227-454C-9D35-F25DE3671D35}" dt="2022-12-11T10:24:57.811" v="168" actId="1038"/>
          <ac:spMkLst>
            <pc:docMk/>
            <pc:sldMk cId="1286070079" sldId="2147469215"/>
            <ac:spMk id="131" creationId="{44FA75B7-C645-4646-A6BE-0F4BBD35B732}"/>
          </ac:spMkLst>
        </pc:spChg>
        <pc:spChg chg="mod">
          <ac:chgData name="Li,Yuting (HP Medicine) BII-CN-S" userId="ce8fbb54-122c-426d-b8da-fdcc5e1b5022" providerId="ADAL" clId="{61BB03FA-5227-454C-9D35-F25DE3671D35}" dt="2022-12-11T10:30:16.901" v="226" actId="20577"/>
          <ac:spMkLst>
            <pc:docMk/>
            <pc:sldMk cId="1286070079" sldId="2147469215"/>
            <ac:spMk id="135" creationId="{27E01833-72AF-477E-AE8F-2DD7F1F4B984}"/>
          </ac:spMkLst>
        </pc:spChg>
        <pc:spChg chg="mod">
          <ac:chgData name="Li,Yuting (HP Medicine) BII-CN-S" userId="ce8fbb54-122c-426d-b8da-fdcc5e1b5022" providerId="ADAL" clId="{61BB03FA-5227-454C-9D35-F25DE3671D35}" dt="2022-12-11T10:27:23.520" v="202" actId="20577"/>
          <ac:spMkLst>
            <pc:docMk/>
            <pc:sldMk cId="1286070079" sldId="2147469215"/>
            <ac:spMk id="137" creationId="{1CA4D503-0497-424B-83B6-B28389852B8A}"/>
          </ac:spMkLst>
        </pc:spChg>
        <pc:spChg chg="mod">
          <ac:chgData name="Li,Yuting (HP Medicine) BII-CN-S" userId="ce8fbb54-122c-426d-b8da-fdcc5e1b5022" providerId="ADAL" clId="{61BB03FA-5227-454C-9D35-F25DE3671D35}" dt="2022-12-11T10:21:24.234" v="105" actId="1038"/>
          <ac:spMkLst>
            <pc:docMk/>
            <pc:sldMk cId="1286070079" sldId="2147469215"/>
            <ac:spMk id="138" creationId="{B02E6ED1-3AD5-4537-A88A-26F5D45157F1}"/>
          </ac:spMkLst>
        </pc:spChg>
        <pc:spChg chg="mod">
          <ac:chgData name="Li,Yuting (HP Medicine) BII-CN-S" userId="ce8fbb54-122c-426d-b8da-fdcc5e1b5022" providerId="ADAL" clId="{61BB03FA-5227-454C-9D35-F25DE3671D35}" dt="2022-12-11T10:22:46.564" v="115" actId="20577"/>
          <ac:spMkLst>
            <pc:docMk/>
            <pc:sldMk cId="1286070079" sldId="2147469215"/>
            <ac:spMk id="139" creationId="{3ADFCB05-5891-4849-92AB-3D14BC26C45D}"/>
          </ac:spMkLst>
        </pc:spChg>
        <pc:spChg chg="mod">
          <ac:chgData name="Li,Yuting (HP Medicine) BII-CN-S" userId="ce8fbb54-122c-426d-b8da-fdcc5e1b5022" providerId="ADAL" clId="{61BB03FA-5227-454C-9D35-F25DE3671D35}" dt="2022-12-11T10:21:24.234" v="105" actId="1038"/>
          <ac:spMkLst>
            <pc:docMk/>
            <pc:sldMk cId="1286070079" sldId="2147469215"/>
            <ac:spMk id="144" creationId="{579BF9EA-E538-40E5-866B-180A52F19226}"/>
          </ac:spMkLst>
        </pc:spChg>
        <pc:spChg chg="mod">
          <ac:chgData name="Li,Yuting (HP Medicine) BII-CN-S" userId="ce8fbb54-122c-426d-b8da-fdcc5e1b5022" providerId="ADAL" clId="{61BB03FA-5227-454C-9D35-F25DE3671D35}" dt="2022-12-11T10:21:24.234" v="105" actId="1038"/>
          <ac:spMkLst>
            <pc:docMk/>
            <pc:sldMk cId="1286070079" sldId="2147469215"/>
            <ac:spMk id="147" creationId="{BB38C65A-6FBD-43EA-987B-9F1556BA3EE8}"/>
          </ac:spMkLst>
        </pc:spChg>
        <pc:spChg chg="mod">
          <ac:chgData name="Li,Yuting (HP Medicine) BII-CN-S" userId="ce8fbb54-122c-426d-b8da-fdcc5e1b5022" providerId="ADAL" clId="{61BB03FA-5227-454C-9D35-F25DE3671D35}" dt="2022-12-11T10:23:55.674" v="132" actId="14100"/>
          <ac:spMkLst>
            <pc:docMk/>
            <pc:sldMk cId="1286070079" sldId="2147469215"/>
            <ac:spMk id="149" creationId="{6380A665-AE61-4ECB-94C7-6101C32FA508}"/>
          </ac:spMkLst>
        </pc:spChg>
        <pc:spChg chg="mod">
          <ac:chgData name="Li,Yuting (HP Medicine) BII-CN-S" userId="ce8fbb54-122c-426d-b8da-fdcc5e1b5022" providerId="ADAL" clId="{61BB03FA-5227-454C-9D35-F25DE3671D35}" dt="2022-12-11T10:24:07.491" v="142" actId="20577"/>
          <ac:spMkLst>
            <pc:docMk/>
            <pc:sldMk cId="1286070079" sldId="2147469215"/>
            <ac:spMk id="153" creationId="{B12D5F57-79BE-4827-A78B-B9931760801A}"/>
          </ac:spMkLst>
        </pc:spChg>
        <pc:spChg chg="mod">
          <ac:chgData name="Li,Yuting (HP Medicine) BII-CN-S" userId="ce8fbb54-122c-426d-b8da-fdcc5e1b5022" providerId="ADAL" clId="{61BB03FA-5227-454C-9D35-F25DE3671D35}" dt="2022-12-12T07:06:30.298" v="627" actId="14100"/>
          <ac:spMkLst>
            <pc:docMk/>
            <pc:sldMk cId="1286070079" sldId="2147469215"/>
            <ac:spMk id="154" creationId="{1B57EBFD-1C51-4A62-983C-1022A308B3EF}"/>
          </ac:spMkLst>
        </pc:spChg>
        <pc:spChg chg="mod">
          <ac:chgData name="Li,Yuting (HP Medicine) BII-CN-S" userId="ce8fbb54-122c-426d-b8da-fdcc5e1b5022" providerId="ADAL" clId="{61BB03FA-5227-454C-9D35-F25DE3671D35}" dt="2022-12-11T10:24:33.762" v="160" actId="20577"/>
          <ac:spMkLst>
            <pc:docMk/>
            <pc:sldMk cId="1286070079" sldId="2147469215"/>
            <ac:spMk id="155" creationId="{73FD8C60-1F5C-48AA-A95E-62F5EB088FE9}"/>
          </ac:spMkLst>
        </pc:spChg>
        <pc:spChg chg="mod">
          <ac:chgData name="Li,Yuting (HP Medicine) BII-CN-S" userId="ce8fbb54-122c-426d-b8da-fdcc5e1b5022" providerId="ADAL" clId="{61BB03FA-5227-454C-9D35-F25DE3671D35}" dt="2022-12-11T10:24:02.533" v="139" actId="20577"/>
          <ac:spMkLst>
            <pc:docMk/>
            <pc:sldMk cId="1286070079" sldId="2147469215"/>
            <ac:spMk id="156" creationId="{F5BCF185-52C2-4011-A2E2-7486E5F3A124}"/>
          </ac:spMkLst>
        </pc:spChg>
        <pc:spChg chg="mod">
          <ac:chgData name="Li,Yuting (HP Medicine) BII-CN-S" userId="ce8fbb54-122c-426d-b8da-fdcc5e1b5022" providerId="ADAL" clId="{61BB03FA-5227-454C-9D35-F25DE3671D35}" dt="2022-12-11T10:24:57.811" v="168" actId="1038"/>
          <ac:spMkLst>
            <pc:docMk/>
            <pc:sldMk cId="1286070079" sldId="2147469215"/>
            <ac:spMk id="158" creationId="{33C68AC4-504B-4BEC-B60F-B81D39B25F97}"/>
          </ac:spMkLst>
        </pc:spChg>
        <pc:spChg chg="mod">
          <ac:chgData name="Li,Yuting (HP Medicine) BII-CN-S" userId="ce8fbb54-122c-426d-b8da-fdcc5e1b5022" providerId="ADAL" clId="{61BB03FA-5227-454C-9D35-F25DE3671D35}" dt="2022-12-11T10:24:57.811" v="168" actId="1038"/>
          <ac:spMkLst>
            <pc:docMk/>
            <pc:sldMk cId="1286070079" sldId="2147469215"/>
            <ac:spMk id="160" creationId="{8FBCEB0F-2F0C-41E2-B607-50A719D0F1F9}"/>
          </ac:spMkLst>
        </pc:spChg>
        <pc:spChg chg="mod">
          <ac:chgData name="Li,Yuting (HP Medicine) BII-CN-S" userId="ce8fbb54-122c-426d-b8da-fdcc5e1b5022" providerId="ADAL" clId="{61BB03FA-5227-454C-9D35-F25DE3671D35}" dt="2022-12-11T10:26:14.064" v="181" actId="14100"/>
          <ac:spMkLst>
            <pc:docMk/>
            <pc:sldMk cId="1286070079" sldId="2147469215"/>
            <ac:spMk id="162" creationId="{8487ED68-8FA9-4DBA-9C3E-3DE72F17F891}"/>
          </ac:spMkLst>
        </pc:spChg>
        <pc:spChg chg="mod">
          <ac:chgData name="Li,Yuting (HP Medicine) BII-CN-S" userId="ce8fbb54-122c-426d-b8da-fdcc5e1b5022" providerId="ADAL" clId="{61BB03FA-5227-454C-9D35-F25DE3671D35}" dt="2022-12-11T10:25:58.343" v="180" actId="20577"/>
          <ac:spMkLst>
            <pc:docMk/>
            <pc:sldMk cId="1286070079" sldId="2147469215"/>
            <ac:spMk id="163" creationId="{30012855-EA40-4E94-98BE-5351051F24D2}"/>
          </ac:spMkLst>
        </pc:spChg>
        <pc:spChg chg="mod">
          <ac:chgData name="Li,Yuting (HP Medicine) BII-CN-S" userId="ce8fbb54-122c-426d-b8da-fdcc5e1b5022" providerId="ADAL" clId="{61BB03FA-5227-454C-9D35-F25DE3671D35}" dt="2022-12-11T10:24:57.811" v="168" actId="1038"/>
          <ac:spMkLst>
            <pc:docMk/>
            <pc:sldMk cId="1286070079" sldId="2147469215"/>
            <ac:spMk id="164" creationId="{726C254F-0F54-436A-9E05-EA03C305B579}"/>
          </ac:spMkLst>
        </pc:spChg>
        <pc:spChg chg="mod">
          <ac:chgData name="Li,Yuting (HP Medicine) BII-CN-S" userId="ce8fbb54-122c-426d-b8da-fdcc5e1b5022" providerId="ADAL" clId="{61BB03FA-5227-454C-9D35-F25DE3671D35}" dt="2022-12-11T10:24:57.811" v="168" actId="1038"/>
          <ac:spMkLst>
            <pc:docMk/>
            <pc:sldMk cId="1286070079" sldId="2147469215"/>
            <ac:spMk id="165" creationId="{61D4A43C-523E-44F2-9269-D886B47619AB}"/>
          </ac:spMkLst>
        </pc:spChg>
        <pc:spChg chg="mod">
          <ac:chgData name="Li,Yuting (HP Medicine) BII-CN-S" userId="ce8fbb54-122c-426d-b8da-fdcc5e1b5022" providerId="ADAL" clId="{61BB03FA-5227-454C-9D35-F25DE3671D35}" dt="2022-12-11T10:26:51.544" v="188" actId="20577"/>
          <ac:spMkLst>
            <pc:docMk/>
            <pc:sldMk cId="1286070079" sldId="2147469215"/>
            <ac:spMk id="166" creationId="{7E09BEB5-EACA-4EFC-8BD7-5719958A932C}"/>
          </ac:spMkLst>
        </pc:spChg>
        <pc:spChg chg="mod">
          <ac:chgData name="Li,Yuting (HP Medicine) BII-CN-S" userId="ce8fbb54-122c-426d-b8da-fdcc5e1b5022" providerId="ADAL" clId="{61BB03FA-5227-454C-9D35-F25DE3671D35}" dt="2022-12-11T10:26:44.885" v="182" actId="1076"/>
          <ac:spMkLst>
            <pc:docMk/>
            <pc:sldMk cId="1286070079" sldId="2147469215"/>
            <ac:spMk id="167" creationId="{DC81D82F-E072-4505-B0F4-E1C8DFB581DC}"/>
          </ac:spMkLst>
        </pc:spChg>
        <pc:spChg chg="mod">
          <ac:chgData name="Li,Yuting (HP Medicine) BII-CN-S" userId="ce8fbb54-122c-426d-b8da-fdcc5e1b5022" providerId="ADAL" clId="{61BB03FA-5227-454C-9D35-F25DE3671D35}" dt="2022-12-11T10:30:49.426" v="240" actId="1076"/>
          <ac:spMkLst>
            <pc:docMk/>
            <pc:sldMk cId="1286070079" sldId="2147469215"/>
            <ac:spMk id="173" creationId="{85E02E15-15D6-4FB2-AD0A-19E9217D5129}"/>
          </ac:spMkLst>
        </pc:spChg>
        <pc:spChg chg="mod">
          <ac:chgData name="Li,Yuting (HP Medicine) BII-CN-S" userId="ce8fbb54-122c-426d-b8da-fdcc5e1b5022" providerId="ADAL" clId="{61BB03FA-5227-454C-9D35-F25DE3671D35}" dt="2022-12-11T10:30:21.705" v="232" actId="20577"/>
          <ac:spMkLst>
            <pc:docMk/>
            <pc:sldMk cId="1286070079" sldId="2147469215"/>
            <ac:spMk id="175" creationId="{20F7A4BB-05E8-4B7E-A1AA-BB093CA783D0}"/>
          </ac:spMkLst>
        </pc:spChg>
        <pc:picChg chg="mod">
          <ac:chgData name="Li,Yuting (HP Medicine) BII-CN-S" userId="ce8fbb54-122c-426d-b8da-fdcc5e1b5022" providerId="ADAL" clId="{61BB03FA-5227-454C-9D35-F25DE3671D35}" dt="2022-12-11T10:21:24.234" v="105" actId="1038"/>
          <ac:picMkLst>
            <pc:docMk/>
            <pc:sldMk cId="1286070079" sldId="2147469215"/>
            <ac:picMk id="136" creationId="{5DF35124-76EA-48BC-A0C2-E6E910CE4843}"/>
          </ac:picMkLst>
        </pc:picChg>
        <pc:picChg chg="mod">
          <ac:chgData name="Li,Yuting (HP Medicine) BII-CN-S" userId="ce8fbb54-122c-426d-b8da-fdcc5e1b5022" providerId="ADAL" clId="{61BB03FA-5227-454C-9D35-F25DE3671D35}" dt="2022-12-11T10:30:36.687" v="233" actId="1076"/>
          <ac:picMkLst>
            <pc:docMk/>
            <pc:sldMk cId="1286070079" sldId="2147469215"/>
            <ac:picMk id="176" creationId="{87B94F19-31D5-482E-82CA-76656F8C4A0E}"/>
          </ac:picMkLst>
        </pc:picChg>
        <pc:cxnChg chg="mod">
          <ac:chgData name="Li,Yuting (HP Medicine) BII-CN-S" userId="ce8fbb54-122c-426d-b8da-fdcc5e1b5022" providerId="ADAL" clId="{61BB03FA-5227-454C-9D35-F25DE3671D35}" dt="2022-12-11T10:13:43.943" v="58" actId="1038"/>
          <ac:cxnSpMkLst>
            <pc:docMk/>
            <pc:sldMk cId="1286070079" sldId="2147469215"/>
            <ac:cxnSpMk id="10" creationId="{11A40912-9DB0-449E-937E-4B09B4DEA41B}"/>
          </ac:cxnSpMkLst>
        </pc:cxnChg>
        <pc:cxnChg chg="mod">
          <ac:chgData name="Li,Yuting (HP Medicine) BII-CN-S" userId="ce8fbb54-122c-426d-b8da-fdcc5e1b5022" providerId="ADAL" clId="{61BB03FA-5227-454C-9D35-F25DE3671D35}" dt="2022-12-11T10:26:44.885" v="182" actId="1076"/>
          <ac:cxnSpMkLst>
            <pc:docMk/>
            <pc:sldMk cId="1286070079" sldId="2147469215"/>
            <ac:cxnSpMk id="14" creationId="{3FE385CD-0F25-4FD0-A9EB-BD9189AEFA20}"/>
          </ac:cxnSpMkLst>
        </pc:cxnChg>
        <pc:cxnChg chg="mod">
          <ac:chgData name="Li,Yuting (HP Medicine) BII-CN-S" userId="ce8fbb54-122c-426d-b8da-fdcc5e1b5022" providerId="ADAL" clId="{61BB03FA-5227-454C-9D35-F25DE3671D35}" dt="2022-12-11T10:13:01.178" v="47" actId="1038"/>
          <ac:cxnSpMkLst>
            <pc:docMk/>
            <pc:sldMk cId="1286070079" sldId="2147469215"/>
            <ac:cxnSpMk id="114" creationId="{CF58863E-6A2B-47F8-8EFA-EBFD131A5024}"/>
          </ac:cxnSpMkLst>
        </pc:cxnChg>
        <pc:cxnChg chg="mod">
          <ac:chgData name="Li,Yuting (HP Medicine) BII-CN-S" userId="ce8fbb54-122c-426d-b8da-fdcc5e1b5022" providerId="ADAL" clId="{61BB03FA-5227-454C-9D35-F25DE3671D35}" dt="2022-12-11T10:23:49.295" v="131" actId="1037"/>
          <ac:cxnSpMkLst>
            <pc:docMk/>
            <pc:sldMk cId="1286070079" sldId="2147469215"/>
            <ac:cxnSpMk id="122" creationId="{B8D8B1C1-48D8-4AFA-85DF-6A8E0CB36973}"/>
          </ac:cxnSpMkLst>
        </pc:cxnChg>
        <pc:cxnChg chg="mod">
          <ac:chgData name="Li,Yuting (HP Medicine) BII-CN-S" userId="ce8fbb54-122c-426d-b8da-fdcc5e1b5022" providerId="ADAL" clId="{61BB03FA-5227-454C-9D35-F25DE3671D35}" dt="2022-12-11T10:23:49.295" v="131" actId="1037"/>
          <ac:cxnSpMkLst>
            <pc:docMk/>
            <pc:sldMk cId="1286070079" sldId="2147469215"/>
            <ac:cxnSpMk id="152" creationId="{61063254-2B15-4719-8205-272C31427A20}"/>
          </ac:cxnSpMkLst>
        </pc:cxnChg>
      </pc:sldChg>
      <pc:sldChg chg="modSp mod">
        <pc:chgData name="Li,Yuting (HP Medicine) BII-CN-S" userId="ce8fbb54-122c-426d-b8da-fdcc5e1b5022" providerId="ADAL" clId="{61BB03FA-5227-454C-9D35-F25DE3671D35}" dt="2022-12-12T07:16:13.796" v="690" actId="20577"/>
        <pc:sldMkLst>
          <pc:docMk/>
          <pc:sldMk cId="1933970690" sldId="2147469217"/>
        </pc:sldMkLst>
        <pc:spChg chg="mod">
          <ac:chgData name="Li,Yuting (HP Medicine) BII-CN-S" userId="ce8fbb54-122c-426d-b8da-fdcc5e1b5022" providerId="ADAL" clId="{61BB03FA-5227-454C-9D35-F25DE3671D35}" dt="2022-12-11T10:41:03.057" v="245" actId="1076"/>
          <ac:spMkLst>
            <pc:docMk/>
            <pc:sldMk cId="1933970690" sldId="2147469217"/>
            <ac:spMk id="29" creationId="{9224C17E-1AA1-4096-A3FD-25D6FD8BA444}"/>
          </ac:spMkLst>
        </pc:spChg>
        <pc:spChg chg="mod">
          <ac:chgData name="Li,Yuting (HP Medicine) BII-CN-S" userId="ce8fbb54-122c-426d-b8da-fdcc5e1b5022" providerId="ADAL" clId="{61BB03FA-5227-454C-9D35-F25DE3671D35}" dt="2022-12-12T07:16:13.796" v="690" actId="20577"/>
          <ac:spMkLst>
            <pc:docMk/>
            <pc:sldMk cId="1933970690" sldId="2147469217"/>
            <ac:spMk id="52" creationId="{C37AB0AB-396A-4A09-A640-7C9D33588A3C}"/>
          </ac:spMkLst>
        </pc:spChg>
        <pc:cxnChg chg="mod">
          <ac:chgData name="Li,Yuting (HP Medicine) BII-CN-S" userId="ce8fbb54-122c-426d-b8da-fdcc5e1b5022" providerId="ADAL" clId="{61BB03FA-5227-454C-9D35-F25DE3671D35}" dt="2022-12-11T10:41:05.899" v="246" actId="1076"/>
          <ac:cxnSpMkLst>
            <pc:docMk/>
            <pc:sldMk cId="1933970690" sldId="2147469217"/>
            <ac:cxnSpMk id="28" creationId="{9C165100-0114-4167-8FF0-BFF01B293D04}"/>
          </ac:cxnSpMkLst>
        </pc:cxnChg>
      </pc:sldChg>
      <pc:sldChg chg="modSp mod delCm">
        <pc:chgData name="Li,Yuting (HP Medicine) BII-CN-S" userId="ce8fbb54-122c-426d-b8da-fdcc5e1b5022" providerId="ADAL" clId="{61BB03FA-5227-454C-9D35-F25DE3671D35}" dt="2022-12-13T12:14:08.093" v="2534" actId="20577"/>
        <pc:sldMkLst>
          <pc:docMk/>
          <pc:sldMk cId="2461462039" sldId="2147469219"/>
        </pc:sldMkLst>
        <pc:spChg chg="mod">
          <ac:chgData name="Li,Yuting (HP Medicine) BII-CN-S" userId="ce8fbb54-122c-426d-b8da-fdcc5e1b5022" providerId="ADAL" clId="{61BB03FA-5227-454C-9D35-F25DE3671D35}" dt="2022-12-13T07:33:31.079" v="1636" actId="20577"/>
          <ac:spMkLst>
            <pc:docMk/>
            <pc:sldMk cId="2461462039" sldId="2147469219"/>
            <ac:spMk id="7" creationId="{E9DC4527-9B66-4450-86F5-689D3C73A610}"/>
          </ac:spMkLst>
        </pc:spChg>
        <pc:spChg chg="mod">
          <ac:chgData name="Li,Yuting (HP Medicine) BII-CN-S" userId="ce8fbb54-122c-426d-b8da-fdcc5e1b5022" providerId="ADAL" clId="{61BB03FA-5227-454C-9D35-F25DE3671D35}" dt="2022-12-13T07:26:42.587" v="1544" actId="20577"/>
          <ac:spMkLst>
            <pc:docMk/>
            <pc:sldMk cId="2461462039" sldId="2147469219"/>
            <ac:spMk id="17" creationId="{9224C17E-1AA1-4096-A3FD-25D6FD8BA444}"/>
          </ac:spMkLst>
        </pc:spChg>
        <pc:spChg chg="mod">
          <ac:chgData name="Li,Yuting (HP Medicine) BII-CN-S" userId="ce8fbb54-122c-426d-b8da-fdcc5e1b5022" providerId="ADAL" clId="{61BB03FA-5227-454C-9D35-F25DE3671D35}" dt="2022-12-13T07:30:40.453" v="1595" actId="20577"/>
          <ac:spMkLst>
            <pc:docMk/>
            <pc:sldMk cId="2461462039" sldId="2147469219"/>
            <ac:spMk id="168" creationId="{65EA3170-CB0D-432D-8631-319933F816A2}"/>
          </ac:spMkLst>
        </pc:spChg>
        <pc:spChg chg="mod">
          <ac:chgData name="Li,Yuting (HP Medicine) BII-CN-S" userId="ce8fbb54-122c-426d-b8da-fdcc5e1b5022" providerId="ADAL" clId="{61BB03FA-5227-454C-9D35-F25DE3671D35}" dt="2022-12-13T12:14:08.093" v="2534" actId="20577"/>
          <ac:spMkLst>
            <pc:docMk/>
            <pc:sldMk cId="2461462039" sldId="2147469219"/>
            <ac:spMk id="192" creationId="{31193A60-52A8-4E9D-BB69-B3D203C95D66}"/>
          </ac:spMkLst>
        </pc:spChg>
        <pc:spChg chg="mod">
          <ac:chgData name="Li,Yuting (HP Medicine) BII-CN-S" userId="ce8fbb54-122c-426d-b8da-fdcc5e1b5022" providerId="ADAL" clId="{61BB03FA-5227-454C-9D35-F25DE3671D35}" dt="2022-12-13T07:28:42.611" v="1552" actId="20577"/>
          <ac:spMkLst>
            <pc:docMk/>
            <pc:sldMk cId="2461462039" sldId="2147469219"/>
            <ac:spMk id="210" creationId="{6A0574E4-9366-44A4-B234-500AE40A94DA}"/>
          </ac:spMkLst>
        </pc:spChg>
        <pc:grpChg chg="mod">
          <ac:chgData name="Li,Yuting (HP Medicine) BII-CN-S" userId="ce8fbb54-122c-426d-b8da-fdcc5e1b5022" providerId="ADAL" clId="{61BB03FA-5227-454C-9D35-F25DE3671D35}" dt="2022-12-11T10:34:39.446" v="244" actId="1076"/>
          <ac:grpSpMkLst>
            <pc:docMk/>
            <pc:sldMk cId="2461462039" sldId="2147469219"/>
            <ac:grpSpMk id="203" creationId="{3855D1D5-D3D2-4F97-9E67-F3646B91ACCC}"/>
          </ac:grpSpMkLst>
        </pc:grpChg>
      </pc:sldChg>
      <pc:sldChg chg="delSp modSp mod">
        <pc:chgData name="Li,Yuting (HP Medicine) BII-CN-S" userId="ce8fbb54-122c-426d-b8da-fdcc5e1b5022" providerId="ADAL" clId="{61BB03FA-5227-454C-9D35-F25DE3671D35}" dt="2022-12-13T07:59:36.662" v="1639" actId="20577"/>
        <pc:sldMkLst>
          <pc:docMk/>
          <pc:sldMk cId="1785818541" sldId="2147469220"/>
        </pc:sldMkLst>
        <pc:spChg chg="mod">
          <ac:chgData name="Li,Yuting (HP Medicine) BII-CN-S" userId="ce8fbb54-122c-426d-b8da-fdcc5e1b5022" providerId="ADAL" clId="{61BB03FA-5227-454C-9D35-F25DE3671D35}" dt="2022-12-13T07:59:22.640" v="1638" actId="115"/>
          <ac:spMkLst>
            <pc:docMk/>
            <pc:sldMk cId="1785818541" sldId="2147469220"/>
            <ac:spMk id="3" creationId="{00000000-0000-0000-0000-000000000000}"/>
          </ac:spMkLst>
        </pc:spChg>
        <pc:spChg chg="mod">
          <ac:chgData name="Li,Yuting (HP Medicine) BII-CN-S" userId="ce8fbb54-122c-426d-b8da-fdcc5e1b5022" providerId="ADAL" clId="{61BB03FA-5227-454C-9D35-F25DE3671D35}" dt="2022-12-11T10:47:41.337" v="263" actId="20577"/>
          <ac:spMkLst>
            <pc:docMk/>
            <pc:sldMk cId="1785818541" sldId="2147469220"/>
            <ac:spMk id="39" creationId="{6E1B9E34-E718-4D6F-99A2-E2D92006A595}"/>
          </ac:spMkLst>
        </pc:spChg>
        <pc:spChg chg="mod">
          <ac:chgData name="Li,Yuting (HP Medicine) BII-CN-S" userId="ce8fbb54-122c-426d-b8da-fdcc5e1b5022" providerId="ADAL" clId="{61BB03FA-5227-454C-9D35-F25DE3671D35}" dt="2022-12-11T10:47:17.589" v="254" actId="14100"/>
          <ac:spMkLst>
            <pc:docMk/>
            <pc:sldMk cId="1785818541" sldId="2147469220"/>
            <ac:spMk id="45" creationId="{A1E70551-578A-4B35-ACAC-04BA6E603952}"/>
          </ac:spMkLst>
        </pc:spChg>
        <pc:spChg chg="mod">
          <ac:chgData name="Li,Yuting (HP Medicine) BII-CN-S" userId="ce8fbb54-122c-426d-b8da-fdcc5e1b5022" providerId="ADAL" clId="{61BB03FA-5227-454C-9D35-F25DE3671D35}" dt="2022-12-11T10:47:28.567" v="256" actId="1076"/>
          <ac:spMkLst>
            <pc:docMk/>
            <pc:sldMk cId="1785818541" sldId="2147469220"/>
            <ac:spMk id="62" creationId="{34984A34-96B5-4D78-BCB7-9A9DDA32B9E5}"/>
          </ac:spMkLst>
        </pc:spChg>
        <pc:spChg chg="mod">
          <ac:chgData name="Li,Yuting (HP Medicine) BII-CN-S" userId="ce8fbb54-122c-426d-b8da-fdcc5e1b5022" providerId="ADAL" clId="{61BB03FA-5227-454C-9D35-F25DE3671D35}" dt="2022-12-11T10:47:25.226" v="255" actId="1076"/>
          <ac:spMkLst>
            <pc:docMk/>
            <pc:sldMk cId="1785818541" sldId="2147469220"/>
            <ac:spMk id="65" creationId="{2E0BDA15-E7DB-422A-9F9B-FFCBEE86CC6B}"/>
          </ac:spMkLst>
        </pc:spChg>
        <pc:spChg chg="mod">
          <ac:chgData name="Li,Yuting (HP Medicine) BII-CN-S" userId="ce8fbb54-122c-426d-b8da-fdcc5e1b5022" providerId="ADAL" clId="{61BB03FA-5227-454C-9D35-F25DE3671D35}" dt="2022-12-13T07:59:36.662" v="1639" actId="20577"/>
          <ac:spMkLst>
            <pc:docMk/>
            <pc:sldMk cId="1785818541" sldId="2147469220"/>
            <ac:spMk id="111" creationId="{40929094-C8CC-4BCB-B988-FAC9EF24EDE7}"/>
          </ac:spMkLst>
        </pc:spChg>
        <pc:spChg chg="del">
          <ac:chgData name="Li,Yuting (HP Medicine) BII-CN-S" userId="ce8fbb54-122c-426d-b8da-fdcc5e1b5022" providerId="ADAL" clId="{61BB03FA-5227-454C-9D35-F25DE3671D35}" dt="2022-12-11T10:48:18.992" v="264" actId="478"/>
          <ac:spMkLst>
            <pc:docMk/>
            <pc:sldMk cId="1785818541" sldId="2147469220"/>
            <ac:spMk id="112" creationId="{A22DACDD-AA97-470B-AD23-62E4CF7E1A72}"/>
          </ac:spMkLst>
        </pc:spChg>
      </pc:sldChg>
      <pc:sldChg chg="addSp delSp modSp mod">
        <pc:chgData name="Li,Yuting (HP Medicine) BII-CN-S" userId="ce8fbb54-122c-426d-b8da-fdcc5e1b5022" providerId="ADAL" clId="{61BB03FA-5227-454C-9D35-F25DE3671D35}" dt="2022-12-14T00:07:23.214" v="3324" actId="20577"/>
        <pc:sldMkLst>
          <pc:docMk/>
          <pc:sldMk cId="1750966735" sldId="2147469221"/>
        </pc:sldMkLst>
        <pc:spChg chg="mod">
          <ac:chgData name="Li,Yuting (HP Medicine) BII-CN-S" userId="ce8fbb54-122c-426d-b8da-fdcc5e1b5022" providerId="ADAL" clId="{61BB03FA-5227-454C-9D35-F25DE3671D35}" dt="2022-12-12T05:30:53.044" v="490" actId="20577"/>
          <ac:spMkLst>
            <pc:docMk/>
            <pc:sldMk cId="1750966735" sldId="2147469221"/>
            <ac:spMk id="3" creationId="{00000000-0000-0000-0000-000000000000}"/>
          </ac:spMkLst>
        </pc:spChg>
        <pc:spChg chg="mod">
          <ac:chgData name="Li,Yuting (HP Medicine) BII-CN-S" userId="ce8fbb54-122c-426d-b8da-fdcc5e1b5022" providerId="ADAL" clId="{61BB03FA-5227-454C-9D35-F25DE3671D35}" dt="2022-12-11T11:07:04.838" v="395" actId="6549"/>
          <ac:spMkLst>
            <pc:docMk/>
            <pc:sldMk cId="1750966735" sldId="2147469221"/>
            <ac:spMk id="9" creationId="{00000000-0000-0000-0000-000000000000}"/>
          </ac:spMkLst>
        </pc:spChg>
        <pc:spChg chg="mod">
          <ac:chgData name="Li,Yuting (HP Medicine) BII-CN-S" userId="ce8fbb54-122c-426d-b8da-fdcc5e1b5022" providerId="ADAL" clId="{61BB03FA-5227-454C-9D35-F25DE3671D35}" dt="2022-12-11T10:50:34.456" v="267" actId="14100"/>
          <ac:spMkLst>
            <pc:docMk/>
            <pc:sldMk cId="1750966735" sldId="2147469221"/>
            <ac:spMk id="35" creationId="{23DDCA6C-805E-4775-9002-2C78A3E9DD7B}"/>
          </ac:spMkLst>
        </pc:spChg>
        <pc:spChg chg="mod">
          <ac:chgData name="Li,Yuting (HP Medicine) BII-CN-S" userId="ce8fbb54-122c-426d-b8da-fdcc5e1b5022" providerId="ADAL" clId="{61BB03FA-5227-454C-9D35-F25DE3671D35}" dt="2022-12-12T07:44:10.301" v="862" actId="207"/>
          <ac:spMkLst>
            <pc:docMk/>
            <pc:sldMk cId="1750966735" sldId="2147469221"/>
            <ac:spMk id="38" creationId="{6020E886-2140-4645-BFE3-7488A70DC9D4}"/>
          </ac:spMkLst>
        </pc:spChg>
        <pc:spChg chg="mod">
          <ac:chgData name="Li,Yuting (HP Medicine) BII-CN-S" userId="ce8fbb54-122c-426d-b8da-fdcc5e1b5022" providerId="ADAL" clId="{61BB03FA-5227-454C-9D35-F25DE3671D35}" dt="2022-12-14T00:06:11.464" v="3305" actId="1076"/>
          <ac:spMkLst>
            <pc:docMk/>
            <pc:sldMk cId="1750966735" sldId="2147469221"/>
            <ac:spMk id="39" creationId="{444898A8-7691-4B52-A4D1-772CE0532575}"/>
          </ac:spMkLst>
        </pc:spChg>
        <pc:spChg chg="mod">
          <ac:chgData name="Li,Yuting (HP Medicine) BII-CN-S" userId="ce8fbb54-122c-426d-b8da-fdcc5e1b5022" providerId="ADAL" clId="{61BB03FA-5227-454C-9D35-F25DE3671D35}" dt="2022-12-11T10:50:45.225" v="269" actId="1076"/>
          <ac:spMkLst>
            <pc:docMk/>
            <pc:sldMk cId="1750966735" sldId="2147469221"/>
            <ac:spMk id="40" creationId="{F4E17231-EB84-4C26-89B0-D0CDF75BFBBC}"/>
          </ac:spMkLst>
        </pc:spChg>
        <pc:spChg chg="mod">
          <ac:chgData name="Li,Yuting (HP Medicine) BII-CN-S" userId="ce8fbb54-122c-426d-b8da-fdcc5e1b5022" providerId="ADAL" clId="{61BB03FA-5227-454C-9D35-F25DE3671D35}" dt="2022-12-14T00:07:06.301" v="3316" actId="1076"/>
          <ac:spMkLst>
            <pc:docMk/>
            <pc:sldMk cId="1750966735" sldId="2147469221"/>
            <ac:spMk id="41" creationId="{371ED482-FCD9-43D7-BB71-A24786EAE75F}"/>
          </ac:spMkLst>
        </pc:spChg>
        <pc:spChg chg="mod">
          <ac:chgData name="Li,Yuting (HP Medicine) BII-CN-S" userId="ce8fbb54-122c-426d-b8da-fdcc5e1b5022" providerId="ADAL" clId="{61BB03FA-5227-454C-9D35-F25DE3671D35}" dt="2022-12-11T10:51:10.611" v="271" actId="1076"/>
          <ac:spMkLst>
            <pc:docMk/>
            <pc:sldMk cId="1750966735" sldId="2147469221"/>
            <ac:spMk id="42" creationId="{89C355A1-7C4E-4FB6-A111-D974557D88EB}"/>
          </ac:spMkLst>
        </pc:spChg>
        <pc:spChg chg="mod">
          <ac:chgData name="Li,Yuting (HP Medicine) BII-CN-S" userId="ce8fbb54-122c-426d-b8da-fdcc5e1b5022" providerId="ADAL" clId="{61BB03FA-5227-454C-9D35-F25DE3671D35}" dt="2022-12-11T10:51:10.611" v="271" actId="1076"/>
          <ac:spMkLst>
            <pc:docMk/>
            <pc:sldMk cId="1750966735" sldId="2147469221"/>
            <ac:spMk id="43" creationId="{D23393F2-1003-4EF8-8708-D490A7C332D4}"/>
          </ac:spMkLst>
        </pc:spChg>
        <pc:spChg chg="mod">
          <ac:chgData name="Li,Yuting (HP Medicine) BII-CN-S" userId="ce8fbb54-122c-426d-b8da-fdcc5e1b5022" providerId="ADAL" clId="{61BB03FA-5227-454C-9D35-F25DE3671D35}" dt="2022-12-11T11:05:14.555" v="361" actId="1076"/>
          <ac:spMkLst>
            <pc:docMk/>
            <pc:sldMk cId="1750966735" sldId="2147469221"/>
            <ac:spMk id="47" creationId="{429B0501-63DF-4C45-A5E2-DAA4DEE660AD}"/>
          </ac:spMkLst>
        </pc:spChg>
        <pc:spChg chg="add mod">
          <ac:chgData name="Li,Yuting (HP Medicine) BII-CN-S" userId="ce8fbb54-122c-426d-b8da-fdcc5e1b5022" providerId="ADAL" clId="{61BB03FA-5227-454C-9D35-F25DE3671D35}" dt="2022-12-11T11:05:47.436" v="380" actId="1035"/>
          <ac:spMkLst>
            <pc:docMk/>
            <pc:sldMk cId="1750966735" sldId="2147469221"/>
            <ac:spMk id="53" creationId="{FA6C2BD6-B89E-42F0-B246-1BBB4E4157A9}"/>
          </ac:spMkLst>
        </pc:spChg>
        <pc:spChg chg="add mod">
          <ac:chgData name="Li,Yuting (HP Medicine) BII-CN-S" userId="ce8fbb54-122c-426d-b8da-fdcc5e1b5022" providerId="ADAL" clId="{61BB03FA-5227-454C-9D35-F25DE3671D35}" dt="2022-12-11T11:05:51.763" v="381" actId="1076"/>
          <ac:spMkLst>
            <pc:docMk/>
            <pc:sldMk cId="1750966735" sldId="2147469221"/>
            <ac:spMk id="54" creationId="{090C4857-48A6-473B-B500-2A93E4FC3E35}"/>
          </ac:spMkLst>
        </pc:spChg>
        <pc:spChg chg="add mod">
          <ac:chgData name="Li,Yuting (HP Medicine) BII-CN-S" userId="ce8fbb54-122c-426d-b8da-fdcc5e1b5022" providerId="ADAL" clId="{61BB03FA-5227-454C-9D35-F25DE3671D35}" dt="2022-12-11T11:05:47.436" v="380" actId="1035"/>
          <ac:spMkLst>
            <pc:docMk/>
            <pc:sldMk cId="1750966735" sldId="2147469221"/>
            <ac:spMk id="55" creationId="{A99D1088-68BC-41A9-8E6F-2678BAC196B2}"/>
          </ac:spMkLst>
        </pc:spChg>
        <pc:spChg chg="add mod">
          <ac:chgData name="Li,Yuting (HP Medicine) BII-CN-S" userId="ce8fbb54-122c-426d-b8da-fdcc5e1b5022" providerId="ADAL" clId="{61BB03FA-5227-454C-9D35-F25DE3671D35}" dt="2022-12-11T11:05:47.436" v="380" actId="1035"/>
          <ac:spMkLst>
            <pc:docMk/>
            <pc:sldMk cId="1750966735" sldId="2147469221"/>
            <ac:spMk id="56" creationId="{18E01B7C-2B5D-4093-A909-969E37A9F66D}"/>
          </ac:spMkLst>
        </pc:spChg>
        <pc:spChg chg="add mod">
          <ac:chgData name="Li,Yuting (HP Medicine) BII-CN-S" userId="ce8fbb54-122c-426d-b8da-fdcc5e1b5022" providerId="ADAL" clId="{61BB03FA-5227-454C-9D35-F25DE3671D35}" dt="2022-12-11T11:05:53.468" v="382" actId="1076"/>
          <ac:spMkLst>
            <pc:docMk/>
            <pc:sldMk cId="1750966735" sldId="2147469221"/>
            <ac:spMk id="57" creationId="{42DBDC38-CA1A-4071-BEEF-9C01C32E3D96}"/>
          </ac:spMkLst>
        </pc:spChg>
        <pc:spChg chg="add mod">
          <ac:chgData name="Li,Yuting (HP Medicine) BII-CN-S" userId="ce8fbb54-122c-426d-b8da-fdcc5e1b5022" providerId="ADAL" clId="{61BB03FA-5227-454C-9D35-F25DE3671D35}" dt="2022-12-11T11:05:47.436" v="380" actId="1035"/>
          <ac:spMkLst>
            <pc:docMk/>
            <pc:sldMk cId="1750966735" sldId="2147469221"/>
            <ac:spMk id="58" creationId="{18C5BE3B-766C-489C-956D-A4853F53D675}"/>
          </ac:spMkLst>
        </pc:spChg>
        <pc:spChg chg="add mod">
          <ac:chgData name="Li,Yuting (HP Medicine) BII-CN-S" userId="ce8fbb54-122c-426d-b8da-fdcc5e1b5022" providerId="ADAL" clId="{61BB03FA-5227-454C-9D35-F25DE3671D35}" dt="2022-12-11T11:05:30.363" v="362" actId="1076"/>
          <ac:spMkLst>
            <pc:docMk/>
            <pc:sldMk cId="1750966735" sldId="2147469221"/>
            <ac:spMk id="60" creationId="{2A1B1EE0-FF72-4C70-82EC-AE3B9DF1033B}"/>
          </ac:spMkLst>
        </pc:spChg>
        <pc:spChg chg="add mod">
          <ac:chgData name="Li,Yuting (HP Medicine) BII-CN-S" userId="ce8fbb54-122c-426d-b8da-fdcc5e1b5022" providerId="ADAL" clId="{61BB03FA-5227-454C-9D35-F25DE3671D35}" dt="2022-12-11T11:06:20.386" v="392" actId="404"/>
          <ac:spMkLst>
            <pc:docMk/>
            <pc:sldMk cId="1750966735" sldId="2147469221"/>
            <ac:spMk id="62" creationId="{B26AA1C3-A27B-4282-B2EC-FC0442EB804A}"/>
          </ac:spMkLst>
        </pc:spChg>
        <pc:spChg chg="add mod">
          <ac:chgData name="Li,Yuting (HP Medicine) BII-CN-S" userId="ce8fbb54-122c-426d-b8da-fdcc5e1b5022" providerId="ADAL" clId="{61BB03FA-5227-454C-9D35-F25DE3671D35}" dt="2022-12-11T11:06:20.386" v="392" actId="404"/>
          <ac:spMkLst>
            <pc:docMk/>
            <pc:sldMk cId="1750966735" sldId="2147469221"/>
            <ac:spMk id="64" creationId="{3B8B3FD0-DF21-43FC-BAED-00E40779C52C}"/>
          </ac:spMkLst>
        </pc:spChg>
        <pc:spChg chg="add mod">
          <ac:chgData name="Li,Yuting (HP Medicine) BII-CN-S" userId="ce8fbb54-122c-426d-b8da-fdcc5e1b5022" providerId="ADAL" clId="{61BB03FA-5227-454C-9D35-F25DE3671D35}" dt="2022-12-11T11:06:12.405" v="389" actId="1076"/>
          <ac:spMkLst>
            <pc:docMk/>
            <pc:sldMk cId="1750966735" sldId="2147469221"/>
            <ac:spMk id="67" creationId="{76C8E6E8-05D6-4E09-B2F1-81C6C61A6516}"/>
          </ac:spMkLst>
        </pc:spChg>
        <pc:spChg chg="add mod">
          <ac:chgData name="Li,Yuting (HP Medicine) BII-CN-S" userId="ce8fbb54-122c-426d-b8da-fdcc5e1b5022" providerId="ADAL" clId="{61BB03FA-5227-454C-9D35-F25DE3671D35}" dt="2022-12-14T00:07:01.628" v="3313" actId="1076"/>
          <ac:spMkLst>
            <pc:docMk/>
            <pc:sldMk cId="1750966735" sldId="2147469221"/>
            <ac:spMk id="68" creationId="{4BF959CE-B140-4839-8158-B35CEFF4646E}"/>
          </ac:spMkLst>
        </pc:spChg>
        <pc:spChg chg="add del mod">
          <ac:chgData name="Li,Yuting (HP Medicine) BII-CN-S" userId="ce8fbb54-122c-426d-b8da-fdcc5e1b5022" providerId="ADAL" clId="{61BB03FA-5227-454C-9D35-F25DE3671D35}" dt="2022-12-11T11:07:44.560" v="400" actId="478"/>
          <ac:spMkLst>
            <pc:docMk/>
            <pc:sldMk cId="1750966735" sldId="2147469221"/>
            <ac:spMk id="68" creationId="{4EB39AB5-49AB-451E-8274-A94AC82B933E}"/>
          </ac:spMkLst>
        </pc:spChg>
        <pc:spChg chg="mod">
          <ac:chgData name="Li,Yuting (HP Medicine) BII-CN-S" userId="ce8fbb54-122c-426d-b8da-fdcc5e1b5022" providerId="ADAL" clId="{61BB03FA-5227-454C-9D35-F25DE3671D35}" dt="2022-12-11T11:06:57.842" v="393"/>
          <ac:spMkLst>
            <pc:docMk/>
            <pc:sldMk cId="1750966735" sldId="2147469221"/>
            <ac:spMk id="71" creationId="{2DB66806-6994-477A-BDCD-E4C9E1DFEF6F}"/>
          </ac:spMkLst>
        </pc:spChg>
        <pc:spChg chg="mod">
          <ac:chgData name="Li,Yuting (HP Medicine) BII-CN-S" userId="ce8fbb54-122c-426d-b8da-fdcc5e1b5022" providerId="ADAL" clId="{61BB03FA-5227-454C-9D35-F25DE3671D35}" dt="2022-12-11T11:07:11.001" v="398" actId="20577"/>
          <ac:spMkLst>
            <pc:docMk/>
            <pc:sldMk cId="1750966735" sldId="2147469221"/>
            <ac:spMk id="73" creationId="{36C4B64F-88CA-471C-A90C-9F6AC261BACB}"/>
          </ac:spMkLst>
        </pc:spChg>
        <pc:spChg chg="mod">
          <ac:chgData name="Li,Yuting (HP Medicine) BII-CN-S" userId="ce8fbb54-122c-426d-b8da-fdcc5e1b5022" providerId="ADAL" clId="{61BB03FA-5227-454C-9D35-F25DE3671D35}" dt="2022-12-11T11:06:57.842" v="393"/>
          <ac:spMkLst>
            <pc:docMk/>
            <pc:sldMk cId="1750966735" sldId="2147469221"/>
            <ac:spMk id="74" creationId="{5356DC64-70BF-40D4-989C-EAE12C15AF17}"/>
          </ac:spMkLst>
        </pc:spChg>
        <pc:spChg chg="add mod">
          <ac:chgData name="Li,Yuting (HP Medicine) BII-CN-S" userId="ce8fbb54-122c-426d-b8da-fdcc5e1b5022" providerId="ADAL" clId="{61BB03FA-5227-454C-9D35-F25DE3671D35}" dt="2022-12-11T11:08:38.898" v="403" actId="1076"/>
          <ac:spMkLst>
            <pc:docMk/>
            <pc:sldMk cId="1750966735" sldId="2147469221"/>
            <ac:spMk id="75" creationId="{EEF700EF-0B63-4EA1-97EC-153820CAEE4B}"/>
          </ac:spMkLst>
        </pc:spChg>
        <pc:spChg chg="add mod">
          <ac:chgData name="Li,Yuting (HP Medicine) BII-CN-S" userId="ce8fbb54-122c-426d-b8da-fdcc5e1b5022" providerId="ADAL" clId="{61BB03FA-5227-454C-9D35-F25DE3671D35}" dt="2022-12-11T11:08:43.089" v="405" actId="1076"/>
          <ac:spMkLst>
            <pc:docMk/>
            <pc:sldMk cId="1750966735" sldId="2147469221"/>
            <ac:spMk id="76" creationId="{C34540DA-01EB-4110-A335-46141BA37114}"/>
          </ac:spMkLst>
        </pc:spChg>
        <pc:spChg chg="add del mod">
          <ac:chgData name="Li,Yuting (HP Medicine) BII-CN-S" userId="ce8fbb54-122c-426d-b8da-fdcc5e1b5022" providerId="ADAL" clId="{61BB03FA-5227-454C-9D35-F25DE3671D35}" dt="2022-12-14T00:07:07.306" v="3317"/>
          <ac:spMkLst>
            <pc:docMk/>
            <pc:sldMk cId="1750966735" sldId="2147469221"/>
            <ac:spMk id="77" creationId="{BBC0BDF2-22A5-4D66-877B-70222A24FC4A}"/>
          </ac:spMkLst>
        </pc:spChg>
        <pc:spChg chg="add mod">
          <ac:chgData name="Li,Yuting (HP Medicine) BII-CN-S" userId="ce8fbb54-122c-426d-b8da-fdcc5e1b5022" providerId="ADAL" clId="{61BB03FA-5227-454C-9D35-F25DE3671D35}" dt="2022-12-14T00:07:23.214" v="3324" actId="20577"/>
          <ac:spMkLst>
            <pc:docMk/>
            <pc:sldMk cId="1750966735" sldId="2147469221"/>
            <ac:spMk id="79" creationId="{35312632-74E8-414D-9840-08BEB8211CF8}"/>
          </ac:spMkLst>
        </pc:spChg>
        <pc:spChg chg="mod">
          <ac:chgData name="Li,Yuting (HP Medicine) BII-CN-S" userId="ce8fbb54-122c-426d-b8da-fdcc5e1b5022" providerId="ADAL" clId="{61BB03FA-5227-454C-9D35-F25DE3671D35}" dt="2022-12-11T11:01:07.371" v="272" actId="1076"/>
          <ac:spMkLst>
            <pc:docMk/>
            <pc:sldMk cId="1750966735" sldId="2147469221"/>
            <ac:spMk id="99" creationId="{D11E8C8E-EA83-4AF2-B5EA-9A0D5FDC196B}"/>
          </ac:spMkLst>
        </pc:spChg>
        <pc:grpChg chg="mod">
          <ac:chgData name="Li,Yuting (HP Medicine) BII-CN-S" userId="ce8fbb54-122c-426d-b8da-fdcc5e1b5022" providerId="ADAL" clId="{61BB03FA-5227-454C-9D35-F25DE3671D35}" dt="2022-12-11T11:08:39.917" v="404" actId="1076"/>
          <ac:grpSpMkLst>
            <pc:docMk/>
            <pc:sldMk cId="1750966735" sldId="2147469221"/>
            <ac:grpSpMk id="59" creationId="{00000000-0000-0000-0000-000000000000}"/>
          </ac:grpSpMkLst>
        </pc:grpChg>
        <pc:grpChg chg="add mod">
          <ac:chgData name="Li,Yuting (HP Medicine) BII-CN-S" userId="ce8fbb54-122c-426d-b8da-fdcc5e1b5022" providerId="ADAL" clId="{61BB03FA-5227-454C-9D35-F25DE3671D35}" dt="2022-12-11T11:07:41.545" v="399" actId="1076"/>
          <ac:grpSpMkLst>
            <pc:docMk/>
            <pc:sldMk cId="1750966735" sldId="2147469221"/>
            <ac:grpSpMk id="69" creationId="{74D3BA44-B340-451F-AADE-FFF646D62AAB}"/>
          </ac:grpSpMkLst>
        </pc:grpChg>
        <pc:picChg chg="mod">
          <ac:chgData name="Li,Yuting (HP Medicine) BII-CN-S" userId="ce8fbb54-122c-426d-b8da-fdcc5e1b5022" providerId="ADAL" clId="{61BB03FA-5227-454C-9D35-F25DE3671D35}" dt="2022-12-11T11:08:23.901" v="401" actId="1076"/>
          <ac:picMkLst>
            <pc:docMk/>
            <pc:sldMk cId="1750966735" sldId="2147469221"/>
            <ac:picMk id="4" creationId="{00000000-0000-0000-0000-000000000000}"/>
          </ac:picMkLst>
        </pc:picChg>
      </pc:sldChg>
      <pc:sldChg chg="modSp mod">
        <pc:chgData name="Li,Yuting (HP Medicine) BII-CN-S" userId="ce8fbb54-122c-426d-b8da-fdcc5e1b5022" providerId="ADAL" clId="{61BB03FA-5227-454C-9D35-F25DE3671D35}" dt="2022-12-13T11:24:22.397" v="2526" actId="20577"/>
        <pc:sldMkLst>
          <pc:docMk/>
          <pc:sldMk cId="257973879" sldId="2147469222"/>
        </pc:sldMkLst>
        <pc:spChg chg="mod">
          <ac:chgData name="Li,Yuting (HP Medicine) BII-CN-S" userId="ce8fbb54-122c-426d-b8da-fdcc5e1b5022" providerId="ADAL" clId="{61BB03FA-5227-454C-9D35-F25DE3671D35}" dt="2022-12-13T08:08:20.138" v="1648" actId="20577"/>
          <ac:spMkLst>
            <pc:docMk/>
            <pc:sldMk cId="257973879" sldId="2147469222"/>
            <ac:spMk id="3" creationId="{00000000-0000-0000-0000-000000000000}"/>
          </ac:spMkLst>
        </pc:spChg>
        <pc:spChg chg="mod">
          <ac:chgData name="Li,Yuting (HP Medicine) BII-CN-S" userId="ce8fbb54-122c-426d-b8da-fdcc5e1b5022" providerId="ADAL" clId="{61BB03FA-5227-454C-9D35-F25DE3671D35}" dt="2022-12-13T11:24:22.397" v="2526" actId="20577"/>
          <ac:spMkLst>
            <pc:docMk/>
            <pc:sldMk cId="257973879" sldId="2147469222"/>
            <ac:spMk id="90" creationId="{9466DE8F-DCCC-4688-AD54-68172F2C8E9F}"/>
          </ac:spMkLst>
        </pc:spChg>
      </pc:sldChg>
      <pc:sldChg chg="modSp mod">
        <pc:chgData name="Li,Yuting (HP Medicine) BII-CN-S" userId="ce8fbb54-122c-426d-b8da-fdcc5e1b5022" providerId="ADAL" clId="{61BB03FA-5227-454C-9D35-F25DE3671D35}" dt="2022-12-13T09:41:23.231" v="2525" actId="20577"/>
        <pc:sldMkLst>
          <pc:docMk/>
          <pc:sldMk cId="2214068917" sldId="2147469223"/>
        </pc:sldMkLst>
        <pc:graphicFrameChg chg="mod modGraphic">
          <ac:chgData name="Li,Yuting (HP Medicine) BII-CN-S" userId="ce8fbb54-122c-426d-b8da-fdcc5e1b5022" providerId="ADAL" clId="{61BB03FA-5227-454C-9D35-F25DE3671D35}" dt="2022-12-13T09:41:23.231" v="2525" actId="20577"/>
          <ac:graphicFrameMkLst>
            <pc:docMk/>
            <pc:sldMk cId="2214068917" sldId="2147469223"/>
            <ac:graphicFrameMk id="9" creationId="{A53A2D83-63FD-44E4-BF92-1861D56E3E63}"/>
          </ac:graphicFrameMkLst>
        </pc:graphicFrameChg>
      </pc:sldChg>
      <pc:sldChg chg="add">
        <pc:chgData name="Li,Yuting (HP Medicine) BII-CN-S" userId="ce8fbb54-122c-426d-b8da-fdcc5e1b5022" providerId="ADAL" clId="{61BB03FA-5227-454C-9D35-F25DE3671D35}" dt="2022-12-13T07:57:37.971" v="1637"/>
        <pc:sldMkLst>
          <pc:docMk/>
          <pc:sldMk cId="2540579864" sldId="2147469224"/>
        </pc:sldMkLst>
      </pc:sldChg>
      <pc:sldChg chg="add">
        <pc:chgData name="Li,Yuting (HP Medicine) BII-CN-S" userId="ce8fbb54-122c-426d-b8da-fdcc5e1b5022" providerId="ADAL" clId="{61BB03FA-5227-454C-9D35-F25DE3671D35}" dt="2022-12-13T08:13:46.610" v="1668"/>
        <pc:sldMkLst>
          <pc:docMk/>
          <pc:sldMk cId="3497211928" sldId="2147469225"/>
        </pc:sldMkLst>
      </pc:sldChg>
    </pc:docChg>
  </pc:docChgLst>
  <pc:docChgLst>
    <pc:chgData name="Zhang,Ying (MED CD&amp;O) BII-CN-S" userId="456eb1e0-4978-443e-822e-be854341a778" providerId="ADAL" clId="{D09CFAB1-537D-4665-9AF1-4CE12986D044}"/>
    <pc:docChg chg="undo redo custSel addSld delSld modSld">
      <pc:chgData name="Zhang,Ying (MED CD&amp;O) BII-CN-S" userId="456eb1e0-4978-443e-822e-be854341a778" providerId="ADAL" clId="{D09CFAB1-537D-4665-9AF1-4CE12986D044}" dt="2023-02-16T08:43:40.778" v="31" actId="1038"/>
      <pc:docMkLst>
        <pc:docMk/>
      </pc:docMkLst>
      <pc:sldChg chg="modSp mod">
        <pc:chgData name="Zhang,Ying (MED CD&amp;O) BII-CN-S" userId="456eb1e0-4978-443e-822e-be854341a778" providerId="ADAL" clId="{D09CFAB1-537D-4665-9AF1-4CE12986D044}" dt="2023-02-16T08:43:05.316" v="22" actId="20577"/>
        <pc:sldMkLst>
          <pc:docMk/>
          <pc:sldMk cId="4022558961" sldId="2147471171"/>
        </pc:sldMkLst>
        <pc:spChg chg="mod">
          <ac:chgData name="Zhang,Ying (MED CD&amp;O) BII-CN-S" userId="456eb1e0-4978-443e-822e-be854341a778" providerId="ADAL" clId="{D09CFAB1-537D-4665-9AF1-4CE12986D044}" dt="2023-02-16T08:43:05.316" v="22" actId="20577"/>
          <ac:spMkLst>
            <pc:docMk/>
            <pc:sldMk cId="4022558961" sldId="2147471171"/>
            <ac:spMk id="52" creationId="{C37AB0AB-396A-4A09-A640-7C9D33588A3C}"/>
          </ac:spMkLst>
        </pc:spChg>
      </pc:sldChg>
      <pc:sldChg chg="modSp add del mod delCm">
        <pc:chgData name="Zhang,Ying (MED CD&amp;O) BII-CN-S" userId="456eb1e0-4978-443e-822e-be854341a778" providerId="ADAL" clId="{D09CFAB1-537D-4665-9AF1-4CE12986D044}" dt="2023-02-16T08:43:40.778" v="31" actId="1038"/>
        <pc:sldMkLst>
          <pc:docMk/>
          <pc:sldMk cId="4084061762" sldId="2147471184"/>
        </pc:sldMkLst>
        <pc:spChg chg="mod">
          <ac:chgData name="Zhang,Ying (MED CD&amp;O) BII-CN-S" userId="456eb1e0-4978-443e-822e-be854341a778" providerId="ADAL" clId="{D09CFAB1-537D-4665-9AF1-4CE12986D044}" dt="2023-02-16T08:43:40.778" v="31" actId="1038"/>
          <ac:spMkLst>
            <pc:docMk/>
            <pc:sldMk cId="4084061762" sldId="2147471184"/>
            <ac:spMk id="4" creationId="{EE0CD054-31CA-4AAE-BCA8-82B9C8FF38C0}"/>
          </ac:spMkLst>
        </pc:spChg>
      </pc:sldChg>
      <pc:sldChg chg="modSp del mod delCm">
        <pc:chgData name="Zhang,Ying (MED CD&amp;O) BII-CN-S" userId="456eb1e0-4978-443e-822e-be854341a778" providerId="ADAL" clId="{D09CFAB1-537D-4665-9AF1-4CE12986D044}" dt="2023-02-16T08:41:51.253" v="17" actId="47"/>
        <pc:sldMkLst>
          <pc:docMk/>
          <pc:sldMk cId="3071151004" sldId="2147471195"/>
        </pc:sldMkLst>
        <pc:graphicFrameChg chg="modGraphic">
          <ac:chgData name="Zhang,Ying (MED CD&amp;O) BII-CN-S" userId="456eb1e0-4978-443e-822e-be854341a778" providerId="ADAL" clId="{D09CFAB1-537D-4665-9AF1-4CE12986D044}" dt="2023-02-16T08:33:31.260" v="13" actId="20577"/>
          <ac:graphicFrameMkLst>
            <pc:docMk/>
            <pc:sldMk cId="3071151004" sldId="2147471195"/>
            <ac:graphicFrameMk id="7" creationId="{68B695A8-F710-48C2-8E68-03FD32C462CF}"/>
          </ac:graphicFrameMkLst>
        </pc:graphicFrameChg>
        <pc:graphicFrameChg chg="modGraphic">
          <ac:chgData name="Zhang,Ying (MED CD&amp;O) BII-CN-S" userId="456eb1e0-4978-443e-822e-be854341a778" providerId="ADAL" clId="{D09CFAB1-537D-4665-9AF1-4CE12986D044}" dt="2023-02-16T08:33:24.654" v="11" actId="20577"/>
          <ac:graphicFrameMkLst>
            <pc:docMk/>
            <pc:sldMk cId="3071151004" sldId="2147471195"/>
            <ac:graphicFrameMk id="8" creationId="{04BE0399-F2FD-4404-AFC2-5696822B2AA1}"/>
          </ac:graphicFrameMkLst>
        </pc:graphicFrameChg>
      </pc:sldChg>
    </pc:docChg>
  </pc:docChgLst>
  <pc:docChgLst>
    <pc:chgData name="Shi,Cherry (HP Medicine) BII-CN-S" userId="S::cherry.shi@boehringer-ingelheim.com::d1fa847a-fc45-456f-9c70-a123cc9ed61e" providerId="AD" clId="Web-{B4051AD2-9EBB-BB02-4F7C-8BFF4767C472}"/>
    <pc:docChg chg="modSld">
      <pc:chgData name="Shi,Cherry (HP Medicine) BII-CN-S" userId="S::cherry.shi@boehringer-ingelheim.com::d1fa847a-fc45-456f-9c70-a123cc9ed61e" providerId="AD" clId="Web-{B4051AD2-9EBB-BB02-4F7C-8BFF4767C472}" dt="2023-06-12T01:09:56.367" v="3" actId="20577"/>
      <pc:docMkLst>
        <pc:docMk/>
      </pc:docMkLst>
      <pc:sldChg chg="modSp">
        <pc:chgData name="Shi,Cherry (HP Medicine) BII-CN-S" userId="S::cherry.shi@boehringer-ingelheim.com::d1fa847a-fc45-456f-9c70-a123cc9ed61e" providerId="AD" clId="Web-{B4051AD2-9EBB-BB02-4F7C-8BFF4767C472}" dt="2023-06-12T01:09:56.367" v="3" actId="20577"/>
        <pc:sldMkLst>
          <pc:docMk/>
          <pc:sldMk cId="3666047214" sldId="2147474021"/>
        </pc:sldMkLst>
        <pc:spChg chg="mod">
          <ac:chgData name="Shi,Cherry (HP Medicine) BII-CN-S" userId="S::cherry.shi@boehringer-ingelheim.com::d1fa847a-fc45-456f-9c70-a123cc9ed61e" providerId="AD" clId="Web-{B4051AD2-9EBB-BB02-4F7C-8BFF4767C472}" dt="2023-06-12T01:09:56.367" v="3" actId="20577"/>
          <ac:spMkLst>
            <pc:docMk/>
            <pc:sldMk cId="3666047214" sldId="2147474021"/>
            <ac:spMk id="41" creationId="{80672632-5059-4D01-BB59-096554D9CD3A}"/>
          </ac:spMkLst>
        </pc:spChg>
      </pc:sldChg>
    </pc:docChg>
  </pc:docChgLst>
  <pc:docChgLst>
    <pc:chgData name="Lin,Julia (MED CD&amp;O) BI-TW-T" userId="S::julia.lin@boehringer-ingelheim.com::2407819e-49bf-4c7b-96f7-ea5422769517" providerId="AD" clId="Web-{202DB820-D47E-64B0-1FC1-946A431CC80A}"/>
    <pc:docChg chg="modSld">
      <pc:chgData name="Lin,Julia (MED CD&amp;O) BI-TW-T" userId="S::julia.lin@boehringer-ingelheim.com::2407819e-49bf-4c7b-96f7-ea5422769517" providerId="AD" clId="Web-{202DB820-D47E-64B0-1FC1-946A431CC80A}" dt="2023-11-13T03:47:48.613" v="60" actId="20577"/>
      <pc:docMkLst>
        <pc:docMk/>
      </pc:docMkLst>
      <pc:sldChg chg="modSp">
        <pc:chgData name="Lin,Julia (MED CD&amp;O) BI-TW-T" userId="S::julia.lin@boehringer-ingelheim.com::2407819e-49bf-4c7b-96f7-ea5422769517" providerId="AD" clId="Web-{202DB820-D47E-64B0-1FC1-946A431CC80A}" dt="2023-11-13T03:47:48.613" v="60" actId="20577"/>
        <pc:sldMkLst>
          <pc:docMk/>
          <pc:sldMk cId="2080593159" sldId="2147474981"/>
        </pc:sldMkLst>
        <pc:spChg chg="mod">
          <ac:chgData name="Lin,Julia (MED CD&amp;O) BI-TW-T" userId="S::julia.lin@boehringer-ingelheim.com::2407819e-49bf-4c7b-96f7-ea5422769517" providerId="AD" clId="Web-{202DB820-D47E-64B0-1FC1-946A431CC80A}" dt="2023-11-13T03:29:14.655" v="8" actId="20577"/>
          <ac:spMkLst>
            <pc:docMk/>
            <pc:sldMk cId="2080593159" sldId="2147474981"/>
            <ac:spMk id="10" creationId="{F4C6B61C-982F-46D1-BDD3-32EC9C1D272D}"/>
          </ac:spMkLst>
        </pc:spChg>
        <pc:spChg chg="mod">
          <ac:chgData name="Lin,Julia (MED CD&amp;O) BI-TW-T" userId="S::julia.lin@boehringer-ingelheim.com::2407819e-49bf-4c7b-96f7-ea5422769517" providerId="AD" clId="Web-{202DB820-D47E-64B0-1FC1-946A431CC80A}" dt="2023-11-13T03:47:48.613" v="60" actId="20577"/>
          <ac:spMkLst>
            <pc:docMk/>
            <pc:sldMk cId="2080593159" sldId="2147474981"/>
            <ac:spMk id="15" creationId="{4F538F6E-73BA-4846-A30A-B92A98AC7F0F}"/>
          </ac:spMkLst>
        </pc:spChg>
        <pc:graphicFrameChg chg="mod modGraphic">
          <ac:chgData name="Lin,Julia (MED CD&amp;O) BI-TW-T" userId="S::julia.lin@boehringer-ingelheim.com::2407819e-49bf-4c7b-96f7-ea5422769517" providerId="AD" clId="Web-{202DB820-D47E-64B0-1FC1-946A431CC80A}" dt="2023-11-13T03:47:12.862" v="56"/>
          <ac:graphicFrameMkLst>
            <pc:docMk/>
            <pc:sldMk cId="2080593159" sldId="2147474981"/>
            <ac:graphicFrameMk id="14" creationId="{EDD0C612-9FC3-4827-990B-BA2E67AB108F}"/>
          </ac:graphicFrameMkLst>
        </pc:graphicFrameChg>
      </pc:sldChg>
    </pc:docChg>
  </pc:docChgLst>
  <pc:docChgLst>
    <pc:chgData name="zxSHA Zhao,Ting (MED CD&amp;O) EXTERNAL" userId="S::ting.zhao.ext@boehringer-ingelheim.com::3d8ce11f-7659-40c3-8229-d1facb227748" providerId="AD" clId="Web-{BD1F2248-BFD0-F456-326A-8395FBF98A55}"/>
    <pc:docChg chg="modSld">
      <pc:chgData name="zxSHA Zhao,Ting (MED CD&amp;O) EXTERNAL" userId="S::ting.zhao.ext@boehringer-ingelheim.com::3d8ce11f-7659-40c3-8229-d1facb227748" providerId="AD" clId="Web-{BD1F2248-BFD0-F456-326A-8395FBF98A55}" dt="2024-04-23T04:03:16.393" v="21" actId="14100"/>
      <pc:docMkLst>
        <pc:docMk/>
      </pc:docMkLst>
      <pc:sldChg chg="modSp">
        <pc:chgData name="zxSHA Zhao,Ting (MED CD&amp;O) EXTERNAL" userId="S::ting.zhao.ext@boehringer-ingelheim.com::3d8ce11f-7659-40c3-8229-d1facb227748" providerId="AD" clId="Web-{BD1F2248-BFD0-F456-326A-8395FBF98A55}" dt="2024-04-23T04:01:38.672" v="11" actId="20577"/>
        <pc:sldMkLst>
          <pc:docMk/>
          <pc:sldMk cId="3812252762" sldId="2147482855"/>
        </pc:sldMkLst>
        <pc:spChg chg="mod">
          <ac:chgData name="zxSHA Zhao,Ting (MED CD&amp;O) EXTERNAL" userId="S::ting.zhao.ext@boehringer-ingelheim.com::3d8ce11f-7659-40c3-8229-d1facb227748" providerId="AD" clId="Web-{BD1F2248-BFD0-F456-326A-8395FBF98A55}" dt="2024-04-23T04:01:38.672" v="11" actId="20577"/>
          <ac:spMkLst>
            <pc:docMk/>
            <pc:sldMk cId="3812252762" sldId="2147482855"/>
            <ac:spMk id="126" creationId="{6A146A9F-3077-48E6-AD05-74AFFA257DC1}"/>
          </ac:spMkLst>
        </pc:spChg>
      </pc:sldChg>
      <pc:sldChg chg="addSp delSp modSp">
        <pc:chgData name="zxSHA Zhao,Ting (MED CD&amp;O) EXTERNAL" userId="S::ting.zhao.ext@boehringer-ingelheim.com::3d8ce11f-7659-40c3-8229-d1facb227748" providerId="AD" clId="Web-{BD1F2248-BFD0-F456-326A-8395FBF98A55}" dt="2024-04-23T04:03:16.393" v="21" actId="14100"/>
        <pc:sldMkLst>
          <pc:docMk/>
          <pc:sldMk cId="1814409918" sldId="2147482857"/>
        </pc:sldMkLst>
        <pc:picChg chg="add del mod">
          <ac:chgData name="zxSHA Zhao,Ting (MED CD&amp;O) EXTERNAL" userId="S::ting.zhao.ext@boehringer-ingelheim.com::3d8ce11f-7659-40c3-8229-d1facb227748" providerId="AD" clId="Web-{BD1F2248-BFD0-F456-326A-8395FBF98A55}" dt="2024-04-23T04:02:38.048" v="14"/>
          <ac:picMkLst>
            <pc:docMk/>
            <pc:sldMk cId="1814409918" sldId="2147482857"/>
            <ac:picMk id="2" creationId="{9EE33677-4F3D-C320-DA87-A704A7020677}"/>
          </ac:picMkLst>
        </pc:picChg>
        <pc:picChg chg="add mod">
          <ac:chgData name="zxSHA Zhao,Ting (MED CD&amp;O) EXTERNAL" userId="S::ting.zhao.ext@boehringer-ingelheim.com::3d8ce11f-7659-40c3-8229-d1facb227748" providerId="AD" clId="Web-{BD1F2248-BFD0-F456-326A-8395FBF98A55}" dt="2024-04-23T04:02:54.158" v="17" actId="1076"/>
          <ac:picMkLst>
            <pc:docMk/>
            <pc:sldMk cId="1814409918" sldId="2147482857"/>
            <ac:picMk id="4" creationId="{81460645-5980-9C9C-F19C-85FEB5E50F3D}"/>
          </ac:picMkLst>
        </pc:picChg>
        <pc:picChg chg="add mod">
          <ac:chgData name="zxSHA Zhao,Ting (MED CD&amp;O) EXTERNAL" userId="S::ting.zhao.ext@boehringer-ingelheim.com::3d8ce11f-7659-40c3-8229-d1facb227748" providerId="AD" clId="Web-{BD1F2248-BFD0-F456-326A-8395FBF98A55}" dt="2024-04-23T04:03:16.393" v="21" actId="14100"/>
          <ac:picMkLst>
            <pc:docMk/>
            <pc:sldMk cId="1814409918" sldId="2147482857"/>
            <ac:picMk id="5" creationId="{DD2C0930-A92F-E47B-0DB8-DF86FCEAFD21}"/>
          </ac:picMkLst>
        </pc:picChg>
      </pc:sldChg>
    </pc:docChg>
  </pc:docChgLst>
  <pc:docChgLst>
    <pc:chgData name="Wang,Yuan (HP Medicine) BII-CN-S" userId="S::yuan_2.wang@boehringer-ingelheim.com::358dc601-7626-4089-85ae-a53dd0075322" providerId="AD" clId="Web-{D4399F9D-C36B-F5C8-CC3E-5B64D9B82076}"/>
    <pc:docChg chg="modSld">
      <pc:chgData name="Wang,Yuan (HP Medicine) BII-CN-S" userId="S::yuan_2.wang@boehringer-ingelheim.com::358dc601-7626-4089-85ae-a53dd0075322" providerId="AD" clId="Web-{D4399F9D-C36B-F5C8-CC3E-5B64D9B82076}" dt="2023-07-10T01:55:04.707" v="286"/>
      <pc:docMkLst>
        <pc:docMk/>
      </pc:docMkLst>
      <pc:sldChg chg="modSp addCm">
        <pc:chgData name="Wang,Yuan (HP Medicine) BII-CN-S" userId="S::yuan_2.wang@boehringer-ingelheim.com::358dc601-7626-4089-85ae-a53dd0075322" providerId="AD" clId="Web-{D4399F9D-C36B-F5C8-CC3E-5B64D9B82076}" dt="2023-07-10T01:55:04.707" v="286"/>
        <pc:sldMkLst>
          <pc:docMk/>
          <pc:sldMk cId="4226459731" sldId="2147474108"/>
        </pc:sldMkLst>
        <pc:graphicFrameChg chg="mod modGraphic">
          <ac:chgData name="Wang,Yuan (HP Medicine) BII-CN-S" userId="S::yuan_2.wang@boehringer-ingelheim.com::358dc601-7626-4089-85ae-a53dd0075322" providerId="AD" clId="Web-{D4399F9D-C36B-F5C8-CC3E-5B64D9B82076}" dt="2023-07-10T01:54:12.925" v="285"/>
          <ac:graphicFrameMkLst>
            <pc:docMk/>
            <pc:sldMk cId="4226459731" sldId="2147474108"/>
            <ac:graphicFrameMk id="12" creationId="{EE24276D-C300-4706-ACD2-32E108653E2B}"/>
          </ac:graphicFrameMkLst>
        </pc:graphicFrameChg>
      </pc:sldChg>
    </pc:docChg>
  </pc:docChgLst>
  <pc:docChgLst>
    <pc:chgData name="Wang,Yuan (HP Medicine) BII-CN-S" userId="S::yuan_2.wang@boehringer-ingelheim.com::358dc601-7626-4089-85ae-a53dd0075322" providerId="AD" clId="Web-{5C2AE1AB-F3AC-BE74-F414-E5342B29AD9E}"/>
    <pc:docChg chg="modSld">
      <pc:chgData name="Wang,Yuan (HP Medicine) BII-CN-S" userId="S::yuan_2.wang@boehringer-ingelheim.com::358dc601-7626-4089-85ae-a53dd0075322" providerId="AD" clId="Web-{5C2AE1AB-F3AC-BE74-F414-E5342B29AD9E}" dt="2023-06-11T00:59:30.624" v="159"/>
      <pc:docMkLst>
        <pc:docMk/>
      </pc:docMkLst>
      <pc:sldChg chg="modSp">
        <pc:chgData name="Wang,Yuan (HP Medicine) BII-CN-S" userId="S::yuan_2.wang@boehringer-ingelheim.com::358dc601-7626-4089-85ae-a53dd0075322" providerId="AD" clId="Web-{5C2AE1AB-F3AC-BE74-F414-E5342B29AD9E}" dt="2023-06-11T00:59:30.624" v="159"/>
        <pc:sldMkLst>
          <pc:docMk/>
          <pc:sldMk cId="1142586059" sldId="2147474074"/>
        </pc:sldMkLst>
        <pc:graphicFrameChg chg="mod modGraphic">
          <ac:chgData name="Wang,Yuan (HP Medicine) BII-CN-S" userId="S::yuan_2.wang@boehringer-ingelheim.com::358dc601-7626-4089-85ae-a53dd0075322" providerId="AD" clId="Web-{5C2AE1AB-F3AC-BE74-F414-E5342B29AD9E}" dt="2023-06-11T00:59:30.624" v="159"/>
          <ac:graphicFrameMkLst>
            <pc:docMk/>
            <pc:sldMk cId="1142586059" sldId="2147474074"/>
            <ac:graphicFrameMk id="12" creationId="{EE24276D-C300-4706-ACD2-32E108653E2B}"/>
          </ac:graphicFrameMkLst>
        </pc:graphicFrameChg>
      </pc:sldChg>
    </pc:docChg>
  </pc:docChgLst>
  <pc:docChgLst>
    <pc:chgData name="Zhang,Ying (MED CD&amp;O) BII-CN-S" userId="456eb1e0-4978-443e-822e-be854341a778" providerId="ADAL" clId="{CD63F2CD-DECF-459E-A21F-27BC51E12D0F}"/>
    <pc:docChg chg="custSel modSld">
      <pc:chgData name="Zhang,Ying (MED CD&amp;O) BII-CN-S" userId="456eb1e0-4978-443e-822e-be854341a778" providerId="ADAL" clId="{CD63F2CD-DECF-459E-A21F-27BC51E12D0F}" dt="2023-10-11T06:59:28.101" v="7" actId="255"/>
      <pc:docMkLst>
        <pc:docMk/>
      </pc:docMkLst>
      <pc:sldChg chg="addCm modCm">
        <pc:chgData name="Zhang,Ying (MED CD&amp;O) BII-CN-S" userId="456eb1e0-4978-443e-822e-be854341a778" providerId="ADAL" clId="{CD63F2CD-DECF-459E-A21F-27BC51E12D0F}" dt="2023-10-11T06:52:49.007" v="3"/>
        <pc:sldMkLst>
          <pc:docMk/>
          <pc:sldMk cId="1908837058" sldId="2147474098"/>
        </pc:sldMkLst>
      </pc:sldChg>
      <pc:sldChg chg="addCm modCm">
        <pc:chgData name="Zhang,Ying (MED CD&amp;O) BII-CN-S" userId="456eb1e0-4978-443e-822e-be854341a778" providerId="ADAL" clId="{CD63F2CD-DECF-459E-A21F-27BC51E12D0F}" dt="2023-10-11T06:51:20.099" v="1"/>
        <pc:sldMkLst>
          <pc:docMk/>
          <pc:sldMk cId="2135626461" sldId="2147474913"/>
        </pc:sldMkLst>
      </pc:sldChg>
      <pc:sldChg chg="modSp mod">
        <pc:chgData name="Zhang,Ying (MED CD&amp;O) BII-CN-S" userId="456eb1e0-4978-443e-822e-be854341a778" providerId="ADAL" clId="{CD63F2CD-DECF-459E-A21F-27BC51E12D0F}" dt="2023-10-11T06:59:28.101" v="7" actId="255"/>
        <pc:sldMkLst>
          <pc:docMk/>
          <pc:sldMk cId="2993528003" sldId="2147474927"/>
        </pc:sldMkLst>
        <pc:graphicFrameChg chg="modGraphic">
          <ac:chgData name="Zhang,Ying (MED CD&amp;O) BII-CN-S" userId="456eb1e0-4978-443e-822e-be854341a778" providerId="ADAL" clId="{CD63F2CD-DECF-459E-A21F-27BC51E12D0F}" dt="2023-10-11T06:59:28.101" v="7" actId="255"/>
          <ac:graphicFrameMkLst>
            <pc:docMk/>
            <pc:sldMk cId="2993528003" sldId="2147474927"/>
            <ac:graphicFrameMk id="6" creationId="{A3A04EC3-530D-F56D-4FFF-9A1AAEB1F8B2}"/>
          </ac:graphicFrameMkLst>
        </pc:graphicFrameChg>
      </pc:sldChg>
    </pc:docChg>
  </pc:docChgLst>
  <pc:docChgLst>
    <pc:chgData name="Lin,Julia (MED CD&amp;O) BI-TW-T" userId="2407819e-49bf-4c7b-96f7-ea5422769517" providerId="ADAL" clId="{AEE63A4F-C36D-41F8-868B-0306408B3F78}"/>
    <pc:docChg chg="custSel modSld">
      <pc:chgData name="Lin,Julia (MED CD&amp;O) BI-TW-T" userId="2407819e-49bf-4c7b-96f7-ea5422769517" providerId="ADAL" clId="{AEE63A4F-C36D-41F8-868B-0306408B3F78}" dt="2023-05-09T04:11:37.636" v="29" actId="27918"/>
      <pc:docMkLst>
        <pc:docMk/>
      </pc:docMkLst>
      <pc:sldChg chg="modSp mod">
        <pc:chgData name="Lin,Julia (MED CD&amp;O) BI-TW-T" userId="2407819e-49bf-4c7b-96f7-ea5422769517" providerId="ADAL" clId="{AEE63A4F-C36D-41F8-868B-0306408B3F78}" dt="2023-05-09T04:08:52.012" v="10" actId="207"/>
        <pc:sldMkLst>
          <pc:docMk/>
          <pc:sldMk cId="3275380510" sldId="2147474026"/>
        </pc:sldMkLst>
        <pc:graphicFrameChg chg="modGraphic">
          <ac:chgData name="Lin,Julia (MED CD&amp;O) BI-TW-T" userId="2407819e-49bf-4c7b-96f7-ea5422769517" providerId="ADAL" clId="{AEE63A4F-C36D-41F8-868B-0306408B3F78}" dt="2023-05-09T04:08:52.012" v="10" actId="207"/>
          <ac:graphicFrameMkLst>
            <pc:docMk/>
            <pc:sldMk cId="3275380510" sldId="2147474026"/>
            <ac:graphicFrameMk id="10" creationId="{E40AA420-8AA8-47DC-81DD-D65CDDA6BD5A}"/>
          </ac:graphicFrameMkLst>
        </pc:graphicFrameChg>
      </pc:sldChg>
      <pc:sldChg chg="modSp mod">
        <pc:chgData name="Lin,Julia (MED CD&amp;O) BI-TW-T" userId="2407819e-49bf-4c7b-96f7-ea5422769517" providerId="ADAL" clId="{AEE63A4F-C36D-41F8-868B-0306408B3F78}" dt="2023-05-09T04:11:37.636" v="29" actId="27918"/>
        <pc:sldMkLst>
          <pc:docMk/>
          <pc:sldMk cId="1394418717" sldId="2147474027"/>
        </pc:sldMkLst>
        <pc:spChg chg="mod">
          <ac:chgData name="Lin,Julia (MED CD&amp;O) BI-TW-T" userId="2407819e-49bf-4c7b-96f7-ea5422769517" providerId="ADAL" clId="{AEE63A4F-C36D-41F8-868B-0306408B3F78}" dt="2023-05-09T04:09:32.687" v="18" actId="20577"/>
          <ac:spMkLst>
            <pc:docMk/>
            <pc:sldMk cId="1394418717" sldId="2147474027"/>
            <ac:spMk id="10" creationId="{F4C6B61C-982F-46D1-BDD3-32EC9C1D272D}"/>
          </ac:spMkLst>
        </pc:spChg>
        <pc:spChg chg="mod">
          <ac:chgData name="Lin,Julia (MED CD&amp;O) BI-TW-T" userId="2407819e-49bf-4c7b-96f7-ea5422769517" providerId="ADAL" clId="{AEE63A4F-C36D-41F8-868B-0306408B3F78}" dt="2023-05-09T04:09:20.395" v="12" actId="20577"/>
          <ac:spMkLst>
            <pc:docMk/>
            <pc:sldMk cId="1394418717" sldId="2147474027"/>
            <ac:spMk id="15" creationId="{4F538F6E-73BA-4846-A30A-B92A98AC7F0F}"/>
          </ac:spMkLst>
        </pc:spChg>
        <pc:graphicFrameChg chg="modGraphic">
          <ac:chgData name="Lin,Julia (MED CD&amp;O) BI-TW-T" userId="2407819e-49bf-4c7b-96f7-ea5422769517" providerId="ADAL" clId="{AEE63A4F-C36D-41F8-868B-0306408B3F78}" dt="2023-05-09T04:11:18.083" v="26" actId="207"/>
          <ac:graphicFrameMkLst>
            <pc:docMk/>
            <pc:sldMk cId="1394418717" sldId="2147474027"/>
            <ac:graphicFrameMk id="14" creationId="{EDD0C612-9FC3-4827-990B-BA2E67AB108F}"/>
          </ac:graphicFrameMkLst>
        </pc:graphicFrameChg>
      </pc:sldChg>
    </pc:docChg>
  </pc:docChgLst>
  <pc:docChgLst>
    <pc:chgData name="Wang,Yuan (HP Medicine) BII-CN-S" userId="S::yuan_2.wang@boehringer-ingelheim.com::358dc601-7626-4089-85ae-a53dd0075322" providerId="AD" clId="Web-{11EC0202-1D2C-002D-A0DE-ECFC92F5217B}"/>
    <pc:docChg chg="modSld">
      <pc:chgData name="Wang,Yuan (HP Medicine) BII-CN-S" userId="S::yuan_2.wang@boehringer-ingelheim.com::358dc601-7626-4089-85ae-a53dd0075322" providerId="AD" clId="Web-{11EC0202-1D2C-002D-A0DE-ECFC92F5217B}" dt="2023-03-14T01:43:28.748" v="15"/>
      <pc:docMkLst>
        <pc:docMk/>
      </pc:docMkLst>
      <pc:sldChg chg="modSp">
        <pc:chgData name="Wang,Yuan (HP Medicine) BII-CN-S" userId="S::yuan_2.wang@boehringer-ingelheim.com::358dc601-7626-4089-85ae-a53dd0075322" providerId="AD" clId="Web-{11EC0202-1D2C-002D-A0DE-ECFC92F5217B}" dt="2023-03-14T01:43:28.748" v="15"/>
        <pc:sldMkLst>
          <pc:docMk/>
          <pc:sldMk cId="657785498" sldId="2147471204"/>
        </pc:sldMkLst>
        <pc:graphicFrameChg chg="mod modGraphic">
          <ac:chgData name="Wang,Yuan (HP Medicine) BII-CN-S" userId="S::yuan_2.wang@boehringer-ingelheim.com::358dc601-7626-4089-85ae-a53dd0075322" providerId="AD" clId="Web-{11EC0202-1D2C-002D-A0DE-ECFC92F5217B}" dt="2023-03-14T01:43:28.748" v="15"/>
          <ac:graphicFrameMkLst>
            <pc:docMk/>
            <pc:sldMk cId="657785498" sldId="2147471204"/>
            <ac:graphicFrameMk id="12" creationId="{EE24276D-C300-4706-ACD2-32E108653E2B}"/>
          </ac:graphicFrameMkLst>
        </pc:graphicFrameChg>
      </pc:sldChg>
    </pc:docChg>
  </pc:docChgLst>
  <pc:docChgLst>
    <pc:chgData name="zxSHA Zhao,Ting (MED CD&amp;O) EXTERNAL" userId="S::ting.zhao.ext@boehringer-ingelheim.com::3d8ce11f-7659-40c3-8229-d1facb227748" providerId="AD" clId="Web-{6BD4331D-E323-7D76-0E14-E45C3159CEC0}"/>
    <pc:docChg chg="modSld sldOrd">
      <pc:chgData name="zxSHA Zhao,Ting (MED CD&amp;O) EXTERNAL" userId="S::ting.zhao.ext@boehringer-ingelheim.com::3d8ce11f-7659-40c3-8229-d1facb227748" providerId="AD" clId="Web-{6BD4331D-E323-7D76-0E14-E45C3159CEC0}" dt="2024-02-26T05:48:03.462" v="137"/>
      <pc:docMkLst>
        <pc:docMk/>
      </pc:docMkLst>
      <pc:sldChg chg="modSp">
        <pc:chgData name="zxSHA Zhao,Ting (MED CD&amp;O) EXTERNAL" userId="S::ting.zhao.ext@boehringer-ingelheim.com::3d8ce11f-7659-40c3-8229-d1facb227748" providerId="AD" clId="Web-{6BD4331D-E323-7D76-0E14-E45C3159CEC0}" dt="2024-02-26T05:41:42.233" v="22" actId="20577"/>
        <pc:sldMkLst>
          <pc:docMk/>
          <pc:sldMk cId="3747378977" sldId="2147481397"/>
        </pc:sldMkLst>
        <pc:spChg chg="mod">
          <ac:chgData name="zxSHA Zhao,Ting (MED CD&amp;O) EXTERNAL" userId="S::ting.zhao.ext@boehringer-ingelheim.com::3d8ce11f-7659-40c3-8229-d1facb227748" providerId="AD" clId="Web-{6BD4331D-E323-7D76-0E14-E45C3159CEC0}" dt="2024-02-26T05:41:22.483" v="16" actId="20577"/>
          <ac:spMkLst>
            <pc:docMk/>
            <pc:sldMk cId="3747378977" sldId="2147481397"/>
            <ac:spMk id="107" creationId="{7DDA071E-5F80-4527-AE47-F1E7B2DC2A5B}"/>
          </ac:spMkLst>
        </pc:spChg>
        <pc:spChg chg="mod">
          <ac:chgData name="zxSHA Zhao,Ting (MED CD&amp;O) EXTERNAL" userId="S::ting.zhao.ext@boehringer-ingelheim.com::3d8ce11f-7659-40c3-8229-d1facb227748" providerId="AD" clId="Web-{6BD4331D-E323-7D76-0E14-E45C3159CEC0}" dt="2024-02-26T05:41:42.233" v="22" actId="20577"/>
          <ac:spMkLst>
            <pc:docMk/>
            <pc:sldMk cId="3747378977" sldId="2147481397"/>
            <ac:spMk id="126" creationId="{6A146A9F-3077-48E6-AD05-74AFFA257DC1}"/>
          </ac:spMkLst>
        </pc:spChg>
      </pc:sldChg>
      <pc:sldChg chg="addSp delSp modSp ord">
        <pc:chgData name="zxSHA Zhao,Ting (MED CD&amp;O) EXTERNAL" userId="S::ting.zhao.ext@boehringer-ingelheim.com::3d8ce11f-7659-40c3-8229-d1facb227748" providerId="AD" clId="Web-{6BD4331D-E323-7D76-0E14-E45C3159CEC0}" dt="2024-02-26T05:45:36.364" v="117" actId="1076"/>
        <pc:sldMkLst>
          <pc:docMk/>
          <pc:sldMk cId="1524738072" sldId="2147481398"/>
        </pc:sldMkLst>
        <pc:spChg chg="mod">
          <ac:chgData name="zxSHA Zhao,Ting (MED CD&amp;O) EXTERNAL" userId="S::ting.zhao.ext@boehringer-ingelheim.com::3d8ce11f-7659-40c3-8229-d1facb227748" providerId="AD" clId="Web-{6BD4331D-E323-7D76-0E14-E45C3159CEC0}" dt="2024-02-26T05:45:14.411" v="112" actId="20577"/>
          <ac:spMkLst>
            <pc:docMk/>
            <pc:sldMk cId="1524738072" sldId="2147481398"/>
            <ac:spMk id="4" creationId="{F5C2EB7C-0FCC-F60F-54FB-560ADAB5EEA4}"/>
          </ac:spMkLst>
        </pc:spChg>
        <pc:spChg chg="add mod">
          <ac:chgData name="zxSHA Zhao,Ting (MED CD&amp;O) EXTERNAL" userId="S::ting.zhao.ext@boehringer-ingelheim.com::3d8ce11f-7659-40c3-8229-d1facb227748" providerId="AD" clId="Web-{6BD4331D-E323-7D76-0E14-E45C3159CEC0}" dt="2024-02-26T05:45:36.364" v="117" actId="1076"/>
          <ac:spMkLst>
            <pc:docMk/>
            <pc:sldMk cId="1524738072" sldId="2147481398"/>
            <ac:spMk id="6" creationId="{F1D2BAFF-1DAE-F2E8-DBE1-61C14E5F5203}"/>
          </ac:spMkLst>
        </pc:spChg>
        <pc:graphicFrameChg chg="mod modGraphic">
          <ac:chgData name="zxSHA Zhao,Ting (MED CD&amp;O) EXTERNAL" userId="S::ting.zhao.ext@boehringer-ingelheim.com::3d8ce11f-7659-40c3-8229-d1facb227748" providerId="AD" clId="Web-{6BD4331D-E323-7D76-0E14-E45C3159CEC0}" dt="2024-02-26T05:45:27.083" v="115" actId="1076"/>
          <ac:graphicFrameMkLst>
            <pc:docMk/>
            <pc:sldMk cId="1524738072" sldId="2147481398"/>
            <ac:graphicFrameMk id="11" creationId="{A5854CEA-8393-AB5C-F5D2-19D7CB3D49CC}"/>
          </ac:graphicFrameMkLst>
        </pc:graphicFrameChg>
        <pc:picChg chg="add mod ord">
          <ac:chgData name="zxSHA Zhao,Ting (MED CD&amp;O) EXTERNAL" userId="S::ting.zhao.ext@boehringer-ingelheim.com::3d8ce11f-7659-40c3-8229-d1facb227748" providerId="AD" clId="Web-{6BD4331D-E323-7D76-0E14-E45C3159CEC0}" dt="2024-02-26T05:45:31.942" v="116" actId="14100"/>
          <ac:picMkLst>
            <pc:docMk/>
            <pc:sldMk cId="1524738072" sldId="2147481398"/>
            <ac:picMk id="2" creationId="{D62B8BE9-731B-1FFB-2055-29CC449A66B2}"/>
          </ac:picMkLst>
        </pc:picChg>
        <pc:picChg chg="del">
          <ac:chgData name="zxSHA Zhao,Ting (MED CD&amp;O) EXTERNAL" userId="S::ting.zhao.ext@boehringer-ingelheim.com::3d8ce11f-7659-40c3-8229-d1facb227748" providerId="AD" clId="Web-{6BD4331D-E323-7D76-0E14-E45C3159CEC0}" dt="2024-02-26T05:41:52.484" v="33"/>
          <ac:picMkLst>
            <pc:docMk/>
            <pc:sldMk cId="1524738072" sldId="2147481398"/>
            <ac:picMk id="7" creationId="{B926A232-CBBD-A3CD-83E1-1288CC322B86}"/>
          </ac:picMkLst>
        </pc:picChg>
        <pc:picChg chg="del">
          <ac:chgData name="zxSHA Zhao,Ting (MED CD&amp;O) EXTERNAL" userId="S::ting.zhao.ext@boehringer-ingelheim.com::3d8ce11f-7659-40c3-8229-d1facb227748" providerId="AD" clId="Web-{6BD4331D-E323-7D76-0E14-E45C3159CEC0}" dt="2024-02-26T05:43:55.815" v="75"/>
          <ac:picMkLst>
            <pc:docMk/>
            <pc:sldMk cId="1524738072" sldId="2147481398"/>
            <ac:picMk id="8" creationId="{C910733E-0F14-1E1F-7B3E-913DAE540007}"/>
          </ac:picMkLst>
        </pc:picChg>
      </pc:sldChg>
      <pc:sldChg chg="addSp delSp modSp">
        <pc:chgData name="zxSHA Zhao,Ting (MED CD&amp;O) EXTERNAL" userId="S::ting.zhao.ext@boehringer-ingelheim.com::3d8ce11f-7659-40c3-8229-d1facb227748" providerId="AD" clId="Web-{6BD4331D-E323-7D76-0E14-E45C3159CEC0}" dt="2024-02-26T05:48:03.462" v="137"/>
        <pc:sldMkLst>
          <pc:docMk/>
          <pc:sldMk cId="586727861" sldId="2147481412"/>
        </pc:sldMkLst>
        <pc:spChg chg="add del mod">
          <ac:chgData name="zxSHA Zhao,Ting (MED CD&amp;O) EXTERNAL" userId="S::ting.zhao.ext@boehringer-ingelheim.com::3d8ce11f-7659-40c3-8229-d1facb227748" providerId="AD" clId="Web-{6BD4331D-E323-7D76-0E14-E45C3159CEC0}" dt="2024-02-26T05:44:16.316" v="82"/>
          <ac:spMkLst>
            <pc:docMk/>
            <pc:sldMk cId="586727861" sldId="2147481412"/>
            <ac:spMk id="4" creationId="{45E28248-4872-2802-AC1F-477CECC64A14}"/>
          </ac:spMkLst>
        </pc:spChg>
        <pc:spChg chg="add mod">
          <ac:chgData name="zxSHA Zhao,Ting (MED CD&amp;O) EXTERNAL" userId="S::ting.zhao.ext@boehringer-ingelheim.com::3d8ce11f-7659-40c3-8229-d1facb227748" providerId="AD" clId="Web-{6BD4331D-E323-7D76-0E14-E45C3159CEC0}" dt="2024-02-26T05:46:10.600" v="123" actId="1076"/>
          <ac:spMkLst>
            <pc:docMk/>
            <pc:sldMk cId="586727861" sldId="2147481412"/>
            <ac:spMk id="9" creationId="{9DBA5895-EB32-88F1-BC82-6BF66F4131C0}"/>
          </ac:spMkLst>
        </pc:spChg>
        <pc:spChg chg="mod">
          <ac:chgData name="zxSHA Zhao,Ting (MED CD&amp;O) EXTERNAL" userId="S::ting.zhao.ext@boehringer-ingelheim.com::3d8ce11f-7659-40c3-8229-d1facb227748" providerId="AD" clId="Web-{6BD4331D-E323-7D76-0E14-E45C3159CEC0}" dt="2024-02-26T05:45:08.895" v="108" actId="20577"/>
          <ac:spMkLst>
            <pc:docMk/>
            <pc:sldMk cId="586727861" sldId="2147481412"/>
            <ac:spMk id="13" creationId="{FFFCD3AF-3D79-50AE-2FE3-04BD0549ADFB}"/>
          </ac:spMkLst>
        </pc:spChg>
        <pc:graphicFrameChg chg="add del mod">
          <ac:chgData name="zxSHA Zhao,Ting (MED CD&amp;O) EXTERNAL" userId="S::ting.zhao.ext@boehringer-ingelheim.com::3d8ce11f-7659-40c3-8229-d1facb227748" providerId="AD" clId="Web-{6BD4331D-E323-7D76-0E14-E45C3159CEC0}" dt="2024-02-26T05:47:35.008" v="125"/>
          <ac:graphicFrameMkLst>
            <pc:docMk/>
            <pc:sldMk cId="586727861" sldId="2147481412"/>
            <ac:graphicFrameMk id="11" creationId="{658CB8B9-06FA-41BB-0B62-F202433C1F93}"/>
          </ac:graphicFrameMkLst>
        </pc:graphicFrameChg>
        <pc:graphicFrameChg chg="add mod modGraphic">
          <ac:chgData name="zxSHA Zhao,Ting (MED CD&amp;O) EXTERNAL" userId="S::ting.zhao.ext@boehringer-ingelheim.com::3d8ce11f-7659-40c3-8229-d1facb227748" providerId="AD" clId="Web-{6BD4331D-E323-7D76-0E14-E45C3159CEC0}" dt="2024-02-26T05:48:03.462" v="137"/>
          <ac:graphicFrameMkLst>
            <pc:docMk/>
            <pc:sldMk cId="586727861" sldId="2147481412"/>
            <ac:graphicFrameMk id="14" creationId="{3D83F0C9-4319-95E9-0FA3-2BEFA0CA7479}"/>
          </ac:graphicFrameMkLst>
        </pc:graphicFrameChg>
        <pc:picChg chg="mod">
          <ac:chgData name="zxSHA Zhao,Ting (MED CD&amp;O) EXTERNAL" userId="S::ting.zhao.ext@boehringer-ingelheim.com::3d8ce11f-7659-40c3-8229-d1facb227748" providerId="AD" clId="Web-{6BD4331D-E323-7D76-0E14-E45C3159CEC0}" dt="2024-02-26T05:46:06.912" v="122" actId="1076"/>
          <ac:picMkLst>
            <pc:docMk/>
            <pc:sldMk cId="586727861" sldId="2147481412"/>
            <ac:picMk id="3" creationId="{6B7883BA-2FA6-45DA-CC96-219AEE72FF5D}"/>
          </ac:picMkLst>
        </pc:picChg>
        <pc:picChg chg="del mod">
          <ac:chgData name="zxSHA Zhao,Ting (MED CD&amp;O) EXTERNAL" userId="S::ting.zhao.ext@boehringer-ingelheim.com::3d8ce11f-7659-40c3-8229-d1facb227748" providerId="AD" clId="Web-{6BD4331D-E323-7D76-0E14-E45C3159CEC0}" dt="2024-02-26T05:45:03.348" v="104"/>
          <ac:picMkLst>
            <pc:docMk/>
            <pc:sldMk cId="586727861" sldId="2147481412"/>
            <ac:picMk id="6" creationId="{2A204BED-8411-4A25-5FF4-90725CF755D0}"/>
          </ac:picMkLst>
        </pc:picChg>
      </pc:sldChg>
    </pc:docChg>
  </pc:docChgLst>
  <pc:docChgLst>
    <pc:chgData name="Wang,Shirley (HP Med RA) BII-CN-B" userId="48b801ce-80b8-42d3-931b-2dcaf726016f" providerId="ADAL" clId="{C6C481CF-8917-4C03-8D5B-FEF10BE99139}"/>
    <pc:docChg chg="undo custSel modSld">
      <pc:chgData name="Wang,Shirley (HP Med RA) BII-CN-B" userId="48b801ce-80b8-42d3-931b-2dcaf726016f" providerId="ADAL" clId="{C6C481CF-8917-4C03-8D5B-FEF10BE99139}" dt="2022-07-07T03:25:20.002" v="399" actId="1076"/>
      <pc:docMkLst>
        <pc:docMk/>
      </pc:docMkLst>
      <pc:sldChg chg="modSp mod modShow">
        <pc:chgData name="Wang,Shirley (HP Med RA) BII-CN-B" userId="48b801ce-80b8-42d3-931b-2dcaf726016f" providerId="ADAL" clId="{C6C481CF-8917-4C03-8D5B-FEF10BE99139}" dt="2022-07-07T03:23:07.097" v="398" actId="5793"/>
        <pc:sldMkLst>
          <pc:docMk/>
          <pc:sldMk cId="379566639" sldId="2147377238"/>
        </pc:sldMkLst>
        <pc:graphicFrameChg chg="mod modGraphic">
          <ac:chgData name="Wang,Shirley (HP Med RA) BII-CN-B" userId="48b801ce-80b8-42d3-931b-2dcaf726016f" providerId="ADAL" clId="{C6C481CF-8917-4C03-8D5B-FEF10BE99139}" dt="2022-07-07T03:23:07.097" v="398" actId="5793"/>
          <ac:graphicFrameMkLst>
            <pc:docMk/>
            <pc:sldMk cId="379566639" sldId="2147377238"/>
            <ac:graphicFrameMk id="4" creationId="{CE4F806A-756F-4BE6-8340-EB8D9CD7A174}"/>
          </ac:graphicFrameMkLst>
        </pc:graphicFrameChg>
      </pc:sldChg>
      <pc:sldChg chg="modSp mod modNotesTx">
        <pc:chgData name="Wang,Shirley (HP Med RA) BII-CN-B" userId="48b801ce-80b8-42d3-931b-2dcaf726016f" providerId="ADAL" clId="{C6C481CF-8917-4C03-8D5B-FEF10BE99139}" dt="2022-07-07T03:25:20.002" v="399" actId="1076"/>
        <pc:sldMkLst>
          <pc:docMk/>
          <pc:sldMk cId="379437175" sldId="2147377245"/>
        </pc:sldMkLst>
        <pc:spChg chg="mod">
          <ac:chgData name="Wang,Shirley (HP Med RA) BII-CN-B" userId="48b801ce-80b8-42d3-931b-2dcaf726016f" providerId="ADAL" clId="{C6C481CF-8917-4C03-8D5B-FEF10BE99139}" dt="2022-07-07T03:25:20.002" v="399" actId="1076"/>
          <ac:spMkLst>
            <pc:docMk/>
            <pc:sldMk cId="379437175" sldId="2147377245"/>
            <ac:spMk id="2" creationId="{1962438C-E78A-4FF5-90E4-98B6AD60A7F0}"/>
          </ac:spMkLst>
        </pc:spChg>
        <pc:spChg chg="mod">
          <ac:chgData name="Wang,Shirley (HP Med RA) BII-CN-B" userId="48b801ce-80b8-42d3-931b-2dcaf726016f" providerId="ADAL" clId="{C6C481CF-8917-4C03-8D5B-FEF10BE99139}" dt="2022-07-07T02:17:03.037" v="312" actId="207"/>
          <ac:spMkLst>
            <pc:docMk/>
            <pc:sldMk cId="379437175" sldId="2147377245"/>
            <ac:spMk id="71" creationId="{00000000-0000-0000-0000-000000000000}"/>
          </ac:spMkLst>
        </pc:spChg>
      </pc:sldChg>
    </pc:docChg>
  </pc:docChgLst>
  <pc:docChgLst>
    <pc:chgData name="Liu,Angno (MED CD&amp;O) BII-CN-B" userId="37b2aca2-cf92-40f3-baa6-f7ef7c25e438" providerId="ADAL" clId="{ECBC6A76-4C50-4D8A-A4A3-69B65AEA45CB}"/>
    <pc:docChg chg="undo custSel addSld delSld modSld">
      <pc:chgData name="Liu,Angno (MED CD&amp;O) BII-CN-B" userId="37b2aca2-cf92-40f3-baa6-f7ef7c25e438" providerId="ADAL" clId="{ECBC6A76-4C50-4D8A-A4A3-69B65AEA45CB}" dt="2024-01-09T07:19:58.317" v="263" actId="14100"/>
      <pc:docMkLst>
        <pc:docMk/>
      </pc:docMkLst>
      <pc:sldChg chg="addSp delSp modSp mod addCm">
        <pc:chgData name="Liu,Angno (MED CD&amp;O) BII-CN-B" userId="37b2aca2-cf92-40f3-baa6-f7ef7c25e438" providerId="ADAL" clId="{ECBC6A76-4C50-4D8A-A4A3-69B65AEA45CB}" dt="2024-01-09T04:03:21.134" v="65" actId="1589"/>
        <pc:sldMkLst>
          <pc:docMk/>
          <pc:sldMk cId="2371181932" sldId="2147481379"/>
        </pc:sldMkLst>
        <pc:spChg chg="add mod">
          <ac:chgData name="Liu,Angno (MED CD&amp;O) BII-CN-B" userId="37b2aca2-cf92-40f3-baa6-f7ef7c25e438" providerId="ADAL" clId="{ECBC6A76-4C50-4D8A-A4A3-69B65AEA45CB}" dt="2024-01-09T04:00:37.796" v="3" actId="21"/>
          <ac:spMkLst>
            <pc:docMk/>
            <pc:sldMk cId="2371181932" sldId="2147481379"/>
            <ac:spMk id="4" creationId="{14A97BBC-C773-0075-0FBE-CF9221EA54D6}"/>
          </ac:spMkLst>
        </pc:spChg>
        <pc:spChg chg="del mod">
          <ac:chgData name="Liu,Angno (MED CD&amp;O) BII-CN-B" userId="37b2aca2-cf92-40f3-baa6-f7ef7c25e438" providerId="ADAL" clId="{ECBC6A76-4C50-4D8A-A4A3-69B65AEA45CB}" dt="2024-01-09T04:00:37.796" v="3" actId="21"/>
          <ac:spMkLst>
            <pc:docMk/>
            <pc:sldMk cId="2371181932" sldId="2147481379"/>
            <ac:spMk id="5" creationId="{375A7724-12D0-FDFE-3032-D58468AF83FC}"/>
          </ac:spMkLst>
        </pc:spChg>
        <pc:spChg chg="del">
          <ac:chgData name="Liu,Angno (MED CD&amp;O) BII-CN-B" userId="37b2aca2-cf92-40f3-baa6-f7ef7c25e438" providerId="ADAL" clId="{ECBC6A76-4C50-4D8A-A4A3-69B65AEA45CB}" dt="2024-01-09T04:00:37.796" v="3" actId="21"/>
          <ac:spMkLst>
            <pc:docMk/>
            <pc:sldMk cId="2371181932" sldId="2147481379"/>
            <ac:spMk id="7" creationId="{37A2D6D7-1D23-1D07-67C9-0C66DA768D9F}"/>
          </ac:spMkLst>
        </pc:spChg>
        <pc:spChg chg="del">
          <ac:chgData name="Liu,Angno (MED CD&amp;O) BII-CN-B" userId="37b2aca2-cf92-40f3-baa6-f7ef7c25e438" providerId="ADAL" clId="{ECBC6A76-4C50-4D8A-A4A3-69B65AEA45CB}" dt="2024-01-09T04:00:37.796" v="3" actId="21"/>
          <ac:spMkLst>
            <pc:docMk/>
            <pc:sldMk cId="2371181932" sldId="2147481379"/>
            <ac:spMk id="9" creationId="{446EECCF-921E-79B3-61B6-81A10024EAAC}"/>
          </ac:spMkLst>
        </pc:spChg>
        <pc:graphicFrameChg chg="del">
          <ac:chgData name="Liu,Angno (MED CD&amp;O) BII-CN-B" userId="37b2aca2-cf92-40f3-baa6-f7ef7c25e438" providerId="ADAL" clId="{ECBC6A76-4C50-4D8A-A4A3-69B65AEA45CB}" dt="2024-01-09T04:00:37.796" v="3" actId="21"/>
          <ac:graphicFrameMkLst>
            <pc:docMk/>
            <pc:sldMk cId="2371181932" sldId="2147481379"/>
            <ac:graphicFrameMk id="2" creationId="{57883224-1323-4D15-B02B-5BEABBF6E564}"/>
          </ac:graphicFrameMkLst>
        </pc:graphicFrameChg>
      </pc:sldChg>
      <pc:sldChg chg="delSp del mod">
        <pc:chgData name="Liu,Angno (MED CD&amp;O) BII-CN-B" userId="37b2aca2-cf92-40f3-baa6-f7ef7c25e438" providerId="ADAL" clId="{ECBC6A76-4C50-4D8A-A4A3-69B65AEA45CB}" dt="2024-01-09T04:02:34.442" v="56" actId="47"/>
        <pc:sldMkLst>
          <pc:docMk/>
          <pc:sldMk cId="2819422570" sldId="2147481380"/>
        </pc:sldMkLst>
        <pc:graphicFrameChg chg="del">
          <ac:chgData name="Liu,Angno (MED CD&amp;O) BII-CN-B" userId="37b2aca2-cf92-40f3-baa6-f7ef7c25e438" providerId="ADAL" clId="{ECBC6A76-4C50-4D8A-A4A3-69B65AEA45CB}" dt="2024-01-09T04:02:13.529" v="43" actId="21"/>
          <ac:graphicFrameMkLst>
            <pc:docMk/>
            <pc:sldMk cId="2819422570" sldId="2147481380"/>
            <ac:graphicFrameMk id="5" creationId="{9D857ED7-46A3-4EF4-92A6-9885561FD9AE}"/>
          </ac:graphicFrameMkLst>
        </pc:graphicFrameChg>
      </pc:sldChg>
      <pc:sldChg chg="addSp delSp modSp new mod">
        <pc:chgData name="Liu,Angno (MED CD&amp;O) BII-CN-B" userId="37b2aca2-cf92-40f3-baa6-f7ef7c25e438" providerId="ADAL" clId="{ECBC6A76-4C50-4D8A-A4A3-69B65AEA45CB}" dt="2024-01-09T07:19:25.407" v="256" actId="404"/>
        <pc:sldMkLst>
          <pc:docMk/>
          <pc:sldMk cId="563099238" sldId="2147481384"/>
        </pc:sldMkLst>
        <pc:spChg chg="del">
          <ac:chgData name="Liu,Angno (MED CD&amp;O) BII-CN-B" userId="37b2aca2-cf92-40f3-baa6-f7ef7c25e438" providerId="ADAL" clId="{ECBC6A76-4C50-4D8A-A4A3-69B65AEA45CB}" dt="2024-01-09T04:00:44.803" v="6" actId="478"/>
          <ac:spMkLst>
            <pc:docMk/>
            <pc:sldMk cId="563099238" sldId="2147481384"/>
            <ac:spMk id="2" creationId="{188AC632-1FF4-8583-B01F-6DC3A9B0C721}"/>
          </ac:spMkLst>
        </pc:spChg>
        <pc:spChg chg="add mod">
          <ac:chgData name="Liu,Angno (MED CD&amp;O) BII-CN-B" userId="37b2aca2-cf92-40f3-baa6-f7ef7c25e438" providerId="ADAL" clId="{ECBC6A76-4C50-4D8A-A4A3-69B65AEA45CB}" dt="2024-01-09T05:45:12.167" v="233" actId="1076"/>
          <ac:spMkLst>
            <pc:docMk/>
            <pc:sldMk cId="563099238" sldId="2147481384"/>
            <ac:spMk id="2" creationId="{AA569DD2-0021-2D47-2899-910C454E5195}"/>
          </ac:spMkLst>
        </pc:spChg>
        <pc:spChg chg="del">
          <ac:chgData name="Liu,Angno (MED CD&amp;O) BII-CN-B" userId="37b2aca2-cf92-40f3-baa6-f7ef7c25e438" providerId="ADAL" clId="{ECBC6A76-4C50-4D8A-A4A3-69B65AEA45CB}" dt="2024-01-09T04:00:43.036" v="5" actId="478"/>
          <ac:spMkLst>
            <pc:docMk/>
            <pc:sldMk cId="563099238" sldId="2147481384"/>
            <ac:spMk id="3" creationId="{B9CBAD93-F433-D903-E884-B1B6998703C0}"/>
          </ac:spMkLst>
        </pc:spChg>
        <pc:spChg chg="del">
          <ac:chgData name="Liu,Angno (MED CD&amp;O) BII-CN-B" userId="37b2aca2-cf92-40f3-baa6-f7ef7c25e438" providerId="ADAL" clId="{ECBC6A76-4C50-4D8A-A4A3-69B65AEA45CB}" dt="2024-01-09T04:08:13.603" v="82" actId="478"/>
          <ac:spMkLst>
            <pc:docMk/>
            <pc:sldMk cId="563099238" sldId="2147481384"/>
            <ac:spMk id="4" creationId="{8A523463-06E5-5FBB-60B0-89B5F96F34C1}"/>
          </ac:spMkLst>
        </pc:spChg>
        <pc:spChg chg="add del mod">
          <ac:chgData name="Liu,Angno (MED CD&amp;O) BII-CN-B" userId="37b2aca2-cf92-40f3-baa6-f7ef7c25e438" providerId="ADAL" clId="{ECBC6A76-4C50-4D8A-A4A3-69B65AEA45CB}" dt="2024-01-09T04:01:26.275" v="17" actId="478"/>
          <ac:spMkLst>
            <pc:docMk/>
            <pc:sldMk cId="563099238" sldId="2147481384"/>
            <ac:spMk id="7" creationId="{F23516BE-25ED-2235-7222-54EF97D95C65}"/>
          </ac:spMkLst>
        </pc:spChg>
        <pc:spChg chg="add del mod">
          <ac:chgData name="Liu,Angno (MED CD&amp;O) BII-CN-B" userId="37b2aca2-cf92-40f3-baa6-f7ef7c25e438" providerId="ADAL" clId="{ECBC6A76-4C50-4D8A-A4A3-69B65AEA45CB}" dt="2024-01-09T04:00:59.685" v="10" actId="478"/>
          <ac:spMkLst>
            <pc:docMk/>
            <pc:sldMk cId="563099238" sldId="2147481384"/>
            <ac:spMk id="8" creationId="{CC248EE5-488B-E405-8245-2B32374F2B8B}"/>
          </ac:spMkLst>
        </pc:spChg>
        <pc:spChg chg="add mod">
          <ac:chgData name="Liu,Angno (MED CD&amp;O) BII-CN-B" userId="37b2aca2-cf92-40f3-baa6-f7ef7c25e438" providerId="ADAL" clId="{ECBC6A76-4C50-4D8A-A4A3-69B65AEA45CB}" dt="2024-01-09T04:12:12.011" v="91" actId="1076"/>
          <ac:spMkLst>
            <pc:docMk/>
            <pc:sldMk cId="563099238" sldId="2147481384"/>
            <ac:spMk id="9" creationId="{1B2207DD-47A4-1235-C105-24D4110F9845}"/>
          </ac:spMkLst>
        </pc:spChg>
        <pc:graphicFrameChg chg="add del mod">
          <ac:chgData name="Liu,Angno (MED CD&amp;O) BII-CN-B" userId="37b2aca2-cf92-40f3-baa6-f7ef7c25e438" providerId="ADAL" clId="{ECBC6A76-4C50-4D8A-A4A3-69B65AEA45CB}" dt="2024-01-09T07:19:25.407" v="256" actId="404"/>
          <ac:graphicFrameMkLst>
            <pc:docMk/>
            <pc:sldMk cId="563099238" sldId="2147481384"/>
            <ac:graphicFrameMk id="10" creationId="{8963F59D-8369-4196-CC96-FB13C7EE3240}"/>
          </ac:graphicFrameMkLst>
        </pc:graphicFrameChg>
        <pc:graphicFrameChg chg="add del mod modGraphic">
          <ac:chgData name="Liu,Angno (MED CD&amp;O) BII-CN-B" userId="37b2aca2-cf92-40f3-baa6-f7ef7c25e438" providerId="ADAL" clId="{ECBC6A76-4C50-4D8A-A4A3-69B65AEA45CB}" dt="2024-01-09T04:19:27.198" v="137" actId="21"/>
          <ac:graphicFrameMkLst>
            <pc:docMk/>
            <pc:sldMk cId="563099238" sldId="2147481384"/>
            <ac:graphicFrameMk id="13" creationId="{7AEC1783-39BF-EB9C-B156-CFBEC04FF973}"/>
          </ac:graphicFrameMkLst>
        </pc:graphicFrameChg>
        <pc:graphicFrameChg chg="add mod modGraphic">
          <ac:chgData name="Liu,Angno (MED CD&amp;O) BII-CN-B" userId="37b2aca2-cf92-40f3-baa6-f7ef7c25e438" providerId="ADAL" clId="{ECBC6A76-4C50-4D8A-A4A3-69B65AEA45CB}" dt="2024-01-09T07:17:59.632" v="237" actId="1076"/>
          <ac:graphicFrameMkLst>
            <pc:docMk/>
            <pc:sldMk cId="563099238" sldId="2147481384"/>
            <ac:graphicFrameMk id="14" creationId="{F4B0FD6E-521E-5446-543F-57C68956F6E5}"/>
          </ac:graphicFrameMkLst>
        </pc:graphicFrameChg>
        <pc:picChg chg="add del mod">
          <ac:chgData name="Liu,Angno (MED CD&amp;O) BII-CN-B" userId="37b2aca2-cf92-40f3-baa6-f7ef7c25e438" providerId="ADAL" clId="{ECBC6A76-4C50-4D8A-A4A3-69B65AEA45CB}" dt="2024-01-09T04:11:43.503" v="88" actId="478"/>
          <ac:picMkLst>
            <pc:docMk/>
            <pc:sldMk cId="563099238" sldId="2147481384"/>
            <ac:picMk id="12" creationId="{AA29770C-4DA4-4C68-EEAF-86F774C2E261}"/>
          </ac:picMkLst>
        </pc:picChg>
      </pc:sldChg>
      <pc:sldChg chg="new del">
        <pc:chgData name="Liu,Angno (MED CD&amp;O) BII-CN-B" userId="37b2aca2-cf92-40f3-baa6-f7ef7c25e438" providerId="ADAL" clId="{ECBC6A76-4C50-4D8A-A4A3-69B65AEA45CB}" dt="2024-01-09T04:01:51.206" v="32" actId="680"/>
        <pc:sldMkLst>
          <pc:docMk/>
          <pc:sldMk cId="2675458478" sldId="2147481385"/>
        </pc:sldMkLst>
      </pc:sldChg>
      <pc:sldChg chg="addSp delSp modSp add mod">
        <pc:chgData name="Liu,Angno (MED CD&amp;O) BII-CN-B" userId="37b2aca2-cf92-40f3-baa6-f7ef7c25e438" providerId="ADAL" clId="{ECBC6A76-4C50-4D8A-A4A3-69B65AEA45CB}" dt="2024-01-09T07:19:58.317" v="263" actId="14100"/>
        <pc:sldMkLst>
          <pc:docMk/>
          <pc:sldMk cId="4057526493" sldId="2147481385"/>
        </pc:sldMkLst>
        <pc:spChg chg="add mod">
          <ac:chgData name="Liu,Angno (MED CD&amp;O) BII-CN-B" userId="37b2aca2-cf92-40f3-baa6-f7ef7c25e438" providerId="ADAL" clId="{ECBC6A76-4C50-4D8A-A4A3-69B65AEA45CB}" dt="2024-01-09T05:45:17.175" v="234" actId="1076"/>
          <ac:spMkLst>
            <pc:docMk/>
            <pc:sldMk cId="4057526493" sldId="2147481385"/>
            <ac:spMk id="3" creationId="{DD0E4A71-D301-5AE7-8320-A229CC6AD5EF}"/>
          </ac:spMkLst>
        </pc:spChg>
        <pc:spChg chg="del">
          <ac:chgData name="Liu,Angno (MED CD&amp;O) BII-CN-B" userId="37b2aca2-cf92-40f3-baa6-f7ef7c25e438" providerId="ADAL" clId="{ECBC6A76-4C50-4D8A-A4A3-69B65AEA45CB}" dt="2024-01-09T04:19:06.006" v="136" actId="478"/>
          <ac:spMkLst>
            <pc:docMk/>
            <pc:sldMk cId="4057526493" sldId="2147481385"/>
            <ac:spMk id="4" creationId="{8A523463-06E5-5FBB-60B0-89B5F96F34C1}"/>
          </ac:spMkLst>
        </pc:spChg>
        <pc:spChg chg="mod">
          <ac:chgData name="Liu,Angno (MED CD&amp;O) BII-CN-B" userId="37b2aca2-cf92-40f3-baa6-f7ef7c25e438" providerId="ADAL" clId="{ECBC6A76-4C50-4D8A-A4A3-69B65AEA45CB}" dt="2024-01-09T04:06:37.795" v="70" actId="1076"/>
          <ac:spMkLst>
            <pc:docMk/>
            <pc:sldMk cId="4057526493" sldId="2147481385"/>
            <ac:spMk id="9" creationId="{1B2207DD-47A4-1235-C105-24D4110F9845}"/>
          </ac:spMkLst>
        </pc:spChg>
        <pc:graphicFrameChg chg="add mod">
          <ac:chgData name="Liu,Angno (MED CD&amp;O) BII-CN-B" userId="37b2aca2-cf92-40f3-baa6-f7ef7c25e438" providerId="ADAL" clId="{ECBC6A76-4C50-4D8A-A4A3-69B65AEA45CB}" dt="2024-01-09T07:19:58.317" v="263" actId="14100"/>
          <ac:graphicFrameMkLst>
            <pc:docMk/>
            <pc:sldMk cId="4057526493" sldId="2147481385"/>
            <ac:graphicFrameMk id="2" creationId="{7C4AA5E8-C1BA-E108-5359-A0589001A945}"/>
          </ac:graphicFrameMkLst>
        </pc:graphicFrameChg>
        <pc:graphicFrameChg chg="add del mod modGraphic">
          <ac:chgData name="Liu,Angno (MED CD&amp;O) BII-CN-B" userId="37b2aca2-cf92-40f3-baa6-f7ef7c25e438" providerId="ADAL" clId="{ECBC6A76-4C50-4D8A-A4A3-69B65AEA45CB}" dt="2024-01-09T05:09:19.115" v="157" actId="478"/>
          <ac:graphicFrameMkLst>
            <pc:docMk/>
            <pc:sldMk cId="4057526493" sldId="2147481385"/>
            <ac:graphicFrameMk id="3" creationId="{FC57B088-8EC7-D92A-57F9-3707217594C2}"/>
          </ac:graphicFrameMkLst>
        </pc:graphicFrameChg>
        <pc:graphicFrameChg chg="add mod modGraphic">
          <ac:chgData name="Liu,Angno (MED CD&amp;O) BII-CN-B" userId="37b2aca2-cf92-40f3-baa6-f7ef7c25e438" providerId="ADAL" clId="{ECBC6A76-4C50-4D8A-A4A3-69B65AEA45CB}" dt="2024-01-09T07:19:55.894" v="262" actId="1076"/>
          <ac:graphicFrameMkLst>
            <pc:docMk/>
            <pc:sldMk cId="4057526493" sldId="2147481385"/>
            <ac:graphicFrameMk id="7" creationId="{61FD8698-09D9-4F53-1C8A-38CB0400F462}"/>
          </ac:graphicFrameMkLst>
        </pc:graphicFrameChg>
        <pc:graphicFrameChg chg="del">
          <ac:chgData name="Liu,Angno (MED CD&amp;O) BII-CN-B" userId="37b2aca2-cf92-40f3-baa6-f7ef7c25e438" providerId="ADAL" clId="{ECBC6A76-4C50-4D8A-A4A3-69B65AEA45CB}" dt="2024-01-09T04:02:05.832" v="42" actId="478"/>
          <ac:graphicFrameMkLst>
            <pc:docMk/>
            <pc:sldMk cId="4057526493" sldId="2147481385"/>
            <ac:graphicFrameMk id="10" creationId="{8963F59D-8369-4196-CC96-FB13C7EE3240}"/>
          </ac:graphicFrameMkLst>
        </pc:graphicFrameChg>
      </pc:sldChg>
    </pc:docChg>
  </pc:docChgLst>
  <pc:docChgLst>
    <pc:chgData name="Shi,Cherry (HP Medicine) BII-CN-S" userId="d1fa847a-fc45-456f-9c70-a123cc9ed61e" providerId="ADAL" clId="{EFF6B0DB-4BA9-4F88-98C1-25099DE1A4C7}"/>
    <pc:docChg chg="custSel modSld">
      <pc:chgData name="Shi,Cherry (HP Medicine) BII-CN-S" userId="d1fa847a-fc45-456f-9c70-a123cc9ed61e" providerId="ADAL" clId="{EFF6B0DB-4BA9-4F88-98C1-25099DE1A4C7}" dt="2024-02-26T00:51:34.110" v="80" actId="13926"/>
      <pc:docMkLst>
        <pc:docMk/>
      </pc:docMkLst>
      <pc:sldChg chg="modSp mod delCm modCm">
        <pc:chgData name="Shi,Cherry (HP Medicine) BII-CN-S" userId="d1fa847a-fc45-456f-9c70-a123cc9ed61e" providerId="ADAL" clId="{EFF6B0DB-4BA9-4F88-98C1-25099DE1A4C7}" dt="2024-02-23T02:50:19.052" v="79" actId="20577"/>
        <pc:sldMkLst>
          <pc:docMk/>
          <pc:sldMk cId="3370242844" sldId="2147481343"/>
        </pc:sldMkLst>
        <pc:graphicFrameChg chg="mod modGraphic">
          <ac:chgData name="Shi,Cherry (HP Medicine) BII-CN-S" userId="d1fa847a-fc45-456f-9c70-a123cc9ed61e" providerId="ADAL" clId="{EFF6B0DB-4BA9-4F88-98C1-25099DE1A4C7}" dt="2024-02-23T02:50:19.052" v="79" actId="20577"/>
          <ac:graphicFrameMkLst>
            <pc:docMk/>
            <pc:sldMk cId="3370242844" sldId="2147481343"/>
            <ac:graphicFrameMk id="12" creationId="{EE24276D-C300-4706-ACD2-32E108653E2B}"/>
          </ac:graphicFrameMkLst>
        </pc:graphicFrameChg>
      </pc:sldChg>
      <pc:sldChg chg="modSp mod">
        <pc:chgData name="Shi,Cherry (HP Medicine) BII-CN-S" userId="d1fa847a-fc45-456f-9c70-a123cc9ed61e" providerId="ADAL" clId="{EFF6B0DB-4BA9-4F88-98C1-25099DE1A4C7}" dt="2024-02-26T00:51:34.110" v="80" actId="13926"/>
        <pc:sldMkLst>
          <pc:docMk/>
          <pc:sldMk cId="3266566500" sldId="2147481434"/>
        </pc:sldMkLst>
        <pc:graphicFrameChg chg="mod modGraphic">
          <ac:chgData name="Shi,Cherry (HP Medicine) BII-CN-S" userId="d1fa847a-fc45-456f-9c70-a123cc9ed61e" providerId="ADAL" clId="{EFF6B0DB-4BA9-4F88-98C1-25099DE1A4C7}" dt="2024-02-26T00:51:34.110" v="80" actId="13926"/>
          <ac:graphicFrameMkLst>
            <pc:docMk/>
            <pc:sldMk cId="3266566500" sldId="2147481434"/>
            <ac:graphicFrameMk id="12" creationId="{EE24276D-C300-4706-ACD2-32E108653E2B}"/>
          </ac:graphicFrameMkLst>
        </pc:graphicFrameChg>
      </pc:sldChg>
    </pc:docChg>
  </pc:docChgLst>
  <pc:docChgLst>
    <pc:chgData name="zxSHA Shi,Yi (HP Medicine) EXTERNAL" userId="S::yi.shi.ext@boehringer-ingelheim.com::c9ef9fc0-a422-4a2f-8faa-a4bcaf5dcb1a" providerId="AD" clId="Web-{C100424B-AB06-6F89-A8B7-24FC0349BC06}"/>
    <pc:docChg chg="modSld">
      <pc:chgData name="zxSHA Shi,Yi (HP Medicine) EXTERNAL" userId="S::yi.shi.ext@boehringer-ingelheim.com::c9ef9fc0-a422-4a2f-8faa-a4bcaf5dcb1a" providerId="AD" clId="Web-{C100424B-AB06-6F89-A8B7-24FC0349BC06}" dt="2022-09-02T07:05:34.955" v="2"/>
      <pc:docMkLst>
        <pc:docMk/>
      </pc:docMkLst>
      <pc:sldChg chg="modSp">
        <pc:chgData name="zxSHA Shi,Yi (HP Medicine) EXTERNAL" userId="S::yi.shi.ext@boehringer-ingelheim.com::c9ef9fc0-a422-4a2f-8faa-a4bcaf5dcb1a" providerId="AD" clId="Web-{C100424B-AB06-6F89-A8B7-24FC0349BC06}" dt="2022-09-02T07:05:34.955" v="2"/>
        <pc:sldMkLst>
          <pc:docMk/>
          <pc:sldMk cId="3074215225" sldId="2147377179"/>
        </pc:sldMkLst>
        <pc:graphicFrameChg chg="mod modGraphic">
          <ac:chgData name="zxSHA Shi,Yi (HP Medicine) EXTERNAL" userId="S::yi.shi.ext@boehringer-ingelheim.com::c9ef9fc0-a422-4a2f-8faa-a4bcaf5dcb1a" providerId="AD" clId="Web-{C100424B-AB06-6F89-A8B7-24FC0349BC06}" dt="2022-09-02T07:05:34.955" v="2"/>
          <ac:graphicFrameMkLst>
            <pc:docMk/>
            <pc:sldMk cId="3074215225" sldId="2147377179"/>
            <ac:graphicFrameMk id="9" creationId="{9451AA74-9EEC-4F3E-9EDC-4DA6C151EA9D}"/>
          </ac:graphicFrameMkLst>
        </pc:graphicFrameChg>
      </pc:sldChg>
    </pc:docChg>
  </pc:docChgLst>
  <pc:docChgLst>
    <pc:chgData name="Lu,Yixin (MED CD&amp;O) BII-CN-S" userId="6055c963-f18b-4b43-9f26-62c3b4c5f854" providerId="ADAL" clId="{18027A93-D06C-41B9-BB6A-FBFEB7E78862}"/>
    <pc:docChg chg="addSld delSld modSld">
      <pc:chgData name="Lu,Yixin (MED CD&amp;O) BII-CN-S" userId="6055c963-f18b-4b43-9f26-62c3b4c5f854" providerId="ADAL" clId="{18027A93-D06C-41B9-BB6A-FBFEB7E78862}" dt="2023-03-15T08:40:12.859" v="17" actId="20577"/>
      <pc:docMkLst>
        <pc:docMk/>
      </pc:docMkLst>
      <pc:sldChg chg="modSp add mod">
        <pc:chgData name="Lu,Yixin (MED CD&amp;O) BII-CN-S" userId="6055c963-f18b-4b43-9f26-62c3b4c5f854" providerId="ADAL" clId="{18027A93-D06C-41B9-BB6A-FBFEB7E78862}" dt="2023-03-15T08:40:12.859" v="17" actId="20577"/>
        <pc:sldMkLst>
          <pc:docMk/>
          <pc:sldMk cId="1394363315" sldId="2147469266"/>
        </pc:sldMkLst>
        <pc:spChg chg="mod">
          <ac:chgData name="Lu,Yixin (MED CD&amp;O) BII-CN-S" userId="6055c963-f18b-4b43-9f26-62c3b4c5f854" providerId="ADAL" clId="{18027A93-D06C-41B9-BB6A-FBFEB7E78862}" dt="2023-03-15T05:20:49.416" v="7" actId="20577"/>
          <ac:spMkLst>
            <pc:docMk/>
            <pc:sldMk cId="1394363315" sldId="2147469266"/>
            <ac:spMk id="2" creationId="{899E9FD5-14F4-46B5-85BD-4B2D5616E6A9}"/>
          </ac:spMkLst>
        </pc:spChg>
        <pc:graphicFrameChg chg="modGraphic">
          <ac:chgData name="Lu,Yixin (MED CD&amp;O) BII-CN-S" userId="6055c963-f18b-4b43-9f26-62c3b4c5f854" providerId="ADAL" clId="{18027A93-D06C-41B9-BB6A-FBFEB7E78862}" dt="2023-03-15T08:39:56.643" v="15" actId="20577"/>
          <ac:graphicFrameMkLst>
            <pc:docMk/>
            <pc:sldMk cId="1394363315" sldId="2147469266"/>
            <ac:graphicFrameMk id="4" creationId="{9112E749-7C40-4207-8D01-56737C164B5A}"/>
          </ac:graphicFrameMkLst>
        </pc:graphicFrameChg>
        <pc:graphicFrameChg chg="mod">
          <ac:chgData name="Lu,Yixin (MED CD&amp;O) BII-CN-S" userId="6055c963-f18b-4b43-9f26-62c3b4c5f854" providerId="ADAL" clId="{18027A93-D06C-41B9-BB6A-FBFEB7E78862}" dt="2023-03-15T08:40:12.859" v="17" actId="20577"/>
          <ac:graphicFrameMkLst>
            <pc:docMk/>
            <pc:sldMk cId="1394363315" sldId="2147469266"/>
            <ac:graphicFrameMk id="8" creationId="{73207099-613B-4188-B37D-91BA5B30A0AB}"/>
          </ac:graphicFrameMkLst>
        </pc:graphicFrameChg>
      </pc:sldChg>
      <pc:sldChg chg="modSp add mod">
        <pc:chgData name="Lu,Yixin (MED CD&amp;O) BII-CN-S" userId="6055c963-f18b-4b43-9f26-62c3b4c5f854" providerId="ADAL" clId="{18027A93-D06C-41B9-BB6A-FBFEB7E78862}" dt="2023-03-15T05:21:51.760" v="13" actId="2165"/>
        <pc:sldMkLst>
          <pc:docMk/>
          <pc:sldMk cId="1500558370" sldId="2147469267"/>
        </pc:sldMkLst>
        <pc:spChg chg="mod">
          <ac:chgData name="Lu,Yixin (MED CD&amp;O) BII-CN-S" userId="6055c963-f18b-4b43-9f26-62c3b4c5f854" providerId="ADAL" clId="{18027A93-D06C-41B9-BB6A-FBFEB7E78862}" dt="2023-03-15T05:21:42.136" v="12" actId="20577"/>
          <ac:spMkLst>
            <pc:docMk/>
            <pc:sldMk cId="1500558370" sldId="2147469267"/>
            <ac:spMk id="2" creationId="{899E9FD5-14F4-46B5-85BD-4B2D5616E6A9}"/>
          </ac:spMkLst>
        </pc:spChg>
        <pc:graphicFrameChg chg="modGraphic">
          <ac:chgData name="Lu,Yixin (MED CD&amp;O) BII-CN-S" userId="6055c963-f18b-4b43-9f26-62c3b4c5f854" providerId="ADAL" clId="{18027A93-D06C-41B9-BB6A-FBFEB7E78862}" dt="2023-03-15T05:21:51.760" v="13" actId="2165"/>
          <ac:graphicFrameMkLst>
            <pc:docMk/>
            <pc:sldMk cId="1500558370" sldId="2147469267"/>
            <ac:graphicFrameMk id="4" creationId="{A61FD5E4-779C-474F-AA04-41A5314F31A4}"/>
          </ac:graphicFrameMkLst>
        </pc:graphicFrameChg>
      </pc:sldChg>
      <pc:sldChg chg="del">
        <pc:chgData name="Lu,Yixin (MED CD&amp;O) BII-CN-S" userId="6055c963-f18b-4b43-9f26-62c3b4c5f854" providerId="ADAL" clId="{18027A93-D06C-41B9-BB6A-FBFEB7E78862}" dt="2023-03-15T05:20:27.644" v="1" actId="2696"/>
        <pc:sldMkLst>
          <pc:docMk/>
          <pc:sldMk cId="1882570260" sldId="2147471210"/>
        </pc:sldMkLst>
      </pc:sldChg>
      <pc:sldChg chg="del">
        <pc:chgData name="Lu,Yixin (MED CD&amp;O) BII-CN-S" userId="6055c963-f18b-4b43-9f26-62c3b4c5f854" providerId="ADAL" clId="{18027A93-D06C-41B9-BB6A-FBFEB7E78862}" dt="2023-03-15T05:21:38.616" v="10" actId="2696"/>
        <pc:sldMkLst>
          <pc:docMk/>
          <pc:sldMk cId="1797893473" sldId="2147471211"/>
        </pc:sldMkLst>
      </pc:sldChg>
    </pc:docChg>
  </pc:docChgLst>
  <pc:docChgLst>
    <pc:chgData name="Lu,Yixin (MED CD&amp;O) BII-CN-S" userId="6055c963-f18b-4b43-9f26-62c3b4c5f854" providerId="ADAL" clId="{34411066-6405-4AB0-892A-D9F2FD773E8B}"/>
    <pc:docChg chg="custSel modSld">
      <pc:chgData name="Lu,Yixin (MED CD&amp;O) BII-CN-S" userId="6055c963-f18b-4b43-9f26-62c3b4c5f854" providerId="ADAL" clId="{34411066-6405-4AB0-892A-D9F2FD773E8B}" dt="2023-04-07T05:29:57.092" v="75" actId="20577"/>
      <pc:docMkLst>
        <pc:docMk/>
      </pc:docMkLst>
      <pc:sldChg chg="modSp mod">
        <pc:chgData name="Lu,Yixin (MED CD&amp;O) BII-CN-S" userId="6055c963-f18b-4b43-9f26-62c3b4c5f854" providerId="ADAL" clId="{34411066-6405-4AB0-892A-D9F2FD773E8B}" dt="2023-04-06T05:01:17.792" v="22" actId="14100"/>
        <pc:sldMkLst>
          <pc:docMk/>
          <pc:sldMk cId="3401409697" sldId="2147471219"/>
        </pc:sldMkLst>
        <pc:spChg chg="mod">
          <ac:chgData name="Lu,Yixin (MED CD&amp;O) BII-CN-S" userId="6055c963-f18b-4b43-9f26-62c3b4c5f854" providerId="ADAL" clId="{34411066-6405-4AB0-892A-D9F2FD773E8B}" dt="2023-04-06T04:58:43.779" v="8" actId="20577"/>
          <ac:spMkLst>
            <pc:docMk/>
            <pc:sldMk cId="3401409697" sldId="2147471219"/>
            <ac:spMk id="2" creationId="{899E9FD5-14F4-46B5-85BD-4B2D5616E6A9}"/>
          </ac:spMkLst>
        </pc:spChg>
        <pc:graphicFrameChg chg="modGraphic">
          <ac:chgData name="Lu,Yixin (MED CD&amp;O) BII-CN-S" userId="6055c963-f18b-4b43-9f26-62c3b4c5f854" providerId="ADAL" clId="{34411066-6405-4AB0-892A-D9F2FD773E8B}" dt="2023-04-06T05:00:29.320" v="18" actId="207"/>
          <ac:graphicFrameMkLst>
            <pc:docMk/>
            <pc:sldMk cId="3401409697" sldId="2147471219"/>
            <ac:graphicFrameMk id="7" creationId="{CF93168F-5C7F-40AA-B999-90ABB583D641}"/>
          </ac:graphicFrameMkLst>
        </pc:graphicFrameChg>
        <pc:graphicFrameChg chg="mod">
          <ac:chgData name="Lu,Yixin (MED CD&amp;O) BII-CN-S" userId="6055c963-f18b-4b43-9f26-62c3b4c5f854" providerId="ADAL" clId="{34411066-6405-4AB0-892A-D9F2FD773E8B}" dt="2023-04-06T05:01:17.792" v="22" actId="14100"/>
          <ac:graphicFrameMkLst>
            <pc:docMk/>
            <pc:sldMk cId="3401409697" sldId="2147471219"/>
            <ac:graphicFrameMk id="10" creationId="{143855D3-70B4-468D-8667-5579C14069D1}"/>
          </ac:graphicFrameMkLst>
        </pc:graphicFrameChg>
      </pc:sldChg>
      <pc:sldChg chg="modSp mod">
        <pc:chgData name="Lu,Yixin (MED CD&amp;O) BII-CN-S" userId="6055c963-f18b-4b43-9f26-62c3b4c5f854" providerId="ADAL" clId="{34411066-6405-4AB0-892A-D9F2FD773E8B}" dt="2023-04-06T05:02:37.792" v="41" actId="20577"/>
        <pc:sldMkLst>
          <pc:docMk/>
          <pc:sldMk cId="1326441350" sldId="2147471234"/>
        </pc:sldMkLst>
        <pc:spChg chg="mod">
          <ac:chgData name="Lu,Yixin (MED CD&amp;O) BII-CN-S" userId="6055c963-f18b-4b43-9f26-62c3b4c5f854" providerId="ADAL" clId="{34411066-6405-4AB0-892A-D9F2FD773E8B}" dt="2023-04-06T05:02:37.792" v="41" actId="20577"/>
          <ac:spMkLst>
            <pc:docMk/>
            <pc:sldMk cId="1326441350" sldId="2147471234"/>
            <ac:spMk id="2" creationId="{899E9FD5-14F4-46B5-85BD-4B2D5616E6A9}"/>
          </ac:spMkLst>
        </pc:spChg>
        <pc:graphicFrameChg chg="mod modGraphic">
          <ac:chgData name="Lu,Yixin (MED CD&amp;O) BII-CN-S" userId="6055c963-f18b-4b43-9f26-62c3b4c5f854" providerId="ADAL" clId="{34411066-6405-4AB0-892A-D9F2FD773E8B}" dt="2023-04-06T05:02:00.867" v="33" actId="207"/>
          <ac:graphicFrameMkLst>
            <pc:docMk/>
            <pc:sldMk cId="1326441350" sldId="2147471234"/>
            <ac:graphicFrameMk id="5" creationId="{E6BE035E-4B35-4AB8-AD36-4B31F6665F19}"/>
          </ac:graphicFrameMkLst>
        </pc:graphicFrameChg>
      </pc:sldChg>
      <pc:sldChg chg="modSp mod">
        <pc:chgData name="Lu,Yixin (MED CD&amp;O) BII-CN-S" userId="6055c963-f18b-4b43-9f26-62c3b4c5f854" providerId="ADAL" clId="{34411066-6405-4AB0-892A-D9F2FD773E8B}" dt="2023-04-07T05:29:57.092" v="75" actId="20577"/>
        <pc:sldMkLst>
          <pc:docMk/>
          <pc:sldMk cId="720579693" sldId="2147471235"/>
        </pc:sldMkLst>
        <pc:spChg chg="mod">
          <ac:chgData name="Lu,Yixin (MED CD&amp;O) BII-CN-S" userId="6055c963-f18b-4b43-9f26-62c3b4c5f854" providerId="ADAL" clId="{34411066-6405-4AB0-892A-D9F2FD773E8B}" dt="2023-04-06T05:04:25.863" v="54" actId="20577"/>
          <ac:spMkLst>
            <pc:docMk/>
            <pc:sldMk cId="720579693" sldId="2147471235"/>
            <ac:spMk id="2" creationId="{899E9FD5-14F4-46B5-85BD-4B2D5616E6A9}"/>
          </ac:spMkLst>
        </pc:spChg>
        <pc:graphicFrameChg chg="modGraphic">
          <ac:chgData name="Lu,Yixin (MED CD&amp;O) BII-CN-S" userId="6055c963-f18b-4b43-9f26-62c3b4c5f854" providerId="ADAL" clId="{34411066-6405-4AB0-892A-D9F2FD773E8B}" dt="2023-04-07T05:29:57.092" v="75" actId="20577"/>
          <ac:graphicFrameMkLst>
            <pc:docMk/>
            <pc:sldMk cId="720579693" sldId="2147471235"/>
            <ac:graphicFrameMk id="5" creationId="{078C53F4-9D29-4357-A124-9BC1EB245AB6}"/>
          </ac:graphicFrameMkLst>
        </pc:graphicFrameChg>
      </pc:sldChg>
      <pc:sldChg chg="modSp mod">
        <pc:chgData name="Lu,Yixin (MED CD&amp;O) BII-CN-S" userId="6055c963-f18b-4b43-9f26-62c3b4c5f854" providerId="ADAL" clId="{34411066-6405-4AB0-892A-D9F2FD773E8B}" dt="2023-04-06T05:05:42.190" v="69" actId="20577"/>
        <pc:sldMkLst>
          <pc:docMk/>
          <pc:sldMk cId="1287201833" sldId="2147471236"/>
        </pc:sldMkLst>
        <pc:spChg chg="mod">
          <ac:chgData name="Lu,Yixin (MED CD&amp;O) BII-CN-S" userId="6055c963-f18b-4b43-9f26-62c3b4c5f854" providerId="ADAL" clId="{34411066-6405-4AB0-892A-D9F2FD773E8B}" dt="2023-04-06T05:05:42.190" v="69" actId="20577"/>
          <ac:spMkLst>
            <pc:docMk/>
            <pc:sldMk cId="1287201833" sldId="2147471236"/>
            <ac:spMk id="2" creationId="{899E9FD5-14F4-46B5-85BD-4B2D5616E6A9}"/>
          </ac:spMkLst>
        </pc:spChg>
        <pc:graphicFrameChg chg="modGraphic">
          <ac:chgData name="Lu,Yixin (MED CD&amp;O) BII-CN-S" userId="6055c963-f18b-4b43-9f26-62c3b4c5f854" providerId="ADAL" clId="{34411066-6405-4AB0-892A-D9F2FD773E8B}" dt="2023-04-06T05:05:09.975" v="63" actId="20577"/>
          <ac:graphicFrameMkLst>
            <pc:docMk/>
            <pc:sldMk cId="1287201833" sldId="2147471236"/>
            <ac:graphicFrameMk id="5" creationId="{C9373DC8-3AA3-4F74-A662-5C21ADFD09A3}"/>
          </ac:graphicFrameMkLst>
        </pc:graphicFrameChg>
      </pc:sldChg>
    </pc:docChg>
  </pc:docChgLst>
  <pc:docChgLst>
    <pc:chgData name="Chen,Michael (HP Med RA) BII-CN-B" userId="d5e1e1c3-1b8e-4d7c-a738-2fc34bcfb3bb" providerId="ADAL" clId="{EFBDAFEC-18B9-4E3A-B282-31467DE5608A}"/>
    <pc:docChg chg="custSel modSld">
      <pc:chgData name="Chen,Michael (HP Med RA) BII-CN-B" userId="d5e1e1c3-1b8e-4d7c-a738-2fc34bcfb3bb" providerId="ADAL" clId="{EFBDAFEC-18B9-4E3A-B282-31467DE5608A}" dt="2022-12-14T01:27:21.696" v="110" actId="6549"/>
      <pc:docMkLst>
        <pc:docMk/>
      </pc:docMkLst>
      <pc:sldChg chg="modSp mod">
        <pc:chgData name="Chen,Michael (HP Med RA) BII-CN-B" userId="d5e1e1c3-1b8e-4d7c-a738-2fc34bcfb3bb" providerId="ADAL" clId="{EFBDAFEC-18B9-4E3A-B282-31467DE5608A}" dt="2022-12-14T01:27:13.503" v="104" actId="20577"/>
        <pc:sldMkLst>
          <pc:docMk/>
          <pc:sldMk cId="463325420" sldId="2147469212"/>
        </pc:sldMkLst>
        <pc:graphicFrameChg chg="mod modGraphic">
          <ac:chgData name="Chen,Michael (HP Med RA) BII-CN-B" userId="d5e1e1c3-1b8e-4d7c-a738-2fc34bcfb3bb" providerId="ADAL" clId="{EFBDAFEC-18B9-4E3A-B282-31467DE5608A}" dt="2022-12-14T01:27:13.503" v="104" actId="20577"/>
          <ac:graphicFrameMkLst>
            <pc:docMk/>
            <pc:sldMk cId="463325420" sldId="2147469212"/>
            <ac:graphicFrameMk id="4" creationId="{CE4F806A-756F-4BE6-8340-EB8D9CD7A174}"/>
          </ac:graphicFrameMkLst>
        </pc:graphicFrameChg>
      </pc:sldChg>
      <pc:sldChg chg="modSp mod">
        <pc:chgData name="Chen,Michael (HP Med RA) BII-CN-B" userId="d5e1e1c3-1b8e-4d7c-a738-2fc34bcfb3bb" providerId="ADAL" clId="{EFBDAFEC-18B9-4E3A-B282-31467DE5608A}" dt="2022-12-14T01:27:21.696" v="110" actId="6549"/>
        <pc:sldMkLst>
          <pc:docMk/>
          <pc:sldMk cId="2702991793" sldId="2147469213"/>
        </pc:sldMkLst>
        <pc:spChg chg="mod">
          <ac:chgData name="Chen,Michael (HP Med RA) BII-CN-B" userId="d5e1e1c3-1b8e-4d7c-a738-2fc34bcfb3bb" providerId="ADAL" clId="{EFBDAFEC-18B9-4E3A-B282-31467DE5608A}" dt="2022-12-14T01:27:21.696" v="110" actId="6549"/>
          <ac:spMkLst>
            <pc:docMk/>
            <pc:sldMk cId="2702991793" sldId="2147469213"/>
            <ac:spMk id="125" creationId="{DFAA6683-0037-41A5-88BA-233844E272FA}"/>
          </ac:spMkLst>
        </pc:spChg>
      </pc:sldChg>
    </pc:docChg>
  </pc:docChgLst>
  <pc:docChgLst>
    <pc:chgData name="Wang,Shirley (HP Med RA) BII-CN-B" userId="48b801ce-80b8-42d3-931b-2dcaf726016f" providerId="ADAL" clId="{548F2759-F86C-44FE-8FFD-EF75768AA6EA}"/>
    <pc:docChg chg="custSel addSld delSld modSld">
      <pc:chgData name="Wang,Shirley (HP Med RA) BII-CN-B" userId="48b801ce-80b8-42d3-931b-2dcaf726016f" providerId="ADAL" clId="{548F2759-F86C-44FE-8FFD-EF75768AA6EA}" dt="2024-01-09T06:37:05.783" v="502" actId="404"/>
      <pc:docMkLst>
        <pc:docMk/>
      </pc:docMkLst>
      <pc:sldChg chg="del">
        <pc:chgData name="Wang,Shirley (HP Med RA) BII-CN-B" userId="48b801ce-80b8-42d3-931b-2dcaf726016f" providerId="ADAL" clId="{548F2759-F86C-44FE-8FFD-EF75768AA6EA}" dt="2024-01-09T03:17:18.448" v="1" actId="47"/>
        <pc:sldMkLst>
          <pc:docMk/>
          <pc:sldMk cId="1853137494" sldId="365"/>
        </pc:sldMkLst>
      </pc:sldChg>
      <pc:sldChg chg="mod modShow">
        <pc:chgData name="Wang,Shirley (HP Med RA) BII-CN-B" userId="48b801ce-80b8-42d3-931b-2dcaf726016f" providerId="ADAL" clId="{548F2759-F86C-44FE-8FFD-EF75768AA6EA}" dt="2024-01-09T03:17:31.100" v="2" actId="729"/>
        <pc:sldMkLst>
          <pc:docMk/>
          <pc:sldMk cId="4186878768" sldId="2147481369"/>
        </pc:sldMkLst>
      </pc:sldChg>
      <pc:sldChg chg="delSp mod">
        <pc:chgData name="Wang,Shirley (HP Med RA) BII-CN-B" userId="48b801ce-80b8-42d3-931b-2dcaf726016f" providerId="ADAL" clId="{548F2759-F86C-44FE-8FFD-EF75768AA6EA}" dt="2024-01-09T03:17:07.329" v="0" actId="478"/>
        <pc:sldMkLst>
          <pc:docMk/>
          <pc:sldMk cId="623892547" sldId="2147481370"/>
        </pc:sldMkLst>
        <pc:spChg chg="del">
          <ac:chgData name="Wang,Shirley (HP Med RA) BII-CN-B" userId="48b801ce-80b8-42d3-931b-2dcaf726016f" providerId="ADAL" clId="{548F2759-F86C-44FE-8FFD-EF75768AA6EA}" dt="2024-01-09T03:17:07.329" v="0" actId="478"/>
          <ac:spMkLst>
            <pc:docMk/>
            <pc:sldMk cId="623892547" sldId="2147481370"/>
            <ac:spMk id="43" creationId="{C26C56C8-73ED-5AA0-E3A0-14316CB3948D}"/>
          </ac:spMkLst>
        </pc:spChg>
      </pc:sldChg>
      <pc:sldChg chg="delSp modSp new mod">
        <pc:chgData name="Wang,Shirley (HP Med RA) BII-CN-B" userId="48b801ce-80b8-42d3-931b-2dcaf726016f" providerId="ADAL" clId="{548F2759-F86C-44FE-8FFD-EF75768AA6EA}" dt="2024-01-09T06:37:05.783" v="502" actId="404"/>
        <pc:sldMkLst>
          <pc:docMk/>
          <pc:sldMk cId="1415474354" sldId="2147481383"/>
        </pc:sldMkLst>
        <pc:spChg chg="mod">
          <ac:chgData name="Wang,Shirley (HP Med RA) BII-CN-B" userId="48b801ce-80b8-42d3-931b-2dcaf726016f" providerId="ADAL" clId="{548F2759-F86C-44FE-8FFD-EF75768AA6EA}" dt="2024-01-09T03:17:39.786" v="33" actId="20577"/>
          <ac:spMkLst>
            <pc:docMk/>
            <pc:sldMk cId="1415474354" sldId="2147481383"/>
            <ac:spMk id="2" creationId="{5BE1417F-C68A-7B37-A14D-2267A161713A}"/>
          </ac:spMkLst>
        </pc:spChg>
        <pc:spChg chg="mod">
          <ac:chgData name="Wang,Shirley (HP Med RA) BII-CN-B" userId="48b801ce-80b8-42d3-931b-2dcaf726016f" providerId="ADAL" clId="{548F2759-F86C-44FE-8FFD-EF75768AA6EA}" dt="2024-01-09T06:37:05.783" v="502" actId="404"/>
          <ac:spMkLst>
            <pc:docMk/>
            <pc:sldMk cId="1415474354" sldId="2147481383"/>
            <ac:spMk id="3" creationId="{EBA26131-3CC6-8390-A008-4D32A058F9A8}"/>
          </ac:spMkLst>
        </pc:spChg>
        <pc:spChg chg="del">
          <ac:chgData name="Wang,Shirley (HP Med RA) BII-CN-B" userId="48b801ce-80b8-42d3-931b-2dcaf726016f" providerId="ADAL" clId="{548F2759-F86C-44FE-8FFD-EF75768AA6EA}" dt="2024-01-09T06:30:08.923" v="390" actId="478"/>
          <ac:spMkLst>
            <pc:docMk/>
            <pc:sldMk cId="1415474354" sldId="2147481383"/>
            <ac:spMk id="4" creationId="{8BDD333B-EA90-573C-A6BC-1BF848A71311}"/>
          </ac:spMkLst>
        </pc:spChg>
      </pc:sldChg>
    </pc:docChg>
  </pc:docChgLst>
  <pc:docChgLst>
    <pc:chgData name="zxSHA Zhao,Ting (MED CD&amp;O) EXTERNAL" userId="S::ting.zhao.ext@boehringer-ingelheim.com::3d8ce11f-7659-40c3-8229-d1facb227748" providerId="AD" clId="Web-{BB5E4DF6-60B5-D155-0E0E-4EDC906F92EB}"/>
    <pc:docChg chg="modSld">
      <pc:chgData name="zxSHA Zhao,Ting (MED CD&amp;O) EXTERNAL" userId="S::ting.zhao.ext@boehringer-ingelheim.com::3d8ce11f-7659-40c3-8229-d1facb227748" providerId="AD" clId="Web-{BB5E4DF6-60B5-D155-0E0E-4EDC906F92EB}" dt="2024-02-26T07:38:08.597" v="122"/>
      <pc:docMkLst>
        <pc:docMk/>
      </pc:docMkLst>
      <pc:sldChg chg="modSp">
        <pc:chgData name="zxSHA Zhao,Ting (MED CD&amp;O) EXTERNAL" userId="S::ting.zhao.ext@boehringer-ingelheim.com::3d8ce11f-7659-40c3-8229-d1facb227748" providerId="AD" clId="Web-{BB5E4DF6-60B5-D155-0E0E-4EDC906F92EB}" dt="2024-02-26T07:38:08.597" v="122"/>
        <pc:sldMkLst>
          <pc:docMk/>
          <pc:sldMk cId="586727861" sldId="2147481412"/>
        </pc:sldMkLst>
        <pc:graphicFrameChg chg="mod modGraphic">
          <ac:chgData name="zxSHA Zhao,Ting (MED CD&amp;O) EXTERNAL" userId="S::ting.zhao.ext@boehringer-ingelheim.com::3d8ce11f-7659-40c3-8229-d1facb227748" providerId="AD" clId="Web-{BB5E4DF6-60B5-D155-0E0E-4EDC906F92EB}" dt="2024-02-26T07:38:08.597" v="122"/>
          <ac:graphicFrameMkLst>
            <pc:docMk/>
            <pc:sldMk cId="586727861" sldId="2147481412"/>
            <ac:graphicFrameMk id="14" creationId="{3D83F0C9-4319-95E9-0FA3-2BEFA0CA7479}"/>
          </ac:graphicFrameMkLst>
        </pc:graphicFrameChg>
      </pc:sldChg>
    </pc:docChg>
  </pc:docChgLst>
  <pc:docChgLst>
    <pc:chgData name="Li,Fengqiong (HP Med RA) BII-CN-B" userId="S::fengqiong.li@boehringer-ingelheim.com::dae7b85d-6b67-4faa-a5b6-30ff5e066a0d" providerId="AD" clId="Web-{FE0D59E3-C05B-27CA-8651-72B35FDF72DF}"/>
    <pc:docChg chg="">
      <pc:chgData name="Li,Fengqiong (HP Med RA) BII-CN-B" userId="S::fengqiong.li@boehringer-ingelheim.com::dae7b85d-6b67-4faa-a5b6-30ff5e066a0d" providerId="AD" clId="Web-{FE0D59E3-C05B-27CA-8651-72B35FDF72DF}" dt="2024-02-27T03:26:07.374" v="1"/>
      <pc:docMkLst>
        <pc:docMk/>
      </pc:docMkLst>
      <pc:sldChg chg="addCm delCm">
        <pc:chgData name="Li,Fengqiong (HP Med RA) BII-CN-B" userId="S::fengqiong.li@boehringer-ingelheim.com::dae7b85d-6b67-4faa-a5b6-30ff5e066a0d" providerId="AD" clId="Web-{FE0D59E3-C05B-27CA-8651-72B35FDF72DF}" dt="2024-02-27T03:26:07.374" v="1"/>
        <pc:sldMkLst>
          <pc:docMk/>
          <pc:sldMk cId="958676723" sldId="2147481390"/>
        </pc:sldMkLst>
      </pc:sldChg>
    </pc:docChg>
  </pc:docChgLst>
  <pc:docChgLst>
    <pc:chgData name="Zhao,Qian (MED CD&amp;O) BII-CN-S" userId="S::qian_3.zhao@boehringer-ingelheim.com::e5f2fa0e-800e-4e03-b8e2-beea36a7bf3b" providerId="AD" clId="Web-{DD1B7E19-0405-6105-F023-DB68F3B8DBC8}"/>
    <pc:docChg chg="modSld">
      <pc:chgData name="Zhao,Qian (MED CD&amp;O) BII-CN-S" userId="S::qian_3.zhao@boehringer-ingelheim.com::e5f2fa0e-800e-4e03-b8e2-beea36a7bf3b" providerId="AD" clId="Web-{DD1B7E19-0405-6105-F023-DB68F3B8DBC8}" dt="2024-01-11T07:09:35.962" v="3" actId="1076"/>
      <pc:docMkLst>
        <pc:docMk/>
      </pc:docMkLst>
      <pc:sldChg chg="addSp modSp">
        <pc:chgData name="Zhao,Qian (MED CD&amp;O) BII-CN-S" userId="S::qian_3.zhao@boehringer-ingelheim.com::e5f2fa0e-800e-4e03-b8e2-beea36a7bf3b" providerId="AD" clId="Web-{DD1B7E19-0405-6105-F023-DB68F3B8DBC8}" dt="2024-01-11T07:09:35.962" v="3" actId="1076"/>
        <pc:sldMkLst>
          <pc:docMk/>
          <pc:sldMk cId="2928051727" sldId="2147481374"/>
        </pc:sldMkLst>
        <pc:spChg chg="mod">
          <ac:chgData name="Zhao,Qian (MED CD&amp;O) BII-CN-S" userId="S::qian_3.zhao@boehringer-ingelheim.com::e5f2fa0e-800e-4e03-b8e2-beea36a7bf3b" providerId="AD" clId="Web-{DD1B7E19-0405-6105-F023-DB68F3B8DBC8}" dt="2024-01-11T07:09:35.962" v="3" actId="1076"/>
          <ac:spMkLst>
            <pc:docMk/>
            <pc:sldMk cId="2928051727" sldId="2147481374"/>
            <ac:spMk id="7" creationId="{87FDCE22-38C4-2E51-AB1C-7C28B921B5B6}"/>
          </ac:spMkLst>
        </pc:spChg>
        <pc:picChg chg="add mod">
          <ac:chgData name="Zhao,Qian (MED CD&amp;O) BII-CN-S" userId="S::qian_3.zhao@boehringer-ingelheim.com::e5f2fa0e-800e-4e03-b8e2-beea36a7bf3b" providerId="AD" clId="Web-{DD1B7E19-0405-6105-F023-DB68F3B8DBC8}" dt="2024-01-11T07:09:33.165" v="2" actId="1076"/>
          <ac:picMkLst>
            <pc:docMk/>
            <pc:sldMk cId="2928051727" sldId="2147481374"/>
            <ac:picMk id="2" creationId="{20DF72F0-B6B4-D843-AEBA-65A27728404F}"/>
          </ac:picMkLst>
        </pc:picChg>
      </pc:sldChg>
    </pc:docChg>
  </pc:docChgLst>
  <pc:docChgLst>
    <pc:chgData name="Wang,Shirley (HP Med RA) BII-CN-B" userId="48b801ce-80b8-42d3-931b-2dcaf726016f" providerId="ADAL" clId="{6775D832-1FC2-4A1C-9E75-8C56BF7D337B}"/>
    <pc:docChg chg="modSld">
      <pc:chgData name="Wang,Shirley (HP Med RA) BII-CN-B" userId="48b801ce-80b8-42d3-931b-2dcaf726016f" providerId="ADAL" clId="{6775D832-1FC2-4A1C-9E75-8C56BF7D337B}" dt="2023-07-05T00:46:35.340" v="2" actId="1076"/>
      <pc:docMkLst>
        <pc:docMk/>
      </pc:docMkLst>
      <pc:sldChg chg="modSp mod">
        <pc:chgData name="Wang,Shirley (HP Med RA) BII-CN-B" userId="48b801ce-80b8-42d3-931b-2dcaf726016f" providerId="ADAL" clId="{6775D832-1FC2-4A1C-9E75-8C56BF7D337B}" dt="2023-07-05T00:45:41.793" v="0" actId="207"/>
        <pc:sldMkLst>
          <pc:docMk/>
          <pc:sldMk cId="60498438" sldId="2147474086"/>
        </pc:sldMkLst>
        <pc:spChg chg="mod">
          <ac:chgData name="Wang,Shirley (HP Med RA) BII-CN-B" userId="48b801ce-80b8-42d3-931b-2dcaf726016f" providerId="ADAL" clId="{6775D832-1FC2-4A1C-9E75-8C56BF7D337B}" dt="2023-07-05T00:45:41.793" v="0" actId="207"/>
          <ac:spMkLst>
            <pc:docMk/>
            <pc:sldMk cId="60498438" sldId="2147474086"/>
            <ac:spMk id="7" creationId="{7E1C250D-8EAE-78F1-64E3-1518E448096D}"/>
          </ac:spMkLst>
        </pc:spChg>
      </pc:sldChg>
      <pc:sldChg chg="modSp mod">
        <pc:chgData name="Wang,Shirley (HP Med RA) BII-CN-B" userId="48b801ce-80b8-42d3-931b-2dcaf726016f" providerId="ADAL" clId="{6775D832-1FC2-4A1C-9E75-8C56BF7D337B}" dt="2023-07-05T00:46:35.340" v="2" actId="1076"/>
        <pc:sldMkLst>
          <pc:docMk/>
          <pc:sldMk cId="217700265" sldId="2147474131"/>
        </pc:sldMkLst>
        <pc:spChg chg="mod">
          <ac:chgData name="Wang,Shirley (HP Med RA) BII-CN-B" userId="48b801ce-80b8-42d3-931b-2dcaf726016f" providerId="ADAL" clId="{6775D832-1FC2-4A1C-9E75-8C56BF7D337B}" dt="2023-07-05T00:46:23.544" v="1" actId="14100"/>
          <ac:spMkLst>
            <pc:docMk/>
            <pc:sldMk cId="217700265" sldId="2147474131"/>
            <ac:spMk id="93" creationId="{00000000-0000-0000-0000-000000000000}"/>
          </ac:spMkLst>
        </pc:spChg>
        <pc:spChg chg="mod">
          <ac:chgData name="Wang,Shirley (HP Med RA) BII-CN-B" userId="48b801ce-80b8-42d3-931b-2dcaf726016f" providerId="ADAL" clId="{6775D832-1FC2-4A1C-9E75-8C56BF7D337B}" dt="2023-07-05T00:46:35.340" v="2" actId="1076"/>
          <ac:spMkLst>
            <pc:docMk/>
            <pc:sldMk cId="217700265" sldId="2147474131"/>
            <ac:spMk id="94" creationId="{00000000-0000-0000-0000-000000000000}"/>
          </ac:spMkLst>
        </pc:spChg>
      </pc:sldChg>
    </pc:docChg>
  </pc:docChgLst>
  <pc:docChgLst>
    <pc:chgData name="Liu,Angno (MED CD&amp;O) BII-CN-B" userId="37b2aca2-cf92-40f3-baa6-f7ef7c25e438" providerId="ADAL" clId="{F54C936C-49B7-4FA4-85BE-53CB1BC67090}"/>
    <pc:docChg chg="custSel modSld">
      <pc:chgData name="Liu,Angno (MED CD&amp;O) BII-CN-B" userId="37b2aca2-cf92-40f3-baa6-f7ef7c25e438" providerId="ADAL" clId="{F54C936C-49B7-4FA4-85BE-53CB1BC67090}" dt="2024-02-23T06:15:23.214" v="114" actId="20577"/>
      <pc:docMkLst>
        <pc:docMk/>
      </pc:docMkLst>
      <pc:sldChg chg="modSp mod">
        <pc:chgData name="Liu,Angno (MED CD&amp;O) BII-CN-B" userId="37b2aca2-cf92-40f3-baa6-f7ef7c25e438" providerId="ADAL" clId="{F54C936C-49B7-4FA4-85BE-53CB1BC67090}" dt="2024-02-23T06:15:23.214" v="114" actId="20577"/>
        <pc:sldMkLst>
          <pc:docMk/>
          <pc:sldMk cId="1729374619" sldId="2147481402"/>
        </pc:sldMkLst>
        <pc:spChg chg="mod">
          <ac:chgData name="Liu,Angno (MED CD&amp;O) BII-CN-B" userId="37b2aca2-cf92-40f3-baa6-f7ef7c25e438" providerId="ADAL" clId="{F54C936C-49B7-4FA4-85BE-53CB1BC67090}" dt="2024-02-23T06:15:23.214" v="114" actId="20577"/>
          <ac:spMkLst>
            <pc:docMk/>
            <pc:sldMk cId="1729374619" sldId="2147481402"/>
            <ac:spMk id="39" creationId="{3D8443B3-9E6B-09DB-6CF8-C1F69166E0A3}"/>
          </ac:spMkLst>
        </pc:spChg>
      </pc:sldChg>
    </pc:docChg>
  </pc:docChgLst>
  <pc:docChgLst>
    <pc:chgData name="zxSHA Shi,Yi (HP Medicine) EXTERNAL" userId="c9ef9fc0-a422-4a2f-8faa-a4bcaf5dcb1a" providerId="ADAL" clId="{18C220EB-43DB-4DD0-9010-C59E3CA0B875}"/>
    <pc:docChg chg="modSld">
      <pc:chgData name="zxSHA Shi,Yi (HP Medicine) EXTERNAL" userId="c9ef9fc0-a422-4a2f-8faa-a4bcaf5dcb1a" providerId="ADAL" clId="{18C220EB-43DB-4DD0-9010-C59E3CA0B875}" dt="2022-10-08T02:33:01.740" v="32" actId="108"/>
      <pc:docMkLst>
        <pc:docMk/>
      </pc:docMkLst>
      <pc:sldChg chg="modSp mod">
        <pc:chgData name="zxSHA Shi,Yi (HP Medicine) EXTERNAL" userId="c9ef9fc0-a422-4a2f-8faa-a4bcaf5dcb1a" providerId="ADAL" clId="{18C220EB-43DB-4DD0-9010-C59E3CA0B875}" dt="2022-10-08T02:33:01.740" v="32" actId="108"/>
        <pc:sldMkLst>
          <pc:docMk/>
          <pc:sldMk cId="3296093154" sldId="2147377319"/>
        </pc:sldMkLst>
        <pc:graphicFrameChg chg="mod modGraphic">
          <ac:chgData name="zxSHA Shi,Yi (HP Medicine) EXTERNAL" userId="c9ef9fc0-a422-4a2f-8faa-a4bcaf5dcb1a" providerId="ADAL" clId="{18C220EB-43DB-4DD0-9010-C59E3CA0B875}" dt="2022-10-08T02:33:01.740" v="32" actId="108"/>
          <ac:graphicFrameMkLst>
            <pc:docMk/>
            <pc:sldMk cId="3296093154" sldId="2147377319"/>
            <ac:graphicFrameMk id="9" creationId="{9451AA74-9EEC-4F3E-9EDC-4DA6C151EA9D}"/>
          </ac:graphicFrameMkLst>
        </pc:graphicFrameChg>
      </pc:sldChg>
    </pc:docChg>
  </pc:docChgLst>
  <pc:docChgLst>
    <pc:chgData name="Li,Yuting (HP Medicine) BII-CN-S" userId="ce8fbb54-122c-426d-b8da-fdcc5e1b5022" providerId="ADAL" clId="{F2C30A18-A889-4F6D-B201-2B485DE15DEB}"/>
    <pc:docChg chg="undo custSel addSld delSld modSld sldOrd">
      <pc:chgData name="Li,Yuting (HP Medicine) BII-CN-S" userId="ce8fbb54-122c-426d-b8da-fdcc5e1b5022" providerId="ADAL" clId="{F2C30A18-A889-4F6D-B201-2B485DE15DEB}" dt="2022-11-04T08:42:17.742" v="4998" actId="20577"/>
      <pc:docMkLst>
        <pc:docMk/>
      </pc:docMkLst>
      <pc:sldChg chg="del">
        <pc:chgData name="Li,Yuting (HP Medicine) BII-CN-S" userId="ce8fbb54-122c-426d-b8da-fdcc5e1b5022" providerId="ADAL" clId="{F2C30A18-A889-4F6D-B201-2B485DE15DEB}" dt="2022-11-04T08:30:09.133" v="4967" actId="47"/>
        <pc:sldMkLst>
          <pc:docMk/>
          <pc:sldMk cId="3938940213" sldId="259"/>
        </pc:sldMkLst>
      </pc:sldChg>
      <pc:sldChg chg="del">
        <pc:chgData name="Li,Yuting (HP Medicine) BII-CN-S" userId="ce8fbb54-122c-426d-b8da-fdcc5e1b5022" providerId="ADAL" clId="{F2C30A18-A889-4F6D-B201-2B485DE15DEB}" dt="2022-11-04T08:30:50.496" v="4968" actId="47"/>
        <pc:sldMkLst>
          <pc:docMk/>
          <pc:sldMk cId="1143979794" sldId="415"/>
        </pc:sldMkLst>
      </pc:sldChg>
      <pc:sldChg chg="del">
        <pc:chgData name="Li,Yuting (HP Medicine) BII-CN-S" userId="ce8fbb54-122c-426d-b8da-fdcc5e1b5022" providerId="ADAL" clId="{F2C30A18-A889-4F6D-B201-2B485DE15DEB}" dt="2022-11-04T08:30:53.043" v="4969" actId="47"/>
        <pc:sldMkLst>
          <pc:docMk/>
          <pc:sldMk cId="2075470147" sldId="885"/>
        </pc:sldMkLst>
      </pc:sldChg>
      <pc:sldChg chg="modSp mod">
        <pc:chgData name="Li,Yuting (HP Medicine) BII-CN-S" userId="ce8fbb54-122c-426d-b8da-fdcc5e1b5022" providerId="ADAL" clId="{F2C30A18-A889-4F6D-B201-2B485DE15DEB}" dt="2022-11-03T01:33:04.950" v="8" actId="20577"/>
        <pc:sldMkLst>
          <pc:docMk/>
          <pc:sldMk cId="64439630" sldId="6601"/>
        </pc:sldMkLst>
        <pc:spChg chg="mod">
          <ac:chgData name="Li,Yuting (HP Medicine) BII-CN-S" userId="ce8fbb54-122c-426d-b8da-fdcc5e1b5022" providerId="ADAL" clId="{F2C30A18-A889-4F6D-B201-2B485DE15DEB}" dt="2022-11-03T01:33:04.950" v="8" actId="20577"/>
          <ac:spMkLst>
            <pc:docMk/>
            <pc:sldMk cId="64439630" sldId="6601"/>
            <ac:spMk id="5" creationId="{00000000-0000-0000-0000-000000000000}"/>
          </ac:spMkLst>
        </pc:spChg>
      </pc:sldChg>
      <pc:sldChg chg="del">
        <pc:chgData name="Li,Yuting (HP Medicine) BII-CN-S" userId="ce8fbb54-122c-426d-b8da-fdcc5e1b5022" providerId="ADAL" clId="{F2C30A18-A889-4F6D-B201-2B485DE15DEB}" dt="2022-11-03T04:06:42.672" v="1420" actId="47"/>
        <pc:sldMkLst>
          <pc:docMk/>
          <pc:sldMk cId="3859353500" sldId="9412"/>
        </pc:sldMkLst>
      </pc:sldChg>
      <pc:sldChg chg="add del mod modShow">
        <pc:chgData name="Li,Yuting (HP Medicine) BII-CN-S" userId="ce8fbb54-122c-426d-b8da-fdcc5e1b5022" providerId="ADAL" clId="{F2C30A18-A889-4F6D-B201-2B485DE15DEB}" dt="2022-11-03T03:56:49.419" v="1013" actId="729"/>
        <pc:sldMkLst>
          <pc:docMk/>
          <pc:sldMk cId="3461020021" sldId="9414"/>
        </pc:sldMkLst>
      </pc:sldChg>
      <pc:sldChg chg="del">
        <pc:chgData name="Li,Yuting (HP Medicine) BII-CN-S" userId="ce8fbb54-122c-426d-b8da-fdcc5e1b5022" providerId="ADAL" clId="{F2C30A18-A889-4F6D-B201-2B485DE15DEB}" dt="2022-11-03T04:04:24.720" v="1411" actId="47"/>
        <pc:sldMkLst>
          <pc:docMk/>
          <pc:sldMk cId="1076526949" sldId="9436"/>
        </pc:sldMkLst>
      </pc:sldChg>
      <pc:sldChg chg="del">
        <pc:chgData name="Li,Yuting (HP Medicine) BII-CN-S" userId="ce8fbb54-122c-426d-b8da-fdcc5e1b5022" providerId="ADAL" clId="{F2C30A18-A889-4F6D-B201-2B485DE15DEB}" dt="2022-11-04T08:30:05.529" v="4966" actId="47"/>
        <pc:sldMkLst>
          <pc:docMk/>
          <pc:sldMk cId="2053426083" sldId="2147377164"/>
        </pc:sldMkLst>
      </pc:sldChg>
      <pc:sldChg chg="modSp add mod">
        <pc:chgData name="Li,Yuting (HP Medicine) BII-CN-S" userId="ce8fbb54-122c-426d-b8da-fdcc5e1b5022" providerId="ADAL" clId="{F2C30A18-A889-4F6D-B201-2B485DE15DEB}" dt="2022-11-03T12:48:58.118" v="3195" actId="20577"/>
        <pc:sldMkLst>
          <pc:docMk/>
          <pc:sldMk cId="592895313" sldId="2147377180"/>
        </pc:sldMkLst>
        <pc:graphicFrameChg chg="modGraphic">
          <ac:chgData name="Li,Yuting (HP Medicine) BII-CN-S" userId="ce8fbb54-122c-426d-b8da-fdcc5e1b5022" providerId="ADAL" clId="{F2C30A18-A889-4F6D-B201-2B485DE15DEB}" dt="2022-11-03T12:48:58.118" v="3195" actId="20577"/>
          <ac:graphicFrameMkLst>
            <pc:docMk/>
            <pc:sldMk cId="592895313" sldId="2147377180"/>
            <ac:graphicFrameMk id="9" creationId="{A53A2D83-63FD-44E4-BF92-1861D56E3E63}"/>
          </ac:graphicFrameMkLst>
        </pc:graphicFrameChg>
      </pc:sldChg>
      <pc:sldChg chg="add">
        <pc:chgData name="Li,Yuting (HP Medicine) BII-CN-S" userId="ce8fbb54-122c-426d-b8da-fdcc5e1b5022" providerId="ADAL" clId="{F2C30A18-A889-4F6D-B201-2B485DE15DEB}" dt="2022-11-03T02:17:57.679" v="509"/>
        <pc:sldMkLst>
          <pc:docMk/>
          <pc:sldMk cId="558283851" sldId="2147377191"/>
        </pc:sldMkLst>
      </pc:sldChg>
      <pc:sldChg chg="del">
        <pc:chgData name="Li,Yuting (HP Medicine) BII-CN-S" userId="ce8fbb54-122c-426d-b8da-fdcc5e1b5022" providerId="ADAL" clId="{F2C30A18-A889-4F6D-B201-2B485DE15DEB}" dt="2022-11-04T08:29:49.686" v="4964" actId="47"/>
        <pc:sldMkLst>
          <pc:docMk/>
          <pc:sldMk cId="2433502477" sldId="2147377244"/>
        </pc:sldMkLst>
      </pc:sldChg>
      <pc:sldChg chg="del">
        <pc:chgData name="Li,Yuting (HP Medicine) BII-CN-S" userId="ce8fbb54-122c-426d-b8da-fdcc5e1b5022" providerId="ADAL" clId="{F2C30A18-A889-4F6D-B201-2B485DE15DEB}" dt="2022-11-03T03:34:13.858" v="834" actId="47"/>
        <pc:sldMkLst>
          <pc:docMk/>
          <pc:sldMk cId="707578781" sldId="2147377269"/>
        </pc:sldMkLst>
      </pc:sldChg>
      <pc:sldChg chg="add del mod modShow">
        <pc:chgData name="Li,Yuting (HP Medicine) BII-CN-S" userId="ce8fbb54-122c-426d-b8da-fdcc5e1b5022" providerId="ADAL" clId="{F2C30A18-A889-4F6D-B201-2B485DE15DEB}" dt="2022-11-03T02:17:59.406" v="510" actId="47"/>
        <pc:sldMkLst>
          <pc:docMk/>
          <pc:sldMk cId="2159026764" sldId="2147377282"/>
        </pc:sldMkLst>
      </pc:sldChg>
      <pc:sldChg chg="del">
        <pc:chgData name="Li,Yuting (HP Medicine) BII-CN-S" userId="ce8fbb54-122c-426d-b8da-fdcc5e1b5022" providerId="ADAL" clId="{F2C30A18-A889-4F6D-B201-2B485DE15DEB}" dt="2022-11-04T08:29:57.094" v="4965" actId="47"/>
        <pc:sldMkLst>
          <pc:docMk/>
          <pc:sldMk cId="314214427" sldId="2147377287"/>
        </pc:sldMkLst>
      </pc:sldChg>
      <pc:sldChg chg="modSp mod">
        <pc:chgData name="Li,Yuting (HP Medicine) BII-CN-S" userId="ce8fbb54-122c-426d-b8da-fdcc5e1b5022" providerId="ADAL" clId="{F2C30A18-A889-4F6D-B201-2B485DE15DEB}" dt="2022-11-03T07:45:31.094" v="2749" actId="6549"/>
        <pc:sldMkLst>
          <pc:docMk/>
          <pc:sldMk cId="2295491106" sldId="2147377288"/>
        </pc:sldMkLst>
        <pc:spChg chg="mod">
          <ac:chgData name="Li,Yuting (HP Medicine) BII-CN-S" userId="ce8fbb54-122c-426d-b8da-fdcc5e1b5022" providerId="ADAL" clId="{F2C30A18-A889-4F6D-B201-2B485DE15DEB}" dt="2022-11-03T03:55:42.553" v="1008" actId="1076"/>
          <ac:spMkLst>
            <pc:docMk/>
            <pc:sldMk cId="2295491106" sldId="2147377288"/>
            <ac:spMk id="29" creationId="{9224C17E-1AA1-4096-A3FD-25D6FD8BA444}"/>
          </ac:spMkLst>
        </pc:spChg>
        <pc:spChg chg="mod">
          <ac:chgData name="Li,Yuting (HP Medicine) BII-CN-S" userId="ce8fbb54-122c-426d-b8da-fdcc5e1b5022" providerId="ADAL" clId="{F2C30A18-A889-4F6D-B201-2B485DE15DEB}" dt="2022-11-03T07:45:31.094" v="2749" actId="6549"/>
          <ac:spMkLst>
            <pc:docMk/>
            <pc:sldMk cId="2295491106" sldId="2147377288"/>
            <ac:spMk id="52" creationId="{C37AB0AB-396A-4A09-A640-7C9D33588A3C}"/>
          </ac:spMkLst>
        </pc:spChg>
        <pc:cxnChg chg="mod">
          <ac:chgData name="Li,Yuting (HP Medicine) BII-CN-S" userId="ce8fbb54-122c-426d-b8da-fdcc5e1b5022" providerId="ADAL" clId="{F2C30A18-A889-4F6D-B201-2B485DE15DEB}" dt="2022-11-03T03:55:45.047" v="1009" actId="1076"/>
          <ac:cxnSpMkLst>
            <pc:docMk/>
            <pc:sldMk cId="2295491106" sldId="2147377288"/>
            <ac:cxnSpMk id="28" creationId="{9C165100-0114-4167-8FF0-BFF01B293D04}"/>
          </ac:cxnSpMkLst>
        </pc:cxnChg>
      </pc:sldChg>
      <pc:sldChg chg="mod modShow">
        <pc:chgData name="Li,Yuting (HP Medicine) BII-CN-S" userId="ce8fbb54-122c-426d-b8da-fdcc5e1b5022" providerId="ADAL" clId="{F2C30A18-A889-4F6D-B201-2B485DE15DEB}" dt="2022-11-03T05:24:47.877" v="2020" actId="729"/>
        <pc:sldMkLst>
          <pc:docMk/>
          <pc:sldMk cId="3639130434" sldId="2147377294"/>
        </pc:sldMkLst>
      </pc:sldChg>
      <pc:sldChg chg="modSp mod modNotesTx">
        <pc:chgData name="Li,Yuting (HP Medicine) BII-CN-S" userId="ce8fbb54-122c-426d-b8da-fdcc5e1b5022" providerId="ADAL" clId="{F2C30A18-A889-4F6D-B201-2B485DE15DEB}" dt="2022-11-03T12:21:13.079" v="3142" actId="20577"/>
        <pc:sldMkLst>
          <pc:docMk/>
          <pc:sldMk cId="1590028121" sldId="2147377295"/>
        </pc:sldMkLst>
        <pc:graphicFrameChg chg="modGraphic">
          <ac:chgData name="Li,Yuting (HP Medicine) BII-CN-S" userId="ce8fbb54-122c-426d-b8da-fdcc5e1b5022" providerId="ADAL" clId="{F2C30A18-A889-4F6D-B201-2B485DE15DEB}" dt="2022-11-03T12:20:32.586" v="3102" actId="207"/>
          <ac:graphicFrameMkLst>
            <pc:docMk/>
            <pc:sldMk cId="1590028121" sldId="2147377295"/>
            <ac:graphicFrameMk id="10" creationId="{7ED29C9C-0700-480D-B788-68CBB9D31EEE}"/>
          </ac:graphicFrameMkLst>
        </pc:graphicFrameChg>
      </pc:sldChg>
      <pc:sldChg chg="del">
        <pc:chgData name="Li,Yuting (HP Medicine) BII-CN-S" userId="ce8fbb54-122c-426d-b8da-fdcc5e1b5022" providerId="ADAL" clId="{F2C30A18-A889-4F6D-B201-2B485DE15DEB}" dt="2022-11-03T01:36:50.302" v="14" actId="47"/>
        <pc:sldMkLst>
          <pc:docMk/>
          <pc:sldMk cId="2876164168" sldId="2147377296"/>
        </pc:sldMkLst>
      </pc:sldChg>
      <pc:sldChg chg="del">
        <pc:chgData name="Li,Yuting (HP Medicine) BII-CN-S" userId="ce8fbb54-122c-426d-b8da-fdcc5e1b5022" providerId="ADAL" clId="{F2C30A18-A889-4F6D-B201-2B485DE15DEB}" dt="2022-11-03T01:36:52.261" v="15" actId="47"/>
        <pc:sldMkLst>
          <pc:docMk/>
          <pc:sldMk cId="3191557910" sldId="2147377304"/>
        </pc:sldMkLst>
      </pc:sldChg>
      <pc:sldChg chg="addSp delSp modSp mod modNotesTx">
        <pc:chgData name="Li,Yuting (HP Medicine) BII-CN-S" userId="ce8fbb54-122c-426d-b8da-fdcc5e1b5022" providerId="ADAL" clId="{F2C30A18-A889-4F6D-B201-2B485DE15DEB}" dt="2022-11-03T12:25:57.104" v="3193" actId="20577"/>
        <pc:sldMkLst>
          <pc:docMk/>
          <pc:sldMk cId="1238319318" sldId="2147377305"/>
        </pc:sldMkLst>
        <pc:spChg chg="del">
          <ac:chgData name="Li,Yuting (HP Medicine) BII-CN-S" userId="ce8fbb54-122c-426d-b8da-fdcc5e1b5022" providerId="ADAL" clId="{F2C30A18-A889-4F6D-B201-2B485DE15DEB}" dt="2022-11-03T02:03:16.308" v="347" actId="478"/>
          <ac:spMkLst>
            <pc:docMk/>
            <pc:sldMk cId="1238319318" sldId="2147377305"/>
            <ac:spMk id="157" creationId="{00000000-0000-0000-0000-000000000000}"/>
          </ac:spMkLst>
        </pc:spChg>
        <pc:spChg chg="del">
          <ac:chgData name="Li,Yuting (HP Medicine) BII-CN-S" userId="ce8fbb54-122c-426d-b8da-fdcc5e1b5022" providerId="ADAL" clId="{F2C30A18-A889-4F6D-B201-2B485DE15DEB}" dt="2022-11-03T02:03:09.927" v="346" actId="478"/>
          <ac:spMkLst>
            <pc:docMk/>
            <pc:sldMk cId="1238319318" sldId="2147377305"/>
            <ac:spMk id="158" creationId="{00000000-0000-0000-0000-000000000000}"/>
          </ac:spMkLst>
        </pc:spChg>
        <pc:spChg chg="mod">
          <ac:chgData name="Li,Yuting (HP Medicine) BII-CN-S" userId="ce8fbb54-122c-426d-b8da-fdcc5e1b5022" providerId="ADAL" clId="{F2C30A18-A889-4F6D-B201-2B485DE15DEB}" dt="2022-11-03T01:58:52.026" v="323" actId="14100"/>
          <ac:spMkLst>
            <pc:docMk/>
            <pc:sldMk cId="1238319318" sldId="2147377305"/>
            <ac:spMk id="159" creationId="{A1E70551-578A-4B35-ACAC-04BA6E603952}"/>
          </ac:spMkLst>
        </pc:spChg>
        <pc:spChg chg="del">
          <ac:chgData name="Li,Yuting (HP Medicine) BII-CN-S" userId="ce8fbb54-122c-426d-b8da-fdcc5e1b5022" providerId="ADAL" clId="{F2C30A18-A889-4F6D-B201-2B485DE15DEB}" dt="2022-11-03T01:58:18.880" v="318" actId="478"/>
          <ac:spMkLst>
            <pc:docMk/>
            <pc:sldMk cId="1238319318" sldId="2147377305"/>
            <ac:spMk id="160" creationId="{9224C17E-1AA1-4096-A3FD-25D6FD8BA444}"/>
          </ac:spMkLst>
        </pc:spChg>
        <pc:spChg chg="del">
          <ac:chgData name="Li,Yuting (HP Medicine) BII-CN-S" userId="ce8fbb54-122c-426d-b8da-fdcc5e1b5022" providerId="ADAL" clId="{F2C30A18-A889-4F6D-B201-2B485DE15DEB}" dt="2022-11-03T01:58:25.322" v="320" actId="478"/>
          <ac:spMkLst>
            <pc:docMk/>
            <pc:sldMk cId="1238319318" sldId="2147377305"/>
            <ac:spMk id="161" creationId="{B361C849-6669-4EC4-A9AD-EB1BCC463147}"/>
          </ac:spMkLst>
        </pc:spChg>
        <pc:spChg chg="del">
          <ac:chgData name="Li,Yuting (HP Medicine) BII-CN-S" userId="ce8fbb54-122c-426d-b8da-fdcc5e1b5022" providerId="ADAL" clId="{F2C30A18-A889-4F6D-B201-2B485DE15DEB}" dt="2022-11-03T01:58:22.983" v="319" actId="478"/>
          <ac:spMkLst>
            <pc:docMk/>
            <pc:sldMk cId="1238319318" sldId="2147377305"/>
            <ac:spMk id="162" creationId="{00000000-0000-0000-0000-000000000000}"/>
          </ac:spMkLst>
        </pc:spChg>
        <pc:spChg chg="mod ord">
          <ac:chgData name="Li,Yuting (HP Medicine) BII-CN-S" userId="ce8fbb54-122c-426d-b8da-fdcc5e1b5022" providerId="ADAL" clId="{F2C30A18-A889-4F6D-B201-2B485DE15DEB}" dt="2022-11-03T02:03:30.475" v="349" actId="166"/>
          <ac:spMkLst>
            <pc:docMk/>
            <pc:sldMk cId="1238319318" sldId="2147377305"/>
            <ac:spMk id="178" creationId="{C8A141E8-3A7E-477A-B6F1-59F3BCA948DD}"/>
          </ac:spMkLst>
        </pc:spChg>
        <pc:spChg chg="del mod">
          <ac:chgData name="Li,Yuting (HP Medicine) BII-CN-S" userId="ce8fbb54-122c-426d-b8da-fdcc5e1b5022" providerId="ADAL" clId="{F2C30A18-A889-4F6D-B201-2B485DE15DEB}" dt="2022-11-03T07:17:14.840" v="2426" actId="478"/>
          <ac:spMkLst>
            <pc:docMk/>
            <pc:sldMk cId="1238319318" sldId="2147377305"/>
            <ac:spMk id="179" creationId="{76B2B073-55B9-489E-9DB2-DE54D32D033F}"/>
          </ac:spMkLst>
        </pc:spChg>
        <pc:spChg chg="mod">
          <ac:chgData name="Li,Yuting (HP Medicine) BII-CN-S" userId="ce8fbb54-122c-426d-b8da-fdcc5e1b5022" providerId="ADAL" clId="{F2C30A18-A889-4F6D-B201-2B485DE15DEB}" dt="2022-11-03T01:39:34.388" v="22" actId="14100"/>
          <ac:spMkLst>
            <pc:docMk/>
            <pc:sldMk cId="1238319318" sldId="2147377305"/>
            <ac:spMk id="182" creationId="{C39E1252-F332-4AA3-BA76-25AA4B4689A7}"/>
          </ac:spMkLst>
        </pc:spChg>
        <pc:spChg chg="mod">
          <ac:chgData name="Li,Yuting (HP Medicine) BII-CN-S" userId="ce8fbb54-122c-426d-b8da-fdcc5e1b5022" providerId="ADAL" clId="{F2C30A18-A889-4F6D-B201-2B485DE15DEB}" dt="2022-11-03T01:39:37.291" v="23" actId="14100"/>
          <ac:spMkLst>
            <pc:docMk/>
            <pc:sldMk cId="1238319318" sldId="2147377305"/>
            <ac:spMk id="184" creationId="{8DF4C0D8-5694-41D0-AF90-FB14396BCB63}"/>
          </ac:spMkLst>
        </pc:spChg>
        <pc:spChg chg="mod">
          <ac:chgData name="Li,Yuting (HP Medicine) BII-CN-S" userId="ce8fbb54-122c-426d-b8da-fdcc5e1b5022" providerId="ADAL" clId="{F2C30A18-A889-4F6D-B201-2B485DE15DEB}" dt="2022-11-03T01:57:15.269" v="297" actId="14100"/>
          <ac:spMkLst>
            <pc:docMk/>
            <pc:sldMk cId="1238319318" sldId="2147377305"/>
            <ac:spMk id="195" creationId="{A1E70551-578A-4B35-ACAC-04BA6E603952}"/>
          </ac:spMkLst>
        </pc:spChg>
        <pc:spChg chg="mod">
          <ac:chgData name="Li,Yuting (HP Medicine) BII-CN-S" userId="ce8fbb54-122c-426d-b8da-fdcc5e1b5022" providerId="ADAL" clId="{F2C30A18-A889-4F6D-B201-2B485DE15DEB}" dt="2022-11-03T01:57:34.785" v="312" actId="20577"/>
          <ac:spMkLst>
            <pc:docMk/>
            <pc:sldMk cId="1238319318" sldId="2147377305"/>
            <ac:spMk id="204" creationId="{9224C17E-1AA1-4096-A3FD-25D6FD8BA444}"/>
          </ac:spMkLst>
        </pc:spChg>
        <pc:spChg chg="mod">
          <ac:chgData name="Li,Yuting (HP Medicine) BII-CN-S" userId="ce8fbb54-122c-426d-b8da-fdcc5e1b5022" providerId="ADAL" clId="{F2C30A18-A889-4F6D-B201-2B485DE15DEB}" dt="2022-11-03T01:57:59.120" v="317" actId="1076"/>
          <ac:spMkLst>
            <pc:docMk/>
            <pc:sldMk cId="1238319318" sldId="2147377305"/>
            <ac:spMk id="205" creationId="{B361C849-6669-4EC4-A9AD-EB1BCC463147}"/>
          </ac:spMkLst>
        </pc:spChg>
        <pc:spChg chg="mod ord">
          <ac:chgData name="Li,Yuting (HP Medicine) BII-CN-S" userId="ce8fbb54-122c-426d-b8da-fdcc5e1b5022" providerId="ADAL" clId="{F2C30A18-A889-4F6D-B201-2B485DE15DEB}" dt="2022-11-03T01:57:55.994" v="316" actId="1076"/>
          <ac:spMkLst>
            <pc:docMk/>
            <pc:sldMk cId="1238319318" sldId="2147377305"/>
            <ac:spMk id="206" creationId="{00000000-0000-0000-0000-000000000000}"/>
          </ac:spMkLst>
        </pc:spChg>
        <pc:spChg chg="del">
          <ac:chgData name="Li,Yuting (HP Medicine) BII-CN-S" userId="ce8fbb54-122c-426d-b8da-fdcc5e1b5022" providerId="ADAL" clId="{F2C30A18-A889-4F6D-B201-2B485DE15DEB}" dt="2022-11-03T01:43:48.060" v="97" actId="478"/>
          <ac:spMkLst>
            <pc:docMk/>
            <pc:sldMk cId="1238319318" sldId="2147377305"/>
            <ac:spMk id="207" creationId="{A1E70551-578A-4B35-ACAC-04BA6E603952}"/>
          </ac:spMkLst>
        </pc:spChg>
        <pc:spChg chg="del">
          <ac:chgData name="Li,Yuting (HP Medicine) BII-CN-S" userId="ce8fbb54-122c-426d-b8da-fdcc5e1b5022" providerId="ADAL" clId="{F2C30A18-A889-4F6D-B201-2B485DE15DEB}" dt="2022-11-03T01:43:48.060" v="97" actId="478"/>
          <ac:spMkLst>
            <pc:docMk/>
            <pc:sldMk cId="1238319318" sldId="2147377305"/>
            <ac:spMk id="208" creationId="{B4E8BEE0-0EB3-40D8-9AA2-B2BC6D502A8C}"/>
          </ac:spMkLst>
        </pc:spChg>
        <pc:spChg chg="del">
          <ac:chgData name="Li,Yuting (HP Medicine) BII-CN-S" userId="ce8fbb54-122c-426d-b8da-fdcc5e1b5022" providerId="ADAL" clId="{F2C30A18-A889-4F6D-B201-2B485DE15DEB}" dt="2022-11-03T01:43:48.060" v="97" actId="478"/>
          <ac:spMkLst>
            <pc:docMk/>
            <pc:sldMk cId="1238319318" sldId="2147377305"/>
            <ac:spMk id="209" creationId="{B361C849-6669-4EC4-A9AD-EB1BCC463147}"/>
          </ac:spMkLst>
        </pc:spChg>
        <pc:spChg chg="del">
          <ac:chgData name="Li,Yuting (HP Medicine) BII-CN-S" userId="ce8fbb54-122c-426d-b8da-fdcc5e1b5022" providerId="ADAL" clId="{F2C30A18-A889-4F6D-B201-2B485DE15DEB}" dt="2022-11-03T01:43:48.060" v="97" actId="478"/>
          <ac:spMkLst>
            <pc:docMk/>
            <pc:sldMk cId="1238319318" sldId="2147377305"/>
            <ac:spMk id="210" creationId="{00000000-0000-0000-0000-000000000000}"/>
          </ac:spMkLst>
        </pc:spChg>
        <pc:spChg chg="del">
          <ac:chgData name="Li,Yuting (HP Medicine) BII-CN-S" userId="ce8fbb54-122c-426d-b8da-fdcc5e1b5022" providerId="ADAL" clId="{F2C30A18-A889-4F6D-B201-2B485DE15DEB}" dt="2022-11-03T01:43:52.433" v="98" actId="478"/>
          <ac:spMkLst>
            <pc:docMk/>
            <pc:sldMk cId="1238319318" sldId="2147377305"/>
            <ac:spMk id="211" creationId="{9224C17E-1AA1-4096-A3FD-25D6FD8BA444}"/>
          </ac:spMkLst>
        </pc:spChg>
        <pc:spChg chg="del">
          <ac:chgData name="Li,Yuting (HP Medicine) BII-CN-S" userId="ce8fbb54-122c-426d-b8da-fdcc5e1b5022" providerId="ADAL" clId="{F2C30A18-A889-4F6D-B201-2B485DE15DEB}" dt="2022-11-03T01:43:48.060" v="97" actId="478"/>
          <ac:spMkLst>
            <pc:docMk/>
            <pc:sldMk cId="1238319318" sldId="2147377305"/>
            <ac:spMk id="212" creationId="{BB8CA441-CAF3-49DE-9132-10328C7407DA}"/>
          </ac:spMkLst>
        </pc:spChg>
        <pc:spChg chg="del">
          <ac:chgData name="Li,Yuting (HP Medicine) BII-CN-S" userId="ce8fbb54-122c-426d-b8da-fdcc5e1b5022" providerId="ADAL" clId="{F2C30A18-A889-4F6D-B201-2B485DE15DEB}" dt="2022-11-03T01:43:48.060" v="97" actId="478"/>
          <ac:spMkLst>
            <pc:docMk/>
            <pc:sldMk cId="1238319318" sldId="2147377305"/>
            <ac:spMk id="213" creationId="{9224C17E-1AA1-4096-A3FD-25D6FD8BA444}"/>
          </ac:spMkLst>
        </pc:spChg>
        <pc:spChg chg="del">
          <ac:chgData name="Li,Yuting (HP Medicine) BII-CN-S" userId="ce8fbb54-122c-426d-b8da-fdcc5e1b5022" providerId="ADAL" clId="{F2C30A18-A889-4F6D-B201-2B485DE15DEB}" dt="2022-11-03T01:43:48.060" v="97" actId="478"/>
          <ac:spMkLst>
            <pc:docMk/>
            <pc:sldMk cId="1238319318" sldId="2147377305"/>
            <ac:spMk id="214" creationId="{9224C17E-1AA1-4096-A3FD-25D6FD8BA444}"/>
          </ac:spMkLst>
        </pc:spChg>
        <pc:spChg chg="del">
          <ac:chgData name="Li,Yuting (HP Medicine) BII-CN-S" userId="ce8fbb54-122c-426d-b8da-fdcc5e1b5022" providerId="ADAL" clId="{F2C30A18-A889-4F6D-B201-2B485DE15DEB}" dt="2022-11-03T01:43:48.060" v="97" actId="478"/>
          <ac:spMkLst>
            <pc:docMk/>
            <pc:sldMk cId="1238319318" sldId="2147377305"/>
            <ac:spMk id="215" creationId="{B361C849-6669-4EC4-A9AD-EB1BCC463147}"/>
          </ac:spMkLst>
        </pc:spChg>
        <pc:spChg chg="del">
          <ac:chgData name="Li,Yuting (HP Medicine) BII-CN-S" userId="ce8fbb54-122c-426d-b8da-fdcc5e1b5022" providerId="ADAL" clId="{F2C30A18-A889-4F6D-B201-2B485DE15DEB}" dt="2022-11-03T01:43:48.060" v="97" actId="478"/>
          <ac:spMkLst>
            <pc:docMk/>
            <pc:sldMk cId="1238319318" sldId="2147377305"/>
            <ac:spMk id="216" creationId="{00000000-0000-0000-0000-000000000000}"/>
          </ac:spMkLst>
        </pc:spChg>
        <pc:spChg chg="del">
          <ac:chgData name="Li,Yuting (HP Medicine) BII-CN-S" userId="ce8fbb54-122c-426d-b8da-fdcc5e1b5022" providerId="ADAL" clId="{F2C30A18-A889-4F6D-B201-2B485DE15DEB}" dt="2022-11-03T01:43:48.060" v="97" actId="478"/>
          <ac:spMkLst>
            <pc:docMk/>
            <pc:sldMk cId="1238319318" sldId="2147377305"/>
            <ac:spMk id="220" creationId="{00000000-0000-0000-0000-000000000000}"/>
          </ac:spMkLst>
        </pc:spChg>
        <pc:spChg chg="del">
          <ac:chgData name="Li,Yuting (HP Medicine) BII-CN-S" userId="ce8fbb54-122c-426d-b8da-fdcc5e1b5022" providerId="ADAL" clId="{F2C30A18-A889-4F6D-B201-2B485DE15DEB}" dt="2022-11-03T01:43:48.060" v="97" actId="478"/>
          <ac:spMkLst>
            <pc:docMk/>
            <pc:sldMk cId="1238319318" sldId="2147377305"/>
            <ac:spMk id="221" creationId="{B361C849-6669-4EC4-A9AD-EB1BCC463147}"/>
          </ac:spMkLst>
        </pc:spChg>
        <pc:spChg chg="del">
          <ac:chgData name="Li,Yuting (HP Medicine) BII-CN-S" userId="ce8fbb54-122c-426d-b8da-fdcc5e1b5022" providerId="ADAL" clId="{F2C30A18-A889-4F6D-B201-2B485DE15DEB}" dt="2022-11-03T01:43:48.060" v="97" actId="478"/>
          <ac:spMkLst>
            <pc:docMk/>
            <pc:sldMk cId="1238319318" sldId="2147377305"/>
            <ac:spMk id="222" creationId="{00000000-0000-0000-0000-000000000000}"/>
          </ac:spMkLst>
        </pc:spChg>
        <pc:spChg chg="del">
          <ac:chgData name="Li,Yuting (HP Medicine) BII-CN-S" userId="ce8fbb54-122c-426d-b8da-fdcc5e1b5022" providerId="ADAL" clId="{F2C30A18-A889-4F6D-B201-2B485DE15DEB}" dt="2022-11-03T01:43:54.636" v="99" actId="478"/>
          <ac:spMkLst>
            <pc:docMk/>
            <pc:sldMk cId="1238319318" sldId="2147377305"/>
            <ac:spMk id="223" creationId="{9224C17E-1AA1-4096-A3FD-25D6FD8BA444}"/>
          </ac:spMkLst>
        </pc:spChg>
        <pc:spChg chg="mod">
          <ac:chgData name="Li,Yuting (HP Medicine) BII-CN-S" userId="ce8fbb54-122c-426d-b8da-fdcc5e1b5022" providerId="ADAL" clId="{F2C30A18-A889-4F6D-B201-2B485DE15DEB}" dt="2022-11-03T01:40:51.547" v="33" actId="14100"/>
          <ac:spMkLst>
            <pc:docMk/>
            <pc:sldMk cId="1238319318" sldId="2147377305"/>
            <ac:spMk id="241" creationId="{BB8CA441-CAF3-49DE-9132-10328C7407DA}"/>
          </ac:spMkLst>
        </pc:spChg>
        <pc:spChg chg="mod">
          <ac:chgData name="Li,Yuting (HP Medicine) BII-CN-S" userId="ce8fbb54-122c-426d-b8da-fdcc5e1b5022" providerId="ADAL" clId="{F2C30A18-A889-4F6D-B201-2B485DE15DEB}" dt="2022-11-03T01:40:36.808" v="32" actId="1076"/>
          <ac:spMkLst>
            <pc:docMk/>
            <pc:sldMk cId="1238319318" sldId="2147377305"/>
            <ac:spMk id="244" creationId="{00000000-0000-0000-0000-000000000000}"/>
          </ac:spMkLst>
        </pc:spChg>
        <pc:spChg chg="mod">
          <ac:chgData name="Li,Yuting (HP Medicine) BII-CN-S" userId="ce8fbb54-122c-426d-b8da-fdcc5e1b5022" providerId="ADAL" clId="{F2C30A18-A889-4F6D-B201-2B485DE15DEB}" dt="2022-11-03T01:39:56.922" v="28" actId="20577"/>
          <ac:spMkLst>
            <pc:docMk/>
            <pc:sldMk cId="1238319318" sldId="2147377305"/>
            <ac:spMk id="247" creationId="{9224C17E-1AA1-4096-A3FD-25D6FD8BA444}"/>
          </ac:spMkLst>
        </pc:spChg>
        <pc:spChg chg="add mod">
          <ac:chgData name="Li,Yuting (HP Medicine) BII-CN-S" userId="ce8fbb54-122c-426d-b8da-fdcc5e1b5022" providerId="ADAL" clId="{F2C30A18-A889-4F6D-B201-2B485DE15DEB}" dt="2022-11-03T02:02:41.500" v="344" actId="2085"/>
          <ac:spMkLst>
            <pc:docMk/>
            <pc:sldMk cId="1238319318" sldId="2147377305"/>
            <ac:spMk id="251" creationId="{6472A2C9-4C96-4454-863B-77639976F81C}"/>
          </ac:spMkLst>
        </pc:spChg>
        <pc:spChg chg="add mod">
          <ac:chgData name="Li,Yuting (HP Medicine) BII-CN-S" userId="ce8fbb54-122c-426d-b8da-fdcc5e1b5022" providerId="ADAL" clId="{F2C30A18-A889-4F6D-B201-2B485DE15DEB}" dt="2022-11-03T01:44:02.429" v="101" actId="1076"/>
          <ac:spMkLst>
            <pc:docMk/>
            <pc:sldMk cId="1238319318" sldId="2147377305"/>
            <ac:spMk id="252" creationId="{B6CE2F34-0EFA-4652-AF17-BEE21A37A200}"/>
          </ac:spMkLst>
        </pc:spChg>
        <pc:spChg chg="add mod">
          <ac:chgData name="Li,Yuting (HP Medicine) BII-CN-S" userId="ce8fbb54-122c-426d-b8da-fdcc5e1b5022" providerId="ADAL" clId="{F2C30A18-A889-4F6D-B201-2B485DE15DEB}" dt="2022-11-03T01:49:27.638" v="182" actId="20577"/>
          <ac:spMkLst>
            <pc:docMk/>
            <pc:sldMk cId="1238319318" sldId="2147377305"/>
            <ac:spMk id="253" creationId="{CC98B8DE-E13F-41EA-B7EF-DF66E1BB0A93}"/>
          </ac:spMkLst>
        </pc:spChg>
        <pc:spChg chg="add mod">
          <ac:chgData name="Li,Yuting (HP Medicine) BII-CN-S" userId="ce8fbb54-122c-426d-b8da-fdcc5e1b5022" providerId="ADAL" clId="{F2C30A18-A889-4F6D-B201-2B485DE15DEB}" dt="2022-11-03T01:44:29.265" v="168" actId="1036"/>
          <ac:spMkLst>
            <pc:docMk/>
            <pc:sldMk cId="1238319318" sldId="2147377305"/>
            <ac:spMk id="254" creationId="{80253635-5FE4-4F04-953D-BAC0205006B6}"/>
          </ac:spMkLst>
        </pc:spChg>
        <pc:spChg chg="add mod">
          <ac:chgData name="Li,Yuting (HP Medicine) BII-CN-S" userId="ce8fbb54-122c-426d-b8da-fdcc5e1b5022" providerId="ADAL" clId="{F2C30A18-A889-4F6D-B201-2B485DE15DEB}" dt="2022-11-03T01:44:29.265" v="168" actId="1036"/>
          <ac:spMkLst>
            <pc:docMk/>
            <pc:sldMk cId="1238319318" sldId="2147377305"/>
            <ac:spMk id="255" creationId="{37A961DB-93DA-4E54-96F3-0A86840D970C}"/>
          </ac:spMkLst>
        </pc:spChg>
        <pc:spChg chg="add mod">
          <ac:chgData name="Li,Yuting (HP Medicine) BII-CN-S" userId="ce8fbb54-122c-426d-b8da-fdcc5e1b5022" providerId="ADAL" clId="{F2C30A18-A889-4F6D-B201-2B485DE15DEB}" dt="2022-11-03T01:59:09.926" v="326" actId="1076"/>
          <ac:spMkLst>
            <pc:docMk/>
            <pc:sldMk cId="1238319318" sldId="2147377305"/>
            <ac:spMk id="256" creationId="{D43C9DED-07F5-4D7C-8717-1245B8AEEB74}"/>
          </ac:spMkLst>
        </pc:spChg>
        <pc:spChg chg="add mod">
          <ac:chgData name="Li,Yuting (HP Medicine) BII-CN-S" userId="ce8fbb54-122c-426d-b8da-fdcc5e1b5022" providerId="ADAL" clId="{F2C30A18-A889-4F6D-B201-2B485DE15DEB}" dt="2022-11-03T01:59:05.228" v="325" actId="1076"/>
          <ac:spMkLst>
            <pc:docMk/>
            <pc:sldMk cId="1238319318" sldId="2147377305"/>
            <ac:spMk id="257" creationId="{E715C021-4479-4A2A-A276-645EB8EC21E5}"/>
          </ac:spMkLst>
        </pc:spChg>
        <pc:spChg chg="add mod">
          <ac:chgData name="Li,Yuting (HP Medicine) BII-CN-S" userId="ce8fbb54-122c-426d-b8da-fdcc5e1b5022" providerId="ADAL" clId="{F2C30A18-A889-4F6D-B201-2B485DE15DEB}" dt="2022-11-03T01:59:40.296" v="338" actId="1076"/>
          <ac:spMkLst>
            <pc:docMk/>
            <pc:sldMk cId="1238319318" sldId="2147377305"/>
            <ac:spMk id="258" creationId="{0864166C-53AB-4A69-B992-EBA6108CB4D9}"/>
          </ac:spMkLst>
        </pc:spChg>
        <pc:grpChg chg="mod ord">
          <ac:chgData name="Li,Yuting (HP Medicine) BII-CN-S" userId="ce8fbb54-122c-426d-b8da-fdcc5e1b5022" providerId="ADAL" clId="{F2C30A18-A889-4F6D-B201-2B485DE15DEB}" dt="2022-11-03T02:03:23.260" v="348" actId="166"/>
          <ac:grpSpMkLst>
            <pc:docMk/>
            <pc:sldMk cId="1238319318" sldId="2147377305"/>
            <ac:grpSpMk id="155" creationId="{22D6154F-78E1-4174-AB57-1D26B92FA7AE}"/>
          </ac:grpSpMkLst>
        </pc:grpChg>
        <pc:grpChg chg="del">
          <ac:chgData name="Li,Yuting (HP Medicine) BII-CN-S" userId="ce8fbb54-122c-426d-b8da-fdcc5e1b5022" providerId="ADAL" clId="{F2C30A18-A889-4F6D-B201-2B485DE15DEB}" dt="2022-11-03T01:43:48.060" v="97" actId="478"/>
          <ac:grpSpMkLst>
            <pc:docMk/>
            <pc:sldMk cId="1238319318" sldId="2147377305"/>
            <ac:grpSpMk id="217" creationId="{00000000-0000-0000-0000-000000000000}"/>
          </ac:grpSpMkLst>
        </pc:grpChg>
        <pc:cxnChg chg="mod">
          <ac:chgData name="Li,Yuting (HP Medicine) BII-CN-S" userId="ce8fbb54-122c-426d-b8da-fdcc5e1b5022" providerId="ADAL" clId="{F2C30A18-A889-4F6D-B201-2B485DE15DEB}" dt="2022-11-03T01:57:43.710" v="313" actId="14100"/>
          <ac:cxnSpMkLst>
            <pc:docMk/>
            <pc:sldMk cId="1238319318" sldId="2147377305"/>
            <ac:cxnSpMk id="131" creationId="{9C165100-0114-4167-8FF0-BFF01B293D04}"/>
          </ac:cxnSpMkLst>
        </pc:cxnChg>
        <pc:cxnChg chg="mod">
          <ac:chgData name="Li,Yuting (HP Medicine) BII-CN-S" userId="ce8fbb54-122c-426d-b8da-fdcc5e1b5022" providerId="ADAL" clId="{F2C30A18-A889-4F6D-B201-2B485DE15DEB}" dt="2022-11-03T01:58:41.901" v="322" actId="14100"/>
          <ac:cxnSpMkLst>
            <pc:docMk/>
            <pc:sldMk cId="1238319318" sldId="2147377305"/>
            <ac:cxnSpMk id="144" creationId="{9C165100-0114-4167-8FF0-BFF01B293D04}"/>
          </ac:cxnSpMkLst>
        </pc:cxnChg>
        <pc:cxnChg chg="mod">
          <ac:chgData name="Li,Yuting (HP Medicine) BII-CN-S" userId="ce8fbb54-122c-426d-b8da-fdcc5e1b5022" providerId="ADAL" clId="{F2C30A18-A889-4F6D-B201-2B485DE15DEB}" dt="2022-11-03T02:03:09.927" v="346" actId="478"/>
          <ac:cxnSpMkLst>
            <pc:docMk/>
            <pc:sldMk cId="1238319318" sldId="2147377305"/>
            <ac:cxnSpMk id="227" creationId="{9C165100-0114-4167-8FF0-BFF01B293D04}"/>
          </ac:cxnSpMkLst>
        </pc:cxnChg>
        <pc:cxnChg chg="mod">
          <ac:chgData name="Li,Yuting (HP Medicine) BII-CN-S" userId="ce8fbb54-122c-426d-b8da-fdcc5e1b5022" providerId="ADAL" clId="{F2C30A18-A889-4F6D-B201-2B485DE15DEB}" dt="2022-11-03T01:40:51.547" v="33" actId="14100"/>
          <ac:cxnSpMkLst>
            <pc:docMk/>
            <pc:sldMk cId="1238319318" sldId="2147377305"/>
            <ac:cxnSpMk id="239" creationId="{9C165100-0114-4167-8FF0-BFF01B293D04}"/>
          </ac:cxnSpMkLst>
        </pc:cxnChg>
      </pc:sldChg>
      <pc:sldChg chg="del">
        <pc:chgData name="Li,Yuting (HP Medicine) BII-CN-S" userId="ce8fbb54-122c-426d-b8da-fdcc5e1b5022" providerId="ADAL" clId="{F2C30A18-A889-4F6D-B201-2B485DE15DEB}" dt="2022-11-03T02:28:46.610" v="513" actId="47"/>
        <pc:sldMkLst>
          <pc:docMk/>
          <pc:sldMk cId="2911980940" sldId="2147377309"/>
        </pc:sldMkLst>
      </pc:sldChg>
      <pc:sldChg chg="del">
        <pc:chgData name="Li,Yuting (HP Medicine) BII-CN-S" userId="ce8fbb54-122c-426d-b8da-fdcc5e1b5022" providerId="ADAL" clId="{F2C30A18-A889-4F6D-B201-2B485DE15DEB}" dt="2022-11-03T02:32:13.373" v="524" actId="47"/>
        <pc:sldMkLst>
          <pc:docMk/>
          <pc:sldMk cId="178905972" sldId="2147377310"/>
        </pc:sldMkLst>
      </pc:sldChg>
      <pc:sldChg chg="addSp delSp modSp mod modNotesTx">
        <pc:chgData name="Li,Yuting (HP Medicine) BII-CN-S" userId="ce8fbb54-122c-426d-b8da-fdcc5e1b5022" providerId="ADAL" clId="{F2C30A18-A889-4F6D-B201-2B485DE15DEB}" dt="2022-11-04T08:42:17.742" v="4998" actId="20577"/>
        <pc:sldMkLst>
          <pc:docMk/>
          <pc:sldMk cId="3315052253" sldId="2147377311"/>
        </pc:sldMkLst>
        <pc:spChg chg="mod">
          <ac:chgData name="Li,Yuting (HP Medicine) BII-CN-S" userId="ce8fbb54-122c-426d-b8da-fdcc5e1b5022" providerId="ADAL" clId="{F2C30A18-A889-4F6D-B201-2B485DE15DEB}" dt="2022-11-03T03:41:24.462" v="848" actId="1076"/>
          <ac:spMkLst>
            <pc:docMk/>
            <pc:sldMk cId="3315052253" sldId="2147377311"/>
            <ac:spMk id="7" creationId="{E9DC4527-9B66-4450-86F5-689D3C73A610}"/>
          </ac:spMkLst>
        </pc:spChg>
        <pc:spChg chg="mod">
          <ac:chgData name="Li,Yuting (HP Medicine) BII-CN-S" userId="ce8fbb54-122c-426d-b8da-fdcc5e1b5022" providerId="ADAL" clId="{F2C30A18-A889-4F6D-B201-2B485DE15DEB}" dt="2022-11-03T03:51:14.479" v="959" actId="1036"/>
          <ac:spMkLst>
            <pc:docMk/>
            <pc:sldMk cId="3315052253" sldId="2147377311"/>
            <ac:spMk id="82" creationId="{BB8CA441-CAF3-49DE-9132-10328C7407DA}"/>
          </ac:spMkLst>
        </pc:spChg>
        <pc:spChg chg="mod">
          <ac:chgData name="Li,Yuting (HP Medicine) BII-CN-S" userId="ce8fbb54-122c-426d-b8da-fdcc5e1b5022" providerId="ADAL" clId="{F2C30A18-A889-4F6D-B201-2B485DE15DEB}" dt="2022-11-03T03:51:14.479" v="959" actId="1036"/>
          <ac:spMkLst>
            <pc:docMk/>
            <pc:sldMk cId="3315052253" sldId="2147377311"/>
            <ac:spMk id="83" creationId="{00000000-0000-0000-0000-000000000000}"/>
          </ac:spMkLst>
        </pc:spChg>
        <pc:spChg chg="mod">
          <ac:chgData name="Li,Yuting (HP Medicine) BII-CN-S" userId="ce8fbb54-122c-426d-b8da-fdcc5e1b5022" providerId="ADAL" clId="{F2C30A18-A889-4F6D-B201-2B485DE15DEB}" dt="2022-11-03T03:51:14.479" v="959" actId="1036"/>
          <ac:spMkLst>
            <pc:docMk/>
            <pc:sldMk cId="3315052253" sldId="2147377311"/>
            <ac:spMk id="85" creationId="{00000000-0000-0000-0000-000000000000}"/>
          </ac:spMkLst>
        </pc:spChg>
        <pc:spChg chg="mod">
          <ac:chgData name="Li,Yuting (HP Medicine) BII-CN-S" userId="ce8fbb54-122c-426d-b8da-fdcc5e1b5022" providerId="ADAL" clId="{F2C30A18-A889-4F6D-B201-2B485DE15DEB}" dt="2022-11-03T03:51:14.479" v="959" actId="1036"/>
          <ac:spMkLst>
            <pc:docMk/>
            <pc:sldMk cId="3315052253" sldId="2147377311"/>
            <ac:spMk id="87" creationId="{A0625694-4FCE-4EE7-92E6-C9D58783651F}"/>
          </ac:spMkLst>
        </pc:spChg>
        <pc:spChg chg="mod">
          <ac:chgData name="Li,Yuting (HP Medicine) BII-CN-S" userId="ce8fbb54-122c-426d-b8da-fdcc5e1b5022" providerId="ADAL" clId="{F2C30A18-A889-4F6D-B201-2B485DE15DEB}" dt="2022-11-03T03:51:14.479" v="959" actId="1036"/>
          <ac:spMkLst>
            <pc:docMk/>
            <pc:sldMk cId="3315052253" sldId="2147377311"/>
            <ac:spMk id="88" creationId="{00000000-0000-0000-0000-000000000000}"/>
          </ac:spMkLst>
        </pc:spChg>
        <pc:spChg chg="mod">
          <ac:chgData name="Li,Yuting (HP Medicine) BII-CN-S" userId="ce8fbb54-122c-426d-b8da-fdcc5e1b5022" providerId="ADAL" clId="{F2C30A18-A889-4F6D-B201-2B485DE15DEB}" dt="2022-11-04T08:42:17.742" v="4998" actId="20577"/>
          <ac:spMkLst>
            <pc:docMk/>
            <pc:sldMk cId="3315052253" sldId="2147377311"/>
            <ac:spMk id="168" creationId="{65EA3170-CB0D-432D-8631-319933F816A2}"/>
          </ac:spMkLst>
        </pc:spChg>
        <pc:spChg chg="mod">
          <ac:chgData name="Li,Yuting (HP Medicine) BII-CN-S" userId="ce8fbb54-122c-426d-b8da-fdcc5e1b5022" providerId="ADAL" clId="{F2C30A18-A889-4F6D-B201-2B485DE15DEB}" dt="2022-11-04T02:34:50.506" v="3838" actId="20577"/>
          <ac:spMkLst>
            <pc:docMk/>
            <pc:sldMk cId="3315052253" sldId="2147377311"/>
            <ac:spMk id="192" creationId="{31193A60-52A8-4E9D-BB69-B3D203C95D66}"/>
          </ac:spMkLst>
        </pc:spChg>
        <pc:spChg chg="mod">
          <ac:chgData name="Li,Yuting (HP Medicine) BII-CN-S" userId="ce8fbb54-122c-426d-b8da-fdcc5e1b5022" providerId="ADAL" clId="{F2C30A18-A889-4F6D-B201-2B485DE15DEB}" dt="2022-11-03T03:53:12.875" v="989" actId="1076"/>
          <ac:spMkLst>
            <pc:docMk/>
            <pc:sldMk cId="3315052253" sldId="2147377311"/>
            <ac:spMk id="201" creationId="{E8C48886-5F6B-4CE3-BF5D-30623CB3650B}"/>
          </ac:spMkLst>
        </pc:spChg>
        <pc:grpChg chg="mod">
          <ac:chgData name="Li,Yuting (HP Medicine) BII-CN-S" userId="ce8fbb54-122c-426d-b8da-fdcc5e1b5022" providerId="ADAL" clId="{F2C30A18-A889-4F6D-B201-2B485DE15DEB}" dt="2022-11-03T03:34:55.980" v="835" actId="1076"/>
          <ac:grpSpMkLst>
            <pc:docMk/>
            <pc:sldMk cId="3315052253" sldId="2147377311"/>
            <ac:grpSpMk id="203" creationId="{3855D1D5-D3D2-4F97-9E67-F3646B91ACCC}"/>
          </ac:grpSpMkLst>
        </pc:grpChg>
        <pc:graphicFrameChg chg="add del mod">
          <ac:chgData name="Li,Yuting (HP Medicine) BII-CN-S" userId="ce8fbb54-122c-426d-b8da-fdcc5e1b5022" providerId="ADAL" clId="{F2C30A18-A889-4F6D-B201-2B485DE15DEB}" dt="2022-11-03T03:37:19.229" v="837"/>
          <ac:graphicFrameMkLst>
            <pc:docMk/>
            <pc:sldMk cId="3315052253" sldId="2147377311"/>
            <ac:graphicFrameMk id="3" creationId="{929AAB5B-7584-409E-8E9C-3D5B4170BF18}"/>
          </ac:graphicFrameMkLst>
        </pc:graphicFrameChg>
      </pc:sldChg>
      <pc:sldChg chg="modSp del mod">
        <pc:chgData name="Li,Yuting (HP Medicine) BII-CN-S" userId="ce8fbb54-122c-426d-b8da-fdcc5e1b5022" providerId="ADAL" clId="{F2C30A18-A889-4F6D-B201-2B485DE15DEB}" dt="2022-11-03T04:12:49.813" v="1554" actId="47"/>
        <pc:sldMkLst>
          <pc:docMk/>
          <pc:sldMk cId="2748401682" sldId="2147377312"/>
        </pc:sldMkLst>
        <pc:spChg chg="mod">
          <ac:chgData name="Li,Yuting (HP Medicine) BII-CN-S" userId="ce8fbb54-122c-426d-b8da-fdcc5e1b5022" providerId="ADAL" clId="{F2C30A18-A889-4F6D-B201-2B485DE15DEB}" dt="2022-11-03T04:10:04.814" v="1428" actId="14100"/>
          <ac:spMkLst>
            <pc:docMk/>
            <pc:sldMk cId="2748401682" sldId="2147377312"/>
            <ac:spMk id="90" creationId="{F9345081-D2EC-4F9D-A965-3B9D77318B16}"/>
          </ac:spMkLst>
        </pc:spChg>
      </pc:sldChg>
      <pc:sldChg chg="modSp mod modNotesTx">
        <pc:chgData name="Li,Yuting (HP Medicine) BII-CN-S" userId="ce8fbb54-122c-426d-b8da-fdcc5e1b5022" providerId="ADAL" clId="{F2C30A18-A889-4F6D-B201-2B485DE15DEB}" dt="2022-11-03T14:03:33.390" v="3727" actId="20577"/>
        <pc:sldMkLst>
          <pc:docMk/>
          <pc:sldMk cId="3772673125" sldId="2147377313"/>
        </pc:sldMkLst>
        <pc:spChg chg="mod">
          <ac:chgData name="Li,Yuting (HP Medicine) BII-CN-S" userId="ce8fbb54-122c-426d-b8da-fdcc5e1b5022" providerId="ADAL" clId="{F2C30A18-A889-4F6D-B201-2B485DE15DEB}" dt="2022-11-03T14:03:33.390" v="3727" actId="20577"/>
          <ac:spMkLst>
            <pc:docMk/>
            <pc:sldMk cId="3772673125" sldId="2147377313"/>
            <ac:spMk id="99" creationId="{D11E8C8E-EA83-4AF2-B5EA-9A0D5FDC196B}"/>
          </ac:spMkLst>
        </pc:spChg>
      </pc:sldChg>
      <pc:sldChg chg="del">
        <pc:chgData name="Li,Yuting (HP Medicine) BII-CN-S" userId="ce8fbb54-122c-426d-b8da-fdcc5e1b5022" providerId="ADAL" clId="{F2C30A18-A889-4F6D-B201-2B485DE15DEB}" dt="2022-11-03T05:38:17.820" v="2287" actId="47"/>
        <pc:sldMkLst>
          <pc:docMk/>
          <pc:sldMk cId="3296093154" sldId="2147377319"/>
        </pc:sldMkLst>
      </pc:sldChg>
      <pc:sldChg chg="del">
        <pc:chgData name="Li,Yuting (HP Medicine) BII-CN-S" userId="ce8fbb54-122c-426d-b8da-fdcc5e1b5022" providerId="ADAL" clId="{F2C30A18-A889-4F6D-B201-2B485DE15DEB}" dt="2022-11-03T05:40:07.199" v="2323" actId="47"/>
        <pc:sldMkLst>
          <pc:docMk/>
          <pc:sldMk cId="292024723" sldId="2147377320"/>
        </pc:sldMkLst>
      </pc:sldChg>
      <pc:sldChg chg="del">
        <pc:chgData name="Li,Yuting (HP Medicine) BII-CN-S" userId="ce8fbb54-122c-426d-b8da-fdcc5e1b5022" providerId="ADAL" clId="{F2C30A18-A889-4F6D-B201-2B485DE15DEB}" dt="2022-11-03T05:40:08.931" v="2324" actId="47"/>
        <pc:sldMkLst>
          <pc:docMk/>
          <pc:sldMk cId="1315889700" sldId="2147377321"/>
        </pc:sldMkLst>
      </pc:sldChg>
      <pc:sldChg chg="del">
        <pc:chgData name="Li,Yuting (HP Medicine) BII-CN-S" userId="ce8fbb54-122c-426d-b8da-fdcc5e1b5022" providerId="ADAL" clId="{F2C30A18-A889-4F6D-B201-2B485DE15DEB}" dt="2022-11-03T05:40:10.471" v="2325" actId="47"/>
        <pc:sldMkLst>
          <pc:docMk/>
          <pc:sldMk cId="3180819472" sldId="2147377322"/>
        </pc:sldMkLst>
      </pc:sldChg>
      <pc:sldChg chg="del">
        <pc:chgData name="Li,Yuting (HP Medicine) BII-CN-S" userId="ce8fbb54-122c-426d-b8da-fdcc5e1b5022" providerId="ADAL" clId="{F2C30A18-A889-4F6D-B201-2B485DE15DEB}" dt="2022-11-03T04:04:23.331" v="1410" actId="47"/>
        <pc:sldMkLst>
          <pc:docMk/>
          <pc:sldMk cId="1678805248" sldId="2147377323"/>
        </pc:sldMkLst>
      </pc:sldChg>
      <pc:sldChg chg="modSp mod modNotesTx">
        <pc:chgData name="Li,Yuting (HP Medicine) BII-CN-S" userId="ce8fbb54-122c-426d-b8da-fdcc5e1b5022" providerId="ADAL" clId="{F2C30A18-A889-4F6D-B201-2B485DE15DEB}" dt="2022-11-03T07:18:57.644" v="2479" actId="20577"/>
        <pc:sldMkLst>
          <pc:docMk/>
          <pc:sldMk cId="2176290733" sldId="2147377324"/>
        </pc:sldMkLst>
        <pc:spChg chg="mod">
          <ac:chgData name="Li,Yuting (HP Medicine) BII-CN-S" userId="ce8fbb54-122c-426d-b8da-fdcc5e1b5022" providerId="ADAL" clId="{F2C30A18-A889-4F6D-B201-2B485DE15DEB}" dt="2022-11-03T02:12:55.916" v="453" actId="1076"/>
          <ac:spMkLst>
            <pc:docMk/>
            <pc:sldMk cId="2176290733" sldId="2147377324"/>
            <ac:spMk id="6" creationId="{1E1F87E4-2E1F-41A8-A7D5-5E06B5BB7003}"/>
          </ac:spMkLst>
        </pc:spChg>
        <pc:spChg chg="mod">
          <ac:chgData name="Li,Yuting (HP Medicine) BII-CN-S" userId="ce8fbb54-122c-426d-b8da-fdcc5e1b5022" providerId="ADAL" clId="{F2C30A18-A889-4F6D-B201-2B485DE15DEB}" dt="2022-11-03T02:16:41.978" v="504" actId="6549"/>
          <ac:spMkLst>
            <pc:docMk/>
            <pc:sldMk cId="2176290733" sldId="2147377324"/>
            <ac:spMk id="41" creationId="{80672632-5059-4D01-BB59-096554D9CD3A}"/>
          </ac:spMkLst>
        </pc:spChg>
        <pc:spChg chg="mod">
          <ac:chgData name="Li,Yuting (HP Medicine) BII-CN-S" userId="ce8fbb54-122c-426d-b8da-fdcc5e1b5022" providerId="ADAL" clId="{F2C30A18-A889-4F6D-B201-2B485DE15DEB}" dt="2022-11-03T01:56:38.550" v="295" actId="1076"/>
          <ac:spMkLst>
            <pc:docMk/>
            <pc:sldMk cId="2176290733" sldId="2147377324"/>
            <ac:spMk id="88" creationId="{9224C17E-1AA1-4096-A3FD-25D6FD8BA444}"/>
          </ac:spMkLst>
        </pc:spChg>
        <pc:cxnChg chg="mod">
          <ac:chgData name="Li,Yuting (HP Medicine) BII-CN-S" userId="ce8fbb54-122c-426d-b8da-fdcc5e1b5022" providerId="ADAL" clId="{F2C30A18-A889-4F6D-B201-2B485DE15DEB}" dt="2022-11-03T01:56:42.509" v="296" actId="1076"/>
          <ac:cxnSpMkLst>
            <pc:docMk/>
            <pc:sldMk cId="2176290733" sldId="2147377324"/>
            <ac:cxnSpMk id="87" creationId="{9C165100-0114-4167-8FF0-BFF01B293D04}"/>
          </ac:cxnSpMkLst>
        </pc:cxnChg>
      </pc:sldChg>
      <pc:sldChg chg="del">
        <pc:chgData name="Li,Yuting (HP Medicine) BII-CN-S" userId="ce8fbb54-122c-426d-b8da-fdcc5e1b5022" providerId="ADAL" clId="{F2C30A18-A889-4F6D-B201-2B485DE15DEB}" dt="2022-11-03T02:17:26.628" v="507" actId="47"/>
        <pc:sldMkLst>
          <pc:docMk/>
          <pc:sldMk cId="2223584250" sldId="2147377325"/>
        </pc:sldMkLst>
      </pc:sldChg>
      <pc:sldChg chg="del">
        <pc:chgData name="Li,Yuting (HP Medicine) BII-CN-S" userId="ce8fbb54-122c-426d-b8da-fdcc5e1b5022" providerId="ADAL" clId="{F2C30A18-A889-4F6D-B201-2B485DE15DEB}" dt="2022-11-03T02:17:32.635" v="508" actId="47"/>
        <pc:sldMkLst>
          <pc:docMk/>
          <pc:sldMk cId="3965964038" sldId="2147377326"/>
        </pc:sldMkLst>
      </pc:sldChg>
      <pc:sldChg chg="add del ord">
        <pc:chgData name="Li,Yuting (HP Medicine) BII-CN-S" userId="ce8fbb54-122c-426d-b8da-fdcc5e1b5022" providerId="ADAL" clId="{F2C30A18-A889-4F6D-B201-2B485DE15DEB}" dt="2022-11-04T08:30:59.745" v="4971"/>
        <pc:sldMkLst>
          <pc:docMk/>
          <pc:sldMk cId="241983310" sldId="2147377327"/>
        </pc:sldMkLst>
      </pc:sldChg>
      <pc:sldChg chg="add">
        <pc:chgData name="Li,Yuting (HP Medicine) BII-CN-S" userId="ce8fbb54-122c-426d-b8da-fdcc5e1b5022" providerId="ADAL" clId="{F2C30A18-A889-4F6D-B201-2B485DE15DEB}" dt="2022-11-03T01:36:41.896" v="13"/>
        <pc:sldMkLst>
          <pc:docMk/>
          <pc:sldMk cId="1552239227" sldId="2147377328"/>
        </pc:sldMkLst>
      </pc:sldChg>
      <pc:sldChg chg="modSp add mod">
        <pc:chgData name="Li,Yuting (HP Medicine) BII-CN-S" userId="ce8fbb54-122c-426d-b8da-fdcc5e1b5022" providerId="ADAL" clId="{F2C30A18-A889-4F6D-B201-2B485DE15DEB}" dt="2022-11-04T03:25:00.234" v="4128" actId="20577"/>
        <pc:sldMkLst>
          <pc:docMk/>
          <pc:sldMk cId="2931334841" sldId="2147377331"/>
        </pc:sldMkLst>
        <pc:spChg chg="mod">
          <ac:chgData name="Li,Yuting (HP Medicine) BII-CN-S" userId="ce8fbb54-122c-426d-b8da-fdcc5e1b5022" providerId="ADAL" clId="{F2C30A18-A889-4F6D-B201-2B485DE15DEB}" dt="2022-11-04T03:25:00.234" v="4128" actId="20577"/>
          <ac:spMkLst>
            <pc:docMk/>
            <pc:sldMk cId="2931334841" sldId="2147377331"/>
            <ac:spMk id="125" creationId="{DFAA6683-0037-41A5-88BA-233844E272FA}"/>
          </ac:spMkLst>
        </pc:spChg>
      </pc:sldChg>
      <pc:sldChg chg="del">
        <pc:chgData name="Li,Yuting (HP Medicine) BII-CN-S" userId="ce8fbb54-122c-426d-b8da-fdcc5e1b5022" providerId="ADAL" clId="{F2C30A18-A889-4F6D-B201-2B485DE15DEB}" dt="2022-11-03T02:27:19.962" v="511" actId="47"/>
        <pc:sldMkLst>
          <pc:docMk/>
          <pc:sldMk cId="3486216476" sldId="2147377332"/>
        </pc:sldMkLst>
      </pc:sldChg>
      <pc:sldChg chg="addSp delSp modSp add mod modNotesTx">
        <pc:chgData name="Li,Yuting (HP Medicine) BII-CN-S" userId="ce8fbb54-122c-426d-b8da-fdcc5e1b5022" providerId="ADAL" clId="{F2C30A18-A889-4F6D-B201-2B485DE15DEB}" dt="2022-11-04T06:17:24.279" v="4131" actId="20577"/>
        <pc:sldMkLst>
          <pc:docMk/>
          <pc:sldMk cId="3497211928" sldId="2147377336"/>
        </pc:sldMkLst>
        <pc:spChg chg="add del mod">
          <ac:chgData name="Li,Yuting (HP Medicine) BII-CN-S" userId="ce8fbb54-122c-426d-b8da-fdcc5e1b5022" providerId="ADAL" clId="{F2C30A18-A889-4F6D-B201-2B485DE15DEB}" dt="2022-11-04T06:17:18.513" v="4130" actId="478"/>
          <ac:spMkLst>
            <pc:docMk/>
            <pc:sldMk cId="3497211928" sldId="2147377336"/>
            <ac:spMk id="97" creationId="{DD0449DC-8F53-4F4B-BC82-83ECD5359663}"/>
          </ac:spMkLst>
        </pc:spChg>
        <pc:spChg chg="mod">
          <ac:chgData name="Li,Yuting (HP Medicine) BII-CN-S" userId="ce8fbb54-122c-426d-b8da-fdcc5e1b5022" providerId="ADAL" clId="{F2C30A18-A889-4F6D-B201-2B485DE15DEB}" dt="2022-11-03T13:37:12.842" v="3354" actId="20577"/>
          <ac:spMkLst>
            <pc:docMk/>
            <pc:sldMk cId="3497211928" sldId="2147377336"/>
            <ac:spMk id="103" creationId="{8614C9A9-A277-403B-AF61-BD96CA907DA5}"/>
          </ac:spMkLst>
        </pc:spChg>
        <pc:spChg chg="mod">
          <ac:chgData name="Li,Yuting (HP Medicine) BII-CN-S" userId="ce8fbb54-122c-426d-b8da-fdcc5e1b5022" providerId="ADAL" clId="{F2C30A18-A889-4F6D-B201-2B485DE15DEB}" dt="2022-11-03T13:37:22.322" v="3358" actId="20577"/>
          <ac:spMkLst>
            <pc:docMk/>
            <pc:sldMk cId="3497211928" sldId="2147377336"/>
            <ac:spMk id="104" creationId="{E6F166C8-3511-48E4-BDBA-711DC7EB9B29}"/>
          </ac:spMkLst>
        </pc:spChg>
        <pc:spChg chg="mod">
          <ac:chgData name="Li,Yuting (HP Medicine) BII-CN-S" userId="ce8fbb54-122c-426d-b8da-fdcc5e1b5022" providerId="ADAL" clId="{F2C30A18-A889-4F6D-B201-2B485DE15DEB}" dt="2022-11-04T06:17:24.279" v="4131" actId="20577"/>
          <ac:spMkLst>
            <pc:docMk/>
            <pc:sldMk cId="3497211928" sldId="2147377336"/>
            <ac:spMk id="107" creationId="{7DDA071E-5F80-4527-AE47-F1E7B2DC2A5B}"/>
          </ac:spMkLst>
        </pc:spChg>
        <pc:spChg chg="mod">
          <ac:chgData name="Li,Yuting (HP Medicine) BII-CN-S" userId="ce8fbb54-122c-426d-b8da-fdcc5e1b5022" providerId="ADAL" clId="{F2C30A18-A889-4F6D-B201-2B485DE15DEB}" dt="2022-11-03T07:20:14.643" v="2512" actId="1076"/>
          <ac:spMkLst>
            <pc:docMk/>
            <pc:sldMk cId="3497211928" sldId="2147377336"/>
            <ac:spMk id="119" creationId="{D215585A-8B27-43E8-BC77-9A20E832F984}"/>
          </ac:spMkLst>
        </pc:spChg>
        <pc:spChg chg="del">
          <ac:chgData name="Li,Yuting (HP Medicine) BII-CN-S" userId="ce8fbb54-122c-426d-b8da-fdcc5e1b5022" providerId="ADAL" clId="{F2C30A18-A889-4F6D-B201-2B485DE15DEB}" dt="2022-11-03T13:01:50.850" v="3224" actId="478"/>
          <ac:spMkLst>
            <pc:docMk/>
            <pc:sldMk cId="3497211928" sldId="2147377336"/>
            <ac:spMk id="130" creationId="{F98529D6-BA87-4A22-9BF0-61F0D70359CA}"/>
          </ac:spMkLst>
        </pc:spChg>
        <pc:spChg chg="mod">
          <ac:chgData name="Li,Yuting (HP Medicine) BII-CN-S" userId="ce8fbb54-122c-426d-b8da-fdcc5e1b5022" providerId="ADAL" clId="{F2C30A18-A889-4F6D-B201-2B485DE15DEB}" dt="2022-11-03T02:30:13.714" v="518" actId="113"/>
          <ac:spMkLst>
            <pc:docMk/>
            <pc:sldMk cId="3497211928" sldId="2147377336"/>
            <ac:spMk id="135" creationId="{27E01833-72AF-477E-AE8F-2DD7F1F4B984}"/>
          </ac:spMkLst>
        </pc:spChg>
        <pc:spChg chg="mod">
          <ac:chgData name="Li,Yuting (HP Medicine) BII-CN-S" userId="ce8fbb54-122c-426d-b8da-fdcc5e1b5022" providerId="ADAL" clId="{F2C30A18-A889-4F6D-B201-2B485DE15DEB}" dt="2022-11-03T13:37:32.045" v="3360" actId="20577"/>
          <ac:spMkLst>
            <pc:docMk/>
            <pc:sldMk cId="3497211928" sldId="2147377336"/>
            <ac:spMk id="149" creationId="{6380A665-AE61-4ECB-94C7-6101C32FA508}"/>
          </ac:spMkLst>
        </pc:spChg>
        <pc:spChg chg="mod">
          <ac:chgData name="Li,Yuting (HP Medicine) BII-CN-S" userId="ce8fbb54-122c-426d-b8da-fdcc5e1b5022" providerId="ADAL" clId="{F2C30A18-A889-4F6D-B201-2B485DE15DEB}" dt="2022-11-03T02:30:23.854" v="519" actId="207"/>
          <ac:spMkLst>
            <pc:docMk/>
            <pc:sldMk cId="3497211928" sldId="2147377336"/>
            <ac:spMk id="175" creationId="{20F7A4BB-05E8-4B7E-A1AA-BB093CA783D0}"/>
          </ac:spMkLst>
        </pc:spChg>
        <pc:grpChg chg="mod">
          <ac:chgData name="Li,Yuting (HP Medicine) BII-CN-S" userId="ce8fbb54-122c-426d-b8da-fdcc5e1b5022" providerId="ADAL" clId="{F2C30A18-A889-4F6D-B201-2B485DE15DEB}" dt="2022-11-03T02:28:55.372" v="514" actId="1076"/>
          <ac:grpSpMkLst>
            <pc:docMk/>
            <pc:sldMk cId="3497211928" sldId="2147377336"/>
            <ac:grpSpMk id="50" creationId="{00000000-0000-0000-0000-000000000000}"/>
          </ac:grpSpMkLst>
        </pc:grpChg>
      </pc:sldChg>
      <pc:sldChg chg="add del">
        <pc:chgData name="Li,Yuting (HP Medicine) BII-CN-S" userId="ce8fbb54-122c-426d-b8da-fdcc5e1b5022" providerId="ADAL" clId="{F2C30A18-A889-4F6D-B201-2B485DE15DEB}" dt="2022-11-03T02:32:47.346" v="526" actId="47"/>
        <pc:sldMkLst>
          <pc:docMk/>
          <pc:sldMk cId="1900677909" sldId="2147377337"/>
        </pc:sldMkLst>
      </pc:sldChg>
      <pc:sldChg chg="addSp delSp modSp add mod modNotesTx">
        <pc:chgData name="Li,Yuting (HP Medicine) BII-CN-S" userId="ce8fbb54-122c-426d-b8da-fdcc5e1b5022" providerId="ADAL" clId="{F2C30A18-A889-4F6D-B201-2B485DE15DEB}" dt="2022-11-04T07:01:39.732" v="4963" actId="20577"/>
        <pc:sldMkLst>
          <pc:docMk/>
          <pc:sldMk cId="178905972" sldId="2147377338"/>
        </pc:sldMkLst>
        <pc:spChg chg="mod">
          <ac:chgData name="Li,Yuting (HP Medicine) BII-CN-S" userId="ce8fbb54-122c-426d-b8da-fdcc5e1b5022" providerId="ADAL" clId="{F2C30A18-A889-4F6D-B201-2B485DE15DEB}" dt="2022-11-03T03:30:05.540" v="753" actId="14100"/>
          <ac:spMkLst>
            <pc:docMk/>
            <pc:sldMk cId="178905972" sldId="2147377338"/>
            <ac:spMk id="36" creationId="{9ADF8A0F-CE20-4024-9856-EA35D6A5FB23}"/>
          </ac:spMkLst>
        </pc:spChg>
        <pc:spChg chg="mod">
          <ac:chgData name="Li,Yuting (HP Medicine) BII-CN-S" userId="ce8fbb54-122c-426d-b8da-fdcc5e1b5022" providerId="ADAL" clId="{F2C30A18-A889-4F6D-B201-2B485DE15DEB}" dt="2022-11-03T13:14:42.978" v="3234" actId="207"/>
          <ac:spMkLst>
            <pc:docMk/>
            <pc:sldMk cId="178905972" sldId="2147377338"/>
            <ac:spMk id="46" creationId="{F0B83CCA-E2EC-4D70-A001-8B8BDE7063F3}"/>
          </ac:spMkLst>
        </pc:spChg>
        <pc:spChg chg="mod">
          <ac:chgData name="Li,Yuting (HP Medicine) BII-CN-S" userId="ce8fbb54-122c-426d-b8da-fdcc5e1b5022" providerId="ADAL" clId="{F2C30A18-A889-4F6D-B201-2B485DE15DEB}" dt="2022-11-03T03:09:52.087" v="706" actId="1038"/>
          <ac:spMkLst>
            <pc:docMk/>
            <pc:sldMk cId="178905972" sldId="2147377338"/>
            <ac:spMk id="49" creationId="{92DAD5D4-4536-42EA-A9CD-E9ABD52620E7}"/>
          </ac:spMkLst>
        </pc:spChg>
        <pc:spChg chg="mod">
          <ac:chgData name="Li,Yuting (HP Medicine) BII-CN-S" userId="ce8fbb54-122c-426d-b8da-fdcc5e1b5022" providerId="ADAL" clId="{F2C30A18-A889-4F6D-B201-2B485DE15DEB}" dt="2022-11-03T02:33:37.864" v="531" actId="1076"/>
          <ac:spMkLst>
            <pc:docMk/>
            <pc:sldMk cId="178905972" sldId="2147377338"/>
            <ac:spMk id="53" creationId="{CA18E502-8190-41B9-A1CE-3AEEED81BB62}"/>
          </ac:spMkLst>
        </pc:spChg>
        <pc:spChg chg="mod">
          <ac:chgData name="Li,Yuting (HP Medicine) BII-CN-S" userId="ce8fbb54-122c-426d-b8da-fdcc5e1b5022" providerId="ADAL" clId="{F2C30A18-A889-4F6D-B201-2B485DE15DEB}" dt="2022-11-03T07:20:52.787" v="2513" actId="1076"/>
          <ac:spMkLst>
            <pc:docMk/>
            <pc:sldMk cId="178905972" sldId="2147377338"/>
            <ac:spMk id="56" creationId="{5D074A22-65BF-41A0-91DF-4AD3777BD2CD}"/>
          </ac:spMkLst>
        </pc:spChg>
        <pc:spChg chg="mod">
          <ac:chgData name="Li,Yuting (HP Medicine) BII-CN-S" userId="ce8fbb54-122c-426d-b8da-fdcc5e1b5022" providerId="ADAL" clId="{F2C30A18-A889-4F6D-B201-2B485DE15DEB}" dt="2022-11-03T02:33:48.195" v="534" actId="1076"/>
          <ac:spMkLst>
            <pc:docMk/>
            <pc:sldMk cId="178905972" sldId="2147377338"/>
            <ac:spMk id="58" creationId="{5CCE401F-C5BC-453B-8950-70BEFB9CE391}"/>
          </ac:spMkLst>
        </pc:spChg>
        <pc:spChg chg="mod">
          <ac:chgData name="Li,Yuting (HP Medicine) BII-CN-S" userId="ce8fbb54-122c-426d-b8da-fdcc5e1b5022" providerId="ADAL" clId="{F2C30A18-A889-4F6D-B201-2B485DE15DEB}" dt="2022-11-03T02:34:05.542" v="553" actId="1038"/>
          <ac:spMkLst>
            <pc:docMk/>
            <pc:sldMk cId="178905972" sldId="2147377338"/>
            <ac:spMk id="59" creationId="{FE76B03C-025D-4D04-BBA0-66665202DF6D}"/>
          </ac:spMkLst>
        </pc:spChg>
        <pc:spChg chg="mod">
          <ac:chgData name="Li,Yuting (HP Medicine) BII-CN-S" userId="ce8fbb54-122c-426d-b8da-fdcc5e1b5022" providerId="ADAL" clId="{F2C30A18-A889-4F6D-B201-2B485DE15DEB}" dt="2022-11-03T03:09:23.988" v="675" actId="1076"/>
          <ac:spMkLst>
            <pc:docMk/>
            <pc:sldMk cId="178905972" sldId="2147377338"/>
            <ac:spMk id="60" creationId="{483FC877-8C65-4FBB-8C5D-A8342A749CC1}"/>
          </ac:spMkLst>
        </pc:spChg>
        <pc:spChg chg="mod">
          <ac:chgData name="Li,Yuting (HP Medicine) BII-CN-S" userId="ce8fbb54-122c-426d-b8da-fdcc5e1b5022" providerId="ADAL" clId="{F2C30A18-A889-4F6D-B201-2B485DE15DEB}" dt="2022-11-03T13:14:30.148" v="3231" actId="207"/>
          <ac:spMkLst>
            <pc:docMk/>
            <pc:sldMk cId="178905972" sldId="2147377338"/>
            <ac:spMk id="61" creationId="{D643E911-B96A-44DB-A0EE-E86967AE7969}"/>
          </ac:spMkLst>
        </pc:spChg>
        <pc:spChg chg="mod">
          <ac:chgData name="Li,Yuting (HP Medicine) BII-CN-S" userId="ce8fbb54-122c-426d-b8da-fdcc5e1b5022" providerId="ADAL" clId="{F2C30A18-A889-4F6D-B201-2B485DE15DEB}" dt="2022-11-03T02:39:21.068" v="635" actId="1038"/>
          <ac:spMkLst>
            <pc:docMk/>
            <pc:sldMk cId="178905972" sldId="2147377338"/>
            <ac:spMk id="69" creationId="{6416FEA0-82A5-4B09-9695-5C0D588A0088}"/>
          </ac:spMkLst>
        </pc:spChg>
        <pc:spChg chg="del mod">
          <ac:chgData name="Li,Yuting (HP Medicine) BII-CN-S" userId="ce8fbb54-122c-426d-b8da-fdcc5e1b5022" providerId="ADAL" clId="{F2C30A18-A889-4F6D-B201-2B485DE15DEB}" dt="2022-11-03T02:40:20.697" v="644" actId="478"/>
          <ac:spMkLst>
            <pc:docMk/>
            <pc:sldMk cId="178905972" sldId="2147377338"/>
            <ac:spMk id="70" creationId="{6439EA3C-D93B-46CE-940E-90ABAD1EFF92}"/>
          </ac:spMkLst>
        </pc:spChg>
        <pc:spChg chg="mod">
          <ac:chgData name="Li,Yuting (HP Medicine) BII-CN-S" userId="ce8fbb54-122c-426d-b8da-fdcc5e1b5022" providerId="ADAL" clId="{F2C30A18-A889-4F6D-B201-2B485DE15DEB}" dt="2022-11-03T03:08:46.580" v="656" actId="20577"/>
          <ac:spMkLst>
            <pc:docMk/>
            <pc:sldMk cId="178905972" sldId="2147377338"/>
            <ac:spMk id="71" creationId="{74C4532C-84F2-4D4B-89A0-F4A75D756F5E}"/>
          </ac:spMkLst>
        </pc:spChg>
        <pc:spChg chg="mod">
          <ac:chgData name="Li,Yuting (HP Medicine) BII-CN-S" userId="ce8fbb54-122c-426d-b8da-fdcc5e1b5022" providerId="ADAL" clId="{F2C30A18-A889-4F6D-B201-2B485DE15DEB}" dt="2022-11-03T02:39:21.068" v="635" actId="1038"/>
          <ac:spMkLst>
            <pc:docMk/>
            <pc:sldMk cId="178905972" sldId="2147377338"/>
            <ac:spMk id="72" creationId="{EBB548AC-6E46-4731-8D6C-9814D335F466}"/>
          </ac:spMkLst>
        </pc:spChg>
        <pc:spChg chg="mod">
          <ac:chgData name="Li,Yuting (HP Medicine) BII-CN-S" userId="ce8fbb54-122c-426d-b8da-fdcc5e1b5022" providerId="ADAL" clId="{F2C30A18-A889-4F6D-B201-2B485DE15DEB}" dt="2022-11-03T03:33:20.046" v="832" actId="108"/>
          <ac:spMkLst>
            <pc:docMk/>
            <pc:sldMk cId="178905972" sldId="2147377338"/>
            <ac:spMk id="73" creationId="{9864D27C-D9F6-4B1B-9BCC-074E79CAE8D6}"/>
          </ac:spMkLst>
        </pc:spChg>
        <pc:spChg chg="mod">
          <ac:chgData name="Li,Yuting (HP Medicine) BII-CN-S" userId="ce8fbb54-122c-426d-b8da-fdcc5e1b5022" providerId="ADAL" clId="{F2C30A18-A889-4F6D-B201-2B485DE15DEB}" dt="2022-11-03T03:10:49.313" v="749" actId="20577"/>
          <ac:spMkLst>
            <pc:docMk/>
            <pc:sldMk cId="178905972" sldId="2147377338"/>
            <ac:spMk id="74" creationId="{9B586D44-93CC-4873-ADE6-A70F2A09B25A}"/>
          </ac:spMkLst>
        </pc:spChg>
        <pc:spChg chg="mod">
          <ac:chgData name="Li,Yuting (HP Medicine) BII-CN-S" userId="ce8fbb54-122c-426d-b8da-fdcc5e1b5022" providerId="ADAL" clId="{F2C30A18-A889-4F6D-B201-2B485DE15DEB}" dt="2022-11-03T13:12:02.746" v="3230" actId="20577"/>
          <ac:spMkLst>
            <pc:docMk/>
            <pc:sldMk cId="178905972" sldId="2147377338"/>
            <ac:spMk id="75" creationId="{23E443ED-C91E-4425-963C-DB47A7F0B19C}"/>
          </ac:spMkLst>
        </pc:spChg>
        <pc:spChg chg="mod">
          <ac:chgData name="Li,Yuting (HP Medicine) BII-CN-S" userId="ce8fbb54-122c-426d-b8da-fdcc5e1b5022" providerId="ADAL" clId="{F2C30A18-A889-4F6D-B201-2B485DE15DEB}" dt="2022-11-03T03:10:29.794" v="721" actId="20577"/>
          <ac:spMkLst>
            <pc:docMk/>
            <pc:sldMk cId="178905972" sldId="2147377338"/>
            <ac:spMk id="76" creationId="{D00BAC63-5EFE-4765-AE20-1E50A81EE018}"/>
          </ac:spMkLst>
        </pc:spChg>
        <pc:spChg chg="mod">
          <ac:chgData name="Li,Yuting (HP Medicine) BII-CN-S" userId="ce8fbb54-122c-426d-b8da-fdcc5e1b5022" providerId="ADAL" clId="{F2C30A18-A889-4F6D-B201-2B485DE15DEB}" dt="2022-11-04T02:32:32.818" v="3785" actId="14100"/>
          <ac:spMkLst>
            <pc:docMk/>
            <pc:sldMk cId="178905972" sldId="2147377338"/>
            <ac:spMk id="77" creationId="{E3D102CC-2122-43A5-A9AB-A46090586AE9}"/>
          </ac:spMkLst>
        </pc:spChg>
        <pc:spChg chg="mod">
          <ac:chgData name="Li,Yuting (HP Medicine) BII-CN-S" userId="ce8fbb54-122c-426d-b8da-fdcc5e1b5022" providerId="ADAL" clId="{F2C30A18-A889-4F6D-B201-2B485DE15DEB}" dt="2022-11-03T05:31:59.729" v="2040" actId="20577"/>
          <ac:spMkLst>
            <pc:docMk/>
            <pc:sldMk cId="178905972" sldId="2147377338"/>
            <ac:spMk id="78" creationId="{95A19FD3-2DFB-400D-BD3D-C7D3825AF668}"/>
          </ac:spMkLst>
        </pc:spChg>
        <pc:spChg chg="mod">
          <ac:chgData name="Li,Yuting (HP Medicine) BII-CN-S" userId="ce8fbb54-122c-426d-b8da-fdcc5e1b5022" providerId="ADAL" clId="{F2C30A18-A889-4F6D-B201-2B485DE15DEB}" dt="2022-11-03T03:10:35.674" v="724" actId="20577"/>
          <ac:spMkLst>
            <pc:docMk/>
            <pc:sldMk cId="178905972" sldId="2147377338"/>
            <ac:spMk id="79" creationId="{1536DA3B-AFAA-4F7E-A680-BA4D091EBF8D}"/>
          </ac:spMkLst>
        </pc:spChg>
        <pc:spChg chg="mod">
          <ac:chgData name="Li,Yuting (HP Medicine) BII-CN-S" userId="ce8fbb54-122c-426d-b8da-fdcc5e1b5022" providerId="ADAL" clId="{F2C30A18-A889-4F6D-B201-2B485DE15DEB}" dt="2022-11-03T03:09:52.087" v="706" actId="1038"/>
          <ac:spMkLst>
            <pc:docMk/>
            <pc:sldMk cId="178905972" sldId="2147377338"/>
            <ac:spMk id="80" creationId="{D594C8F3-AEF1-4B96-9B32-B6AA7CA86225}"/>
          </ac:spMkLst>
        </pc:spChg>
        <pc:spChg chg="mod">
          <ac:chgData name="Li,Yuting (HP Medicine) BII-CN-S" userId="ce8fbb54-122c-426d-b8da-fdcc5e1b5022" providerId="ADAL" clId="{F2C30A18-A889-4F6D-B201-2B485DE15DEB}" dt="2022-11-03T03:29:39.153" v="750" actId="14100"/>
          <ac:spMkLst>
            <pc:docMk/>
            <pc:sldMk cId="178905972" sldId="2147377338"/>
            <ac:spMk id="83" creationId="{A1E70551-578A-4B35-ACAC-04BA6E603952}"/>
          </ac:spMkLst>
        </pc:spChg>
        <pc:spChg chg="mod">
          <ac:chgData name="Li,Yuting (HP Medicine) BII-CN-S" userId="ce8fbb54-122c-426d-b8da-fdcc5e1b5022" providerId="ADAL" clId="{F2C30A18-A889-4F6D-B201-2B485DE15DEB}" dt="2022-11-03T13:14:37.788" v="3233" actId="207"/>
          <ac:spMkLst>
            <pc:docMk/>
            <pc:sldMk cId="178905972" sldId="2147377338"/>
            <ac:spMk id="84" creationId="{C3BB857D-71F6-48F5-A8AB-4CC193FF9120}"/>
          </ac:spMkLst>
        </pc:spChg>
        <pc:spChg chg="mod">
          <ac:chgData name="Li,Yuting (HP Medicine) BII-CN-S" userId="ce8fbb54-122c-426d-b8da-fdcc5e1b5022" providerId="ADAL" clId="{F2C30A18-A889-4F6D-B201-2B485DE15DEB}" dt="2022-11-03T02:38:20.410" v="581" actId="1076"/>
          <ac:spMkLst>
            <pc:docMk/>
            <pc:sldMk cId="178905972" sldId="2147377338"/>
            <ac:spMk id="85" creationId="{B361C849-6669-4EC4-A9AD-EB1BCC463147}"/>
          </ac:spMkLst>
        </pc:spChg>
        <pc:spChg chg="mod">
          <ac:chgData name="Li,Yuting (HP Medicine) BII-CN-S" userId="ce8fbb54-122c-426d-b8da-fdcc5e1b5022" providerId="ADAL" clId="{F2C30A18-A889-4F6D-B201-2B485DE15DEB}" dt="2022-11-03T02:38:22.690" v="582" actId="1076"/>
          <ac:spMkLst>
            <pc:docMk/>
            <pc:sldMk cId="178905972" sldId="2147377338"/>
            <ac:spMk id="88" creationId="{9224C17E-1AA1-4096-A3FD-25D6FD8BA444}"/>
          </ac:spMkLst>
        </pc:spChg>
        <pc:spChg chg="mod">
          <ac:chgData name="Li,Yuting (HP Medicine) BII-CN-S" userId="ce8fbb54-122c-426d-b8da-fdcc5e1b5022" providerId="ADAL" clId="{F2C30A18-A889-4F6D-B201-2B485DE15DEB}" dt="2022-11-03T03:33:14.065" v="831" actId="108"/>
          <ac:spMkLst>
            <pc:docMk/>
            <pc:sldMk cId="178905972" sldId="2147377338"/>
            <ac:spMk id="90" creationId="{37956BD0-E734-4F52-BAF6-C048151B6353}"/>
          </ac:spMkLst>
        </pc:spChg>
        <pc:spChg chg="mod">
          <ac:chgData name="Li,Yuting (HP Medicine) BII-CN-S" userId="ce8fbb54-122c-426d-b8da-fdcc5e1b5022" providerId="ADAL" clId="{F2C30A18-A889-4F6D-B201-2B485DE15DEB}" dt="2022-11-03T02:39:21.068" v="635" actId="1038"/>
          <ac:spMkLst>
            <pc:docMk/>
            <pc:sldMk cId="178905972" sldId="2147377338"/>
            <ac:spMk id="92" creationId="{6F180265-BFE3-43E1-BC97-F699E3D1BF61}"/>
          </ac:spMkLst>
        </pc:spChg>
        <pc:spChg chg="mod">
          <ac:chgData name="Li,Yuting (HP Medicine) BII-CN-S" userId="ce8fbb54-122c-426d-b8da-fdcc5e1b5022" providerId="ADAL" clId="{F2C30A18-A889-4F6D-B201-2B485DE15DEB}" dt="2022-11-03T03:10:12.295" v="711" actId="14100"/>
          <ac:spMkLst>
            <pc:docMk/>
            <pc:sldMk cId="178905972" sldId="2147377338"/>
            <ac:spMk id="93" creationId="{43F7C7AD-E09E-4304-A865-3CE95B50CC89}"/>
          </ac:spMkLst>
        </pc:spChg>
        <pc:spChg chg="del mod">
          <ac:chgData name="Li,Yuting (HP Medicine) BII-CN-S" userId="ce8fbb54-122c-426d-b8da-fdcc5e1b5022" providerId="ADAL" clId="{F2C30A18-A889-4F6D-B201-2B485DE15DEB}" dt="2022-11-03T03:08:24.491" v="647" actId="478"/>
          <ac:spMkLst>
            <pc:docMk/>
            <pc:sldMk cId="178905972" sldId="2147377338"/>
            <ac:spMk id="94" creationId="{D33B6D0D-0D00-4C29-9AF9-9AFC80A9A643}"/>
          </ac:spMkLst>
        </pc:spChg>
        <pc:spChg chg="mod">
          <ac:chgData name="Li,Yuting (HP Medicine) BII-CN-S" userId="ce8fbb54-122c-426d-b8da-fdcc5e1b5022" providerId="ADAL" clId="{F2C30A18-A889-4F6D-B201-2B485DE15DEB}" dt="2022-11-03T03:09:34.458" v="677" actId="1076"/>
          <ac:spMkLst>
            <pc:docMk/>
            <pc:sldMk cId="178905972" sldId="2147377338"/>
            <ac:spMk id="95" creationId="{7989BD8A-D082-43A5-A9F5-271B9457FB3B}"/>
          </ac:spMkLst>
        </pc:spChg>
        <pc:spChg chg="add del mod">
          <ac:chgData name="Li,Yuting (HP Medicine) BII-CN-S" userId="ce8fbb54-122c-426d-b8da-fdcc5e1b5022" providerId="ADAL" clId="{F2C30A18-A889-4F6D-B201-2B485DE15DEB}" dt="2022-11-03T03:30:17.613" v="755" actId="478"/>
          <ac:spMkLst>
            <pc:docMk/>
            <pc:sldMk cId="178905972" sldId="2147377338"/>
            <ac:spMk id="96" creationId="{4A2F5377-2A56-4F83-947B-2CEDB109F2C9}"/>
          </ac:spMkLst>
        </pc:spChg>
        <pc:spChg chg="add mod">
          <ac:chgData name="Li,Yuting (HP Medicine) BII-CN-S" userId="ce8fbb54-122c-426d-b8da-fdcc5e1b5022" providerId="ADAL" clId="{F2C30A18-A889-4F6D-B201-2B485DE15DEB}" dt="2022-11-03T07:21:36.049" v="2516" actId="20577"/>
          <ac:spMkLst>
            <pc:docMk/>
            <pc:sldMk cId="178905972" sldId="2147377338"/>
            <ac:spMk id="97" creationId="{899026C0-BBDB-499F-97B2-FE622C283C5A}"/>
          </ac:spMkLst>
        </pc:spChg>
        <pc:spChg chg="add mod">
          <ac:chgData name="Li,Yuting (HP Medicine) BII-CN-S" userId="ce8fbb54-122c-426d-b8da-fdcc5e1b5022" providerId="ADAL" clId="{F2C30A18-A889-4F6D-B201-2B485DE15DEB}" dt="2022-11-03T03:30:32.623" v="812" actId="1035"/>
          <ac:spMkLst>
            <pc:docMk/>
            <pc:sldMk cId="178905972" sldId="2147377338"/>
            <ac:spMk id="100" creationId="{68030460-7EB1-4B30-A44F-BD680898B7F5}"/>
          </ac:spMkLst>
        </pc:spChg>
        <pc:spChg chg="add mod">
          <ac:chgData name="Li,Yuting (HP Medicine) BII-CN-S" userId="ce8fbb54-122c-426d-b8da-fdcc5e1b5022" providerId="ADAL" clId="{F2C30A18-A889-4F6D-B201-2B485DE15DEB}" dt="2022-11-03T03:33:24.283" v="833" actId="1076"/>
          <ac:spMkLst>
            <pc:docMk/>
            <pc:sldMk cId="178905972" sldId="2147377338"/>
            <ac:spMk id="101" creationId="{9B8F582F-090D-4885-8632-2E5AC1CBCA60}"/>
          </ac:spMkLst>
        </pc:spChg>
        <pc:spChg chg="add mod">
          <ac:chgData name="Li,Yuting (HP Medicine) BII-CN-S" userId="ce8fbb54-122c-426d-b8da-fdcc5e1b5022" providerId="ADAL" clId="{F2C30A18-A889-4F6D-B201-2B485DE15DEB}" dt="2022-11-03T05:32:42.033" v="2046" actId="20577"/>
          <ac:spMkLst>
            <pc:docMk/>
            <pc:sldMk cId="178905972" sldId="2147377338"/>
            <ac:spMk id="102" creationId="{F1C1C0A4-3555-4F05-93F7-8D47BC7D92E3}"/>
          </ac:spMkLst>
        </pc:spChg>
        <pc:spChg chg="add mod">
          <ac:chgData name="Li,Yuting (HP Medicine) BII-CN-S" userId="ce8fbb54-122c-426d-b8da-fdcc5e1b5022" providerId="ADAL" clId="{F2C30A18-A889-4F6D-B201-2B485DE15DEB}" dt="2022-11-03T05:32:51.793" v="2056" actId="20577"/>
          <ac:spMkLst>
            <pc:docMk/>
            <pc:sldMk cId="178905972" sldId="2147377338"/>
            <ac:spMk id="103" creationId="{B83DBA44-064A-4454-809B-956730FE1F4F}"/>
          </ac:spMkLst>
        </pc:spChg>
        <pc:spChg chg="add mod">
          <ac:chgData name="Li,Yuting (HP Medicine) BII-CN-S" userId="ce8fbb54-122c-426d-b8da-fdcc5e1b5022" providerId="ADAL" clId="{F2C30A18-A889-4F6D-B201-2B485DE15DEB}" dt="2022-11-03T05:33:05.196" v="2058" actId="1076"/>
          <ac:spMkLst>
            <pc:docMk/>
            <pc:sldMk cId="178905972" sldId="2147377338"/>
            <ac:spMk id="104" creationId="{F927AAEE-FAF8-470B-8B59-E8A5867BADA0}"/>
          </ac:spMkLst>
        </pc:spChg>
        <pc:spChg chg="add mod">
          <ac:chgData name="Li,Yuting (HP Medicine) BII-CN-S" userId="ce8fbb54-122c-426d-b8da-fdcc5e1b5022" providerId="ADAL" clId="{F2C30A18-A889-4F6D-B201-2B485DE15DEB}" dt="2022-11-03T05:33:05.196" v="2058" actId="1076"/>
          <ac:spMkLst>
            <pc:docMk/>
            <pc:sldMk cId="178905972" sldId="2147377338"/>
            <ac:spMk id="105" creationId="{C2C0CBA0-3BCA-4B86-B1DB-3ECE3615C3F6}"/>
          </ac:spMkLst>
        </pc:spChg>
        <pc:spChg chg="add mod">
          <ac:chgData name="Li,Yuting (HP Medicine) BII-CN-S" userId="ce8fbb54-122c-426d-b8da-fdcc5e1b5022" providerId="ADAL" clId="{F2C30A18-A889-4F6D-B201-2B485DE15DEB}" dt="2022-11-03T05:33:34.525" v="2079" actId="20577"/>
          <ac:spMkLst>
            <pc:docMk/>
            <pc:sldMk cId="178905972" sldId="2147377338"/>
            <ac:spMk id="106" creationId="{CF0AFB6F-E40E-44AF-B700-29A2AE2D6B48}"/>
          </ac:spMkLst>
        </pc:spChg>
        <pc:spChg chg="mod">
          <ac:chgData name="Li,Yuting (HP Medicine) BII-CN-S" userId="ce8fbb54-122c-426d-b8da-fdcc5e1b5022" providerId="ADAL" clId="{F2C30A18-A889-4F6D-B201-2B485DE15DEB}" dt="2022-11-03T02:38:24.940" v="583" actId="1076"/>
          <ac:spMkLst>
            <pc:docMk/>
            <pc:sldMk cId="178905972" sldId="2147377338"/>
            <ac:spMk id="107" creationId="{FD43DEAD-0A6B-403E-9224-705A3FF31589}"/>
          </ac:spMkLst>
        </pc:spChg>
        <pc:spChg chg="mod">
          <ac:chgData name="Li,Yuting (HP Medicine) BII-CN-S" userId="ce8fbb54-122c-426d-b8da-fdcc5e1b5022" providerId="ADAL" clId="{F2C30A18-A889-4F6D-B201-2B485DE15DEB}" dt="2022-11-03T02:39:21.068" v="635" actId="1038"/>
          <ac:spMkLst>
            <pc:docMk/>
            <pc:sldMk cId="178905972" sldId="2147377338"/>
            <ac:spMk id="108" creationId="{CF4F58C2-1A85-499B-A11F-FE6068DEB05D}"/>
          </ac:spMkLst>
        </pc:spChg>
        <pc:spChg chg="mod">
          <ac:chgData name="Li,Yuting (HP Medicine) BII-CN-S" userId="ce8fbb54-122c-426d-b8da-fdcc5e1b5022" providerId="ADAL" clId="{F2C30A18-A889-4F6D-B201-2B485DE15DEB}" dt="2022-11-03T05:31:56.312" v="2038" actId="20577"/>
          <ac:spMkLst>
            <pc:docMk/>
            <pc:sldMk cId="178905972" sldId="2147377338"/>
            <ac:spMk id="109" creationId="{D74E1CD6-2FF1-49B0-82A1-BF1047B041D0}"/>
          </ac:spMkLst>
        </pc:spChg>
        <pc:spChg chg="mod">
          <ac:chgData name="Li,Yuting (HP Medicine) BII-CN-S" userId="ce8fbb54-122c-426d-b8da-fdcc5e1b5022" providerId="ADAL" clId="{F2C30A18-A889-4F6D-B201-2B485DE15DEB}" dt="2022-11-03T02:40:07.073" v="642" actId="20577"/>
          <ac:spMkLst>
            <pc:docMk/>
            <pc:sldMk cId="178905972" sldId="2147377338"/>
            <ac:spMk id="110" creationId="{D816FDA8-E63C-40E1-A1D6-CA3F63210C04}"/>
          </ac:spMkLst>
        </pc:spChg>
        <pc:spChg chg="mod">
          <ac:chgData name="Li,Yuting (HP Medicine) BII-CN-S" userId="ce8fbb54-122c-426d-b8da-fdcc5e1b5022" providerId="ADAL" clId="{F2C30A18-A889-4F6D-B201-2B485DE15DEB}" dt="2022-11-03T13:14:33.569" v="3232" actId="207"/>
          <ac:spMkLst>
            <pc:docMk/>
            <pc:sldMk cId="178905972" sldId="2147377338"/>
            <ac:spMk id="111" creationId="{09835E79-B2D4-4F52-9E5C-B4091F3E8F30}"/>
          </ac:spMkLst>
        </pc:spChg>
        <pc:spChg chg="add mod">
          <ac:chgData name="Li,Yuting (HP Medicine) BII-CN-S" userId="ce8fbb54-122c-426d-b8da-fdcc5e1b5022" providerId="ADAL" clId="{F2C30A18-A889-4F6D-B201-2B485DE15DEB}" dt="2022-11-03T05:33:29.327" v="2071" actId="1076"/>
          <ac:spMkLst>
            <pc:docMk/>
            <pc:sldMk cId="178905972" sldId="2147377338"/>
            <ac:spMk id="112" creationId="{DD1A5EA6-7184-4CA1-9032-BED5A0599FAF}"/>
          </ac:spMkLst>
        </pc:spChg>
        <pc:grpChg chg="mod">
          <ac:chgData name="Li,Yuting (HP Medicine) BII-CN-S" userId="ce8fbb54-122c-426d-b8da-fdcc5e1b5022" providerId="ADAL" clId="{F2C30A18-A889-4F6D-B201-2B485DE15DEB}" dt="2022-11-03T02:34:25.134" v="556" actId="14100"/>
          <ac:grpSpMkLst>
            <pc:docMk/>
            <pc:sldMk cId="178905972" sldId="2147377338"/>
            <ac:grpSpMk id="50" creationId="{00000000-0000-0000-0000-000000000000}"/>
          </ac:grpSpMkLst>
        </pc:grpChg>
        <pc:picChg chg="mod">
          <ac:chgData name="Li,Yuting (HP Medicine) BII-CN-S" userId="ce8fbb54-122c-426d-b8da-fdcc5e1b5022" providerId="ADAL" clId="{F2C30A18-A889-4F6D-B201-2B485DE15DEB}" dt="2022-11-03T03:09:28.023" v="676" actId="1076"/>
          <ac:picMkLst>
            <pc:docMk/>
            <pc:sldMk cId="178905972" sldId="2147377338"/>
            <ac:picMk id="12" creationId="{316AA229-F87D-4CEB-8EA7-D7E9C9D5FD41}"/>
          </ac:picMkLst>
        </pc:picChg>
        <pc:cxnChg chg="mod">
          <ac:chgData name="Li,Yuting (HP Medicine) BII-CN-S" userId="ce8fbb54-122c-426d-b8da-fdcc5e1b5022" providerId="ADAL" clId="{F2C30A18-A889-4F6D-B201-2B485DE15DEB}" dt="2022-11-03T03:09:14.582" v="673" actId="1076"/>
          <ac:cxnSpMkLst>
            <pc:docMk/>
            <pc:sldMk cId="178905972" sldId="2147377338"/>
            <ac:cxnSpMk id="35" creationId="{436ACD96-F109-4B78-8CA0-41A60C95691E}"/>
          </ac:cxnSpMkLst>
        </pc:cxnChg>
      </pc:sldChg>
      <pc:sldChg chg="addSp delSp modSp add mod modNotesTx">
        <pc:chgData name="Li,Yuting (HP Medicine) BII-CN-S" userId="ce8fbb54-122c-426d-b8da-fdcc5e1b5022" providerId="ADAL" clId="{F2C30A18-A889-4F6D-B201-2B485DE15DEB}" dt="2022-11-04T02:40:13.312" v="3899" actId="20577"/>
        <pc:sldMkLst>
          <pc:docMk/>
          <pc:sldMk cId="2476826424" sldId="2147377339"/>
        </pc:sldMkLst>
        <pc:spChg chg="del">
          <ac:chgData name="Li,Yuting (HP Medicine) BII-CN-S" userId="ce8fbb54-122c-426d-b8da-fdcc5e1b5022" providerId="ADAL" clId="{F2C30A18-A889-4F6D-B201-2B485DE15DEB}" dt="2022-11-03T04:11:11.209" v="1430" actId="478"/>
          <ac:spMkLst>
            <pc:docMk/>
            <pc:sldMk cId="2476826424" sldId="2147377339"/>
            <ac:spMk id="90" creationId="{F9345081-D2EC-4F9D-A965-3B9D77318B16}"/>
          </ac:spMkLst>
        </pc:spChg>
        <pc:spChg chg="add mod">
          <ac:chgData name="Li,Yuting (HP Medicine) BII-CN-S" userId="ce8fbb54-122c-426d-b8da-fdcc5e1b5022" providerId="ADAL" clId="{F2C30A18-A889-4F6D-B201-2B485DE15DEB}" dt="2022-11-04T02:40:13.312" v="3899" actId="20577"/>
          <ac:spMkLst>
            <pc:docMk/>
            <pc:sldMk cId="2476826424" sldId="2147377339"/>
            <ac:spMk id="111" creationId="{40929094-C8CC-4BCB-B988-FAC9EF24EDE7}"/>
          </ac:spMkLst>
        </pc:spChg>
        <pc:spChg chg="add mod">
          <ac:chgData name="Li,Yuting (HP Medicine) BII-CN-S" userId="ce8fbb54-122c-426d-b8da-fdcc5e1b5022" providerId="ADAL" clId="{F2C30A18-A889-4F6D-B201-2B485DE15DEB}" dt="2022-11-03T04:12:35.137" v="1551" actId="404"/>
          <ac:spMkLst>
            <pc:docMk/>
            <pc:sldMk cId="2476826424" sldId="2147377339"/>
            <ac:spMk id="112" creationId="{A22DACDD-AA97-470B-AD23-62E4CF7E1A72}"/>
          </ac:spMkLst>
        </pc:spChg>
      </pc:sldChg>
      <pc:sldChg chg="addSp delSp modSp add mod modNotesTx">
        <pc:chgData name="Li,Yuting (HP Medicine) BII-CN-S" userId="ce8fbb54-122c-426d-b8da-fdcc5e1b5022" providerId="ADAL" clId="{F2C30A18-A889-4F6D-B201-2B485DE15DEB}" dt="2022-11-03T14:04:50.279" v="3784" actId="20577"/>
        <pc:sldMkLst>
          <pc:docMk/>
          <pc:sldMk cId="3249292506" sldId="2147469198"/>
        </pc:sldMkLst>
        <pc:spChg chg="add del mod">
          <ac:chgData name="Li,Yuting (HP Medicine) BII-CN-S" userId="ce8fbb54-122c-426d-b8da-fdcc5e1b5022" providerId="ADAL" clId="{F2C30A18-A889-4F6D-B201-2B485DE15DEB}" dt="2022-11-03T05:37:56.841" v="2285"/>
          <ac:spMkLst>
            <pc:docMk/>
            <pc:sldMk cId="3249292506" sldId="2147469198"/>
            <ac:spMk id="2" creationId="{0B352D00-1899-4049-87B5-22B4B385525A}"/>
          </ac:spMkLst>
        </pc:spChg>
        <pc:spChg chg="mod">
          <ac:chgData name="Li,Yuting (HP Medicine) BII-CN-S" userId="ce8fbb54-122c-426d-b8da-fdcc5e1b5022" providerId="ADAL" clId="{F2C30A18-A889-4F6D-B201-2B485DE15DEB}" dt="2022-11-03T14:04:50.279" v="3784" actId="20577"/>
          <ac:spMkLst>
            <pc:docMk/>
            <pc:sldMk cId="3249292506" sldId="2147469198"/>
            <ac:spMk id="4" creationId="{47282934-0683-4D8D-B554-3FD28E713079}"/>
          </ac:spMkLst>
        </pc:spChg>
        <pc:spChg chg="mod">
          <ac:chgData name="Li,Yuting (HP Medicine) BII-CN-S" userId="ce8fbb54-122c-426d-b8da-fdcc5e1b5022" providerId="ADAL" clId="{F2C30A18-A889-4F6D-B201-2B485DE15DEB}" dt="2022-11-03T05:29:33.701" v="2034" actId="1076"/>
          <ac:spMkLst>
            <pc:docMk/>
            <pc:sldMk cId="3249292506" sldId="2147469198"/>
            <ac:spMk id="9" creationId="{00000000-0000-0000-0000-000000000000}"/>
          </ac:spMkLst>
        </pc:spChg>
      </pc:sldChg>
      <pc:sldChg chg="add">
        <pc:chgData name="Li,Yuting (HP Medicine) BII-CN-S" userId="ce8fbb54-122c-426d-b8da-fdcc5e1b5022" providerId="ADAL" clId="{F2C30A18-A889-4F6D-B201-2B485DE15DEB}" dt="2022-11-03T03:56:30.375" v="1010"/>
        <pc:sldMkLst>
          <pc:docMk/>
          <pc:sldMk cId="2496189313" sldId="2147469211"/>
        </pc:sldMkLst>
      </pc:sldChg>
    </pc:docChg>
  </pc:docChgLst>
  <pc:docChgLst>
    <pc:chgData name="Li,Yuting (HP Medicine) BII-CN-S" userId="ce8fbb54-122c-426d-b8da-fdcc5e1b5022" providerId="ADAL" clId="{8B97610D-4614-4937-B59E-E4375BE69A6E}"/>
    <pc:docChg chg="undo redo custSel addSld delSld modSld sldOrd delMainMaster">
      <pc:chgData name="Li,Yuting (HP Medicine) BII-CN-S" userId="ce8fbb54-122c-426d-b8da-fdcc5e1b5022" providerId="ADAL" clId="{8B97610D-4614-4937-B59E-E4375BE69A6E}" dt="2024-01-11T01:19:46.092" v="3352" actId="13926"/>
      <pc:docMkLst>
        <pc:docMk/>
      </pc:docMkLst>
      <pc:sldChg chg="add del ord addCm modCm">
        <pc:chgData name="Li,Yuting (HP Medicine) BII-CN-S" userId="ce8fbb54-122c-426d-b8da-fdcc5e1b5022" providerId="ADAL" clId="{8B97610D-4614-4937-B59E-E4375BE69A6E}" dt="2024-01-09T01:40:18.812" v="2116"/>
        <pc:sldMkLst>
          <pc:docMk/>
          <pc:sldMk cId="1853137494" sldId="365"/>
        </pc:sldMkLst>
      </pc:sldChg>
      <pc:sldChg chg="modSp mod">
        <pc:chgData name="Li,Yuting (HP Medicine) BII-CN-S" userId="ce8fbb54-122c-426d-b8da-fdcc5e1b5022" providerId="ADAL" clId="{8B97610D-4614-4937-B59E-E4375BE69A6E}" dt="2024-01-08T08:07:06.639" v="9" actId="20577"/>
        <pc:sldMkLst>
          <pc:docMk/>
          <pc:sldMk cId="64439630" sldId="6601"/>
        </pc:sldMkLst>
        <pc:spChg chg="mod">
          <ac:chgData name="Li,Yuting (HP Medicine) BII-CN-S" userId="ce8fbb54-122c-426d-b8da-fdcc5e1b5022" providerId="ADAL" clId="{8B97610D-4614-4937-B59E-E4375BE69A6E}" dt="2024-01-08T08:07:02.849" v="7" actId="20577"/>
          <ac:spMkLst>
            <pc:docMk/>
            <pc:sldMk cId="64439630" sldId="6601"/>
            <ac:spMk id="5" creationId="{00000000-0000-0000-0000-000000000000}"/>
          </ac:spMkLst>
        </pc:spChg>
        <pc:spChg chg="mod">
          <ac:chgData name="Li,Yuting (HP Medicine) BII-CN-S" userId="ce8fbb54-122c-426d-b8da-fdcc5e1b5022" providerId="ADAL" clId="{8B97610D-4614-4937-B59E-E4375BE69A6E}" dt="2024-01-08T08:07:06.639" v="9" actId="20577"/>
          <ac:spMkLst>
            <pc:docMk/>
            <pc:sldMk cId="64439630" sldId="6601"/>
            <ac:spMk id="6" creationId="{00000000-0000-0000-0000-000000000000}"/>
          </ac:spMkLst>
        </pc:spChg>
      </pc:sldChg>
      <pc:sldChg chg="del">
        <pc:chgData name="Li,Yuting (HP Medicine) BII-CN-S" userId="ce8fbb54-122c-426d-b8da-fdcc5e1b5022" providerId="ADAL" clId="{8B97610D-4614-4937-B59E-E4375BE69A6E}" dt="2024-01-08T12:18:59.892" v="1553" actId="47"/>
        <pc:sldMkLst>
          <pc:docMk/>
          <pc:sldMk cId="2590648101" sldId="2145705773"/>
        </pc:sldMkLst>
      </pc:sldChg>
      <pc:sldChg chg="del">
        <pc:chgData name="Li,Yuting (HP Medicine) BII-CN-S" userId="ce8fbb54-122c-426d-b8da-fdcc5e1b5022" providerId="ADAL" clId="{8B97610D-4614-4937-B59E-E4375BE69A6E}" dt="2024-01-08T12:18:57.942" v="1552" actId="47"/>
        <pc:sldMkLst>
          <pc:docMk/>
          <pc:sldMk cId="1451408146" sldId="2145705775"/>
        </pc:sldMkLst>
      </pc:sldChg>
      <pc:sldChg chg="add">
        <pc:chgData name="Li,Yuting (HP Medicine) BII-CN-S" userId="ce8fbb54-122c-426d-b8da-fdcc5e1b5022" providerId="ADAL" clId="{8B97610D-4614-4937-B59E-E4375BE69A6E}" dt="2024-01-08T12:17:27.707" v="1549"/>
        <pc:sldMkLst>
          <pc:docMk/>
          <pc:sldMk cId="4064854266" sldId="2145705817"/>
        </pc:sldMkLst>
      </pc:sldChg>
      <pc:sldChg chg="del">
        <pc:chgData name="Li,Yuting (HP Medicine) BII-CN-S" userId="ce8fbb54-122c-426d-b8da-fdcc5e1b5022" providerId="ADAL" clId="{8B97610D-4614-4937-B59E-E4375BE69A6E}" dt="2024-01-08T13:12:53.893" v="2107" actId="47"/>
        <pc:sldMkLst>
          <pc:docMk/>
          <pc:sldMk cId="2602360002" sldId="2145705827"/>
        </pc:sldMkLst>
      </pc:sldChg>
      <pc:sldChg chg="del">
        <pc:chgData name="Li,Yuting (HP Medicine) BII-CN-S" userId="ce8fbb54-122c-426d-b8da-fdcc5e1b5022" providerId="ADAL" clId="{8B97610D-4614-4937-B59E-E4375BE69A6E}" dt="2024-01-08T09:36:58.525" v="1147" actId="47"/>
        <pc:sldMkLst>
          <pc:docMk/>
          <pc:sldMk cId="1647675260" sldId="2147474974"/>
        </pc:sldMkLst>
      </pc:sldChg>
      <pc:sldChg chg="del">
        <pc:chgData name="Li,Yuting (HP Medicine) BII-CN-S" userId="ce8fbb54-122c-426d-b8da-fdcc5e1b5022" providerId="ADAL" clId="{8B97610D-4614-4937-B59E-E4375BE69A6E}" dt="2024-01-08T12:50:35.171" v="1577" actId="47"/>
        <pc:sldMkLst>
          <pc:docMk/>
          <pc:sldMk cId="1164879277" sldId="2147474983"/>
        </pc:sldMkLst>
      </pc:sldChg>
      <pc:sldChg chg="del">
        <pc:chgData name="Li,Yuting (HP Medicine) BII-CN-S" userId="ce8fbb54-122c-426d-b8da-fdcc5e1b5022" providerId="ADAL" clId="{8B97610D-4614-4937-B59E-E4375BE69A6E}" dt="2024-01-08T13:13:11.855" v="2108" actId="47"/>
        <pc:sldMkLst>
          <pc:docMk/>
          <pc:sldMk cId="1301400117" sldId="2147474987"/>
        </pc:sldMkLst>
      </pc:sldChg>
      <pc:sldChg chg="delSp add mod addCm modCm">
        <pc:chgData name="Li,Yuting (HP Medicine) BII-CN-S" userId="ce8fbb54-122c-426d-b8da-fdcc5e1b5022" providerId="ADAL" clId="{8B97610D-4614-4937-B59E-E4375BE69A6E}" dt="2024-01-09T05:19:17.176" v="2197" actId="478"/>
        <pc:sldMkLst>
          <pc:docMk/>
          <pc:sldMk cId="2657153113" sldId="2147474998"/>
        </pc:sldMkLst>
        <pc:spChg chg="del">
          <ac:chgData name="Li,Yuting (HP Medicine) BII-CN-S" userId="ce8fbb54-122c-426d-b8da-fdcc5e1b5022" providerId="ADAL" clId="{8B97610D-4614-4937-B59E-E4375BE69A6E}" dt="2024-01-09T05:19:17.176" v="2197" actId="478"/>
          <ac:spMkLst>
            <pc:docMk/>
            <pc:sldMk cId="2657153113" sldId="2147474998"/>
            <ac:spMk id="8" creationId="{01A222F6-761A-20E0-2C2B-CA689FF1B160}"/>
          </ac:spMkLst>
        </pc:spChg>
      </pc:sldChg>
      <pc:sldChg chg="delSp add mod">
        <pc:chgData name="Li,Yuting (HP Medicine) BII-CN-S" userId="ce8fbb54-122c-426d-b8da-fdcc5e1b5022" providerId="ADAL" clId="{8B97610D-4614-4937-B59E-E4375BE69A6E}" dt="2024-01-09T05:25:28.897" v="2259" actId="478"/>
        <pc:sldMkLst>
          <pc:docMk/>
          <pc:sldMk cId="3874840070" sldId="2147474999"/>
        </pc:sldMkLst>
        <pc:picChg chg="del">
          <ac:chgData name="Li,Yuting (HP Medicine) BII-CN-S" userId="ce8fbb54-122c-426d-b8da-fdcc5e1b5022" providerId="ADAL" clId="{8B97610D-4614-4937-B59E-E4375BE69A6E}" dt="2024-01-09T05:25:28.897" v="2259" actId="478"/>
          <ac:picMkLst>
            <pc:docMk/>
            <pc:sldMk cId="3874840070" sldId="2147474999"/>
            <ac:picMk id="4" creationId="{1E054A03-68C8-8B91-B1F2-CF7A07739744}"/>
          </ac:picMkLst>
        </pc:picChg>
      </pc:sldChg>
      <pc:sldChg chg="del">
        <pc:chgData name="Li,Yuting (HP Medicine) BII-CN-S" userId="ce8fbb54-122c-426d-b8da-fdcc5e1b5022" providerId="ADAL" clId="{8B97610D-4614-4937-B59E-E4375BE69A6E}" dt="2024-01-08T08:30:08.065" v="151" actId="47"/>
        <pc:sldMkLst>
          <pc:docMk/>
          <pc:sldMk cId="3064430794" sldId="2147475000"/>
        </pc:sldMkLst>
      </pc:sldChg>
      <pc:sldChg chg="del">
        <pc:chgData name="Li,Yuting (HP Medicine) BII-CN-S" userId="ce8fbb54-122c-426d-b8da-fdcc5e1b5022" providerId="ADAL" clId="{8B97610D-4614-4937-B59E-E4375BE69A6E}" dt="2024-01-08T09:20:08.837" v="883" actId="47"/>
        <pc:sldMkLst>
          <pc:docMk/>
          <pc:sldMk cId="681528320" sldId="2147475003"/>
        </pc:sldMkLst>
      </pc:sldChg>
      <pc:sldChg chg="del">
        <pc:chgData name="Li,Yuting (HP Medicine) BII-CN-S" userId="ce8fbb54-122c-426d-b8da-fdcc5e1b5022" providerId="ADAL" clId="{8B97610D-4614-4937-B59E-E4375BE69A6E}" dt="2024-01-08T13:09:56.797" v="1995" actId="47"/>
        <pc:sldMkLst>
          <pc:docMk/>
          <pc:sldMk cId="3642200999" sldId="2147475018"/>
        </pc:sldMkLst>
      </pc:sldChg>
      <pc:sldChg chg="del">
        <pc:chgData name="Li,Yuting (HP Medicine) BII-CN-S" userId="ce8fbb54-122c-426d-b8da-fdcc5e1b5022" providerId="ADAL" clId="{8B97610D-4614-4937-B59E-E4375BE69A6E}" dt="2024-01-08T08:10:02.124" v="11" actId="47"/>
        <pc:sldMkLst>
          <pc:docMk/>
          <pc:sldMk cId="3129168275" sldId="2147475019"/>
        </pc:sldMkLst>
      </pc:sldChg>
      <pc:sldChg chg="del">
        <pc:chgData name="Li,Yuting (HP Medicine) BII-CN-S" userId="ce8fbb54-122c-426d-b8da-fdcc5e1b5022" providerId="ADAL" clId="{8B97610D-4614-4937-B59E-E4375BE69A6E}" dt="2024-01-08T08:23:10.975" v="140" actId="47"/>
        <pc:sldMkLst>
          <pc:docMk/>
          <pc:sldMk cId="1830327277" sldId="2147475020"/>
        </pc:sldMkLst>
      </pc:sldChg>
      <pc:sldChg chg="del">
        <pc:chgData name="Li,Yuting (HP Medicine) BII-CN-S" userId="ce8fbb54-122c-426d-b8da-fdcc5e1b5022" providerId="ADAL" clId="{8B97610D-4614-4937-B59E-E4375BE69A6E}" dt="2024-01-08T08:22:59.668" v="138" actId="47"/>
        <pc:sldMkLst>
          <pc:docMk/>
          <pc:sldMk cId="623892547" sldId="2147475021"/>
        </pc:sldMkLst>
      </pc:sldChg>
      <pc:sldChg chg="del">
        <pc:chgData name="Li,Yuting (HP Medicine) BII-CN-S" userId="ce8fbb54-122c-426d-b8da-fdcc5e1b5022" providerId="ADAL" clId="{8B97610D-4614-4937-B59E-E4375BE69A6E}" dt="2024-01-08T08:25:16.770" v="145" actId="47"/>
        <pc:sldMkLst>
          <pc:docMk/>
          <pc:sldMk cId="1713998080" sldId="2147475023"/>
        </pc:sldMkLst>
      </pc:sldChg>
      <pc:sldChg chg="del">
        <pc:chgData name="Li,Yuting (HP Medicine) BII-CN-S" userId="ce8fbb54-122c-426d-b8da-fdcc5e1b5022" providerId="ADAL" clId="{8B97610D-4614-4937-B59E-E4375BE69A6E}" dt="2024-01-08T08:25:49.929" v="147" actId="47"/>
        <pc:sldMkLst>
          <pc:docMk/>
          <pc:sldMk cId="2366748069" sldId="2147475024"/>
        </pc:sldMkLst>
      </pc:sldChg>
      <pc:sldChg chg="del">
        <pc:chgData name="Li,Yuting (HP Medicine) BII-CN-S" userId="ce8fbb54-122c-426d-b8da-fdcc5e1b5022" providerId="ADAL" clId="{8B97610D-4614-4937-B59E-E4375BE69A6E}" dt="2024-01-08T08:40:27.031" v="283" actId="47"/>
        <pc:sldMkLst>
          <pc:docMk/>
          <pc:sldMk cId="359986624" sldId="2147475025"/>
        </pc:sldMkLst>
      </pc:sldChg>
      <pc:sldChg chg="del">
        <pc:chgData name="Li,Yuting (HP Medicine) BII-CN-S" userId="ce8fbb54-122c-426d-b8da-fdcc5e1b5022" providerId="ADAL" clId="{8B97610D-4614-4937-B59E-E4375BE69A6E}" dt="2024-01-08T09:20:45.925" v="885" actId="47"/>
        <pc:sldMkLst>
          <pc:docMk/>
          <pc:sldMk cId="1511557293" sldId="2147475027"/>
        </pc:sldMkLst>
      </pc:sldChg>
      <pc:sldChg chg="del">
        <pc:chgData name="Li,Yuting (HP Medicine) BII-CN-S" userId="ce8fbb54-122c-426d-b8da-fdcc5e1b5022" providerId="ADAL" clId="{8B97610D-4614-4937-B59E-E4375BE69A6E}" dt="2024-01-08T09:20:58.536" v="887" actId="47"/>
        <pc:sldMkLst>
          <pc:docMk/>
          <pc:sldMk cId="3175787991" sldId="2147475028"/>
        </pc:sldMkLst>
      </pc:sldChg>
      <pc:sldChg chg="del">
        <pc:chgData name="Li,Yuting (HP Medicine) BII-CN-S" userId="ce8fbb54-122c-426d-b8da-fdcc5e1b5022" providerId="ADAL" clId="{8B97610D-4614-4937-B59E-E4375BE69A6E}" dt="2024-01-08T09:20:59.405" v="888" actId="47"/>
        <pc:sldMkLst>
          <pc:docMk/>
          <pc:sldMk cId="4243971676" sldId="2147475029"/>
        </pc:sldMkLst>
      </pc:sldChg>
      <pc:sldChg chg="addSp delSp modSp del mod">
        <pc:chgData name="Li,Yuting (HP Medicine) BII-CN-S" userId="ce8fbb54-122c-426d-b8da-fdcc5e1b5022" providerId="ADAL" clId="{8B97610D-4614-4937-B59E-E4375BE69A6E}" dt="2024-01-08T09:35:41.372" v="1143" actId="47"/>
        <pc:sldMkLst>
          <pc:docMk/>
          <pc:sldMk cId="1744556511" sldId="2147475030"/>
        </pc:sldMkLst>
        <pc:spChg chg="mod">
          <ac:chgData name="Li,Yuting (HP Medicine) BII-CN-S" userId="ce8fbb54-122c-426d-b8da-fdcc5e1b5022" providerId="ADAL" clId="{8B97610D-4614-4937-B59E-E4375BE69A6E}" dt="2024-01-08T09:25:23.218" v="1055" actId="20577"/>
          <ac:spMkLst>
            <pc:docMk/>
            <pc:sldMk cId="1744556511" sldId="2147475030"/>
            <ac:spMk id="3" creationId="{00000000-0000-0000-0000-000000000000}"/>
          </ac:spMkLst>
        </pc:spChg>
        <pc:spChg chg="mod">
          <ac:chgData name="Li,Yuting (HP Medicine) BII-CN-S" userId="ce8fbb54-122c-426d-b8da-fdcc5e1b5022" providerId="ADAL" clId="{8B97610D-4614-4937-B59E-E4375BE69A6E}" dt="2024-01-08T09:29:31.157" v="1138" actId="14100"/>
          <ac:spMkLst>
            <pc:docMk/>
            <pc:sldMk cId="1744556511" sldId="2147475030"/>
            <ac:spMk id="7" creationId="{6073A84C-061D-6F0E-4FAB-978E00540104}"/>
          </ac:spMkLst>
        </pc:spChg>
        <pc:spChg chg="add mod">
          <ac:chgData name="Li,Yuting (HP Medicine) BII-CN-S" userId="ce8fbb54-122c-426d-b8da-fdcc5e1b5022" providerId="ADAL" clId="{8B97610D-4614-4937-B59E-E4375BE69A6E}" dt="2024-01-08T09:27:55.899" v="1074" actId="14100"/>
          <ac:spMkLst>
            <pc:docMk/>
            <pc:sldMk cId="1744556511" sldId="2147475030"/>
            <ac:spMk id="10" creationId="{C9598CB3-88D2-95EC-A5A7-7640D2D869B0}"/>
          </ac:spMkLst>
        </pc:spChg>
        <pc:spChg chg="del">
          <ac:chgData name="Li,Yuting (HP Medicine) BII-CN-S" userId="ce8fbb54-122c-426d-b8da-fdcc5e1b5022" providerId="ADAL" clId="{8B97610D-4614-4937-B59E-E4375BE69A6E}" dt="2024-01-08T09:27:37.367" v="1066" actId="478"/>
          <ac:spMkLst>
            <pc:docMk/>
            <pc:sldMk cId="1744556511" sldId="2147475030"/>
            <ac:spMk id="107" creationId="{7DDA071E-5F80-4527-AE47-F1E7B2DC2A5B}"/>
          </ac:spMkLst>
        </pc:spChg>
      </pc:sldChg>
      <pc:sldChg chg="del">
        <pc:chgData name="Li,Yuting (HP Medicine) BII-CN-S" userId="ce8fbb54-122c-426d-b8da-fdcc5e1b5022" providerId="ADAL" clId="{8B97610D-4614-4937-B59E-E4375BE69A6E}" dt="2024-01-08T11:52:56.839" v="1202" actId="47"/>
        <pc:sldMkLst>
          <pc:docMk/>
          <pc:sldMk cId="3569464794" sldId="2147475032"/>
        </pc:sldMkLst>
      </pc:sldChg>
      <pc:sldChg chg="mod modShow">
        <pc:chgData name="Li,Yuting (HP Medicine) BII-CN-S" userId="ce8fbb54-122c-426d-b8da-fdcc5e1b5022" providerId="ADAL" clId="{8B97610D-4614-4937-B59E-E4375BE69A6E}" dt="2024-01-08T12:14:04.726" v="1548" actId="729"/>
        <pc:sldMkLst>
          <pc:docMk/>
          <pc:sldMk cId="1232703207" sldId="2147475036"/>
        </pc:sldMkLst>
      </pc:sldChg>
      <pc:sldChg chg="mod modShow">
        <pc:chgData name="Li,Yuting (HP Medicine) BII-CN-S" userId="ce8fbb54-122c-426d-b8da-fdcc5e1b5022" providerId="ADAL" clId="{8B97610D-4614-4937-B59E-E4375BE69A6E}" dt="2024-01-08T12:14:04.726" v="1548" actId="729"/>
        <pc:sldMkLst>
          <pc:docMk/>
          <pc:sldMk cId="3713722543" sldId="2147475037"/>
        </pc:sldMkLst>
      </pc:sldChg>
      <pc:sldChg chg="mod modShow">
        <pc:chgData name="Li,Yuting (HP Medicine) BII-CN-S" userId="ce8fbb54-122c-426d-b8da-fdcc5e1b5022" providerId="ADAL" clId="{8B97610D-4614-4937-B59E-E4375BE69A6E}" dt="2024-01-08T12:13:55.362" v="1547" actId="729"/>
        <pc:sldMkLst>
          <pc:docMk/>
          <pc:sldMk cId="1948529012" sldId="2147475038"/>
        </pc:sldMkLst>
      </pc:sldChg>
      <pc:sldChg chg="del">
        <pc:chgData name="Li,Yuting (HP Medicine) BII-CN-S" userId="ce8fbb54-122c-426d-b8da-fdcc5e1b5022" providerId="ADAL" clId="{8B97610D-4614-4937-B59E-E4375BE69A6E}" dt="2024-01-08T12:18:15.940" v="1551" actId="47"/>
        <pc:sldMkLst>
          <pc:docMk/>
          <pc:sldMk cId="40417925" sldId="2147475039"/>
        </pc:sldMkLst>
      </pc:sldChg>
      <pc:sldChg chg="del">
        <pc:chgData name="Li,Yuting (HP Medicine) BII-CN-S" userId="ce8fbb54-122c-426d-b8da-fdcc5e1b5022" providerId="ADAL" clId="{8B97610D-4614-4937-B59E-E4375BE69A6E}" dt="2024-01-08T12:21:58.373" v="1559" actId="47"/>
        <pc:sldMkLst>
          <pc:docMk/>
          <pc:sldMk cId="3487272795" sldId="2147475040"/>
        </pc:sldMkLst>
      </pc:sldChg>
      <pc:sldChg chg="del">
        <pc:chgData name="Li,Yuting (HP Medicine) BII-CN-S" userId="ce8fbb54-122c-426d-b8da-fdcc5e1b5022" providerId="ADAL" clId="{8B97610D-4614-4937-B59E-E4375BE69A6E}" dt="2024-01-08T12:21:59.949" v="1560" actId="47"/>
        <pc:sldMkLst>
          <pc:docMk/>
          <pc:sldMk cId="4130588330" sldId="2147475041"/>
        </pc:sldMkLst>
      </pc:sldChg>
      <pc:sldChg chg="mod modShow">
        <pc:chgData name="Li,Yuting (HP Medicine) BII-CN-S" userId="ce8fbb54-122c-426d-b8da-fdcc5e1b5022" providerId="ADAL" clId="{8B97610D-4614-4937-B59E-E4375BE69A6E}" dt="2024-01-08T13:12:48.730" v="2106" actId="729"/>
        <pc:sldMkLst>
          <pc:docMk/>
          <pc:sldMk cId="1109863564" sldId="2147481312"/>
        </pc:sldMkLst>
      </pc:sldChg>
      <pc:sldChg chg="add">
        <pc:chgData name="Li,Yuting (HP Medicine) BII-CN-S" userId="ce8fbb54-122c-426d-b8da-fdcc5e1b5022" providerId="ADAL" clId="{8B97610D-4614-4937-B59E-E4375BE69A6E}" dt="2024-01-08T08:23:08.981" v="139"/>
        <pc:sldMkLst>
          <pc:docMk/>
          <pc:sldMk cId="3623571889" sldId="2147481315"/>
        </pc:sldMkLst>
      </pc:sldChg>
      <pc:sldChg chg="del">
        <pc:chgData name="Li,Yuting (HP Medicine) BII-CN-S" userId="ce8fbb54-122c-426d-b8da-fdcc5e1b5022" providerId="ADAL" clId="{8B97610D-4614-4937-B59E-E4375BE69A6E}" dt="2024-01-08T13:10:22.694" v="1997" actId="47"/>
        <pc:sldMkLst>
          <pc:docMk/>
          <pc:sldMk cId="2972185904" sldId="2147481317"/>
        </pc:sldMkLst>
      </pc:sldChg>
      <pc:sldChg chg="del">
        <pc:chgData name="Li,Yuting (HP Medicine) BII-CN-S" userId="ce8fbb54-122c-426d-b8da-fdcc5e1b5022" providerId="ADAL" clId="{8B97610D-4614-4937-B59E-E4375BE69A6E}" dt="2024-01-08T12:12:46.885" v="1544" actId="47"/>
        <pc:sldMkLst>
          <pc:docMk/>
          <pc:sldMk cId="1369075416" sldId="2147481318"/>
        </pc:sldMkLst>
      </pc:sldChg>
      <pc:sldChg chg="modSp add mod modNotesTx">
        <pc:chgData name="Li,Yuting (HP Medicine) BII-CN-S" userId="ce8fbb54-122c-426d-b8da-fdcc5e1b5022" providerId="ADAL" clId="{8B97610D-4614-4937-B59E-E4375BE69A6E}" dt="2024-01-09T05:22:37.679" v="2258" actId="20577"/>
        <pc:sldMkLst>
          <pc:docMk/>
          <pc:sldMk cId="3496264764" sldId="2147481319"/>
        </pc:sldMkLst>
        <pc:spChg chg="mod">
          <ac:chgData name="Li,Yuting (HP Medicine) BII-CN-S" userId="ce8fbb54-122c-426d-b8da-fdcc5e1b5022" providerId="ADAL" clId="{8B97610D-4614-4937-B59E-E4375BE69A6E}" dt="2024-01-08T08:12:55.395" v="15" actId="1076"/>
          <ac:spMkLst>
            <pc:docMk/>
            <pc:sldMk cId="3496264764" sldId="2147481319"/>
            <ac:spMk id="2" creationId="{1AE0E140-99FF-5B7F-D93E-8409CCD5DF7D}"/>
          </ac:spMkLst>
        </pc:spChg>
        <pc:spChg chg="mod">
          <ac:chgData name="Li,Yuting (HP Medicine) BII-CN-S" userId="ce8fbb54-122c-426d-b8da-fdcc5e1b5022" providerId="ADAL" clId="{8B97610D-4614-4937-B59E-E4375BE69A6E}" dt="2024-01-08T08:13:37.829" v="49" actId="1076"/>
          <ac:spMkLst>
            <pc:docMk/>
            <pc:sldMk cId="3496264764" sldId="2147481319"/>
            <ac:spMk id="17" creationId="{62B6E203-676C-4E4D-8C00-AE1D7A89656A}"/>
          </ac:spMkLst>
        </pc:spChg>
        <pc:spChg chg="mod">
          <ac:chgData name="Li,Yuting (HP Medicine) BII-CN-S" userId="ce8fbb54-122c-426d-b8da-fdcc5e1b5022" providerId="ADAL" clId="{8B97610D-4614-4937-B59E-E4375BE69A6E}" dt="2024-01-08T08:13:25.622" v="45" actId="1076"/>
          <ac:spMkLst>
            <pc:docMk/>
            <pc:sldMk cId="3496264764" sldId="2147481319"/>
            <ac:spMk id="18" creationId="{027B5E6F-74D8-42DC-AFFD-3763F5DCB79A}"/>
          </ac:spMkLst>
        </pc:spChg>
        <pc:spChg chg="mod">
          <ac:chgData name="Li,Yuting (HP Medicine) BII-CN-S" userId="ce8fbb54-122c-426d-b8da-fdcc5e1b5022" providerId="ADAL" clId="{8B97610D-4614-4937-B59E-E4375BE69A6E}" dt="2024-01-08T08:13:32.842" v="47" actId="1076"/>
          <ac:spMkLst>
            <pc:docMk/>
            <pc:sldMk cId="3496264764" sldId="2147481319"/>
            <ac:spMk id="19" creationId="{8B347624-7A6D-49C5-A0C1-0C077CF433E9}"/>
          </ac:spMkLst>
        </pc:spChg>
        <pc:spChg chg="mod">
          <ac:chgData name="Li,Yuting (HP Medicine) BII-CN-S" userId="ce8fbb54-122c-426d-b8da-fdcc5e1b5022" providerId="ADAL" clId="{8B97610D-4614-4937-B59E-E4375BE69A6E}" dt="2024-01-08T08:13:41.581" v="50" actId="1076"/>
          <ac:spMkLst>
            <pc:docMk/>
            <pc:sldMk cId="3496264764" sldId="2147481319"/>
            <ac:spMk id="20" creationId="{442DAE15-AAF0-41D5-87E2-2E384B8D4005}"/>
          </ac:spMkLst>
        </pc:spChg>
        <pc:spChg chg="mod">
          <ac:chgData name="Li,Yuting (HP Medicine) BII-CN-S" userId="ce8fbb54-122c-426d-b8da-fdcc5e1b5022" providerId="ADAL" clId="{8B97610D-4614-4937-B59E-E4375BE69A6E}" dt="2024-01-08T08:13:22.090" v="44" actId="1076"/>
          <ac:spMkLst>
            <pc:docMk/>
            <pc:sldMk cId="3496264764" sldId="2147481319"/>
            <ac:spMk id="21" creationId="{B46731AF-10A3-4748-9463-247B7DEC4963}"/>
          </ac:spMkLst>
        </pc:spChg>
        <pc:spChg chg="mod">
          <ac:chgData name="Li,Yuting (HP Medicine) BII-CN-S" userId="ce8fbb54-122c-426d-b8da-fdcc5e1b5022" providerId="ADAL" clId="{8B97610D-4614-4937-B59E-E4375BE69A6E}" dt="2024-01-08T08:13:35.563" v="48" actId="1076"/>
          <ac:spMkLst>
            <pc:docMk/>
            <pc:sldMk cId="3496264764" sldId="2147481319"/>
            <ac:spMk id="22" creationId="{48EC2FC3-8256-4BA8-AFB9-0C0F2B45F8BE}"/>
          </ac:spMkLst>
        </pc:spChg>
        <pc:graphicFrameChg chg="mod modGraphic">
          <ac:chgData name="Li,Yuting (HP Medicine) BII-CN-S" userId="ce8fbb54-122c-426d-b8da-fdcc5e1b5022" providerId="ADAL" clId="{8B97610D-4614-4937-B59E-E4375BE69A6E}" dt="2024-01-09T05:22:37.679" v="2258" actId="20577"/>
          <ac:graphicFrameMkLst>
            <pc:docMk/>
            <pc:sldMk cId="3496264764" sldId="2147481319"/>
            <ac:graphicFrameMk id="10" creationId="{7ED29C9C-0700-480D-B788-68CBB9D31EEE}"/>
          </ac:graphicFrameMkLst>
        </pc:graphicFrameChg>
      </pc:sldChg>
      <pc:sldChg chg="modSp add mod">
        <pc:chgData name="Li,Yuting (HP Medicine) BII-CN-S" userId="ce8fbb54-122c-426d-b8da-fdcc5e1b5022" providerId="ADAL" clId="{8B97610D-4614-4937-B59E-E4375BE69A6E}" dt="2024-01-09T07:00:37.170" v="2796" actId="108"/>
        <pc:sldMkLst>
          <pc:docMk/>
          <pc:sldMk cId="533113754" sldId="2147481320"/>
        </pc:sldMkLst>
        <pc:spChg chg="mod">
          <ac:chgData name="Li,Yuting (HP Medicine) BII-CN-S" userId="ce8fbb54-122c-426d-b8da-fdcc5e1b5022" providerId="ADAL" clId="{8B97610D-4614-4937-B59E-E4375BE69A6E}" dt="2024-01-09T07:00:37.170" v="2796" actId="108"/>
          <ac:spMkLst>
            <pc:docMk/>
            <pc:sldMk cId="533113754" sldId="2147481320"/>
            <ac:spMk id="107" creationId="{7DDA071E-5F80-4527-AE47-F1E7B2DC2A5B}"/>
          </ac:spMkLst>
        </pc:spChg>
        <pc:spChg chg="mod">
          <ac:chgData name="Li,Yuting (HP Medicine) BII-CN-S" userId="ce8fbb54-122c-426d-b8da-fdcc5e1b5022" providerId="ADAL" clId="{8B97610D-4614-4937-B59E-E4375BE69A6E}" dt="2024-01-08T09:19:20.182" v="881" actId="20577"/>
          <ac:spMkLst>
            <pc:docMk/>
            <pc:sldMk cId="533113754" sldId="2147481320"/>
            <ac:spMk id="126" creationId="{6A146A9F-3077-48E6-AD05-74AFFA257DC1}"/>
          </ac:spMkLst>
        </pc:spChg>
      </pc:sldChg>
      <pc:sldChg chg="add del">
        <pc:chgData name="Li,Yuting (HP Medicine) BII-CN-S" userId="ce8fbb54-122c-426d-b8da-fdcc5e1b5022" providerId="ADAL" clId="{8B97610D-4614-4937-B59E-E4375BE69A6E}" dt="2024-01-08T08:25:00.007" v="143" actId="47"/>
        <pc:sldMkLst>
          <pc:docMk/>
          <pc:sldMk cId="1226087378" sldId="2147481320"/>
        </pc:sldMkLst>
      </pc:sldChg>
      <pc:sldChg chg="add">
        <pc:chgData name="Li,Yuting (HP Medicine) BII-CN-S" userId="ce8fbb54-122c-426d-b8da-fdcc5e1b5022" providerId="ADAL" clId="{8B97610D-4614-4937-B59E-E4375BE69A6E}" dt="2024-01-08T09:20:06.875" v="882"/>
        <pc:sldMkLst>
          <pc:docMk/>
          <pc:sldMk cId="3351325479" sldId="2147481321"/>
        </pc:sldMkLst>
      </pc:sldChg>
      <pc:sldChg chg="add">
        <pc:chgData name="Li,Yuting (HP Medicine) BII-CN-S" userId="ce8fbb54-122c-426d-b8da-fdcc5e1b5022" providerId="ADAL" clId="{8B97610D-4614-4937-B59E-E4375BE69A6E}" dt="2024-01-08T09:20:56.438" v="886"/>
        <pc:sldMkLst>
          <pc:docMk/>
          <pc:sldMk cId="4072964452" sldId="2147481322"/>
        </pc:sldMkLst>
      </pc:sldChg>
      <pc:sldChg chg="modSp add mod addCm modNotesTx">
        <pc:chgData name="Li,Yuting (HP Medicine) BII-CN-S" userId="ce8fbb54-122c-426d-b8da-fdcc5e1b5022" providerId="ADAL" clId="{8B97610D-4614-4937-B59E-E4375BE69A6E}" dt="2024-01-09T07:53:38.429" v="2849" actId="1076"/>
        <pc:sldMkLst>
          <pc:docMk/>
          <pc:sldMk cId="3660926687" sldId="2147481326"/>
        </pc:sldMkLst>
        <pc:spChg chg="mod">
          <ac:chgData name="Li,Yuting (HP Medicine) BII-CN-S" userId="ce8fbb54-122c-426d-b8da-fdcc5e1b5022" providerId="ADAL" clId="{8B97610D-4614-4937-B59E-E4375BE69A6E}" dt="2024-01-09T07:53:38.429" v="2849" actId="1076"/>
          <ac:spMkLst>
            <pc:docMk/>
            <pc:sldMk cId="3660926687" sldId="2147481326"/>
            <ac:spMk id="8" creationId="{550384E0-65FC-53D8-C4E3-0F5949AAF98F}"/>
          </ac:spMkLst>
        </pc:spChg>
        <pc:spChg chg="mod">
          <ac:chgData name="Li,Yuting (HP Medicine) BII-CN-S" userId="ce8fbb54-122c-426d-b8da-fdcc5e1b5022" providerId="ADAL" clId="{8B97610D-4614-4937-B59E-E4375BE69A6E}" dt="2024-01-09T07:06:54.114" v="2800" actId="1076"/>
          <ac:spMkLst>
            <pc:docMk/>
            <pc:sldMk cId="3660926687" sldId="2147481326"/>
            <ac:spMk id="12" creationId="{13AB70E3-94D5-72AB-3F15-6CFC01BDE521}"/>
          </ac:spMkLst>
        </pc:spChg>
        <pc:spChg chg="mod">
          <ac:chgData name="Li,Yuting (HP Medicine) BII-CN-S" userId="ce8fbb54-122c-426d-b8da-fdcc5e1b5022" providerId="ADAL" clId="{8B97610D-4614-4937-B59E-E4375BE69A6E}" dt="2024-01-09T07:06:52.464" v="2799" actId="1076"/>
          <ac:spMkLst>
            <pc:docMk/>
            <pc:sldMk cId="3660926687" sldId="2147481326"/>
            <ac:spMk id="13" creationId="{27416EF5-E895-4578-F70D-39C020C59C37}"/>
          </ac:spMkLst>
        </pc:spChg>
        <pc:spChg chg="mod">
          <ac:chgData name="Li,Yuting (HP Medicine) BII-CN-S" userId="ce8fbb54-122c-426d-b8da-fdcc5e1b5022" providerId="ADAL" clId="{8B97610D-4614-4937-B59E-E4375BE69A6E}" dt="2024-01-09T07:06:56.790" v="2801" actId="1076"/>
          <ac:spMkLst>
            <pc:docMk/>
            <pc:sldMk cId="3660926687" sldId="2147481326"/>
            <ac:spMk id="14" creationId="{C4DF6003-EE50-3853-193F-6DE34F2443E4}"/>
          </ac:spMkLst>
        </pc:spChg>
        <pc:spChg chg="mod">
          <ac:chgData name="Li,Yuting (HP Medicine) BII-CN-S" userId="ce8fbb54-122c-426d-b8da-fdcc5e1b5022" providerId="ADAL" clId="{8B97610D-4614-4937-B59E-E4375BE69A6E}" dt="2024-01-08T09:38:12.133" v="1200" actId="20577"/>
          <ac:spMkLst>
            <pc:docMk/>
            <pc:sldMk cId="3660926687" sldId="2147481326"/>
            <ac:spMk id="62" creationId="{8DB07CF5-ABA1-4C9B-A9DA-0E66E05CDEC6}"/>
          </ac:spMkLst>
        </pc:spChg>
        <pc:graphicFrameChg chg="modGraphic">
          <ac:chgData name="Li,Yuting (HP Medicine) BII-CN-S" userId="ce8fbb54-122c-426d-b8da-fdcc5e1b5022" providerId="ADAL" clId="{8B97610D-4614-4937-B59E-E4375BE69A6E}" dt="2024-01-09T03:18:49.812" v="2159" actId="207"/>
          <ac:graphicFrameMkLst>
            <pc:docMk/>
            <pc:sldMk cId="3660926687" sldId="2147481326"/>
            <ac:graphicFrameMk id="49" creationId="{EB1832F7-86BE-4DEE-91F1-447638E4A957}"/>
          </ac:graphicFrameMkLst>
        </pc:graphicFrameChg>
      </pc:sldChg>
      <pc:sldChg chg="modSp add mod addCm modCm">
        <pc:chgData name="Li,Yuting (HP Medicine) BII-CN-S" userId="ce8fbb54-122c-426d-b8da-fdcc5e1b5022" providerId="ADAL" clId="{8B97610D-4614-4937-B59E-E4375BE69A6E}" dt="2024-01-11T01:19:46.092" v="3352" actId="13926"/>
        <pc:sldMkLst>
          <pc:docMk/>
          <pc:sldMk cId="1730592404" sldId="2147481329"/>
        </pc:sldMkLst>
        <pc:spChg chg="mod">
          <ac:chgData name="Li,Yuting (HP Medicine) BII-CN-S" userId="ce8fbb54-122c-426d-b8da-fdcc5e1b5022" providerId="ADAL" clId="{8B97610D-4614-4937-B59E-E4375BE69A6E}" dt="2024-01-09T01:41:32.058" v="2131" actId="20577"/>
          <ac:spMkLst>
            <pc:docMk/>
            <pc:sldMk cId="1730592404" sldId="2147481329"/>
            <ac:spMk id="2" creationId="{92BDA250-37EB-3B85-04F6-7428F3E473B6}"/>
          </ac:spMkLst>
        </pc:spChg>
        <pc:graphicFrameChg chg="mod modGraphic">
          <ac:chgData name="Li,Yuting (HP Medicine) BII-CN-S" userId="ce8fbb54-122c-426d-b8da-fdcc5e1b5022" providerId="ADAL" clId="{8B97610D-4614-4937-B59E-E4375BE69A6E}" dt="2024-01-11T01:19:46.092" v="3352" actId="13926"/>
          <ac:graphicFrameMkLst>
            <pc:docMk/>
            <pc:sldMk cId="1730592404" sldId="2147481329"/>
            <ac:graphicFrameMk id="10" creationId="{22408AE6-219A-DD2E-0F65-8778054FE972}"/>
          </ac:graphicFrameMkLst>
        </pc:graphicFrameChg>
      </pc:sldChg>
      <pc:sldChg chg="addSp delSp modSp add mod">
        <pc:chgData name="Li,Yuting (HP Medicine) BII-CN-S" userId="ce8fbb54-122c-426d-b8da-fdcc5e1b5022" providerId="ADAL" clId="{8B97610D-4614-4937-B59E-E4375BE69A6E}" dt="2024-01-10T08:39:22.270" v="3341" actId="20577"/>
        <pc:sldMkLst>
          <pc:docMk/>
          <pc:sldMk cId="41282380" sldId="2147481332"/>
        </pc:sldMkLst>
        <pc:spChg chg="mod">
          <ac:chgData name="Li,Yuting (HP Medicine) BII-CN-S" userId="ce8fbb54-122c-426d-b8da-fdcc5e1b5022" providerId="ADAL" clId="{8B97610D-4614-4937-B59E-E4375BE69A6E}" dt="2024-01-10T08:37:59.032" v="3306" actId="20577"/>
          <ac:spMkLst>
            <pc:docMk/>
            <pc:sldMk cId="41282380" sldId="2147481332"/>
            <ac:spMk id="2" creationId="{2183922C-E343-FE15-DCB0-52F86DE019F7}"/>
          </ac:spMkLst>
        </pc:spChg>
        <pc:spChg chg="mod">
          <ac:chgData name="Li,Yuting (HP Medicine) BII-CN-S" userId="ce8fbb54-122c-426d-b8da-fdcc5e1b5022" providerId="ADAL" clId="{8B97610D-4614-4937-B59E-E4375BE69A6E}" dt="2024-01-10T08:39:17.810" v="3335" actId="20577"/>
          <ac:spMkLst>
            <pc:docMk/>
            <pc:sldMk cId="41282380" sldId="2147481332"/>
            <ac:spMk id="22" creationId="{750767E5-894A-4C1B-AA0D-8DA7EFF6BE74}"/>
          </ac:spMkLst>
        </pc:spChg>
        <pc:spChg chg="mod">
          <ac:chgData name="Li,Yuting (HP Medicine) BII-CN-S" userId="ce8fbb54-122c-426d-b8da-fdcc5e1b5022" providerId="ADAL" clId="{8B97610D-4614-4937-B59E-E4375BE69A6E}" dt="2024-01-10T08:36:52.475" v="3287" actId="20577"/>
          <ac:spMkLst>
            <pc:docMk/>
            <pc:sldMk cId="41282380" sldId="2147481332"/>
            <ac:spMk id="33" creationId="{08B5C2DE-ECC0-4403-8751-A45C79F6E628}"/>
          </ac:spMkLst>
        </pc:spChg>
        <pc:spChg chg="mod">
          <ac:chgData name="Li,Yuting (HP Medicine) BII-CN-S" userId="ce8fbb54-122c-426d-b8da-fdcc5e1b5022" providerId="ADAL" clId="{8B97610D-4614-4937-B59E-E4375BE69A6E}" dt="2024-01-10T08:37:05.061" v="3294" actId="20577"/>
          <ac:spMkLst>
            <pc:docMk/>
            <pc:sldMk cId="41282380" sldId="2147481332"/>
            <ac:spMk id="38" creationId="{A8AE5374-9E21-432B-BAA3-4171229CA93D}"/>
          </ac:spMkLst>
        </pc:spChg>
        <pc:spChg chg="mod">
          <ac:chgData name="Li,Yuting (HP Medicine) BII-CN-S" userId="ce8fbb54-122c-426d-b8da-fdcc5e1b5022" providerId="ADAL" clId="{8B97610D-4614-4937-B59E-E4375BE69A6E}" dt="2024-01-10T08:38:38.887" v="3329" actId="20577"/>
          <ac:spMkLst>
            <pc:docMk/>
            <pc:sldMk cId="41282380" sldId="2147481332"/>
            <ac:spMk id="39" creationId="{3D8443B3-9E6B-09DB-6CF8-C1F69166E0A3}"/>
          </ac:spMkLst>
        </pc:spChg>
        <pc:spChg chg="add del mod">
          <ac:chgData name="Li,Yuting (HP Medicine) BII-CN-S" userId="ce8fbb54-122c-426d-b8da-fdcc5e1b5022" providerId="ADAL" clId="{8B97610D-4614-4937-B59E-E4375BE69A6E}" dt="2024-01-08T12:54:05.983" v="1735"/>
          <ac:spMkLst>
            <pc:docMk/>
            <pc:sldMk cId="41282380" sldId="2147481332"/>
            <ac:spMk id="49" creationId="{CC4CE9E8-4800-2051-D291-8CBB80E60E07}"/>
          </ac:spMkLst>
        </pc:spChg>
        <pc:spChg chg="add del mod">
          <ac:chgData name="Li,Yuting (HP Medicine) BII-CN-S" userId="ce8fbb54-122c-426d-b8da-fdcc5e1b5022" providerId="ADAL" clId="{8B97610D-4614-4937-B59E-E4375BE69A6E}" dt="2024-01-08T12:54:05.983" v="1735"/>
          <ac:spMkLst>
            <pc:docMk/>
            <pc:sldMk cId="41282380" sldId="2147481332"/>
            <ac:spMk id="50" creationId="{982C0838-E792-752B-18CA-E13751845639}"/>
          </ac:spMkLst>
        </pc:spChg>
        <pc:spChg chg="add del mod">
          <ac:chgData name="Li,Yuting (HP Medicine) BII-CN-S" userId="ce8fbb54-122c-426d-b8da-fdcc5e1b5022" providerId="ADAL" clId="{8B97610D-4614-4937-B59E-E4375BE69A6E}" dt="2024-01-08T12:54:05.983" v="1735"/>
          <ac:spMkLst>
            <pc:docMk/>
            <pc:sldMk cId="41282380" sldId="2147481332"/>
            <ac:spMk id="51" creationId="{3C292A67-F847-D20F-52BA-0049D188C821}"/>
          </ac:spMkLst>
        </pc:spChg>
        <pc:spChg chg="mod">
          <ac:chgData name="Li,Yuting (HP Medicine) BII-CN-S" userId="ce8fbb54-122c-426d-b8da-fdcc5e1b5022" providerId="ADAL" clId="{8B97610D-4614-4937-B59E-E4375BE69A6E}" dt="2024-01-10T08:39:22.270" v="3341" actId="20577"/>
          <ac:spMkLst>
            <pc:docMk/>
            <pc:sldMk cId="41282380" sldId="2147481332"/>
            <ac:spMk id="137" creationId="{1CA4D503-0497-424B-83B6-B28389852B8A}"/>
          </ac:spMkLst>
        </pc:spChg>
        <pc:graphicFrameChg chg="add del mod">
          <ac:chgData name="Li,Yuting (HP Medicine) BII-CN-S" userId="ce8fbb54-122c-426d-b8da-fdcc5e1b5022" providerId="ADAL" clId="{8B97610D-4614-4937-B59E-E4375BE69A6E}" dt="2024-01-08T12:51:44.844" v="1579"/>
          <ac:graphicFrameMkLst>
            <pc:docMk/>
            <pc:sldMk cId="41282380" sldId="2147481332"/>
            <ac:graphicFrameMk id="11" creationId="{A5334AA5-09D4-54B6-57B8-664F01618C80}"/>
          </ac:graphicFrameMkLst>
        </pc:graphicFrameChg>
        <pc:graphicFrameChg chg="add del mod">
          <ac:chgData name="Li,Yuting (HP Medicine) BII-CN-S" userId="ce8fbb54-122c-426d-b8da-fdcc5e1b5022" providerId="ADAL" clId="{8B97610D-4614-4937-B59E-E4375BE69A6E}" dt="2024-01-08T12:54:05.983" v="1735"/>
          <ac:graphicFrameMkLst>
            <pc:docMk/>
            <pc:sldMk cId="41282380" sldId="2147481332"/>
            <ac:graphicFrameMk id="44" creationId="{97BE325E-B3C6-E481-EE74-ABCC822A9A69}"/>
          </ac:graphicFrameMkLst>
        </pc:graphicFrameChg>
        <pc:cxnChg chg="mod">
          <ac:chgData name="Li,Yuting (HP Medicine) BII-CN-S" userId="ce8fbb54-122c-426d-b8da-fdcc5e1b5022" providerId="ADAL" clId="{8B97610D-4614-4937-B59E-E4375BE69A6E}" dt="2024-01-08T12:51:54.649" v="1582" actId="1076"/>
          <ac:cxnSpMkLst>
            <pc:docMk/>
            <pc:sldMk cId="41282380" sldId="2147481332"/>
            <ac:cxnSpMk id="72" creationId="{9C165100-0114-4167-8FF0-BFF01B293D04}"/>
          </ac:cxnSpMkLst>
        </pc:cxnChg>
      </pc:sldChg>
      <pc:sldChg chg="delSp modSp mod">
        <pc:chgData name="Li,Yuting (HP Medicine) BII-CN-S" userId="ce8fbb54-122c-426d-b8da-fdcc5e1b5022" providerId="ADAL" clId="{8B97610D-4614-4937-B59E-E4375BE69A6E}" dt="2024-01-10T08:25:10.772" v="3277" actId="20577"/>
        <pc:sldMkLst>
          <pc:docMk/>
          <pc:sldMk cId="1506953747" sldId="2147481335"/>
        </pc:sldMkLst>
        <pc:spChg chg="mod">
          <ac:chgData name="Li,Yuting (HP Medicine) BII-CN-S" userId="ce8fbb54-122c-426d-b8da-fdcc5e1b5022" providerId="ADAL" clId="{8B97610D-4614-4937-B59E-E4375BE69A6E}" dt="2024-01-10T08:25:10.772" v="3277" actId="20577"/>
          <ac:spMkLst>
            <pc:docMk/>
            <pc:sldMk cId="1506953747" sldId="2147481335"/>
            <ac:spMk id="2" creationId="{059459A3-57F5-8CD8-D74F-A656E135C8DD}"/>
          </ac:spMkLst>
        </pc:spChg>
        <pc:spChg chg="mod">
          <ac:chgData name="Li,Yuting (HP Medicine) BII-CN-S" userId="ce8fbb54-122c-426d-b8da-fdcc5e1b5022" providerId="ADAL" clId="{8B97610D-4614-4937-B59E-E4375BE69A6E}" dt="2024-01-10T08:24:32.031" v="3252" actId="1076"/>
          <ac:spMkLst>
            <pc:docMk/>
            <pc:sldMk cId="1506953747" sldId="2147481335"/>
            <ac:spMk id="23" creationId="{E111ED65-D098-4045-DD73-E6BD39EA1F96}"/>
          </ac:spMkLst>
        </pc:spChg>
        <pc:spChg chg="mod">
          <ac:chgData name="Li,Yuting (HP Medicine) BII-CN-S" userId="ce8fbb54-122c-426d-b8da-fdcc5e1b5022" providerId="ADAL" clId="{8B97610D-4614-4937-B59E-E4375BE69A6E}" dt="2024-01-10T08:21:58.999" v="3235" actId="1076"/>
          <ac:spMkLst>
            <pc:docMk/>
            <pc:sldMk cId="1506953747" sldId="2147481335"/>
            <ac:spMk id="35" creationId="{23DDCA6C-805E-4775-9002-2C78A3E9DD7B}"/>
          </ac:spMkLst>
        </pc:spChg>
        <pc:spChg chg="mod">
          <ac:chgData name="Li,Yuting (HP Medicine) BII-CN-S" userId="ce8fbb54-122c-426d-b8da-fdcc5e1b5022" providerId="ADAL" clId="{8B97610D-4614-4937-B59E-E4375BE69A6E}" dt="2024-01-10T08:21:55.092" v="3233" actId="1076"/>
          <ac:spMkLst>
            <pc:docMk/>
            <pc:sldMk cId="1506953747" sldId="2147481335"/>
            <ac:spMk id="63" creationId="{9224C17E-1AA1-4096-A3FD-25D6FD8BA444}"/>
          </ac:spMkLst>
        </pc:spChg>
        <pc:grpChg chg="mod">
          <ac:chgData name="Li,Yuting (HP Medicine) BII-CN-S" userId="ce8fbb54-122c-426d-b8da-fdcc5e1b5022" providerId="ADAL" clId="{8B97610D-4614-4937-B59E-E4375BE69A6E}" dt="2024-01-10T08:22:10.862" v="3236" actId="1076"/>
          <ac:grpSpMkLst>
            <pc:docMk/>
            <pc:sldMk cId="1506953747" sldId="2147481335"/>
            <ac:grpSpMk id="59" creationId="{00000000-0000-0000-0000-000000000000}"/>
          </ac:grpSpMkLst>
        </pc:grpChg>
        <pc:cxnChg chg="del">
          <ac:chgData name="Li,Yuting (HP Medicine) BII-CN-S" userId="ce8fbb54-122c-426d-b8da-fdcc5e1b5022" providerId="ADAL" clId="{8B97610D-4614-4937-B59E-E4375BE69A6E}" dt="2024-01-10T08:22:41.285" v="3237" actId="478"/>
          <ac:cxnSpMkLst>
            <pc:docMk/>
            <pc:sldMk cId="1506953747" sldId="2147481335"/>
            <ac:cxnSpMk id="17" creationId="{8980EB0E-99D7-5B63-3B48-2796452DFDAE}"/>
          </ac:cxnSpMkLst>
        </pc:cxnChg>
      </pc:sldChg>
      <pc:sldChg chg="modSp mod modShow">
        <pc:chgData name="Li,Yuting (HP Medicine) BII-CN-S" userId="ce8fbb54-122c-426d-b8da-fdcc5e1b5022" providerId="ADAL" clId="{8B97610D-4614-4937-B59E-E4375BE69A6E}" dt="2024-01-10T08:21:23" v="3232" actId="729"/>
        <pc:sldMkLst>
          <pc:docMk/>
          <pc:sldMk cId="2275812724" sldId="2147481337"/>
        </pc:sldMkLst>
        <pc:spChg chg="mod">
          <ac:chgData name="Li,Yuting (HP Medicine) BII-CN-S" userId="ce8fbb54-122c-426d-b8da-fdcc5e1b5022" providerId="ADAL" clId="{8B97610D-4614-4937-B59E-E4375BE69A6E}" dt="2024-01-09T07:12:24.855" v="2809" actId="14100"/>
          <ac:spMkLst>
            <pc:docMk/>
            <pc:sldMk cId="2275812724" sldId="2147481337"/>
            <ac:spMk id="2" creationId="{2183922C-E343-FE15-DCB0-52F86DE019F7}"/>
          </ac:spMkLst>
        </pc:spChg>
        <pc:grpChg chg="mod">
          <ac:chgData name="Li,Yuting (HP Medicine) BII-CN-S" userId="ce8fbb54-122c-426d-b8da-fdcc5e1b5022" providerId="ADAL" clId="{8B97610D-4614-4937-B59E-E4375BE69A6E}" dt="2024-01-08T13:10:02.049" v="1996" actId="1076"/>
          <ac:grpSpMkLst>
            <pc:docMk/>
            <pc:sldMk cId="2275812724" sldId="2147481337"/>
            <ac:grpSpMk id="16" creationId="{D5E57F42-5769-4C25-BD97-B26E532D9DE8}"/>
          </ac:grpSpMkLst>
        </pc:grpChg>
      </pc:sldChg>
      <pc:sldChg chg="add">
        <pc:chgData name="Li,Yuting (HP Medicine) BII-CN-S" userId="ce8fbb54-122c-426d-b8da-fdcc5e1b5022" providerId="ADAL" clId="{8B97610D-4614-4937-B59E-E4375BE69A6E}" dt="2024-01-08T12:17:27.707" v="1549"/>
        <pc:sldMkLst>
          <pc:docMk/>
          <pc:sldMk cId="2102404303" sldId="2147481346"/>
        </pc:sldMkLst>
      </pc:sldChg>
      <pc:sldChg chg="add">
        <pc:chgData name="Li,Yuting (HP Medicine) BII-CN-S" userId="ce8fbb54-122c-426d-b8da-fdcc5e1b5022" providerId="ADAL" clId="{8B97610D-4614-4937-B59E-E4375BE69A6E}" dt="2024-01-09T02:15:00.804" v="2139"/>
        <pc:sldMkLst>
          <pc:docMk/>
          <pc:sldMk cId="1809089800" sldId="2147481362"/>
        </pc:sldMkLst>
      </pc:sldChg>
      <pc:sldChg chg="add">
        <pc:chgData name="Li,Yuting (HP Medicine) BII-CN-S" userId="ce8fbb54-122c-426d-b8da-fdcc5e1b5022" providerId="ADAL" clId="{8B97610D-4614-4937-B59E-E4375BE69A6E}" dt="2024-01-09T02:15:00.804" v="2139"/>
        <pc:sldMkLst>
          <pc:docMk/>
          <pc:sldMk cId="1288368645" sldId="2147481363"/>
        </pc:sldMkLst>
      </pc:sldChg>
      <pc:sldChg chg="add">
        <pc:chgData name="Li,Yuting (HP Medicine) BII-CN-S" userId="ce8fbb54-122c-426d-b8da-fdcc5e1b5022" providerId="ADAL" clId="{8B97610D-4614-4937-B59E-E4375BE69A6E}" dt="2024-01-09T02:15:00.804" v="2139"/>
        <pc:sldMkLst>
          <pc:docMk/>
          <pc:sldMk cId="957828754" sldId="2147481365"/>
        </pc:sldMkLst>
      </pc:sldChg>
      <pc:sldChg chg="add">
        <pc:chgData name="Li,Yuting (HP Medicine) BII-CN-S" userId="ce8fbb54-122c-426d-b8da-fdcc5e1b5022" providerId="ADAL" clId="{8B97610D-4614-4937-B59E-E4375BE69A6E}" dt="2024-01-09T02:15:00.804" v="2139"/>
        <pc:sldMkLst>
          <pc:docMk/>
          <pc:sldMk cId="399334533" sldId="2147481366"/>
        </pc:sldMkLst>
      </pc:sldChg>
      <pc:sldChg chg="add">
        <pc:chgData name="Li,Yuting (HP Medicine) BII-CN-S" userId="ce8fbb54-122c-426d-b8da-fdcc5e1b5022" providerId="ADAL" clId="{8B97610D-4614-4937-B59E-E4375BE69A6E}" dt="2024-01-08T08:23:23.663" v="141"/>
        <pc:sldMkLst>
          <pc:docMk/>
          <pc:sldMk cId="4186878768" sldId="2147481369"/>
        </pc:sldMkLst>
      </pc:sldChg>
      <pc:sldChg chg="add addCm delCm modCm">
        <pc:chgData name="Li,Yuting (HP Medicine) BII-CN-S" userId="ce8fbb54-122c-426d-b8da-fdcc5e1b5022" providerId="ADAL" clId="{8B97610D-4614-4937-B59E-E4375BE69A6E}" dt="2024-01-09T01:37:56.080" v="2114" actId="1592"/>
        <pc:sldMkLst>
          <pc:docMk/>
          <pc:sldMk cId="623892547" sldId="2147481370"/>
        </pc:sldMkLst>
      </pc:sldChg>
      <pc:sldChg chg="addSp delSp modSp add mod">
        <pc:chgData name="Li,Yuting (HP Medicine) BII-CN-S" userId="ce8fbb54-122c-426d-b8da-fdcc5e1b5022" providerId="ADAL" clId="{8B97610D-4614-4937-B59E-E4375BE69A6E}" dt="2024-01-10T07:37:31.066" v="2963" actId="20577"/>
        <pc:sldMkLst>
          <pc:docMk/>
          <pc:sldMk cId="617639038" sldId="2147481371"/>
        </pc:sldMkLst>
        <pc:spChg chg="mod">
          <ac:chgData name="Li,Yuting (HP Medicine) BII-CN-S" userId="ce8fbb54-122c-426d-b8da-fdcc5e1b5022" providerId="ADAL" clId="{8B97610D-4614-4937-B59E-E4375BE69A6E}" dt="2024-01-10T07:37:31.066" v="2963" actId="20577"/>
          <ac:spMkLst>
            <pc:docMk/>
            <pc:sldMk cId="617639038" sldId="2147481371"/>
            <ac:spMk id="6" creationId="{9D4C3D96-3693-CB52-EE7C-09623DE8E8EA}"/>
          </ac:spMkLst>
        </pc:spChg>
        <pc:spChg chg="add del mod">
          <ac:chgData name="Li,Yuting (HP Medicine) BII-CN-S" userId="ce8fbb54-122c-426d-b8da-fdcc5e1b5022" providerId="ADAL" clId="{8B97610D-4614-4937-B59E-E4375BE69A6E}" dt="2024-01-08T08:31:56.804" v="153"/>
          <ac:spMkLst>
            <pc:docMk/>
            <pc:sldMk cId="617639038" sldId="2147481371"/>
            <ac:spMk id="12" creationId="{F22ECA1A-B9B4-BEDD-6624-07377B922E32}"/>
          </ac:spMkLst>
        </pc:spChg>
        <pc:spChg chg="mod">
          <ac:chgData name="Li,Yuting (HP Medicine) BII-CN-S" userId="ce8fbb54-122c-426d-b8da-fdcc5e1b5022" providerId="ADAL" clId="{8B97610D-4614-4937-B59E-E4375BE69A6E}" dt="2024-01-08T09:07:11.172" v="372" actId="20577"/>
          <ac:spMkLst>
            <pc:docMk/>
            <pc:sldMk cId="617639038" sldId="2147481371"/>
            <ac:spMk id="157" creationId="{ABF1C8FA-24FE-4186-8317-54D0AE86DBB2}"/>
          </ac:spMkLst>
        </pc:spChg>
        <pc:graphicFrameChg chg="add del mod">
          <ac:chgData name="Li,Yuting (HP Medicine) BII-CN-S" userId="ce8fbb54-122c-426d-b8da-fdcc5e1b5022" providerId="ADAL" clId="{8B97610D-4614-4937-B59E-E4375BE69A6E}" dt="2024-01-08T08:31:56.804" v="153"/>
          <ac:graphicFrameMkLst>
            <pc:docMk/>
            <pc:sldMk cId="617639038" sldId="2147481371"/>
            <ac:graphicFrameMk id="11" creationId="{9980F4E2-A566-5A29-972D-4EBD3E484F99}"/>
          </ac:graphicFrameMkLst>
        </pc:graphicFrameChg>
      </pc:sldChg>
      <pc:sldChg chg="modSp add mod">
        <pc:chgData name="Li,Yuting (HP Medicine) BII-CN-S" userId="ce8fbb54-122c-426d-b8da-fdcc5e1b5022" providerId="ADAL" clId="{8B97610D-4614-4937-B59E-E4375BE69A6E}" dt="2024-01-11T01:18:26.292" v="3349" actId="20577"/>
        <pc:sldMkLst>
          <pc:docMk/>
          <pc:sldMk cId="2201209374" sldId="2147481372"/>
        </pc:sldMkLst>
        <pc:spChg chg="mod">
          <ac:chgData name="Li,Yuting (HP Medicine) BII-CN-S" userId="ce8fbb54-122c-426d-b8da-fdcc5e1b5022" providerId="ADAL" clId="{8B97610D-4614-4937-B59E-E4375BE69A6E}" dt="2024-01-11T01:18:26.292" v="3349" actId="20577"/>
          <ac:spMkLst>
            <pc:docMk/>
            <pc:sldMk cId="2201209374" sldId="2147481372"/>
            <ac:spMk id="41" creationId="{80672632-5059-4D01-BB59-096554D9CD3A}"/>
          </ac:spMkLst>
        </pc:spChg>
      </pc:sldChg>
      <pc:sldChg chg="modSp add mod">
        <pc:chgData name="Li,Yuting (HP Medicine) BII-CN-S" userId="ce8fbb54-122c-426d-b8da-fdcc5e1b5022" providerId="ADAL" clId="{8B97610D-4614-4937-B59E-E4375BE69A6E}" dt="2024-01-10T07:46:05.240" v="3021" actId="20577"/>
        <pc:sldMkLst>
          <pc:docMk/>
          <pc:sldMk cId="1927358786" sldId="2147481373"/>
        </pc:sldMkLst>
        <pc:spChg chg="mod">
          <ac:chgData name="Li,Yuting (HP Medicine) BII-CN-S" userId="ce8fbb54-122c-426d-b8da-fdcc5e1b5022" providerId="ADAL" clId="{8B97610D-4614-4937-B59E-E4375BE69A6E}" dt="2024-01-10T07:46:05.240" v="3021" actId="20577"/>
          <ac:spMkLst>
            <pc:docMk/>
            <pc:sldMk cId="1927358786" sldId="2147481373"/>
            <ac:spMk id="75" creationId="{23E443ED-C91E-4425-963C-DB47A7F0B19C}"/>
          </ac:spMkLst>
        </pc:spChg>
        <pc:grpChg chg="mod">
          <ac:chgData name="Li,Yuting (HP Medicine) BII-CN-S" userId="ce8fbb54-122c-426d-b8da-fdcc5e1b5022" providerId="ADAL" clId="{8B97610D-4614-4937-B59E-E4375BE69A6E}" dt="2024-01-09T07:05:48.599" v="2797" actId="1076"/>
          <ac:grpSpMkLst>
            <pc:docMk/>
            <pc:sldMk cId="1927358786" sldId="2147481373"/>
            <ac:grpSpMk id="50" creationId="{00000000-0000-0000-0000-000000000000}"/>
          </ac:grpSpMkLst>
        </pc:grpChg>
      </pc:sldChg>
      <pc:sldChg chg="add">
        <pc:chgData name="Li,Yuting (HP Medicine) BII-CN-S" userId="ce8fbb54-122c-426d-b8da-fdcc5e1b5022" providerId="ADAL" clId="{8B97610D-4614-4937-B59E-E4375BE69A6E}" dt="2024-01-08T09:20:56.438" v="886"/>
        <pc:sldMkLst>
          <pc:docMk/>
          <pc:sldMk cId="2928051727" sldId="2147481374"/>
        </pc:sldMkLst>
      </pc:sldChg>
      <pc:sldChg chg="addSp modSp add mod">
        <pc:chgData name="Li,Yuting (HP Medicine) BII-CN-S" userId="ce8fbb54-122c-426d-b8da-fdcc5e1b5022" providerId="ADAL" clId="{8B97610D-4614-4937-B59E-E4375BE69A6E}" dt="2024-01-11T01:19:05.461" v="3350" actId="6549"/>
        <pc:sldMkLst>
          <pc:docMk/>
          <pc:sldMk cId="497805760" sldId="2147481375"/>
        </pc:sldMkLst>
        <pc:spChg chg="mod">
          <ac:chgData name="Li,Yuting (HP Medicine) BII-CN-S" userId="ce8fbb54-122c-426d-b8da-fdcc5e1b5022" providerId="ADAL" clId="{8B97610D-4614-4937-B59E-E4375BE69A6E}" dt="2024-01-08T09:25:36.816" v="1062" actId="20577"/>
          <ac:spMkLst>
            <pc:docMk/>
            <pc:sldMk cId="497805760" sldId="2147481375"/>
            <ac:spMk id="3" creationId="{00000000-0000-0000-0000-000000000000}"/>
          </ac:spMkLst>
        </pc:spChg>
        <pc:spChg chg="add mod">
          <ac:chgData name="Li,Yuting (HP Medicine) BII-CN-S" userId="ce8fbb54-122c-426d-b8da-fdcc5e1b5022" providerId="ADAL" clId="{8B97610D-4614-4937-B59E-E4375BE69A6E}" dt="2024-01-11T01:19:05.461" v="3350" actId="6549"/>
          <ac:spMkLst>
            <pc:docMk/>
            <pc:sldMk cId="497805760" sldId="2147481375"/>
            <ac:spMk id="7" creationId="{5220F6B6-6CCC-4FBE-FED8-7B4E06A6C8FE}"/>
          </ac:spMkLst>
        </pc:spChg>
        <pc:spChg chg="mod">
          <ac:chgData name="Li,Yuting (HP Medicine) BII-CN-S" userId="ce8fbb54-122c-426d-b8da-fdcc5e1b5022" providerId="ADAL" clId="{8B97610D-4614-4937-B59E-E4375BE69A6E}" dt="2024-01-08T09:29:56.904" v="1139" actId="1076"/>
          <ac:spMkLst>
            <pc:docMk/>
            <pc:sldMk cId="497805760" sldId="2147481375"/>
            <ac:spMk id="8" creationId="{0C66632E-3225-2B27-3E03-5E7BDD44EC72}"/>
          </ac:spMkLst>
        </pc:spChg>
        <pc:spChg chg="add mod">
          <ac:chgData name="Li,Yuting (HP Medicine) BII-CN-S" userId="ce8fbb54-122c-426d-b8da-fdcc5e1b5022" providerId="ADAL" clId="{8B97610D-4614-4937-B59E-E4375BE69A6E}" dt="2024-01-08T09:29:58.319" v="1140"/>
          <ac:spMkLst>
            <pc:docMk/>
            <pc:sldMk cId="497805760" sldId="2147481375"/>
            <ac:spMk id="21" creationId="{ED44244A-FEB0-586B-E598-E28225954DC1}"/>
          </ac:spMkLst>
        </pc:spChg>
        <pc:spChg chg="add mod">
          <ac:chgData name="Li,Yuting (HP Medicine) BII-CN-S" userId="ce8fbb54-122c-426d-b8da-fdcc5e1b5022" providerId="ADAL" clId="{8B97610D-4614-4937-B59E-E4375BE69A6E}" dt="2024-01-08T09:35:28.934" v="1141"/>
          <ac:spMkLst>
            <pc:docMk/>
            <pc:sldMk cId="497805760" sldId="2147481375"/>
            <ac:spMk id="22" creationId="{FE802B07-3342-A085-3E09-AF0A3BB59652}"/>
          </ac:spMkLst>
        </pc:spChg>
        <pc:spChg chg="mod">
          <ac:chgData name="Li,Yuting (HP Medicine) BII-CN-S" userId="ce8fbb54-122c-426d-b8da-fdcc5e1b5022" providerId="ADAL" clId="{8B97610D-4614-4937-B59E-E4375BE69A6E}" dt="2024-01-08T09:25:53.524" v="1064" actId="20577"/>
          <ac:spMkLst>
            <pc:docMk/>
            <pc:sldMk cId="497805760" sldId="2147481375"/>
            <ac:spMk id="111" creationId="{4234C9EC-3A7A-4361-BA46-FEE8499D0720}"/>
          </ac:spMkLst>
        </pc:spChg>
        <pc:spChg chg="mod">
          <ac:chgData name="Li,Yuting (HP Medicine) BII-CN-S" userId="ce8fbb54-122c-426d-b8da-fdcc5e1b5022" providerId="ADAL" clId="{8B97610D-4614-4937-B59E-E4375BE69A6E}" dt="2024-01-08T09:26:15.288" v="1065" actId="207"/>
          <ac:spMkLst>
            <pc:docMk/>
            <pc:sldMk cId="497805760" sldId="2147481375"/>
            <ac:spMk id="137" creationId="{1CA4D503-0497-424B-83B6-B28389852B8A}"/>
          </ac:spMkLst>
        </pc:spChg>
        <pc:picChg chg="add mod">
          <ac:chgData name="Li,Yuting (HP Medicine) BII-CN-S" userId="ce8fbb54-122c-426d-b8da-fdcc5e1b5022" providerId="ADAL" clId="{8B97610D-4614-4937-B59E-E4375BE69A6E}" dt="2024-01-09T07:06:12.796" v="2798"/>
          <ac:picMkLst>
            <pc:docMk/>
            <pc:sldMk cId="497805760" sldId="2147481375"/>
            <ac:picMk id="24" creationId="{6D1D54C7-3EB1-9E8F-D5AE-4F493FCB5C80}"/>
          </ac:picMkLst>
        </pc:picChg>
        <pc:cxnChg chg="add mod">
          <ac:chgData name="Li,Yuting (HP Medicine) BII-CN-S" userId="ce8fbb54-122c-426d-b8da-fdcc5e1b5022" providerId="ADAL" clId="{8B97610D-4614-4937-B59E-E4375BE69A6E}" dt="2024-01-08T09:35:36.889" v="1142"/>
          <ac:cxnSpMkLst>
            <pc:docMk/>
            <pc:sldMk cId="497805760" sldId="2147481375"/>
            <ac:cxnSpMk id="23" creationId="{CFFB1133-4F50-A609-EA28-27883FBBDE7D}"/>
          </ac:cxnSpMkLst>
        </pc:cxnChg>
      </pc:sldChg>
      <pc:sldChg chg="mod modShow">
        <pc:chgData name="Li,Yuting (HP Medicine) BII-CN-S" userId="ce8fbb54-122c-426d-b8da-fdcc5e1b5022" providerId="ADAL" clId="{8B97610D-4614-4937-B59E-E4375BE69A6E}" dt="2024-01-08T11:52:40.966" v="1201" actId="729"/>
        <pc:sldMkLst>
          <pc:docMk/>
          <pc:sldMk cId="3834472517" sldId="2147481376"/>
        </pc:sldMkLst>
      </pc:sldChg>
      <pc:sldChg chg="addSp modSp mod">
        <pc:chgData name="Li,Yuting (HP Medicine) BII-CN-S" userId="ce8fbb54-122c-426d-b8da-fdcc5e1b5022" providerId="ADAL" clId="{8B97610D-4614-4937-B59E-E4375BE69A6E}" dt="2024-01-10T07:52:01.417" v="3136" actId="1076"/>
        <pc:sldMkLst>
          <pc:docMk/>
          <pc:sldMk cId="896140667" sldId="2147481377"/>
        </pc:sldMkLst>
        <pc:spChg chg="add mod">
          <ac:chgData name="Li,Yuting (HP Medicine) BII-CN-S" userId="ce8fbb54-122c-426d-b8da-fdcc5e1b5022" providerId="ADAL" clId="{8B97610D-4614-4937-B59E-E4375BE69A6E}" dt="2024-01-09T07:53:59.598" v="2851" actId="6549"/>
          <ac:spMkLst>
            <pc:docMk/>
            <pc:sldMk cId="896140667" sldId="2147481377"/>
            <ac:spMk id="5" creationId="{6FA32674-FA79-7042-E98C-16EC361E1938}"/>
          </ac:spMkLst>
        </pc:spChg>
        <pc:spChg chg="mod">
          <ac:chgData name="Li,Yuting (HP Medicine) BII-CN-S" userId="ce8fbb54-122c-426d-b8da-fdcc5e1b5022" providerId="ADAL" clId="{8B97610D-4614-4937-B59E-E4375BE69A6E}" dt="2024-01-10T07:51:49.566" v="3133" actId="1076"/>
          <ac:spMkLst>
            <pc:docMk/>
            <pc:sldMk cId="896140667" sldId="2147481377"/>
            <ac:spMk id="6" creationId="{25357EA1-1F19-4D1B-9A4E-2EAB26F09BB9}"/>
          </ac:spMkLst>
        </pc:spChg>
        <pc:spChg chg="mod">
          <ac:chgData name="Li,Yuting (HP Medicine) BII-CN-S" userId="ce8fbb54-122c-426d-b8da-fdcc5e1b5022" providerId="ADAL" clId="{8B97610D-4614-4937-B59E-E4375BE69A6E}" dt="2024-01-10T07:52:01.417" v="3136" actId="1076"/>
          <ac:spMkLst>
            <pc:docMk/>
            <pc:sldMk cId="896140667" sldId="2147481377"/>
            <ac:spMk id="7" creationId="{E9DC4527-9B66-4450-86F5-689D3C73A610}"/>
          </ac:spMkLst>
        </pc:spChg>
        <pc:spChg chg="mod">
          <ac:chgData name="Li,Yuting (HP Medicine) BII-CN-S" userId="ce8fbb54-122c-426d-b8da-fdcc5e1b5022" providerId="ADAL" clId="{8B97610D-4614-4937-B59E-E4375BE69A6E}" dt="2024-01-08T12:09:29.655" v="1495" actId="1036"/>
          <ac:spMkLst>
            <pc:docMk/>
            <pc:sldMk cId="896140667" sldId="2147481377"/>
            <ac:spMk id="14" creationId="{68A7628B-AF88-08DF-84D1-853B37CB02C0}"/>
          </ac:spMkLst>
        </pc:spChg>
        <pc:spChg chg="mod">
          <ac:chgData name="Li,Yuting (HP Medicine) BII-CN-S" userId="ce8fbb54-122c-426d-b8da-fdcc5e1b5022" providerId="ADAL" clId="{8B97610D-4614-4937-B59E-E4375BE69A6E}" dt="2024-01-08T12:09:29.655" v="1495" actId="1036"/>
          <ac:spMkLst>
            <pc:docMk/>
            <pc:sldMk cId="896140667" sldId="2147481377"/>
            <ac:spMk id="79" creationId="{9DC64F3E-B26E-A514-1D53-2A986DE14DE2}"/>
          </ac:spMkLst>
        </pc:spChg>
        <pc:spChg chg="mod">
          <ac:chgData name="Li,Yuting (HP Medicine) BII-CN-S" userId="ce8fbb54-122c-426d-b8da-fdcc5e1b5022" providerId="ADAL" clId="{8B97610D-4614-4937-B59E-E4375BE69A6E}" dt="2024-01-08T12:09:29.655" v="1495" actId="1036"/>
          <ac:spMkLst>
            <pc:docMk/>
            <pc:sldMk cId="896140667" sldId="2147481377"/>
            <ac:spMk id="80" creationId="{389BBC32-9675-78D9-FFFE-557EA0955EAD}"/>
          </ac:spMkLst>
        </pc:spChg>
        <pc:spChg chg="mod">
          <ac:chgData name="Li,Yuting (HP Medicine) BII-CN-S" userId="ce8fbb54-122c-426d-b8da-fdcc5e1b5022" providerId="ADAL" clId="{8B97610D-4614-4937-B59E-E4375BE69A6E}" dt="2024-01-08T12:09:29.655" v="1495" actId="1036"/>
          <ac:spMkLst>
            <pc:docMk/>
            <pc:sldMk cId="896140667" sldId="2147481377"/>
            <ac:spMk id="90" creationId="{5897F635-B45E-7308-C37D-CD2E9EC952DF}"/>
          </ac:spMkLst>
        </pc:spChg>
        <pc:grpChg chg="mod">
          <ac:chgData name="Li,Yuting (HP Medicine) BII-CN-S" userId="ce8fbb54-122c-426d-b8da-fdcc5e1b5022" providerId="ADAL" clId="{8B97610D-4614-4937-B59E-E4375BE69A6E}" dt="2024-01-08T12:08:35.719" v="1448" actId="1076"/>
          <ac:grpSpMkLst>
            <pc:docMk/>
            <pc:sldMk cId="896140667" sldId="2147481377"/>
            <ac:grpSpMk id="203" creationId="{3855D1D5-D3D2-4F97-9E67-F3646B91ACCC}"/>
          </ac:grpSpMkLst>
        </pc:grpChg>
      </pc:sldChg>
      <pc:sldChg chg="modSp add mod">
        <pc:chgData name="Li,Yuting (HP Medicine) BII-CN-S" userId="ce8fbb54-122c-426d-b8da-fdcc5e1b5022" providerId="ADAL" clId="{8B97610D-4614-4937-B59E-E4375BE69A6E}" dt="2024-01-10T08:00:17.143" v="3145" actId="6549"/>
        <pc:sldMkLst>
          <pc:docMk/>
          <pc:sldMk cId="4175518287" sldId="2147481378"/>
        </pc:sldMkLst>
        <pc:spChg chg="mod">
          <ac:chgData name="Li,Yuting (HP Medicine) BII-CN-S" userId="ce8fbb54-122c-426d-b8da-fdcc5e1b5022" providerId="ADAL" clId="{8B97610D-4614-4937-B59E-E4375BE69A6E}" dt="2024-01-10T08:00:17.143" v="3145" actId="6549"/>
          <ac:spMkLst>
            <pc:docMk/>
            <pc:sldMk cId="4175518287" sldId="2147481378"/>
            <ac:spMk id="5" creationId="{C4DECDA1-79AD-8B9D-708E-04480A636390}"/>
          </ac:spMkLst>
        </pc:spChg>
        <pc:spChg chg="mod">
          <ac:chgData name="Li,Yuting (HP Medicine) BII-CN-S" userId="ce8fbb54-122c-426d-b8da-fdcc5e1b5022" providerId="ADAL" clId="{8B97610D-4614-4937-B59E-E4375BE69A6E}" dt="2024-01-09T08:19:59.812" v="2864" actId="20577"/>
          <ac:spMkLst>
            <pc:docMk/>
            <pc:sldMk cId="4175518287" sldId="2147481378"/>
            <ac:spMk id="22" creationId="{22F5E4EB-3F20-7947-300C-36F54DA43572}"/>
          </ac:spMkLst>
        </pc:spChg>
        <pc:spChg chg="mod">
          <ac:chgData name="Li,Yuting (HP Medicine) BII-CN-S" userId="ce8fbb54-122c-426d-b8da-fdcc5e1b5022" providerId="ADAL" clId="{8B97610D-4614-4937-B59E-E4375BE69A6E}" dt="2024-01-09T08:19:36.538" v="2858" actId="20577"/>
          <ac:spMkLst>
            <pc:docMk/>
            <pc:sldMk cId="4175518287" sldId="2147481378"/>
            <ac:spMk id="102" creationId="{642F01DB-B99F-4D80-8584-E2E7C47D2ADA}"/>
          </ac:spMkLst>
        </pc:spChg>
        <pc:spChg chg="mod">
          <ac:chgData name="Li,Yuting (HP Medicine) BII-CN-S" userId="ce8fbb54-122c-426d-b8da-fdcc5e1b5022" providerId="ADAL" clId="{8B97610D-4614-4937-B59E-E4375BE69A6E}" dt="2024-01-09T08:21:07.106" v="2865" actId="14100"/>
          <ac:spMkLst>
            <pc:docMk/>
            <pc:sldMk cId="4175518287" sldId="2147481378"/>
            <ac:spMk id="103" creationId="{88ADF3F5-8D4E-46D6-B602-6ED584E51F57}"/>
          </ac:spMkLst>
        </pc:spChg>
        <pc:grpChg chg="mod">
          <ac:chgData name="Li,Yuting (HP Medicine) BII-CN-S" userId="ce8fbb54-122c-426d-b8da-fdcc5e1b5022" providerId="ADAL" clId="{8B97610D-4614-4937-B59E-E4375BE69A6E}" dt="2024-01-09T08:19:31.086" v="2852" actId="1076"/>
          <ac:grpSpMkLst>
            <pc:docMk/>
            <pc:sldMk cId="4175518287" sldId="2147481378"/>
            <ac:grpSpMk id="94" creationId="{8CA2D186-99EC-466F-9E24-BEA99F2ECDCD}"/>
          </ac:grpSpMkLst>
        </pc:grpChg>
      </pc:sldChg>
      <pc:sldChg chg="modSp add del mod addCm modCm">
        <pc:chgData name="Li,Yuting (HP Medicine) BII-CN-S" userId="ce8fbb54-122c-426d-b8da-fdcc5e1b5022" providerId="ADAL" clId="{8B97610D-4614-4937-B59E-E4375BE69A6E}" dt="2024-01-09T07:09:06.488" v="2808" actId="47"/>
        <pc:sldMkLst>
          <pc:docMk/>
          <pc:sldMk cId="2371181932" sldId="2147481379"/>
        </pc:sldMkLst>
        <pc:graphicFrameChg chg="mod">
          <ac:chgData name="Li,Yuting (HP Medicine) BII-CN-S" userId="ce8fbb54-122c-426d-b8da-fdcc5e1b5022" providerId="ADAL" clId="{8B97610D-4614-4937-B59E-E4375BE69A6E}" dt="2024-01-08T12:20:20.278" v="1557" actId="1076"/>
          <ac:graphicFrameMkLst>
            <pc:docMk/>
            <pc:sldMk cId="2371181932" sldId="2147481379"/>
            <ac:graphicFrameMk id="2" creationId="{57883224-1323-4D15-B02B-5BEABBF6E564}"/>
          </ac:graphicFrameMkLst>
        </pc:graphicFrameChg>
      </pc:sldChg>
      <pc:sldChg chg="add">
        <pc:chgData name="Li,Yuting (HP Medicine) BII-CN-S" userId="ce8fbb54-122c-426d-b8da-fdcc5e1b5022" providerId="ADAL" clId="{8B97610D-4614-4937-B59E-E4375BE69A6E}" dt="2024-01-08T12:18:12.462" v="1550"/>
        <pc:sldMkLst>
          <pc:docMk/>
          <pc:sldMk cId="2819422570" sldId="2147481380"/>
        </pc:sldMkLst>
      </pc:sldChg>
      <pc:sldChg chg="modSp add mod setBg">
        <pc:chgData name="Li,Yuting (HP Medicine) BII-CN-S" userId="ce8fbb54-122c-426d-b8da-fdcc5e1b5022" providerId="ADAL" clId="{8B97610D-4614-4937-B59E-E4375BE69A6E}" dt="2024-01-10T08:13:42.315" v="3223" actId="20577"/>
        <pc:sldMkLst>
          <pc:docMk/>
          <pc:sldMk cId="4250654269" sldId="2147481381"/>
        </pc:sldMkLst>
        <pc:spChg chg="mod">
          <ac:chgData name="Li,Yuting (HP Medicine) BII-CN-S" userId="ce8fbb54-122c-426d-b8da-fdcc5e1b5022" providerId="ADAL" clId="{8B97610D-4614-4937-B59E-E4375BE69A6E}" dt="2024-01-10T08:10:16.576" v="3180" actId="1076"/>
          <ac:spMkLst>
            <pc:docMk/>
            <pc:sldMk cId="4250654269" sldId="2147481381"/>
            <ac:spMk id="5" creationId="{693BA5D2-FC52-85AD-FAF8-FA007B074DAC}"/>
          </ac:spMkLst>
        </pc:spChg>
        <pc:spChg chg="mod">
          <ac:chgData name="Li,Yuting (HP Medicine) BII-CN-S" userId="ce8fbb54-122c-426d-b8da-fdcc5e1b5022" providerId="ADAL" clId="{8B97610D-4614-4937-B59E-E4375BE69A6E}" dt="2024-01-10T08:09:22.507" v="3174" actId="1076"/>
          <ac:spMkLst>
            <pc:docMk/>
            <pc:sldMk cId="4250654269" sldId="2147481381"/>
            <ac:spMk id="6" creationId="{25E9B149-D572-4CFE-AEEE-BB1C81F2D0A9}"/>
          </ac:spMkLst>
        </pc:spChg>
        <pc:spChg chg="mod">
          <ac:chgData name="Li,Yuting (HP Medicine) BII-CN-S" userId="ce8fbb54-122c-426d-b8da-fdcc5e1b5022" providerId="ADAL" clId="{8B97610D-4614-4937-B59E-E4375BE69A6E}" dt="2024-01-10T08:13:42.315" v="3223" actId="20577"/>
          <ac:spMkLst>
            <pc:docMk/>
            <pc:sldMk cId="4250654269" sldId="2147481381"/>
            <ac:spMk id="16" creationId="{397C50CA-40EC-2B76-5DCF-8E4B0390FC5E}"/>
          </ac:spMkLst>
        </pc:spChg>
        <pc:spChg chg="mod">
          <ac:chgData name="Li,Yuting (HP Medicine) BII-CN-S" userId="ce8fbb54-122c-426d-b8da-fdcc5e1b5022" providerId="ADAL" clId="{8B97610D-4614-4937-B59E-E4375BE69A6E}" dt="2024-01-10T08:10:53.001" v="3185" actId="12789"/>
          <ac:spMkLst>
            <pc:docMk/>
            <pc:sldMk cId="4250654269" sldId="2147481381"/>
            <ac:spMk id="18" creationId="{9BEBAFF4-0066-659E-A126-71EBAA8AAE28}"/>
          </ac:spMkLst>
        </pc:spChg>
        <pc:spChg chg="mod">
          <ac:chgData name="Li,Yuting (HP Medicine) BII-CN-S" userId="ce8fbb54-122c-426d-b8da-fdcc5e1b5022" providerId="ADAL" clId="{8B97610D-4614-4937-B59E-E4375BE69A6E}" dt="2024-01-10T08:10:02.074" v="3176" actId="108"/>
          <ac:spMkLst>
            <pc:docMk/>
            <pc:sldMk cId="4250654269" sldId="2147481381"/>
            <ac:spMk id="62" creationId="{CD85B817-8531-43FF-BC59-76B1A69AEED5}"/>
          </ac:spMkLst>
        </pc:spChg>
        <pc:spChg chg="mod">
          <ac:chgData name="Li,Yuting (HP Medicine) BII-CN-S" userId="ce8fbb54-122c-426d-b8da-fdcc5e1b5022" providerId="ADAL" clId="{8B97610D-4614-4937-B59E-E4375BE69A6E}" dt="2024-01-10T08:10:53.001" v="3185" actId="12789"/>
          <ac:spMkLst>
            <pc:docMk/>
            <pc:sldMk cId="4250654269" sldId="2147481381"/>
            <ac:spMk id="64" creationId="{9224C17E-1AA1-4096-A3FD-25D6FD8BA444}"/>
          </ac:spMkLst>
        </pc:spChg>
        <pc:spChg chg="mod">
          <ac:chgData name="Li,Yuting (HP Medicine) BII-CN-S" userId="ce8fbb54-122c-426d-b8da-fdcc5e1b5022" providerId="ADAL" clId="{8B97610D-4614-4937-B59E-E4375BE69A6E}" dt="2024-01-10T08:10:09.200" v="3178" actId="108"/>
          <ac:spMkLst>
            <pc:docMk/>
            <pc:sldMk cId="4250654269" sldId="2147481381"/>
            <ac:spMk id="86" creationId="{AAD1D292-97F0-4B08-979E-B78ECBF621CA}"/>
          </ac:spMkLst>
        </pc:spChg>
        <pc:spChg chg="mod">
          <ac:chgData name="Li,Yuting (HP Medicine) BII-CN-S" userId="ce8fbb54-122c-426d-b8da-fdcc5e1b5022" providerId="ADAL" clId="{8B97610D-4614-4937-B59E-E4375BE69A6E}" dt="2024-01-10T08:10:53.001" v="3185" actId="12789"/>
          <ac:spMkLst>
            <pc:docMk/>
            <pc:sldMk cId="4250654269" sldId="2147481381"/>
            <ac:spMk id="132" creationId="{3C3CACA0-6719-4369-B7E3-DFDE8A562372}"/>
          </ac:spMkLst>
        </pc:spChg>
        <pc:spChg chg="mod">
          <ac:chgData name="Li,Yuting (HP Medicine) BII-CN-S" userId="ce8fbb54-122c-426d-b8da-fdcc5e1b5022" providerId="ADAL" clId="{8B97610D-4614-4937-B59E-E4375BE69A6E}" dt="2024-01-10T08:10:53.001" v="3185" actId="12789"/>
          <ac:spMkLst>
            <pc:docMk/>
            <pc:sldMk cId="4250654269" sldId="2147481381"/>
            <ac:spMk id="140" creationId="{2C476CE0-4E49-48BA-9546-8CA92E930315}"/>
          </ac:spMkLst>
        </pc:spChg>
        <pc:spChg chg="mod">
          <ac:chgData name="Li,Yuting (HP Medicine) BII-CN-S" userId="ce8fbb54-122c-426d-b8da-fdcc5e1b5022" providerId="ADAL" clId="{8B97610D-4614-4937-B59E-E4375BE69A6E}" dt="2024-01-10T08:10:04.995" v="3177" actId="108"/>
          <ac:spMkLst>
            <pc:docMk/>
            <pc:sldMk cId="4250654269" sldId="2147481381"/>
            <ac:spMk id="146" creationId="{D8665EA8-642E-464A-8E61-6CC42C7EAA9D}"/>
          </ac:spMkLst>
        </pc:spChg>
      </pc:sldChg>
      <pc:sldChg chg="modSp add mod">
        <pc:chgData name="Li,Yuting (HP Medicine) BII-CN-S" userId="ce8fbb54-122c-426d-b8da-fdcc5e1b5022" providerId="ADAL" clId="{8B97610D-4614-4937-B59E-E4375BE69A6E}" dt="2024-01-10T08:21:09.730" v="3231" actId="1076"/>
        <pc:sldMkLst>
          <pc:docMk/>
          <pc:sldMk cId="1784019921" sldId="2147481382"/>
        </pc:sldMkLst>
        <pc:spChg chg="mod">
          <ac:chgData name="Li,Yuting (HP Medicine) BII-CN-S" userId="ce8fbb54-122c-426d-b8da-fdcc5e1b5022" providerId="ADAL" clId="{8B97610D-4614-4937-B59E-E4375BE69A6E}" dt="2024-01-10T08:21:09.730" v="3231" actId="1076"/>
          <ac:spMkLst>
            <pc:docMk/>
            <pc:sldMk cId="1784019921" sldId="2147481382"/>
            <ac:spMk id="3" creationId="{00000000-0000-0000-0000-000000000000}"/>
          </ac:spMkLst>
        </pc:spChg>
        <pc:spChg chg="mod">
          <ac:chgData name="Li,Yuting (HP Medicine) BII-CN-S" userId="ce8fbb54-122c-426d-b8da-fdcc5e1b5022" providerId="ADAL" clId="{8B97610D-4614-4937-B59E-E4375BE69A6E}" dt="2024-01-08T12:49:57.834" v="1571" actId="207"/>
          <ac:spMkLst>
            <pc:docMk/>
            <pc:sldMk cId="1784019921" sldId="2147481382"/>
            <ac:spMk id="11" creationId="{0A7BAFCC-DE85-4BB9-B5D2-350421090784}"/>
          </ac:spMkLst>
        </pc:spChg>
        <pc:spChg chg="mod">
          <ac:chgData name="Li,Yuting (HP Medicine) BII-CN-S" userId="ce8fbb54-122c-426d-b8da-fdcc5e1b5022" providerId="ADAL" clId="{8B97610D-4614-4937-B59E-E4375BE69A6E}" dt="2024-01-08T12:50:00.500" v="1572" actId="207"/>
          <ac:spMkLst>
            <pc:docMk/>
            <pc:sldMk cId="1784019921" sldId="2147481382"/>
            <ac:spMk id="19" creationId="{BDEA672D-B8D7-469A-B852-0DB07DEA810F}"/>
          </ac:spMkLst>
        </pc:spChg>
        <pc:spChg chg="mod">
          <ac:chgData name="Li,Yuting (HP Medicine) BII-CN-S" userId="ce8fbb54-122c-426d-b8da-fdcc5e1b5022" providerId="ADAL" clId="{8B97610D-4614-4937-B59E-E4375BE69A6E}" dt="2024-01-08T12:49:54.337" v="1570" actId="207"/>
          <ac:spMkLst>
            <pc:docMk/>
            <pc:sldMk cId="1784019921" sldId="2147481382"/>
            <ac:spMk id="64" creationId="{9224C17E-1AA1-4096-A3FD-25D6FD8BA444}"/>
          </ac:spMkLst>
        </pc:spChg>
        <pc:spChg chg="mod">
          <ac:chgData name="Li,Yuting (HP Medicine) BII-CN-S" userId="ce8fbb54-122c-426d-b8da-fdcc5e1b5022" providerId="ADAL" clId="{8B97610D-4614-4937-B59E-E4375BE69A6E}" dt="2024-01-08T12:50:04.170" v="1573" actId="207"/>
          <ac:spMkLst>
            <pc:docMk/>
            <pc:sldMk cId="1784019921" sldId="2147481382"/>
            <ac:spMk id="88" creationId="{9224C17E-1AA1-4096-A3FD-25D6FD8BA444}"/>
          </ac:spMkLst>
        </pc:spChg>
        <pc:spChg chg="mod">
          <ac:chgData name="Li,Yuting (HP Medicine) BII-CN-S" userId="ce8fbb54-122c-426d-b8da-fdcc5e1b5022" providerId="ADAL" clId="{8B97610D-4614-4937-B59E-E4375BE69A6E}" dt="2024-01-10T08:08:15.603" v="3156" actId="113"/>
          <ac:spMkLst>
            <pc:docMk/>
            <pc:sldMk cId="1784019921" sldId="2147481382"/>
            <ac:spMk id="90" creationId="{9466DE8F-DCCC-4688-AD54-68172F2C8E9F}"/>
          </ac:spMkLst>
        </pc:spChg>
        <pc:spChg chg="mod">
          <ac:chgData name="Li,Yuting (HP Medicine) BII-CN-S" userId="ce8fbb54-122c-426d-b8da-fdcc5e1b5022" providerId="ADAL" clId="{8B97610D-4614-4937-B59E-E4375BE69A6E}" dt="2024-01-08T12:50:08.402" v="1574" actId="207"/>
          <ac:spMkLst>
            <pc:docMk/>
            <pc:sldMk cId="1784019921" sldId="2147481382"/>
            <ac:spMk id="113" creationId="{A2BFCC99-10CA-4B3D-B761-C3B50E1A72E2}"/>
          </ac:spMkLst>
        </pc:spChg>
        <pc:spChg chg="mod">
          <ac:chgData name="Li,Yuting (HP Medicine) BII-CN-S" userId="ce8fbb54-122c-426d-b8da-fdcc5e1b5022" providerId="ADAL" clId="{8B97610D-4614-4937-B59E-E4375BE69A6E}" dt="2024-01-08T12:50:15.237" v="1575" actId="207"/>
          <ac:spMkLst>
            <pc:docMk/>
            <pc:sldMk cId="1784019921" sldId="2147481382"/>
            <ac:spMk id="171" creationId="{5DF7619E-8037-4119-9490-E9399FFC5DFC}"/>
          </ac:spMkLst>
        </pc:spChg>
      </pc:sldChg>
      <pc:sldMasterChg chg="del delSldLayout">
        <pc:chgData name="Li,Yuting (HP Medicine) BII-CN-S" userId="ce8fbb54-122c-426d-b8da-fdcc5e1b5022" providerId="ADAL" clId="{8B97610D-4614-4937-B59E-E4375BE69A6E}" dt="2024-01-08T13:12:53.893" v="2107" actId="47"/>
        <pc:sldMasterMkLst>
          <pc:docMk/>
          <pc:sldMasterMk cId="3501990211" sldId="2147484925"/>
        </pc:sldMasterMkLst>
        <pc:sldLayoutChg chg="del">
          <pc:chgData name="Li,Yuting (HP Medicine) BII-CN-S" userId="ce8fbb54-122c-426d-b8da-fdcc5e1b5022" providerId="ADAL" clId="{8B97610D-4614-4937-B59E-E4375BE69A6E}" dt="2024-01-08T13:12:53.893" v="2107" actId="47"/>
          <pc:sldLayoutMkLst>
            <pc:docMk/>
            <pc:sldMasterMk cId="3501990211" sldId="2147484925"/>
            <pc:sldLayoutMk cId="1326082250" sldId="2147484926"/>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2408954330" sldId="2147484927"/>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3582679481" sldId="2147484928"/>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2038085860" sldId="2147484929"/>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672769512" sldId="2147484930"/>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2321829301" sldId="2147484931"/>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3438135991" sldId="2147484932"/>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2762075497" sldId="2147484933"/>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1028630158" sldId="2147484934"/>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1917305835" sldId="2147484935"/>
          </pc:sldLayoutMkLst>
        </pc:sldLayoutChg>
        <pc:sldLayoutChg chg="del">
          <pc:chgData name="Li,Yuting (HP Medicine) BII-CN-S" userId="ce8fbb54-122c-426d-b8da-fdcc5e1b5022" providerId="ADAL" clId="{8B97610D-4614-4937-B59E-E4375BE69A6E}" dt="2024-01-08T13:12:53.893" v="2107" actId="47"/>
          <pc:sldLayoutMkLst>
            <pc:docMk/>
            <pc:sldMasterMk cId="3501990211" sldId="2147484925"/>
            <pc:sldLayoutMk cId="4011169999" sldId="2147484936"/>
          </pc:sldLayoutMkLst>
        </pc:sldLayoutChg>
      </pc:sldMasterChg>
    </pc:docChg>
  </pc:docChgLst>
  <pc:docChgLst>
    <pc:chgData name="Chen,Michael (HP Med RA) BII-CN-B" userId="d5e1e1c3-1b8e-4d7c-a738-2fc34bcfb3bb" providerId="ADAL" clId="{D419C064-9623-4E39-928E-CEEEC9676E48}"/>
    <pc:docChg chg="delSld">
      <pc:chgData name="Chen,Michael (HP Med RA) BII-CN-B" userId="d5e1e1c3-1b8e-4d7c-a738-2fc34bcfb3bb" providerId="ADAL" clId="{D419C064-9623-4E39-928E-CEEEC9676E48}" dt="2023-07-07T07:33:45.765" v="0" actId="47"/>
      <pc:docMkLst>
        <pc:docMk/>
      </pc:docMkLst>
      <pc:sldChg chg="del">
        <pc:chgData name="Chen,Michael (HP Med RA) BII-CN-B" userId="d5e1e1c3-1b8e-4d7c-a738-2fc34bcfb3bb" providerId="ADAL" clId="{D419C064-9623-4E39-928E-CEEEC9676E48}" dt="2023-07-07T07:33:45.765" v="0" actId="47"/>
        <pc:sldMkLst>
          <pc:docMk/>
          <pc:sldMk cId="4092093589" sldId="2147474087"/>
        </pc:sldMkLst>
      </pc:sldChg>
      <pc:sldChg chg="del">
        <pc:chgData name="Chen,Michael (HP Med RA) BII-CN-B" userId="d5e1e1c3-1b8e-4d7c-a738-2fc34bcfb3bb" providerId="ADAL" clId="{D419C064-9623-4E39-928E-CEEEC9676E48}" dt="2023-07-07T07:33:45.765" v="0" actId="47"/>
        <pc:sldMkLst>
          <pc:docMk/>
          <pc:sldMk cId="217700265" sldId="2147474131"/>
        </pc:sldMkLst>
      </pc:sldChg>
    </pc:docChg>
  </pc:docChgLst>
  <pc:docChgLst>
    <pc:chgData name="Wu,Dan (MED CD&amp;O) BII-CN-S" userId="2543b386-fe23-4572-8b97-7e5aae483288" providerId="ADAL" clId="{59C36129-0FAD-40E5-9C20-DC344568D46B}"/>
    <pc:docChg chg="undo custSel addSld modSld">
      <pc:chgData name="Wu,Dan (MED CD&amp;O) BII-CN-S" userId="2543b386-fe23-4572-8b97-7e5aae483288" providerId="ADAL" clId="{59C36129-0FAD-40E5-9C20-DC344568D46B}" dt="2023-07-07T08:08:20.789" v="119" actId="14100"/>
      <pc:docMkLst>
        <pc:docMk/>
      </pc:docMkLst>
      <pc:sldChg chg="addSp delSp modSp new mod">
        <pc:chgData name="Wu,Dan (MED CD&amp;O) BII-CN-S" userId="2543b386-fe23-4572-8b97-7e5aae483288" providerId="ADAL" clId="{59C36129-0FAD-40E5-9C20-DC344568D46B}" dt="2023-07-07T08:08:20.789" v="119" actId="14100"/>
        <pc:sldMkLst>
          <pc:docMk/>
          <pc:sldMk cId="1306009865" sldId="2147474137"/>
        </pc:sldMkLst>
        <pc:spChg chg="del mod">
          <ac:chgData name="Wu,Dan (MED CD&amp;O) BII-CN-S" userId="2543b386-fe23-4572-8b97-7e5aae483288" providerId="ADAL" clId="{59C36129-0FAD-40E5-9C20-DC344568D46B}" dt="2023-07-07T07:56:08.667" v="40" actId="478"/>
          <ac:spMkLst>
            <pc:docMk/>
            <pc:sldMk cId="1306009865" sldId="2147474137"/>
            <ac:spMk id="2" creationId="{29C2881D-3C1C-BABD-C89E-689A96928514}"/>
          </ac:spMkLst>
        </pc:spChg>
        <pc:spChg chg="mod">
          <ac:chgData name="Wu,Dan (MED CD&amp;O) BII-CN-S" userId="2543b386-fe23-4572-8b97-7e5aae483288" providerId="ADAL" clId="{59C36129-0FAD-40E5-9C20-DC344568D46B}" dt="2023-07-07T08:07:54.773" v="113" actId="20577"/>
          <ac:spMkLst>
            <pc:docMk/>
            <pc:sldMk cId="1306009865" sldId="2147474137"/>
            <ac:spMk id="4" creationId="{F5C2EB7C-0FCC-F60F-54FB-560ADAB5EEA4}"/>
          </ac:spMkLst>
        </pc:spChg>
        <pc:graphicFrameChg chg="add del mod">
          <ac:chgData name="Wu,Dan (MED CD&amp;O) BII-CN-S" userId="2543b386-fe23-4572-8b97-7e5aae483288" providerId="ADAL" clId="{59C36129-0FAD-40E5-9C20-DC344568D46B}" dt="2023-07-07T08:02:17.539" v="81" actId="478"/>
          <ac:graphicFrameMkLst>
            <pc:docMk/>
            <pc:sldMk cId="1306009865" sldId="2147474137"/>
            <ac:graphicFrameMk id="6" creationId="{143855D3-70B4-468D-8667-5579C14069D1}"/>
          </ac:graphicFrameMkLst>
        </pc:graphicFrameChg>
        <pc:graphicFrameChg chg="add del mod">
          <ac:chgData name="Wu,Dan (MED CD&amp;O) BII-CN-S" userId="2543b386-fe23-4572-8b97-7e5aae483288" providerId="ADAL" clId="{59C36129-0FAD-40E5-9C20-DC344568D46B}" dt="2023-07-07T08:07:16.115" v="102" actId="478"/>
          <ac:graphicFrameMkLst>
            <pc:docMk/>
            <pc:sldMk cId="1306009865" sldId="2147474137"/>
            <ac:graphicFrameMk id="8" creationId="{B0923FF4-317A-3627-C807-4F8E0AF6DD49}"/>
          </ac:graphicFrameMkLst>
        </pc:graphicFrameChg>
        <pc:graphicFrameChg chg="add del mod">
          <ac:chgData name="Wu,Dan (MED CD&amp;O) BII-CN-S" userId="2543b386-fe23-4572-8b97-7e5aae483288" providerId="ADAL" clId="{59C36129-0FAD-40E5-9C20-DC344568D46B}" dt="2023-07-07T08:07:21.092" v="104"/>
          <ac:graphicFrameMkLst>
            <pc:docMk/>
            <pc:sldMk cId="1306009865" sldId="2147474137"/>
            <ac:graphicFrameMk id="10" creationId="{FDB7E269-6DA3-00EC-A337-A70FD6971015}"/>
          </ac:graphicFrameMkLst>
        </pc:graphicFrameChg>
        <pc:graphicFrameChg chg="add mod modGraphic">
          <ac:chgData name="Wu,Dan (MED CD&amp;O) BII-CN-S" userId="2543b386-fe23-4572-8b97-7e5aae483288" providerId="ADAL" clId="{59C36129-0FAD-40E5-9C20-DC344568D46B}" dt="2023-07-07T08:08:20.789" v="119" actId="14100"/>
          <ac:graphicFrameMkLst>
            <pc:docMk/>
            <pc:sldMk cId="1306009865" sldId="2147474137"/>
            <ac:graphicFrameMk id="11" creationId="{A5854CEA-8393-AB5C-F5D2-19D7CB3D49CC}"/>
          </ac:graphicFrameMkLst>
        </pc:graphicFrameChg>
        <pc:picChg chg="add del mod">
          <ac:chgData name="Wu,Dan (MED CD&amp;O) BII-CN-S" userId="2543b386-fe23-4572-8b97-7e5aae483288" providerId="ADAL" clId="{59C36129-0FAD-40E5-9C20-DC344568D46B}" dt="2023-07-07T07:56:44.079" v="46" actId="478"/>
          <ac:picMkLst>
            <pc:docMk/>
            <pc:sldMk cId="1306009865" sldId="2147474137"/>
            <ac:picMk id="5" creationId="{E9B94ED9-6A78-CA07-4B26-507070B9E6F5}"/>
          </ac:picMkLst>
        </pc:picChg>
        <pc:picChg chg="add del mod">
          <ac:chgData name="Wu,Dan (MED CD&amp;O) BII-CN-S" userId="2543b386-fe23-4572-8b97-7e5aae483288" providerId="ADAL" clId="{59C36129-0FAD-40E5-9C20-DC344568D46B}" dt="2023-07-07T08:05:55.369" v="93" actId="478"/>
          <ac:picMkLst>
            <pc:docMk/>
            <pc:sldMk cId="1306009865" sldId="2147474137"/>
            <ac:picMk id="7" creationId="{D0F6E31C-16D7-B5A5-BC7B-36B3C3B372F4}"/>
          </ac:picMkLst>
        </pc:picChg>
        <pc:picChg chg="add mod">
          <ac:chgData name="Wu,Dan (MED CD&amp;O) BII-CN-S" userId="2543b386-fe23-4572-8b97-7e5aae483288" providerId="ADAL" clId="{59C36129-0FAD-40E5-9C20-DC344568D46B}" dt="2023-07-07T08:07:47.582" v="111" actId="1076"/>
          <ac:picMkLst>
            <pc:docMk/>
            <pc:sldMk cId="1306009865" sldId="2147474137"/>
            <ac:picMk id="9" creationId="{1DFDBEEB-A38F-B97C-9E12-25537EA65DBA}"/>
          </ac:picMkLst>
        </pc:picChg>
      </pc:sldChg>
    </pc:docChg>
  </pc:docChgLst>
  <pc:docChgLst>
    <pc:chgData name="Li,Yuting (HP Medicine) BII-CN-S" userId="ce8fbb54-122c-426d-b8da-fdcc5e1b5022" providerId="ADAL" clId="{E181F201-87CE-448B-9DC3-474C7595EBF7}"/>
    <pc:docChg chg="undo custSel addSld delSld modSld">
      <pc:chgData name="Li,Yuting (HP Medicine) BII-CN-S" userId="ce8fbb54-122c-426d-b8da-fdcc5e1b5022" providerId="ADAL" clId="{E181F201-87CE-448B-9DC3-474C7595EBF7}" dt="2022-02-24T05:40:03.468" v="633" actId="47"/>
      <pc:docMkLst>
        <pc:docMk/>
      </pc:docMkLst>
      <pc:sldChg chg="modSp mod">
        <pc:chgData name="Li,Yuting (HP Medicine) BII-CN-S" userId="ce8fbb54-122c-426d-b8da-fdcc5e1b5022" providerId="ADAL" clId="{E181F201-87CE-448B-9DC3-474C7595EBF7}" dt="2022-02-15T08:10:48.382" v="507" actId="20577"/>
        <pc:sldMkLst>
          <pc:docMk/>
          <pc:sldMk cId="3524290913" sldId="887"/>
        </pc:sldMkLst>
        <pc:spChg chg="mod">
          <ac:chgData name="Li,Yuting (HP Medicine) BII-CN-S" userId="ce8fbb54-122c-426d-b8da-fdcc5e1b5022" providerId="ADAL" clId="{E181F201-87CE-448B-9DC3-474C7595EBF7}" dt="2022-02-15T08:10:48.382" v="507" actId="20577"/>
          <ac:spMkLst>
            <pc:docMk/>
            <pc:sldMk cId="3524290913" sldId="887"/>
            <ac:spMk id="178" creationId="{028381EB-A3B2-4E56-92CC-F1B8B418A083}"/>
          </ac:spMkLst>
        </pc:spChg>
      </pc:sldChg>
      <pc:sldChg chg="modSp mod">
        <pc:chgData name="Li,Yuting (HP Medicine) BII-CN-S" userId="ce8fbb54-122c-426d-b8da-fdcc5e1b5022" providerId="ADAL" clId="{E181F201-87CE-448B-9DC3-474C7595EBF7}" dt="2022-02-15T01:38:05.996" v="149" actId="1076"/>
        <pc:sldMkLst>
          <pc:docMk/>
          <pc:sldMk cId="669747058" sldId="6596"/>
        </pc:sldMkLst>
        <pc:spChg chg="mod">
          <ac:chgData name="Li,Yuting (HP Medicine) BII-CN-S" userId="ce8fbb54-122c-426d-b8da-fdcc5e1b5022" providerId="ADAL" clId="{E181F201-87CE-448B-9DC3-474C7595EBF7}" dt="2022-02-15T01:38:05.996" v="149" actId="1076"/>
          <ac:spMkLst>
            <pc:docMk/>
            <pc:sldMk cId="669747058" sldId="6596"/>
            <ac:spMk id="102" creationId="{9224C17E-1AA1-4096-A3FD-25D6FD8BA444}"/>
          </ac:spMkLst>
        </pc:spChg>
      </pc:sldChg>
      <pc:sldChg chg="modSp mod">
        <pc:chgData name="Li,Yuting (HP Medicine) BII-CN-S" userId="ce8fbb54-122c-426d-b8da-fdcc5e1b5022" providerId="ADAL" clId="{E181F201-87CE-448B-9DC3-474C7595EBF7}" dt="2022-02-15T08:48:33.060" v="517" actId="20577"/>
        <pc:sldMkLst>
          <pc:docMk/>
          <pc:sldMk cId="4190632771" sldId="6600"/>
        </pc:sldMkLst>
        <pc:spChg chg="mod">
          <ac:chgData name="Li,Yuting (HP Medicine) BII-CN-S" userId="ce8fbb54-122c-426d-b8da-fdcc5e1b5022" providerId="ADAL" clId="{E181F201-87CE-448B-9DC3-474C7595EBF7}" dt="2022-02-15T08:48:33.060" v="517" actId="20577"/>
          <ac:spMkLst>
            <pc:docMk/>
            <pc:sldMk cId="4190632771" sldId="6600"/>
            <ac:spMk id="163" creationId="{CCF09699-0FD8-451C-94E9-55247AF7A353}"/>
          </ac:spMkLst>
        </pc:spChg>
        <pc:spChg chg="mod">
          <ac:chgData name="Li,Yuting (HP Medicine) BII-CN-S" userId="ce8fbb54-122c-426d-b8da-fdcc5e1b5022" providerId="ADAL" clId="{E181F201-87CE-448B-9DC3-474C7595EBF7}" dt="2022-02-15T01:34:27.171" v="76" actId="20577"/>
          <ac:spMkLst>
            <pc:docMk/>
            <pc:sldMk cId="4190632771" sldId="6600"/>
            <ac:spMk id="175" creationId="{A334370B-FC0A-48B4-B14C-4CEB8E52BAAA}"/>
          </ac:spMkLst>
        </pc:spChg>
      </pc:sldChg>
      <pc:sldChg chg="addSp modSp mod">
        <pc:chgData name="Li,Yuting (HP Medicine) BII-CN-S" userId="ce8fbb54-122c-426d-b8da-fdcc5e1b5022" providerId="ADAL" clId="{E181F201-87CE-448B-9DC3-474C7595EBF7}" dt="2022-02-15T01:37:34.019" v="148" actId="1076"/>
        <pc:sldMkLst>
          <pc:docMk/>
          <pc:sldMk cId="2253265356" sldId="2141413456"/>
        </pc:sldMkLst>
        <pc:spChg chg="add mod">
          <ac:chgData name="Li,Yuting (HP Medicine) BII-CN-S" userId="ce8fbb54-122c-426d-b8da-fdcc5e1b5022" providerId="ADAL" clId="{E181F201-87CE-448B-9DC3-474C7595EBF7}" dt="2022-02-15T01:36:22.090" v="137" actId="207"/>
          <ac:spMkLst>
            <pc:docMk/>
            <pc:sldMk cId="2253265356" sldId="2141413456"/>
            <ac:spMk id="73" creationId="{3457E64F-0749-43F5-B45D-FB290112CE65}"/>
          </ac:spMkLst>
        </pc:spChg>
        <pc:spChg chg="add mod">
          <ac:chgData name="Li,Yuting (HP Medicine) BII-CN-S" userId="ce8fbb54-122c-426d-b8da-fdcc5e1b5022" providerId="ADAL" clId="{E181F201-87CE-448B-9DC3-474C7595EBF7}" dt="2022-02-15T01:36:57.884" v="146" actId="1076"/>
          <ac:spMkLst>
            <pc:docMk/>
            <pc:sldMk cId="2253265356" sldId="2141413456"/>
            <ac:spMk id="85" creationId="{04E01867-E56A-47C1-86CA-13C9CD3C030B}"/>
          </ac:spMkLst>
        </pc:spChg>
        <pc:spChg chg="mod">
          <ac:chgData name="Li,Yuting (HP Medicine) BII-CN-S" userId="ce8fbb54-122c-426d-b8da-fdcc5e1b5022" providerId="ADAL" clId="{E181F201-87CE-448B-9DC3-474C7595EBF7}" dt="2022-02-15T01:35:20.694" v="116" actId="20577"/>
          <ac:spMkLst>
            <pc:docMk/>
            <pc:sldMk cId="2253265356" sldId="2141413456"/>
            <ac:spMk id="90" creationId="{F9345081-D2EC-4F9D-A965-3B9D77318B16}"/>
          </ac:spMkLst>
        </pc:spChg>
        <pc:spChg chg="add mod">
          <ac:chgData name="Li,Yuting (HP Medicine) BII-CN-S" userId="ce8fbb54-122c-426d-b8da-fdcc5e1b5022" providerId="ADAL" clId="{E181F201-87CE-448B-9DC3-474C7595EBF7}" dt="2022-02-15T01:37:34.019" v="148" actId="1076"/>
          <ac:spMkLst>
            <pc:docMk/>
            <pc:sldMk cId="2253265356" sldId="2141413456"/>
            <ac:spMk id="91" creationId="{6497D439-6467-4A18-8525-3A3B0DDA9D94}"/>
          </ac:spMkLst>
        </pc:spChg>
        <pc:spChg chg="add mod">
          <ac:chgData name="Li,Yuting (HP Medicine) BII-CN-S" userId="ce8fbb54-122c-426d-b8da-fdcc5e1b5022" providerId="ADAL" clId="{E181F201-87CE-448B-9DC3-474C7595EBF7}" dt="2022-02-15T01:37:34.019" v="148" actId="1076"/>
          <ac:spMkLst>
            <pc:docMk/>
            <pc:sldMk cId="2253265356" sldId="2141413456"/>
            <ac:spMk id="92" creationId="{692E275B-806B-48DF-8DB7-215B937BC19E}"/>
          </ac:spMkLst>
        </pc:spChg>
      </pc:sldChg>
      <pc:sldChg chg="add del">
        <pc:chgData name="Li,Yuting (HP Medicine) BII-CN-S" userId="ce8fbb54-122c-426d-b8da-fdcc5e1b5022" providerId="ADAL" clId="{E181F201-87CE-448B-9DC3-474C7595EBF7}" dt="2022-02-24T05:40:03.468" v="633" actId="47"/>
        <pc:sldMkLst>
          <pc:docMk/>
          <pc:sldMk cId="2385435140" sldId="2141413499"/>
        </pc:sldMkLst>
      </pc:sldChg>
      <pc:sldChg chg="modSp mod">
        <pc:chgData name="Li,Yuting (HP Medicine) BII-CN-S" userId="ce8fbb54-122c-426d-b8da-fdcc5e1b5022" providerId="ADAL" clId="{E181F201-87CE-448B-9DC3-474C7595EBF7}" dt="2022-02-15T10:01:10.537" v="583" actId="20577"/>
        <pc:sldMkLst>
          <pc:docMk/>
          <pc:sldMk cId="4267623655" sldId="2141414117"/>
        </pc:sldMkLst>
        <pc:spChg chg="mod">
          <ac:chgData name="Li,Yuting (HP Medicine) BII-CN-S" userId="ce8fbb54-122c-426d-b8da-fdcc5e1b5022" providerId="ADAL" clId="{E181F201-87CE-448B-9DC3-474C7595EBF7}" dt="2022-02-15T03:27:24.418" v="436" actId="20577"/>
          <ac:spMkLst>
            <pc:docMk/>
            <pc:sldMk cId="4267623655" sldId="2141414117"/>
            <ac:spMk id="74" creationId="{00000000-0000-0000-0000-000000000000}"/>
          </ac:spMkLst>
        </pc:spChg>
        <pc:spChg chg="mod">
          <ac:chgData name="Li,Yuting (HP Medicine) BII-CN-S" userId="ce8fbb54-122c-426d-b8da-fdcc5e1b5022" providerId="ADAL" clId="{E181F201-87CE-448B-9DC3-474C7595EBF7}" dt="2022-02-15T03:27:38.913" v="449" actId="1076"/>
          <ac:spMkLst>
            <pc:docMk/>
            <pc:sldMk cId="4267623655" sldId="2141414117"/>
            <ac:spMk id="76" creationId="{00000000-0000-0000-0000-000000000000}"/>
          </ac:spMkLst>
        </pc:spChg>
        <pc:spChg chg="mod">
          <ac:chgData name="Li,Yuting (HP Medicine) BII-CN-S" userId="ce8fbb54-122c-426d-b8da-fdcc5e1b5022" providerId="ADAL" clId="{E181F201-87CE-448B-9DC3-474C7595EBF7}" dt="2022-02-15T03:26:17.627" v="424" actId="20577"/>
          <ac:spMkLst>
            <pc:docMk/>
            <pc:sldMk cId="4267623655" sldId="2141414117"/>
            <ac:spMk id="82" creationId="{BB8CA441-CAF3-49DE-9132-10328C7407DA}"/>
          </ac:spMkLst>
        </pc:spChg>
        <pc:spChg chg="mod">
          <ac:chgData name="Li,Yuting (HP Medicine) BII-CN-S" userId="ce8fbb54-122c-426d-b8da-fdcc5e1b5022" providerId="ADAL" clId="{E181F201-87CE-448B-9DC3-474C7595EBF7}" dt="2022-02-15T10:01:10.537" v="583" actId="20577"/>
          <ac:spMkLst>
            <pc:docMk/>
            <pc:sldMk cId="4267623655" sldId="2141414117"/>
            <ac:spMk id="128" creationId="{94502F14-4551-45C0-98DD-39EECF79B5F6}"/>
          </ac:spMkLst>
        </pc:spChg>
      </pc:sldChg>
      <pc:sldChg chg="addSp modSp mod">
        <pc:chgData name="Li,Yuting (HP Medicine) BII-CN-S" userId="ce8fbb54-122c-426d-b8da-fdcc5e1b5022" providerId="ADAL" clId="{E181F201-87CE-448B-9DC3-474C7595EBF7}" dt="2022-02-15T02:49:18.838" v="422" actId="20577"/>
        <pc:sldMkLst>
          <pc:docMk/>
          <pc:sldMk cId="2995017813" sldId="2147377135"/>
        </pc:sldMkLst>
        <pc:spChg chg="add mod">
          <ac:chgData name="Li,Yuting (HP Medicine) BII-CN-S" userId="ce8fbb54-122c-426d-b8da-fdcc5e1b5022" providerId="ADAL" clId="{E181F201-87CE-448B-9DC3-474C7595EBF7}" dt="2022-02-15T02:49:11.445" v="416" actId="20577"/>
          <ac:spMkLst>
            <pc:docMk/>
            <pc:sldMk cId="2995017813" sldId="2147377135"/>
            <ac:spMk id="54" creationId="{1E3E7DC8-9142-46E1-8AF9-0C34BA97CE12}"/>
          </ac:spMkLst>
        </pc:spChg>
        <pc:spChg chg="add mod">
          <ac:chgData name="Li,Yuting (HP Medicine) BII-CN-S" userId="ce8fbb54-122c-426d-b8da-fdcc5e1b5022" providerId="ADAL" clId="{E181F201-87CE-448B-9DC3-474C7595EBF7}" dt="2022-02-15T02:49:03.184" v="406" actId="1038"/>
          <ac:spMkLst>
            <pc:docMk/>
            <pc:sldMk cId="2995017813" sldId="2147377135"/>
            <ac:spMk id="60" creationId="{721D7A13-1B3E-43CC-ABB5-F2E158BD30C2}"/>
          </ac:spMkLst>
        </pc:spChg>
        <pc:spChg chg="add mod">
          <ac:chgData name="Li,Yuting (HP Medicine) BII-CN-S" userId="ce8fbb54-122c-426d-b8da-fdcc5e1b5022" providerId="ADAL" clId="{E181F201-87CE-448B-9DC3-474C7595EBF7}" dt="2022-02-15T02:49:18.838" v="422" actId="20577"/>
          <ac:spMkLst>
            <pc:docMk/>
            <pc:sldMk cId="2995017813" sldId="2147377135"/>
            <ac:spMk id="61" creationId="{0A348597-006B-45C4-A56E-A5D614820CFB}"/>
          </ac:spMkLst>
        </pc:spChg>
      </pc:sldChg>
      <pc:sldChg chg="addSp delSp modSp mod">
        <pc:chgData name="Li,Yuting (HP Medicine) BII-CN-S" userId="ce8fbb54-122c-426d-b8da-fdcc5e1b5022" providerId="ADAL" clId="{E181F201-87CE-448B-9DC3-474C7595EBF7}" dt="2022-02-15T12:33:55.753" v="629" actId="207"/>
        <pc:sldMkLst>
          <pc:docMk/>
          <pc:sldMk cId="3321039952" sldId="2147377143"/>
        </pc:sldMkLst>
        <pc:spChg chg="mod">
          <ac:chgData name="Li,Yuting (HP Medicine) BII-CN-S" userId="ce8fbb54-122c-426d-b8da-fdcc5e1b5022" providerId="ADAL" clId="{E181F201-87CE-448B-9DC3-474C7595EBF7}" dt="2022-02-15T12:32:46.253" v="584" actId="6549"/>
          <ac:spMkLst>
            <pc:docMk/>
            <pc:sldMk cId="3321039952" sldId="2147377143"/>
            <ac:spMk id="3" creationId="{00000000-0000-0000-0000-000000000000}"/>
          </ac:spMkLst>
        </pc:spChg>
        <pc:spChg chg="add del mod">
          <ac:chgData name="Li,Yuting (HP Medicine) BII-CN-S" userId="ce8fbb54-122c-426d-b8da-fdcc5e1b5022" providerId="ADAL" clId="{E181F201-87CE-448B-9DC3-474C7595EBF7}" dt="2022-02-15T12:33:23.949" v="604" actId="478"/>
          <ac:spMkLst>
            <pc:docMk/>
            <pc:sldMk cId="3321039952" sldId="2147377143"/>
            <ac:spMk id="5" creationId="{639DFA7B-9363-472D-83DD-A59EEF1FBF72}"/>
          </ac:spMkLst>
        </pc:spChg>
        <pc:spChg chg="mod">
          <ac:chgData name="Li,Yuting (HP Medicine) BII-CN-S" userId="ce8fbb54-122c-426d-b8da-fdcc5e1b5022" providerId="ADAL" clId="{E181F201-87CE-448B-9DC3-474C7595EBF7}" dt="2022-02-15T09:13:29.970" v="580" actId="20577"/>
          <ac:spMkLst>
            <pc:docMk/>
            <pc:sldMk cId="3321039952" sldId="2147377143"/>
            <ac:spMk id="6" creationId="{A23B4D5D-81A6-44E7-A875-03A08F7749F9}"/>
          </ac:spMkLst>
        </pc:spChg>
        <pc:spChg chg="mod">
          <ac:chgData name="Li,Yuting (HP Medicine) BII-CN-S" userId="ce8fbb54-122c-426d-b8da-fdcc5e1b5022" providerId="ADAL" clId="{E181F201-87CE-448B-9DC3-474C7595EBF7}" dt="2022-02-15T02:47:41.276" v="280" actId="20577"/>
          <ac:spMkLst>
            <pc:docMk/>
            <pc:sldMk cId="3321039952" sldId="2147377143"/>
            <ac:spMk id="39" creationId="{02016B00-B2B2-4D89-8D3B-AA7FA71F2BD2}"/>
          </ac:spMkLst>
        </pc:spChg>
        <pc:spChg chg="mod">
          <ac:chgData name="Li,Yuting (HP Medicine) BII-CN-S" userId="ce8fbb54-122c-426d-b8da-fdcc5e1b5022" providerId="ADAL" clId="{E181F201-87CE-448B-9DC3-474C7595EBF7}" dt="2022-02-15T12:33:55.753" v="629" actId="207"/>
          <ac:spMkLst>
            <pc:docMk/>
            <pc:sldMk cId="3321039952" sldId="2147377143"/>
            <ac:spMk id="59" creationId="{65D9C209-3F11-4845-B6BC-BD8F5DBCA67B}"/>
          </ac:spMkLst>
        </pc:spChg>
        <pc:spChg chg="mod">
          <ac:chgData name="Li,Yuting (HP Medicine) BII-CN-S" userId="ce8fbb54-122c-426d-b8da-fdcc5e1b5022" providerId="ADAL" clId="{E181F201-87CE-448B-9DC3-474C7595EBF7}" dt="2022-02-15T01:30:55.196" v="3" actId="20577"/>
          <ac:spMkLst>
            <pc:docMk/>
            <pc:sldMk cId="3321039952" sldId="2147377143"/>
            <ac:spMk id="67" creationId="{F720BDDD-0AAD-4413-900A-00C8145730BE}"/>
          </ac:spMkLst>
        </pc:spChg>
      </pc:sldChg>
      <pc:sldChg chg="addSp modSp mod">
        <pc:chgData name="Li,Yuting (HP Medicine) BII-CN-S" userId="ce8fbb54-122c-426d-b8da-fdcc5e1b5022" providerId="ADAL" clId="{E181F201-87CE-448B-9DC3-474C7595EBF7}" dt="2022-02-15T01:42:18.890" v="258" actId="20577"/>
        <pc:sldMkLst>
          <pc:docMk/>
          <pc:sldMk cId="2042711588" sldId="2147377144"/>
        </pc:sldMkLst>
        <pc:spChg chg="mod">
          <ac:chgData name="Li,Yuting (HP Medicine) BII-CN-S" userId="ce8fbb54-122c-426d-b8da-fdcc5e1b5022" providerId="ADAL" clId="{E181F201-87CE-448B-9DC3-474C7595EBF7}" dt="2022-02-15T01:42:14.893" v="256" actId="20577"/>
          <ac:spMkLst>
            <pc:docMk/>
            <pc:sldMk cId="2042711588" sldId="2147377144"/>
            <ac:spMk id="75" creationId="{23E443ED-C91E-4425-963C-DB47A7F0B19C}"/>
          </ac:spMkLst>
        </pc:spChg>
        <pc:spChg chg="add mod">
          <ac:chgData name="Li,Yuting (HP Medicine) BII-CN-S" userId="ce8fbb54-122c-426d-b8da-fdcc5e1b5022" providerId="ADAL" clId="{E181F201-87CE-448B-9DC3-474C7595EBF7}" dt="2022-02-15T01:38:40.516" v="166" actId="20577"/>
          <ac:spMkLst>
            <pc:docMk/>
            <pc:sldMk cId="2042711588" sldId="2147377144"/>
            <ac:spMk id="80" creationId="{851915C3-5DA9-4EE4-BAE7-6DB3DE2FA51E}"/>
          </ac:spMkLst>
        </pc:spChg>
        <pc:spChg chg="add mod">
          <ac:chgData name="Li,Yuting (HP Medicine) BII-CN-S" userId="ce8fbb54-122c-426d-b8da-fdcc5e1b5022" providerId="ADAL" clId="{E181F201-87CE-448B-9DC3-474C7595EBF7}" dt="2022-02-15T01:42:18.890" v="258" actId="20577"/>
          <ac:spMkLst>
            <pc:docMk/>
            <pc:sldMk cId="2042711588" sldId="2147377144"/>
            <ac:spMk id="81" creationId="{DCB95541-3F87-4977-8B60-344DC5A506F3}"/>
          </ac:spMkLst>
        </pc:spChg>
        <pc:spChg chg="add mod">
          <ac:chgData name="Li,Yuting (HP Medicine) BII-CN-S" userId="ce8fbb54-122c-426d-b8da-fdcc5e1b5022" providerId="ADAL" clId="{E181F201-87CE-448B-9DC3-474C7595EBF7}" dt="2022-02-15T01:38:20.095" v="151" actId="1076"/>
          <ac:spMkLst>
            <pc:docMk/>
            <pc:sldMk cId="2042711588" sldId="2147377144"/>
            <ac:spMk id="84" creationId="{542C7DA4-0985-4CC4-AD0A-DF243707F18E}"/>
          </ac:spMkLst>
        </pc:spChg>
        <pc:spChg chg="add mod">
          <ac:chgData name="Li,Yuting (HP Medicine) BII-CN-S" userId="ce8fbb54-122c-426d-b8da-fdcc5e1b5022" providerId="ADAL" clId="{E181F201-87CE-448B-9DC3-474C7595EBF7}" dt="2022-02-15T01:38:29.795" v="153" actId="1076"/>
          <ac:spMkLst>
            <pc:docMk/>
            <pc:sldMk cId="2042711588" sldId="2147377144"/>
            <ac:spMk id="106" creationId="{7F4ADEEE-A1A4-4560-B90D-3B71074032E9}"/>
          </ac:spMkLst>
        </pc:spChg>
        <pc:grpChg chg="mod">
          <ac:chgData name="Li,Yuting (HP Medicine) BII-CN-S" userId="ce8fbb54-122c-426d-b8da-fdcc5e1b5022" providerId="ADAL" clId="{E181F201-87CE-448B-9DC3-474C7595EBF7}" dt="2022-02-15T01:40:45.390" v="175" actId="1076"/>
          <ac:grpSpMkLst>
            <pc:docMk/>
            <pc:sldMk cId="2042711588" sldId="2147377144"/>
            <ac:grpSpMk id="50" creationId="{00000000-0000-0000-0000-000000000000}"/>
          </ac:grpSpMkLst>
        </pc:grpChg>
      </pc:sldChg>
      <pc:sldChg chg="modSp mod">
        <pc:chgData name="Li,Yuting (HP Medicine) BII-CN-S" userId="ce8fbb54-122c-426d-b8da-fdcc5e1b5022" providerId="ADAL" clId="{E181F201-87CE-448B-9DC3-474C7595EBF7}" dt="2022-02-15T07:07:14.797" v="504" actId="207"/>
        <pc:sldMkLst>
          <pc:docMk/>
          <pc:sldMk cId="3766878403" sldId="2147377162"/>
        </pc:sldMkLst>
        <pc:graphicFrameChg chg="mod modGraphic">
          <ac:chgData name="Li,Yuting (HP Medicine) BII-CN-S" userId="ce8fbb54-122c-426d-b8da-fdcc5e1b5022" providerId="ADAL" clId="{E181F201-87CE-448B-9DC3-474C7595EBF7}" dt="2022-02-15T07:07:14.797" v="504" actId="207"/>
          <ac:graphicFrameMkLst>
            <pc:docMk/>
            <pc:sldMk cId="3766878403" sldId="2147377162"/>
            <ac:graphicFrameMk id="10" creationId="{7ED29C9C-0700-480D-B788-68CBB9D31EEE}"/>
          </ac:graphicFrameMkLst>
        </pc:graphicFrameChg>
      </pc:sldChg>
      <pc:sldChg chg="addSp delSp modSp mod">
        <pc:chgData name="Li,Yuting (HP Medicine) BII-CN-S" userId="ce8fbb54-122c-426d-b8da-fdcc5e1b5022" providerId="ADAL" clId="{E181F201-87CE-448B-9DC3-474C7595EBF7}" dt="2022-02-15T13:40:38.955" v="631" actId="20577"/>
        <pc:sldMkLst>
          <pc:docMk/>
          <pc:sldMk cId="630768667" sldId="2147377166"/>
        </pc:sldMkLst>
        <pc:spChg chg="add del mod">
          <ac:chgData name="Li,Yuting (HP Medicine) BII-CN-S" userId="ce8fbb54-122c-426d-b8da-fdcc5e1b5022" providerId="ADAL" clId="{E181F201-87CE-448B-9DC3-474C7595EBF7}" dt="2022-02-15T05:05:14.594" v="454" actId="478"/>
          <ac:spMkLst>
            <pc:docMk/>
            <pc:sldMk cId="630768667" sldId="2147377166"/>
            <ac:spMk id="10" creationId="{86B06765-D8BF-4DD2-9B33-C2A51E055513}"/>
          </ac:spMkLst>
        </pc:spChg>
        <pc:graphicFrameChg chg="del">
          <ac:chgData name="Li,Yuting (HP Medicine) BII-CN-S" userId="ce8fbb54-122c-426d-b8da-fdcc5e1b5022" providerId="ADAL" clId="{E181F201-87CE-448B-9DC3-474C7595EBF7}" dt="2022-02-15T05:05:00.945" v="450" actId="478"/>
          <ac:graphicFrameMkLst>
            <pc:docMk/>
            <pc:sldMk cId="630768667" sldId="2147377166"/>
            <ac:graphicFrameMk id="6" creationId="{00000000-0000-0000-0000-000000000000}"/>
          </ac:graphicFrameMkLst>
        </pc:graphicFrameChg>
        <pc:graphicFrameChg chg="add del mod">
          <ac:chgData name="Li,Yuting (HP Medicine) BII-CN-S" userId="ce8fbb54-122c-426d-b8da-fdcc5e1b5022" providerId="ADAL" clId="{E181F201-87CE-448B-9DC3-474C7595EBF7}" dt="2022-02-15T05:05:14.594" v="454" actId="478"/>
          <ac:graphicFrameMkLst>
            <pc:docMk/>
            <pc:sldMk cId="630768667" sldId="2147377166"/>
            <ac:graphicFrameMk id="9" creationId="{64E08969-8F93-4816-9401-D5C36811AC60}"/>
          </ac:graphicFrameMkLst>
        </pc:graphicFrameChg>
        <pc:graphicFrameChg chg="add mod modGraphic">
          <ac:chgData name="Li,Yuting (HP Medicine) BII-CN-S" userId="ce8fbb54-122c-426d-b8da-fdcc5e1b5022" providerId="ADAL" clId="{E181F201-87CE-448B-9DC3-474C7595EBF7}" dt="2022-02-15T13:40:38.955" v="631" actId="20577"/>
          <ac:graphicFrameMkLst>
            <pc:docMk/>
            <pc:sldMk cId="630768667" sldId="2147377166"/>
            <ac:graphicFrameMk id="11" creationId="{0A08FB9D-F1B7-435B-B330-8D6996BD0B44}"/>
          </ac:graphicFrameMkLst>
        </pc:graphicFrameChg>
        <pc:picChg chg="add del">
          <ac:chgData name="Li,Yuting (HP Medicine) BII-CN-S" userId="ce8fbb54-122c-426d-b8da-fdcc5e1b5022" providerId="ADAL" clId="{E181F201-87CE-448B-9DC3-474C7595EBF7}" dt="2022-02-15T05:05:04.382" v="452" actId="478"/>
          <ac:picMkLst>
            <pc:docMk/>
            <pc:sldMk cId="630768667" sldId="2147377166"/>
            <ac:picMk id="5" creationId="{97298297-8C7E-4DF2-91AF-53BD4B034009}"/>
          </ac:picMkLst>
        </pc:picChg>
      </pc:sldChg>
    </pc:docChg>
  </pc:docChgLst>
  <pc:docChgLst>
    <pc:chgData name="Luo,Ling (MED CD&amp;O) BII-CN-B" userId="S::ling.luo@boehringer-ingelheim.com::8fcf03b3-2fe6-40aa-8e36-254db6098ccc" providerId="AD" clId="Web-{7BA4F94D-587C-ED0F-01EB-902CEA1038E7}"/>
    <pc:docChg chg="modSld">
      <pc:chgData name="Luo,Ling (MED CD&amp;O) BII-CN-B" userId="S::ling.luo@boehringer-ingelheim.com::8fcf03b3-2fe6-40aa-8e36-254db6098ccc" providerId="AD" clId="Web-{7BA4F94D-587C-ED0F-01EB-902CEA1038E7}" dt="2023-05-09T10:23:39.539" v="15" actId="20577"/>
      <pc:docMkLst>
        <pc:docMk/>
      </pc:docMkLst>
      <pc:sldChg chg="modSp">
        <pc:chgData name="Luo,Ling (MED CD&amp;O) BII-CN-B" userId="S::ling.luo@boehringer-ingelheim.com::8fcf03b3-2fe6-40aa-8e36-254db6098ccc" providerId="AD" clId="Web-{7BA4F94D-587C-ED0F-01EB-902CEA1038E7}" dt="2023-05-09T10:23:39.539" v="15" actId="20577"/>
        <pc:sldMkLst>
          <pc:docMk/>
          <pc:sldMk cId="2847275191" sldId="2147474046"/>
        </pc:sldMkLst>
        <pc:spChg chg="mod">
          <ac:chgData name="Luo,Ling (MED CD&amp;O) BII-CN-B" userId="S::ling.luo@boehringer-ingelheim.com::8fcf03b3-2fe6-40aa-8e36-254db6098ccc" providerId="AD" clId="Web-{7BA4F94D-587C-ED0F-01EB-902CEA1038E7}" dt="2023-05-09T10:23:39.539" v="15" actId="20577"/>
          <ac:spMkLst>
            <pc:docMk/>
            <pc:sldMk cId="2847275191" sldId="2147474046"/>
            <ac:spMk id="61" creationId="{0A348597-006B-45C4-A56E-A5D614820CFB}"/>
          </ac:spMkLst>
        </pc:spChg>
        <pc:spChg chg="mod">
          <ac:chgData name="Luo,Ling (MED CD&amp;O) BII-CN-B" userId="S::ling.luo@boehringer-ingelheim.com::8fcf03b3-2fe6-40aa-8e36-254db6098ccc" providerId="AD" clId="Web-{7BA4F94D-587C-ED0F-01EB-902CEA1038E7}" dt="2023-05-09T10:23:08.116" v="3" actId="20577"/>
          <ac:spMkLst>
            <pc:docMk/>
            <pc:sldMk cId="2847275191" sldId="2147474046"/>
            <ac:spMk id="75" creationId="{9617292B-BA99-4D01-B94B-E1F79FFD3053}"/>
          </ac:spMkLst>
        </pc:spChg>
        <pc:spChg chg="mod">
          <ac:chgData name="Luo,Ling (MED CD&amp;O) BII-CN-B" userId="S::ling.luo@boehringer-ingelheim.com::8fcf03b3-2fe6-40aa-8e36-254db6098ccc" providerId="AD" clId="Web-{7BA4F94D-587C-ED0F-01EB-902CEA1038E7}" dt="2023-05-09T10:23:21.960" v="11" actId="20577"/>
          <ac:spMkLst>
            <pc:docMk/>
            <pc:sldMk cId="2847275191" sldId="2147474046"/>
            <ac:spMk id="87" creationId="{79232D5C-2A4E-4356-BAEE-C250FE23990F}"/>
          </ac:spMkLst>
        </pc:spChg>
        <pc:spChg chg="mod">
          <ac:chgData name="Luo,Ling (MED CD&amp;O) BII-CN-B" userId="S::ling.luo@boehringer-ingelheim.com::8fcf03b3-2fe6-40aa-8e36-254db6098ccc" providerId="AD" clId="Web-{7BA4F94D-587C-ED0F-01EB-902CEA1038E7}" dt="2023-05-09T10:23:16.069" v="8" actId="20577"/>
          <ac:spMkLst>
            <pc:docMk/>
            <pc:sldMk cId="2847275191" sldId="2147474046"/>
            <ac:spMk id="88" creationId="{7FBBCCF6-209F-4326-914D-28B56CEDDF37}"/>
          </ac:spMkLst>
        </pc:spChg>
      </pc:sldChg>
    </pc:docChg>
  </pc:docChgLst>
  <pc:docChgLst>
    <pc:chgData name="Li,Fengqiong (HP Med RA) BII-CN-B" userId="dae7b85d-6b67-4faa-a5b6-30ff5e066a0d" providerId="ADAL" clId="{22C43FD8-A3E2-49B8-8CA5-8A67C580408F}"/>
    <pc:docChg chg="custSel modSld">
      <pc:chgData name="Li,Fengqiong (HP Med RA) BII-CN-B" userId="dae7b85d-6b67-4faa-a5b6-30ff5e066a0d" providerId="ADAL" clId="{22C43FD8-A3E2-49B8-8CA5-8A67C580408F}" dt="2024-01-09T02:52:08.941" v="14" actId="404"/>
      <pc:docMkLst>
        <pc:docMk/>
      </pc:docMkLst>
      <pc:sldChg chg="delSp modSp mod addCm modCm">
        <pc:chgData name="Li,Fengqiong (HP Med RA) BII-CN-B" userId="dae7b85d-6b67-4faa-a5b6-30ff5e066a0d" providerId="ADAL" clId="{22C43FD8-A3E2-49B8-8CA5-8A67C580408F}" dt="2024-01-09T02:51:36.736" v="4" actId="478"/>
        <pc:sldMkLst>
          <pc:docMk/>
          <pc:sldMk cId="3660926687" sldId="2147481326"/>
        </pc:sldMkLst>
        <pc:spChg chg="del">
          <ac:chgData name="Li,Fengqiong (HP Med RA) BII-CN-B" userId="dae7b85d-6b67-4faa-a5b6-30ff5e066a0d" providerId="ADAL" clId="{22C43FD8-A3E2-49B8-8CA5-8A67C580408F}" dt="2024-01-09T02:51:36.736" v="4" actId="478"/>
          <ac:spMkLst>
            <pc:docMk/>
            <pc:sldMk cId="3660926687" sldId="2147481326"/>
            <ac:spMk id="17" creationId="{09941A86-96F5-9A8F-5094-EE998274FC33}"/>
          </ac:spMkLst>
        </pc:spChg>
        <pc:graphicFrameChg chg="modGraphic">
          <ac:chgData name="Li,Fengqiong (HP Med RA) BII-CN-B" userId="dae7b85d-6b67-4faa-a5b6-30ff5e066a0d" providerId="ADAL" clId="{22C43FD8-A3E2-49B8-8CA5-8A67C580408F}" dt="2024-01-09T02:51:27.076" v="3" actId="207"/>
          <ac:graphicFrameMkLst>
            <pc:docMk/>
            <pc:sldMk cId="3660926687" sldId="2147481326"/>
            <ac:graphicFrameMk id="49" creationId="{EB1832F7-86BE-4DEE-91F1-447638E4A957}"/>
          </ac:graphicFrameMkLst>
        </pc:graphicFrameChg>
      </pc:sldChg>
      <pc:sldChg chg="delSp modSp mod">
        <pc:chgData name="Li,Fengqiong (HP Med RA) BII-CN-B" userId="dae7b85d-6b67-4faa-a5b6-30ff5e066a0d" providerId="ADAL" clId="{22C43FD8-A3E2-49B8-8CA5-8A67C580408F}" dt="2024-01-09T02:52:08.941" v="14" actId="404"/>
        <pc:sldMkLst>
          <pc:docMk/>
          <pc:sldMk cId="3834472517" sldId="2147481376"/>
        </pc:sldMkLst>
        <pc:spChg chg="del">
          <ac:chgData name="Li,Fengqiong (HP Med RA) BII-CN-B" userId="dae7b85d-6b67-4faa-a5b6-30ff5e066a0d" providerId="ADAL" clId="{22C43FD8-A3E2-49B8-8CA5-8A67C580408F}" dt="2024-01-09T02:51:52.030" v="5" actId="478"/>
          <ac:spMkLst>
            <pc:docMk/>
            <pc:sldMk cId="3834472517" sldId="2147481376"/>
            <ac:spMk id="2" creationId="{2F7C2B6B-26E0-0090-B8A7-663AC400D437}"/>
          </ac:spMkLst>
        </pc:spChg>
        <pc:spChg chg="mod">
          <ac:chgData name="Li,Fengqiong (HP Med RA) BII-CN-B" userId="dae7b85d-6b67-4faa-a5b6-30ff5e066a0d" providerId="ADAL" clId="{22C43FD8-A3E2-49B8-8CA5-8A67C580408F}" dt="2024-01-09T02:52:08.941" v="14" actId="404"/>
          <ac:spMkLst>
            <pc:docMk/>
            <pc:sldMk cId="3834472517" sldId="2147481376"/>
            <ac:spMk id="3" creationId="{2E9BD54A-D58A-4BEC-89EB-C5093D0B561A}"/>
          </ac:spMkLst>
        </pc:spChg>
      </pc:sldChg>
    </pc:docChg>
  </pc:docChgLst>
  <pc:docChgLst>
    <pc:chgData name="Chen,Michael (HP Med RA) BII-CN-B" userId="d5e1e1c3-1b8e-4d7c-a738-2fc34bcfb3bb" providerId="ADAL" clId="{EECCC525-39CB-42AF-80F9-87F345B87EC0}"/>
    <pc:docChg chg="custSel modSld">
      <pc:chgData name="Chen,Michael (HP Med RA) BII-CN-B" userId="d5e1e1c3-1b8e-4d7c-a738-2fc34bcfb3bb" providerId="ADAL" clId="{EECCC525-39CB-42AF-80F9-87F345B87EC0}" dt="2022-06-10T05:16:50.354" v="48" actId="207"/>
      <pc:docMkLst>
        <pc:docMk/>
      </pc:docMkLst>
      <pc:sldChg chg="modSp mod">
        <pc:chgData name="Chen,Michael (HP Med RA) BII-CN-B" userId="d5e1e1c3-1b8e-4d7c-a738-2fc34bcfb3bb" providerId="ADAL" clId="{EECCC525-39CB-42AF-80F9-87F345B87EC0}" dt="2022-06-10T05:16:50.354" v="48" actId="207"/>
        <pc:sldMkLst>
          <pc:docMk/>
          <pc:sldMk cId="1492430006" sldId="2147377131"/>
        </pc:sldMkLst>
        <pc:graphicFrameChg chg="modGraphic">
          <ac:chgData name="Chen,Michael (HP Med RA) BII-CN-B" userId="d5e1e1c3-1b8e-4d7c-a738-2fc34bcfb3bb" providerId="ADAL" clId="{EECCC525-39CB-42AF-80F9-87F345B87EC0}" dt="2022-06-10T05:16:50.354" v="48" actId="207"/>
          <ac:graphicFrameMkLst>
            <pc:docMk/>
            <pc:sldMk cId="1492430006" sldId="2147377131"/>
            <ac:graphicFrameMk id="4" creationId="{CE4F806A-756F-4BE6-8340-EB8D9CD7A174}"/>
          </ac:graphicFrameMkLst>
        </pc:graphicFrameChg>
      </pc:sldChg>
    </pc:docChg>
  </pc:docChgLst>
  <pc:docChgLst>
    <pc:chgData name="Zhang,Ying (MED CD&amp;O) BII-CN-S" userId="456eb1e0-4978-443e-822e-be854341a778" providerId="ADAL" clId="{D65BE709-4044-452A-948D-1F946AFD074C}"/>
    <pc:docChg chg="undo custSel delSld modSld">
      <pc:chgData name="Zhang,Ying (MED CD&amp;O) BII-CN-S" userId="456eb1e0-4978-443e-822e-be854341a778" providerId="ADAL" clId="{D65BE709-4044-452A-948D-1F946AFD074C}" dt="2023-03-15T08:48:23.430" v="54" actId="108"/>
      <pc:docMkLst>
        <pc:docMk/>
      </pc:docMkLst>
      <pc:sldChg chg="modSp mod">
        <pc:chgData name="Zhang,Ying (MED CD&amp;O) BII-CN-S" userId="456eb1e0-4978-443e-822e-be854341a778" providerId="ADAL" clId="{D65BE709-4044-452A-948D-1F946AFD074C}" dt="2023-03-15T07:10:48.817" v="22" actId="255"/>
        <pc:sldMkLst>
          <pc:docMk/>
          <pc:sldMk cId="1394363315" sldId="2147469266"/>
        </pc:sldMkLst>
        <pc:graphicFrameChg chg="modGraphic">
          <ac:chgData name="Zhang,Ying (MED CD&amp;O) BII-CN-S" userId="456eb1e0-4978-443e-822e-be854341a778" providerId="ADAL" clId="{D65BE709-4044-452A-948D-1F946AFD074C}" dt="2023-03-15T07:10:48.817" v="22" actId="255"/>
          <ac:graphicFrameMkLst>
            <pc:docMk/>
            <pc:sldMk cId="1394363315" sldId="2147469266"/>
            <ac:graphicFrameMk id="4" creationId="{9112E749-7C40-4207-8D01-56737C164B5A}"/>
          </ac:graphicFrameMkLst>
        </pc:graphicFrameChg>
      </pc:sldChg>
      <pc:sldChg chg="modSp mod">
        <pc:chgData name="Zhang,Ying (MED CD&amp;O) BII-CN-S" userId="456eb1e0-4978-443e-822e-be854341a778" providerId="ADAL" clId="{D65BE709-4044-452A-948D-1F946AFD074C}" dt="2023-03-15T08:46:40.011" v="42" actId="207"/>
        <pc:sldMkLst>
          <pc:docMk/>
          <pc:sldMk cId="1500558370" sldId="2147469267"/>
        </pc:sldMkLst>
        <pc:graphicFrameChg chg="mod modGraphic">
          <ac:chgData name="Zhang,Ying (MED CD&amp;O) BII-CN-S" userId="456eb1e0-4978-443e-822e-be854341a778" providerId="ADAL" clId="{D65BE709-4044-452A-948D-1F946AFD074C}" dt="2023-03-15T08:46:40.011" v="42" actId="207"/>
          <ac:graphicFrameMkLst>
            <pc:docMk/>
            <pc:sldMk cId="1500558370" sldId="2147469267"/>
            <ac:graphicFrameMk id="4" creationId="{A61FD5E4-779C-474F-AA04-41A5314F31A4}"/>
          </ac:graphicFrameMkLst>
        </pc:graphicFrameChg>
      </pc:sldChg>
      <pc:sldChg chg="del">
        <pc:chgData name="Zhang,Ying (MED CD&amp;O) BII-CN-S" userId="456eb1e0-4978-443e-822e-be854341a778" providerId="ADAL" clId="{D65BE709-4044-452A-948D-1F946AFD074C}" dt="2023-03-15T05:47:25.751" v="1" actId="47"/>
        <pc:sldMkLst>
          <pc:docMk/>
          <pc:sldMk cId="1670760550" sldId="2147470954"/>
        </pc:sldMkLst>
      </pc:sldChg>
      <pc:sldChg chg="del">
        <pc:chgData name="Zhang,Ying (MED CD&amp;O) BII-CN-S" userId="456eb1e0-4978-443e-822e-be854341a778" providerId="ADAL" clId="{D65BE709-4044-452A-948D-1F946AFD074C}" dt="2023-03-15T05:47:27.416" v="2" actId="47"/>
        <pc:sldMkLst>
          <pc:docMk/>
          <pc:sldMk cId="987284040" sldId="2147470955"/>
        </pc:sldMkLst>
      </pc:sldChg>
      <pc:sldChg chg="modSp mod">
        <pc:chgData name="Zhang,Ying (MED CD&amp;O) BII-CN-S" userId="456eb1e0-4978-443e-822e-be854341a778" providerId="ADAL" clId="{D65BE709-4044-452A-948D-1F946AFD074C}" dt="2023-03-15T08:47:48.064" v="50" actId="255"/>
        <pc:sldMkLst>
          <pc:docMk/>
          <pc:sldMk cId="3125671962" sldId="2147471199"/>
        </pc:sldMkLst>
        <pc:graphicFrameChg chg="modGraphic">
          <ac:chgData name="Zhang,Ying (MED CD&amp;O) BII-CN-S" userId="456eb1e0-4978-443e-822e-be854341a778" providerId="ADAL" clId="{D65BE709-4044-452A-948D-1F946AFD074C}" dt="2023-03-15T08:47:48.064" v="50" actId="255"/>
          <ac:graphicFrameMkLst>
            <pc:docMk/>
            <pc:sldMk cId="3125671962" sldId="2147471199"/>
            <ac:graphicFrameMk id="3" creationId="{5FCBCF13-3102-4E8B-B5D5-BCAC696FABDF}"/>
          </ac:graphicFrameMkLst>
        </pc:graphicFrameChg>
      </pc:sldChg>
      <pc:sldChg chg="modSp mod">
        <pc:chgData name="Zhang,Ying (MED CD&amp;O) BII-CN-S" userId="456eb1e0-4978-443e-822e-be854341a778" providerId="ADAL" clId="{D65BE709-4044-452A-948D-1F946AFD074C}" dt="2023-03-15T08:47:38.473" v="49" actId="255"/>
        <pc:sldMkLst>
          <pc:docMk/>
          <pc:sldMk cId="2546863454" sldId="2147471200"/>
        </pc:sldMkLst>
        <pc:graphicFrameChg chg="modGraphic">
          <ac:chgData name="Zhang,Ying (MED CD&amp;O) BII-CN-S" userId="456eb1e0-4978-443e-822e-be854341a778" providerId="ADAL" clId="{D65BE709-4044-452A-948D-1F946AFD074C}" dt="2023-03-15T08:47:38.473" v="49" actId="255"/>
          <ac:graphicFrameMkLst>
            <pc:docMk/>
            <pc:sldMk cId="2546863454" sldId="2147471200"/>
            <ac:graphicFrameMk id="3" creationId="{7ABC4FB4-0A58-484B-9CC1-808D0D382D21}"/>
          </ac:graphicFrameMkLst>
        </pc:graphicFrameChg>
      </pc:sldChg>
      <pc:sldChg chg="modSp mod">
        <pc:chgData name="Zhang,Ying (MED CD&amp;O) BII-CN-S" userId="456eb1e0-4978-443e-822e-be854341a778" providerId="ADAL" clId="{D65BE709-4044-452A-948D-1F946AFD074C}" dt="2023-03-15T07:13:28.722" v="28" actId="1076"/>
        <pc:sldMkLst>
          <pc:docMk/>
          <pc:sldMk cId="372285521" sldId="2147471209"/>
        </pc:sldMkLst>
        <pc:graphicFrameChg chg="mod modGraphic">
          <ac:chgData name="Zhang,Ying (MED CD&amp;O) BII-CN-S" userId="456eb1e0-4978-443e-822e-be854341a778" providerId="ADAL" clId="{D65BE709-4044-452A-948D-1F946AFD074C}" dt="2023-03-15T07:13:28.722" v="28" actId="1076"/>
          <ac:graphicFrameMkLst>
            <pc:docMk/>
            <pc:sldMk cId="372285521" sldId="2147471209"/>
            <ac:graphicFrameMk id="5" creationId="{E6BE035E-4B35-4AB8-AD36-4B31F6665F19}"/>
          </ac:graphicFrameMkLst>
        </pc:graphicFrameChg>
      </pc:sldChg>
      <pc:sldChg chg="modSp delCm modCm">
        <pc:chgData name="Zhang,Ying (MED CD&amp;O) BII-CN-S" userId="456eb1e0-4978-443e-822e-be854341a778" providerId="ADAL" clId="{D65BE709-4044-452A-948D-1F946AFD074C}" dt="2023-03-15T08:48:17.274" v="52"/>
        <pc:sldMkLst>
          <pc:docMk/>
          <pc:sldMk cId="1887912600" sldId="2147471210"/>
        </pc:sldMkLst>
        <pc:graphicFrameChg chg="mod">
          <ac:chgData name="Zhang,Ying (MED CD&amp;O) BII-CN-S" userId="456eb1e0-4978-443e-822e-be854341a778" providerId="ADAL" clId="{D65BE709-4044-452A-948D-1F946AFD074C}" dt="2023-03-15T08:48:17.274" v="52"/>
          <ac:graphicFrameMkLst>
            <pc:docMk/>
            <pc:sldMk cId="1887912600" sldId="2147471210"/>
            <ac:graphicFrameMk id="8" creationId="{E882D303-5A05-4993-9B82-3744EFFDB6DC}"/>
          </ac:graphicFrameMkLst>
        </pc:graphicFrameChg>
      </pc:sldChg>
      <pc:sldChg chg="del">
        <pc:chgData name="Zhang,Ying (MED CD&amp;O) BII-CN-S" userId="456eb1e0-4978-443e-822e-be854341a778" providerId="ADAL" clId="{D65BE709-4044-452A-948D-1F946AFD074C}" dt="2023-03-15T05:47:01.985" v="0"/>
        <pc:sldMkLst>
          <pc:docMk/>
          <pc:sldMk cId="1922013747" sldId="2147471210"/>
        </pc:sldMkLst>
      </pc:sldChg>
      <pc:sldChg chg="del">
        <pc:chgData name="Zhang,Ying (MED CD&amp;O) BII-CN-S" userId="456eb1e0-4978-443e-822e-be854341a778" providerId="ADAL" clId="{D65BE709-4044-452A-948D-1F946AFD074C}" dt="2023-03-15T05:47:01.985" v="0"/>
        <pc:sldMkLst>
          <pc:docMk/>
          <pc:sldMk cId="798701390" sldId="2147471211"/>
        </pc:sldMkLst>
      </pc:sldChg>
      <pc:sldChg chg="modSp mod">
        <pc:chgData name="Zhang,Ying (MED CD&amp;O) BII-CN-S" userId="456eb1e0-4978-443e-822e-be854341a778" providerId="ADAL" clId="{D65BE709-4044-452A-948D-1F946AFD074C}" dt="2023-03-15T08:48:23.430" v="54" actId="108"/>
        <pc:sldMkLst>
          <pc:docMk/>
          <pc:sldMk cId="2759171234" sldId="2147471211"/>
        </pc:sldMkLst>
        <pc:graphicFrameChg chg="modGraphic">
          <ac:chgData name="Zhang,Ying (MED CD&amp;O) BII-CN-S" userId="456eb1e0-4978-443e-822e-be854341a778" providerId="ADAL" clId="{D65BE709-4044-452A-948D-1F946AFD074C}" dt="2023-03-15T08:48:23.430" v="54" actId="108"/>
          <ac:graphicFrameMkLst>
            <pc:docMk/>
            <pc:sldMk cId="2759171234" sldId="2147471211"/>
            <ac:graphicFrameMk id="9" creationId="{20C60C15-BE4D-4C66-B21A-A740913B0202}"/>
          </ac:graphicFrameMkLst>
        </pc:graphicFrameChg>
      </pc:sldChg>
    </pc:docChg>
  </pc:docChgLst>
  <pc:docChgLst>
    <pc:chgData name="Lu,Yixin (MED CD&amp;O) BII-CN-S" userId="S::yixin.lu@boehringer-ingelheim.com::6055c963-f18b-4b43-9f26-62c3b4c5f854" providerId="AD" clId="Web-{9548436D-11DE-9F88-AF0C-8C71874737CC}"/>
    <pc:docChg chg="modSld">
      <pc:chgData name="Lu,Yixin (MED CD&amp;O) BII-CN-S" userId="S::yixin.lu@boehringer-ingelheim.com::6055c963-f18b-4b43-9f26-62c3b4c5f854" providerId="AD" clId="Web-{9548436D-11DE-9F88-AF0C-8C71874737CC}" dt="2022-09-30T06:26:00.347" v="69" actId="20577"/>
      <pc:docMkLst>
        <pc:docMk/>
      </pc:docMkLst>
      <pc:sldChg chg="modSp">
        <pc:chgData name="Lu,Yixin (MED CD&amp;O) BII-CN-S" userId="S::yixin.lu@boehringer-ingelheim.com::6055c963-f18b-4b43-9f26-62c3b4c5f854" providerId="AD" clId="Web-{9548436D-11DE-9F88-AF0C-8C71874737CC}" dt="2022-09-30T06:26:00.347" v="69" actId="20577"/>
        <pc:sldMkLst>
          <pc:docMk/>
          <pc:sldMk cId="3315052253" sldId="2147377311"/>
        </pc:sldMkLst>
        <pc:spChg chg="mod">
          <ac:chgData name="Lu,Yixin (MED CD&amp;O) BII-CN-S" userId="S::yixin.lu@boehringer-ingelheim.com::6055c963-f18b-4b43-9f26-62c3b4c5f854" providerId="AD" clId="Web-{9548436D-11DE-9F88-AF0C-8C71874737CC}" dt="2022-09-30T06:26:00.347" v="69" actId="20577"/>
          <ac:spMkLst>
            <pc:docMk/>
            <pc:sldMk cId="3315052253" sldId="2147377311"/>
            <ac:spMk id="192" creationId="{31193A60-52A8-4E9D-BB69-B3D203C95D66}"/>
          </ac:spMkLst>
        </pc:spChg>
      </pc:sldChg>
    </pc:docChg>
  </pc:docChgLst>
  <pc:docChgLst>
    <pc:chgData name="Lu,Yixin (MED CD&amp;O) BII-CN-S" userId="S::yixin.lu@boehringer-ingelheim.com::6055c963-f18b-4b43-9f26-62c3b4c5f854" providerId="AD" clId="Web-{63AB2CB0-5143-12C3-90A3-8B85DE754182}"/>
    <pc:docChg chg="modSld">
      <pc:chgData name="Lu,Yixin (MED CD&amp;O) BII-CN-S" userId="S::yixin.lu@boehringer-ingelheim.com::6055c963-f18b-4b43-9f26-62c3b4c5f854" providerId="AD" clId="Web-{63AB2CB0-5143-12C3-90A3-8B85DE754182}" dt="2022-09-02T01:54:07.590" v="86" actId="20577"/>
      <pc:docMkLst>
        <pc:docMk/>
      </pc:docMkLst>
      <pc:sldChg chg="modSp">
        <pc:chgData name="Lu,Yixin (MED CD&amp;O) BII-CN-S" userId="S::yixin.lu@boehringer-ingelheim.com::6055c963-f18b-4b43-9f26-62c3b4c5f854" providerId="AD" clId="Web-{63AB2CB0-5143-12C3-90A3-8B85DE754182}" dt="2022-09-02T01:54:07.590" v="86" actId="20577"/>
        <pc:sldMkLst>
          <pc:docMk/>
          <pc:sldMk cId="1669717787" sldId="2147377286"/>
        </pc:sldMkLst>
        <pc:spChg chg="mod">
          <ac:chgData name="Lu,Yixin (MED CD&amp;O) BII-CN-S" userId="S::yixin.lu@boehringer-ingelheim.com::6055c963-f18b-4b43-9f26-62c3b4c5f854" providerId="AD" clId="Web-{63AB2CB0-5143-12C3-90A3-8B85DE754182}" dt="2022-09-02T01:54:07.590" v="86" actId="20577"/>
          <ac:spMkLst>
            <pc:docMk/>
            <pc:sldMk cId="1669717787" sldId="2147377286"/>
            <ac:spMk id="192" creationId="{31193A60-52A8-4E9D-BB69-B3D203C95D66}"/>
          </ac:spMkLst>
        </pc:spChg>
      </pc:sldChg>
    </pc:docChg>
  </pc:docChgLst>
  <pc:docChgLst>
    <pc:chgData name="Luo,Ling (MED CD&amp;O) BII-CN-B" userId="S::ling.luo@boehringer-ingelheim.com::8fcf03b3-2fe6-40aa-8e36-254db6098ccc" providerId="AD" clId="Web-{FADE53D4-111E-9BE0-4223-3DB29008043F}"/>
    <pc:docChg chg="modSld">
      <pc:chgData name="Luo,Ling (MED CD&amp;O) BII-CN-B" userId="S::ling.luo@boehringer-ingelheim.com::8fcf03b3-2fe6-40aa-8e36-254db6098ccc" providerId="AD" clId="Web-{FADE53D4-111E-9BE0-4223-3DB29008043F}" dt="2023-02-10T13:42:39.892" v="34" actId="1076"/>
      <pc:docMkLst>
        <pc:docMk/>
      </pc:docMkLst>
      <pc:sldChg chg="modSp addCm">
        <pc:chgData name="Luo,Ling (MED CD&amp;O) BII-CN-B" userId="S::ling.luo@boehringer-ingelheim.com::8fcf03b3-2fe6-40aa-8e36-254db6098ccc" providerId="AD" clId="Web-{FADE53D4-111E-9BE0-4223-3DB29008043F}" dt="2023-02-10T13:42:39.892" v="34" actId="1076"/>
        <pc:sldMkLst>
          <pc:docMk/>
          <pc:sldMk cId="4022558961" sldId="2147471171"/>
        </pc:sldMkLst>
        <pc:spChg chg="mod">
          <ac:chgData name="Luo,Ling (MED CD&amp;O) BII-CN-B" userId="S::ling.luo@boehringer-ingelheim.com::8fcf03b3-2fe6-40aa-8e36-254db6098ccc" providerId="AD" clId="Web-{FADE53D4-111E-9BE0-4223-3DB29008043F}" dt="2023-02-10T13:42:39.892" v="34" actId="1076"/>
          <ac:spMkLst>
            <pc:docMk/>
            <pc:sldMk cId="4022558961" sldId="2147471171"/>
            <ac:spMk id="54" creationId="{1E3E7DC8-9142-46E1-8AF9-0C34BA97CE12}"/>
          </ac:spMkLst>
        </pc:spChg>
        <pc:spChg chg="mod">
          <ac:chgData name="Luo,Ling (MED CD&amp;O) BII-CN-B" userId="S::ling.luo@boehringer-ingelheim.com::8fcf03b3-2fe6-40aa-8e36-254db6098ccc" providerId="AD" clId="Web-{FADE53D4-111E-9BE0-4223-3DB29008043F}" dt="2023-02-10T13:38:26.228" v="8" actId="1076"/>
          <ac:spMkLst>
            <pc:docMk/>
            <pc:sldMk cId="4022558961" sldId="2147471171"/>
            <ac:spMk id="60" creationId="{721D7A13-1B3E-43CC-ABB5-F2E158BD30C2}"/>
          </ac:spMkLst>
        </pc:spChg>
        <pc:spChg chg="mod">
          <ac:chgData name="Luo,Ling (MED CD&amp;O) BII-CN-B" userId="S::ling.luo@boehringer-ingelheim.com::8fcf03b3-2fe6-40aa-8e36-254db6098ccc" providerId="AD" clId="Web-{FADE53D4-111E-9BE0-4223-3DB29008043F}" dt="2023-02-10T13:38:06.711" v="7" actId="14100"/>
          <ac:spMkLst>
            <pc:docMk/>
            <pc:sldMk cId="4022558961" sldId="2147471171"/>
            <ac:spMk id="71" creationId="{5B18D90B-64FC-4253-99CE-234990238DE9}"/>
          </ac:spMkLst>
        </pc:spChg>
        <pc:spChg chg="mod">
          <ac:chgData name="Luo,Ling (MED CD&amp;O) BII-CN-B" userId="S::ling.luo@boehringer-ingelheim.com::8fcf03b3-2fe6-40aa-8e36-254db6098ccc" providerId="AD" clId="Web-{FADE53D4-111E-9BE0-4223-3DB29008043F}" dt="2023-02-10T13:39:43.964" v="22" actId="1076"/>
          <ac:spMkLst>
            <pc:docMk/>
            <pc:sldMk cId="4022558961" sldId="2147471171"/>
            <ac:spMk id="75" creationId="{9617292B-BA99-4D01-B94B-E1F79FFD3053}"/>
          </ac:spMkLst>
        </pc:spChg>
        <pc:spChg chg="mod">
          <ac:chgData name="Luo,Ling (MED CD&amp;O) BII-CN-B" userId="S::ling.luo@boehringer-ingelheim.com::8fcf03b3-2fe6-40aa-8e36-254db6098ccc" providerId="AD" clId="Web-{FADE53D4-111E-9BE0-4223-3DB29008043F}" dt="2023-02-10T13:39:37.308" v="21" actId="1076"/>
          <ac:spMkLst>
            <pc:docMk/>
            <pc:sldMk cId="4022558961" sldId="2147471171"/>
            <ac:spMk id="82" creationId="{DE51D9F8-051F-4FF2-BCE9-33F10720DB90}"/>
          </ac:spMkLst>
        </pc:spChg>
        <pc:spChg chg="mod">
          <ac:chgData name="Luo,Ling (MED CD&amp;O) BII-CN-B" userId="S::ling.luo@boehringer-ingelheim.com::8fcf03b3-2fe6-40aa-8e36-254db6098ccc" providerId="AD" clId="Web-{FADE53D4-111E-9BE0-4223-3DB29008043F}" dt="2023-02-10T13:39:27.667" v="20" actId="1076"/>
          <ac:spMkLst>
            <pc:docMk/>
            <pc:sldMk cId="4022558961" sldId="2147471171"/>
            <ac:spMk id="84" creationId="{E699087D-3D8F-4ECD-BC87-848B10EF47C6}"/>
          </ac:spMkLst>
        </pc:spChg>
        <pc:spChg chg="mod">
          <ac:chgData name="Luo,Ling (MED CD&amp;O) BII-CN-B" userId="S::ling.luo@boehringer-ingelheim.com::8fcf03b3-2fe6-40aa-8e36-254db6098ccc" providerId="AD" clId="Web-{FADE53D4-111E-9BE0-4223-3DB29008043F}" dt="2023-02-10T13:40:38.419" v="31" actId="1076"/>
          <ac:spMkLst>
            <pc:docMk/>
            <pc:sldMk cId="4022558961" sldId="2147471171"/>
            <ac:spMk id="85" creationId="{4A69F20D-244F-4B8F-B6FC-DB4B4943EC6C}"/>
          </ac:spMkLst>
        </pc:spChg>
        <pc:spChg chg="mod">
          <ac:chgData name="Luo,Ling (MED CD&amp;O) BII-CN-B" userId="S::ling.luo@boehringer-ingelheim.com::8fcf03b3-2fe6-40aa-8e36-254db6098ccc" providerId="AD" clId="Web-{FADE53D4-111E-9BE0-4223-3DB29008043F}" dt="2023-02-10T13:40:53.045" v="32" actId="1076"/>
          <ac:spMkLst>
            <pc:docMk/>
            <pc:sldMk cId="4022558961" sldId="2147471171"/>
            <ac:spMk id="86" creationId="{877F6C26-C2D0-48E9-93E6-F5B6CE583FFA}"/>
          </ac:spMkLst>
        </pc:spChg>
        <pc:spChg chg="mod">
          <ac:chgData name="Luo,Ling (MED CD&amp;O) BII-CN-B" userId="S::ling.luo@boehringer-ingelheim.com::8fcf03b3-2fe6-40aa-8e36-254db6098ccc" providerId="AD" clId="Web-{FADE53D4-111E-9BE0-4223-3DB29008043F}" dt="2023-02-10T13:40:24.981" v="29" actId="1076"/>
          <ac:spMkLst>
            <pc:docMk/>
            <pc:sldMk cId="4022558961" sldId="2147471171"/>
            <ac:spMk id="87" creationId="{79232D5C-2A4E-4356-BAEE-C250FE23990F}"/>
          </ac:spMkLst>
        </pc:spChg>
        <pc:spChg chg="mod">
          <ac:chgData name="Luo,Ling (MED CD&amp;O) BII-CN-B" userId="S::ling.luo@boehringer-ingelheim.com::8fcf03b3-2fe6-40aa-8e36-254db6098ccc" providerId="AD" clId="Web-{FADE53D4-111E-9BE0-4223-3DB29008043F}" dt="2023-02-10T13:39:55.871" v="23" actId="1076"/>
          <ac:spMkLst>
            <pc:docMk/>
            <pc:sldMk cId="4022558961" sldId="2147471171"/>
            <ac:spMk id="88" creationId="{7FBBCCF6-209F-4326-914D-28B56CEDDF37}"/>
          </ac:spMkLst>
        </pc:spChg>
      </pc:sldChg>
    </pc:docChg>
  </pc:docChgLst>
  <pc:docChgLst>
    <pc:chgData name="zxSHA Xiong,Yanwen (HP Medicine) EXTERNAL" userId="S::yanwen.xiong.ext@boehringer-ingelheim.com::c4388089-c179-4221-bb7e-33e3416ff773" providerId="AD" clId="Web-{C4E834D0-9967-CB2A-8355-22ADF158510C}"/>
    <pc:docChg chg="modSld">
      <pc:chgData name="zxSHA Xiong,Yanwen (HP Medicine) EXTERNAL" userId="S::yanwen.xiong.ext@boehringer-ingelheim.com::c4388089-c179-4221-bb7e-33e3416ff773" providerId="AD" clId="Web-{C4E834D0-9967-CB2A-8355-22ADF158510C}" dt="2024-04-22T06:43:46.788" v="5"/>
      <pc:docMkLst>
        <pc:docMk/>
      </pc:docMkLst>
      <pc:sldChg chg="modSp">
        <pc:chgData name="zxSHA Xiong,Yanwen (HP Medicine) EXTERNAL" userId="S::yanwen.xiong.ext@boehringer-ingelheim.com::c4388089-c179-4221-bb7e-33e3416ff773" providerId="AD" clId="Web-{C4E834D0-9967-CB2A-8355-22ADF158510C}" dt="2024-04-22T06:43:46.788" v="5"/>
        <pc:sldMkLst>
          <pc:docMk/>
          <pc:sldMk cId="3255186489" sldId="2147482704"/>
        </pc:sldMkLst>
        <pc:graphicFrameChg chg="mod modGraphic">
          <ac:chgData name="zxSHA Xiong,Yanwen (HP Medicine) EXTERNAL" userId="S::yanwen.xiong.ext@boehringer-ingelheim.com::c4388089-c179-4221-bb7e-33e3416ff773" providerId="AD" clId="Web-{C4E834D0-9967-CB2A-8355-22ADF158510C}" dt="2024-04-22T06:43:46.788" v="5"/>
          <ac:graphicFrameMkLst>
            <pc:docMk/>
            <pc:sldMk cId="3255186489" sldId="2147482704"/>
            <ac:graphicFrameMk id="12" creationId="{EE24276D-C300-4706-ACD2-32E108653E2B}"/>
          </ac:graphicFrameMkLst>
        </pc:graphicFrameChg>
      </pc:sldChg>
    </pc:docChg>
  </pc:docChgLst>
  <pc:docChgLst>
    <pc:chgData name="Wang,Yuan (HP Medicine) BII-CN-S" userId="S::yuan_2.wang@boehringer-ingelheim.com::358dc601-7626-4089-85ae-a53dd0075322" providerId="AD" clId="Web-{17676B33-A908-5197-B880-595FC9AA3326}"/>
    <pc:docChg chg="modSld">
      <pc:chgData name="Wang,Yuan (HP Medicine) BII-CN-S" userId="S::yuan_2.wang@boehringer-ingelheim.com::358dc601-7626-4089-85ae-a53dd0075322" providerId="AD" clId="Web-{17676B33-A908-5197-B880-595FC9AA3326}" dt="2023-02-14T07:22:29.056" v="35"/>
      <pc:docMkLst>
        <pc:docMk/>
      </pc:docMkLst>
      <pc:sldChg chg="modSp">
        <pc:chgData name="Wang,Yuan (HP Medicine) BII-CN-S" userId="S::yuan_2.wang@boehringer-ingelheim.com::358dc601-7626-4089-85ae-a53dd0075322" providerId="AD" clId="Web-{17676B33-A908-5197-B880-595FC9AA3326}" dt="2023-02-14T07:22:29.056" v="35"/>
        <pc:sldMkLst>
          <pc:docMk/>
          <pc:sldMk cId="3255186489" sldId="2147377178"/>
        </pc:sldMkLst>
        <pc:graphicFrameChg chg="mod modGraphic">
          <ac:chgData name="Wang,Yuan (HP Medicine) BII-CN-S" userId="S::yuan_2.wang@boehringer-ingelheim.com::358dc601-7626-4089-85ae-a53dd0075322" providerId="AD" clId="Web-{17676B33-A908-5197-B880-595FC9AA3326}" dt="2023-02-14T07:22:29.056" v="35"/>
          <ac:graphicFrameMkLst>
            <pc:docMk/>
            <pc:sldMk cId="3255186489" sldId="2147377178"/>
            <ac:graphicFrameMk id="12" creationId="{EE24276D-C300-4706-ACD2-32E108653E2B}"/>
          </ac:graphicFrameMkLst>
        </pc:graphicFrameChg>
      </pc:sldChg>
    </pc:docChg>
  </pc:docChgLst>
  <pc:docChgLst>
    <pc:chgData name="zxSHA Li,Lili (MED CD&amp;O) EXTERNAL" userId="caae5028-c4b7-4139-b798-d46cb2b8c45e" providerId="ADAL" clId="{2FBE07E8-C6DA-4E2D-84B2-ACE91CE96B00}"/>
    <pc:docChg chg="custSel modSld">
      <pc:chgData name="zxSHA Li,Lili (MED CD&amp;O) EXTERNAL" userId="caae5028-c4b7-4139-b798-d46cb2b8c45e" providerId="ADAL" clId="{2FBE07E8-C6DA-4E2D-84B2-ACE91CE96B00}" dt="2023-06-12T05:48:51.370" v="17" actId="20577"/>
      <pc:docMkLst>
        <pc:docMk/>
      </pc:docMkLst>
      <pc:sldChg chg="addSp delSp modSp mod">
        <pc:chgData name="zxSHA Li,Lili (MED CD&amp;O) EXTERNAL" userId="caae5028-c4b7-4139-b798-d46cb2b8c45e" providerId="ADAL" clId="{2FBE07E8-C6DA-4E2D-84B2-ACE91CE96B00}" dt="2023-06-12T05:48:51.370" v="17" actId="20577"/>
        <pc:sldMkLst>
          <pc:docMk/>
          <pc:sldMk cId="3998980679" sldId="2147474060"/>
        </pc:sldMkLst>
        <pc:spChg chg="mod">
          <ac:chgData name="zxSHA Li,Lili (MED CD&amp;O) EXTERNAL" userId="caae5028-c4b7-4139-b798-d46cb2b8c45e" providerId="ADAL" clId="{2FBE07E8-C6DA-4E2D-84B2-ACE91CE96B00}" dt="2023-06-12T05:48:51.370" v="17" actId="20577"/>
          <ac:spMkLst>
            <pc:docMk/>
            <pc:sldMk cId="3998980679" sldId="2147474060"/>
            <ac:spMk id="2" creationId="{899E9FD5-14F4-46B5-85BD-4B2D5616E6A9}"/>
          </ac:spMkLst>
        </pc:spChg>
        <pc:graphicFrameChg chg="add mod">
          <ac:chgData name="zxSHA Li,Lili (MED CD&amp;O) EXTERNAL" userId="caae5028-c4b7-4139-b798-d46cb2b8c45e" providerId="ADAL" clId="{2FBE07E8-C6DA-4E2D-84B2-ACE91CE96B00}" dt="2023-06-12T05:45:36.272" v="5"/>
          <ac:graphicFrameMkLst>
            <pc:docMk/>
            <pc:sldMk cId="3998980679" sldId="2147474060"/>
            <ac:graphicFrameMk id="3" creationId="{57883224-1323-4D15-B02B-5BEABBF6E564}"/>
          </ac:graphicFrameMkLst>
        </pc:graphicFrameChg>
        <pc:graphicFrameChg chg="modGraphic">
          <ac:chgData name="zxSHA Li,Lili (MED CD&amp;O) EXTERNAL" userId="caae5028-c4b7-4139-b798-d46cb2b8c45e" providerId="ADAL" clId="{2FBE07E8-C6DA-4E2D-84B2-ACE91CE96B00}" dt="2023-06-12T05:45:55.472" v="9" actId="20577"/>
          <ac:graphicFrameMkLst>
            <pc:docMk/>
            <pc:sldMk cId="3998980679" sldId="2147474060"/>
            <ac:graphicFrameMk id="6" creationId="{E52BDA42-1D11-AA1A-8E03-89CA8C33CE30}"/>
          </ac:graphicFrameMkLst>
        </pc:graphicFrameChg>
        <pc:picChg chg="del">
          <ac:chgData name="zxSHA Li,Lili (MED CD&amp;O) EXTERNAL" userId="caae5028-c4b7-4139-b798-d46cb2b8c45e" providerId="ADAL" clId="{2FBE07E8-C6DA-4E2D-84B2-ACE91CE96B00}" dt="2023-06-12T05:45:17.080" v="0" actId="478"/>
          <ac:picMkLst>
            <pc:docMk/>
            <pc:sldMk cId="3998980679" sldId="2147474060"/>
            <ac:picMk id="5" creationId="{19F43C4F-7AE0-CBB3-3508-0828C8296774}"/>
          </ac:picMkLst>
        </pc:picChg>
      </pc:sldChg>
      <pc:sldChg chg="modSp mod">
        <pc:chgData name="zxSHA Li,Lili (MED CD&amp;O) EXTERNAL" userId="caae5028-c4b7-4139-b798-d46cb2b8c45e" providerId="ADAL" clId="{2FBE07E8-C6DA-4E2D-84B2-ACE91CE96B00}" dt="2023-06-12T05:48:46.799" v="13" actId="20577"/>
        <pc:sldMkLst>
          <pc:docMk/>
          <pc:sldMk cId="612364259" sldId="2147474070"/>
        </pc:sldMkLst>
        <pc:spChg chg="mod">
          <ac:chgData name="zxSHA Li,Lili (MED CD&amp;O) EXTERNAL" userId="caae5028-c4b7-4139-b798-d46cb2b8c45e" providerId="ADAL" clId="{2FBE07E8-C6DA-4E2D-84B2-ACE91CE96B00}" dt="2023-06-12T05:48:46.799" v="13" actId="20577"/>
          <ac:spMkLst>
            <pc:docMk/>
            <pc:sldMk cId="612364259" sldId="2147474070"/>
            <ac:spMk id="2" creationId="{899E9FD5-14F4-46B5-85BD-4B2D5616E6A9}"/>
          </ac:spMkLst>
        </pc:spChg>
      </pc:sldChg>
    </pc:docChg>
  </pc:docChgLst>
  <pc:docChgLst>
    <pc:chgData name="Wang,Shirley (HP Med RA) BII-CN-B" userId="48b801ce-80b8-42d3-931b-2dcaf726016f" providerId="ADAL" clId="{2E4E41FE-8B39-4D83-8E37-D04C62B1E650}"/>
    <pc:docChg chg="custSel modSld">
      <pc:chgData name="Wang,Shirley (HP Med RA) BII-CN-B" userId="48b801ce-80b8-42d3-931b-2dcaf726016f" providerId="ADAL" clId="{2E4E41FE-8B39-4D83-8E37-D04C62B1E650}" dt="2022-09-29T07:37:22.364" v="54" actId="14100"/>
      <pc:docMkLst>
        <pc:docMk/>
      </pc:docMkLst>
      <pc:sldChg chg="modSp mod">
        <pc:chgData name="Wang,Shirley (HP Med RA) BII-CN-B" userId="48b801ce-80b8-42d3-931b-2dcaf726016f" providerId="ADAL" clId="{2E4E41FE-8B39-4D83-8E37-D04C62B1E650}" dt="2022-09-29T07:35:12.656" v="1" actId="20577"/>
        <pc:sldMkLst>
          <pc:docMk/>
          <pc:sldMk cId="2876164168" sldId="2147377296"/>
        </pc:sldMkLst>
        <pc:graphicFrameChg chg="modGraphic">
          <ac:chgData name="Wang,Shirley (HP Med RA) BII-CN-B" userId="48b801ce-80b8-42d3-931b-2dcaf726016f" providerId="ADAL" clId="{2E4E41FE-8B39-4D83-8E37-D04C62B1E650}" dt="2022-09-29T07:35:12.656" v="1" actId="20577"/>
          <ac:graphicFrameMkLst>
            <pc:docMk/>
            <pc:sldMk cId="2876164168" sldId="2147377296"/>
            <ac:graphicFrameMk id="4" creationId="{CE4F806A-756F-4BE6-8340-EB8D9CD7A174}"/>
          </ac:graphicFrameMkLst>
        </pc:graphicFrameChg>
      </pc:sldChg>
      <pc:sldChg chg="modSp mod">
        <pc:chgData name="Wang,Shirley (HP Med RA) BII-CN-B" userId="48b801ce-80b8-42d3-931b-2dcaf726016f" providerId="ADAL" clId="{2E4E41FE-8B39-4D83-8E37-D04C62B1E650}" dt="2022-09-29T07:37:22.364" v="54" actId="14100"/>
        <pc:sldMkLst>
          <pc:docMk/>
          <pc:sldMk cId="3191557910" sldId="2147377304"/>
        </pc:sldMkLst>
        <pc:spChg chg="mod">
          <ac:chgData name="Wang,Shirley (HP Med RA) BII-CN-B" userId="48b801ce-80b8-42d3-931b-2dcaf726016f" providerId="ADAL" clId="{2E4E41FE-8B39-4D83-8E37-D04C62B1E650}" dt="2022-09-29T07:37:16.997" v="53" actId="1076"/>
          <ac:spMkLst>
            <pc:docMk/>
            <pc:sldMk cId="3191557910" sldId="2147377304"/>
            <ac:spMk id="34" creationId="{00000000-0000-0000-0000-000000000000}"/>
          </ac:spMkLst>
        </pc:spChg>
        <pc:spChg chg="mod">
          <ac:chgData name="Wang,Shirley (HP Med RA) BII-CN-B" userId="48b801ce-80b8-42d3-931b-2dcaf726016f" providerId="ADAL" clId="{2E4E41FE-8B39-4D83-8E37-D04C62B1E650}" dt="2022-09-29T07:37:22.364" v="54" actId="14100"/>
          <ac:spMkLst>
            <pc:docMk/>
            <pc:sldMk cId="3191557910" sldId="2147377304"/>
            <ac:spMk id="116" creationId="{A7B1E1DE-8395-43D7-A132-05F89863AC62}"/>
          </ac:spMkLst>
        </pc:spChg>
        <pc:spChg chg="mod">
          <ac:chgData name="Wang,Shirley (HP Med RA) BII-CN-B" userId="48b801ce-80b8-42d3-931b-2dcaf726016f" providerId="ADAL" clId="{2E4E41FE-8B39-4D83-8E37-D04C62B1E650}" dt="2022-09-29T07:36:52.619" v="50" actId="20577"/>
          <ac:spMkLst>
            <pc:docMk/>
            <pc:sldMk cId="3191557910" sldId="2147377304"/>
            <ac:spMk id="125" creationId="{DFAA6683-0037-41A5-88BA-233844E272FA}"/>
          </ac:spMkLst>
        </pc:spChg>
      </pc:sldChg>
    </pc:docChg>
  </pc:docChgLst>
  <pc:docChgLst>
    <pc:chgData name="Li,Yuting (HP Medicine) BII-CN-S" userId="S::yuting.li@boehringer-ingelheim.com::ce8fbb54-122c-426d-b8da-fdcc5e1b5022" providerId="AD" clId="Web-{B62A2D77-8507-83EE-CE0E-E63E98449CD1}"/>
    <pc:docChg chg="modSld">
      <pc:chgData name="Li,Yuting (HP Medicine) BII-CN-S" userId="S::yuting.li@boehringer-ingelheim.com::ce8fbb54-122c-426d-b8da-fdcc5e1b5022" providerId="AD" clId="Web-{B62A2D77-8507-83EE-CE0E-E63E98449CD1}" dt="2022-03-14T13:54:06.324" v="1" actId="20577"/>
      <pc:docMkLst>
        <pc:docMk/>
      </pc:docMkLst>
      <pc:sldChg chg="modSp">
        <pc:chgData name="Li,Yuting (HP Medicine) BII-CN-S" userId="S::yuting.li@boehringer-ingelheim.com::ce8fbb54-122c-426d-b8da-fdcc5e1b5022" providerId="AD" clId="Web-{B62A2D77-8507-83EE-CE0E-E63E98449CD1}" dt="2022-03-14T13:54:06.324" v="1" actId="20577"/>
        <pc:sldMkLst>
          <pc:docMk/>
          <pc:sldMk cId="2253265356" sldId="2141413456"/>
        </pc:sldMkLst>
        <pc:spChg chg="mod">
          <ac:chgData name="Li,Yuting (HP Medicine) BII-CN-S" userId="S::yuting.li@boehringer-ingelheim.com::ce8fbb54-122c-426d-b8da-fdcc5e1b5022" providerId="AD" clId="Web-{B62A2D77-8507-83EE-CE0E-E63E98449CD1}" dt="2022-03-14T13:54:06.324" v="1" actId="20577"/>
          <ac:spMkLst>
            <pc:docMk/>
            <pc:sldMk cId="2253265356" sldId="2141413456"/>
            <ac:spMk id="90" creationId="{F9345081-D2EC-4F9D-A965-3B9D77318B16}"/>
          </ac:spMkLst>
        </pc:spChg>
      </pc:sldChg>
    </pc:docChg>
  </pc:docChgLst>
  <pc:docChgLst>
    <pc:chgData name="Shiruo" userId="48b801ce-80b8-42d3-931b-2dcaf726016f" providerId="ADAL" clId="{52DEA016-419D-419E-9069-5EF45235C273}"/>
    <pc:docChg chg="modSld sldOrd">
      <pc:chgData name="Shiruo" userId="48b801ce-80b8-42d3-931b-2dcaf726016f" providerId="ADAL" clId="{52DEA016-419D-419E-9069-5EF45235C273}" dt="2022-02-14T06:00:22.995" v="1"/>
      <pc:docMkLst>
        <pc:docMk/>
      </pc:docMkLst>
      <pc:sldChg chg="ord">
        <pc:chgData name="Shiruo" userId="48b801ce-80b8-42d3-931b-2dcaf726016f" providerId="ADAL" clId="{52DEA016-419D-419E-9069-5EF45235C273}" dt="2022-02-14T06:00:22.995" v="1"/>
        <pc:sldMkLst>
          <pc:docMk/>
          <pc:sldMk cId="2053426083" sldId="2147377164"/>
        </pc:sldMkLst>
      </pc:sldChg>
    </pc:docChg>
  </pc:docChgLst>
  <pc:docChgLst>
    <pc:chgData name="Lu,Yixin (MED CD&amp;O) BII-CN-S" userId="6055c963-f18b-4b43-9f26-62c3b4c5f854" providerId="ADAL" clId="{D347EA5B-1DA8-4591-8804-A126B693C009}"/>
    <pc:docChg chg="undo custSel modSld">
      <pc:chgData name="Lu,Yixin (MED CD&amp;O) BII-CN-S" userId="6055c963-f18b-4b43-9f26-62c3b4c5f854" providerId="ADAL" clId="{D347EA5B-1DA8-4591-8804-A126B693C009}" dt="2023-02-15T10:37:17.585" v="276" actId="121"/>
      <pc:docMkLst>
        <pc:docMk/>
      </pc:docMkLst>
      <pc:sldChg chg="addSp delSp modSp mod">
        <pc:chgData name="Lu,Yixin (MED CD&amp;O) BII-CN-S" userId="6055c963-f18b-4b43-9f26-62c3b4c5f854" providerId="ADAL" clId="{D347EA5B-1DA8-4591-8804-A126B693C009}" dt="2023-02-15T10:15:11.253" v="161" actId="1076"/>
        <pc:sldMkLst>
          <pc:docMk/>
          <pc:sldMk cId="4049709740" sldId="2147471186"/>
        </pc:sldMkLst>
        <pc:spChg chg="mod">
          <ac:chgData name="Lu,Yixin (MED CD&amp;O) BII-CN-S" userId="6055c963-f18b-4b43-9f26-62c3b4c5f854" providerId="ADAL" clId="{D347EA5B-1DA8-4591-8804-A126B693C009}" dt="2023-02-13T01:16:10.348" v="7" actId="20577"/>
          <ac:spMkLst>
            <pc:docMk/>
            <pc:sldMk cId="4049709740" sldId="2147471186"/>
            <ac:spMk id="2" creationId="{899E9FD5-14F4-46B5-85BD-4B2D5616E6A9}"/>
          </ac:spMkLst>
        </pc:spChg>
        <pc:spChg chg="mod">
          <ac:chgData name="Lu,Yixin (MED CD&amp;O) BII-CN-S" userId="6055c963-f18b-4b43-9f26-62c3b4c5f854" providerId="ADAL" clId="{D347EA5B-1DA8-4591-8804-A126B693C009}" dt="2023-02-15T10:15:00.644" v="159" actId="20577"/>
          <ac:spMkLst>
            <pc:docMk/>
            <pc:sldMk cId="4049709740" sldId="2147471186"/>
            <ac:spMk id="5" creationId="{67C6AF8C-8F3D-43DE-B703-1AFE6C7E539A}"/>
          </ac:spMkLst>
        </pc:spChg>
        <pc:graphicFrameChg chg="add del mod">
          <ac:chgData name="Lu,Yixin (MED CD&amp;O) BII-CN-S" userId="6055c963-f18b-4b43-9f26-62c3b4c5f854" providerId="ADAL" clId="{D347EA5B-1DA8-4591-8804-A126B693C009}" dt="2023-02-15T10:11:20.907" v="127"/>
          <ac:graphicFrameMkLst>
            <pc:docMk/>
            <pc:sldMk cId="4049709740" sldId="2147471186"/>
            <ac:graphicFrameMk id="3" creationId="{43C86A11-046B-4AA7-B4DB-E79A7695E4E9}"/>
          </ac:graphicFrameMkLst>
        </pc:graphicFrameChg>
        <pc:graphicFrameChg chg="add mod modGraphic">
          <ac:chgData name="Lu,Yixin (MED CD&amp;O) BII-CN-S" userId="6055c963-f18b-4b43-9f26-62c3b4c5f854" providerId="ADAL" clId="{D347EA5B-1DA8-4591-8804-A126B693C009}" dt="2023-02-15T10:12:21.817" v="142" actId="14734"/>
          <ac:graphicFrameMkLst>
            <pc:docMk/>
            <pc:sldMk cId="4049709740" sldId="2147471186"/>
            <ac:graphicFrameMk id="4" creationId="{BF97D170-A470-41E9-83DF-39C7899B0C91}"/>
          </ac:graphicFrameMkLst>
        </pc:graphicFrameChg>
        <pc:graphicFrameChg chg="add mod">
          <ac:chgData name="Lu,Yixin (MED CD&amp;O) BII-CN-S" userId="6055c963-f18b-4b43-9f26-62c3b4c5f854" providerId="ADAL" clId="{D347EA5B-1DA8-4591-8804-A126B693C009}" dt="2023-02-15T10:09:45.908" v="98"/>
          <ac:graphicFrameMkLst>
            <pc:docMk/>
            <pc:sldMk cId="4049709740" sldId="2147471186"/>
            <ac:graphicFrameMk id="6" creationId="{143855D3-70B4-468D-8667-5579C14069D1}"/>
          </ac:graphicFrameMkLst>
        </pc:graphicFrameChg>
        <pc:graphicFrameChg chg="del modGraphic">
          <ac:chgData name="Lu,Yixin (MED CD&amp;O) BII-CN-S" userId="6055c963-f18b-4b43-9f26-62c3b4c5f854" providerId="ADAL" clId="{D347EA5B-1DA8-4591-8804-A126B693C009}" dt="2023-02-15T10:11:16.889" v="123" actId="478"/>
          <ac:graphicFrameMkLst>
            <pc:docMk/>
            <pc:sldMk cId="4049709740" sldId="2147471186"/>
            <ac:graphicFrameMk id="7" creationId="{CF93168F-5C7F-40AA-B999-90ABB583D641}"/>
          </ac:graphicFrameMkLst>
        </pc:graphicFrameChg>
        <pc:graphicFrameChg chg="add mod">
          <ac:chgData name="Lu,Yixin (MED CD&amp;O) BII-CN-S" userId="6055c963-f18b-4b43-9f26-62c3b4c5f854" providerId="ADAL" clId="{D347EA5B-1DA8-4591-8804-A126B693C009}" dt="2023-02-15T10:15:11.253" v="161" actId="1076"/>
          <ac:graphicFrameMkLst>
            <pc:docMk/>
            <pc:sldMk cId="4049709740" sldId="2147471186"/>
            <ac:graphicFrameMk id="8" creationId="{143855D3-70B4-468D-8667-5579C14069D1}"/>
          </ac:graphicFrameMkLst>
        </pc:graphicFrameChg>
        <pc:graphicFrameChg chg="del mod">
          <ac:chgData name="Lu,Yixin (MED CD&amp;O) BII-CN-S" userId="6055c963-f18b-4b43-9f26-62c3b4c5f854" providerId="ADAL" clId="{D347EA5B-1DA8-4591-8804-A126B693C009}" dt="2023-02-15T10:09:33.211" v="93" actId="478"/>
          <ac:graphicFrameMkLst>
            <pc:docMk/>
            <pc:sldMk cId="4049709740" sldId="2147471186"/>
            <ac:graphicFrameMk id="10" creationId="{143855D3-70B4-468D-8667-5579C14069D1}"/>
          </ac:graphicFrameMkLst>
        </pc:graphicFrameChg>
      </pc:sldChg>
      <pc:sldChg chg="addSp delSp modSp mod">
        <pc:chgData name="Lu,Yixin (MED CD&amp;O) BII-CN-S" userId="6055c963-f18b-4b43-9f26-62c3b4c5f854" providerId="ADAL" clId="{D347EA5B-1DA8-4591-8804-A126B693C009}" dt="2023-02-15T10:36:43.343" v="273" actId="14100"/>
        <pc:sldMkLst>
          <pc:docMk/>
          <pc:sldMk cId="215114030" sldId="2147471187"/>
        </pc:sldMkLst>
        <pc:spChg chg="mod">
          <ac:chgData name="Lu,Yixin (MED CD&amp;O) BII-CN-S" userId="6055c963-f18b-4b43-9f26-62c3b4c5f854" providerId="ADAL" clId="{D347EA5B-1DA8-4591-8804-A126B693C009}" dt="2023-02-13T01:17:59.955" v="23" actId="20577"/>
          <ac:spMkLst>
            <pc:docMk/>
            <pc:sldMk cId="215114030" sldId="2147471187"/>
            <ac:spMk id="2" creationId="{899E9FD5-14F4-46B5-85BD-4B2D5616E6A9}"/>
          </ac:spMkLst>
        </pc:spChg>
        <pc:spChg chg="mod">
          <ac:chgData name="Lu,Yixin (MED CD&amp;O) BII-CN-S" userId="6055c963-f18b-4b43-9f26-62c3b4c5f854" providerId="ADAL" clId="{D347EA5B-1DA8-4591-8804-A126B693C009}" dt="2023-02-15T10:16:51.072" v="172" actId="14100"/>
          <ac:spMkLst>
            <pc:docMk/>
            <pc:sldMk cId="215114030" sldId="2147471187"/>
            <ac:spMk id="6" creationId="{9DE9EEFF-711E-4E97-914E-26899EF74660}"/>
          </ac:spMkLst>
        </pc:spChg>
        <pc:graphicFrameChg chg="modGraphic">
          <ac:chgData name="Lu,Yixin (MED CD&amp;O) BII-CN-S" userId="6055c963-f18b-4b43-9f26-62c3b4c5f854" providerId="ADAL" clId="{D347EA5B-1DA8-4591-8804-A126B693C009}" dt="2023-02-15T10:36:43.343" v="273" actId="14100"/>
          <ac:graphicFrameMkLst>
            <pc:docMk/>
            <pc:sldMk cId="215114030" sldId="2147471187"/>
            <ac:graphicFrameMk id="5" creationId="{E6BE035E-4B35-4AB8-AD36-4B31F6665F19}"/>
          </ac:graphicFrameMkLst>
        </pc:graphicFrameChg>
        <pc:graphicFrameChg chg="del mod">
          <ac:chgData name="Lu,Yixin (MED CD&amp;O) BII-CN-S" userId="6055c963-f18b-4b43-9f26-62c3b4c5f854" providerId="ADAL" clId="{D347EA5B-1DA8-4591-8804-A126B693C009}" dt="2023-02-15T10:15:40.606" v="162" actId="478"/>
          <ac:graphicFrameMkLst>
            <pc:docMk/>
            <pc:sldMk cId="215114030" sldId="2147471187"/>
            <ac:graphicFrameMk id="7" creationId="{F5547939-5DC5-422D-B4B1-55428A5FBE1A}"/>
          </ac:graphicFrameMkLst>
        </pc:graphicFrameChg>
        <pc:graphicFrameChg chg="add mod">
          <ac:chgData name="Lu,Yixin (MED CD&amp;O) BII-CN-S" userId="6055c963-f18b-4b43-9f26-62c3b4c5f854" providerId="ADAL" clId="{D347EA5B-1DA8-4591-8804-A126B693C009}" dt="2023-02-15T10:17:01.591" v="176" actId="14100"/>
          <ac:graphicFrameMkLst>
            <pc:docMk/>
            <pc:sldMk cId="215114030" sldId="2147471187"/>
            <ac:graphicFrameMk id="8" creationId="{F5547939-5DC5-422D-B4B1-55428A5FBE1A}"/>
          </ac:graphicFrameMkLst>
        </pc:graphicFrameChg>
      </pc:sldChg>
      <pc:sldChg chg="addSp delSp modSp mod">
        <pc:chgData name="Lu,Yixin (MED CD&amp;O) BII-CN-S" userId="6055c963-f18b-4b43-9f26-62c3b4c5f854" providerId="ADAL" clId="{D347EA5B-1DA8-4591-8804-A126B693C009}" dt="2023-02-15T10:37:06.239" v="274" actId="113"/>
        <pc:sldMkLst>
          <pc:docMk/>
          <pc:sldMk cId="3401218100" sldId="2147471188"/>
        </pc:sldMkLst>
        <pc:spChg chg="mod">
          <ac:chgData name="Lu,Yixin (MED CD&amp;O) BII-CN-S" userId="6055c963-f18b-4b43-9f26-62c3b4c5f854" providerId="ADAL" clId="{D347EA5B-1DA8-4591-8804-A126B693C009}" dt="2023-02-13T01:32:37.839" v="85" actId="20577"/>
          <ac:spMkLst>
            <pc:docMk/>
            <pc:sldMk cId="3401218100" sldId="2147471188"/>
            <ac:spMk id="2" creationId="{899E9FD5-14F4-46B5-85BD-4B2D5616E6A9}"/>
          </ac:spMkLst>
        </pc:spChg>
        <pc:spChg chg="mod">
          <ac:chgData name="Lu,Yixin (MED CD&amp;O) BII-CN-S" userId="6055c963-f18b-4b43-9f26-62c3b4c5f854" providerId="ADAL" clId="{D347EA5B-1DA8-4591-8804-A126B693C009}" dt="2023-02-15T10:23:17.359" v="209" actId="1076"/>
          <ac:spMkLst>
            <pc:docMk/>
            <pc:sldMk cId="3401218100" sldId="2147471188"/>
            <ac:spMk id="7" creationId="{69920640-0FE0-4050-A6DB-137B44AD81CA}"/>
          </ac:spMkLst>
        </pc:spChg>
        <pc:graphicFrameChg chg="add del mod">
          <ac:chgData name="Lu,Yixin (MED CD&amp;O) BII-CN-S" userId="6055c963-f18b-4b43-9f26-62c3b4c5f854" providerId="ADAL" clId="{D347EA5B-1DA8-4591-8804-A126B693C009}" dt="2023-02-13T01:30:10.863" v="51"/>
          <ac:graphicFrameMkLst>
            <pc:docMk/>
            <pc:sldMk cId="3401218100" sldId="2147471188"/>
            <ac:graphicFrameMk id="3" creationId="{9C4EC633-1494-4C54-ADFE-BBFAE59215EF}"/>
          </ac:graphicFrameMkLst>
        </pc:graphicFrameChg>
        <pc:graphicFrameChg chg="add del modGraphic">
          <ac:chgData name="Lu,Yixin (MED CD&amp;O) BII-CN-S" userId="6055c963-f18b-4b43-9f26-62c3b4c5f854" providerId="ADAL" clId="{D347EA5B-1DA8-4591-8804-A126B693C009}" dt="2023-02-15T10:37:06.239" v="274" actId="113"/>
          <ac:graphicFrameMkLst>
            <pc:docMk/>
            <pc:sldMk cId="3401218100" sldId="2147471188"/>
            <ac:graphicFrameMk id="4" creationId="{9112E749-7C40-4207-8D01-56737C164B5A}"/>
          </ac:graphicFrameMkLst>
        </pc:graphicFrameChg>
        <pc:graphicFrameChg chg="add del mod">
          <ac:chgData name="Lu,Yixin (MED CD&amp;O) BII-CN-S" userId="6055c963-f18b-4b43-9f26-62c3b4c5f854" providerId="ADAL" clId="{D347EA5B-1DA8-4591-8804-A126B693C009}" dt="2023-02-13T01:32:23.605" v="78"/>
          <ac:graphicFrameMkLst>
            <pc:docMk/>
            <pc:sldMk cId="3401218100" sldId="2147471188"/>
            <ac:graphicFrameMk id="5" creationId="{7AAB1B30-D1F7-4DB9-84A1-FF3F3B7FB211}"/>
          </ac:graphicFrameMkLst>
        </pc:graphicFrameChg>
        <pc:graphicFrameChg chg="del">
          <ac:chgData name="Lu,Yixin (MED CD&amp;O) BII-CN-S" userId="6055c963-f18b-4b43-9f26-62c3b4c5f854" providerId="ADAL" clId="{D347EA5B-1DA8-4591-8804-A126B693C009}" dt="2023-02-15T10:18:28.215" v="183" actId="478"/>
          <ac:graphicFrameMkLst>
            <pc:docMk/>
            <pc:sldMk cId="3401218100" sldId="2147471188"/>
            <ac:graphicFrameMk id="8" creationId="{73207099-613B-4188-B37D-91BA5B30A0AB}"/>
          </ac:graphicFrameMkLst>
        </pc:graphicFrameChg>
        <pc:graphicFrameChg chg="add mod">
          <ac:chgData name="Lu,Yixin (MED CD&amp;O) BII-CN-S" userId="6055c963-f18b-4b43-9f26-62c3b4c5f854" providerId="ADAL" clId="{D347EA5B-1DA8-4591-8804-A126B693C009}" dt="2023-02-13T01:31:12.829" v="60"/>
          <ac:graphicFrameMkLst>
            <pc:docMk/>
            <pc:sldMk cId="3401218100" sldId="2147471188"/>
            <ac:graphicFrameMk id="9" creationId="{69F4BA43-72F3-4E7A-BDFA-4390D5227CA5}"/>
          </ac:graphicFrameMkLst>
        </pc:graphicFrameChg>
        <pc:graphicFrameChg chg="add mod">
          <ac:chgData name="Lu,Yixin (MED CD&amp;O) BII-CN-S" userId="6055c963-f18b-4b43-9f26-62c3b4c5f854" providerId="ADAL" clId="{D347EA5B-1DA8-4591-8804-A126B693C009}" dt="2023-02-15T10:18:36.591" v="187" actId="14100"/>
          <ac:graphicFrameMkLst>
            <pc:docMk/>
            <pc:sldMk cId="3401218100" sldId="2147471188"/>
            <ac:graphicFrameMk id="9" creationId="{73207099-613B-4188-B37D-91BA5B30A0AB}"/>
          </ac:graphicFrameMkLst>
        </pc:graphicFrameChg>
        <pc:graphicFrameChg chg="add mod">
          <ac:chgData name="Lu,Yixin (MED CD&amp;O) BII-CN-S" userId="6055c963-f18b-4b43-9f26-62c3b4c5f854" providerId="ADAL" clId="{D347EA5B-1DA8-4591-8804-A126B693C009}" dt="2023-02-15T10:22:30.246" v="201"/>
          <ac:graphicFrameMkLst>
            <pc:docMk/>
            <pc:sldMk cId="3401218100" sldId="2147471188"/>
            <ac:graphicFrameMk id="10" creationId="{69F4BA43-72F3-4E7A-BDFA-4390D5227CA5}"/>
          </ac:graphicFrameMkLst>
        </pc:graphicFrameChg>
        <pc:picChg chg="add mod ord modCrop">
          <ac:chgData name="Lu,Yixin (MED CD&amp;O) BII-CN-S" userId="6055c963-f18b-4b43-9f26-62c3b4c5f854" providerId="ADAL" clId="{D347EA5B-1DA8-4591-8804-A126B693C009}" dt="2023-02-15T10:23:12.748" v="208" actId="1076"/>
          <ac:picMkLst>
            <pc:docMk/>
            <pc:sldMk cId="3401218100" sldId="2147471188"/>
            <ac:picMk id="3" creationId="{C9FB9539-70A6-4938-AC67-41E42DE0BE53}"/>
          </ac:picMkLst>
        </pc:picChg>
        <pc:picChg chg="add del mod modCrop">
          <ac:chgData name="Lu,Yixin (MED CD&amp;O) BII-CN-S" userId="6055c963-f18b-4b43-9f26-62c3b4c5f854" providerId="ADAL" clId="{D347EA5B-1DA8-4591-8804-A126B693C009}" dt="2023-02-13T01:32:19.731" v="74"/>
          <ac:picMkLst>
            <pc:docMk/>
            <pc:sldMk cId="3401218100" sldId="2147471188"/>
            <ac:picMk id="6" creationId="{F7043670-D966-49BA-BED6-5CDECED9CAF3}"/>
          </ac:picMkLst>
        </pc:picChg>
        <pc:picChg chg="add del">
          <ac:chgData name="Lu,Yixin (MED CD&amp;O) BII-CN-S" userId="6055c963-f18b-4b43-9f26-62c3b4c5f854" providerId="ADAL" clId="{D347EA5B-1DA8-4591-8804-A126B693C009}" dt="2023-02-15T10:22:13.774" v="196" actId="478"/>
          <ac:picMkLst>
            <pc:docMk/>
            <pc:sldMk cId="3401218100" sldId="2147471188"/>
            <ac:picMk id="14" creationId="{3D94FD2A-BEA3-417C-8604-BCF3AEBB27CA}"/>
          </ac:picMkLst>
        </pc:picChg>
      </pc:sldChg>
      <pc:sldChg chg="addSp delSp modSp mod">
        <pc:chgData name="Lu,Yixin (MED CD&amp;O) BII-CN-S" userId="6055c963-f18b-4b43-9f26-62c3b4c5f854" providerId="ADAL" clId="{D347EA5B-1DA8-4591-8804-A126B693C009}" dt="2023-02-15T10:37:17.585" v="276" actId="121"/>
        <pc:sldMkLst>
          <pc:docMk/>
          <pc:sldMk cId="407908213" sldId="2147471189"/>
        </pc:sldMkLst>
        <pc:spChg chg="mod">
          <ac:chgData name="Lu,Yixin (MED CD&amp;O) BII-CN-S" userId="6055c963-f18b-4b43-9f26-62c3b4c5f854" providerId="ADAL" clId="{D347EA5B-1DA8-4591-8804-A126B693C009}" dt="2023-02-13T01:32:44.655" v="91" actId="20577"/>
          <ac:spMkLst>
            <pc:docMk/>
            <pc:sldMk cId="407908213" sldId="2147471189"/>
            <ac:spMk id="2" creationId="{899E9FD5-14F4-46B5-85BD-4B2D5616E6A9}"/>
          </ac:spMkLst>
        </pc:spChg>
        <pc:spChg chg="mod">
          <ac:chgData name="Lu,Yixin (MED CD&amp;O) BII-CN-S" userId="6055c963-f18b-4b43-9f26-62c3b4c5f854" providerId="ADAL" clId="{D347EA5B-1DA8-4591-8804-A126B693C009}" dt="2023-02-15T10:32:53.994" v="245" actId="1076"/>
          <ac:spMkLst>
            <pc:docMk/>
            <pc:sldMk cId="407908213" sldId="2147471189"/>
            <ac:spMk id="6" creationId="{5170276B-54DB-4DC8-AF34-F784CE52448F}"/>
          </ac:spMkLst>
        </pc:spChg>
        <pc:spChg chg="add mod">
          <ac:chgData name="Lu,Yixin (MED CD&amp;O) BII-CN-S" userId="6055c963-f18b-4b43-9f26-62c3b4c5f854" providerId="ADAL" clId="{D347EA5B-1DA8-4591-8804-A126B693C009}" dt="2023-02-15T10:35:56.537" v="272" actId="1076"/>
          <ac:spMkLst>
            <pc:docMk/>
            <pc:sldMk cId="407908213" sldId="2147471189"/>
            <ac:spMk id="12" creationId="{1D23CB44-C16C-499E-8A05-6F920E8DE61E}"/>
          </ac:spMkLst>
        </pc:spChg>
        <pc:graphicFrameChg chg="modGraphic">
          <ac:chgData name="Lu,Yixin (MED CD&amp;O) BII-CN-S" userId="6055c963-f18b-4b43-9f26-62c3b4c5f854" providerId="ADAL" clId="{D347EA5B-1DA8-4591-8804-A126B693C009}" dt="2023-02-15T10:37:17.585" v="276" actId="121"/>
          <ac:graphicFrameMkLst>
            <pc:docMk/>
            <pc:sldMk cId="407908213" sldId="2147471189"/>
            <ac:graphicFrameMk id="4" creationId="{A61FD5E4-779C-474F-AA04-41A5314F31A4}"/>
          </ac:graphicFrameMkLst>
        </pc:graphicFrameChg>
        <pc:graphicFrameChg chg="add mod">
          <ac:chgData name="Lu,Yixin (MED CD&amp;O) BII-CN-S" userId="6055c963-f18b-4b43-9f26-62c3b4c5f854" providerId="ADAL" clId="{D347EA5B-1DA8-4591-8804-A126B693C009}" dt="2023-02-15T10:35:24.568" v="264"/>
          <ac:graphicFrameMkLst>
            <pc:docMk/>
            <pc:sldMk cId="407908213" sldId="2147471189"/>
            <ac:graphicFrameMk id="8" creationId="{2F90D92E-1CE6-4693-BE0A-791324ACF6F4}"/>
          </ac:graphicFrameMkLst>
        </pc:graphicFrameChg>
        <pc:graphicFrameChg chg="add del mod">
          <ac:chgData name="Lu,Yixin (MED CD&amp;O) BII-CN-S" userId="6055c963-f18b-4b43-9f26-62c3b4c5f854" providerId="ADAL" clId="{D347EA5B-1DA8-4591-8804-A126B693C009}" dt="2023-02-15T10:35:01.927" v="255" actId="478"/>
          <ac:graphicFrameMkLst>
            <pc:docMk/>
            <pc:sldMk cId="407908213" sldId="2147471189"/>
            <ac:graphicFrameMk id="9" creationId="{B598DAA4-D280-43E6-9F5A-CC89FA0A646E}"/>
          </ac:graphicFrameMkLst>
        </pc:graphicFrameChg>
        <pc:graphicFrameChg chg="del">
          <ac:chgData name="Lu,Yixin (MED CD&amp;O) BII-CN-S" userId="6055c963-f18b-4b43-9f26-62c3b4c5f854" providerId="ADAL" clId="{D347EA5B-1DA8-4591-8804-A126B693C009}" dt="2023-02-15T10:31:41.698" v="211" actId="478"/>
          <ac:graphicFrameMkLst>
            <pc:docMk/>
            <pc:sldMk cId="407908213" sldId="2147471189"/>
            <ac:graphicFrameMk id="10" creationId="{2F90D92E-1CE6-4693-BE0A-791324ACF6F4}"/>
          </ac:graphicFrameMkLst>
        </pc:graphicFrameChg>
        <pc:graphicFrameChg chg="add mod">
          <ac:chgData name="Lu,Yixin (MED CD&amp;O) BII-CN-S" userId="6055c963-f18b-4b43-9f26-62c3b4c5f854" providerId="ADAL" clId="{D347EA5B-1DA8-4591-8804-A126B693C009}" dt="2023-02-15T10:35:05.944" v="260"/>
          <ac:graphicFrameMkLst>
            <pc:docMk/>
            <pc:sldMk cId="407908213" sldId="2147471189"/>
            <ac:graphicFrameMk id="11" creationId="{B598DAA4-D280-43E6-9F5A-CC89FA0A646E}"/>
          </ac:graphicFrameMkLst>
        </pc:graphicFrameChg>
        <pc:picChg chg="add mod modCrop">
          <ac:chgData name="Lu,Yixin (MED CD&amp;O) BII-CN-S" userId="6055c963-f18b-4b43-9f26-62c3b4c5f854" providerId="ADAL" clId="{D347EA5B-1DA8-4591-8804-A126B693C009}" dt="2023-02-15T10:35:36.250" v="267" actId="1076"/>
          <ac:picMkLst>
            <pc:docMk/>
            <pc:sldMk cId="407908213" sldId="2147471189"/>
            <ac:picMk id="3" creationId="{3B6BECA5-88D5-4B79-BDAA-A149B5C3A3F7}"/>
          </ac:picMkLst>
        </pc:picChg>
        <pc:picChg chg="del">
          <ac:chgData name="Lu,Yixin (MED CD&amp;O) BII-CN-S" userId="6055c963-f18b-4b43-9f26-62c3b4c5f854" providerId="ADAL" clId="{D347EA5B-1DA8-4591-8804-A126B693C009}" dt="2023-02-15T10:34:38.353" v="252" actId="478"/>
          <ac:picMkLst>
            <pc:docMk/>
            <pc:sldMk cId="407908213" sldId="2147471189"/>
            <ac:picMk id="7" creationId="{BDB37CFE-2E97-4598-9B3D-39F64B8095D9}"/>
          </ac:picMkLst>
        </pc:picChg>
      </pc:sldChg>
    </pc:docChg>
  </pc:docChgLst>
  <pc:docChgLst>
    <pc:chgData name="Chen,Michael (HP Med RA) BII-CN-B" userId="d5e1e1c3-1b8e-4d7c-a738-2fc34bcfb3bb" providerId="ADAL" clId="{1D35E22A-8B79-4011-809F-D95CA27BA091}"/>
    <pc:docChg chg="custSel modSld">
      <pc:chgData name="Chen,Michael (HP Med RA) BII-CN-B" userId="d5e1e1c3-1b8e-4d7c-a738-2fc34bcfb3bb" providerId="ADAL" clId="{1D35E22A-8B79-4011-809F-D95CA27BA091}" dt="2022-12-13T03:47:46.509" v="8" actId="6549"/>
      <pc:docMkLst>
        <pc:docMk/>
      </pc:docMkLst>
      <pc:sldChg chg="modSp mod">
        <pc:chgData name="Chen,Michael (HP Med RA) BII-CN-B" userId="d5e1e1c3-1b8e-4d7c-a738-2fc34bcfb3bb" providerId="ADAL" clId="{1D35E22A-8B79-4011-809F-D95CA27BA091}" dt="2022-12-13T03:42:55.148" v="7" actId="207"/>
        <pc:sldMkLst>
          <pc:docMk/>
          <pc:sldMk cId="463325420" sldId="2147469212"/>
        </pc:sldMkLst>
        <pc:graphicFrameChg chg="modGraphic">
          <ac:chgData name="Chen,Michael (HP Med RA) BII-CN-B" userId="d5e1e1c3-1b8e-4d7c-a738-2fc34bcfb3bb" providerId="ADAL" clId="{1D35E22A-8B79-4011-809F-D95CA27BA091}" dt="2022-12-13T03:42:55.148" v="7" actId="207"/>
          <ac:graphicFrameMkLst>
            <pc:docMk/>
            <pc:sldMk cId="463325420" sldId="2147469212"/>
            <ac:graphicFrameMk id="4" creationId="{CE4F806A-756F-4BE6-8340-EB8D9CD7A174}"/>
          </ac:graphicFrameMkLst>
        </pc:graphicFrameChg>
      </pc:sldChg>
      <pc:sldChg chg="modSp mod">
        <pc:chgData name="Chen,Michael (HP Med RA) BII-CN-B" userId="d5e1e1c3-1b8e-4d7c-a738-2fc34bcfb3bb" providerId="ADAL" clId="{1D35E22A-8B79-4011-809F-D95CA27BA091}" dt="2022-12-13T03:47:46.509" v="8" actId="6549"/>
        <pc:sldMkLst>
          <pc:docMk/>
          <pc:sldMk cId="2702991793" sldId="2147469213"/>
        </pc:sldMkLst>
        <pc:spChg chg="mod">
          <ac:chgData name="Chen,Michael (HP Med RA) BII-CN-B" userId="d5e1e1c3-1b8e-4d7c-a738-2fc34bcfb3bb" providerId="ADAL" clId="{1D35E22A-8B79-4011-809F-D95CA27BA091}" dt="2022-12-13T03:47:46.509" v="8" actId="6549"/>
          <ac:spMkLst>
            <pc:docMk/>
            <pc:sldMk cId="2702991793" sldId="2147469213"/>
            <ac:spMk id="125" creationId="{DFAA6683-0037-41A5-88BA-233844E272FA}"/>
          </ac:spMkLst>
        </pc:spChg>
      </pc:sldChg>
    </pc:docChg>
  </pc:docChgLst>
  <pc:docChgLst>
    <pc:chgData name="Li,Fengqiong (HP Med RA) BII-CN-B" userId="dae7b85d-6b67-4faa-a5b6-30ff5e066a0d" providerId="ADAL" clId="{0D41EFEB-D67B-42A8-8AB8-0F05C17EE2D3}"/>
    <pc:docChg chg="modSld">
      <pc:chgData name="Li,Fengqiong (HP Med RA) BII-CN-B" userId="dae7b85d-6b67-4faa-a5b6-30ff5e066a0d" providerId="ADAL" clId="{0D41EFEB-D67B-42A8-8AB8-0F05C17EE2D3}" dt="2023-04-06T03:56:29.149" v="0" actId="20577"/>
      <pc:docMkLst>
        <pc:docMk/>
      </pc:docMkLst>
      <pc:sldChg chg="modSp mod">
        <pc:chgData name="Li,Fengqiong (HP Med RA) BII-CN-B" userId="dae7b85d-6b67-4faa-a5b6-30ff5e066a0d" providerId="ADAL" clId="{0D41EFEB-D67B-42A8-8AB8-0F05C17EE2D3}" dt="2023-04-06T03:56:29.149" v="0" actId="20577"/>
        <pc:sldMkLst>
          <pc:docMk/>
          <pc:sldMk cId="2518583845" sldId="2147471218"/>
        </pc:sldMkLst>
        <pc:spChg chg="mod">
          <ac:chgData name="Li,Fengqiong (HP Med RA) BII-CN-B" userId="dae7b85d-6b67-4faa-a5b6-30ff5e066a0d" providerId="ADAL" clId="{0D41EFEB-D67B-42A8-8AB8-0F05C17EE2D3}" dt="2023-04-06T03:56:29.149" v="0" actId="20577"/>
          <ac:spMkLst>
            <pc:docMk/>
            <pc:sldMk cId="2518583845" sldId="2147471218"/>
            <ac:spMk id="6" creationId="{25357EA1-1F19-4D1B-9A4E-2EAB26F09BB9}"/>
          </ac:spMkLst>
        </pc:spChg>
      </pc:sldChg>
    </pc:docChg>
  </pc:docChgLst>
  <pc:docChgLst>
    <pc:chgData name="Wang,Yuan (HP Medicine) BII-CN-S" userId="S::yuan_2.wang@boehringer-ingelheim.com::358dc601-7626-4089-85ae-a53dd0075322" providerId="AD" clId="Web-{D722F9BB-AB47-F2EA-8C43-844DCFCE897F}"/>
    <pc:docChg chg="modSld">
      <pc:chgData name="Wang,Yuan (HP Medicine) BII-CN-S" userId="S::yuan_2.wang@boehringer-ingelheim.com::358dc601-7626-4089-85ae-a53dd0075322" providerId="AD" clId="Web-{D722F9BB-AB47-F2EA-8C43-844DCFCE897F}" dt="2023-10-10T09:05:27.672" v="242"/>
      <pc:docMkLst>
        <pc:docMk/>
      </pc:docMkLst>
      <pc:sldChg chg="modSp">
        <pc:chgData name="Wang,Yuan (HP Medicine) BII-CN-S" userId="S::yuan_2.wang@boehringer-ingelheim.com::358dc601-7626-4089-85ae-a53dd0075322" providerId="AD" clId="Web-{D722F9BB-AB47-F2EA-8C43-844DCFCE897F}" dt="2023-10-10T09:05:27.672" v="242"/>
        <pc:sldMkLst>
          <pc:docMk/>
          <pc:sldMk cId="613113980" sldId="2147474964"/>
        </pc:sldMkLst>
        <pc:graphicFrameChg chg="mod modGraphic">
          <ac:chgData name="Wang,Yuan (HP Medicine) BII-CN-S" userId="S::yuan_2.wang@boehringer-ingelheim.com::358dc601-7626-4089-85ae-a53dd0075322" providerId="AD" clId="Web-{D722F9BB-AB47-F2EA-8C43-844DCFCE897F}" dt="2023-10-10T09:05:27.672" v="242"/>
          <ac:graphicFrameMkLst>
            <pc:docMk/>
            <pc:sldMk cId="613113980" sldId="2147474964"/>
            <ac:graphicFrameMk id="12" creationId="{EE24276D-C300-4706-ACD2-32E108653E2B}"/>
          </ac:graphicFrameMkLst>
        </pc:graphicFrameChg>
      </pc:sldChg>
    </pc:docChg>
  </pc:docChgLst>
  <pc:docChgLst>
    <pc:chgData name="Zhao,Qian (MED CD&amp;O) BII-CN-S" userId="S::qian_3.zhao@boehringer-ingelheim.com::e5f2fa0e-800e-4e03-b8e2-beea36a7bf3b" providerId="AD" clId="Web-{A4EB1567-A931-D068-A1BF-908C4F2D7CC4}"/>
    <pc:docChg chg="modSld">
      <pc:chgData name="Zhao,Qian (MED CD&amp;O) BII-CN-S" userId="S::qian_3.zhao@boehringer-ingelheim.com::e5f2fa0e-800e-4e03-b8e2-beea36a7bf3b" providerId="AD" clId="Web-{A4EB1567-A931-D068-A1BF-908C4F2D7CC4}" dt="2024-03-18T08:55:24.582" v="60" actId="20577"/>
      <pc:docMkLst>
        <pc:docMk/>
      </pc:docMkLst>
      <pc:sldChg chg="modSp">
        <pc:chgData name="Zhao,Qian (MED CD&amp;O) BII-CN-S" userId="S::qian_3.zhao@boehringer-ingelheim.com::e5f2fa0e-800e-4e03-b8e2-beea36a7bf3b" providerId="AD" clId="Web-{A4EB1567-A931-D068-A1BF-908C4F2D7CC4}" dt="2024-03-18T08:55:24.582" v="60" actId="20577"/>
        <pc:sldMkLst>
          <pc:docMk/>
          <pc:sldMk cId="1032181830" sldId="2147482686"/>
        </pc:sldMkLst>
        <pc:spChg chg="mod">
          <ac:chgData name="Zhao,Qian (MED CD&amp;O) BII-CN-S" userId="S::qian_3.zhao@boehringer-ingelheim.com::e5f2fa0e-800e-4e03-b8e2-beea36a7bf3b" providerId="AD" clId="Web-{A4EB1567-A931-D068-A1BF-908C4F2D7CC4}" dt="2024-03-18T08:55:20.222" v="59" actId="20577"/>
          <ac:spMkLst>
            <pc:docMk/>
            <pc:sldMk cId="1032181830" sldId="2147482686"/>
            <ac:spMk id="5" creationId="{23DB86F8-60A0-6A56-DC74-D2994B3B6CA9}"/>
          </ac:spMkLst>
        </pc:spChg>
        <pc:spChg chg="mod">
          <ac:chgData name="Zhao,Qian (MED CD&amp;O) BII-CN-S" userId="S::qian_3.zhao@boehringer-ingelheim.com::e5f2fa0e-800e-4e03-b8e2-beea36a7bf3b" providerId="AD" clId="Web-{A4EB1567-A931-D068-A1BF-908C4F2D7CC4}" dt="2024-03-18T08:55:24.582" v="60" actId="20577"/>
          <ac:spMkLst>
            <pc:docMk/>
            <pc:sldMk cId="1032181830" sldId="2147482686"/>
            <ac:spMk id="75" creationId="{23E443ED-C91E-4425-963C-DB47A7F0B19C}"/>
          </ac:spMkLst>
        </pc:spChg>
      </pc:sldChg>
    </pc:docChg>
  </pc:docChgLst>
  <pc:docChgLst>
    <pc:chgData name="Zhang,Ying (MED CD&amp;O) BII-CN-S" userId="456eb1e0-4978-443e-822e-be854341a778" providerId="ADAL" clId="{FDA4FD67-6FEF-4724-B66D-CBC2186B22ED}"/>
    <pc:docChg chg="custSel modSld">
      <pc:chgData name="Zhang,Ying (MED CD&amp;O) BII-CN-S" userId="456eb1e0-4978-443e-822e-be854341a778" providerId="ADAL" clId="{FDA4FD67-6FEF-4724-B66D-CBC2186B22ED}" dt="2023-11-12T08:13:55.689" v="13"/>
      <pc:docMkLst>
        <pc:docMk/>
      </pc:docMkLst>
      <pc:sldChg chg="addCm modCm">
        <pc:chgData name="Zhang,Ying (MED CD&amp;O) BII-CN-S" userId="456eb1e0-4978-443e-822e-be854341a778" providerId="ADAL" clId="{FDA4FD67-6FEF-4724-B66D-CBC2186B22ED}" dt="2023-11-12T08:11:05.600" v="9"/>
        <pc:sldMkLst>
          <pc:docMk/>
          <pc:sldMk cId="1381831047" sldId="2147474097"/>
        </pc:sldMkLst>
      </pc:sldChg>
      <pc:sldChg chg="addCm modCm">
        <pc:chgData name="Zhang,Ying (MED CD&amp;O) BII-CN-S" userId="456eb1e0-4978-443e-822e-be854341a778" providerId="ADAL" clId="{FDA4FD67-6FEF-4724-B66D-CBC2186B22ED}" dt="2023-11-12T08:10:41.294" v="8"/>
        <pc:sldMkLst>
          <pc:docMk/>
          <pc:sldMk cId="3295467870" sldId="2147474978"/>
        </pc:sldMkLst>
      </pc:sldChg>
      <pc:sldChg chg="addCm">
        <pc:chgData name="Zhang,Ying (MED CD&amp;O) BII-CN-S" userId="456eb1e0-4978-443e-822e-be854341a778" providerId="ADAL" clId="{FDA4FD67-6FEF-4724-B66D-CBC2186B22ED}" dt="2023-11-12T08:12:39.649" v="10" actId="1589"/>
        <pc:sldMkLst>
          <pc:docMk/>
          <pc:sldMk cId="2080593159" sldId="2147474981"/>
        </pc:sldMkLst>
      </pc:sldChg>
      <pc:sldChg chg="addCm modCm">
        <pc:chgData name="Zhang,Ying (MED CD&amp;O) BII-CN-S" userId="456eb1e0-4978-443e-822e-be854341a778" providerId="ADAL" clId="{FDA4FD67-6FEF-4724-B66D-CBC2186B22ED}" dt="2023-11-12T08:13:55.689" v="13"/>
        <pc:sldMkLst>
          <pc:docMk/>
          <pc:sldMk cId="3737015513" sldId="2147475008"/>
        </pc:sldMkLst>
      </pc:sldChg>
    </pc:docChg>
  </pc:docChgLst>
  <pc:docChgLst>
    <pc:chgData name="Wang,Yuan (HP Medicine) BII-CN-S" userId="358dc601-7626-4089-85ae-a53dd0075322" providerId="ADAL" clId="{49E16A6D-B2EF-4938-B8AD-3D790B4CF5F9}"/>
    <pc:docChg chg="undo custSel addSld delSld modSld">
      <pc:chgData name="Wang,Yuan (HP Medicine) BII-CN-S" userId="358dc601-7626-4089-85ae-a53dd0075322" providerId="ADAL" clId="{49E16A6D-B2EF-4938-B8AD-3D790B4CF5F9}" dt="2022-06-09T02:39:28.250" v="575" actId="1592"/>
      <pc:docMkLst>
        <pc:docMk/>
      </pc:docMkLst>
      <pc:sldChg chg="modSp add mod addCm delCm">
        <pc:chgData name="Wang,Yuan (HP Medicine) BII-CN-S" userId="358dc601-7626-4089-85ae-a53dd0075322" providerId="ADAL" clId="{49E16A6D-B2EF-4938-B8AD-3D790B4CF5F9}" dt="2022-06-09T02:39:28.250" v="575" actId="1592"/>
        <pc:sldMkLst>
          <pc:docMk/>
          <pc:sldMk cId="4081639042" sldId="2147377178"/>
        </pc:sldMkLst>
        <pc:spChg chg="ord">
          <ac:chgData name="Wang,Yuan (HP Medicine) BII-CN-S" userId="358dc601-7626-4089-85ae-a53dd0075322" providerId="ADAL" clId="{49E16A6D-B2EF-4938-B8AD-3D790B4CF5F9}" dt="2022-06-09T02:30:12.850" v="237" actId="167"/>
          <ac:spMkLst>
            <pc:docMk/>
            <pc:sldMk cId="4081639042" sldId="2147377178"/>
            <ac:spMk id="11" creationId="{4B5AB2DC-DFFB-4615-A6B1-8A1DA96D4D10}"/>
          </ac:spMkLst>
        </pc:spChg>
        <pc:graphicFrameChg chg="mod modGraphic">
          <ac:chgData name="Wang,Yuan (HP Medicine) BII-CN-S" userId="358dc601-7626-4089-85ae-a53dd0075322" providerId="ADAL" clId="{49E16A6D-B2EF-4938-B8AD-3D790B4CF5F9}" dt="2022-06-09T02:39:21.521" v="574" actId="20577"/>
          <ac:graphicFrameMkLst>
            <pc:docMk/>
            <pc:sldMk cId="4081639042" sldId="2147377178"/>
            <ac:graphicFrameMk id="10" creationId="{481DFFDC-144E-451C-AE04-288C08C9972C}"/>
          </ac:graphicFrameMkLst>
        </pc:graphicFrameChg>
      </pc:sldChg>
      <pc:sldChg chg="modSp mod">
        <pc:chgData name="Wang,Yuan (HP Medicine) BII-CN-S" userId="358dc601-7626-4089-85ae-a53dd0075322" providerId="ADAL" clId="{49E16A6D-B2EF-4938-B8AD-3D790B4CF5F9}" dt="2022-06-07T10:26:24.383" v="158" actId="20577"/>
        <pc:sldMkLst>
          <pc:docMk/>
          <pc:sldMk cId="404429456" sldId="2147377214"/>
        </pc:sldMkLst>
        <pc:spChg chg="mod">
          <ac:chgData name="Wang,Yuan (HP Medicine) BII-CN-S" userId="358dc601-7626-4089-85ae-a53dd0075322" providerId="ADAL" clId="{49E16A6D-B2EF-4938-B8AD-3D790B4CF5F9}" dt="2022-06-07T10:26:24.383" v="158" actId="20577"/>
          <ac:spMkLst>
            <pc:docMk/>
            <pc:sldMk cId="404429456" sldId="2147377214"/>
            <ac:spMk id="41" creationId="{80672632-5059-4D01-BB59-096554D9CD3A}"/>
          </ac:spMkLst>
        </pc:spChg>
      </pc:sldChg>
      <pc:sldChg chg="addSp delSp modSp del mod">
        <pc:chgData name="Wang,Yuan (HP Medicine) BII-CN-S" userId="358dc601-7626-4089-85ae-a53dd0075322" providerId="ADAL" clId="{49E16A6D-B2EF-4938-B8AD-3D790B4CF5F9}" dt="2022-06-09T02:26:26.280" v="187" actId="47"/>
        <pc:sldMkLst>
          <pc:docMk/>
          <pc:sldMk cId="3255186489" sldId="2147377222"/>
        </pc:sldMkLst>
        <pc:spChg chg="mod">
          <ac:chgData name="Wang,Yuan (HP Medicine) BII-CN-S" userId="358dc601-7626-4089-85ae-a53dd0075322" providerId="ADAL" clId="{49E16A6D-B2EF-4938-B8AD-3D790B4CF5F9}" dt="2022-06-09T01:56:20.320" v="165" actId="20577"/>
          <ac:spMkLst>
            <pc:docMk/>
            <pc:sldMk cId="3255186489" sldId="2147377222"/>
            <ac:spMk id="8" creationId="{00000000-0000-0000-0000-000000000000}"/>
          </ac:spMkLst>
        </pc:spChg>
        <pc:graphicFrameChg chg="del modGraphic">
          <ac:chgData name="Wang,Yuan (HP Medicine) BII-CN-S" userId="358dc601-7626-4089-85ae-a53dd0075322" providerId="ADAL" clId="{49E16A6D-B2EF-4938-B8AD-3D790B4CF5F9}" dt="2022-06-09T02:24:29.561" v="171" actId="478"/>
          <ac:graphicFrameMkLst>
            <pc:docMk/>
            <pc:sldMk cId="3255186489" sldId="2147377222"/>
            <ac:graphicFrameMk id="9" creationId="{D4630488-5836-4141-B995-8F14D6C0859A}"/>
          </ac:graphicFrameMkLst>
        </pc:graphicFrameChg>
        <pc:graphicFrameChg chg="add mod modGraphic">
          <ac:chgData name="Wang,Yuan (HP Medicine) BII-CN-S" userId="358dc601-7626-4089-85ae-a53dd0075322" providerId="ADAL" clId="{49E16A6D-B2EF-4938-B8AD-3D790B4CF5F9}" dt="2022-06-09T02:25:33.642" v="185" actId="14734"/>
          <ac:graphicFrameMkLst>
            <pc:docMk/>
            <pc:sldMk cId="3255186489" sldId="2147377222"/>
            <ac:graphicFrameMk id="11" creationId="{608D1156-EB95-4343-89D7-40210C5FD8CF}"/>
          </ac:graphicFrameMkLst>
        </pc:graphicFrameChg>
      </pc:sldChg>
      <pc:sldChg chg="modSp mod addCm">
        <pc:chgData name="Wang,Yuan (HP Medicine) BII-CN-S" userId="358dc601-7626-4089-85ae-a53dd0075322" providerId="ADAL" clId="{49E16A6D-B2EF-4938-B8AD-3D790B4CF5F9}" dt="2022-06-09T02:04:51.377" v="170" actId="121"/>
        <pc:sldMkLst>
          <pc:docMk/>
          <pc:sldMk cId="4244351776" sldId="2147377224"/>
        </pc:sldMkLst>
        <pc:spChg chg="mod">
          <ac:chgData name="Wang,Yuan (HP Medicine) BII-CN-S" userId="358dc601-7626-4089-85ae-a53dd0075322" providerId="ADAL" clId="{49E16A6D-B2EF-4938-B8AD-3D790B4CF5F9}" dt="2022-06-07T10:28:46.932" v="161" actId="20577"/>
          <ac:spMkLst>
            <pc:docMk/>
            <pc:sldMk cId="4244351776" sldId="2147377224"/>
            <ac:spMk id="10" creationId="{105D89CC-8523-43CA-B889-5D740493BF89}"/>
          </ac:spMkLst>
        </pc:spChg>
        <pc:graphicFrameChg chg="modGraphic">
          <ac:chgData name="Wang,Yuan (HP Medicine) BII-CN-S" userId="358dc601-7626-4089-85ae-a53dd0075322" providerId="ADAL" clId="{49E16A6D-B2EF-4938-B8AD-3D790B4CF5F9}" dt="2022-06-09T02:04:51.377" v="170" actId="121"/>
          <ac:graphicFrameMkLst>
            <pc:docMk/>
            <pc:sldMk cId="4244351776" sldId="2147377224"/>
            <ac:graphicFrameMk id="12" creationId="{58376020-90D2-4295-9183-58A8C41CB962}"/>
          </ac:graphicFrameMkLst>
        </pc:graphicFrameChg>
      </pc:sldChg>
    </pc:docChg>
  </pc:docChgLst>
  <pc:docChgLst>
    <pc:chgData name="Wang,Shirley (HP Med RA) BII-CN-B" userId="48b801ce-80b8-42d3-931b-2dcaf726016f" providerId="ADAL" clId="{7E898B57-F3BE-4494-8388-18FE56D8B0DA}"/>
    <pc:docChg chg="undo redo custSel modSld">
      <pc:chgData name="Wang,Shirley (HP Med RA) BII-CN-B" userId="48b801ce-80b8-42d3-931b-2dcaf726016f" providerId="ADAL" clId="{7E898B57-F3BE-4494-8388-18FE56D8B0DA}" dt="2023-11-10T01:58:34.216" v="278" actId="6549"/>
      <pc:docMkLst>
        <pc:docMk/>
      </pc:docMkLst>
      <pc:sldChg chg="modSp mod">
        <pc:chgData name="Wang,Shirley (HP Med RA) BII-CN-B" userId="48b801ce-80b8-42d3-931b-2dcaf726016f" providerId="ADAL" clId="{7E898B57-F3BE-4494-8388-18FE56D8B0DA}" dt="2023-11-10T01:55:30.344" v="248" actId="1076"/>
        <pc:sldMkLst>
          <pc:docMk/>
          <pc:sldMk cId="4123330984" sldId="2147469510"/>
        </pc:sldMkLst>
        <pc:spChg chg="mod">
          <ac:chgData name="Wang,Shirley (HP Med RA) BII-CN-B" userId="48b801ce-80b8-42d3-931b-2dcaf726016f" providerId="ADAL" clId="{7E898B57-F3BE-4494-8388-18FE56D8B0DA}" dt="2023-11-10T01:55:30.344" v="248" actId="1076"/>
          <ac:spMkLst>
            <pc:docMk/>
            <pc:sldMk cId="4123330984" sldId="2147469510"/>
            <ac:spMk id="8" creationId="{0388C1C8-AF30-2BFD-32B7-CBFC76DAD30A}"/>
          </ac:spMkLst>
        </pc:spChg>
      </pc:sldChg>
      <pc:sldChg chg="modSp mod">
        <pc:chgData name="Wang,Shirley (HP Med RA) BII-CN-B" userId="48b801ce-80b8-42d3-931b-2dcaf726016f" providerId="ADAL" clId="{7E898B57-F3BE-4494-8388-18FE56D8B0DA}" dt="2023-11-10T01:57:04.227" v="274" actId="14100"/>
        <pc:sldMkLst>
          <pc:docMk/>
          <pc:sldMk cId="3487249628" sldId="2147469511"/>
        </pc:sldMkLst>
        <pc:spChg chg="mod">
          <ac:chgData name="Wang,Shirley (HP Med RA) BII-CN-B" userId="48b801ce-80b8-42d3-931b-2dcaf726016f" providerId="ADAL" clId="{7E898B57-F3BE-4494-8388-18FE56D8B0DA}" dt="2023-11-10T01:56:18.756" v="255" actId="1076"/>
          <ac:spMkLst>
            <pc:docMk/>
            <pc:sldMk cId="3487249628" sldId="2147469511"/>
            <ac:spMk id="3" creationId="{9600C8B3-B447-9989-5E0D-FC4B9DFC18B1}"/>
          </ac:spMkLst>
        </pc:spChg>
        <pc:spChg chg="mod">
          <ac:chgData name="Wang,Shirley (HP Med RA) BII-CN-B" userId="48b801ce-80b8-42d3-931b-2dcaf726016f" providerId="ADAL" clId="{7E898B57-F3BE-4494-8388-18FE56D8B0DA}" dt="2023-11-10T01:57:04.227" v="274" actId="14100"/>
          <ac:spMkLst>
            <pc:docMk/>
            <pc:sldMk cId="3487249628" sldId="2147469511"/>
            <ac:spMk id="5" creationId="{1032F5AE-A6F8-4939-D86E-3243C7DA3894}"/>
          </ac:spMkLst>
        </pc:spChg>
        <pc:graphicFrameChg chg="mod modGraphic">
          <ac:chgData name="Wang,Shirley (HP Med RA) BII-CN-B" userId="48b801ce-80b8-42d3-931b-2dcaf726016f" providerId="ADAL" clId="{7E898B57-F3BE-4494-8388-18FE56D8B0DA}" dt="2023-11-10T01:56:35.274" v="258" actId="14100"/>
          <ac:graphicFrameMkLst>
            <pc:docMk/>
            <pc:sldMk cId="3487249628" sldId="2147469511"/>
            <ac:graphicFrameMk id="6" creationId="{332E3FF5-530C-1A7E-BC24-8090A46B78E3}"/>
          </ac:graphicFrameMkLst>
        </pc:graphicFrameChg>
      </pc:sldChg>
      <pc:sldChg chg="modSp mod">
        <pc:chgData name="Wang,Shirley (HP Med RA) BII-CN-B" userId="48b801ce-80b8-42d3-931b-2dcaf726016f" providerId="ADAL" clId="{7E898B57-F3BE-4494-8388-18FE56D8B0DA}" dt="2023-11-10T01:58:34.216" v="278" actId="6549"/>
        <pc:sldMkLst>
          <pc:docMk/>
          <pc:sldMk cId="4274065597" sldId="2147474941"/>
        </pc:sldMkLst>
        <pc:spChg chg="mod">
          <ac:chgData name="Wang,Shirley (HP Med RA) BII-CN-B" userId="48b801ce-80b8-42d3-931b-2dcaf726016f" providerId="ADAL" clId="{7E898B57-F3BE-4494-8388-18FE56D8B0DA}" dt="2023-11-10T01:58:34.216" v="278" actId="6549"/>
          <ac:spMkLst>
            <pc:docMk/>
            <pc:sldMk cId="4274065597" sldId="2147474941"/>
            <ac:spMk id="12" creationId="{C900F43C-F4FF-4A5F-ADEF-A67452BFB7C9}"/>
          </ac:spMkLst>
        </pc:spChg>
        <pc:picChg chg="mod">
          <ac:chgData name="Wang,Shirley (HP Med RA) BII-CN-B" userId="48b801ce-80b8-42d3-931b-2dcaf726016f" providerId="ADAL" clId="{7E898B57-F3BE-4494-8388-18FE56D8B0DA}" dt="2023-11-10T01:58:29.593" v="275" actId="14100"/>
          <ac:picMkLst>
            <pc:docMk/>
            <pc:sldMk cId="4274065597" sldId="2147474941"/>
            <ac:picMk id="7" creationId="{9CEE58B4-ECA4-4E8B-B920-9AD4447C4AE9}"/>
          </ac:picMkLst>
        </pc:picChg>
      </pc:sldChg>
      <pc:sldChg chg="modSp mod modCm">
        <pc:chgData name="Wang,Shirley (HP Med RA) BII-CN-B" userId="48b801ce-80b8-42d3-931b-2dcaf726016f" providerId="ADAL" clId="{7E898B57-F3BE-4494-8388-18FE56D8B0DA}" dt="2023-11-10T01:52:44.320" v="247" actId="20577"/>
        <pc:sldMkLst>
          <pc:docMk/>
          <pc:sldMk cId="2899279173" sldId="2147474990"/>
        </pc:sldMkLst>
        <pc:spChg chg="mod">
          <ac:chgData name="Wang,Shirley (HP Med RA) BII-CN-B" userId="48b801ce-80b8-42d3-931b-2dcaf726016f" providerId="ADAL" clId="{7E898B57-F3BE-4494-8388-18FE56D8B0DA}" dt="2023-11-10T01:52:44.320" v="247" actId="20577"/>
          <ac:spMkLst>
            <pc:docMk/>
            <pc:sldMk cId="2899279173" sldId="2147474990"/>
            <ac:spMk id="9" creationId="{1F95F9E3-3D08-5E56-61A5-6655900F80BF}"/>
          </ac:spMkLst>
        </pc:spChg>
        <pc:graphicFrameChg chg="modGraphic">
          <ac:chgData name="Wang,Shirley (HP Med RA) BII-CN-B" userId="48b801ce-80b8-42d3-931b-2dcaf726016f" providerId="ADAL" clId="{7E898B57-F3BE-4494-8388-18FE56D8B0DA}" dt="2023-11-10T01:52:28.386" v="238" actId="20577"/>
          <ac:graphicFrameMkLst>
            <pc:docMk/>
            <pc:sldMk cId="2899279173" sldId="2147474990"/>
            <ac:graphicFrameMk id="3" creationId="{11AE3040-3184-4C5F-87F2-D328CD8202AC}"/>
          </ac:graphicFrameMkLst>
        </pc:graphicFrameChg>
      </pc:sldChg>
    </pc:docChg>
  </pc:docChgLst>
  <pc:docChgLst>
    <pc:chgData name="Li,Yuting (HP Medicine) BII-CN-S" userId="ce8fbb54-122c-426d-b8da-fdcc5e1b5022" providerId="ADAL" clId="{565BC0F8-1FE4-41CB-A691-096A118919A9}"/>
    <pc:docChg chg="undo redo custSel addSld delSld modSld sldOrd">
      <pc:chgData name="Li,Yuting (HP Medicine) BII-CN-S" userId="ce8fbb54-122c-426d-b8da-fdcc5e1b5022" providerId="ADAL" clId="{565BC0F8-1FE4-41CB-A691-096A118919A9}" dt="2023-01-06T08:43:24.315" v="1028" actId="20577"/>
      <pc:docMkLst>
        <pc:docMk/>
      </pc:docMkLst>
      <pc:sldChg chg="add del">
        <pc:chgData name="Li,Yuting (HP Medicine) BII-CN-S" userId="ce8fbb54-122c-426d-b8da-fdcc5e1b5022" providerId="ADAL" clId="{565BC0F8-1FE4-41CB-A691-096A118919A9}" dt="2023-01-06T06:28:55.274" v="873" actId="47"/>
        <pc:sldMkLst>
          <pc:docMk/>
          <pc:sldMk cId="1198388687" sldId="256"/>
        </pc:sldMkLst>
      </pc:sldChg>
      <pc:sldChg chg="add del">
        <pc:chgData name="Li,Yuting (HP Medicine) BII-CN-S" userId="ce8fbb54-122c-426d-b8da-fdcc5e1b5022" providerId="ADAL" clId="{565BC0F8-1FE4-41CB-A691-096A118919A9}" dt="2023-01-06T06:28:57.639" v="874" actId="47"/>
        <pc:sldMkLst>
          <pc:docMk/>
          <pc:sldMk cId="31347929" sldId="257"/>
        </pc:sldMkLst>
      </pc:sldChg>
      <pc:sldChg chg="add del">
        <pc:chgData name="Li,Yuting (HP Medicine) BII-CN-S" userId="ce8fbb54-122c-426d-b8da-fdcc5e1b5022" providerId="ADAL" clId="{565BC0F8-1FE4-41CB-A691-096A118919A9}" dt="2023-01-06T06:11:40.114" v="864" actId="47"/>
        <pc:sldMkLst>
          <pc:docMk/>
          <pc:sldMk cId="1571699885" sldId="258"/>
        </pc:sldMkLst>
      </pc:sldChg>
      <pc:sldChg chg="add del">
        <pc:chgData name="Li,Yuting (HP Medicine) BII-CN-S" userId="ce8fbb54-122c-426d-b8da-fdcc5e1b5022" providerId="ADAL" clId="{565BC0F8-1FE4-41CB-A691-096A118919A9}" dt="2023-01-06T06:11:43.924" v="866" actId="47"/>
        <pc:sldMkLst>
          <pc:docMk/>
          <pc:sldMk cId="1969591322" sldId="259"/>
        </pc:sldMkLst>
      </pc:sldChg>
      <pc:sldChg chg="modSp mod">
        <pc:chgData name="Li,Yuting (HP Medicine) BII-CN-S" userId="ce8fbb54-122c-426d-b8da-fdcc5e1b5022" providerId="ADAL" clId="{565BC0F8-1FE4-41CB-A691-096A118919A9}" dt="2023-01-04T10:04:41.402" v="10" actId="20577"/>
        <pc:sldMkLst>
          <pc:docMk/>
          <pc:sldMk cId="64439630" sldId="6601"/>
        </pc:sldMkLst>
        <pc:spChg chg="mod">
          <ac:chgData name="Li,Yuting (HP Medicine) BII-CN-S" userId="ce8fbb54-122c-426d-b8da-fdcc5e1b5022" providerId="ADAL" clId="{565BC0F8-1FE4-41CB-A691-096A118919A9}" dt="2023-01-04T10:04:41.402" v="10" actId="20577"/>
          <ac:spMkLst>
            <pc:docMk/>
            <pc:sldMk cId="64439630" sldId="6601"/>
            <ac:spMk id="5" creationId="{00000000-0000-0000-0000-000000000000}"/>
          </ac:spMkLst>
        </pc:spChg>
        <pc:spChg chg="mod">
          <ac:chgData name="Li,Yuting (HP Medicine) BII-CN-S" userId="ce8fbb54-122c-426d-b8da-fdcc5e1b5022" providerId="ADAL" clId="{565BC0F8-1FE4-41CB-A691-096A118919A9}" dt="2023-01-04T10:04:32.481" v="3" actId="20577"/>
          <ac:spMkLst>
            <pc:docMk/>
            <pc:sldMk cId="64439630" sldId="6601"/>
            <ac:spMk id="6" creationId="{00000000-0000-0000-0000-000000000000}"/>
          </ac:spMkLst>
        </pc:spChg>
      </pc:sldChg>
      <pc:sldChg chg="del">
        <pc:chgData name="Li,Yuting (HP Medicine) BII-CN-S" userId="ce8fbb54-122c-426d-b8da-fdcc5e1b5022" providerId="ADAL" clId="{565BC0F8-1FE4-41CB-A691-096A118919A9}" dt="2023-01-04T10:07:49.950" v="13" actId="47"/>
        <pc:sldMkLst>
          <pc:docMk/>
          <pc:sldMk cId="1590028121" sldId="2147377295"/>
        </pc:sldMkLst>
      </pc:sldChg>
      <pc:sldChg chg="del">
        <pc:chgData name="Li,Yuting (HP Medicine) BII-CN-S" userId="ce8fbb54-122c-426d-b8da-fdcc5e1b5022" providerId="ADAL" clId="{565BC0F8-1FE4-41CB-A691-096A118919A9}" dt="2023-01-04T10:12:52.387" v="19" actId="47"/>
        <pc:sldMkLst>
          <pc:docMk/>
          <pc:sldMk cId="1238319318" sldId="2147377305"/>
        </pc:sldMkLst>
      </pc:sldChg>
      <pc:sldChg chg="mod modShow">
        <pc:chgData name="Li,Yuting (HP Medicine) BII-CN-S" userId="ce8fbb54-122c-426d-b8da-fdcc5e1b5022" providerId="ADAL" clId="{565BC0F8-1FE4-41CB-A691-096A118919A9}" dt="2023-01-04T11:41:51.241" v="445" actId="729"/>
        <pc:sldMkLst>
          <pc:docMk/>
          <pc:sldMk cId="4148139965" sldId="2147377319"/>
        </pc:sldMkLst>
      </pc:sldChg>
      <pc:sldChg chg="del">
        <pc:chgData name="Li,Yuting (HP Medicine) BII-CN-S" userId="ce8fbb54-122c-426d-b8da-fdcc5e1b5022" providerId="ADAL" clId="{565BC0F8-1FE4-41CB-A691-096A118919A9}" dt="2023-01-04T11:27:43.891" v="21" actId="47"/>
        <pc:sldMkLst>
          <pc:docMk/>
          <pc:sldMk cId="2176290733" sldId="2147377324"/>
        </pc:sldMkLst>
      </pc:sldChg>
      <pc:sldChg chg="del">
        <pc:chgData name="Li,Yuting (HP Medicine) BII-CN-S" userId="ce8fbb54-122c-426d-b8da-fdcc5e1b5022" providerId="ADAL" clId="{565BC0F8-1FE4-41CB-A691-096A118919A9}" dt="2023-01-04T11:43:43.289" v="450" actId="47"/>
        <pc:sldMkLst>
          <pc:docMk/>
          <pc:sldMk cId="167512866" sldId="2147377336"/>
        </pc:sldMkLst>
      </pc:sldChg>
      <pc:sldChg chg="del">
        <pc:chgData name="Li,Yuting (HP Medicine) BII-CN-S" userId="ce8fbb54-122c-426d-b8da-fdcc5e1b5022" providerId="ADAL" clId="{565BC0F8-1FE4-41CB-A691-096A118919A9}" dt="2023-01-04T11:29:06.258" v="31" actId="47"/>
        <pc:sldMkLst>
          <pc:docMk/>
          <pc:sldMk cId="178905972" sldId="2147377338"/>
        </pc:sldMkLst>
      </pc:sldChg>
      <pc:sldChg chg="del">
        <pc:chgData name="Li,Yuting (HP Medicine) BII-CN-S" userId="ce8fbb54-122c-426d-b8da-fdcc5e1b5022" providerId="ADAL" clId="{565BC0F8-1FE4-41CB-A691-096A118919A9}" dt="2023-01-04T10:09:11.064" v="15" actId="47"/>
        <pc:sldMkLst>
          <pc:docMk/>
          <pc:sldMk cId="463325420" sldId="2147469212"/>
        </pc:sldMkLst>
      </pc:sldChg>
      <pc:sldChg chg="del">
        <pc:chgData name="Li,Yuting (HP Medicine) BII-CN-S" userId="ce8fbb54-122c-426d-b8da-fdcc5e1b5022" providerId="ADAL" clId="{565BC0F8-1FE4-41CB-A691-096A118919A9}" dt="2023-01-04T10:09:13.346" v="16" actId="47"/>
        <pc:sldMkLst>
          <pc:docMk/>
          <pc:sldMk cId="2702991793" sldId="2147469213"/>
        </pc:sldMkLst>
      </pc:sldChg>
      <pc:sldChg chg="del">
        <pc:chgData name="Li,Yuting (HP Medicine) BII-CN-S" userId="ce8fbb54-122c-426d-b8da-fdcc5e1b5022" providerId="ADAL" clId="{565BC0F8-1FE4-41CB-A691-096A118919A9}" dt="2023-01-04T11:28:09.898" v="26" actId="47"/>
        <pc:sldMkLst>
          <pc:docMk/>
          <pc:sldMk cId="2865900037" sldId="2147469214"/>
        </pc:sldMkLst>
      </pc:sldChg>
      <pc:sldChg chg="del">
        <pc:chgData name="Li,Yuting (HP Medicine) BII-CN-S" userId="ce8fbb54-122c-426d-b8da-fdcc5e1b5022" providerId="ADAL" clId="{565BC0F8-1FE4-41CB-A691-096A118919A9}" dt="2023-01-04T11:28:24.827" v="28" actId="47"/>
        <pc:sldMkLst>
          <pc:docMk/>
          <pc:sldMk cId="1286070079" sldId="2147469215"/>
        </pc:sldMkLst>
      </pc:sldChg>
      <pc:sldChg chg="del">
        <pc:chgData name="Li,Yuting (HP Medicine) BII-CN-S" userId="ce8fbb54-122c-426d-b8da-fdcc5e1b5022" providerId="ADAL" clId="{565BC0F8-1FE4-41CB-A691-096A118919A9}" dt="2023-01-04T11:35:45.552" v="247" actId="47"/>
        <pc:sldMkLst>
          <pc:docMk/>
          <pc:sldMk cId="1933970690" sldId="2147469217"/>
        </pc:sldMkLst>
      </pc:sldChg>
      <pc:sldChg chg="del">
        <pc:chgData name="Li,Yuting (HP Medicine) BII-CN-S" userId="ce8fbb54-122c-426d-b8da-fdcc5e1b5022" providerId="ADAL" clId="{565BC0F8-1FE4-41CB-A691-096A118919A9}" dt="2023-01-04T11:39:59.324" v="438" actId="47"/>
        <pc:sldMkLst>
          <pc:docMk/>
          <pc:sldMk cId="2408813505" sldId="2147469218"/>
        </pc:sldMkLst>
      </pc:sldChg>
      <pc:sldChg chg="del">
        <pc:chgData name="Li,Yuting (HP Medicine) BII-CN-S" userId="ce8fbb54-122c-426d-b8da-fdcc5e1b5022" providerId="ADAL" clId="{565BC0F8-1FE4-41CB-A691-096A118919A9}" dt="2023-01-04T11:37:35.031" v="434" actId="47"/>
        <pc:sldMkLst>
          <pc:docMk/>
          <pc:sldMk cId="2461462039" sldId="2147469219"/>
        </pc:sldMkLst>
      </pc:sldChg>
      <pc:sldChg chg="del">
        <pc:chgData name="Li,Yuting (HP Medicine) BII-CN-S" userId="ce8fbb54-122c-426d-b8da-fdcc5e1b5022" providerId="ADAL" clId="{565BC0F8-1FE4-41CB-A691-096A118919A9}" dt="2023-01-04T11:41:22.840" v="443" actId="47"/>
        <pc:sldMkLst>
          <pc:docMk/>
          <pc:sldMk cId="1785818541" sldId="2147469220"/>
        </pc:sldMkLst>
      </pc:sldChg>
      <pc:sldChg chg="del">
        <pc:chgData name="Li,Yuting (HP Medicine) BII-CN-S" userId="ce8fbb54-122c-426d-b8da-fdcc5e1b5022" providerId="ADAL" clId="{565BC0F8-1FE4-41CB-A691-096A118919A9}" dt="2023-01-04T11:42:41.739" v="448" actId="47"/>
        <pc:sldMkLst>
          <pc:docMk/>
          <pc:sldMk cId="1750966735" sldId="2147469221"/>
        </pc:sldMkLst>
      </pc:sldChg>
      <pc:sldChg chg="modSp mod modShow">
        <pc:chgData name="Li,Yuting (HP Medicine) BII-CN-S" userId="ce8fbb54-122c-426d-b8da-fdcc5e1b5022" providerId="ADAL" clId="{565BC0F8-1FE4-41CB-A691-096A118919A9}" dt="2023-01-06T06:36:23.565" v="877" actId="729"/>
        <pc:sldMkLst>
          <pc:docMk/>
          <pc:sldMk cId="257973879" sldId="2147469222"/>
        </pc:sldMkLst>
        <pc:spChg chg="mod">
          <ac:chgData name="Li,Yuting (HP Medicine) BII-CN-S" userId="ce8fbb54-122c-426d-b8da-fdcc5e1b5022" providerId="ADAL" clId="{565BC0F8-1FE4-41CB-A691-096A118919A9}" dt="2023-01-04T11:45:25.685" v="463" actId="1076"/>
          <ac:spMkLst>
            <pc:docMk/>
            <pc:sldMk cId="257973879" sldId="2147469222"/>
            <ac:spMk id="75" creationId="{F8DB0387-0155-47EB-9556-44C1C5A7E1C9}"/>
          </ac:spMkLst>
        </pc:spChg>
        <pc:spChg chg="mod">
          <ac:chgData name="Li,Yuting (HP Medicine) BII-CN-S" userId="ce8fbb54-122c-426d-b8da-fdcc5e1b5022" providerId="ADAL" clId="{565BC0F8-1FE4-41CB-A691-096A118919A9}" dt="2023-01-04T11:45:10.121" v="461" actId="1076"/>
          <ac:spMkLst>
            <pc:docMk/>
            <pc:sldMk cId="257973879" sldId="2147469222"/>
            <ac:spMk id="91" creationId="{C3812FD7-D0AE-47D6-ACA6-C4FB5D7B6BAE}"/>
          </ac:spMkLst>
        </pc:spChg>
        <pc:spChg chg="mod">
          <ac:chgData name="Li,Yuting (HP Medicine) BII-CN-S" userId="ce8fbb54-122c-426d-b8da-fdcc5e1b5022" providerId="ADAL" clId="{565BC0F8-1FE4-41CB-A691-096A118919A9}" dt="2023-01-04T11:44:31.343" v="456" actId="1076"/>
          <ac:spMkLst>
            <pc:docMk/>
            <pc:sldMk cId="257973879" sldId="2147469222"/>
            <ac:spMk id="92" creationId="{7C55C5F1-7D4F-4971-9BC4-F4E4E5A43C2E}"/>
          </ac:spMkLst>
        </pc:spChg>
        <pc:spChg chg="mod">
          <ac:chgData name="Li,Yuting (HP Medicine) BII-CN-S" userId="ce8fbb54-122c-426d-b8da-fdcc5e1b5022" providerId="ADAL" clId="{565BC0F8-1FE4-41CB-A691-096A118919A9}" dt="2023-01-04T11:44:56.735" v="458" actId="1582"/>
          <ac:spMkLst>
            <pc:docMk/>
            <pc:sldMk cId="257973879" sldId="2147469222"/>
            <ac:spMk id="94" creationId="{DB1EDE00-E170-409A-94BE-AE18FDC4BE17}"/>
          </ac:spMkLst>
        </pc:spChg>
      </pc:sldChg>
      <pc:sldChg chg="del">
        <pc:chgData name="Li,Yuting (HP Medicine) BII-CN-S" userId="ce8fbb54-122c-426d-b8da-fdcc5e1b5022" providerId="ADAL" clId="{565BC0F8-1FE4-41CB-A691-096A118919A9}" dt="2023-01-04T11:44:06" v="452" actId="47"/>
        <pc:sldMkLst>
          <pc:docMk/>
          <pc:sldMk cId="2214068917" sldId="2147469223"/>
        </pc:sldMkLst>
      </pc:sldChg>
      <pc:sldChg chg="del">
        <pc:chgData name="Li,Yuting (HP Medicine) BII-CN-S" userId="ce8fbb54-122c-426d-b8da-fdcc5e1b5022" providerId="ADAL" clId="{565BC0F8-1FE4-41CB-A691-096A118919A9}" dt="2023-01-04T11:40:01.620" v="439" actId="47"/>
        <pc:sldMkLst>
          <pc:docMk/>
          <pc:sldMk cId="2540579864" sldId="2147469224"/>
        </pc:sldMkLst>
      </pc:sldChg>
      <pc:sldChg chg="modSp add del mod">
        <pc:chgData name="Li,Yuting (HP Medicine) BII-CN-S" userId="ce8fbb54-122c-426d-b8da-fdcc5e1b5022" providerId="ADAL" clId="{565BC0F8-1FE4-41CB-A691-096A118919A9}" dt="2023-01-06T05:18:01.469" v="467" actId="47"/>
        <pc:sldMkLst>
          <pc:docMk/>
          <pc:sldMk cId="3703041914" sldId="2147469226"/>
        </pc:sldMkLst>
        <pc:spChg chg="mod">
          <ac:chgData name="Li,Yuting (HP Medicine) BII-CN-S" userId="ce8fbb54-122c-426d-b8da-fdcc5e1b5022" providerId="ADAL" clId="{565BC0F8-1FE4-41CB-A691-096A118919A9}" dt="2023-01-04T10:07:48.056" v="12" actId="27636"/>
          <ac:spMkLst>
            <pc:docMk/>
            <pc:sldMk cId="3703041914" sldId="2147469226"/>
            <ac:spMk id="3" creationId="{00000000-0000-0000-0000-000000000000}"/>
          </ac:spMkLst>
        </pc:spChg>
      </pc:sldChg>
      <pc:sldChg chg="add">
        <pc:chgData name="Li,Yuting (HP Medicine) BII-CN-S" userId="ce8fbb54-122c-426d-b8da-fdcc5e1b5022" providerId="ADAL" clId="{565BC0F8-1FE4-41CB-A691-096A118919A9}" dt="2023-01-04T10:09:08.073" v="14"/>
        <pc:sldMkLst>
          <pc:docMk/>
          <pc:sldMk cId="4038910492" sldId="2147469240"/>
        </pc:sldMkLst>
      </pc:sldChg>
      <pc:sldChg chg="modSp add mod">
        <pc:chgData name="Li,Yuting (HP Medicine) BII-CN-S" userId="ce8fbb54-122c-426d-b8da-fdcc5e1b5022" providerId="ADAL" clId="{565BC0F8-1FE4-41CB-A691-096A118919A9}" dt="2023-01-06T08:23:22.914" v="1013" actId="20577"/>
        <pc:sldMkLst>
          <pc:docMk/>
          <pc:sldMk cId="4121394888" sldId="2147469242"/>
        </pc:sldMkLst>
        <pc:spChg chg="mod">
          <ac:chgData name="Li,Yuting (HP Medicine) BII-CN-S" userId="ce8fbb54-122c-426d-b8da-fdcc5e1b5022" providerId="ADAL" clId="{565BC0F8-1FE4-41CB-A691-096A118919A9}" dt="2023-01-06T08:23:22.914" v="1013" actId="20577"/>
          <ac:spMkLst>
            <pc:docMk/>
            <pc:sldMk cId="4121394888" sldId="2147469242"/>
            <ac:spMk id="41" creationId="{80672632-5059-4D01-BB59-096554D9CD3A}"/>
          </ac:spMkLst>
        </pc:spChg>
        <pc:spChg chg="mod">
          <ac:chgData name="Li,Yuting (HP Medicine) BII-CN-S" userId="ce8fbb54-122c-426d-b8da-fdcc5e1b5022" providerId="ADAL" clId="{565BC0F8-1FE4-41CB-A691-096A118919A9}" dt="2023-01-06T05:39:14.541" v="562" actId="20577"/>
          <ac:spMkLst>
            <pc:docMk/>
            <pc:sldMk cId="4121394888" sldId="2147469242"/>
            <ac:spMk id="54" creationId="{35388CBC-F652-48EA-A3C1-83DD6A5290AF}"/>
          </ac:spMkLst>
        </pc:spChg>
      </pc:sldChg>
      <pc:sldChg chg="modSp add mod">
        <pc:chgData name="Li,Yuting (HP Medicine) BII-CN-S" userId="ce8fbb54-122c-426d-b8da-fdcc5e1b5022" providerId="ADAL" clId="{565BC0F8-1FE4-41CB-A691-096A118919A9}" dt="2023-01-04T11:28:07.410" v="25" actId="27636"/>
        <pc:sldMkLst>
          <pc:docMk/>
          <pc:sldMk cId="3221500169" sldId="2147469243"/>
        </pc:sldMkLst>
        <pc:spChg chg="mod">
          <ac:chgData name="Li,Yuting (HP Medicine) BII-CN-S" userId="ce8fbb54-122c-426d-b8da-fdcc5e1b5022" providerId="ADAL" clId="{565BC0F8-1FE4-41CB-A691-096A118919A9}" dt="2023-01-04T11:28:07.410" v="25" actId="27636"/>
          <ac:spMkLst>
            <pc:docMk/>
            <pc:sldMk cId="3221500169" sldId="2147469243"/>
            <ac:spMk id="5" creationId="{79AF6332-9B38-4807-B8E8-D0F55C506D47}"/>
          </ac:spMkLst>
        </pc:spChg>
      </pc:sldChg>
      <pc:sldChg chg="modSp add mod addCm">
        <pc:chgData name="Li,Yuting (HP Medicine) BII-CN-S" userId="ce8fbb54-122c-426d-b8da-fdcc5e1b5022" providerId="ADAL" clId="{565BC0F8-1FE4-41CB-A691-096A118919A9}" dt="2023-01-06T07:08:39.672" v="989"/>
        <pc:sldMkLst>
          <pc:docMk/>
          <pc:sldMk cId="3604766163" sldId="2147469244"/>
        </pc:sldMkLst>
        <pc:spChg chg="mod">
          <ac:chgData name="Li,Yuting (HP Medicine) BII-CN-S" userId="ce8fbb54-122c-426d-b8da-fdcc5e1b5022" providerId="ADAL" clId="{565BC0F8-1FE4-41CB-A691-096A118919A9}" dt="2023-01-06T06:50:48.821" v="988" actId="20578"/>
          <ac:spMkLst>
            <pc:docMk/>
            <pc:sldMk cId="3604766163" sldId="2147469244"/>
            <ac:spMk id="107" creationId="{7DDA071E-5F80-4527-AE47-F1E7B2DC2A5B}"/>
          </ac:spMkLst>
        </pc:spChg>
        <pc:spChg chg="mod">
          <ac:chgData name="Li,Yuting (HP Medicine) BII-CN-S" userId="ce8fbb54-122c-426d-b8da-fdcc5e1b5022" providerId="ADAL" clId="{565BC0F8-1FE4-41CB-A691-096A118919A9}" dt="2023-01-04T11:29:32.855" v="36" actId="207"/>
          <ac:spMkLst>
            <pc:docMk/>
            <pc:sldMk cId="3604766163" sldId="2147469244"/>
            <ac:spMk id="110" creationId="{DF64CF55-32F5-4B38-AD50-D9F85B5E0FED}"/>
          </ac:spMkLst>
        </pc:spChg>
        <pc:spChg chg="mod">
          <ac:chgData name="Li,Yuting (HP Medicine) BII-CN-S" userId="ce8fbb54-122c-426d-b8da-fdcc5e1b5022" providerId="ADAL" clId="{565BC0F8-1FE4-41CB-A691-096A118919A9}" dt="2023-01-04T11:29:54.869" v="37" actId="1076"/>
          <ac:spMkLst>
            <pc:docMk/>
            <pc:sldMk cId="3604766163" sldId="2147469244"/>
            <ac:spMk id="120" creationId="{FB091C37-6587-43A7-90A7-2AC6CF85E73E}"/>
          </ac:spMkLst>
        </pc:spChg>
      </pc:sldChg>
      <pc:sldChg chg="modSp add mod">
        <pc:chgData name="Li,Yuting (HP Medicine) BII-CN-S" userId="ce8fbb54-122c-426d-b8da-fdcc5e1b5022" providerId="ADAL" clId="{565BC0F8-1FE4-41CB-A691-096A118919A9}" dt="2023-01-06T05:56:53.817" v="625" actId="6549"/>
        <pc:sldMkLst>
          <pc:docMk/>
          <pc:sldMk cId="1187529906" sldId="2147469245"/>
        </pc:sldMkLst>
        <pc:spChg chg="mod">
          <ac:chgData name="Li,Yuting (HP Medicine) BII-CN-S" userId="ce8fbb54-122c-426d-b8da-fdcc5e1b5022" providerId="ADAL" clId="{565BC0F8-1FE4-41CB-A691-096A118919A9}" dt="2023-01-06T05:52:08.344" v="582" actId="1076"/>
          <ac:spMkLst>
            <pc:docMk/>
            <pc:sldMk cId="1187529906" sldId="2147469245"/>
            <ac:spMk id="29" creationId="{9224C17E-1AA1-4096-A3FD-25D6FD8BA444}"/>
          </ac:spMkLst>
        </pc:spChg>
        <pc:spChg chg="mod">
          <ac:chgData name="Li,Yuting (HP Medicine) BII-CN-S" userId="ce8fbb54-122c-426d-b8da-fdcc5e1b5022" providerId="ADAL" clId="{565BC0F8-1FE4-41CB-A691-096A118919A9}" dt="2023-01-06T05:56:53.817" v="625" actId="6549"/>
          <ac:spMkLst>
            <pc:docMk/>
            <pc:sldMk cId="1187529906" sldId="2147469245"/>
            <ac:spMk id="52" creationId="{C37AB0AB-396A-4A09-A640-7C9D33588A3C}"/>
          </ac:spMkLst>
        </pc:spChg>
        <pc:graphicFrameChg chg="mod">
          <ac:chgData name="Li,Yuting (HP Medicine) BII-CN-S" userId="ce8fbb54-122c-426d-b8da-fdcc5e1b5022" providerId="ADAL" clId="{565BC0F8-1FE4-41CB-A691-096A118919A9}" dt="2023-01-06T05:52:03.143" v="581" actId="1076"/>
          <ac:graphicFrameMkLst>
            <pc:docMk/>
            <pc:sldMk cId="1187529906" sldId="2147469245"/>
            <ac:graphicFrameMk id="49" creationId="{EB1832F7-86BE-4DEE-91F1-447638E4A957}"/>
          </ac:graphicFrameMkLst>
        </pc:graphicFrameChg>
        <pc:cxnChg chg="mod">
          <ac:chgData name="Li,Yuting (HP Medicine) BII-CN-S" userId="ce8fbb54-122c-426d-b8da-fdcc5e1b5022" providerId="ADAL" clId="{565BC0F8-1FE4-41CB-A691-096A118919A9}" dt="2023-01-06T05:52:10.688" v="583" actId="1076"/>
          <ac:cxnSpMkLst>
            <pc:docMk/>
            <pc:sldMk cId="1187529906" sldId="2147469245"/>
            <ac:cxnSpMk id="28" creationId="{9C165100-0114-4167-8FF0-BFF01B293D04}"/>
          </ac:cxnSpMkLst>
        </pc:cxnChg>
      </pc:sldChg>
      <pc:sldChg chg="add del">
        <pc:chgData name="Li,Yuting (HP Medicine) BII-CN-S" userId="ce8fbb54-122c-426d-b8da-fdcc5e1b5022" providerId="ADAL" clId="{565BC0F8-1FE4-41CB-A691-096A118919A9}" dt="2023-01-06T05:57:28.673" v="627" actId="47"/>
        <pc:sldMkLst>
          <pc:docMk/>
          <pc:sldMk cId="2042765173" sldId="2147469246"/>
        </pc:sldMkLst>
      </pc:sldChg>
      <pc:sldChg chg="add del">
        <pc:chgData name="Li,Yuting (HP Medicine) BII-CN-S" userId="ce8fbb54-122c-426d-b8da-fdcc5e1b5022" providerId="ADAL" clId="{565BC0F8-1FE4-41CB-A691-096A118919A9}" dt="2023-01-04T11:40:24.617" v="440" actId="47"/>
        <pc:sldMkLst>
          <pc:docMk/>
          <pc:sldMk cId="279345544" sldId="2147469247"/>
        </pc:sldMkLst>
      </pc:sldChg>
      <pc:sldChg chg="addSp delSp modSp add mod ord addCm">
        <pc:chgData name="Li,Yuting (HP Medicine) BII-CN-S" userId="ce8fbb54-122c-426d-b8da-fdcc5e1b5022" providerId="ADAL" clId="{565BC0F8-1FE4-41CB-A691-096A118919A9}" dt="2023-01-06T08:07:01.311" v="1011"/>
        <pc:sldMkLst>
          <pc:docMk/>
          <pc:sldMk cId="341769782" sldId="2147469248"/>
        </pc:sldMkLst>
        <pc:spChg chg="mod">
          <ac:chgData name="Li,Yuting (HP Medicine) BII-CN-S" userId="ce8fbb54-122c-426d-b8da-fdcc5e1b5022" providerId="ADAL" clId="{565BC0F8-1FE4-41CB-A691-096A118919A9}" dt="2023-01-06T05:59:03.394" v="633" actId="6549"/>
          <ac:spMkLst>
            <pc:docMk/>
            <pc:sldMk cId="341769782" sldId="2147469248"/>
            <ac:spMk id="74" creationId="{00000000-0000-0000-0000-000000000000}"/>
          </ac:spMkLst>
        </pc:spChg>
        <pc:spChg chg="mod">
          <ac:chgData name="Li,Yuting (HP Medicine) BII-CN-S" userId="ce8fbb54-122c-426d-b8da-fdcc5e1b5022" providerId="ADAL" clId="{565BC0F8-1FE4-41CB-A691-096A118919A9}" dt="2023-01-06T05:59:08.306" v="635" actId="6549"/>
          <ac:spMkLst>
            <pc:docMk/>
            <pc:sldMk cId="341769782" sldId="2147469248"/>
            <ac:spMk id="76" creationId="{00000000-0000-0000-0000-000000000000}"/>
          </ac:spMkLst>
        </pc:spChg>
        <pc:spChg chg="mod">
          <ac:chgData name="Li,Yuting (HP Medicine) BII-CN-S" userId="ce8fbb54-122c-426d-b8da-fdcc5e1b5022" providerId="ADAL" clId="{565BC0F8-1FE4-41CB-A691-096A118919A9}" dt="2023-01-06T05:58:49.798" v="632" actId="20577"/>
          <ac:spMkLst>
            <pc:docMk/>
            <pc:sldMk cId="341769782" sldId="2147469248"/>
            <ac:spMk id="168" creationId="{65EA3170-CB0D-432D-8631-319933F816A2}"/>
          </ac:spMkLst>
        </pc:spChg>
        <pc:spChg chg="add mod">
          <ac:chgData name="Li,Yuting (HP Medicine) BII-CN-S" userId="ce8fbb54-122c-426d-b8da-fdcc5e1b5022" providerId="ADAL" clId="{565BC0F8-1FE4-41CB-A691-096A118919A9}" dt="2023-01-06T07:10:39.643" v="1002" actId="1076"/>
          <ac:spMkLst>
            <pc:docMk/>
            <pc:sldMk cId="341769782" sldId="2147469248"/>
            <ac:spMk id="182" creationId="{2AB3FDA6-9CB9-4BAB-8D22-EF890CEB0E91}"/>
          </ac:spMkLst>
        </pc:spChg>
        <pc:spChg chg="del">
          <ac:chgData name="Li,Yuting (HP Medicine) BII-CN-S" userId="ce8fbb54-122c-426d-b8da-fdcc5e1b5022" providerId="ADAL" clId="{565BC0F8-1FE4-41CB-A691-096A118919A9}" dt="2023-01-06T07:10:37.170" v="1001" actId="478"/>
          <ac:spMkLst>
            <pc:docMk/>
            <pc:sldMk cId="341769782" sldId="2147469248"/>
            <ac:spMk id="183" creationId="{6E58D528-AF48-4F3F-BD1D-0B367D674339}"/>
          </ac:spMkLst>
        </pc:spChg>
        <pc:spChg chg="mod">
          <ac:chgData name="Li,Yuting (HP Medicine) BII-CN-S" userId="ce8fbb54-122c-426d-b8da-fdcc5e1b5022" providerId="ADAL" clId="{565BC0F8-1FE4-41CB-A691-096A118919A9}" dt="2023-01-06T07:10:51.438" v="1008" actId="1076"/>
          <ac:spMkLst>
            <pc:docMk/>
            <pc:sldMk cId="341769782" sldId="2147469248"/>
            <ac:spMk id="192" creationId="{31193A60-52A8-4E9D-BB69-B3D203C95D66}"/>
          </ac:spMkLst>
        </pc:spChg>
      </pc:sldChg>
      <pc:sldChg chg="add">
        <pc:chgData name="Li,Yuting (HP Medicine) BII-CN-S" userId="ce8fbb54-122c-426d-b8da-fdcc5e1b5022" providerId="ADAL" clId="{565BC0F8-1FE4-41CB-A691-096A118919A9}" dt="2023-01-04T11:42:39.727" v="447"/>
        <pc:sldMkLst>
          <pc:docMk/>
          <pc:sldMk cId="145124790" sldId="2147469250"/>
        </pc:sldMkLst>
      </pc:sldChg>
      <pc:sldChg chg="modSp add mod">
        <pc:chgData name="Li,Yuting (HP Medicine) BII-CN-S" userId="ce8fbb54-122c-426d-b8da-fdcc5e1b5022" providerId="ADAL" clId="{565BC0F8-1FE4-41CB-A691-096A118919A9}" dt="2023-01-04T11:41:34.032" v="444" actId="207"/>
        <pc:sldMkLst>
          <pc:docMk/>
          <pc:sldMk cId="2728662435" sldId="2147469251"/>
        </pc:sldMkLst>
        <pc:spChg chg="mod">
          <ac:chgData name="Li,Yuting (HP Medicine) BII-CN-S" userId="ce8fbb54-122c-426d-b8da-fdcc5e1b5022" providerId="ADAL" clId="{565BC0F8-1FE4-41CB-A691-096A118919A9}" dt="2023-01-04T11:41:34.032" v="444" actId="207"/>
          <ac:spMkLst>
            <pc:docMk/>
            <pc:sldMk cId="2728662435" sldId="2147469251"/>
            <ac:spMk id="111" creationId="{40929094-C8CC-4BCB-B988-FAC9EF24EDE7}"/>
          </ac:spMkLst>
        </pc:spChg>
      </pc:sldChg>
      <pc:sldChg chg="modSp add mod">
        <pc:chgData name="Li,Yuting (HP Medicine) BII-CN-S" userId="ce8fbb54-122c-426d-b8da-fdcc5e1b5022" providerId="ADAL" clId="{565BC0F8-1FE4-41CB-A691-096A118919A9}" dt="2023-01-06T06:38:10.381" v="911" actId="20578"/>
        <pc:sldMkLst>
          <pc:docMk/>
          <pc:sldMk cId="2527347167" sldId="2147469253"/>
        </pc:sldMkLst>
        <pc:spChg chg="mod">
          <ac:chgData name="Li,Yuting (HP Medicine) BII-CN-S" userId="ce8fbb54-122c-426d-b8da-fdcc5e1b5022" providerId="ADAL" clId="{565BC0F8-1FE4-41CB-A691-096A118919A9}" dt="2023-01-06T06:38:10.381" v="911" actId="20578"/>
          <ac:spMkLst>
            <pc:docMk/>
            <pc:sldMk cId="2527347167" sldId="2147469253"/>
            <ac:spMk id="27" creationId="{C787EF92-AECB-45F5-890F-9C2A4F7817D9}"/>
          </ac:spMkLst>
        </pc:spChg>
      </pc:sldChg>
      <pc:sldChg chg="add">
        <pc:chgData name="Li,Yuting (HP Medicine) BII-CN-S" userId="ce8fbb54-122c-426d-b8da-fdcc5e1b5022" providerId="ADAL" clId="{565BC0F8-1FE4-41CB-A691-096A118919A9}" dt="2023-01-04T11:44:03.657" v="451"/>
        <pc:sldMkLst>
          <pc:docMk/>
          <pc:sldMk cId="2344378191" sldId="2147469254"/>
        </pc:sldMkLst>
      </pc:sldChg>
      <pc:sldChg chg="add">
        <pc:chgData name="Li,Yuting (HP Medicine) BII-CN-S" userId="ce8fbb54-122c-426d-b8da-fdcc5e1b5022" providerId="ADAL" clId="{565BC0F8-1FE4-41CB-A691-096A118919A9}" dt="2023-01-04T10:09:08.073" v="14"/>
        <pc:sldMkLst>
          <pc:docMk/>
          <pc:sldMk cId="3045120406" sldId="2147469255"/>
        </pc:sldMkLst>
      </pc:sldChg>
      <pc:sldChg chg="modSp add mod">
        <pc:chgData name="Li,Yuting (HP Medicine) BII-CN-S" userId="ce8fbb54-122c-426d-b8da-fdcc5e1b5022" providerId="ADAL" clId="{565BC0F8-1FE4-41CB-A691-096A118919A9}" dt="2023-01-06T08:43:24.315" v="1028" actId="20577"/>
        <pc:sldMkLst>
          <pc:docMk/>
          <pc:sldMk cId="3375551615" sldId="2147469258"/>
        </pc:sldMkLst>
        <pc:spChg chg="mod">
          <ac:chgData name="Li,Yuting (HP Medicine) BII-CN-S" userId="ce8fbb54-122c-426d-b8da-fdcc5e1b5022" providerId="ADAL" clId="{565BC0F8-1FE4-41CB-A691-096A118919A9}" dt="2023-01-04T10:12:49.104" v="18" actId="27636"/>
          <ac:spMkLst>
            <pc:docMk/>
            <pc:sldMk cId="3375551615" sldId="2147469258"/>
            <ac:spMk id="3" creationId="{00000000-0000-0000-0000-000000000000}"/>
          </ac:spMkLst>
        </pc:spChg>
        <pc:spChg chg="mod">
          <ac:chgData name="Li,Yuting (HP Medicine) BII-CN-S" userId="ce8fbb54-122c-426d-b8da-fdcc5e1b5022" providerId="ADAL" clId="{565BC0F8-1FE4-41CB-A691-096A118919A9}" dt="2023-01-06T05:25:04.626" v="505" actId="20577"/>
          <ac:spMkLst>
            <pc:docMk/>
            <pc:sldMk cId="3375551615" sldId="2147469258"/>
            <ac:spMk id="65" creationId="{B4E8BEE0-0EB3-40D8-9AA2-B2BC6D502A8C}"/>
          </ac:spMkLst>
        </pc:spChg>
        <pc:spChg chg="mod">
          <ac:chgData name="Li,Yuting (HP Medicine) BII-CN-S" userId="ce8fbb54-122c-426d-b8da-fdcc5e1b5022" providerId="ADAL" clId="{565BC0F8-1FE4-41CB-A691-096A118919A9}" dt="2023-01-06T05:27:00.732" v="512" actId="6549"/>
          <ac:spMkLst>
            <pc:docMk/>
            <pc:sldMk cId="3375551615" sldId="2147469258"/>
            <ac:spMk id="178" creationId="{C8A141E8-3A7E-477A-B6F1-59F3BCA948DD}"/>
          </ac:spMkLst>
        </pc:spChg>
        <pc:spChg chg="mod">
          <ac:chgData name="Li,Yuting (HP Medicine) BII-CN-S" userId="ce8fbb54-122c-426d-b8da-fdcc5e1b5022" providerId="ADAL" clId="{565BC0F8-1FE4-41CB-A691-096A118919A9}" dt="2023-01-06T08:43:24.315" v="1028" actId="20577"/>
          <ac:spMkLst>
            <pc:docMk/>
            <pc:sldMk cId="3375551615" sldId="2147469258"/>
            <ac:spMk id="270" creationId="{2944ECD2-D4DB-4743-840A-4A4B61323FDB}"/>
          </ac:spMkLst>
        </pc:spChg>
      </pc:sldChg>
      <pc:sldChg chg="delSp modSp add mod">
        <pc:chgData name="Li,Yuting (HP Medicine) BII-CN-S" userId="ce8fbb54-122c-426d-b8da-fdcc5e1b5022" providerId="ADAL" clId="{565BC0F8-1FE4-41CB-A691-096A118919A9}" dt="2023-01-06T05:50:37.722" v="579" actId="20577"/>
        <pc:sldMkLst>
          <pc:docMk/>
          <pc:sldMk cId="2250601294" sldId="2147469259"/>
        </pc:sldMkLst>
        <pc:spChg chg="del">
          <ac:chgData name="Li,Yuting (HP Medicine) BII-CN-S" userId="ce8fbb54-122c-426d-b8da-fdcc5e1b5022" providerId="ADAL" clId="{565BC0F8-1FE4-41CB-A691-096A118919A9}" dt="2023-01-04T11:30:23.067" v="38" actId="478"/>
          <ac:spMkLst>
            <pc:docMk/>
            <pc:sldMk cId="2250601294" sldId="2147469259"/>
            <ac:spMk id="5" creationId="{F42D4D85-B89E-4878-A1D5-65E11EAC627A}"/>
          </ac:spMkLst>
        </pc:spChg>
        <pc:spChg chg="del">
          <ac:chgData name="Li,Yuting (HP Medicine) BII-CN-S" userId="ce8fbb54-122c-426d-b8da-fdcc5e1b5022" providerId="ADAL" clId="{565BC0F8-1FE4-41CB-A691-096A118919A9}" dt="2023-01-04T11:30:30.085" v="40" actId="478"/>
          <ac:spMkLst>
            <pc:docMk/>
            <pc:sldMk cId="2250601294" sldId="2147469259"/>
            <ac:spMk id="11" creationId="{22F72C6A-4C73-4A96-94C4-7A5A695D55A5}"/>
          </ac:spMkLst>
        </pc:spChg>
        <pc:spChg chg="del">
          <ac:chgData name="Li,Yuting (HP Medicine) BII-CN-S" userId="ce8fbb54-122c-426d-b8da-fdcc5e1b5022" providerId="ADAL" clId="{565BC0F8-1FE4-41CB-A691-096A118919A9}" dt="2023-01-04T11:29:26.072" v="35" actId="478"/>
          <ac:spMkLst>
            <pc:docMk/>
            <pc:sldMk cId="2250601294" sldId="2147469259"/>
            <ac:spMk id="44" creationId="{7330BA15-80DC-4E83-B36A-86FF92C02942}"/>
          </ac:spMkLst>
        </pc:spChg>
        <pc:spChg chg="del">
          <ac:chgData name="Li,Yuting (HP Medicine) BII-CN-S" userId="ce8fbb54-122c-426d-b8da-fdcc5e1b5022" providerId="ADAL" clId="{565BC0F8-1FE4-41CB-A691-096A118919A9}" dt="2023-01-04T11:29:23.804" v="34" actId="478"/>
          <ac:spMkLst>
            <pc:docMk/>
            <pc:sldMk cId="2250601294" sldId="2147469259"/>
            <ac:spMk id="45" creationId="{B7E282A9-3967-4EAB-A85C-1AE7630ECFD6}"/>
          </ac:spMkLst>
        </pc:spChg>
        <pc:spChg chg="del">
          <ac:chgData name="Li,Yuting (HP Medicine) BII-CN-S" userId="ce8fbb54-122c-426d-b8da-fdcc5e1b5022" providerId="ADAL" clId="{565BC0F8-1FE4-41CB-A691-096A118919A9}" dt="2023-01-04T11:30:26.770" v="39" actId="478"/>
          <ac:spMkLst>
            <pc:docMk/>
            <pc:sldMk cId="2250601294" sldId="2147469259"/>
            <ac:spMk id="47" creationId="{15BB8F5B-7A58-4901-9C6E-9189DF8F8200}"/>
          </ac:spMkLst>
        </pc:spChg>
        <pc:spChg chg="mod">
          <ac:chgData name="Li,Yuting (HP Medicine) BII-CN-S" userId="ce8fbb54-122c-426d-b8da-fdcc5e1b5022" providerId="ADAL" clId="{565BC0F8-1FE4-41CB-A691-096A118919A9}" dt="2023-01-04T11:29:13.898" v="32" actId="1076"/>
          <ac:spMkLst>
            <pc:docMk/>
            <pc:sldMk cId="2250601294" sldId="2147469259"/>
            <ac:spMk id="55" creationId="{9224C17E-1AA1-4096-A3FD-25D6FD8BA444}"/>
          </ac:spMkLst>
        </pc:spChg>
        <pc:spChg chg="del">
          <ac:chgData name="Li,Yuting (HP Medicine) BII-CN-S" userId="ce8fbb54-122c-426d-b8da-fdcc5e1b5022" providerId="ADAL" clId="{565BC0F8-1FE4-41CB-A691-096A118919A9}" dt="2023-01-04T11:30:33.843" v="41" actId="478"/>
          <ac:spMkLst>
            <pc:docMk/>
            <pc:sldMk cId="2250601294" sldId="2147469259"/>
            <ac:spMk id="65" creationId="{DCA9C7C2-9FFD-4F3E-84B6-3F0272745DC6}"/>
          </ac:spMkLst>
        </pc:spChg>
        <pc:spChg chg="mod">
          <ac:chgData name="Li,Yuting (HP Medicine) BII-CN-S" userId="ce8fbb54-122c-426d-b8da-fdcc5e1b5022" providerId="ADAL" clId="{565BC0F8-1FE4-41CB-A691-096A118919A9}" dt="2023-01-06T05:50:37.722" v="579" actId="20577"/>
          <ac:spMkLst>
            <pc:docMk/>
            <pc:sldMk cId="2250601294" sldId="2147469259"/>
            <ac:spMk id="75" creationId="{23E443ED-C91E-4425-963C-DB47A7F0B19C}"/>
          </ac:spMkLst>
        </pc:spChg>
        <pc:spChg chg="mod">
          <ac:chgData name="Li,Yuting (HP Medicine) BII-CN-S" userId="ce8fbb54-122c-426d-b8da-fdcc5e1b5022" providerId="ADAL" clId="{565BC0F8-1FE4-41CB-A691-096A118919A9}" dt="2023-01-04T11:32:50.619" v="145" actId="1076"/>
          <ac:spMkLst>
            <pc:docMk/>
            <pc:sldMk cId="2250601294" sldId="2147469259"/>
            <ac:spMk id="90" creationId="{37956BD0-E734-4F52-BAF6-C048151B6353}"/>
          </ac:spMkLst>
        </pc:spChg>
        <pc:cxnChg chg="mod">
          <ac:chgData name="Li,Yuting (HP Medicine) BII-CN-S" userId="ce8fbb54-122c-426d-b8da-fdcc5e1b5022" providerId="ADAL" clId="{565BC0F8-1FE4-41CB-A691-096A118919A9}" dt="2023-01-04T11:29:15.877" v="33" actId="1076"/>
          <ac:cxnSpMkLst>
            <pc:docMk/>
            <pc:sldMk cId="2250601294" sldId="2147469259"/>
            <ac:cxnSpMk id="54" creationId="{9C165100-0114-4167-8FF0-BFF01B293D04}"/>
          </ac:cxnSpMkLst>
        </pc:cxnChg>
      </pc:sldChg>
      <pc:sldChg chg="add del">
        <pc:chgData name="Li,Yuting (HP Medicine) BII-CN-S" userId="ce8fbb54-122c-426d-b8da-fdcc5e1b5022" providerId="ADAL" clId="{565BC0F8-1FE4-41CB-A691-096A118919A9}" dt="2023-01-06T06:11:39.185" v="863" actId="47"/>
        <pc:sldMkLst>
          <pc:docMk/>
          <pc:sldMk cId="2592365211" sldId="2147469260"/>
        </pc:sldMkLst>
      </pc:sldChg>
      <pc:sldChg chg="add del">
        <pc:chgData name="Li,Yuting (HP Medicine) BII-CN-S" userId="ce8fbb54-122c-426d-b8da-fdcc5e1b5022" providerId="ADAL" clId="{565BC0F8-1FE4-41CB-A691-096A118919A9}" dt="2023-01-06T06:11:41.293" v="865" actId="47"/>
        <pc:sldMkLst>
          <pc:docMk/>
          <pc:sldMk cId="2043348958" sldId="2147469261"/>
        </pc:sldMkLst>
      </pc:sldChg>
      <pc:sldChg chg="modSp add mod addCm">
        <pc:chgData name="Li,Yuting (HP Medicine) BII-CN-S" userId="ce8fbb54-122c-426d-b8da-fdcc5e1b5022" providerId="ADAL" clId="{565BC0F8-1FE4-41CB-A691-096A118919A9}" dt="2023-01-06T08:22:55.595" v="1012"/>
        <pc:sldMkLst>
          <pc:docMk/>
          <pc:sldMk cId="3351712279" sldId="2147469262"/>
        </pc:sldMkLst>
        <pc:spChg chg="mod">
          <ac:chgData name="Li,Yuting (HP Medicine) BII-CN-S" userId="ce8fbb54-122c-426d-b8da-fdcc5e1b5022" providerId="ADAL" clId="{565BC0F8-1FE4-41CB-A691-096A118919A9}" dt="2023-01-06T05:17:59.448" v="466" actId="27636"/>
          <ac:spMkLst>
            <pc:docMk/>
            <pc:sldMk cId="3351712279" sldId="2147469262"/>
            <ac:spMk id="3" creationId="{00000000-0000-0000-0000-000000000000}"/>
          </ac:spMkLst>
        </pc:spChg>
        <pc:graphicFrameChg chg="mod modGraphic">
          <ac:chgData name="Li,Yuting (HP Medicine) BII-CN-S" userId="ce8fbb54-122c-426d-b8da-fdcc5e1b5022" providerId="ADAL" clId="{565BC0F8-1FE4-41CB-A691-096A118919A9}" dt="2023-01-06T06:46:21.909" v="917" actId="207"/>
          <ac:graphicFrameMkLst>
            <pc:docMk/>
            <pc:sldMk cId="3351712279" sldId="2147469262"/>
            <ac:graphicFrameMk id="10" creationId="{7ED29C9C-0700-480D-B788-68CBB9D31EEE}"/>
          </ac:graphicFrameMkLst>
        </pc:graphicFrameChg>
      </pc:sldChg>
      <pc:sldChg chg="add">
        <pc:chgData name="Li,Yuting (HP Medicine) BII-CN-S" userId="ce8fbb54-122c-426d-b8da-fdcc5e1b5022" providerId="ADAL" clId="{565BC0F8-1FE4-41CB-A691-096A118919A9}" dt="2023-01-06T05:57:25.407" v="626"/>
        <pc:sldMkLst>
          <pc:docMk/>
          <pc:sldMk cId="2408813505" sldId="2147469263"/>
        </pc:sldMkLst>
      </pc:sldChg>
      <pc:sldChg chg="add">
        <pc:chgData name="Li,Yuting (HP Medicine) BII-CN-S" userId="ce8fbb54-122c-426d-b8da-fdcc5e1b5022" providerId="ADAL" clId="{565BC0F8-1FE4-41CB-A691-096A118919A9}" dt="2023-01-06T06:11:35.804" v="862"/>
        <pc:sldMkLst>
          <pc:docMk/>
          <pc:sldMk cId="527551734" sldId="2147469264"/>
        </pc:sldMkLst>
      </pc:sldChg>
      <pc:sldChg chg="add addCm">
        <pc:chgData name="Li,Yuting (HP Medicine) BII-CN-S" userId="ce8fbb54-122c-426d-b8da-fdcc5e1b5022" providerId="ADAL" clId="{565BC0F8-1FE4-41CB-A691-096A118919A9}" dt="2023-01-06T06:27:39.269" v="871"/>
        <pc:sldMkLst>
          <pc:docMk/>
          <pc:sldMk cId="1273623890" sldId="2147469265"/>
        </pc:sldMkLst>
      </pc:sldChg>
      <pc:sldChg chg="add">
        <pc:chgData name="Li,Yuting (HP Medicine) BII-CN-S" userId="ce8fbb54-122c-426d-b8da-fdcc5e1b5022" providerId="ADAL" clId="{565BC0F8-1FE4-41CB-A691-096A118919A9}" dt="2023-01-06T06:11:35.804" v="862"/>
        <pc:sldMkLst>
          <pc:docMk/>
          <pc:sldMk cId="1394363315" sldId="2147469266"/>
        </pc:sldMkLst>
      </pc:sldChg>
      <pc:sldChg chg="add">
        <pc:chgData name="Li,Yuting (HP Medicine) BII-CN-S" userId="ce8fbb54-122c-426d-b8da-fdcc5e1b5022" providerId="ADAL" clId="{565BC0F8-1FE4-41CB-A691-096A118919A9}" dt="2023-01-06T06:11:35.804" v="862"/>
        <pc:sldMkLst>
          <pc:docMk/>
          <pc:sldMk cId="1500558370" sldId="2147469267"/>
        </pc:sldMkLst>
      </pc:sldChg>
      <pc:sldChg chg="add del">
        <pc:chgData name="Li,Yuting (HP Medicine) BII-CN-S" userId="ce8fbb54-122c-426d-b8da-fdcc5e1b5022" providerId="ADAL" clId="{565BC0F8-1FE4-41CB-A691-096A118919A9}" dt="2023-01-06T06:40:11.277" v="913" actId="47"/>
        <pc:sldMkLst>
          <pc:docMk/>
          <pc:sldMk cId="1560191140" sldId="2147471152"/>
        </pc:sldMkLst>
      </pc:sldChg>
      <pc:sldChg chg="add del">
        <pc:chgData name="Li,Yuting (HP Medicine) BII-CN-S" userId="ce8fbb54-122c-426d-b8da-fdcc5e1b5022" providerId="ADAL" clId="{565BC0F8-1FE4-41CB-A691-096A118919A9}" dt="2023-01-06T06:40:11.277" v="913" actId="47"/>
        <pc:sldMkLst>
          <pc:docMk/>
          <pc:sldMk cId="1986238326" sldId="2147471153"/>
        </pc:sldMkLst>
      </pc:sldChg>
      <pc:sldChg chg="add">
        <pc:chgData name="Li,Yuting (HP Medicine) BII-CN-S" userId="ce8fbb54-122c-426d-b8da-fdcc5e1b5022" providerId="ADAL" clId="{565BC0F8-1FE4-41CB-A691-096A118919A9}" dt="2023-01-06T06:28:52.387" v="872"/>
        <pc:sldMkLst>
          <pc:docMk/>
          <pc:sldMk cId="1772141531" sldId="2147471166"/>
        </pc:sldMkLst>
      </pc:sldChg>
      <pc:sldChg chg="modSp add mod">
        <pc:chgData name="Li,Yuting (HP Medicine) BII-CN-S" userId="ce8fbb54-122c-426d-b8da-fdcc5e1b5022" providerId="ADAL" clId="{565BC0F8-1FE4-41CB-A691-096A118919A9}" dt="2023-01-06T06:29:35.471" v="876" actId="2165"/>
        <pc:sldMkLst>
          <pc:docMk/>
          <pc:sldMk cId="2546863454" sldId="2147471167"/>
        </pc:sldMkLst>
        <pc:graphicFrameChg chg="modGraphic">
          <ac:chgData name="Li,Yuting (HP Medicine) BII-CN-S" userId="ce8fbb54-122c-426d-b8da-fdcc5e1b5022" providerId="ADAL" clId="{565BC0F8-1FE4-41CB-A691-096A118919A9}" dt="2023-01-06T06:29:35.471" v="876" actId="2165"/>
          <ac:graphicFrameMkLst>
            <pc:docMk/>
            <pc:sldMk cId="2546863454" sldId="2147471167"/>
            <ac:graphicFrameMk id="3" creationId="{232A4AF1-B1F4-4602-B42B-6C4F60A3553F}"/>
          </ac:graphicFrameMkLst>
        </pc:graphicFrameChg>
      </pc:sldChg>
      <pc:sldMasterChg chg="delSldLayout">
        <pc:chgData name="Li,Yuting (HP Medicine) BII-CN-S" userId="ce8fbb54-122c-426d-b8da-fdcc5e1b5022" providerId="ADAL" clId="{565BC0F8-1FE4-41CB-A691-096A118919A9}" dt="2023-01-06T06:40:11.277" v="913" actId="47"/>
        <pc:sldMasterMkLst>
          <pc:docMk/>
          <pc:sldMasterMk cId="2865055379" sldId="2147483679"/>
        </pc:sldMasterMkLst>
        <pc:sldLayoutChg chg="del">
          <pc:chgData name="Li,Yuting (HP Medicine) BII-CN-S" userId="ce8fbb54-122c-426d-b8da-fdcc5e1b5022" providerId="ADAL" clId="{565BC0F8-1FE4-41CB-A691-096A118919A9}" dt="2023-01-06T06:40:11.277" v="913" actId="47"/>
          <pc:sldLayoutMkLst>
            <pc:docMk/>
            <pc:sldMasterMk cId="2865055379" sldId="2147483679"/>
            <pc:sldLayoutMk cId="3742789013" sldId="2147484510"/>
          </pc:sldLayoutMkLst>
        </pc:sldLayoutChg>
      </pc:sldMasterChg>
      <pc:sldMasterChg chg="delSldLayout">
        <pc:chgData name="Li,Yuting (HP Medicine) BII-CN-S" userId="ce8fbb54-122c-426d-b8da-fdcc5e1b5022" providerId="ADAL" clId="{565BC0F8-1FE4-41CB-A691-096A118919A9}" dt="2023-01-04T11:40:01.620" v="439" actId="47"/>
        <pc:sldMasterMkLst>
          <pc:docMk/>
          <pc:sldMasterMk cId="908084412" sldId="2147484435"/>
        </pc:sldMasterMkLst>
        <pc:sldLayoutChg chg="del">
          <pc:chgData name="Li,Yuting (HP Medicine) BII-CN-S" userId="ce8fbb54-122c-426d-b8da-fdcc5e1b5022" providerId="ADAL" clId="{565BC0F8-1FE4-41CB-A691-096A118919A9}" dt="2023-01-04T10:09:11.064" v="15" actId="47"/>
          <pc:sldLayoutMkLst>
            <pc:docMk/>
            <pc:sldMasterMk cId="908084412" sldId="2147484435"/>
            <pc:sldLayoutMk cId="1813495719" sldId="2147484479"/>
          </pc:sldLayoutMkLst>
        </pc:sldLayoutChg>
        <pc:sldLayoutChg chg="del">
          <pc:chgData name="Li,Yuting (HP Medicine) BII-CN-S" userId="ce8fbb54-122c-426d-b8da-fdcc5e1b5022" providerId="ADAL" clId="{565BC0F8-1FE4-41CB-A691-096A118919A9}" dt="2023-01-04T11:28:09.898" v="26" actId="47"/>
          <pc:sldLayoutMkLst>
            <pc:docMk/>
            <pc:sldMasterMk cId="908084412" sldId="2147484435"/>
            <pc:sldLayoutMk cId="1236817519" sldId="2147484503"/>
          </pc:sldLayoutMkLst>
        </pc:sldLayoutChg>
        <pc:sldLayoutChg chg="del">
          <pc:chgData name="Li,Yuting (HP Medicine) BII-CN-S" userId="ce8fbb54-122c-426d-b8da-fdcc5e1b5022" providerId="ADAL" clId="{565BC0F8-1FE4-41CB-A691-096A118919A9}" dt="2023-01-04T11:40:01.620" v="439" actId="47"/>
          <pc:sldLayoutMkLst>
            <pc:docMk/>
            <pc:sldMasterMk cId="908084412" sldId="2147484435"/>
            <pc:sldLayoutMk cId="336302138" sldId="2147484505"/>
          </pc:sldLayoutMkLst>
        </pc:sldLayoutChg>
      </pc:sldMasterChg>
    </pc:docChg>
  </pc:docChgLst>
  <pc:docChgLst>
    <pc:chgData name="Zhao,Qian (MED CD&amp;O) BII-CN-S" userId="S::qian_3.zhao@boehringer-ingelheim.com::e5f2fa0e-800e-4e03-b8e2-beea36a7bf3b" providerId="AD" clId="Web-{C7D7E926-541C-8FB3-CB85-DC1723D6E7E1}"/>
    <pc:docChg chg="modSld">
      <pc:chgData name="Zhao,Qian (MED CD&amp;O) BII-CN-S" userId="S::qian_3.zhao@boehringer-ingelheim.com::e5f2fa0e-800e-4e03-b8e2-beea36a7bf3b" providerId="AD" clId="Web-{C7D7E926-541C-8FB3-CB85-DC1723D6E7E1}" dt="2023-02-13T01:16:36.408" v="65"/>
      <pc:docMkLst>
        <pc:docMk/>
      </pc:docMkLst>
      <pc:sldChg chg="modSp addCm">
        <pc:chgData name="Zhao,Qian (MED CD&amp;O) BII-CN-S" userId="S::qian_3.zhao@boehringer-ingelheim.com::e5f2fa0e-800e-4e03-b8e2-beea36a7bf3b" providerId="AD" clId="Web-{C7D7E926-541C-8FB3-CB85-DC1723D6E7E1}" dt="2023-02-13T01:16:36.408" v="65"/>
        <pc:sldMkLst>
          <pc:docMk/>
          <pc:sldMk cId="1906004812" sldId="2147471170"/>
        </pc:sldMkLst>
        <pc:spChg chg="mod">
          <ac:chgData name="Zhao,Qian (MED CD&amp;O) BII-CN-S" userId="S::qian_3.zhao@boehringer-ingelheim.com::e5f2fa0e-800e-4e03-b8e2-beea36a7bf3b" providerId="AD" clId="Web-{C7D7E926-541C-8FB3-CB85-DC1723D6E7E1}" dt="2023-02-13T01:16:24.049" v="64" actId="20577"/>
          <ac:spMkLst>
            <pc:docMk/>
            <pc:sldMk cId="1906004812" sldId="2147471170"/>
            <ac:spMk id="75" creationId="{23E443ED-C91E-4425-963C-DB47A7F0B19C}"/>
          </ac:spMkLst>
        </pc:spChg>
      </pc:sldChg>
    </pc:docChg>
  </pc:docChgLst>
  <pc:docChgLst>
    <pc:chgData name="Zhang,Ying (MED CD&amp;O) BII-CN-S" userId="456eb1e0-4978-443e-822e-be854341a778" providerId="ADAL" clId="{C62E14BA-CC01-4B89-91A2-50B1F3FA1E52}"/>
    <pc:docChg chg="custSel modSld">
      <pc:chgData name="Zhang,Ying (MED CD&amp;O) BII-CN-S" userId="456eb1e0-4978-443e-822e-be854341a778" providerId="ADAL" clId="{C62E14BA-CC01-4B89-91A2-50B1F3FA1E52}" dt="2024-04-23T09:39:33.252" v="110" actId="1589"/>
      <pc:docMkLst>
        <pc:docMk/>
      </pc:docMkLst>
      <pc:sldChg chg="addCm modCm">
        <pc:chgData name="Zhang,Ying (MED CD&amp;O) BII-CN-S" userId="456eb1e0-4978-443e-822e-be854341a778" providerId="ADAL" clId="{C62E14BA-CC01-4B89-91A2-50B1F3FA1E52}" dt="2024-04-23T02:51:39.194" v="1"/>
        <pc:sldMkLst>
          <pc:docMk/>
          <pc:sldMk cId="1369075416" sldId="2147481329"/>
        </pc:sldMkLst>
      </pc:sldChg>
      <pc:sldChg chg="modSp mod">
        <pc:chgData name="Zhang,Ying (MED CD&amp;O) BII-CN-S" userId="456eb1e0-4978-443e-822e-be854341a778" providerId="ADAL" clId="{C62E14BA-CC01-4B89-91A2-50B1F3FA1E52}" dt="2024-04-23T09:15:49.079" v="101" actId="20577"/>
        <pc:sldMkLst>
          <pc:docMk/>
          <pc:sldMk cId="76301859" sldId="2147482842"/>
        </pc:sldMkLst>
        <pc:spChg chg="mod">
          <ac:chgData name="Zhang,Ying (MED CD&amp;O) BII-CN-S" userId="456eb1e0-4978-443e-822e-be854341a778" providerId="ADAL" clId="{C62E14BA-CC01-4B89-91A2-50B1F3FA1E52}" dt="2024-04-23T09:15:49.079" v="101" actId="20577"/>
          <ac:spMkLst>
            <pc:docMk/>
            <pc:sldMk cId="76301859" sldId="2147482842"/>
            <ac:spMk id="39" creationId="{3D8443B3-9E6B-09DB-6CF8-C1F69166E0A3}"/>
          </ac:spMkLst>
        </pc:spChg>
      </pc:sldChg>
      <pc:sldChg chg="modSp mod">
        <pc:chgData name="Zhang,Ying (MED CD&amp;O) BII-CN-S" userId="456eb1e0-4978-443e-822e-be854341a778" providerId="ADAL" clId="{C62E14BA-CC01-4B89-91A2-50B1F3FA1E52}" dt="2024-04-23T03:04:53.585" v="37" actId="20577"/>
        <pc:sldMkLst>
          <pc:docMk/>
          <pc:sldMk cId="1599585781" sldId="2147482850"/>
        </pc:sldMkLst>
        <pc:spChg chg="mod">
          <ac:chgData name="Zhang,Ying (MED CD&amp;O) BII-CN-S" userId="456eb1e0-4978-443e-822e-be854341a778" providerId="ADAL" clId="{C62E14BA-CC01-4B89-91A2-50B1F3FA1E52}" dt="2024-04-23T03:04:53.585" v="37" actId="20577"/>
          <ac:spMkLst>
            <pc:docMk/>
            <pc:sldMk cId="1599585781" sldId="2147482850"/>
            <ac:spMk id="22" creationId="{2106AE05-78BC-AB72-6167-3DE6E697A996}"/>
          </ac:spMkLst>
        </pc:spChg>
      </pc:sldChg>
      <pc:sldChg chg="mod modShow addCm modCm">
        <pc:chgData name="Zhang,Ying (MED CD&amp;O) BII-CN-S" userId="456eb1e0-4978-443e-822e-be854341a778" providerId="ADAL" clId="{C62E14BA-CC01-4B89-91A2-50B1F3FA1E52}" dt="2024-04-23T09:39:33.252" v="110" actId="1589"/>
        <pc:sldMkLst>
          <pc:docMk/>
          <pc:sldMk cId="1814409918" sldId="2147482857"/>
        </pc:sldMkLst>
      </pc:sldChg>
      <pc:sldChg chg="addCm modCm">
        <pc:chgData name="Zhang,Ying (MED CD&amp;O) BII-CN-S" userId="456eb1e0-4978-443e-822e-be854341a778" providerId="ADAL" clId="{C62E14BA-CC01-4B89-91A2-50B1F3FA1E52}" dt="2024-04-23T09:18:12.015" v="103"/>
        <pc:sldMkLst>
          <pc:docMk/>
          <pc:sldMk cId="641215758" sldId="2147482876"/>
        </pc:sldMkLst>
      </pc:sldChg>
    </pc:docChg>
  </pc:docChgLst>
  <pc:docChgLst>
    <pc:chgData name="Li,Yuting (HP Medicine) BII-CN-S" userId="ce8fbb54-122c-426d-b8da-fdcc5e1b5022" providerId="ADAL" clId="{C08BD997-94D1-4D0F-8B97-850E269DB6D4}"/>
    <pc:docChg chg="undo custSel delSld modSld sldOrd">
      <pc:chgData name="Li,Yuting (HP Medicine) BII-CN-S" userId="ce8fbb54-122c-426d-b8da-fdcc5e1b5022" providerId="ADAL" clId="{C08BD997-94D1-4D0F-8B97-850E269DB6D4}" dt="2022-02-14T14:13:59.625" v="474" actId="20577"/>
      <pc:docMkLst>
        <pc:docMk/>
      </pc:docMkLst>
      <pc:sldChg chg="modSp mod">
        <pc:chgData name="Li,Yuting (HP Medicine) BII-CN-S" userId="ce8fbb54-122c-426d-b8da-fdcc5e1b5022" providerId="ADAL" clId="{C08BD997-94D1-4D0F-8B97-850E269DB6D4}" dt="2022-02-14T14:05:54.249" v="396" actId="207"/>
        <pc:sldMkLst>
          <pc:docMk/>
          <pc:sldMk cId="3524290913" sldId="887"/>
        </pc:sldMkLst>
        <pc:spChg chg="mod">
          <ac:chgData name="Li,Yuting (HP Medicine) BII-CN-S" userId="ce8fbb54-122c-426d-b8da-fdcc5e1b5022" providerId="ADAL" clId="{C08BD997-94D1-4D0F-8B97-850E269DB6D4}" dt="2022-02-14T14:05:54.249" v="396" actId="207"/>
          <ac:spMkLst>
            <pc:docMk/>
            <pc:sldMk cId="3524290913" sldId="887"/>
            <ac:spMk id="178" creationId="{028381EB-A3B2-4E56-92CC-F1B8B418A083}"/>
          </ac:spMkLst>
        </pc:spChg>
        <pc:spChg chg="mod">
          <ac:chgData name="Li,Yuting (HP Medicine) BII-CN-S" userId="ce8fbb54-122c-426d-b8da-fdcc5e1b5022" providerId="ADAL" clId="{C08BD997-94D1-4D0F-8B97-850E269DB6D4}" dt="2022-02-14T13:35:18.332" v="25" actId="20577"/>
          <ac:spMkLst>
            <pc:docMk/>
            <pc:sldMk cId="3524290913" sldId="887"/>
            <ac:spMk id="179" creationId="{76B2B073-55B9-489E-9DB2-DE54D32D033F}"/>
          </ac:spMkLst>
        </pc:spChg>
      </pc:sldChg>
      <pc:sldChg chg="modSp mod">
        <pc:chgData name="Li,Yuting (HP Medicine) BII-CN-S" userId="ce8fbb54-122c-426d-b8da-fdcc5e1b5022" providerId="ADAL" clId="{C08BD997-94D1-4D0F-8B97-850E269DB6D4}" dt="2022-02-13T06:33:13.040" v="2" actId="1036"/>
        <pc:sldMkLst>
          <pc:docMk/>
          <pc:sldMk cId="669747058" sldId="6596"/>
        </pc:sldMkLst>
        <pc:spChg chg="mod">
          <ac:chgData name="Li,Yuting (HP Medicine) BII-CN-S" userId="ce8fbb54-122c-426d-b8da-fdcc5e1b5022" providerId="ADAL" clId="{C08BD997-94D1-4D0F-8B97-850E269DB6D4}" dt="2022-02-13T06:33:01.708" v="0" actId="1076"/>
          <ac:spMkLst>
            <pc:docMk/>
            <pc:sldMk cId="669747058" sldId="6596"/>
            <ac:spMk id="88" creationId="{9224C17E-1AA1-4096-A3FD-25D6FD8BA444}"/>
          </ac:spMkLst>
        </pc:spChg>
        <pc:cxnChg chg="mod">
          <ac:chgData name="Li,Yuting (HP Medicine) BII-CN-S" userId="ce8fbb54-122c-426d-b8da-fdcc5e1b5022" providerId="ADAL" clId="{C08BD997-94D1-4D0F-8B97-850E269DB6D4}" dt="2022-02-13T06:33:13.040" v="2" actId="1036"/>
          <ac:cxnSpMkLst>
            <pc:docMk/>
            <pc:sldMk cId="669747058" sldId="6596"/>
            <ac:cxnSpMk id="87" creationId="{9C165100-0114-4167-8FF0-BFF01B293D04}"/>
          </ac:cxnSpMkLst>
        </pc:cxnChg>
      </pc:sldChg>
      <pc:sldChg chg="addSp delSp modSp mod">
        <pc:chgData name="Li,Yuting (HP Medicine) BII-CN-S" userId="ce8fbb54-122c-426d-b8da-fdcc5e1b5022" providerId="ADAL" clId="{C08BD997-94D1-4D0F-8B97-850E269DB6D4}" dt="2022-02-14T14:11:55.651" v="440" actId="20577"/>
        <pc:sldMkLst>
          <pc:docMk/>
          <pc:sldMk cId="4190632771" sldId="6600"/>
        </pc:sldMkLst>
        <pc:spChg chg="mod">
          <ac:chgData name="Li,Yuting (HP Medicine) BII-CN-S" userId="ce8fbb54-122c-426d-b8da-fdcc5e1b5022" providerId="ADAL" clId="{C08BD997-94D1-4D0F-8B97-850E269DB6D4}" dt="2022-02-14T14:11:01.626" v="422" actId="20577"/>
          <ac:spMkLst>
            <pc:docMk/>
            <pc:sldMk cId="4190632771" sldId="6600"/>
            <ac:spMk id="100" creationId="{BB730A7E-323C-4B8A-AEC8-36B23B68DA3C}"/>
          </ac:spMkLst>
        </pc:spChg>
        <pc:spChg chg="add mod">
          <ac:chgData name="Li,Yuting (HP Medicine) BII-CN-S" userId="ce8fbb54-122c-426d-b8da-fdcc5e1b5022" providerId="ADAL" clId="{C08BD997-94D1-4D0F-8B97-850E269DB6D4}" dt="2022-02-14T14:11:14.511" v="427" actId="1076"/>
          <ac:spMkLst>
            <pc:docMk/>
            <pc:sldMk cId="4190632771" sldId="6600"/>
            <ac:spMk id="122" creationId="{3372D670-40B2-4FE3-B388-5E053096A1B7}"/>
          </ac:spMkLst>
        </pc:spChg>
        <pc:spChg chg="add mod">
          <ac:chgData name="Li,Yuting (HP Medicine) BII-CN-S" userId="ce8fbb54-122c-426d-b8da-fdcc5e1b5022" providerId="ADAL" clId="{C08BD997-94D1-4D0F-8B97-850E269DB6D4}" dt="2022-02-14T14:11:04.638" v="424" actId="20577"/>
          <ac:spMkLst>
            <pc:docMk/>
            <pc:sldMk cId="4190632771" sldId="6600"/>
            <ac:spMk id="125" creationId="{818F6090-B0DB-410C-B9C3-839145EB000E}"/>
          </ac:spMkLst>
        </pc:spChg>
        <pc:spChg chg="add mod">
          <ac:chgData name="Li,Yuting (HP Medicine) BII-CN-S" userId="ce8fbb54-122c-426d-b8da-fdcc5e1b5022" providerId="ADAL" clId="{C08BD997-94D1-4D0F-8B97-850E269DB6D4}" dt="2022-02-14T14:11:55.651" v="440" actId="20577"/>
          <ac:spMkLst>
            <pc:docMk/>
            <pc:sldMk cId="4190632771" sldId="6600"/>
            <ac:spMk id="126" creationId="{51D562F0-9766-4D79-9645-120EF4B974BB}"/>
          </ac:spMkLst>
        </pc:spChg>
        <pc:spChg chg="add del mod">
          <ac:chgData name="Li,Yuting (HP Medicine) BII-CN-S" userId="ce8fbb54-122c-426d-b8da-fdcc5e1b5022" providerId="ADAL" clId="{C08BD997-94D1-4D0F-8B97-850E269DB6D4}" dt="2022-02-14T14:11:31.147" v="430" actId="478"/>
          <ac:spMkLst>
            <pc:docMk/>
            <pc:sldMk cId="4190632771" sldId="6600"/>
            <ac:spMk id="127" creationId="{4810FE28-963F-4474-8A41-706EE1E398F7}"/>
          </ac:spMkLst>
        </pc:spChg>
      </pc:sldChg>
      <pc:sldChg chg="modSp mod">
        <pc:chgData name="Li,Yuting (HP Medicine) BII-CN-S" userId="ce8fbb54-122c-426d-b8da-fdcc5e1b5022" providerId="ADAL" clId="{C08BD997-94D1-4D0F-8B97-850E269DB6D4}" dt="2022-02-14T14:13:59.625" v="474" actId="20577"/>
        <pc:sldMkLst>
          <pc:docMk/>
          <pc:sldMk cId="2253265356" sldId="2141413456"/>
        </pc:sldMkLst>
        <pc:spChg chg="mod">
          <ac:chgData name="Li,Yuting (HP Medicine) BII-CN-S" userId="ce8fbb54-122c-426d-b8da-fdcc5e1b5022" providerId="ADAL" clId="{C08BD997-94D1-4D0F-8B97-850E269DB6D4}" dt="2022-02-14T14:13:59.625" v="474" actId="20577"/>
          <ac:spMkLst>
            <pc:docMk/>
            <pc:sldMk cId="2253265356" sldId="2141413456"/>
            <ac:spMk id="3" creationId="{00000000-0000-0000-0000-000000000000}"/>
          </ac:spMkLst>
        </pc:spChg>
      </pc:sldChg>
      <pc:sldChg chg="modSp mod">
        <pc:chgData name="Li,Yuting (HP Medicine) BII-CN-S" userId="ce8fbb54-122c-426d-b8da-fdcc5e1b5022" providerId="ADAL" clId="{C08BD997-94D1-4D0F-8B97-850E269DB6D4}" dt="2022-02-14T13:46:28.624" v="269" actId="14100"/>
        <pc:sldMkLst>
          <pc:docMk/>
          <pc:sldMk cId="2385435140" sldId="2141413499"/>
        </pc:sldMkLst>
        <pc:spChg chg="mod">
          <ac:chgData name="Li,Yuting (HP Medicine) BII-CN-S" userId="ce8fbb54-122c-426d-b8da-fdcc5e1b5022" providerId="ADAL" clId="{C08BD997-94D1-4D0F-8B97-850E269DB6D4}" dt="2022-02-14T13:45:39.050" v="264" actId="20577"/>
          <ac:spMkLst>
            <pc:docMk/>
            <pc:sldMk cId="2385435140" sldId="2141413499"/>
            <ac:spMk id="8" creationId="{AB6B86DF-C3F1-4F9C-A1B2-78D9A08756E9}"/>
          </ac:spMkLst>
        </pc:spChg>
        <pc:spChg chg="mod">
          <ac:chgData name="Li,Yuting (HP Medicine) BII-CN-S" userId="ce8fbb54-122c-426d-b8da-fdcc5e1b5022" providerId="ADAL" clId="{C08BD997-94D1-4D0F-8B97-850E269DB6D4}" dt="2022-02-14T13:46:28.624" v="269" actId="14100"/>
          <ac:spMkLst>
            <pc:docMk/>
            <pc:sldMk cId="2385435140" sldId="2141413499"/>
            <ac:spMk id="41" creationId="{80672632-5059-4D01-BB59-096554D9CD3A}"/>
          </ac:spMkLst>
        </pc:spChg>
        <pc:spChg chg="mod">
          <ac:chgData name="Li,Yuting (HP Medicine) BII-CN-S" userId="ce8fbb54-122c-426d-b8da-fdcc5e1b5022" providerId="ADAL" clId="{C08BD997-94D1-4D0F-8B97-850E269DB6D4}" dt="2022-02-14T13:45:52.275" v="267" actId="207"/>
          <ac:spMkLst>
            <pc:docMk/>
            <pc:sldMk cId="2385435140" sldId="2141413499"/>
            <ac:spMk id="54" creationId="{35388CBC-F652-48EA-A3C1-83DD6A5290AF}"/>
          </ac:spMkLst>
        </pc:spChg>
      </pc:sldChg>
      <pc:sldChg chg="addSp modSp mod delCm">
        <pc:chgData name="Li,Yuting (HP Medicine) BII-CN-S" userId="ce8fbb54-122c-426d-b8da-fdcc5e1b5022" providerId="ADAL" clId="{C08BD997-94D1-4D0F-8B97-850E269DB6D4}" dt="2022-02-14T14:12:48.523" v="442" actId="20577"/>
        <pc:sldMkLst>
          <pc:docMk/>
          <pc:sldMk cId="4267623655" sldId="2141414117"/>
        </pc:sldMkLst>
        <pc:spChg chg="mod">
          <ac:chgData name="Li,Yuting (HP Medicine) BII-CN-S" userId="ce8fbb54-122c-426d-b8da-fdcc5e1b5022" providerId="ADAL" clId="{C08BD997-94D1-4D0F-8B97-850E269DB6D4}" dt="2022-02-14T14:12:48.523" v="442" actId="20577"/>
          <ac:spMkLst>
            <pc:docMk/>
            <pc:sldMk cId="4267623655" sldId="2141414117"/>
            <ac:spMk id="131" creationId="{3C8A9F34-FB9C-4122-9AF3-85366D4031A6}"/>
          </ac:spMkLst>
        </pc:spChg>
        <pc:spChg chg="mod">
          <ac:chgData name="Li,Yuting (HP Medicine) BII-CN-S" userId="ce8fbb54-122c-426d-b8da-fdcc5e1b5022" providerId="ADAL" clId="{C08BD997-94D1-4D0F-8B97-850E269DB6D4}" dt="2022-02-14T13:50:52.250" v="278" actId="1076"/>
          <ac:spMkLst>
            <pc:docMk/>
            <pc:sldMk cId="4267623655" sldId="2141414117"/>
            <ac:spMk id="176" creationId="{D3AE9AFB-1837-41A9-92FD-2D4648C9FF99}"/>
          </ac:spMkLst>
        </pc:spChg>
        <pc:spChg chg="mod">
          <ac:chgData name="Li,Yuting (HP Medicine) BII-CN-S" userId="ce8fbb54-122c-426d-b8da-fdcc5e1b5022" providerId="ADAL" clId="{C08BD997-94D1-4D0F-8B97-850E269DB6D4}" dt="2022-02-14T13:50:55.470" v="279" actId="1076"/>
          <ac:spMkLst>
            <pc:docMk/>
            <pc:sldMk cId="4267623655" sldId="2141414117"/>
            <ac:spMk id="191" creationId="{7582EEDD-A9E0-4CC5-8B0C-2A6BFC6C869F}"/>
          </ac:spMkLst>
        </pc:spChg>
        <pc:spChg chg="add mod">
          <ac:chgData name="Li,Yuting (HP Medicine) BII-CN-S" userId="ce8fbb54-122c-426d-b8da-fdcc5e1b5022" providerId="ADAL" clId="{C08BD997-94D1-4D0F-8B97-850E269DB6D4}" dt="2022-02-14T13:51:52.221" v="391" actId="20577"/>
          <ac:spMkLst>
            <pc:docMk/>
            <pc:sldMk cId="4267623655" sldId="2141414117"/>
            <ac:spMk id="192" creationId="{31193A60-52A8-4E9D-BB69-B3D203C95D66}"/>
          </ac:spMkLst>
        </pc:spChg>
      </pc:sldChg>
      <pc:sldChg chg="del">
        <pc:chgData name="Li,Yuting (HP Medicine) BII-CN-S" userId="ce8fbb54-122c-426d-b8da-fdcc5e1b5022" providerId="ADAL" clId="{C08BD997-94D1-4D0F-8B97-850E269DB6D4}" dt="2022-02-14T13:56:42.282" v="394" actId="47"/>
        <pc:sldMkLst>
          <pc:docMk/>
          <pc:sldMk cId="2624907568" sldId="2147377127"/>
        </pc:sldMkLst>
      </pc:sldChg>
      <pc:sldChg chg="del">
        <pc:chgData name="Li,Yuting (HP Medicine) BII-CN-S" userId="ce8fbb54-122c-426d-b8da-fdcc5e1b5022" providerId="ADAL" clId="{C08BD997-94D1-4D0F-8B97-850E269DB6D4}" dt="2022-02-14T13:56:59.395" v="395" actId="47"/>
        <pc:sldMkLst>
          <pc:docMk/>
          <pc:sldMk cId="1172348228" sldId="2147377130"/>
        </pc:sldMkLst>
      </pc:sldChg>
      <pc:sldChg chg="modSp mod">
        <pc:chgData name="Li,Yuting (HP Medicine) BII-CN-S" userId="ce8fbb54-122c-426d-b8da-fdcc5e1b5022" providerId="ADAL" clId="{C08BD997-94D1-4D0F-8B97-850E269DB6D4}" dt="2022-02-14T13:52:09.621" v="392" actId="1076"/>
        <pc:sldMkLst>
          <pc:docMk/>
          <pc:sldMk cId="2995017813" sldId="2147377135"/>
        </pc:sldMkLst>
        <pc:spChg chg="mod">
          <ac:chgData name="Li,Yuting (HP Medicine) BII-CN-S" userId="ce8fbb54-122c-426d-b8da-fdcc5e1b5022" providerId="ADAL" clId="{C08BD997-94D1-4D0F-8B97-850E269DB6D4}" dt="2022-02-14T13:52:09.621" v="392" actId="1076"/>
          <ac:spMkLst>
            <pc:docMk/>
            <pc:sldMk cId="2995017813" sldId="2147377135"/>
            <ac:spMk id="48" creationId="{2BC2359D-5CE8-46B9-9B8D-7F387423F2B1}"/>
          </ac:spMkLst>
        </pc:spChg>
      </pc:sldChg>
      <pc:sldChg chg="modSp mod">
        <pc:chgData name="Li,Yuting (HP Medicine) BII-CN-S" userId="ce8fbb54-122c-426d-b8da-fdcc5e1b5022" providerId="ADAL" clId="{C08BD997-94D1-4D0F-8B97-850E269DB6D4}" dt="2022-02-14T13:49:49.950" v="275" actId="20577"/>
        <pc:sldMkLst>
          <pc:docMk/>
          <pc:sldMk cId="3321039952" sldId="2147377143"/>
        </pc:sldMkLst>
        <pc:spChg chg="mod">
          <ac:chgData name="Li,Yuting (HP Medicine) BII-CN-S" userId="ce8fbb54-122c-426d-b8da-fdcc5e1b5022" providerId="ADAL" clId="{C08BD997-94D1-4D0F-8B97-850E269DB6D4}" dt="2022-02-14T13:49:49.950" v="275" actId="20577"/>
          <ac:spMkLst>
            <pc:docMk/>
            <pc:sldMk cId="3321039952" sldId="2147377143"/>
            <ac:spMk id="93" creationId="{F08E4B73-9CD2-4DD0-B6BE-DF6FABF54169}"/>
          </ac:spMkLst>
        </pc:spChg>
        <pc:grpChg chg="mod">
          <ac:chgData name="Li,Yuting (HP Medicine) BII-CN-S" userId="ce8fbb54-122c-426d-b8da-fdcc5e1b5022" providerId="ADAL" clId="{C08BD997-94D1-4D0F-8B97-850E269DB6D4}" dt="2022-02-14T13:47:35.217" v="270" actId="1076"/>
          <ac:grpSpMkLst>
            <pc:docMk/>
            <pc:sldMk cId="3321039952" sldId="2147377143"/>
            <ac:grpSpMk id="50" creationId="{00000000-0000-0000-0000-000000000000}"/>
          </ac:grpSpMkLst>
        </pc:grpChg>
      </pc:sldChg>
      <pc:sldChg chg="modSp mod ord">
        <pc:chgData name="Li,Yuting (HP Medicine) BII-CN-S" userId="ce8fbb54-122c-426d-b8da-fdcc5e1b5022" providerId="ADAL" clId="{C08BD997-94D1-4D0F-8B97-850E269DB6D4}" dt="2022-02-13T06:35:56.417" v="6"/>
        <pc:sldMkLst>
          <pc:docMk/>
          <pc:sldMk cId="2042711588" sldId="2147377144"/>
        </pc:sldMkLst>
        <pc:grpChg chg="mod">
          <ac:chgData name="Li,Yuting (HP Medicine) BII-CN-S" userId="ce8fbb54-122c-426d-b8da-fdcc5e1b5022" providerId="ADAL" clId="{C08BD997-94D1-4D0F-8B97-850E269DB6D4}" dt="2022-02-13T06:35:37.024" v="4" actId="1076"/>
          <ac:grpSpMkLst>
            <pc:docMk/>
            <pc:sldMk cId="2042711588" sldId="2147377144"/>
            <ac:grpSpMk id="50" creationId="{00000000-0000-0000-0000-000000000000}"/>
          </ac:grpSpMkLst>
        </pc:grpChg>
      </pc:sldChg>
      <pc:sldChg chg="delCm">
        <pc:chgData name="Li,Yuting (HP Medicine) BII-CN-S" userId="ce8fbb54-122c-426d-b8da-fdcc5e1b5022" providerId="ADAL" clId="{C08BD997-94D1-4D0F-8B97-850E269DB6D4}" dt="2022-02-13T06:36:39.959" v="14" actId="1592"/>
        <pc:sldMkLst>
          <pc:docMk/>
          <pc:sldMk cId="2984174710" sldId="2147377165"/>
        </pc:sldMkLst>
      </pc:sldChg>
    </pc:docChg>
  </pc:docChgLst>
  <pc:docChgLst>
    <pc:chgData name="Wu,Dan (MED CD&amp;O) BII-CN-S" userId="2543b386-fe23-4572-8b97-7e5aae483288" providerId="ADAL" clId="{21B6219F-AE96-4E5E-989E-5BAA6D02C889}"/>
    <pc:docChg chg="undo redo custSel modSld">
      <pc:chgData name="Wu,Dan (MED CD&amp;O) BII-CN-S" userId="2543b386-fe23-4572-8b97-7e5aae483288" providerId="ADAL" clId="{21B6219F-AE96-4E5E-989E-5BAA6D02C889}" dt="2022-03-11T03:43:53.695" v="1187" actId="1037"/>
      <pc:docMkLst>
        <pc:docMk/>
      </pc:docMkLst>
      <pc:sldChg chg="addSp delSp modSp mod addCm">
        <pc:chgData name="Wu,Dan (MED CD&amp;O) BII-CN-S" userId="2543b386-fe23-4572-8b97-7e5aae483288" providerId="ADAL" clId="{21B6219F-AE96-4E5E-989E-5BAA6D02C889}" dt="2022-03-11T03:43:53.695" v="1187" actId="1037"/>
        <pc:sldMkLst>
          <pc:docMk/>
          <pc:sldMk cId="113715563" sldId="1059"/>
        </pc:sldMkLst>
        <pc:spChg chg="mod">
          <ac:chgData name="Wu,Dan (MED CD&amp;O) BII-CN-S" userId="2543b386-fe23-4572-8b97-7e5aae483288" providerId="ADAL" clId="{21B6219F-AE96-4E5E-989E-5BAA6D02C889}" dt="2022-03-11T03:41:08.681" v="1157" actId="20577"/>
          <ac:spMkLst>
            <pc:docMk/>
            <pc:sldMk cId="113715563" sldId="1059"/>
            <ac:spMk id="3" creationId="{BC64778C-F60A-42EC-A8AF-CAFCB85E7F8F}"/>
          </ac:spMkLst>
        </pc:spChg>
        <pc:spChg chg="add mod">
          <ac:chgData name="Wu,Dan (MED CD&amp;O) BII-CN-S" userId="2543b386-fe23-4572-8b97-7e5aae483288" providerId="ADAL" clId="{21B6219F-AE96-4E5E-989E-5BAA6D02C889}" dt="2022-03-11T03:43:53.695" v="1187" actId="1037"/>
          <ac:spMkLst>
            <pc:docMk/>
            <pc:sldMk cId="113715563" sldId="1059"/>
            <ac:spMk id="4" creationId="{0177C15C-F6F6-41A5-BF5B-182056439382}"/>
          </ac:spMkLst>
        </pc:spChg>
        <pc:spChg chg="mod">
          <ac:chgData name="Wu,Dan (MED CD&amp;O) BII-CN-S" userId="2543b386-fe23-4572-8b97-7e5aae483288" providerId="ADAL" clId="{21B6219F-AE96-4E5E-989E-5BAA6D02C889}" dt="2022-03-11T03:42:13.916" v="1176" actId="1037"/>
          <ac:spMkLst>
            <pc:docMk/>
            <pc:sldMk cId="113715563" sldId="1059"/>
            <ac:spMk id="7" creationId="{5F066F94-6F17-417A-9AC1-34CA567DF0CC}"/>
          </ac:spMkLst>
        </pc:spChg>
        <pc:grpChg chg="del">
          <ac:chgData name="Wu,Dan (MED CD&amp;O) BII-CN-S" userId="2543b386-fe23-4572-8b97-7e5aae483288" providerId="ADAL" clId="{21B6219F-AE96-4E5E-989E-5BAA6D02C889}" dt="2022-03-09T02:27:51.357" v="0" actId="478"/>
          <ac:grpSpMkLst>
            <pc:docMk/>
            <pc:sldMk cId="113715563" sldId="1059"/>
            <ac:grpSpMk id="13" creationId="{F5B565D8-13AC-4094-86DF-040025109A4B}"/>
          </ac:grpSpMkLst>
        </pc:grpChg>
        <pc:grpChg chg="add del mod">
          <ac:chgData name="Wu,Dan (MED CD&amp;O) BII-CN-S" userId="2543b386-fe23-4572-8b97-7e5aae483288" providerId="ADAL" clId="{21B6219F-AE96-4E5E-989E-5BAA6D02C889}" dt="2022-03-10T03:04:33.415" v="326" actId="478"/>
          <ac:grpSpMkLst>
            <pc:docMk/>
            <pc:sldMk cId="113715563" sldId="1059"/>
            <ac:grpSpMk id="17" creationId="{45B16CA9-947A-48C2-8971-B69701184A5D}"/>
          </ac:grpSpMkLst>
        </pc:grpChg>
        <pc:graphicFrameChg chg="add mod">
          <ac:chgData name="Wu,Dan (MED CD&amp;O) BII-CN-S" userId="2543b386-fe23-4572-8b97-7e5aae483288" providerId="ADAL" clId="{21B6219F-AE96-4E5E-989E-5BAA6D02C889}" dt="2022-03-09T02:35:55.711" v="62"/>
          <ac:graphicFrameMkLst>
            <pc:docMk/>
            <pc:sldMk cId="113715563" sldId="1059"/>
            <ac:graphicFrameMk id="18" creationId="{9305B6EA-7FE4-448F-BFD9-9278CF0FF5DD}"/>
          </ac:graphicFrameMkLst>
        </pc:graphicFrameChg>
        <pc:picChg chg="add del mod ord">
          <ac:chgData name="Wu,Dan (MED CD&amp;O) BII-CN-S" userId="2543b386-fe23-4572-8b97-7e5aae483288" providerId="ADAL" clId="{21B6219F-AE96-4E5E-989E-5BAA6D02C889}" dt="2022-03-11T02:01:48.072" v="1102" actId="478"/>
          <ac:picMkLst>
            <pc:docMk/>
            <pc:sldMk cId="113715563" sldId="1059"/>
            <ac:picMk id="2" creationId="{138723ED-5C75-4949-904A-5D6829837E12}"/>
          </ac:picMkLst>
        </pc:picChg>
        <pc:picChg chg="add mod ord">
          <ac:chgData name="Wu,Dan (MED CD&amp;O) BII-CN-S" userId="2543b386-fe23-4572-8b97-7e5aae483288" providerId="ADAL" clId="{21B6219F-AE96-4E5E-989E-5BAA6D02C889}" dt="2022-03-11T03:43:48.154" v="1182" actId="14100"/>
          <ac:picMkLst>
            <pc:docMk/>
            <pc:sldMk cId="113715563" sldId="1059"/>
            <ac:picMk id="2" creationId="{23C73A62-E47A-4627-9ADF-40791C89CC64}"/>
          </ac:picMkLst>
        </pc:picChg>
        <pc:picChg chg="del">
          <ac:chgData name="Wu,Dan (MED CD&amp;O) BII-CN-S" userId="2543b386-fe23-4572-8b97-7e5aae483288" providerId="ADAL" clId="{21B6219F-AE96-4E5E-989E-5BAA6D02C889}" dt="2022-03-09T02:35:50.684" v="59" actId="478"/>
          <ac:picMkLst>
            <pc:docMk/>
            <pc:sldMk cId="113715563" sldId="1059"/>
            <ac:picMk id="2" creationId="{6674DD4F-81AA-449D-97EC-FB8F0987C480}"/>
          </ac:picMkLst>
        </pc:picChg>
        <pc:picChg chg="add del mod">
          <ac:chgData name="Wu,Dan (MED CD&amp;O) BII-CN-S" userId="2543b386-fe23-4572-8b97-7e5aae483288" providerId="ADAL" clId="{21B6219F-AE96-4E5E-989E-5BAA6D02C889}" dt="2022-03-09T02:28:26.435" v="7" actId="478"/>
          <ac:picMkLst>
            <pc:docMk/>
            <pc:sldMk cId="113715563" sldId="1059"/>
            <ac:picMk id="6" creationId="{4C21DFC7-5425-4708-A30B-6DA1ECD0003E}"/>
          </ac:picMkLst>
        </pc:picChg>
        <pc:picChg chg="add mod ord">
          <ac:chgData name="Wu,Dan (MED CD&amp;O) BII-CN-S" userId="2543b386-fe23-4572-8b97-7e5aae483288" providerId="ADAL" clId="{21B6219F-AE96-4E5E-989E-5BAA6D02C889}" dt="2022-03-11T02:07:02.006" v="1134" actId="14100"/>
          <ac:picMkLst>
            <pc:docMk/>
            <pc:sldMk cId="113715563" sldId="1059"/>
            <ac:picMk id="6" creationId="{4E521F08-BCFD-4719-8EBF-D4E899BC8886}"/>
          </ac:picMkLst>
        </pc:picChg>
        <pc:picChg chg="add del mod ord">
          <ac:chgData name="Wu,Dan (MED CD&amp;O) BII-CN-S" userId="2543b386-fe23-4572-8b97-7e5aae483288" providerId="ADAL" clId="{21B6219F-AE96-4E5E-989E-5BAA6D02C889}" dt="2022-03-11T03:41:05.996" v="1156" actId="478"/>
          <ac:picMkLst>
            <pc:docMk/>
            <pc:sldMk cId="113715563" sldId="1059"/>
            <ac:picMk id="8" creationId="{A1E515DB-EF1B-4C33-A56F-374173644253}"/>
          </ac:picMkLst>
        </pc:picChg>
        <pc:picChg chg="add mod">
          <ac:chgData name="Wu,Dan (MED CD&amp;O) BII-CN-S" userId="2543b386-fe23-4572-8b97-7e5aae483288" providerId="ADAL" clId="{21B6219F-AE96-4E5E-989E-5BAA6D02C889}" dt="2022-03-09T02:33:33.771" v="58" actId="164"/>
          <ac:picMkLst>
            <pc:docMk/>
            <pc:sldMk cId="113715563" sldId="1059"/>
            <ac:picMk id="9" creationId="{86F9A18F-DAD4-4C2C-9B50-73C145D2E56F}"/>
          </ac:picMkLst>
        </pc:picChg>
        <pc:picChg chg="del">
          <ac:chgData name="Wu,Dan (MED CD&amp;O) BII-CN-S" userId="2543b386-fe23-4572-8b97-7e5aae483288" providerId="ADAL" clId="{21B6219F-AE96-4E5E-989E-5BAA6D02C889}" dt="2022-03-11T02:48:54.024" v="1136" actId="478"/>
          <ac:picMkLst>
            <pc:docMk/>
            <pc:sldMk cId="113715563" sldId="1059"/>
            <ac:picMk id="11" creationId="{308F714F-494D-47BD-A7C0-838C2833602E}"/>
          </ac:picMkLst>
        </pc:picChg>
        <pc:picChg chg="add del mod">
          <ac:chgData name="Wu,Dan (MED CD&amp;O) BII-CN-S" userId="2543b386-fe23-4572-8b97-7e5aae483288" providerId="ADAL" clId="{21B6219F-AE96-4E5E-989E-5BAA6D02C889}" dt="2022-03-09T02:33:04.475" v="31" actId="478"/>
          <ac:picMkLst>
            <pc:docMk/>
            <pc:sldMk cId="113715563" sldId="1059"/>
            <ac:picMk id="14" creationId="{DE8466D0-0123-47C9-9377-0B02ABF57750}"/>
          </ac:picMkLst>
        </pc:picChg>
        <pc:picChg chg="add mod">
          <ac:chgData name="Wu,Dan (MED CD&amp;O) BII-CN-S" userId="2543b386-fe23-4572-8b97-7e5aae483288" providerId="ADAL" clId="{21B6219F-AE96-4E5E-989E-5BAA6D02C889}" dt="2022-03-09T02:33:33.771" v="58" actId="164"/>
          <ac:picMkLst>
            <pc:docMk/>
            <pc:sldMk cId="113715563" sldId="1059"/>
            <ac:picMk id="16" creationId="{BFBFDFED-C884-4F98-BD66-D850F1649565}"/>
          </ac:picMkLst>
        </pc:picChg>
        <pc:picChg chg="add del mod ord">
          <ac:chgData name="Wu,Dan (MED CD&amp;O) BII-CN-S" userId="2543b386-fe23-4572-8b97-7e5aae483288" providerId="ADAL" clId="{21B6219F-AE96-4E5E-989E-5BAA6D02C889}" dt="2022-03-10T03:04:42.175" v="327" actId="478"/>
          <ac:picMkLst>
            <pc:docMk/>
            <pc:sldMk cId="113715563" sldId="1059"/>
            <ac:picMk id="19" creationId="{C5BF94E9-5B46-4FFB-85DC-68E231B5435E}"/>
          </ac:picMkLst>
        </pc:picChg>
      </pc:sldChg>
      <pc:sldChg chg="modSp mod delCm modCm">
        <pc:chgData name="Wu,Dan (MED CD&amp;O) BII-CN-S" userId="2543b386-fe23-4572-8b97-7e5aae483288" providerId="ADAL" clId="{21B6219F-AE96-4E5E-989E-5BAA6D02C889}" dt="2022-03-11T03:43:10.783" v="1181" actId="14100"/>
        <pc:sldMkLst>
          <pc:docMk/>
          <pc:sldMk cId="2995017813" sldId="2147377135"/>
        </pc:sldMkLst>
        <pc:spChg chg="mod">
          <ac:chgData name="Wu,Dan (MED CD&amp;O) BII-CN-S" userId="2543b386-fe23-4572-8b97-7e5aae483288" providerId="ADAL" clId="{21B6219F-AE96-4E5E-989E-5BAA6D02C889}" dt="2022-03-11T03:43:10.783" v="1181" actId="14100"/>
          <ac:spMkLst>
            <pc:docMk/>
            <pc:sldMk cId="2995017813" sldId="2147377135"/>
            <ac:spMk id="48" creationId="{2BC2359D-5CE8-46B9-9B8D-7F387423F2B1}"/>
          </ac:spMkLst>
        </pc:spChg>
      </pc:sldChg>
    </pc:docChg>
  </pc:docChgLst>
  <pc:docChgLst>
    <pc:chgData name="Chen,Michael (HP Med RA) BII-CN-B" userId="d5e1e1c3-1b8e-4d7c-a738-2fc34bcfb3bb" providerId="ADAL" clId="{15B0826E-D0A2-4694-AEF1-9B23A92245B0}"/>
    <pc:docChg chg="custSel modSld">
      <pc:chgData name="Chen,Michael (HP Med RA) BII-CN-B" userId="d5e1e1c3-1b8e-4d7c-a738-2fc34bcfb3bb" providerId="ADAL" clId="{15B0826E-D0A2-4694-AEF1-9B23A92245B0}" dt="2022-03-28T01:01:34.742" v="194" actId="6549"/>
      <pc:docMkLst>
        <pc:docMk/>
      </pc:docMkLst>
      <pc:sldChg chg="addSp modSp mod">
        <pc:chgData name="Chen,Michael (HP Med RA) BII-CN-B" userId="d5e1e1c3-1b8e-4d7c-a738-2fc34bcfb3bb" providerId="ADAL" clId="{15B0826E-D0A2-4694-AEF1-9B23A92245B0}" dt="2022-03-28T01:01:34.742" v="194" actId="6549"/>
        <pc:sldMkLst>
          <pc:docMk/>
          <pc:sldMk cId="1001967075" sldId="2147377159"/>
        </pc:sldMkLst>
        <pc:spChg chg="mod">
          <ac:chgData name="Chen,Michael (HP Med RA) BII-CN-B" userId="d5e1e1c3-1b8e-4d7c-a738-2fc34bcfb3bb" providerId="ADAL" clId="{15B0826E-D0A2-4694-AEF1-9B23A92245B0}" dt="2022-03-14T07:24:12.343" v="163" actId="1076"/>
          <ac:spMkLst>
            <pc:docMk/>
            <pc:sldMk cId="1001967075" sldId="2147377159"/>
            <ac:spMk id="2" creationId="{1962438C-E78A-4FF5-90E4-98B6AD60A7F0}"/>
          </ac:spMkLst>
        </pc:spChg>
        <pc:spChg chg="add mod">
          <ac:chgData name="Chen,Michael (HP Med RA) BII-CN-B" userId="d5e1e1c3-1b8e-4d7c-a738-2fc34bcfb3bb" providerId="ADAL" clId="{15B0826E-D0A2-4694-AEF1-9B23A92245B0}" dt="2022-03-28T01:01:34.742" v="194" actId="6549"/>
          <ac:spMkLst>
            <pc:docMk/>
            <pc:sldMk cId="1001967075" sldId="2147377159"/>
            <ac:spMk id="4" creationId="{88E9D82C-4129-43B4-B432-F228B30FFCC5}"/>
          </ac:spMkLst>
        </pc:spChg>
      </pc:sldChg>
    </pc:docChg>
  </pc:docChgLst>
  <pc:docChgLst>
    <pc:chgData name="Yang,Dr.,Dunfu (MED BDS) BII-CN-S" userId="S::dunfu.yang@boehringer-ingelheim.com::7dccc66b-79e5-4e17-be8e-61c5b790608e" providerId="AD" clId="Web-{FFB68824-84B5-A536-B433-920974610191}"/>
    <pc:docChg chg="modSld">
      <pc:chgData name="Yang,Dr.,Dunfu (MED BDS) BII-CN-S" userId="S::dunfu.yang@boehringer-ingelheim.com::7dccc66b-79e5-4e17-be8e-61c5b790608e" providerId="AD" clId="Web-{FFB68824-84B5-A536-B433-920974610191}" dt="2024-03-18T01:29:07.084" v="7" actId="20577"/>
      <pc:docMkLst>
        <pc:docMk/>
      </pc:docMkLst>
      <pc:sldChg chg="modSp addCm">
        <pc:chgData name="Yang,Dr.,Dunfu (MED BDS) BII-CN-S" userId="S::dunfu.yang@boehringer-ingelheim.com::7dccc66b-79e5-4e17-be8e-61c5b790608e" providerId="AD" clId="Web-{FFB68824-84B5-A536-B433-920974610191}" dt="2024-03-18T01:29:07.084" v="7" actId="20577"/>
        <pc:sldMkLst>
          <pc:docMk/>
          <pc:sldMk cId="3030268934" sldId="2145705931"/>
        </pc:sldMkLst>
        <pc:spChg chg="mod">
          <ac:chgData name="Yang,Dr.,Dunfu (MED BDS) BII-CN-S" userId="S::dunfu.yang@boehringer-ingelheim.com::7dccc66b-79e5-4e17-be8e-61c5b790608e" providerId="AD" clId="Web-{FFB68824-84B5-A536-B433-920974610191}" dt="2024-03-18T01:29:07.084" v="7" actId="20577"/>
          <ac:spMkLst>
            <pc:docMk/>
            <pc:sldMk cId="3030268934" sldId="2145705931"/>
            <ac:spMk id="3" creationId="{48A1F23A-8690-EF2D-0D26-7B7B938F4DC3}"/>
          </ac:spMkLst>
        </pc:spChg>
      </pc:sldChg>
    </pc:docChg>
  </pc:docChgLst>
  <pc:docChgLst>
    <pc:chgData name="Wang,Yuan (HP Medicine) BII-CN-S" userId="358dc601-7626-4089-85ae-a53dd0075322" providerId="ADAL" clId="{E7F780D4-9A82-40D5-8A36-4E734629AB3A}"/>
    <pc:docChg chg="modSld">
      <pc:chgData name="Wang,Yuan (HP Medicine) BII-CN-S" userId="358dc601-7626-4089-85ae-a53dd0075322" providerId="ADAL" clId="{E7F780D4-9A82-40D5-8A36-4E734629AB3A}" dt="2023-03-13T00:55:09.123" v="169" actId="20577"/>
      <pc:docMkLst>
        <pc:docMk/>
      </pc:docMkLst>
      <pc:sldChg chg="modSp mod">
        <pc:chgData name="Wang,Yuan (HP Medicine) BII-CN-S" userId="358dc601-7626-4089-85ae-a53dd0075322" providerId="ADAL" clId="{E7F780D4-9A82-40D5-8A36-4E734629AB3A}" dt="2023-03-13T00:55:09.123" v="169" actId="20577"/>
        <pc:sldMkLst>
          <pc:docMk/>
          <pc:sldMk cId="657785498" sldId="2147471204"/>
        </pc:sldMkLst>
        <pc:graphicFrameChg chg="mod modGraphic">
          <ac:chgData name="Wang,Yuan (HP Medicine) BII-CN-S" userId="358dc601-7626-4089-85ae-a53dd0075322" providerId="ADAL" clId="{E7F780D4-9A82-40D5-8A36-4E734629AB3A}" dt="2023-03-13T00:55:09.123" v="169" actId="20577"/>
          <ac:graphicFrameMkLst>
            <pc:docMk/>
            <pc:sldMk cId="657785498" sldId="2147471204"/>
            <ac:graphicFrameMk id="12" creationId="{EE24276D-C300-4706-ACD2-32E108653E2B}"/>
          </ac:graphicFrameMkLst>
        </pc:graphicFrameChg>
      </pc:sldChg>
    </pc:docChg>
  </pc:docChgLst>
  <pc:docChgLst>
    <pc:chgData name="Luo,Ling (MED CD&amp;O) BII-CN-B" userId="S::ling.luo@boehringer-ingelheim.com::8fcf03b3-2fe6-40aa-8e36-254db6098ccc" providerId="AD" clId="Web-{B1999D52-9B42-36B1-A9D5-97AA8697ADB0}"/>
    <pc:docChg chg="modSld">
      <pc:chgData name="Luo,Ling (MED CD&amp;O) BII-CN-B" userId="S::ling.luo@boehringer-ingelheim.com::8fcf03b3-2fe6-40aa-8e36-254db6098ccc" providerId="AD" clId="Web-{B1999D52-9B42-36B1-A9D5-97AA8697ADB0}" dt="2022-03-10T06:41:15.904" v="11" actId="20577"/>
      <pc:docMkLst>
        <pc:docMk/>
      </pc:docMkLst>
      <pc:sldChg chg="modSp">
        <pc:chgData name="Luo,Ling (MED CD&amp;O) BII-CN-B" userId="S::ling.luo@boehringer-ingelheim.com::8fcf03b3-2fe6-40aa-8e36-254db6098ccc" providerId="AD" clId="Web-{B1999D52-9B42-36B1-A9D5-97AA8697ADB0}" dt="2022-03-10T06:41:15.904" v="11" actId="20577"/>
        <pc:sldMkLst>
          <pc:docMk/>
          <pc:sldMk cId="113715563" sldId="1059"/>
        </pc:sldMkLst>
        <pc:spChg chg="mod">
          <ac:chgData name="Luo,Ling (MED CD&amp;O) BII-CN-B" userId="S::ling.luo@boehringer-ingelheim.com::8fcf03b3-2fe6-40aa-8e36-254db6098ccc" providerId="AD" clId="Web-{B1999D52-9B42-36B1-A9D5-97AA8697ADB0}" dt="2022-03-10T06:41:15.904" v="11" actId="20577"/>
          <ac:spMkLst>
            <pc:docMk/>
            <pc:sldMk cId="113715563" sldId="1059"/>
            <ac:spMk id="4" creationId="{0177C15C-F6F6-41A5-BF5B-182056439382}"/>
          </ac:spMkLst>
        </pc:spChg>
      </pc:sldChg>
    </pc:docChg>
  </pc:docChgLst>
  <pc:docChgLst>
    <pc:chgData name="Lin,Julia (MED CD&amp;O) BI-TW-T" userId="2407819e-49bf-4c7b-96f7-ea5422769517" providerId="ADAL" clId="{AABFEE72-867C-48F2-8126-E16FC6121E66}"/>
    <pc:docChg chg="undo custSel modSld">
      <pc:chgData name="Lin,Julia (MED CD&amp;O) BI-TW-T" userId="2407819e-49bf-4c7b-96f7-ea5422769517" providerId="ADAL" clId="{AABFEE72-867C-48F2-8126-E16FC6121E66}" dt="2023-10-11T07:04:33.715" v="86" actId="13926"/>
      <pc:docMkLst>
        <pc:docMk/>
      </pc:docMkLst>
      <pc:sldChg chg="modSp mod">
        <pc:chgData name="Lin,Julia (MED CD&amp;O) BI-TW-T" userId="2407819e-49bf-4c7b-96f7-ea5422769517" providerId="ADAL" clId="{AABFEE72-867C-48F2-8126-E16FC6121E66}" dt="2023-10-11T07:03:25.701" v="44" actId="20577"/>
        <pc:sldMkLst>
          <pc:docMk/>
          <pc:sldMk cId="1692118248" sldId="2147474241"/>
        </pc:sldMkLst>
        <pc:spChg chg="mod">
          <ac:chgData name="Lin,Julia (MED CD&amp;O) BI-TW-T" userId="2407819e-49bf-4c7b-96f7-ea5422769517" providerId="ADAL" clId="{AABFEE72-867C-48F2-8126-E16FC6121E66}" dt="2023-10-11T06:54:46.969" v="8" actId="20577"/>
          <ac:spMkLst>
            <pc:docMk/>
            <pc:sldMk cId="1692118248" sldId="2147474241"/>
            <ac:spMk id="10" creationId="{F4C6B61C-982F-46D1-BDD3-32EC9C1D272D}"/>
          </ac:spMkLst>
        </pc:spChg>
        <pc:spChg chg="mod">
          <ac:chgData name="Lin,Julia (MED CD&amp;O) BI-TW-T" userId="2407819e-49bf-4c7b-96f7-ea5422769517" providerId="ADAL" clId="{AABFEE72-867C-48F2-8126-E16FC6121E66}" dt="2023-10-11T07:03:25.701" v="44" actId="20577"/>
          <ac:spMkLst>
            <pc:docMk/>
            <pc:sldMk cId="1692118248" sldId="2147474241"/>
            <ac:spMk id="15" creationId="{4F538F6E-73BA-4846-A30A-B92A98AC7F0F}"/>
          </ac:spMkLst>
        </pc:spChg>
        <pc:graphicFrameChg chg="mod modGraphic">
          <ac:chgData name="Lin,Julia (MED CD&amp;O) BI-TW-T" userId="2407819e-49bf-4c7b-96f7-ea5422769517" providerId="ADAL" clId="{AABFEE72-867C-48F2-8126-E16FC6121E66}" dt="2023-10-11T07:01:35.426" v="36" actId="20577"/>
          <ac:graphicFrameMkLst>
            <pc:docMk/>
            <pc:sldMk cId="1692118248" sldId="2147474241"/>
            <ac:graphicFrameMk id="14" creationId="{EDD0C612-9FC3-4827-990B-BA2E67AB108F}"/>
          </ac:graphicFrameMkLst>
        </pc:graphicFrameChg>
      </pc:sldChg>
      <pc:sldChg chg="modSp mod">
        <pc:chgData name="Lin,Julia (MED CD&amp;O) BI-TW-T" userId="2407819e-49bf-4c7b-96f7-ea5422769517" providerId="ADAL" clId="{AABFEE72-867C-48F2-8126-E16FC6121E66}" dt="2023-10-11T07:04:33.715" v="86" actId="13926"/>
        <pc:sldMkLst>
          <pc:docMk/>
          <pc:sldMk cId="2135626461" sldId="2147474913"/>
        </pc:sldMkLst>
        <pc:spChg chg="mod">
          <ac:chgData name="Lin,Julia (MED CD&amp;O) BI-TW-T" userId="2407819e-49bf-4c7b-96f7-ea5422769517" providerId="ADAL" clId="{AABFEE72-867C-48F2-8126-E16FC6121E66}" dt="2023-10-11T07:04:33.715" v="86" actId="13926"/>
          <ac:spMkLst>
            <pc:docMk/>
            <pc:sldMk cId="2135626461" sldId="2147474913"/>
            <ac:spMk id="5" creationId="{ED313FD7-3429-45C7-99CF-22A9E776C723}"/>
          </ac:spMkLst>
        </pc:spChg>
      </pc:sldChg>
    </pc:docChg>
  </pc:docChgLst>
  <pc:docChgLst>
    <pc:chgData name="Li,Yuting (HP Medicine) BII-CN-S" userId="ce8fbb54-122c-426d-b8da-fdcc5e1b5022" providerId="ADAL" clId="{285E79B3-AB4B-41CF-8016-568EC5076B17}"/>
    <pc:docChg chg="undo redo custSel addSld delSld modSld sldOrd">
      <pc:chgData name="Li,Yuting (HP Medicine) BII-CN-S" userId="ce8fbb54-122c-426d-b8da-fdcc5e1b5022" providerId="ADAL" clId="{285E79B3-AB4B-41CF-8016-568EC5076B17}" dt="2022-06-09T11:04:43.051" v="5362" actId="20577"/>
      <pc:docMkLst>
        <pc:docMk/>
      </pc:docMkLst>
      <pc:sldChg chg="add del ord">
        <pc:chgData name="Li,Yuting (HP Medicine) BII-CN-S" userId="ce8fbb54-122c-426d-b8da-fdcc5e1b5022" providerId="ADAL" clId="{285E79B3-AB4B-41CF-8016-568EC5076B17}" dt="2022-06-06T09:01:16.648" v="576"/>
        <pc:sldMkLst>
          <pc:docMk/>
          <pc:sldMk cId="894670544" sldId="326"/>
        </pc:sldMkLst>
      </pc:sldChg>
      <pc:sldChg chg="ord">
        <pc:chgData name="Li,Yuting (HP Medicine) BII-CN-S" userId="ce8fbb54-122c-426d-b8da-fdcc5e1b5022" providerId="ADAL" clId="{285E79B3-AB4B-41CF-8016-568EC5076B17}" dt="2022-06-06T09:01:16.648" v="576"/>
        <pc:sldMkLst>
          <pc:docMk/>
          <pc:sldMk cId="4011363268" sldId="328"/>
        </pc:sldMkLst>
      </pc:sldChg>
      <pc:sldChg chg="del">
        <pc:chgData name="Li,Yuting (HP Medicine) BII-CN-S" userId="ce8fbb54-122c-426d-b8da-fdcc5e1b5022" providerId="ADAL" clId="{285E79B3-AB4B-41CF-8016-568EC5076B17}" dt="2022-06-06T11:36:34.836" v="1735" actId="47"/>
        <pc:sldMkLst>
          <pc:docMk/>
          <pc:sldMk cId="1644772439" sldId="375"/>
        </pc:sldMkLst>
      </pc:sldChg>
      <pc:sldChg chg="del">
        <pc:chgData name="Li,Yuting (HP Medicine) BII-CN-S" userId="ce8fbb54-122c-426d-b8da-fdcc5e1b5022" providerId="ADAL" clId="{285E79B3-AB4B-41CF-8016-568EC5076B17}" dt="2022-06-06T11:36:35.827" v="1736" actId="47"/>
        <pc:sldMkLst>
          <pc:docMk/>
          <pc:sldMk cId="2569566961" sldId="376"/>
        </pc:sldMkLst>
      </pc:sldChg>
      <pc:sldChg chg="del">
        <pc:chgData name="Li,Yuting (HP Medicine) BII-CN-S" userId="ce8fbb54-122c-426d-b8da-fdcc5e1b5022" providerId="ADAL" clId="{285E79B3-AB4B-41CF-8016-568EC5076B17}" dt="2022-06-06T11:36:36.799" v="1737" actId="47"/>
        <pc:sldMkLst>
          <pc:docMk/>
          <pc:sldMk cId="2529678629" sldId="378"/>
        </pc:sldMkLst>
      </pc:sldChg>
      <pc:sldChg chg="del">
        <pc:chgData name="Li,Yuting (HP Medicine) BII-CN-S" userId="ce8fbb54-122c-426d-b8da-fdcc5e1b5022" providerId="ADAL" clId="{285E79B3-AB4B-41CF-8016-568EC5076B17}" dt="2022-06-06T11:37:55.109" v="1751" actId="47"/>
        <pc:sldMkLst>
          <pc:docMk/>
          <pc:sldMk cId="2603438379" sldId="400"/>
        </pc:sldMkLst>
      </pc:sldChg>
      <pc:sldChg chg="modSp mod">
        <pc:chgData name="Li,Yuting (HP Medicine) BII-CN-S" userId="ce8fbb54-122c-426d-b8da-fdcc5e1b5022" providerId="ADAL" clId="{285E79B3-AB4B-41CF-8016-568EC5076B17}" dt="2022-06-09T08:19:05.127" v="4352" actId="20577"/>
        <pc:sldMkLst>
          <pc:docMk/>
          <pc:sldMk cId="1143979794" sldId="415"/>
        </pc:sldMkLst>
        <pc:graphicFrameChg chg="modGraphic">
          <ac:chgData name="Li,Yuting (HP Medicine) BII-CN-S" userId="ce8fbb54-122c-426d-b8da-fdcc5e1b5022" providerId="ADAL" clId="{285E79B3-AB4B-41CF-8016-568EC5076B17}" dt="2022-06-09T08:19:05.127" v="4352" actId="20577"/>
          <ac:graphicFrameMkLst>
            <pc:docMk/>
            <pc:sldMk cId="1143979794" sldId="415"/>
            <ac:graphicFrameMk id="5" creationId="{00000000-0000-0000-0000-000000000000}"/>
          </ac:graphicFrameMkLst>
        </pc:graphicFrameChg>
      </pc:sldChg>
      <pc:sldChg chg="del">
        <pc:chgData name="Li,Yuting (HP Medicine) BII-CN-S" userId="ce8fbb54-122c-426d-b8da-fdcc5e1b5022" providerId="ADAL" clId="{285E79B3-AB4B-41CF-8016-568EC5076B17}" dt="2022-06-09T07:16:04.167" v="3634" actId="47"/>
        <pc:sldMkLst>
          <pc:docMk/>
          <pc:sldMk cId="2211715386" sldId="874"/>
        </pc:sldMkLst>
      </pc:sldChg>
      <pc:sldChg chg="modSp mod">
        <pc:chgData name="Li,Yuting (HP Medicine) BII-CN-S" userId="ce8fbb54-122c-426d-b8da-fdcc5e1b5022" providerId="ADAL" clId="{285E79B3-AB4B-41CF-8016-568EC5076B17}" dt="2022-06-09T08:18:15.911" v="4345" actId="20577"/>
        <pc:sldMkLst>
          <pc:docMk/>
          <pc:sldMk cId="2075470147" sldId="885"/>
        </pc:sldMkLst>
        <pc:graphicFrameChg chg="modGraphic">
          <ac:chgData name="Li,Yuting (HP Medicine) BII-CN-S" userId="ce8fbb54-122c-426d-b8da-fdcc5e1b5022" providerId="ADAL" clId="{285E79B3-AB4B-41CF-8016-568EC5076B17}" dt="2022-06-09T08:18:15.911" v="4345" actId="20577"/>
          <ac:graphicFrameMkLst>
            <pc:docMk/>
            <pc:sldMk cId="2075470147" sldId="885"/>
            <ac:graphicFrameMk id="6" creationId="{00000000-0000-0000-0000-000000000000}"/>
          </ac:graphicFrameMkLst>
        </pc:graphicFrameChg>
      </pc:sldChg>
      <pc:sldChg chg="addSp modSp mod">
        <pc:chgData name="Li,Yuting (HP Medicine) BII-CN-S" userId="ce8fbb54-122c-426d-b8da-fdcc5e1b5022" providerId="ADAL" clId="{285E79B3-AB4B-41CF-8016-568EC5076B17}" dt="2022-06-09T09:28:18.820" v="4361" actId="20577"/>
        <pc:sldMkLst>
          <pc:docMk/>
          <pc:sldMk cId="3524290913" sldId="887"/>
        </pc:sldMkLst>
        <pc:spChg chg="add mod">
          <ac:chgData name="Li,Yuting (HP Medicine) BII-CN-S" userId="ce8fbb54-122c-426d-b8da-fdcc5e1b5022" providerId="ADAL" clId="{285E79B3-AB4B-41CF-8016-568EC5076B17}" dt="2022-06-06T08:44:34.432" v="370" actId="1076"/>
          <ac:spMkLst>
            <pc:docMk/>
            <pc:sldMk cId="3524290913" sldId="887"/>
            <ac:spMk id="6" creationId="{C617EE38-966E-4E7E-8C30-BB6FFBC5CB04}"/>
          </ac:spMkLst>
        </pc:spChg>
        <pc:spChg chg="mod">
          <ac:chgData name="Li,Yuting (HP Medicine) BII-CN-S" userId="ce8fbb54-122c-426d-b8da-fdcc5e1b5022" providerId="ADAL" clId="{285E79B3-AB4B-41CF-8016-568EC5076B17}" dt="2022-06-06T08:44:43.558" v="374" actId="20577"/>
          <ac:spMkLst>
            <pc:docMk/>
            <pc:sldMk cId="3524290913" sldId="887"/>
            <ac:spMk id="174" creationId="{D08C5EAF-84CD-4074-A8AE-5EB9E6289378}"/>
          </ac:spMkLst>
        </pc:spChg>
        <pc:spChg chg="mod">
          <ac:chgData name="Li,Yuting (HP Medicine) BII-CN-S" userId="ce8fbb54-122c-426d-b8da-fdcc5e1b5022" providerId="ADAL" clId="{285E79B3-AB4B-41CF-8016-568EC5076B17}" dt="2022-06-06T08:45:57.066" v="395" actId="20577"/>
          <ac:spMkLst>
            <pc:docMk/>
            <pc:sldMk cId="3524290913" sldId="887"/>
            <ac:spMk id="178" creationId="{028381EB-A3B2-4E56-92CC-F1B8B418A083}"/>
          </ac:spMkLst>
        </pc:spChg>
        <pc:spChg chg="mod">
          <ac:chgData name="Li,Yuting (HP Medicine) BII-CN-S" userId="ce8fbb54-122c-426d-b8da-fdcc5e1b5022" providerId="ADAL" clId="{285E79B3-AB4B-41CF-8016-568EC5076B17}" dt="2022-06-09T09:28:18.820" v="4361" actId="20577"/>
          <ac:spMkLst>
            <pc:docMk/>
            <pc:sldMk cId="3524290913" sldId="887"/>
            <ac:spMk id="179" creationId="{76B2B073-55B9-489E-9DB2-DE54D32D033F}"/>
          </ac:spMkLst>
        </pc:spChg>
        <pc:grpChg chg="mod">
          <ac:chgData name="Li,Yuting (HP Medicine) BII-CN-S" userId="ce8fbb54-122c-426d-b8da-fdcc5e1b5022" providerId="ADAL" clId="{285E79B3-AB4B-41CF-8016-568EC5076B17}" dt="2022-06-06T09:11:36.788" v="661" actId="1076"/>
          <ac:grpSpMkLst>
            <pc:docMk/>
            <pc:sldMk cId="3524290913" sldId="887"/>
            <ac:grpSpMk id="155" creationId="{22D6154F-78E1-4174-AB57-1D26B92FA7AE}"/>
          </ac:grpSpMkLst>
        </pc:grpChg>
      </pc:sldChg>
      <pc:sldChg chg="addSp delSp modSp mod">
        <pc:chgData name="Li,Yuting (HP Medicine) BII-CN-S" userId="ce8fbb54-122c-426d-b8da-fdcc5e1b5022" providerId="ADAL" clId="{285E79B3-AB4B-41CF-8016-568EC5076B17}" dt="2022-06-09T10:59:41.632" v="5322" actId="20577"/>
        <pc:sldMkLst>
          <pc:docMk/>
          <pc:sldMk cId="2671257935" sldId="1000"/>
        </pc:sldMkLst>
        <pc:spChg chg="add del mod">
          <ac:chgData name="Li,Yuting (HP Medicine) BII-CN-S" userId="ce8fbb54-122c-426d-b8da-fdcc5e1b5022" providerId="ADAL" clId="{285E79B3-AB4B-41CF-8016-568EC5076B17}" dt="2022-06-09T10:59:09.518" v="5290"/>
          <ac:spMkLst>
            <pc:docMk/>
            <pc:sldMk cId="2671257935" sldId="1000"/>
            <ac:spMk id="3" creationId="{A0C35839-C261-4CAD-A251-97EF7E3C5552}"/>
          </ac:spMkLst>
        </pc:spChg>
        <pc:spChg chg="add mod">
          <ac:chgData name="Li,Yuting (HP Medicine) BII-CN-S" userId="ce8fbb54-122c-426d-b8da-fdcc5e1b5022" providerId="ADAL" clId="{285E79B3-AB4B-41CF-8016-568EC5076B17}" dt="2022-06-09T10:59:41.632" v="5322" actId="20577"/>
          <ac:spMkLst>
            <pc:docMk/>
            <pc:sldMk cId="2671257935" sldId="1000"/>
            <ac:spMk id="4" creationId="{97D107CC-75CB-4775-A86A-13351F5C970D}"/>
          </ac:spMkLst>
        </pc:spChg>
      </pc:sldChg>
      <pc:sldChg chg="ord">
        <pc:chgData name="Li,Yuting (HP Medicine) BII-CN-S" userId="ce8fbb54-122c-426d-b8da-fdcc5e1b5022" providerId="ADAL" clId="{285E79B3-AB4B-41CF-8016-568EC5076B17}" dt="2022-06-06T09:01:37.304" v="578"/>
        <pc:sldMkLst>
          <pc:docMk/>
          <pc:sldMk cId="4172713624" sldId="1042"/>
        </pc:sldMkLst>
      </pc:sldChg>
      <pc:sldChg chg="del">
        <pc:chgData name="Li,Yuting (HP Medicine) BII-CN-S" userId="ce8fbb54-122c-426d-b8da-fdcc5e1b5022" providerId="ADAL" clId="{285E79B3-AB4B-41CF-8016-568EC5076B17}" dt="2022-06-06T09:03:01.249" v="580" actId="47"/>
        <pc:sldMkLst>
          <pc:docMk/>
          <pc:sldMk cId="669747058" sldId="6596"/>
        </pc:sldMkLst>
      </pc:sldChg>
      <pc:sldChg chg="modSp mod">
        <pc:chgData name="Li,Yuting (HP Medicine) BII-CN-S" userId="ce8fbb54-122c-426d-b8da-fdcc5e1b5022" providerId="ADAL" clId="{285E79B3-AB4B-41CF-8016-568EC5076B17}" dt="2022-06-06T08:37:18.629" v="3" actId="6549"/>
        <pc:sldMkLst>
          <pc:docMk/>
          <pc:sldMk cId="64439630" sldId="6601"/>
        </pc:sldMkLst>
        <pc:spChg chg="mod">
          <ac:chgData name="Li,Yuting (HP Medicine) BII-CN-S" userId="ce8fbb54-122c-426d-b8da-fdcc5e1b5022" providerId="ADAL" clId="{285E79B3-AB4B-41CF-8016-568EC5076B17}" dt="2022-06-06T08:37:18.629" v="3" actId="6549"/>
          <ac:spMkLst>
            <pc:docMk/>
            <pc:sldMk cId="64439630" sldId="6601"/>
            <ac:spMk id="5" creationId="{00000000-0000-0000-0000-000000000000}"/>
          </ac:spMkLst>
        </pc:spChg>
      </pc:sldChg>
      <pc:sldChg chg="del">
        <pc:chgData name="Li,Yuting (HP Medicine) BII-CN-S" userId="ce8fbb54-122c-426d-b8da-fdcc5e1b5022" providerId="ADAL" clId="{285E79B3-AB4B-41CF-8016-568EC5076B17}" dt="2022-06-06T11:36:47.808" v="1744" actId="47"/>
        <pc:sldMkLst>
          <pc:docMk/>
          <pc:sldMk cId="2455590348" sldId="6627"/>
        </pc:sldMkLst>
      </pc:sldChg>
      <pc:sldChg chg="del">
        <pc:chgData name="Li,Yuting (HP Medicine) BII-CN-S" userId="ce8fbb54-122c-426d-b8da-fdcc5e1b5022" providerId="ADAL" clId="{285E79B3-AB4B-41CF-8016-568EC5076B17}" dt="2022-06-06T11:36:40.771" v="1738" actId="47"/>
        <pc:sldMkLst>
          <pc:docMk/>
          <pc:sldMk cId="2293915906" sldId="6630"/>
        </pc:sldMkLst>
      </pc:sldChg>
      <pc:sldChg chg="del">
        <pc:chgData name="Li,Yuting (HP Medicine) BII-CN-S" userId="ce8fbb54-122c-426d-b8da-fdcc5e1b5022" providerId="ADAL" clId="{285E79B3-AB4B-41CF-8016-568EC5076B17}" dt="2022-06-06T11:36:29.759" v="1733" actId="47"/>
        <pc:sldMkLst>
          <pc:docMk/>
          <pc:sldMk cId="394649738" sldId="6631"/>
        </pc:sldMkLst>
      </pc:sldChg>
      <pc:sldChg chg="addSp modSp add del mod">
        <pc:chgData name="Li,Yuting (HP Medicine) BII-CN-S" userId="ce8fbb54-122c-426d-b8da-fdcc5e1b5022" providerId="ADAL" clId="{285E79B3-AB4B-41CF-8016-568EC5076B17}" dt="2022-06-09T10:05:32.852" v="5109" actId="20577"/>
        <pc:sldMkLst>
          <pc:docMk/>
          <pc:sldMk cId="2253265356" sldId="2141413456"/>
        </pc:sldMkLst>
        <pc:spChg chg="mod">
          <ac:chgData name="Li,Yuting (HP Medicine) BII-CN-S" userId="ce8fbb54-122c-426d-b8da-fdcc5e1b5022" providerId="ADAL" clId="{285E79B3-AB4B-41CF-8016-568EC5076B17}" dt="2022-06-09T10:05:32.852" v="5109" actId="20577"/>
          <ac:spMkLst>
            <pc:docMk/>
            <pc:sldMk cId="2253265356" sldId="2141413456"/>
            <ac:spMk id="41" creationId="{90B8C819-3C78-4A88-A866-5DA965418DB0}"/>
          </ac:spMkLst>
        </pc:spChg>
        <pc:spChg chg="mod">
          <ac:chgData name="Li,Yuting (HP Medicine) BII-CN-S" userId="ce8fbb54-122c-426d-b8da-fdcc5e1b5022" providerId="ADAL" clId="{285E79B3-AB4B-41CF-8016-568EC5076B17}" dt="2022-06-09T10:04:37.653" v="5102" actId="20577"/>
          <ac:spMkLst>
            <pc:docMk/>
            <pc:sldMk cId="2253265356" sldId="2141413456"/>
            <ac:spMk id="43" creationId="{90B8C819-3C78-4A88-A866-5DA965418DB0}"/>
          </ac:spMkLst>
        </pc:spChg>
        <pc:spChg chg="mod">
          <ac:chgData name="Li,Yuting (HP Medicine) BII-CN-S" userId="ce8fbb54-122c-426d-b8da-fdcc5e1b5022" providerId="ADAL" clId="{285E79B3-AB4B-41CF-8016-568EC5076B17}" dt="2022-06-09T10:03:20.291" v="5099" actId="20577"/>
          <ac:spMkLst>
            <pc:docMk/>
            <pc:sldMk cId="2253265356" sldId="2141413456"/>
            <ac:spMk id="66" creationId="{EE9756AC-D700-45FC-81C2-0A39A1EB29CE}"/>
          </ac:spMkLst>
        </pc:spChg>
        <pc:spChg chg="mod">
          <ac:chgData name="Li,Yuting (HP Medicine) BII-CN-S" userId="ce8fbb54-122c-426d-b8da-fdcc5e1b5022" providerId="ADAL" clId="{285E79B3-AB4B-41CF-8016-568EC5076B17}" dt="2022-06-06T11:34:31.011" v="1722" actId="20577"/>
          <ac:spMkLst>
            <pc:docMk/>
            <pc:sldMk cId="2253265356" sldId="2141413456"/>
            <ac:spMk id="89" creationId="{7BD92CFC-0106-4FF4-A530-1AD27981172B}"/>
          </ac:spMkLst>
        </pc:spChg>
        <pc:spChg chg="mod">
          <ac:chgData name="Li,Yuting (HP Medicine) BII-CN-S" userId="ce8fbb54-122c-426d-b8da-fdcc5e1b5022" providerId="ADAL" clId="{285E79B3-AB4B-41CF-8016-568EC5076B17}" dt="2022-06-06T11:34:41.351" v="1724" actId="1076"/>
          <ac:spMkLst>
            <pc:docMk/>
            <pc:sldMk cId="2253265356" sldId="2141413456"/>
            <ac:spMk id="90" creationId="{F9345081-D2EC-4F9D-A965-3B9D77318B16}"/>
          </ac:spMkLst>
        </pc:spChg>
        <pc:spChg chg="mod">
          <ac:chgData name="Li,Yuting (HP Medicine) BII-CN-S" userId="ce8fbb54-122c-426d-b8da-fdcc5e1b5022" providerId="ADAL" clId="{285E79B3-AB4B-41CF-8016-568EC5076B17}" dt="2022-06-09T09:49:38.186" v="4978" actId="1076"/>
          <ac:spMkLst>
            <pc:docMk/>
            <pc:sldMk cId="2253265356" sldId="2141413456"/>
            <ac:spMk id="101" creationId="{652D871A-8217-4BD8-A503-BA3EEDA62A16}"/>
          </ac:spMkLst>
        </pc:spChg>
        <pc:spChg chg="add mod">
          <ac:chgData name="Li,Yuting (HP Medicine) BII-CN-S" userId="ce8fbb54-122c-426d-b8da-fdcc5e1b5022" providerId="ADAL" clId="{285E79B3-AB4B-41CF-8016-568EC5076B17}" dt="2022-06-09T10:02:52.439" v="5095" actId="1076"/>
          <ac:spMkLst>
            <pc:docMk/>
            <pc:sldMk cId="2253265356" sldId="2141413456"/>
            <ac:spMk id="108" creationId="{5DFEA8EC-7991-4674-8181-76CD550E3CF1}"/>
          </ac:spMkLst>
        </pc:spChg>
        <pc:cxnChg chg="mod">
          <ac:chgData name="Li,Yuting (HP Medicine) BII-CN-S" userId="ce8fbb54-122c-426d-b8da-fdcc5e1b5022" providerId="ADAL" clId="{285E79B3-AB4B-41CF-8016-568EC5076B17}" dt="2022-06-09T09:49:43.968" v="4979" actId="1076"/>
          <ac:cxnSpMkLst>
            <pc:docMk/>
            <pc:sldMk cId="2253265356" sldId="2141413456"/>
            <ac:cxnSpMk id="100" creationId="{BF5FE6AA-25B7-4F2C-B9AC-FAE01DE0759D}"/>
          </ac:cxnSpMkLst>
        </pc:cxnChg>
      </pc:sldChg>
      <pc:sldChg chg="del">
        <pc:chgData name="Li,Yuting (HP Medicine) BII-CN-S" userId="ce8fbb54-122c-426d-b8da-fdcc5e1b5022" providerId="ADAL" clId="{285E79B3-AB4B-41CF-8016-568EC5076B17}" dt="2022-06-09T07:16:56.261" v="3642" actId="47"/>
        <pc:sldMkLst>
          <pc:docMk/>
          <pc:sldMk cId="842784675" sldId="2141413497"/>
        </pc:sldMkLst>
      </pc:sldChg>
      <pc:sldChg chg="del">
        <pc:chgData name="Li,Yuting (HP Medicine) BII-CN-S" userId="ce8fbb54-122c-426d-b8da-fdcc5e1b5022" providerId="ADAL" clId="{285E79B3-AB4B-41CF-8016-568EC5076B17}" dt="2022-06-09T07:16:17.968" v="3635" actId="47"/>
        <pc:sldMkLst>
          <pc:docMk/>
          <pc:sldMk cId="3702977068" sldId="2141414052"/>
        </pc:sldMkLst>
      </pc:sldChg>
      <pc:sldChg chg="del">
        <pc:chgData name="Li,Yuting (HP Medicine) BII-CN-S" userId="ce8fbb54-122c-426d-b8da-fdcc5e1b5022" providerId="ADAL" clId="{285E79B3-AB4B-41CF-8016-568EC5076B17}" dt="2022-06-06T11:36:45.610" v="1743" actId="47"/>
        <pc:sldMkLst>
          <pc:docMk/>
          <pc:sldMk cId="1967766015" sldId="2141414085"/>
        </pc:sldMkLst>
      </pc:sldChg>
      <pc:sldChg chg="del">
        <pc:chgData name="Li,Yuting (HP Medicine) BII-CN-S" userId="ce8fbb54-122c-426d-b8da-fdcc5e1b5022" providerId="ADAL" clId="{285E79B3-AB4B-41CF-8016-568EC5076B17}" dt="2022-06-06T11:36:41.889" v="1739" actId="47"/>
        <pc:sldMkLst>
          <pc:docMk/>
          <pc:sldMk cId="748608316" sldId="2141414087"/>
        </pc:sldMkLst>
      </pc:sldChg>
      <pc:sldChg chg="del">
        <pc:chgData name="Li,Yuting (HP Medicine) BII-CN-S" userId="ce8fbb54-122c-426d-b8da-fdcc5e1b5022" providerId="ADAL" clId="{285E79B3-AB4B-41CF-8016-568EC5076B17}" dt="2022-06-06T11:36:42.647" v="1740" actId="47"/>
        <pc:sldMkLst>
          <pc:docMk/>
          <pc:sldMk cId="2389403383" sldId="2141414088"/>
        </pc:sldMkLst>
      </pc:sldChg>
      <pc:sldChg chg="del">
        <pc:chgData name="Li,Yuting (HP Medicine) BII-CN-S" userId="ce8fbb54-122c-426d-b8da-fdcc5e1b5022" providerId="ADAL" clId="{285E79B3-AB4B-41CF-8016-568EC5076B17}" dt="2022-06-06T11:36:43.417" v="1741" actId="47"/>
        <pc:sldMkLst>
          <pc:docMk/>
          <pc:sldMk cId="2918241441" sldId="2141414089"/>
        </pc:sldMkLst>
      </pc:sldChg>
      <pc:sldChg chg="del">
        <pc:chgData name="Li,Yuting (HP Medicine) BII-CN-S" userId="ce8fbb54-122c-426d-b8da-fdcc5e1b5022" providerId="ADAL" clId="{285E79B3-AB4B-41CF-8016-568EC5076B17}" dt="2022-06-06T11:36:44.493" v="1742" actId="47"/>
        <pc:sldMkLst>
          <pc:docMk/>
          <pc:sldMk cId="578683594" sldId="2141414090"/>
        </pc:sldMkLst>
      </pc:sldChg>
      <pc:sldChg chg="del">
        <pc:chgData name="Li,Yuting (HP Medicine) BII-CN-S" userId="ce8fbb54-122c-426d-b8da-fdcc5e1b5022" providerId="ADAL" clId="{285E79B3-AB4B-41CF-8016-568EC5076B17}" dt="2022-06-06T11:36:33.209" v="1734" actId="47"/>
        <pc:sldMkLst>
          <pc:docMk/>
          <pc:sldMk cId="3243944510" sldId="2141414091"/>
        </pc:sldMkLst>
      </pc:sldChg>
      <pc:sldChg chg="ord">
        <pc:chgData name="Li,Yuting (HP Medicine) BII-CN-S" userId="ce8fbb54-122c-426d-b8da-fdcc5e1b5022" providerId="ADAL" clId="{285E79B3-AB4B-41CF-8016-568EC5076B17}" dt="2022-06-06T09:55:10.012" v="1143"/>
        <pc:sldMkLst>
          <pc:docMk/>
          <pc:sldMk cId="4267623655" sldId="2141414117"/>
        </pc:sldMkLst>
      </pc:sldChg>
      <pc:sldChg chg="del">
        <pc:chgData name="Li,Yuting (HP Medicine) BII-CN-S" userId="ce8fbb54-122c-426d-b8da-fdcc5e1b5022" providerId="ADAL" clId="{285E79B3-AB4B-41CF-8016-568EC5076B17}" dt="2022-06-06T09:02:05.747" v="579" actId="47"/>
        <pc:sldMkLst>
          <pc:docMk/>
          <pc:sldMk cId="1110938907" sldId="2141414141"/>
        </pc:sldMkLst>
      </pc:sldChg>
      <pc:sldChg chg="del">
        <pc:chgData name="Li,Yuting (HP Medicine) BII-CN-S" userId="ce8fbb54-122c-426d-b8da-fdcc5e1b5022" providerId="ADAL" clId="{285E79B3-AB4B-41CF-8016-568EC5076B17}" dt="2022-06-06T09:02:05.747" v="579" actId="47"/>
        <pc:sldMkLst>
          <pc:docMk/>
          <pc:sldMk cId="810850956" sldId="2141414148"/>
        </pc:sldMkLst>
      </pc:sldChg>
      <pc:sldChg chg="del">
        <pc:chgData name="Li,Yuting (HP Medicine) BII-CN-S" userId="ce8fbb54-122c-426d-b8da-fdcc5e1b5022" providerId="ADAL" clId="{285E79B3-AB4B-41CF-8016-568EC5076B17}" dt="2022-06-09T07:16:24.065" v="3636" actId="47"/>
        <pc:sldMkLst>
          <pc:docMk/>
          <pc:sldMk cId="3118634318" sldId="2147377122"/>
        </pc:sldMkLst>
      </pc:sldChg>
      <pc:sldChg chg="del">
        <pc:chgData name="Li,Yuting (HP Medicine) BII-CN-S" userId="ce8fbb54-122c-426d-b8da-fdcc5e1b5022" providerId="ADAL" clId="{285E79B3-AB4B-41CF-8016-568EC5076B17}" dt="2022-06-06T11:38:05.235" v="1752" actId="47"/>
        <pc:sldMkLst>
          <pc:docMk/>
          <pc:sldMk cId="2298984253" sldId="2147377123"/>
        </pc:sldMkLst>
      </pc:sldChg>
      <pc:sldChg chg="del">
        <pc:chgData name="Li,Yuting (HP Medicine) BII-CN-S" userId="ce8fbb54-122c-426d-b8da-fdcc5e1b5022" providerId="ADAL" clId="{285E79B3-AB4B-41CF-8016-568EC5076B17}" dt="2022-06-06T11:37:31.349" v="1749" actId="47"/>
        <pc:sldMkLst>
          <pc:docMk/>
          <pc:sldMk cId="4232241316" sldId="2147377124"/>
        </pc:sldMkLst>
      </pc:sldChg>
      <pc:sldChg chg="del">
        <pc:chgData name="Li,Yuting (HP Medicine) BII-CN-S" userId="ce8fbb54-122c-426d-b8da-fdcc5e1b5022" providerId="ADAL" clId="{285E79B3-AB4B-41CF-8016-568EC5076B17}" dt="2022-06-06T11:37:50.120" v="1750" actId="47"/>
        <pc:sldMkLst>
          <pc:docMk/>
          <pc:sldMk cId="4000892657" sldId="2147377125"/>
        </pc:sldMkLst>
      </pc:sldChg>
      <pc:sldChg chg="del">
        <pc:chgData name="Li,Yuting (HP Medicine) BII-CN-S" userId="ce8fbb54-122c-426d-b8da-fdcc5e1b5022" providerId="ADAL" clId="{285E79B3-AB4B-41CF-8016-568EC5076B17}" dt="2022-06-06T11:37:12.029" v="1748" actId="47"/>
        <pc:sldMkLst>
          <pc:docMk/>
          <pc:sldMk cId="468819747" sldId="2147377129"/>
        </pc:sldMkLst>
      </pc:sldChg>
      <pc:sldChg chg="add">
        <pc:chgData name="Li,Yuting (HP Medicine) BII-CN-S" userId="ce8fbb54-122c-426d-b8da-fdcc5e1b5022" providerId="ADAL" clId="{285E79B3-AB4B-41CF-8016-568EC5076B17}" dt="2022-06-06T08:38:59.521" v="7"/>
        <pc:sldMkLst>
          <pc:docMk/>
          <pc:sldMk cId="1492430006" sldId="2147377131"/>
        </pc:sldMkLst>
      </pc:sldChg>
      <pc:sldChg chg="modSp del mod modShow">
        <pc:chgData name="Li,Yuting (HP Medicine) BII-CN-S" userId="ce8fbb54-122c-426d-b8da-fdcc5e1b5022" providerId="ADAL" clId="{285E79B3-AB4B-41CF-8016-568EC5076B17}" dt="2022-06-09T10:53:14.931" v="5285" actId="1076"/>
        <pc:sldMkLst>
          <pc:docMk/>
          <pc:sldMk cId="3321039952" sldId="2147377143"/>
        </pc:sldMkLst>
        <pc:spChg chg="mod">
          <ac:chgData name="Li,Yuting (HP Medicine) BII-CN-S" userId="ce8fbb54-122c-426d-b8da-fdcc5e1b5022" providerId="ADAL" clId="{285E79B3-AB4B-41CF-8016-568EC5076B17}" dt="2022-06-06T09:05:29.622" v="615" actId="207"/>
          <ac:spMkLst>
            <pc:docMk/>
            <pc:sldMk cId="3321039952" sldId="2147377143"/>
            <ac:spMk id="6" creationId="{A23B4D5D-81A6-44E7-A875-03A08F7749F9}"/>
          </ac:spMkLst>
        </pc:spChg>
        <pc:grpChg chg="mod">
          <ac:chgData name="Li,Yuting (HP Medicine) BII-CN-S" userId="ce8fbb54-122c-426d-b8da-fdcc5e1b5022" providerId="ADAL" clId="{285E79B3-AB4B-41CF-8016-568EC5076B17}" dt="2022-06-09T10:53:14.931" v="5285" actId="1076"/>
          <ac:grpSpMkLst>
            <pc:docMk/>
            <pc:sldMk cId="3321039952" sldId="2147377143"/>
            <ac:grpSpMk id="50" creationId="{00000000-0000-0000-0000-000000000000}"/>
          </ac:grpSpMkLst>
        </pc:grpChg>
      </pc:sldChg>
      <pc:sldChg chg="add del">
        <pc:chgData name="Li,Yuting (HP Medicine) BII-CN-S" userId="ce8fbb54-122c-426d-b8da-fdcc5e1b5022" providerId="ADAL" clId="{285E79B3-AB4B-41CF-8016-568EC5076B17}" dt="2022-06-06T11:37:10.844" v="1747" actId="47"/>
        <pc:sldMkLst>
          <pc:docMk/>
          <pc:sldMk cId="3043907004" sldId="2147377150"/>
        </pc:sldMkLst>
      </pc:sldChg>
      <pc:sldChg chg="modSp add del mod">
        <pc:chgData name="Li,Yuting (HP Medicine) BII-CN-S" userId="ce8fbb54-122c-426d-b8da-fdcc5e1b5022" providerId="ADAL" clId="{285E79B3-AB4B-41CF-8016-568EC5076B17}" dt="2022-06-06T08:39:48.410" v="21" actId="207"/>
        <pc:sldMkLst>
          <pc:docMk/>
          <pc:sldMk cId="1001967075" sldId="2147377159"/>
        </pc:sldMkLst>
        <pc:spChg chg="mod">
          <ac:chgData name="Li,Yuting (HP Medicine) BII-CN-S" userId="ce8fbb54-122c-426d-b8da-fdcc5e1b5022" providerId="ADAL" clId="{285E79B3-AB4B-41CF-8016-568EC5076B17}" dt="2022-06-06T08:39:48.410" v="21" actId="207"/>
          <ac:spMkLst>
            <pc:docMk/>
            <pc:sldMk cId="1001967075" sldId="2147377159"/>
            <ac:spMk id="2" creationId="{1962438C-E78A-4FF5-90E4-98B6AD60A7F0}"/>
          </ac:spMkLst>
        </pc:spChg>
      </pc:sldChg>
      <pc:sldChg chg="modSp add del mod">
        <pc:chgData name="Li,Yuting (HP Medicine) BII-CN-S" userId="ce8fbb54-122c-426d-b8da-fdcc5e1b5022" providerId="ADAL" clId="{285E79B3-AB4B-41CF-8016-568EC5076B17}" dt="2022-06-09T09:18:06.515" v="4356" actId="1076"/>
        <pc:sldMkLst>
          <pc:docMk/>
          <pc:sldMk cId="3766878403" sldId="2147377162"/>
        </pc:sldMkLst>
        <pc:spChg chg="mod">
          <ac:chgData name="Li,Yuting (HP Medicine) BII-CN-S" userId="ce8fbb54-122c-426d-b8da-fdcc5e1b5022" providerId="ADAL" clId="{285E79B3-AB4B-41CF-8016-568EC5076B17}" dt="2022-06-09T09:18:01.422" v="4354" actId="1076"/>
          <ac:spMkLst>
            <pc:docMk/>
            <pc:sldMk cId="3766878403" sldId="2147377162"/>
            <ac:spMk id="2" creationId="{7F542366-1C3D-41C3-84C5-20B0CB8725BF}"/>
          </ac:spMkLst>
        </pc:spChg>
        <pc:graphicFrameChg chg="mod modGraphic">
          <ac:chgData name="Li,Yuting (HP Medicine) BII-CN-S" userId="ce8fbb54-122c-426d-b8da-fdcc5e1b5022" providerId="ADAL" clId="{285E79B3-AB4B-41CF-8016-568EC5076B17}" dt="2022-06-09T09:18:06.515" v="4356" actId="1076"/>
          <ac:graphicFrameMkLst>
            <pc:docMk/>
            <pc:sldMk cId="3766878403" sldId="2147377162"/>
            <ac:graphicFrameMk id="10" creationId="{7ED29C9C-0700-480D-B788-68CBB9D31EEE}"/>
          </ac:graphicFrameMkLst>
        </pc:graphicFrameChg>
      </pc:sldChg>
      <pc:sldChg chg="ord">
        <pc:chgData name="Li,Yuting (HP Medicine) BII-CN-S" userId="ce8fbb54-122c-426d-b8da-fdcc5e1b5022" providerId="ADAL" clId="{285E79B3-AB4B-41CF-8016-568EC5076B17}" dt="2022-06-06T09:56:09.317" v="1148"/>
        <pc:sldMkLst>
          <pc:docMk/>
          <pc:sldMk cId="2984174710" sldId="2147377165"/>
        </pc:sldMkLst>
      </pc:sldChg>
      <pc:sldChg chg="add del">
        <pc:chgData name="Li,Yuting (HP Medicine) BII-CN-S" userId="ce8fbb54-122c-426d-b8da-fdcc5e1b5022" providerId="ADAL" clId="{285E79B3-AB4B-41CF-8016-568EC5076B17}" dt="2022-06-06T09:11:54.769" v="662" actId="47"/>
        <pc:sldMkLst>
          <pc:docMk/>
          <pc:sldMk cId="2777933554" sldId="2147377173"/>
        </pc:sldMkLst>
      </pc:sldChg>
      <pc:sldChg chg="addSp delSp modSp mod">
        <pc:chgData name="Li,Yuting (HP Medicine) BII-CN-S" userId="ce8fbb54-122c-426d-b8da-fdcc5e1b5022" providerId="ADAL" clId="{285E79B3-AB4B-41CF-8016-568EC5076B17}" dt="2022-06-09T09:34:34.253" v="4457" actId="20577"/>
        <pc:sldMkLst>
          <pc:docMk/>
          <pc:sldMk cId="1349082433" sldId="2147377174"/>
        </pc:sldMkLst>
        <pc:spChg chg="mod">
          <ac:chgData name="Li,Yuting (HP Medicine) BII-CN-S" userId="ce8fbb54-122c-426d-b8da-fdcc5e1b5022" providerId="ADAL" clId="{285E79B3-AB4B-41CF-8016-568EC5076B17}" dt="2022-06-06T09:24:57.285" v="836" actId="1038"/>
          <ac:spMkLst>
            <pc:docMk/>
            <pc:sldMk cId="1349082433" sldId="2147377174"/>
            <ac:spMk id="5" creationId="{F42D4D85-B89E-4878-A1D5-65E11EAC627A}"/>
          </ac:spMkLst>
        </pc:spChg>
        <pc:spChg chg="mod">
          <ac:chgData name="Li,Yuting (HP Medicine) BII-CN-S" userId="ce8fbb54-122c-426d-b8da-fdcc5e1b5022" providerId="ADAL" clId="{285E79B3-AB4B-41CF-8016-568EC5076B17}" dt="2022-06-06T09:24:57.285" v="836" actId="1038"/>
          <ac:spMkLst>
            <pc:docMk/>
            <pc:sldMk cId="1349082433" sldId="2147377174"/>
            <ac:spMk id="11" creationId="{22F72C6A-4C73-4A96-94C4-7A5A695D55A5}"/>
          </ac:spMkLst>
        </pc:spChg>
        <pc:spChg chg="mod">
          <ac:chgData name="Li,Yuting (HP Medicine) BII-CN-S" userId="ce8fbb54-122c-426d-b8da-fdcc5e1b5022" providerId="ADAL" clId="{285E79B3-AB4B-41CF-8016-568EC5076B17}" dt="2022-06-06T09:35:21.756" v="861" actId="20577"/>
          <ac:spMkLst>
            <pc:docMk/>
            <pc:sldMk cId="1349082433" sldId="2147377174"/>
            <ac:spMk id="61" creationId="{D643E911-B96A-44DB-A0EE-E86967AE7969}"/>
          </ac:spMkLst>
        </pc:spChg>
        <pc:spChg chg="mod">
          <ac:chgData name="Li,Yuting (HP Medicine) BII-CN-S" userId="ce8fbb54-122c-426d-b8da-fdcc5e1b5022" providerId="ADAL" clId="{285E79B3-AB4B-41CF-8016-568EC5076B17}" dt="2022-06-06T09:24:57.285" v="836" actId="1038"/>
          <ac:spMkLst>
            <pc:docMk/>
            <pc:sldMk cId="1349082433" sldId="2147377174"/>
            <ac:spMk id="65" creationId="{DCA9C7C2-9FFD-4F3E-84B6-3F0272745DC6}"/>
          </ac:spMkLst>
        </pc:spChg>
        <pc:spChg chg="mod">
          <ac:chgData name="Li,Yuting (HP Medicine) BII-CN-S" userId="ce8fbb54-122c-426d-b8da-fdcc5e1b5022" providerId="ADAL" clId="{285E79B3-AB4B-41CF-8016-568EC5076B17}" dt="2022-06-06T09:27:47.563" v="845" actId="14100"/>
          <ac:spMkLst>
            <pc:docMk/>
            <pc:sldMk cId="1349082433" sldId="2147377174"/>
            <ac:spMk id="66" creationId="{A1E70551-578A-4B35-ACAC-04BA6E603952}"/>
          </ac:spMkLst>
        </pc:spChg>
        <pc:spChg chg="del">
          <ac:chgData name="Li,Yuting (HP Medicine) BII-CN-S" userId="ce8fbb54-122c-426d-b8da-fdcc5e1b5022" providerId="ADAL" clId="{285E79B3-AB4B-41CF-8016-568EC5076B17}" dt="2022-06-06T09:37:59.382" v="865" actId="478"/>
          <ac:spMkLst>
            <pc:docMk/>
            <pc:sldMk cId="1349082433" sldId="2147377174"/>
            <ac:spMk id="75" creationId="{23E443ED-C91E-4425-963C-DB47A7F0B19C}"/>
          </ac:spMkLst>
        </pc:spChg>
        <pc:spChg chg="mod">
          <ac:chgData name="Li,Yuting (HP Medicine) BII-CN-S" userId="ce8fbb54-122c-426d-b8da-fdcc5e1b5022" providerId="ADAL" clId="{285E79B3-AB4B-41CF-8016-568EC5076B17}" dt="2022-06-06T09:22:09.091" v="742" actId="14100"/>
          <ac:spMkLst>
            <pc:docMk/>
            <pc:sldMk cId="1349082433" sldId="2147377174"/>
            <ac:spMk id="76" creationId="{60838ACC-4AB5-4AFC-97DD-2AC12A7AE913}"/>
          </ac:spMkLst>
        </pc:spChg>
        <pc:spChg chg="mod">
          <ac:chgData name="Li,Yuting (HP Medicine) BII-CN-S" userId="ce8fbb54-122c-426d-b8da-fdcc5e1b5022" providerId="ADAL" clId="{285E79B3-AB4B-41CF-8016-568EC5076B17}" dt="2022-06-06T09:21:30.508" v="740" actId="1076"/>
          <ac:spMkLst>
            <pc:docMk/>
            <pc:sldMk cId="1349082433" sldId="2147377174"/>
            <ac:spMk id="77" creationId="{081CE0EC-6BFD-4451-B10A-7CFE2288ABAB}"/>
          </ac:spMkLst>
        </pc:spChg>
        <pc:spChg chg="mod">
          <ac:chgData name="Li,Yuting (HP Medicine) BII-CN-S" userId="ce8fbb54-122c-426d-b8da-fdcc5e1b5022" providerId="ADAL" clId="{285E79B3-AB4B-41CF-8016-568EC5076B17}" dt="2022-06-06T09:21:17.637" v="737" actId="1037"/>
          <ac:spMkLst>
            <pc:docMk/>
            <pc:sldMk cId="1349082433" sldId="2147377174"/>
            <ac:spMk id="78" creationId="{12C190F4-BC9D-45BD-B3D6-33DFAC0EC02A}"/>
          </ac:spMkLst>
        </pc:spChg>
        <pc:spChg chg="add mod">
          <ac:chgData name="Li,Yuting (HP Medicine) BII-CN-S" userId="ce8fbb54-122c-426d-b8da-fdcc5e1b5022" providerId="ADAL" clId="{285E79B3-AB4B-41CF-8016-568EC5076B17}" dt="2022-06-06T09:22:46.430" v="759" actId="20577"/>
          <ac:spMkLst>
            <pc:docMk/>
            <pc:sldMk cId="1349082433" sldId="2147377174"/>
            <ac:spMk id="79" creationId="{53B3701C-2945-41C9-AE90-CEA58F50363F}"/>
          </ac:spMkLst>
        </pc:spChg>
        <pc:spChg chg="mod">
          <ac:chgData name="Li,Yuting (HP Medicine) BII-CN-S" userId="ce8fbb54-122c-426d-b8da-fdcc5e1b5022" providerId="ADAL" clId="{285E79B3-AB4B-41CF-8016-568EC5076B17}" dt="2022-06-06T09:21:17.637" v="737" actId="1037"/>
          <ac:spMkLst>
            <pc:docMk/>
            <pc:sldMk cId="1349082433" sldId="2147377174"/>
            <ac:spMk id="80" creationId="{851915C3-5DA9-4EE4-BAE7-6DB3DE2FA51E}"/>
          </ac:spMkLst>
        </pc:spChg>
        <pc:spChg chg="mod">
          <ac:chgData name="Li,Yuting (HP Medicine) BII-CN-S" userId="ce8fbb54-122c-426d-b8da-fdcc5e1b5022" providerId="ADAL" clId="{285E79B3-AB4B-41CF-8016-568EC5076B17}" dt="2022-06-06T09:22:26.263" v="746" actId="1076"/>
          <ac:spMkLst>
            <pc:docMk/>
            <pc:sldMk cId="1349082433" sldId="2147377174"/>
            <ac:spMk id="81" creationId="{DCB95541-3F87-4977-8B60-344DC5A506F3}"/>
          </ac:spMkLst>
        </pc:spChg>
        <pc:spChg chg="mod">
          <ac:chgData name="Li,Yuting (HP Medicine) BII-CN-S" userId="ce8fbb54-122c-426d-b8da-fdcc5e1b5022" providerId="ADAL" clId="{285E79B3-AB4B-41CF-8016-568EC5076B17}" dt="2022-06-06T09:30:13.110" v="855" actId="6549"/>
          <ac:spMkLst>
            <pc:docMk/>
            <pc:sldMk cId="1349082433" sldId="2147377174"/>
            <ac:spMk id="83" creationId="{A1E70551-578A-4B35-ACAC-04BA6E603952}"/>
          </ac:spMkLst>
        </pc:spChg>
        <pc:spChg chg="mod">
          <ac:chgData name="Li,Yuting (HP Medicine) BII-CN-S" userId="ce8fbb54-122c-426d-b8da-fdcc5e1b5022" providerId="ADAL" clId="{285E79B3-AB4B-41CF-8016-568EC5076B17}" dt="2022-06-06T09:21:17.637" v="737" actId="1037"/>
          <ac:spMkLst>
            <pc:docMk/>
            <pc:sldMk cId="1349082433" sldId="2147377174"/>
            <ac:spMk id="84" creationId="{542C7DA4-0985-4CC4-AD0A-DF243707F18E}"/>
          </ac:spMkLst>
        </pc:spChg>
        <pc:spChg chg="mod">
          <ac:chgData name="Li,Yuting (HP Medicine) BII-CN-S" userId="ce8fbb54-122c-426d-b8da-fdcc5e1b5022" providerId="ADAL" clId="{285E79B3-AB4B-41CF-8016-568EC5076B17}" dt="2022-06-06T09:24:33.219" v="789" actId="1076"/>
          <ac:spMkLst>
            <pc:docMk/>
            <pc:sldMk cId="1349082433" sldId="2147377174"/>
            <ac:spMk id="85" creationId="{B361C849-6669-4EC4-A9AD-EB1BCC463147}"/>
          </ac:spMkLst>
        </pc:spChg>
        <pc:spChg chg="mod">
          <ac:chgData name="Li,Yuting (HP Medicine) BII-CN-S" userId="ce8fbb54-122c-426d-b8da-fdcc5e1b5022" providerId="ADAL" clId="{285E79B3-AB4B-41CF-8016-568EC5076B17}" dt="2022-06-06T09:29:21.760" v="854" actId="20577"/>
          <ac:spMkLst>
            <pc:docMk/>
            <pc:sldMk cId="1349082433" sldId="2147377174"/>
            <ac:spMk id="86" creationId="{9224C17E-1AA1-4096-A3FD-25D6FD8BA444}"/>
          </ac:spMkLst>
        </pc:spChg>
        <pc:spChg chg="mod">
          <ac:chgData name="Li,Yuting (HP Medicine) BII-CN-S" userId="ce8fbb54-122c-426d-b8da-fdcc5e1b5022" providerId="ADAL" clId="{285E79B3-AB4B-41CF-8016-568EC5076B17}" dt="2022-06-06T09:24:26.803" v="787" actId="1076"/>
          <ac:spMkLst>
            <pc:docMk/>
            <pc:sldMk cId="1349082433" sldId="2147377174"/>
            <ac:spMk id="88" creationId="{9224C17E-1AA1-4096-A3FD-25D6FD8BA444}"/>
          </ac:spMkLst>
        </pc:spChg>
        <pc:spChg chg="mod">
          <ac:chgData name="Li,Yuting (HP Medicine) BII-CN-S" userId="ce8fbb54-122c-426d-b8da-fdcc5e1b5022" providerId="ADAL" clId="{285E79B3-AB4B-41CF-8016-568EC5076B17}" dt="2022-06-06T09:24:30.137" v="788" actId="1076"/>
          <ac:spMkLst>
            <pc:docMk/>
            <pc:sldMk cId="1349082433" sldId="2147377174"/>
            <ac:spMk id="91" creationId="{00000000-0000-0000-0000-000000000000}"/>
          </ac:spMkLst>
        </pc:spChg>
        <pc:spChg chg="mod">
          <ac:chgData name="Li,Yuting (HP Medicine) BII-CN-S" userId="ce8fbb54-122c-426d-b8da-fdcc5e1b5022" providerId="ADAL" clId="{285E79B3-AB4B-41CF-8016-568EC5076B17}" dt="2022-06-06T09:35:26.298" v="864" actId="20577"/>
          <ac:spMkLst>
            <pc:docMk/>
            <pc:sldMk cId="1349082433" sldId="2147377174"/>
            <ac:spMk id="93" creationId="{595C6883-D551-4EE5-B7D2-46943BDA0D32}"/>
          </ac:spMkLst>
        </pc:spChg>
        <pc:spChg chg="mod">
          <ac:chgData name="Li,Yuting (HP Medicine) BII-CN-S" userId="ce8fbb54-122c-426d-b8da-fdcc5e1b5022" providerId="ADAL" clId="{285E79B3-AB4B-41CF-8016-568EC5076B17}" dt="2022-06-06T09:30:22.142" v="858" actId="20577"/>
          <ac:spMkLst>
            <pc:docMk/>
            <pc:sldMk cId="1349082433" sldId="2147377174"/>
            <ac:spMk id="95" creationId="{29A2DC45-DE5B-48F2-B9FC-E0CDD5B1322D}"/>
          </ac:spMkLst>
        </pc:spChg>
        <pc:spChg chg="mod">
          <ac:chgData name="Li,Yuting (HP Medicine) BII-CN-S" userId="ce8fbb54-122c-426d-b8da-fdcc5e1b5022" providerId="ADAL" clId="{285E79B3-AB4B-41CF-8016-568EC5076B17}" dt="2022-06-06T09:24:57.285" v="836" actId="1038"/>
          <ac:spMkLst>
            <pc:docMk/>
            <pc:sldMk cId="1349082433" sldId="2147377174"/>
            <ac:spMk id="98" creationId="{E9CDEBE6-1B98-49B0-BB3E-4E4742B94638}"/>
          </ac:spMkLst>
        </pc:spChg>
        <pc:spChg chg="mod">
          <ac:chgData name="Li,Yuting (HP Medicine) BII-CN-S" userId="ce8fbb54-122c-426d-b8da-fdcc5e1b5022" providerId="ADAL" clId="{285E79B3-AB4B-41CF-8016-568EC5076B17}" dt="2022-06-06T09:27:21.923" v="844" actId="20577"/>
          <ac:spMkLst>
            <pc:docMk/>
            <pc:sldMk cId="1349082433" sldId="2147377174"/>
            <ac:spMk id="99" creationId="{60F985A7-AFE4-4927-9447-634719D10FAA}"/>
          </ac:spMkLst>
        </pc:spChg>
        <pc:spChg chg="mod">
          <ac:chgData name="Li,Yuting (HP Medicine) BII-CN-S" userId="ce8fbb54-122c-426d-b8da-fdcc5e1b5022" providerId="ADAL" clId="{285E79B3-AB4B-41CF-8016-568EC5076B17}" dt="2022-06-06T09:22:12.095" v="743" actId="1076"/>
          <ac:spMkLst>
            <pc:docMk/>
            <pc:sldMk cId="1349082433" sldId="2147377174"/>
            <ac:spMk id="100" creationId="{134D74FC-D54B-4047-847F-CBB76EC9F3EA}"/>
          </ac:spMkLst>
        </pc:spChg>
        <pc:spChg chg="mod">
          <ac:chgData name="Li,Yuting (HP Medicine) BII-CN-S" userId="ce8fbb54-122c-426d-b8da-fdcc5e1b5022" providerId="ADAL" clId="{285E79B3-AB4B-41CF-8016-568EC5076B17}" dt="2022-06-06T09:22:20.731" v="745" actId="1076"/>
          <ac:spMkLst>
            <pc:docMk/>
            <pc:sldMk cId="1349082433" sldId="2147377174"/>
            <ac:spMk id="101" creationId="{116580F7-EF8C-4398-B7E5-B93D4E3B7314}"/>
          </ac:spMkLst>
        </pc:spChg>
        <pc:spChg chg="mod">
          <ac:chgData name="Li,Yuting (HP Medicine) BII-CN-S" userId="ce8fbb54-122c-426d-b8da-fdcc5e1b5022" providerId="ADAL" clId="{285E79B3-AB4B-41CF-8016-568EC5076B17}" dt="2022-06-06T09:23:37.980" v="769" actId="14100"/>
          <ac:spMkLst>
            <pc:docMk/>
            <pc:sldMk cId="1349082433" sldId="2147377174"/>
            <ac:spMk id="102" creationId="{A363F998-E792-4751-B41F-BA56653D9BEE}"/>
          </ac:spMkLst>
        </pc:spChg>
        <pc:spChg chg="add mod">
          <ac:chgData name="Li,Yuting (HP Medicine) BII-CN-S" userId="ce8fbb54-122c-426d-b8da-fdcc5e1b5022" providerId="ADAL" clId="{285E79B3-AB4B-41CF-8016-568EC5076B17}" dt="2022-06-06T09:23:04.817" v="764" actId="20577"/>
          <ac:spMkLst>
            <pc:docMk/>
            <pc:sldMk cId="1349082433" sldId="2147377174"/>
            <ac:spMk id="103" creationId="{8614C9A9-A277-403B-AF61-BD96CA907DA5}"/>
          </ac:spMkLst>
        </pc:spChg>
        <pc:spChg chg="add mod">
          <ac:chgData name="Li,Yuting (HP Medicine) BII-CN-S" userId="ce8fbb54-122c-426d-b8da-fdcc5e1b5022" providerId="ADAL" clId="{285E79B3-AB4B-41CF-8016-568EC5076B17}" dt="2022-06-06T09:23:58.153" v="776" actId="1076"/>
          <ac:spMkLst>
            <pc:docMk/>
            <pc:sldMk cId="1349082433" sldId="2147377174"/>
            <ac:spMk id="104" creationId="{E6F166C8-3511-48E4-BDBA-711DC7EB9B29}"/>
          </ac:spMkLst>
        </pc:spChg>
        <pc:spChg chg="mod">
          <ac:chgData name="Li,Yuting (HP Medicine) BII-CN-S" userId="ce8fbb54-122c-426d-b8da-fdcc5e1b5022" providerId="ADAL" clId="{285E79B3-AB4B-41CF-8016-568EC5076B17}" dt="2022-06-06T09:23:47.943" v="771" actId="1076"/>
          <ac:spMkLst>
            <pc:docMk/>
            <pc:sldMk cId="1349082433" sldId="2147377174"/>
            <ac:spMk id="105" creationId="{785E939B-46E1-4400-AA01-4234544B9F05}"/>
          </ac:spMkLst>
        </pc:spChg>
        <pc:spChg chg="mod">
          <ac:chgData name="Li,Yuting (HP Medicine) BII-CN-S" userId="ce8fbb54-122c-426d-b8da-fdcc5e1b5022" providerId="ADAL" clId="{285E79B3-AB4B-41CF-8016-568EC5076B17}" dt="2022-06-06T09:21:17.637" v="737" actId="1037"/>
          <ac:spMkLst>
            <pc:docMk/>
            <pc:sldMk cId="1349082433" sldId="2147377174"/>
            <ac:spMk id="106" creationId="{7F4ADEEE-A1A4-4560-B90D-3B71074032E9}"/>
          </ac:spMkLst>
        </pc:spChg>
        <pc:spChg chg="add mod">
          <ac:chgData name="Li,Yuting (HP Medicine) BII-CN-S" userId="ce8fbb54-122c-426d-b8da-fdcc5e1b5022" providerId="ADAL" clId="{285E79B3-AB4B-41CF-8016-568EC5076B17}" dt="2022-06-09T09:34:34.253" v="4457" actId="20577"/>
          <ac:spMkLst>
            <pc:docMk/>
            <pc:sldMk cId="1349082433" sldId="2147377174"/>
            <ac:spMk id="107" creationId="{7DDA071E-5F80-4527-AE47-F1E7B2DC2A5B}"/>
          </ac:spMkLst>
        </pc:spChg>
        <pc:grpChg chg="mod">
          <ac:chgData name="Li,Yuting (HP Medicine) BII-CN-S" userId="ce8fbb54-122c-426d-b8da-fdcc5e1b5022" providerId="ADAL" clId="{285E79B3-AB4B-41CF-8016-568EC5076B17}" dt="2022-06-06T09:38:06.749" v="867" actId="1076"/>
          <ac:grpSpMkLst>
            <pc:docMk/>
            <pc:sldMk cId="1349082433" sldId="2147377174"/>
            <ac:grpSpMk id="50" creationId="{00000000-0000-0000-0000-000000000000}"/>
          </ac:grpSpMkLst>
        </pc:grpChg>
        <pc:cxnChg chg="mod">
          <ac:chgData name="Li,Yuting (HP Medicine) BII-CN-S" userId="ce8fbb54-122c-426d-b8da-fdcc5e1b5022" providerId="ADAL" clId="{285E79B3-AB4B-41CF-8016-568EC5076B17}" dt="2022-06-06T09:21:05.539" v="696" actId="1076"/>
          <ac:cxnSpMkLst>
            <pc:docMk/>
            <pc:sldMk cId="1349082433" sldId="2147377174"/>
            <ac:cxnSpMk id="72" creationId="{9C165100-0114-4167-8FF0-BFF01B293D04}"/>
          </ac:cxnSpMkLst>
        </pc:cxnChg>
      </pc:sldChg>
      <pc:sldChg chg="del">
        <pc:chgData name="Li,Yuting (HP Medicine) BII-CN-S" userId="ce8fbb54-122c-426d-b8da-fdcc5e1b5022" providerId="ADAL" clId="{285E79B3-AB4B-41CF-8016-568EC5076B17}" dt="2022-06-06T09:52:07.835" v="1138" actId="47"/>
        <pc:sldMkLst>
          <pc:docMk/>
          <pc:sldMk cId="2180619049" sldId="2147377175"/>
        </pc:sldMkLst>
      </pc:sldChg>
      <pc:sldChg chg="del">
        <pc:chgData name="Li,Yuting (HP Medicine) BII-CN-S" userId="ce8fbb54-122c-426d-b8da-fdcc5e1b5022" providerId="ADAL" clId="{285E79B3-AB4B-41CF-8016-568EC5076B17}" dt="2022-06-06T11:36:23.162" v="1732" actId="47"/>
        <pc:sldMkLst>
          <pc:docMk/>
          <pc:sldMk cId="768069284" sldId="2147377177"/>
        </pc:sldMkLst>
      </pc:sldChg>
      <pc:sldChg chg="addSp modSp mod">
        <pc:chgData name="Li,Yuting (HP Medicine) BII-CN-S" userId="ce8fbb54-122c-426d-b8da-fdcc5e1b5022" providerId="ADAL" clId="{285E79B3-AB4B-41CF-8016-568EC5076B17}" dt="2022-06-09T11:03:34.188" v="5357" actId="20577"/>
        <pc:sldMkLst>
          <pc:docMk/>
          <pc:sldMk cId="4081639042" sldId="2147377178"/>
        </pc:sldMkLst>
        <pc:spChg chg="mod">
          <ac:chgData name="Li,Yuting (HP Medicine) BII-CN-S" userId="ce8fbb54-122c-426d-b8da-fdcc5e1b5022" providerId="ADAL" clId="{285E79B3-AB4B-41CF-8016-568EC5076B17}" dt="2022-06-09T07:13:19.126" v="3633" actId="20577"/>
          <ac:spMkLst>
            <pc:docMk/>
            <pc:sldMk cId="4081639042" sldId="2147377178"/>
            <ac:spMk id="8" creationId="{00000000-0000-0000-0000-000000000000}"/>
          </ac:spMkLst>
        </pc:spChg>
        <pc:spChg chg="add mod">
          <ac:chgData name="Li,Yuting (HP Medicine) BII-CN-S" userId="ce8fbb54-122c-426d-b8da-fdcc5e1b5022" providerId="ADAL" clId="{285E79B3-AB4B-41CF-8016-568EC5076B17}" dt="2022-06-09T11:03:34.188" v="5357" actId="20577"/>
          <ac:spMkLst>
            <pc:docMk/>
            <pc:sldMk cId="4081639042" sldId="2147377178"/>
            <ac:spMk id="9" creationId="{E613C447-071B-48DF-A99D-1F80C418C39E}"/>
          </ac:spMkLst>
        </pc:spChg>
        <pc:spChg chg="mod">
          <ac:chgData name="Li,Yuting (HP Medicine) BII-CN-S" userId="ce8fbb54-122c-426d-b8da-fdcc5e1b5022" providerId="ADAL" clId="{285E79B3-AB4B-41CF-8016-568EC5076B17}" dt="2022-06-09T10:11:50.480" v="5243" actId="1076"/>
          <ac:spMkLst>
            <pc:docMk/>
            <pc:sldMk cId="4081639042" sldId="2147377178"/>
            <ac:spMk id="11" creationId="{4B5AB2DC-DFFB-4615-A6B1-8A1DA96D4D10}"/>
          </ac:spMkLst>
        </pc:spChg>
        <pc:graphicFrameChg chg="mod modGraphic">
          <ac:chgData name="Li,Yuting (HP Medicine) BII-CN-S" userId="ce8fbb54-122c-426d-b8da-fdcc5e1b5022" providerId="ADAL" clId="{285E79B3-AB4B-41CF-8016-568EC5076B17}" dt="2022-06-09T10:12:39.245" v="5283" actId="20577"/>
          <ac:graphicFrameMkLst>
            <pc:docMk/>
            <pc:sldMk cId="4081639042" sldId="2147377178"/>
            <ac:graphicFrameMk id="10" creationId="{481DFFDC-144E-451C-AE04-288C08C9972C}"/>
          </ac:graphicFrameMkLst>
        </pc:graphicFrameChg>
      </pc:sldChg>
      <pc:sldChg chg="del">
        <pc:chgData name="Li,Yuting (HP Medicine) BII-CN-S" userId="ce8fbb54-122c-426d-b8da-fdcc5e1b5022" providerId="ADAL" clId="{285E79B3-AB4B-41CF-8016-568EC5076B17}" dt="2022-06-06T11:36:21.208" v="1731" actId="47"/>
        <pc:sldMkLst>
          <pc:docMk/>
          <pc:sldMk cId="4057732769" sldId="2147377202"/>
        </pc:sldMkLst>
      </pc:sldChg>
      <pc:sldChg chg="del">
        <pc:chgData name="Li,Yuting (HP Medicine) BII-CN-S" userId="ce8fbb54-122c-426d-b8da-fdcc5e1b5022" providerId="ADAL" clId="{285E79B3-AB4B-41CF-8016-568EC5076B17}" dt="2022-06-06T11:36:07.855" v="1730" actId="47"/>
        <pc:sldMkLst>
          <pc:docMk/>
          <pc:sldMk cId="3105419234" sldId="2147377203"/>
        </pc:sldMkLst>
      </pc:sldChg>
      <pc:sldChg chg="del">
        <pc:chgData name="Li,Yuting (HP Medicine) BII-CN-S" userId="ce8fbb54-122c-426d-b8da-fdcc5e1b5022" providerId="ADAL" clId="{285E79B3-AB4B-41CF-8016-568EC5076B17}" dt="2022-06-06T11:35:55.110" v="1727" actId="47"/>
        <pc:sldMkLst>
          <pc:docMk/>
          <pc:sldMk cId="1848714605" sldId="2147377205"/>
        </pc:sldMkLst>
      </pc:sldChg>
      <pc:sldChg chg="del">
        <pc:chgData name="Li,Yuting (HP Medicine) BII-CN-S" userId="ce8fbb54-122c-426d-b8da-fdcc5e1b5022" providerId="ADAL" clId="{285E79B3-AB4B-41CF-8016-568EC5076B17}" dt="2022-06-06T11:35:24.843" v="1725" actId="47"/>
        <pc:sldMkLst>
          <pc:docMk/>
          <pc:sldMk cId="655702869" sldId="2147377210"/>
        </pc:sldMkLst>
      </pc:sldChg>
      <pc:sldChg chg="addSp delSp modSp mod ord">
        <pc:chgData name="Li,Yuting (HP Medicine) BII-CN-S" userId="ce8fbb54-122c-426d-b8da-fdcc5e1b5022" providerId="ADAL" clId="{285E79B3-AB4B-41CF-8016-568EC5076B17}" dt="2022-06-07T01:27:45.861" v="2605"/>
        <pc:sldMkLst>
          <pc:docMk/>
          <pc:sldMk cId="3928773985" sldId="2147377211"/>
        </pc:sldMkLst>
        <pc:spChg chg="mod">
          <ac:chgData name="Li,Yuting (HP Medicine) BII-CN-S" userId="ce8fbb54-122c-426d-b8da-fdcc5e1b5022" providerId="ADAL" clId="{285E79B3-AB4B-41CF-8016-568EC5076B17}" dt="2022-06-06T10:20:42.977" v="1560" actId="1076"/>
          <ac:spMkLst>
            <pc:docMk/>
            <pc:sldMk cId="3928773985" sldId="2147377211"/>
            <ac:spMk id="29" creationId="{9224C17E-1AA1-4096-A3FD-25D6FD8BA444}"/>
          </ac:spMkLst>
        </pc:spChg>
        <pc:spChg chg="del">
          <ac:chgData name="Li,Yuting (HP Medicine) BII-CN-S" userId="ce8fbb54-122c-426d-b8da-fdcc5e1b5022" providerId="ADAL" clId="{285E79B3-AB4B-41CF-8016-568EC5076B17}" dt="2022-06-06T10:20:57.995" v="1562" actId="478"/>
          <ac:spMkLst>
            <pc:docMk/>
            <pc:sldMk cId="3928773985" sldId="2147377211"/>
            <ac:spMk id="48" creationId="{2BC2359D-5CE8-46B9-9B8D-7F387423F2B1}"/>
          </ac:spMkLst>
        </pc:spChg>
        <pc:spChg chg="add mod">
          <ac:chgData name="Li,Yuting (HP Medicine) BII-CN-S" userId="ce8fbb54-122c-426d-b8da-fdcc5e1b5022" providerId="ADAL" clId="{285E79B3-AB4B-41CF-8016-568EC5076B17}" dt="2022-06-06T10:24:13.434" v="1688" actId="20577"/>
          <ac:spMkLst>
            <pc:docMk/>
            <pc:sldMk cId="3928773985" sldId="2147377211"/>
            <ac:spMk id="52" creationId="{C37AB0AB-396A-4A09-A640-7C9D33588A3C}"/>
          </ac:spMkLst>
        </pc:spChg>
        <pc:cxnChg chg="mod">
          <ac:chgData name="Li,Yuting (HP Medicine) BII-CN-S" userId="ce8fbb54-122c-426d-b8da-fdcc5e1b5022" providerId="ADAL" clId="{285E79B3-AB4B-41CF-8016-568EC5076B17}" dt="2022-06-06T10:20:45.612" v="1561" actId="1076"/>
          <ac:cxnSpMkLst>
            <pc:docMk/>
            <pc:sldMk cId="3928773985" sldId="2147377211"/>
            <ac:cxnSpMk id="28" creationId="{9C165100-0114-4167-8FF0-BFF01B293D04}"/>
          </ac:cxnSpMkLst>
        </pc:cxnChg>
      </pc:sldChg>
      <pc:sldChg chg="add del addCm delCm modCm">
        <pc:chgData name="Li,Yuting (HP Medicine) BII-CN-S" userId="ce8fbb54-122c-426d-b8da-fdcc5e1b5022" providerId="ADAL" clId="{285E79B3-AB4B-41CF-8016-568EC5076B17}" dt="2022-06-06T10:26:19.542" v="1695" actId="1592"/>
        <pc:sldMkLst>
          <pc:docMk/>
          <pc:sldMk cId="2725685857" sldId="2147377212"/>
        </pc:sldMkLst>
      </pc:sldChg>
      <pc:sldChg chg="modSp add del mod ord">
        <pc:chgData name="Li,Yuting (HP Medicine) BII-CN-S" userId="ce8fbb54-122c-426d-b8da-fdcc5e1b5022" providerId="ADAL" clId="{285E79B3-AB4B-41CF-8016-568EC5076B17}" dt="2022-06-09T07:16:49.583" v="3641" actId="20577"/>
        <pc:sldMkLst>
          <pc:docMk/>
          <pc:sldMk cId="2494594408" sldId="2147377213"/>
        </pc:sldMkLst>
        <pc:spChg chg="mod">
          <ac:chgData name="Li,Yuting (HP Medicine) BII-CN-S" userId="ce8fbb54-122c-426d-b8da-fdcc5e1b5022" providerId="ADAL" clId="{285E79B3-AB4B-41CF-8016-568EC5076B17}" dt="2022-06-09T07:16:49.583" v="3641" actId="20577"/>
          <ac:spMkLst>
            <pc:docMk/>
            <pc:sldMk cId="2494594408" sldId="2147377213"/>
            <ac:spMk id="3" creationId="{C4FC84FC-E6EF-4F42-AA14-CEBF749AF254}"/>
          </ac:spMkLst>
        </pc:spChg>
      </pc:sldChg>
      <pc:sldChg chg="addSp delSp modSp mod modNotesTx">
        <pc:chgData name="Li,Yuting (HP Medicine) BII-CN-S" userId="ce8fbb54-122c-426d-b8da-fdcc5e1b5022" providerId="ADAL" clId="{285E79B3-AB4B-41CF-8016-568EC5076B17}" dt="2022-06-09T09:33:22.542" v="4437" actId="20577"/>
        <pc:sldMkLst>
          <pc:docMk/>
          <pc:sldMk cId="404429456" sldId="2147377214"/>
        </pc:sldMkLst>
        <pc:spChg chg="add del mod">
          <ac:chgData name="Li,Yuting (HP Medicine) BII-CN-S" userId="ce8fbb54-122c-426d-b8da-fdcc5e1b5022" providerId="ADAL" clId="{285E79B3-AB4B-41CF-8016-568EC5076B17}" dt="2022-06-09T09:29:51.134" v="4407"/>
          <ac:spMkLst>
            <pc:docMk/>
            <pc:sldMk cId="404429456" sldId="2147377214"/>
            <ac:spMk id="8" creationId="{CF8A4D3E-F73E-41F8-8A92-86DC313FA72D}"/>
          </ac:spMkLst>
        </pc:spChg>
        <pc:spChg chg="mod">
          <ac:chgData name="Li,Yuting (HP Medicine) BII-CN-S" userId="ce8fbb54-122c-426d-b8da-fdcc5e1b5022" providerId="ADAL" clId="{285E79B3-AB4B-41CF-8016-568EC5076B17}" dt="2022-06-09T09:33:22.542" v="4437" actId="20577"/>
          <ac:spMkLst>
            <pc:docMk/>
            <pc:sldMk cId="404429456" sldId="2147377214"/>
            <ac:spMk id="24" creationId="{40B19720-78B7-4EAB-8F8F-C41238584220}"/>
          </ac:spMkLst>
        </pc:spChg>
        <pc:spChg chg="mod">
          <ac:chgData name="Li,Yuting (HP Medicine) BII-CN-S" userId="ce8fbb54-122c-426d-b8da-fdcc5e1b5022" providerId="ADAL" clId="{285E79B3-AB4B-41CF-8016-568EC5076B17}" dt="2022-06-06T08:58:50.119" v="569" actId="20577"/>
          <ac:spMkLst>
            <pc:docMk/>
            <pc:sldMk cId="404429456" sldId="2147377214"/>
            <ac:spMk id="41" creationId="{80672632-5059-4D01-BB59-096554D9CD3A}"/>
          </ac:spMkLst>
        </pc:spChg>
        <pc:grpChg chg="mod">
          <ac:chgData name="Li,Yuting (HP Medicine) BII-CN-S" userId="ce8fbb54-122c-426d-b8da-fdcc5e1b5022" providerId="ADAL" clId="{285E79B3-AB4B-41CF-8016-568EC5076B17}" dt="2022-06-06T09:12:05.572" v="663" actId="1076"/>
          <ac:grpSpMkLst>
            <pc:docMk/>
            <pc:sldMk cId="404429456" sldId="2147377214"/>
            <ac:grpSpMk id="71" creationId="{00000000-0000-0000-0000-000000000000}"/>
          </ac:grpSpMkLst>
        </pc:grpChg>
      </pc:sldChg>
      <pc:sldChg chg="add del">
        <pc:chgData name="Li,Yuting (HP Medicine) BII-CN-S" userId="ce8fbb54-122c-426d-b8da-fdcc5e1b5022" providerId="ADAL" clId="{285E79B3-AB4B-41CF-8016-568EC5076B17}" dt="2022-06-06T08:52:23.711" v="400" actId="47"/>
        <pc:sldMkLst>
          <pc:docMk/>
          <pc:sldMk cId="1848728409" sldId="2147377214"/>
        </pc:sldMkLst>
      </pc:sldChg>
      <pc:sldChg chg="addSp delSp modSp mod modShow">
        <pc:chgData name="Li,Yuting (HP Medicine) BII-CN-S" userId="ce8fbb54-122c-426d-b8da-fdcc5e1b5022" providerId="ADAL" clId="{285E79B3-AB4B-41CF-8016-568EC5076B17}" dt="2022-06-09T10:53:39.856" v="5287" actId="478"/>
        <pc:sldMkLst>
          <pc:docMk/>
          <pc:sldMk cId="2060044809" sldId="2147377220"/>
        </pc:sldMkLst>
        <pc:spChg chg="mod">
          <ac:chgData name="Li,Yuting (HP Medicine) BII-CN-S" userId="ce8fbb54-122c-426d-b8da-fdcc5e1b5022" providerId="ADAL" clId="{285E79B3-AB4B-41CF-8016-568EC5076B17}" dt="2022-06-06T09:05:23.473" v="614" actId="20577"/>
          <ac:spMkLst>
            <pc:docMk/>
            <pc:sldMk cId="2060044809" sldId="2147377220"/>
            <ac:spMk id="58" creationId="{F5A6B9FE-5135-46CA-B020-47DC5CCE42EF}"/>
          </ac:spMkLst>
        </pc:spChg>
        <pc:grpChg chg="mod">
          <ac:chgData name="Li,Yuting (HP Medicine) BII-CN-S" userId="ce8fbb54-122c-426d-b8da-fdcc5e1b5022" providerId="ADAL" clId="{285E79B3-AB4B-41CF-8016-568EC5076B17}" dt="2022-06-09T10:53:02.784" v="5284" actId="1076"/>
          <ac:grpSpMkLst>
            <pc:docMk/>
            <pc:sldMk cId="2060044809" sldId="2147377220"/>
            <ac:grpSpMk id="71" creationId="{00000000-0000-0000-0000-000000000000}"/>
          </ac:grpSpMkLst>
        </pc:grpChg>
        <pc:picChg chg="add mod">
          <ac:chgData name="Li,Yuting (HP Medicine) BII-CN-S" userId="ce8fbb54-122c-426d-b8da-fdcc5e1b5022" providerId="ADAL" clId="{285E79B3-AB4B-41CF-8016-568EC5076B17}" dt="2022-06-09T10:53:36.236" v="5286"/>
          <ac:picMkLst>
            <pc:docMk/>
            <pc:sldMk cId="2060044809" sldId="2147377220"/>
            <ac:picMk id="120" creationId="{0CCECDF0-D72C-4309-A45F-B76473A70769}"/>
          </ac:picMkLst>
        </pc:picChg>
        <pc:picChg chg="del">
          <ac:chgData name="Li,Yuting (HP Medicine) BII-CN-S" userId="ce8fbb54-122c-426d-b8da-fdcc5e1b5022" providerId="ADAL" clId="{285E79B3-AB4B-41CF-8016-568EC5076B17}" dt="2022-06-09T10:53:39.856" v="5287" actId="478"/>
          <ac:picMkLst>
            <pc:docMk/>
            <pc:sldMk cId="2060044809" sldId="2147377220"/>
            <ac:picMk id="121" creationId="{067E9FCB-36EE-4FF3-A993-A0AD1633B2AF}"/>
          </ac:picMkLst>
        </pc:picChg>
      </pc:sldChg>
      <pc:sldChg chg="add">
        <pc:chgData name="Li,Yuting (HP Medicine) BII-CN-S" userId="ce8fbb54-122c-426d-b8da-fdcc5e1b5022" providerId="ADAL" clId="{285E79B3-AB4B-41CF-8016-568EC5076B17}" dt="2022-06-06T11:35:27.836" v="1726"/>
        <pc:sldMkLst>
          <pc:docMk/>
          <pc:sldMk cId="3255186489" sldId="2147377222"/>
        </pc:sldMkLst>
      </pc:sldChg>
      <pc:sldChg chg="mod modShow addCm modCm">
        <pc:chgData name="Li,Yuting (HP Medicine) BII-CN-S" userId="ce8fbb54-122c-426d-b8da-fdcc5e1b5022" providerId="ADAL" clId="{285E79B3-AB4B-41CF-8016-568EC5076B17}" dt="2022-06-06T09:00:45.717" v="572"/>
        <pc:sldMkLst>
          <pc:docMk/>
          <pc:sldMk cId="4244351776" sldId="2147377224"/>
        </pc:sldMkLst>
      </pc:sldChg>
      <pc:sldChg chg="modSp del mod">
        <pc:chgData name="Li,Yuting (HP Medicine) BII-CN-S" userId="ce8fbb54-122c-426d-b8da-fdcc5e1b5022" providerId="ADAL" clId="{285E79B3-AB4B-41CF-8016-568EC5076B17}" dt="2022-06-06T09:38:12.612" v="868" actId="47"/>
        <pc:sldMkLst>
          <pc:docMk/>
          <pc:sldMk cId="2580561842" sldId="2147377225"/>
        </pc:sldMkLst>
        <pc:spChg chg="mod">
          <ac:chgData name="Li,Yuting (HP Medicine) BII-CN-S" userId="ce8fbb54-122c-426d-b8da-fdcc5e1b5022" providerId="ADAL" clId="{285E79B3-AB4B-41CF-8016-568EC5076B17}" dt="2022-06-06T09:09:49.544" v="660" actId="207"/>
          <ac:spMkLst>
            <pc:docMk/>
            <pc:sldMk cId="2580561842" sldId="2147377225"/>
            <ac:spMk id="75" creationId="{23E443ED-C91E-4425-963C-DB47A7F0B19C}"/>
          </ac:spMkLst>
        </pc:spChg>
        <pc:grpChg chg="mod">
          <ac:chgData name="Li,Yuting (HP Medicine) BII-CN-S" userId="ce8fbb54-122c-426d-b8da-fdcc5e1b5022" providerId="ADAL" clId="{285E79B3-AB4B-41CF-8016-568EC5076B17}" dt="2022-06-06T09:13:25.416" v="665" actId="1076"/>
          <ac:grpSpMkLst>
            <pc:docMk/>
            <pc:sldMk cId="2580561842" sldId="2147377225"/>
            <ac:grpSpMk id="50" creationId="{00000000-0000-0000-0000-000000000000}"/>
          </ac:grpSpMkLst>
        </pc:grpChg>
      </pc:sldChg>
      <pc:sldChg chg="addSp delSp modSp add mod">
        <pc:chgData name="Li,Yuting (HP Medicine) BII-CN-S" userId="ce8fbb54-122c-426d-b8da-fdcc5e1b5022" providerId="ADAL" clId="{285E79B3-AB4B-41CF-8016-568EC5076B17}" dt="2022-06-09T09:40:53.538" v="4669" actId="478"/>
        <pc:sldMkLst>
          <pc:docMk/>
          <pc:sldMk cId="2948759030" sldId="2147377225"/>
        </pc:sldMkLst>
        <pc:spChg chg="mod">
          <ac:chgData name="Li,Yuting (HP Medicine) BII-CN-S" userId="ce8fbb54-122c-426d-b8da-fdcc5e1b5022" providerId="ADAL" clId="{285E79B3-AB4B-41CF-8016-568EC5076B17}" dt="2022-06-09T09:39:49.145" v="4661" actId="1076"/>
          <ac:spMkLst>
            <pc:docMk/>
            <pc:sldMk cId="2948759030" sldId="2147377225"/>
            <ac:spMk id="46" creationId="{F0B83CCA-E2EC-4D70-A001-8B8BDE7063F3}"/>
          </ac:spMkLst>
        </pc:spChg>
        <pc:spChg chg="mod">
          <ac:chgData name="Li,Yuting (HP Medicine) BII-CN-S" userId="ce8fbb54-122c-426d-b8da-fdcc5e1b5022" providerId="ADAL" clId="{285E79B3-AB4B-41CF-8016-568EC5076B17}" dt="2022-06-09T09:38:43.907" v="4614" actId="1036"/>
          <ac:spMkLst>
            <pc:docMk/>
            <pc:sldMk cId="2948759030" sldId="2147377225"/>
            <ac:spMk id="60" creationId="{483FC877-8C65-4FBB-8C5D-A8342A749CC1}"/>
          </ac:spMkLst>
        </pc:spChg>
        <pc:spChg chg="mod">
          <ac:chgData name="Li,Yuting (HP Medicine) BII-CN-S" userId="ce8fbb54-122c-426d-b8da-fdcc5e1b5022" providerId="ADAL" clId="{285E79B3-AB4B-41CF-8016-568EC5076B17}" dt="2022-06-09T09:38:43.907" v="4614" actId="1036"/>
          <ac:spMkLst>
            <pc:docMk/>
            <pc:sldMk cId="2948759030" sldId="2147377225"/>
            <ac:spMk id="61" creationId="{D643E911-B96A-44DB-A0EE-E86967AE7969}"/>
          </ac:spMkLst>
        </pc:spChg>
        <pc:spChg chg="del">
          <ac:chgData name="Li,Yuting (HP Medicine) BII-CN-S" userId="ce8fbb54-122c-426d-b8da-fdcc5e1b5022" providerId="ADAL" clId="{285E79B3-AB4B-41CF-8016-568EC5076B17}" dt="2022-06-09T09:35:45.676" v="4460" actId="478"/>
          <ac:spMkLst>
            <pc:docMk/>
            <pc:sldMk cId="2948759030" sldId="2147377225"/>
            <ac:spMk id="66" creationId="{24A8F9E4-95B1-4157-AB2F-AB7D71E02AFB}"/>
          </ac:spMkLst>
        </pc:spChg>
        <pc:spChg chg="mod">
          <ac:chgData name="Li,Yuting (HP Medicine) BII-CN-S" userId="ce8fbb54-122c-426d-b8da-fdcc5e1b5022" providerId="ADAL" clId="{285E79B3-AB4B-41CF-8016-568EC5076B17}" dt="2022-06-09T09:37:17.520" v="4512" actId="6549"/>
          <ac:spMkLst>
            <pc:docMk/>
            <pc:sldMk cId="2948759030" sldId="2147377225"/>
            <ac:spMk id="70" creationId="{6439EA3C-D93B-46CE-940E-90ABAD1EFF92}"/>
          </ac:spMkLst>
        </pc:spChg>
        <pc:spChg chg="mod">
          <ac:chgData name="Li,Yuting (HP Medicine) BII-CN-S" userId="ce8fbb54-122c-426d-b8da-fdcc5e1b5022" providerId="ADAL" clId="{285E79B3-AB4B-41CF-8016-568EC5076B17}" dt="2022-06-09T09:35:55.439" v="4462" actId="20577"/>
          <ac:spMkLst>
            <pc:docMk/>
            <pc:sldMk cId="2948759030" sldId="2147377225"/>
            <ac:spMk id="74" creationId="{9B586D44-93CC-4873-ADE6-A70F2A09B25A}"/>
          </ac:spMkLst>
        </pc:spChg>
        <pc:spChg chg="mod">
          <ac:chgData name="Li,Yuting (HP Medicine) BII-CN-S" userId="ce8fbb54-122c-426d-b8da-fdcc5e1b5022" providerId="ADAL" clId="{285E79B3-AB4B-41CF-8016-568EC5076B17}" dt="2022-06-09T09:35:04.513" v="4459" actId="14100"/>
          <ac:spMkLst>
            <pc:docMk/>
            <pc:sldMk cId="2948759030" sldId="2147377225"/>
            <ac:spMk id="75" creationId="{23E443ED-C91E-4425-963C-DB47A7F0B19C}"/>
          </ac:spMkLst>
        </pc:spChg>
        <pc:spChg chg="mod">
          <ac:chgData name="Li,Yuting (HP Medicine) BII-CN-S" userId="ce8fbb54-122c-426d-b8da-fdcc5e1b5022" providerId="ADAL" clId="{285E79B3-AB4B-41CF-8016-568EC5076B17}" dt="2022-06-09T09:37:30.100" v="4515" actId="20577"/>
          <ac:spMkLst>
            <pc:docMk/>
            <pc:sldMk cId="2948759030" sldId="2147377225"/>
            <ac:spMk id="78" creationId="{95A19FD3-2DFB-400D-BD3D-C7D3825AF668}"/>
          </ac:spMkLst>
        </pc:spChg>
        <pc:spChg chg="mod">
          <ac:chgData name="Li,Yuting (HP Medicine) BII-CN-S" userId="ce8fbb54-122c-426d-b8da-fdcc5e1b5022" providerId="ADAL" clId="{285E79B3-AB4B-41CF-8016-568EC5076B17}" dt="2022-06-09T09:39:25.509" v="4624" actId="1076"/>
          <ac:spMkLst>
            <pc:docMk/>
            <pc:sldMk cId="2948759030" sldId="2147377225"/>
            <ac:spMk id="79" creationId="{1536DA3B-AFAA-4F7E-A680-BA4D091EBF8D}"/>
          </ac:spMkLst>
        </pc:spChg>
        <pc:spChg chg="mod">
          <ac:chgData name="Li,Yuting (HP Medicine) BII-CN-S" userId="ce8fbb54-122c-426d-b8da-fdcc5e1b5022" providerId="ADAL" clId="{285E79B3-AB4B-41CF-8016-568EC5076B17}" dt="2022-06-09T09:39:49.145" v="4661" actId="1076"/>
          <ac:spMkLst>
            <pc:docMk/>
            <pc:sldMk cId="2948759030" sldId="2147377225"/>
            <ac:spMk id="81" creationId="{B645D602-D0C3-452C-8A2D-3134CCB36152}"/>
          </ac:spMkLst>
        </pc:spChg>
        <pc:spChg chg="mod">
          <ac:chgData name="Li,Yuting (HP Medicine) BII-CN-S" userId="ce8fbb54-122c-426d-b8da-fdcc5e1b5022" providerId="ADAL" clId="{285E79B3-AB4B-41CF-8016-568EC5076B17}" dt="2022-06-06T09:45:48.974" v="894" actId="14100"/>
          <ac:spMkLst>
            <pc:docMk/>
            <pc:sldMk cId="2948759030" sldId="2147377225"/>
            <ac:spMk id="83" creationId="{A1E70551-578A-4B35-ACAC-04BA6E603952}"/>
          </ac:spMkLst>
        </pc:spChg>
        <pc:spChg chg="mod">
          <ac:chgData name="Li,Yuting (HP Medicine) BII-CN-S" userId="ce8fbb54-122c-426d-b8da-fdcc5e1b5022" providerId="ADAL" clId="{285E79B3-AB4B-41CF-8016-568EC5076B17}" dt="2022-06-09T09:39:49.145" v="4661" actId="1076"/>
          <ac:spMkLst>
            <pc:docMk/>
            <pc:sldMk cId="2948759030" sldId="2147377225"/>
            <ac:spMk id="84" creationId="{C3BB857D-71F6-48F5-A8AB-4CC193FF9120}"/>
          </ac:spMkLst>
        </pc:spChg>
        <pc:spChg chg="mod">
          <ac:chgData name="Li,Yuting (HP Medicine) BII-CN-S" userId="ce8fbb54-122c-426d-b8da-fdcc5e1b5022" providerId="ADAL" clId="{285E79B3-AB4B-41CF-8016-568EC5076B17}" dt="2022-06-06T09:45:54.072" v="896" actId="1076"/>
          <ac:spMkLst>
            <pc:docMk/>
            <pc:sldMk cId="2948759030" sldId="2147377225"/>
            <ac:spMk id="85" creationId="{B361C849-6669-4EC4-A9AD-EB1BCC463147}"/>
          </ac:spMkLst>
        </pc:spChg>
        <pc:spChg chg="mod">
          <ac:chgData name="Li,Yuting (HP Medicine) BII-CN-S" userId="ce8fbb54-122c-426d-b8da-fdcc5e1b5022" providerId="ADAL" clId="{285E79B3-AB4B-41CF-8016-568EC5076B17}" dt="2022-06-06T09:45:51.786" v="895" actId="1076"/>
          <ac:spMkLst>
            <pc:docMk/>
            <pc:sldMk cId="2948759030" sldId="2147377225"/>
            <ac:spMk id="88" creationId="{9224C17E-1AA1-4096-A3FD-25D6FD8BA444}"/>
          </ac:spMkLst>
        </pc:spChg>
        <pc:spChg chg="mod">
          <ac:chgData name="Li,Yuting (HP Medicine) BII-CN-S" userId="ce8fbb54-122c-426d-b8da-fdcc5e1b5022" providerId="ADAL" clId="{285E79B3-AB4B-41CF-8016-568EC5076B17}" dt="2022-06-06T09:46:34.185" v="903" actId="20577"/>
          <ac:spMkLst>
            <pc:docMk/>
            <pc:sldMk cId="2948759030" sldId="2147377225"/>
            <ac:spMk id="90" creationId="{37956BD0-E734-4F52-BAF6-C048151B6353}"/>
          </ac:spMkLst>
        </pc:spChg>
        <pc:spChg chg="mod">
          <ac:chgData name="Li,Yuting (HP Medicine) BII-CN-S" userId="ce8fbb54-122c-426d-b8da-fdcc5e1b5022" providerId="ADAL" clId="{285E79B3-AB4B-41CF-8016-568EC5076B17}" dt="2022-06-09T09:38:01.738" v="4556" actId="1076"/>
          <ac:spMkLst>
            <pc:docMk/>
            <pc:sldMk cId="2948759030" sldId="2147377225"/>
            <ac:spMk id="91" creationId="{FD45A3FD-80BA-4AD6-B3CE-25602A6E2FB5}"/>
          </ac:spMkLst>
        </pc:spChg>
        <pc:spChg chg="add mod ord">
          <ac:chgData name="Li,Yuting (HP Medicine) BII-CN-S" userId="ce8fbb54-122c-426d-b8da-fdcc5e1b5022" providerId="ADAL" clId="{285E79B3-AB4B-41CF-8016-568EC5076B17}" dt="2022-06-09T09:40:17.801" v="4664" actId="14100"/>
          <ac:spMkLst>
            <pc:docMk/>
            <pc:sldMk cId="2948759030" sldId="2147377225"/>
            <ac:spMk id="92" creationId="{6F180265-BFE3-43E1-BC97-F699E3D1BF61}"/>
          </ac:spMkLst>
        </pc:spChg>
        <pc:spChg chg="add mod ord">
          <ac:chgData name="Li,Yuting (HP Medicine) BII-CN-S" userId="ce8fbb54-122c-426d-b8da-fdcc5e1b5022" providerId="ADAL" clId="{285E79B3-AB4B-41CF-8016-568EC5076B17}" dt="2022-06-09T09:40:07.915" v="4663" actId="1076"/>
          <ac:spMkLst>
            <pc:docMk/>
            <pc:sldMk cId="2948759030" sldId="2147377225"/>
            <ac:spMk id="93" creationId="{43F7C7AD-E09E-4304-A865-3CE95B50CC89}"/>
          </ac:spMkLst>
        </pc:spChg>
        <pc:spChg chg="add mod">
          <ac:chgData name="Li,Yuting (HP Medicine) BII-CN-S" userId="ce8fbb54-122c-426d-b8da-fdcc5e1b5022" providerId="ADAL" clId="{285E79B3-AB4B-41CF-8016-568EC5076B17}" dt="2022-06-09T09:40:47.221" v="4666" actId="1076"/>
          <ac:spMkLst>
            <pc:docMk/>
            <pc:sldMk cId="2948759030" sldId="2147377225"/>
            <ac:spMk id="94" creationId="{D33B6D0D-0D00-4C29-9AF9-9AFC80A9A643}"/>
          </ac:spMkLst>
        </pc:spChg>
        <pc:spChg chg="add mod">
          <ac:chgData name="Li,Yuting (HP Medicine) BII-CN-S" userId="ce8fbb54-122c-426d-b8da-fdcc5e1b5022" providerId="ADAL" clId="{285E79B3-AB4B-41CF-8016-568EC5076B17}" dt="2022-06-09T09:40:47.221" v="4666" actId="1076"/>
          <ac:spMkLst>
            <pc:docMk/>
            <pc:sldMk cId="2948759030" sldId="2147377225"/>
            <ac:spMk id="95" creationId="{7989BD8A-D082-43A5-A9F5-271B9457FB3B}"/>
          </ac:spMkLst>
        </pc:spChg>
        <pc:spChg chg="add del mod">
          <ac:chgData name="Li,Yuting (HP Medicine) BII-CN-S" userId="ce8fbb54-122c-426d-b8da-fdcc5e1b5022" providerId="ADAL" clId="{285E79B3-AB4B-41CF-8016-568EC5076B17}" dt="2022-06-09T09:40:53.538" v="4669" actId="478"/>
          <ac:spMkLst>
            <pc:docMk/>
            <pc:sldMk cId="2948759030" sldId="2147377225"/>
            <ac:spMk id="96" creationId="{AA533F4A-A0DC-451A-A46D-4174D69B8149}"/>
          </ac:spMkLst>
        </pc:spChg>
        <pc:spChg chg="add del mod">
          <ac:chgData name="Li,Yuting (HP Medicine) BII-CN-S" userId="ce8fbb54-122c-426d-b8da-fdcc5e1b5022" providerId="ADAL" clId="{285E79B3-AB4B-41CF-8016-568EC5076B17}" dt="2022-06-09T09:40:53.538" v="4669" actId="478"/>
          <ac:spMkLst>
            <pc:docMk/>
            <pc:sldMk cId="2948759030" sldId="2147377225"/>
            <ac:spMk id="97" creationId="{76C7A9A9-1030-447D-B1FD-66C5F85857D3}"/>
          </ac:spMkLst>
        </pc:spChg>
        <pc:spChg chg="mod">
          <ac:chgData name="Li,Yuting (HP Medicine) BII-CN-S" userId="ce8fbb54-122c-426d-b8da-fdcc5e1b5022" providerId="ADAL" clId="{285E79B3-AB4B-41CF-8016-568EC5076B17}" dt="2022-06-06T09:45:56.298" v="897" actId="1076"/>
          <ac:spMkLst>
            <pc:docMk/>
            <pc:sldMk cId="2948759030" sldId="2147377225"/>
            <ac:spMk id="107" creationId="{FD43DEAD-0A6B-403E-9224-705A3FF31589}"/>
          </ac:spMkLst>
        </pc:spChg>
        <pc:spChg chg="mod">
          <ac:chgData name="Li,Yuting (HP Medicine) BII-CN-S" userId="ce8fbb54-122c-426d-b8da-fdcc5e1b5022" providerId="ADAL" clId="{285E79B3-AB4B-41CF-8016-568EC5076B17}" dt="2022-06-09T09:37:09.167" v="4508" actId="20577"/>
          <ac:spMkLst>
            <pc:docMk/>
            <pc:sldMk cId="2948759030" sldId="2147377225"/>
            <ac:spMk id="109" creationId="{D74E1CD6-2FF1-49B0-82A1-BF1047B041D0}"/>
          </ac:spMkLst>
        </pc:spChg>
        <pc:spChg chg="mod">
          <ac:chgData name="Li,Yuting (HP Medicine) BII-CN-S" userId="ce8fbb54-122c-426d-b8da-fdcc5e1b5022" providerId="ADAL" clId="{285E79B3-AB4B-41CF-8016-568EC5076B17}" dt="2022-06-09T09:38:43.907" v="4614" actId="1036"/>
          <ac:spMkLst>
            <pc:docMk/>
            <pc:sldMk cId="2948759030" sldId="2147377225"/>
            <ac:spMk id="111" creationId="{09835E79-B2D4-4F52-9E5C-B4091F3E8F30}"/>
          </ac:spMkLst>
        </pc:spChg>
        <pc:picChg chg="mod">
          <ac:chgData name="Li,Yuting (HP Medicine) BII-CN-S" userId="ce8fbb54-122c-426d-b8da-fdcc5e1b5022" providerId="ADAL" clId="{285E79B3-AB4B-41CF-8016-568EC5076B17}" dt="2022-06-09T09:38:43.907" v="4614" actId="1036"/>
          <ac:picMkLst>
            <pc:docMk/>
            <pc:sldMk cId="2948759030" sldId="2147377225"/>
            <ac:picMk id="12" creationId="{316AA229-F87D-4CEB-8EA7-D7E9C9D5FD41}"/>
          </ac:picMkLst>
        </pc:picChg>
        <pc:picChg chg="mod">
          <ac:chgData name="Li,Yuting (HP Medicine) BII-CN-S" userId="ce8fbb54-122c-426d-b8da-fdcc5e1b5022" providerId="ADAL" clId="{285E79B3-AB4B-41CF-8016-568EC5076B17}" dt="2022-06-09T09:40:02.374" v="4662" actId="1076"/>
          <ac:picMkLst>
            <pc:docMk/>
            <pc:sldMk cId="2948759030" sldId="2147377225"/>
            <ac:picMk id="86" creationId="{2CBFCA46-1B85-4A17-A583-8E4426FAF06F}"/>
          </ac:picMkLst>
        </pc:picChg>
      </pc:sldChg>
      <pc:sldChg chg="addSp delSp modSp mod">
        <pc:chgData name="Li,Yuting (HP Medicine) BII-CN-S" userId="ce8fbb54-122c-426d-b8da-fdcc5e1b5022" providerId="ADAL" clId="{285E79B3-AB4B-41CF-8016-568EC5076B17}" dt="2022-06-09T10:01:42.647" v="5049" actId="1076"/>
        <pc:sldMkLst>
          <pc:docMk/>
          <pc:sldMk cId="1454325840" sldId="2147377230"/>
        </pc:sldMkLst>
        <pc:spChg chg="mod">
          <ac:chgData name="Li,Yuting (HP Medicine) BII-CN-S" userId="ce8fbb54-122c-426d-b8da-fdcc5e1b5022" providerId="ADAL" clId="{285E79B3-AB4B-41CF-8016-568EC5076B17}" dt="2022-06-09T09:42:58.269" v="4741" actId="1076"/>
          <ac:spMkLst>
            <pc:docMk/>
            <pc:sldMk cId="1454325840" sldId="2147377230"/>
            <ac:spMk id="7" creationId="{E9DC4527-9B66-4450-86F5-689D3C73A610}"/>
          </ac:spMkLst>
        </pc:spChg>
        <pc:spChg chg="mod">
          <ac:chgData name="Li,Yuting (HP Medicine) BII-CN-S" userId="ce8fbb54-122c-426d-b8da-fdcc5e1b5022" providerId="ADAL" clId="{285E79B3-AB4B-41CF-8016-568EC5076B17}" dt="2022-06-09T10:01:42.647" v="5049" actId="1076"/>
          <ac:spMkLst>
            <pc:docMk/>
            <pc:sldMk cId="1454325840" sldId="2147377230"/>
            <ac:spMk id="57" creationId="{00000000-0000-0000-0000-000000000000}"/>
          </ac:spMkLst>
        </pc:spChg>
        <pc:spChg chg="mod">
          <ac:chgData name="Li,Yuting (HP Medicine) BII-CN-S" userId="ce8fbb54-122c-426d-b8da-fdcc5e1b5022" providerId="ADAL" clId="{285E79B3-AB4B-41CF-8016-568EC5076B17}" dt="2022-06-09T03:42:51.564" v="3307" actId="20577"/>
          <ac:spMkLst>
            <pc:docMk/>
            <pc:sldMk cId="1454325840" sldId="2147377230"/>
            <ac:spMk id="60" creationId="{9224C17E-1AA1-4096-A3FD-25D6FD8BA444}"/>
          </ac:spMkLst>
        </pc:spChg>
        <pc:spChg chg="mod">
          <ac:chgData name="Li,Yuting (HP Medicine) BII-CN-S" userId="ce8fbb54-122c-426d-b8da-fdcc5e1b5022" providerId="ADAL" clId="{285E79B3-AB4B-41CF-8016-568EC5076B17}" dt="2022-06-08T01:28:16.989" v="3187" actId="20577"/>
          <ac:spMkLst>
            <pc:docMk/>
            <pc:sldMk cId="1454325840" sldId="2147377230"/>
            <ac:spMk id="74" creationId="{00000000-0000-0000-0000-000000000000}"/>
          </ac:spMkLst>
        </pc:spChg>
        <pc:spChg chg="mod">
          <ac:chgData name="Li,Yuting (HP Medicine) BII-CN-S" userId="ce8fbb54-122c-426d-b8da-fdcc5e1b5022" providerId="ADAL" clId="{285E79B3-AB4B-41CF-8016-568EC5076B17}" dt="2022-06-08T01:28:57.718" v="3206" actId="1076"/>
          <ac:spMkLst>
            <pc:docMk/>
            <pc:sldMk cId="1454325840" sldId="2147377230"/>
            <ac:spMk id="76" creationId="{00000000-0000-0000-0000-000000000000}"/>
          </ac:spMkLst>
        </pc:spChg>
        <pc:spChg chg="mod">
          <ac:chgData name="Li,Yuting (HP Medicine) BII-CN-S" userId="ce8fbb54-122c-426d-b8da-fdcc5e1b5022" providerId="ADAL" clId="{285E79B3-AB4B-41CF-8016-568EC5076B17}" dt="2022-06-08T01:29:21.200" v="3224" actId="20577"/>
          <ac:spMkLst>
            <pc:docMk/>
            <pc:sldMk cId="1454325840" sldId="2147377230"/>
            <ac:spMk id="82" creationId="{BB8CA441-CAF3-49DE-9132-10328C7407DA}"/>
          </ac:spMkLst>
        </pc:spChg>
        <pc:spChg chg="mod">
          <ac:chgData name="Li,Yuting (HP Medicine) BII-CN-S" userId="ce8fbb54-122c-426d-b8da-fdcc5e1b5022" providerId="ADAL" clId="{285E79B3-AB4B-41CF-8016-568EC5076B17}" dt="2022-06-09T03:42:27.313" v="3306" actId="14100"/>
          <ac:spMkLst>
            <pc:docMk/>
            <pc:sldMk cId="1454325840" sldId="2147377230"/>
            <ac:spMk id="99" creationId="{5049FDD9-83E6-4A4F-8AB0-B6468EF67093}"/>
          </ac:spMkLst>
        </pc:spChg>
        <pc:spChg chg="mod">
          <ac:chgData name="Li,Yuting (HP Medicine) BII-CN-S" userId="ce8fbb54-122c-426d-b8da-fdcc5e1b5022" providerId="ADAL" clId="{285E79B3-AB4B-41CF-8016-568EC5076B17}" dt="2022-06-09T03:40:55.325" v="3267" actId="20577"/>
          <ac:spMkLst>
            <pc:docMk/>
            <pc:sldMk cId="1454325840" sldId="2147377230"/>
            <ac:spMk id="104" creationId="{58012D24-2A78-4B92-BDFA-20F74DD93256}"/>
          </ac:spMkLst>
        </pc:spChg>
        <pc:spChg chg="mod">
          <ac:chgData name="Li,Yuting (HP Medicine) BII-CN-S" userId="ce8fbb54-122c-426d-b8da-fdcc5e1b5022" providerId="ADAL" clId="{285E79B3-AB4B-41CF-8016-568EC5076B17}" dt="2022-06-09T03:40:36.062" v="3253" actId="20577"/>
          <ac:spMkLst>
            <pc:docMk/>
            <pc:sldMk cId="1454325840" sldId="2147377230"/>
            <ac:spMk id="133" creationId="{E7356F44-C9B6-483B-BEA4-627D5EC02291}"/>
          </ac:spMkLst>
        </pc:spChg>
        <pc:spChg chg="mod">
          <ac:chgData name="Li,Yuting (HP Medicine) BII-CN-S" userId="ce8fbb54-122c-426d-b8da-fdcc5e1b5022" providerId="ADAL" clId="{285E79B3-AB4B-41CF-8016-568EC5076B17}" dt="2022-06-09T09:57:08.775" v="5010" actId="1076"/>
          <ac:spMkLst>
            <pc:docMk/>
            <pc:sldMk cId="1454325840" sldId="2147377230"/>
            <ac:spMk id="140" creationId="{56560FC4-DB5B-41E3-9237-69F6A7E81E2E}"/>
          </ac:spMkLst>
        </pc:spChg>
        <pc:spChg chg="mod">
          <ac:chgData name="Li,Yuting (HP Medicine) BII-CN-S" userId="ce8fbb54-122c-426d-b8da-fdcc5e1b5022" providerId="ADAL" clId="{285E79B3-AB4B-41CF-8016-568EC5076B17}" dt="2022-06-09T09:59:44.854" v="5018" actId="20577"/>
          <ac:spMkLst>
            <pc:docMk/>
            <pc:sldMk cId="1454325840" sldId="2147377230"/>
            <ac:spMk id="142" creationId="{6329237E-1681-4696-BDB0-6255283DD983}"/>
          </ac:spMkLst>
        </pc:spChg>
        <pc:spChg chg="mod">
          <ac:chgData name="Li,Yuting (HP Medicine) BII-CN-S" userId="ce8fbb54-122c-426d-b8da-fdcc5e1b5022" providerId="ADAL" clId="{285E79B3-AB4B-41CF-8016-568EC5076B17}" dt="2022-06-09T09:57:02.523" v="5009" actId="6549"/>
          <ac:spMkLst>
            <pc:docMk/>
            <pc:sldMk cId="1454325840" sldId="2147377230"/>
            <ac:spMk id="145" creationId="{716D490F-B071-418A-B7C9-1886E7F0509B}"/>
          </ac:spMkLst>
        </pc:spChg>
        <pc:spChg chg="mod">
          <ac:chgData name="Li,Yuting (HP Medicine) BII-CN-S" userId="ce8fbb54-122c-426d-b8da-fdcc5e1b5022" providerId="ADAL" clId="{285E79B3-AB4B-41CF-8016-568EC5076B17}" dt="2022-06-09T03:41:39.046" v="3303" actId="20577"/>
          <ac:spMkLst>
            <pc:docMk/>
            <pc:sldMk cId="1454325840" sldId="2147377230"/>
            <ac:spMk id="146" creationId="{7F11C2D5-908A-46D1-B467-BB33B1F78B32}"/>
          </ac:spMkLst>
        </pc:spChg>
        <pc:spChg chg="mod">
          <ac:chgData name="Li,Yuting (HP Medicine) BII-CN-S" userId="ce8fbb54-122c-426d-b8da-fdcc5e1b5022" providerId="ADAL" clId="{285E79B3-AB4B-41CF-8016-568EC5076B17}" dt="2022-06-09T09:55:38.559" v="4994" actId="14100"/>
          <ac:spMkLst>
            <pc:docMk/>
            <pc:sldMk cId="1454325840" sldId="2147377230"/>
            <ac:spMk id="147" creationId="{044DF5FF-B247-45DE-9B99-1E7986EB35F6}"/>
          </ac:spMkLst>
        </pc:spChg>
        <pc:spChg chg="mod">
          <ac:chgData name="Li,Yuting (HP Medicine) BII-CN-S" userId="ce8fbb54-122c-426d-b8da-fdcc5e1b5022" providerId="ADAL" clId="{285E79B3-AB4B-41CF-8016-568EC5076B17}" dt="2022-06-09T09:56:05.704" v="5007" actId="1076"/>
          <ac:spMkLst>
            <pc:docMk/>
            <pc:sldMk cId="1454325840" sldId="2147377230"/>
            <ac:spMk id="148" creationId="{C881F4DD-D410-4C1F-9628-350DA558708E}"/>
          </ac:spMkLst>
        </pc:spChg>
        <pc:spChg chg="mod">
          <ac:chgData name="Li,Yuting (HP Medicine) BII-CN-S" userId="ce8fbb54-122c-426d-b8da-fdcc5e1b5022" providerId="ADAL" clId="{285E79B3-AB4B-41CF-8016-568EC5076B17}" dt="2022-06-09T10:00:05.784" v="5021" actId="1076"/>
          <ac:spMkLst>
            <pc:docMk/>
            <pc:sldMk cId="1454325840" sldId="2147377230"/>
            <ac:spMk id="152" creationId="{9C5D610A-122D-4881-89F4-33E9A0AE1DBB}"/>
          </ac:spMkLst>
        </pc:spChg>
        <pc:spChg chg="mod">
          <ac:chgData name="Li,Yuting (HP Medicine) BII-CN-S" userId="ce8fbb54-122c-426d-b8da-fdcc5e1b5022" providerId="ADAL" clId="{285E79B3-AB4B-41CF-8016-568EC5076B17}" dt="2022-06-09T09:59:53.310" v="5019" actId="1076"/>
          <ac:spMkLst>
            <pc:docMk/>
            <pc:sldMk cId="1454325840" sldId="2147377230"/>
            <ac:spMk id="153" creationId="{2594AFD7-EBD3-4EE7-B08A-2023938BDB7B}"/>
          </ac:spMkLst>
        </pc:spChg>
        <pc:spChg chg="mod">
          <ac:chgData name="Li,Yuting (HP Medicine) BII-CN-S" userId="ce8fbb54-122c-426d-b8da-fdcc5e1b5022" providerId="ADAL" clId="{285E79B3-AB4B-41CF-8016-568EC5076B17}" dt="2022-06-09T09:56:02.702" v="5006" actId="1076"/>
          <ac:spMkLst>
            <pc:docMk/>
            <pc:sldMk cId="1454325840" sldId="2147377230"/>
            <ac:spMk id="155" creationId="{26B3E208-A368-4F0B-95D0-585EA32D5B38}"/>
          </ac:spMkLst>
        </pc:spChg>
        <pc:spChg chg="mod">
          <ac:chgData name="Li,Yuting (HP Medicine) BII-CN-S" userId="ce8fbb54-122c-426d-b8da-fdcc5e1b5022" providerId="ADAL" clId="{285E79B3-AB4B-41CF-8016-568EC5076B17}" dt="2022-06-09T10:00:01.243" v="5020" actId="1076"/>
          <ac:spMkLst>
            <pc:docMk/>
            <pc:sldMk cId="1454325840" sldId="2147377230"/>
            <ac:spMk id="157" creationId="{B0CE4069-8EAE-4A17-ABA2-E0CD5232A7CD}"/>
          </ac:spMkLst>
        </pc:spChg>
        <pc:spChg chg="del">
          <ac:chgData name="Li,Yuting (HP Medicine) BII-CN-S" userId="ce8fbb54-122c-426d-b8da-fdcc5e1b5022" providerId="ADAL" clId="{285E79B3-AB4B-41CF-8016-568EC5076B17}" dt="2022-06-09T09:43:27.518" v="4742" actId="478"/>
          <ac:spMkLst>
            <pc:docMk/>
            <pc:sldMk cId="1454325840" sldId="2147377230"/>
            <ac:spMk id="168" creationId="{7411A1FC-89E6-4851-A808-DC6B182F9CFD}"/>
          </ac:spMkLst>
        </pc:spChg>
        <pc:spChg chg="mod">
          <ac:chgData name="Li,Yuting (HP Medicine) BII-CN-S" userId="ce8fbb54-122c-426d-b8da-fdcc5e1b5022" providerId="ADAL" clId="{285E79B3-AB4B-41CF-8016-568EC5076B17}" dt="2022-06-06T10:20:28.008" v="1559" actId="20577"/>
          <ac:spMkLst>
            <pc:docMk/>
            <pc:sldMk cId="1454325840" sldId="2147377230"/>
            <ac:spMk id="172" creationId="{175CEA2E-5B4C-44ED-B320-D7230A14AC3B}"/>
          </ac:spMkLst>
        </pc:spChg>
        <pc:spChg chg="mod">
          <ac:chgData name="Li,Yuting (HP Medicine) BII-CN-S" userId="ce8fbb54-122c-426d-b8da-fdcc5e1b5022" providerId="ADAL" clId="{285E79B3-AB4B-41CF-8016-568EC5076B17}" dt="2022-06-08T01:29:14.802" v="3221" actId="20577"/>
          <ac:spMkLst>
            <pc:docMk/>
            <pc:sldMk cId="1454325840" sldId="2147377230"/>
            <ac:spMk id="176" creationId="{D3AE9AFB-1837-41A9-92FD-2D4648C9FF99}"/>
          </ac:spMkLst>
        </pc:spChg>
        <pc:spChg chg="mod">
          <ac:chgData name="Li,Yuting (HP Medicine) BII-CN-S" userId="ce8fbb54-122c-426d-b8da-fdcc5e1b5022" providerId="ADAL" clId="{285E79B3-AB4B-41CF-8016-568EC5076B17}" dt="2022-06-09T03:42:56.559" v="3308" actId="20577"/>
          <ac:spMkLst>
            <pc:docMk/>
            <pc:sldMk cId="1454325840" sldId="2147377230"/>
            <ac:spMk id="179" creationId="{22D4F8F6-6B2A-46A3-8080-17031A334CD4}"/>
          </ac:spMkLst>
        </pc:spChg>
        <pc:spChg chg="mod">
          <ac:chgData name="Li,Yuting (HP Medicine) BII-CN-S" userId="ce8fbb54-122c-426d-b8da-fdcc5e1b5022" providerId="ADAL" clId="{285E79B3-AB4B-41CF-8016-568EC5076B17}" dt="2022-06-09T03:41:32.874" v="3295" actId="20577"/>
          <ac:spMkLst>
            <pc:docMk/>
            <pc:sldMk cId="1454325840" sldId="2147377230"/>
            <ac:spMk id="183" creationId="{6E58D528-AF48-4F3F-BD1D-0B367D674339}"/>
          </ac:spMkLst>
        </pc:spChg>
        <pc:spChg chg="mod">
          <ac:chgData name="Li,Yuting (HP Medicine) BII-CN-S" userId="ce8fbb54-122c-426d-b8da-fdcc5e1b5022" providerId="ADAL" clId="{285E79B3-AB4B-41CF-8016-568EC5076B17}" dt="2022-06-09T10:01:22.321" v="5032" actId="20577"/>
          <ac:spMkLst>
            <pc:docMk/>
            <pc:sldMk cId="1454325840" sldId="2147377230"/>
            <ac:spMk id="189" creationId="{041CA061-19DF-4EDB-8FF6-3AD1869184B7}"/>
          </ac:spMkLst>
        </pc:spChg>
        <pc:spChg chg="mod">
          <ac:chgData name="Li,Yuting (HP Medicine) BII-CN-S" userId="ce8fbb54-122c-426d-b8da-fdcc5e1b5022" providerId="ADAL" clId="{285E79B3-AB4B-41CF-8016-568EC5076B17}" dt="2022-06-09T03:39:03.808" v="3240" actId="20577"/>
          <ac:spMkLst>
            <pc:docMk/>
            <pc:sldMk cId="1454325840" sldId="2147377230"/>
            <ac:spMk id="192" creationId="{31193A60-52A8-4E9D-BB69-B3D203C95D66}"/>
          </ac:spMkLst>
        </pc:spChg>
        <pc:spChg chg="mod">
          <ac:chgData name="Li,Yuting (HP Medicine) BII-CN-S" userId="ce8fbb54-122c-426d-b8da-fdcc5e1b5022" providerId="ADAL" clId="{285E79B3-AB4B-41CF-8016-568EC5076B17}" dt="2022-06-09T10:01:27.747" v="5036" actId="20577"/>
          <ac:spMkLst>
            <pc:docMk/>
            <pc:sldMk cId="1454325840" sldId="2147377230"/>
            <ac:spMk id="195" creationId="{E0DD0EF3-1666-45D4-B27E-C296EFA0FAF8}"/>
          </ac:spMkLst>
        </pc:spChg>
        <pc:spChg chg="mod">
          <ac:chgData name="Li,Yuting (HP Medicine) BII-CN-S" userId="ce8fbb54-122c-426d-b8da-fdcc5e1b5022" providerId="ADAL" clId="{285E79B3-AB4B-41CF-8016-568EC5076B17}" dt="2022-06-09T03:41:22.281" v="3282" actId="20577"/>
          <ac:spMkLst>
            <pc:docMk/>
            <pc:sldMk cId="1454325840" sldId="2147377230"/>
            <ac:spMk id="197" creationId="{A8095119-B3CC-4AB7-8A5A-67F71A04DA6C}"/>
          </ac:spMkLst>
        </pc:spChg>
        <pc:spChg chg="mod">
          <ac:chgData name="Li,Yuting (HP Medicine) BII-CN-S" userId="ce8fbb54-122c-426d-b8da-fdcc5e1b5022" providerId="ADAL" clId="{285E79B3-AB4B-41CF-8016-568EC5076B17}" dt="2022-06-08T01:29:02.113" v="3211" actId="20577"/>
          <ac:spMkLst>
            <pc:docMk/>
            <pc:sldMk cId="1454325840" sldId="2147377230"/>
            <ac:spMk id="198" creationId="{1774BA4C-C416-48F1-818F-A2111977357D}"/>
          </ac:spMkLst>
        </pc:spChg>
        <pc:spChg chg="add del mod">
          <ac:chgData name="Li,Yuting (HP Medicine) BII-CN-S" userId="ce8fbb54-122c-426d-b8da-fdcc5e1b5022" providerId="ADAL" clId="{285E79B3-AB4B-41CF-8016-568EC5076B17}" dt="2022-06-09T10:01:09.614" v="5027" actId="20577"/>
          <ac:spMkLst>
            <pc:docMk/>
            <pc:sldMk cId="1454325840" sldId="2147377230"/>
            <ac:spMk id="201" creationId="{E8C48886-5F6B-4CE3-BF5D-30623CB3650B}"/>
          </ac:spMkLst>
        </pc:spChg>
        <pc:spChg chg="mod">
          <ac:chgData name="Li,Yuting (HP Medicine) BII-CN-S" userId="ce8fbb54-122c-426d-b8da-fdcc5e1b5022" providerId="ADAL" clId="{285E79B3-AB4B-41CF-8016-568EC5076B17}" dt="2022-06-08T01:28:51.463" v="3205" actId="1076"/>
          <ac:spMkLst>
            <pc:docMk/>
            <pc:sldMk cId="1454325840" sldId="2147377230"/>
            <ac:spMk id="206" creationId="{B5E91E3E-1E01-43EF-9E8C-7C6A6F4DA617}"/>
          </ac:spMkLst>
        </pc:spChg>
        <pc:spChg chg="mod">
          <ac:chgData name="Li,Yuting (HP Medicine) BII-CN-S" userId="ce8fbb54-122c-426d-b8da-fdcc5e1b5022" providerId="ADAL" clId="{285E79B3-AB4B-41CF-8016-568EC5076B17}" dt="2022-06-09T09:41:43.315" v="4670"/>
          <ac:spMkLst>
            <pc:docMk/>
            <pc:sldMk cId="1454325840" sldId="2147377230"/>
            <ac:spMk id="207" creationId="{967EFA37-DFAA-46BF-84D0-CD7B5F281FB4}"/>
          </ac:spMkLst>
        </pc:spChg>
        <pc:grpChg chg="add mod">
          <ac:chgData name="Li,Yuting (HP Medicine) BII-CN-S" userId="ce8fbb54-122c-426d-b8da-fdcc5e1b5022" providerId="ADAL" clId="{285E79B3-AB4B-41CF-8016-568EC5076B17}" dt="2022-06-09T09:41:55.204" v="4672" actId="1076"/>
          <ac:grpSpMkLst>
            <pc:docMk/>
            <pc:sldMk cId="1454325840" sldId="2147377230"/>
            <ac:grpSpMk id="203" creationId="{3855D1D5-D3D2-4F97-9E67-F3646B91ACCC}"/>
          </ac:grpSpMkLst>
        </pc:grpChg>
        <pc:cxnChg chg="mod">
          <ac:chgData name="Li,Yuting (HP Medicine) BII-CN-S" userId="ce8fbb54-122c-426d-b8da-fdcc5e1b5022" providerId="ADAL" clId="{285E79B3-AB4B-41CF-8016-568EC5076B17}" dt="2022-06-09T09:41:43.315" v="4670"/>
          <ac:cxnSpMkLst>
            <pc:docMk/>
            <pc:sldMk cId="1454325840" sldId="2147377230"/>
            <ac:cxnSpMk id="204" creationId="{02E9FED2-5A70-4BF1-B54F-D99842DB23FA}"/>
          </ac:cxnSpMkLst>
        </pc:cxnChg>
      </pc:sldChg>
      <pc:sldChg chg="addSp delSp modSp new mod addCm modCm">
        <pc:chgData name="Li,Yuting (HP Medicine) BII-CN-S" userId="ce8fbb54-122c-426d-b8da-fdcc5e1b5022" providerId="ADAL" clId="{285E79B3-AB4B-41CF-8016-568EC5076B17}" dt="2022-06-09T11:04:43.051" v="5362" actId="20577"/>
        <pc:sldMkLst>
          <pc:docMk/>
          <pc:sldMk cId="16040882" sldId="2147377231"/>
        </pc:sldMkLst>
        <pc:spChg chg="add mod">
          <ac:chgData name="Li,Yuting (HP Medicine) BII-CN-S" userId="ce8fbb54-122c-426d-b8da-fdcc5e1b5022" providerId="ADAL" clId="{285E79B3-AB4B-41CF-8016-568EC5076B17}" dt="2022-06-09T07:47:54.761" v="4030" actId="1076"/>
          <ac:spMkLst>
            <pc:docMk/>
            <pc:sldMk cId="16040882" sldId="2147377231"/>
            <ac:spMk id="2" creationId="{624701D4-E92D-4CB3-BB84-7CA323FB1866}"/>
          </ac:spMkLst>
        </pc:spChg>
        <pc:spChg chg="del">
          <ac:chgData name="Li,Yuting (HP Medicine) BII-CN-S" userId="ce8fbb54-122c-426d-b8da-fdcc5e1b5022" providerId="ADAL" clId="{285E79B3-AB4B-41CF-8016-568EC5076B17}" dt="2022-06-06T09:58:34.458" v="1152"/>
          <ac:spMkLst>
            <pc:docMk/>
            <pc:sldMk cId="16040882" sldId="2147377231"/>
            <ac:spMk id="2" creationId="{D11BCBAD-40DB-4BD2-96C1-D595D0410FA4}"/>
          </ac:spMkLst>
        </pc:spChg>
        <pc:spChg chg="del">
          <ac:chgData name="Li,Yuting (HP Medicine) BII-CN-S" userId="ce8fbb54-122c-426d-b8da-fdcc5e1b5022" providerId="ADAL" clId="{285E79B3-AB4B-41CF-8016-568EC5076B17}" dt="2022-06-06T10:07:22.046" v="1226" actId="478"/>
          <ac:spMkLst>
            <pc:docMk/>
            <pc:sldMk cId="16040882" sldId="2147377231"/>
            <ac:spMk id="4" creationId="{F379DA20-EAE6-4E3B-8828-E935D308E7D5}"/>
          </ac:spMkLst>
        </pc:spChg>
        <pc:spChg chg="add mod ord">
          <ac:chgData name="Li,Yuting (HP Medicine) BII-CN-S" userId="ce8fbb54-122c-426d-b8da-fdcc5e1b5022" providerId="ADAL" clId="{285E79B3-AB4B-41CF-8016-568EC5076B17}" dt="2022-06-06T10:08:21.659" v="1229" actId="167"/>
          <ac:spMkLst>
            <pc:docMk/>
            <pc:sldMk cId="16040882" sldId="2147377231"/>
            <ac:spMk id="7" creationId="{0D09DA37-8359-4B52-9D59-498EA1684731}"/>
          </ac:spMkLst>
        </pc:spChg>
        <pc:graphicFrameChg chg="add del mod">
          <ac:chgData name="Li,Yuting (HP Medicine) BII-CN-S" userId="ce8fbb54-122c-426d-b8da-fdcc5e1b5022" providerId="ADAL" clId="{285E79B3-AB4B-41CF-8016-568EC5076B17}" dt="2022-06-06T09:58:28.506" v="1151"/>
          <ac:graphicFrameMkLst>
            <pc:docMk/>
            <pc:sldMk cId="16040882" sldId="2147377231"/>
            <ac:graphicFrameMk id="5" creationId="{D48EBAB7-4C59-40B4-A9A1-D94FB40D23EC}"/>
          </ac:graphicFrameMkLst>
        </pc:graphicFrameChg>
        <pc:graphicFrameChg chg="add mod modGraphic">
          <ac:chgData name="Li,Yuting (HP Medicine) BII-CN-S" userId="ce8fbb54-122c-426d-b8da-fdcc5e1b5022" providerId="ADAL" clId="{285E79B3-AB4B-41CF-8016-568EC5076B17}" dt="2022-06-09T11:04:43.051" v="5362" actId="20577"/>
          <ac:graphicFrameMkLst>
            <pc:docMk/>
            <pc:sldMk cId="16040882" sldId="2147377231"/>
            <ac:graphicFrameMk id="6" creationId="{EB284954-4E69-45FF-97FD-FCD77C6765B0}"/>
          </ac:graphicFrameMkLst>
        </pc:graphicFrameChg>
      </pc:sldChg>
      <pc:sldChg chg="new del">
        <pc:chgData name="Li,Yuting (HP Medicine) BII-CN-S" userId="ce8fbb54-122c-426d-b8da-fdcc5e1b5022" providerId="ADAL" clId="{285E79B3-AB4B-41CF-8016-568EC5076B17}" dt="2022-06-07T01:08:04.455" v="1754" actId="47"/>
        <pc:sldMkLst>
          <pc:docMk/>
          <pc:sldMk cId="3945382322" sldId="2147377232"/>
        </pc:sldMkLst>
      </pc:sldChg>
      <pc:sldChg chg="addSp delSp modSp mod">
        <pc:chgData name="Li,Yuting (HP Medicine) BII-CN-S" userId="ce8fbb54-122c-426d-b8da-fdcc5e1b5022" providerId="ADAL" clId="{285E79B3-AB4B-41CF-8016-568EC5076B17}" dt="2022-06-09T10:10:23.054" v="5180" actId="113"/>
        <pc:sldMkLst>
          <pc:docMk/>
          <pc:sldMk cId="3545230504" sldId="2147377239"/>
        </pc:sldMkLst>
        <pc:spChg chg="add mod">
          <ac:chgData name="Li,Yuting (HP Medicine) BII-CN-S" userId="ce8fbb54-122c-426d-b8da-fdcc5e1b5022" providerId="ADAL" clId="{285E79B3-AB4B-41CF-8016-568EC5076B17}" dt="2022-06-07T01:16:06.414" v="1975" actId="20577"/>
          <ac:spMkLst>
            <pc:docMk/>
            <pc:sldMk cId="3545230504" sldId="2147377239"/>
            <ac:spMk id="2" creationId="{0132110A-50C2-4610-8F57-73A17CD99E42}"/>
          </ac:spMkLst>
        </pc:spChg>
        <pc:spChg chg="del mod">
          <ac:chgData name="Li,Yuting (HP Medicine) BII-CN-S" userId="ce8fbb54-122c-426d-b8da-fdcc5e1b5022" providerId="ADAL" clId="{285E79B3-AB4B-41CF-8016-568EC5076B17}" dt="2022-06-07T01:16:43.378" v="1979" actId="478"/>
          <ac:spMkLst>
            <pc:docMk/>
            <pc:sldMk cId="3545230504" sldId="2147377239"/>
            <ac:spMk id="23" creationId="{3CC77B3E-01E9-4085-B3BB-581F8DF1A410}"/>
          </ac:spMkLst>
        </pc:spChg>
        <pc:spChg chg="mod">
          <ac:chgData name="Li,Yuting (HP Medicine) BII-CN-S" userId="ce8fbb54-122c-426d-b8da-fdcc5e1b5022" providerId="ADAL" clId="{285E79B3-AB4B-41CF-8016-568EC5076B17}" dt="2022-06-07T01:39:53.368" v="3081" actId="20577"/>
          <ac:spMkLst>
            <pc:docMk/>
            <pc:sldMk cId="3545230504" sldId="2147377239"/>
            <ac:spMk id="25" creationId="{ED5A445D-D1B7-4176-984A-EFEC03829DC4}"/>
          </ac:spMkLst>
        </pc:spChg>
        <pc:spChg chg="mod">
          <ac:chgData name="Li,Yuting (HP Medicine) BII-CN-S" userId="ce8fbb54-122c-426d-b8da-fdcc5e1b5022" providerId="ADAL" clId="{285E79B3-AB4B-41CF-8016-568EC5076B17}" dt="2022-06-07T01:15:02.481" v="1965" actId="1035"/>
          <ac:spMkLst>
            <pc:docMk/>
            <pc:sldMk cId="3545230504" sldId="2147377239"/>
            <ac:spMk id="26" creationId="{9A07CAAC-29DA-4E40-A71E-2B61EAED8A45}"/>
          </ac:spMkLst>
        </pc:spChg>
        <pc:spChg chg="mod">
          <ac:chgData name="Li,Yuting (HP Medicine) BII-CN-S" userId="ce8fbb54-122c-426d-b8da-fdcc5e1b5022" providerId="ADAL" clId="{285E79B3-AB4B-41CF-8016-568EC5076B17}" dt="2022-06-07T01:15:02.481" v="1965" actId="1035"/>
          <ac:spMkLst>
            <pc:docMk/>
            <pc:sldMk cId="3545230504" sldId="2147377239"/>
            <ac:spMk id="27" creationId="{AF6126E7-BEB7-40C2-A554-E4072F9976AC}"/>
          </ac:spMkLst>
        </pc:spChg>
        <pc:spChg chg="mod">
          <ac:chgData name="Li,Yuting (HP Medicine) BII-CN-S" userId="ce8fbb54-122c-426d-b8da-fdcc5e1b5022" providerId="ADAL" clId="{285E79B3-AB4B-41CF-8016-568EC5076B17}" dt="2022-06-07T01:15:02.481" v="1965" actId="1035"/>
          <ac:spMkLst>
            <pc:docMk/>
            <pc:sldMk cId="3545230504" sldId="2147377239"/>
            <ac:spMk id="29" creationId="{C5634677-C46B-4572-91D8-16F9828CE1F2}"/>
          </ac:spMkLst>
        </pc:spChg>
        <pc:spChg chg="del">
          <ac:chgData name="Li,Yuting (HP Medicine) BII-CN-S" userId="ce8fbb54-122c-426d-b8da-fdcc5e1b5022" providerId="ADAL" clId="{285E79B3-AB4B-41CF-8016-568EC5076B17}" dt="2022-06-07T01:11:19.010" v="1843" actId="478"/>
          <ac:spMkLst>
            <pc:docMk/>
            <pc:sldMk cId="3545230504" sldId="2147377239"/>
            <ac:spMk id="30" creationId="{152DD256-80F8-491B-9568-9604C76930E5}"/>
          </ac:spMkLst>
        </pc:spChg>
        <pc:spChg chg="del">
          <ac:chgData name="Li,Yuting (HP Medicine) BII-CN-S" userId="ce8fbb54-122c-426d-b8da-fdcc5e1b5022" providerId="ADAL" clId="{285E79B3-AB4B-41CF-8016-568EC5076B17}" dt="2022-06-07T01:11:19.010" v="1843" actId="478"/>
          <ac:spMkLst>
            <pc:docMk/>
            <pc:sldMk cId="3545230504" sldId="2147377239"/>
            <ac:spMk id="31" creationId="{0A83D6F6-9E57-491A-A6C5-522E2DF2737B}"/>
          </ac:spMkLst>
        </pc:spChg>
        <pc:spChg chg="mod">
          <ac:chgData name="Li,Yuting (HP Medicine) BII-CN-S" userId="ce8fbb54-122c-426d-b8da-fdcc5e1b5022" providerId="ADAL" clId="{285E79B3-AB4B-41CF-8016-568EC5076B17}" dt="2022-06-09T10:06:46.498" v="5133" actId="6549"/>
          <ac:spMkLst>
            <pc:docMk/>
            <pc:sldMk cId="3545230504" sldId="2147377239"/>
            <ac:spMk id="32" creationId="{4768AC70-3FDD-4B1B-A629-FFA39AD9DD29}"/>
          </ac:spMkLst>
        </pc:spChg>
        <pc:spChg chg="mod">
          <ac:chgData name="Li,Yuting (HP Medicine) BII-CN-S" userId="ce8fbb54-122c-426d-b8da-fdcc5e1b5022" providerId="ADAL" clId="{285E79B3-AB4B-41CF-8016-568EC5076B17}" dt="2022-06-07T01:15:02.481" v="1965" actId="1035"/>
          <ac:spMkLst>
            <pc:docMk/>
            <pc:sldMk cId="3545230504" sldId="2147377239"/>
            <ac:spMk id="34" creationId="{08D016BA-B2D8-4847-8256-3ACA28A622AE}"/>
          </ac:spMkLst>
        </pc:spChg>
        <pc:spChg chg="del">
          <ac:chgData name="Li,Yuting (HP Medicine) BII-CN-S" userId="ce8fbb54-122c-426d-b8da-fdcc5e1b5022" providerId="ADAL" clId="{285E79B3-AB4B-41CF-8016-568EC5076B17}" dt="2022-06-07T01:11:19.010" v="1843" actId="478"/>
          <ac:spMkLst>
            <pc:docMk/>
            <pc:sldMk cId="3545230504" sldId="2147377239"/>
            <ac:spMk id="35" creationId="{D14706BF-F4A7-4809-9DCF-0B02E23FB013}"/>
          </ac:spMkLst>
        </pc:spChg>
        <pc:spChg chg="mod">
          <ac:chgData name="Li,Yuting (HP Medicine) BII-CN-S" userId="ce8fbb54-122c-426d-b8da-fdcc5e1b5022" providerId="ADAL" clId="{285E79B3-AB4B-41CF-8016-568EC5076B17}" dt="2022-06-07T01:17:25.061" v="1986" actId="1076"/>
          <ac:spMkLst>
            <pc:docMk/>
            <pc:sldMk cId="3545230504" sldId="2147377239"/>
            <ac:spMk id="36" creationId="{4FD61363-672A-4B86-87CD-F24EE7F9F5E9}"/>
          </ac:spMkLst>
        </pc:spChg>
        <pc:spChg chg="del mod">
          <ac:chgData name="Li,Yuting (HP Medicine) BII-CN-S" userId="ce8fbb54-122c-426d-b8da-fdcc5e1b5022" providerId="ADAL" clId="{285E79B3-AB4B-41CF-8016-568EC5076B17}" dt="2022-06-07T01:34:00.993" v="2626" actId="478"/>
          <ac:spMkLst>
            <pc:docMk/>
            <pc:sldMk cId="3545230504" sldId="2147377239"/>
            <ac:spMk id="37" creationId="{49813567-8471-47A9-91AA-AF4A268F4956}"/>
          </ac:spMkLst>
        </pc:spChg>
        <pc:spChg chg="mod">
          <ac:chgData name="Li,Yuting (HP Medicine) BII-CN-S" userId="ce8fbb54-122c-426d-b8da-fdcc5e1b5022" providerId="ADAL" clId="{285E79B3-AB4B-41CF-8016-568EC5076B17}" dt="2022-06-07T01:15:02.481" v="1965" actId="1035"/>
          <ac:spMkLst>
            <pc:docMk/>
            <pc:sldMk cId="3545230504" sldId="2147377239"/>
            <ac:spMk id="38" creationId="{CC9F99CE-2DC5-48EE-BBA9-EBDBD245443C}"/>
          </ac:spMkLst>
        </pc:spChg>
        <pc:spChg chg="mod">
          <ac:chgData name="Li,Yuting (HP Medicine) BII-CN-S" userId="ce8fbb54-122c-426d-b8da-fdcc5e1b5022" providerId="ADAL" clId="{285E79B3-AB4B-41CF-8016-568EC5076B17}" dt="2022-06-07T01:15:02.481" v="1965" actId="1035"/>
          <ac:spMkLst>
            <pc:docMk/>
            <pc:sldMk cId="3545230504" sldId="2147377239"/>
            <ac:spMk id="39" creationId="{34B4DA5E-B599-4A52-BC5A-53CA9D1BC280}"/>
          </ac:spMkLst>
        </pc:spChg>
        <pc:spChg chg="mod">
          <ac:chgData name="Li,Yuting (HP Medicine) BII-CN-S" userId="ce8fbb54-122c-426d-b8da-fdcc5e1b5022" providerId="ADAL" clId="{285E79B3-AB4B-41CF-8016-568EC5076B17}" dt="2022-06-07T01:15:02.481" v="1965" actId="1035"/>
          <ac:spMkLst>
            <pc:docMk/>
            <pc:sldMk cId="3545230504" sldId="2147377239"/>
            <ac:spMk id="40" creationId="{17E25649-96BD-4E21-8205-8300DEE06D5F}"/>
          </ac:spMkLst>
        </pc:spChg>
        <pc:spChg chg="del mod">
          <ac:chgData name="Li,Yuting (HP Medicine) BII-CN-S" userId="ce8fbb54-122c-426d-b8da-fdcc5e1b5022" providerId="ADAL" clId="{285E79B3-AB4B-41CF-8016-568EC5076B17}" dt="2022-06-09T03:49:20.809" v="3476" actId="478"/>
          <ac:spMkLst>
            <pc:docMk/>
            <pc:sldMk cId="3545230504" sldId="2147377239"/>
            <ac:spMk id="41" creationId="{1D5F835F-8031-4463-A13D-6CA476EEBFDA}"/>
          </ac:spMkLst>
        </pc:spChg>
        <pc:spChg chg="del">
          <ac:chgData name="Li,Yuting (HP Medicine) BII-CN-S" userId="ce8fbb54-122c-426d-b8da-fdcc5e1b5022" providerId="ADAL" clId="{285E79B3-AB4B-41CF-8016-568EC5076B17}" dt="2022-06-07T01:11:19.010" v="1843" actId="478"/>
          <ac:spMkLst>
            <pc:docMk/>
            <pc:sldMk cId="3545230504" sldId="2147377239"/>
            <ac:spMk id="43" creationId="{387888A7-F3C6-4923-880B-93534D091C8D}"/>
          </ac:spMkLst>
        </pc:spChg>
        <pc:spChg chg="mod">
          <ac:chgData name="Li,Yuting (HP Medicine) BII-CN-S" userId="ce8fbb54-122c-426d-b8da-fdcc5e1b5022" providerId="ADAL" clId="{285E79B3-AB4B-41CF-8016-568EC5076B17}" dt="2022-06-07T01:15:02.481" v="1965" actId="1035"/>
          <ac:spMkLst>
            <pc:docMk/>
            <pc:sldMk cId="3545230504" sldId="2147377239"/>
            <ac:spMk id="44" creationId="{99F20222-8467-404F-9235-80C0FB2F12C7}"/>
          </ac:spMkLst>
        </pc:spChg>
        <pc:spChg chg="mod">
          <ac:chgData name="Li,Yuting (HP Medicine) BII-CN-S" userId="ce8fbb54-122c-426d-b8da-fdcc5e1b5022" providerId="ADAL" clId="{285E79B3-AB4B-41CF-8016-568EC5076B17}" dt="2022-06-07T01:15:02.481" v="1965" actId="1035"/>
          <ac:spMkLst>
            <pc:docMk/>
            <pc:sldMk cId="3545230504" sldId="2147377239"/>
            <ac:spMk id="46" creationId="{6166B265-22C5-4A22-BEF3-7110D7703301}"/>
          </ac:spMkLst>
        </pc:spChg>
        <pc:spChg chg="mod">
          <ac:chgData name="Li,Yuting (HP Medicine) BII-CN-S" userId="ce8fbb54-122c-426d-b8da-fdcc5e1b5022" providerId="ADAL" clId="{285E79B3-AB4B-41CF-8016-568EC5076B17}" dt="2022-06-07T01:15:02.481" v="1965" actId="1035"/>
          <ac:spMkLst>
            <pc:docMk/>
            <pc:sldMk cId="3545230504" sldId="2147377239"/>
            <ac:spMk id="47" creationId="{ADCC8160-53A5-4A22-B938-7443DC70C62D}"/>
          </ac:spMkLst>
        </pc:spChg>
        <pc:spChg chg="del">
          <ac:chgData name="Li,Yuting (HP Medicine) BII-CN-S" userId="ce8fbb54-122c-426d-b8da-fdcc5e1b5022" providerId="ADAL" clId="{285E79B3-AB4B-41CF-8016-568EC5076B17}" dt="2022-06-07T01:11:19.010" v="1843" actId="478"/>
          <ac:spMkLst>
            <pc:docMk/>
            <pc:sldMk cId="3545230504" sldId="2147377239"/>
            <ac:spMk id="49" creationId="{5B03F50C-A68C-4EED-84E3-A58C5F3EB0D9}"/>
          </ac:spMkLst>
        </pc:spChg>
        <pc:spChg chg="add mod">
          <ac:chgData name="Li,Yuting (HP Medicine) BII-CN-S" userId="ce8fbb54-122c-426d-b8da-fdcc5e1b5022" providerId="ADAL" clId="{285E79B3-AB4B-41CF-8016-568EC5076B17}" dt="2022-06-09T03:51:08.863" v="3496"/>
          <ac:spMkLst>
            <pc:docMk/>
            <pc:sldMk cId="3545230504" sldId="2147377239"/>
            <ac:spMk id="49" creationId="{D0D2A13D-CAD7-4889-AF96-AF7D2351D981}"/>
          </ac:spMkLst>
        </pc:spChg>
        <pc:spChg chg="mod">
          <ac:chgData name="Li,Yuting (HP Medicine) BII-CN-S" userId="ce8fbb54-122c-426d-b8da-fdcc5e1b5022" providerId="ADAL" clId="{285E79B3-AB4B-41CF-8016-568EC5076B17}" dt="2022-06-07T01:15:02.481" v="1965" actId="1035"/>
          <ac:spMkLst>
            <pc:docMk/>
            <pc:sldMk cId="3545230504" sldId="2147377239"/>
            <ac:spMk id="51" creationId="{D30D95AB-5B99-47D9-B7A6-8DE84AA75445}"/>
          </ac:spMkLst>
        </pc:spChg>
        <pc:spChg chg="mod">
          <ac:chgData name="Li,Yuting (HP Medicine) BII-CN-S" userId="ce8fbb54-122c-426d-b8da-fdcc5e1b5022" providerId="ADAL" clId="{285E79B3-AB4B-41CF-8016-568EC5076B17}" dt="2022-06-07T01:15:02.481" v="1965" actId="1035"/>
          <ac:spMkLst>
            <pc:docMk/>
            <pc:sldMk cId="3545230504" sldId="2147377239"/>
            <ac:spMk id="52" creationId="{BC69D006-17BA-4D7B-B659-72C7D0DF0DD1}"/>
          </ac:spMkLst>
        </pc:spChg>
        <pc:spChg chg="mod">
          <ac:chgData name="Li,Yuting (HP Medicine) BII-CN-S" userId="ce8fbb54-122c-426d-b8da-fdcc5e1b5022" providerId="ADAL" clId="{285E79B3-AB4B-41CF-8016-568EC5076B17}" dt="2022-06-07T01:17:29.648" v="1988" actId="14100"/>
          <ac:spMkLst>
            <pc:docMk/>
            <pc:sldMk cId="3545230504" sldId="2147377239"/>
            <ac:spMk id="53" creationId="{1C05A946-9477-4CA0-B193-FA3A7392F149}"/>
          </ac:spMkLst>
        </pc:spChg>
        <pc:spChg chg="mod">
          <ac:chgData name="Li,Yuting (HP Medicine) BII-CN-S" userId="ce8fbb54-122c-426d-b8da-fdcc5e1b5022" providerId="ADAL" clId="{285E79B3-AB4B-41CF-8016-568EC5076B17}" dt="2022-06-07T01:15:02.481" v="1965" actId="1035"/>
          <ac:spMkLst>
            <pc:docMk/>
            <pc:sldMk cId="3545230504" sldId="2147377239"/>
            <ac:spMk id="54" creationId="{00000000-0000-0000-0000-000000000000}"/>
          </ac:spMkLst>
        </pc:spChg>
        <pc:spChg chg="mod">
          <ac:chgData name="Li,Yuting (HP Medicine) BII-CN-S" userId="ce8fbb54-122c-426d-b8da-fdcc5e1b5022" providerId="ADAL" clId="{285E79B3-AB4B-41CF-8016-568EC5076B17}" dt="2022-06-07T01:28:47.451" v="2617" actId="404"/>
          <ac:spMkLst>
            <pc:docMk/>
            <pc:sldMk cId="3545230504" sldId="2147377239"/>
            <ac:spMk id="55" creationId="{29A3BB05-5E56-4FAA-87AF-7CB016F35F98}"/>
          </ac:spMkLst>
        </pc:spChg>
        <pc:spChg chg="mod">
          <ac:chgData name="Li,Yuting (HP Medicine) BII-CN-S" userId="ce8fbb54-122c-426d-b8da-fdcc5e1b5022" providerId="ADAL" clId="{285E79B3-AB4B-41CF-8016-568EC5076B17}" dt="2022-06-07T01:17:26.640" v="1987" actId="1076"/>
          <ac:spMkLst>
            <pc:docMk/>
            <pc:sldMk cId="3545230504" sldId="2147377239"/>
            <ac:spMk id="56" creationId="{39D827AC-052D-46F9-BB1E-9849416B8A66}"/>
          </ac:spMkLst>
        </pc:spChg>
        <pc:spChg chg="mod">
          <ac:chgData name="Li,Yuting (HP Medicine) BII-CN-S" userId="ce8fbb54-122c-426d-b8da-fdcc5e1b5022" providerId="ADAL" clId="{285E79B3-AB4B-41CF-8016-568EC5076B17}" dt="2022-06-07T01:15:02.481" v="1965" actId="1035"/>
          <ac:spMkLst>
            <pc:docMk/>
            <pc:sldMk cId="3545230504" sldId="2147377239"/>
            <ac:spMk id="57" creationId="{DD3677D8-80BA-47B6-A58A-32BF2BFBD85E}"/>
          </ac:spMkLst>
        </pc:spChg>
        <pc:spChg chg="add mod">
          <ac:chgData name="Li,Yuting (HP Medicine) BII-CN-S" userId="ce8fbb54-122c-426d-b8da-fdcc5e1b5022" providerId="ADAL" clId="{285E79B3-AB4B-41CF-8016-568EC5076B17}" dt="2022-06-09T10:06:59.124" v="5135" actId="20577"/>
          <ac:spMkLst>
            <pc:docMk/>
            <pc:sldMk cId="3545230504" sldId="2147377239"/>
            <ac:spMk id="58" creationId="{65DB0599-F3B0-472F-B0CC-3A8CFA86BC82}"/>
          </ac:spMkLst>
        </pc:spChg>
        <pc:spChg chg="add mod">
          <ac:chgData name="Li,Yuting (HP Medicine) BII-CN-S" userId="ce8fbb54-122c-426d-b8da-fdcc5e1b5022" providerId="ADAL" clId="{285E79B3-AB4B-41CF-8016-568EC5076B17}" dt="2022-06-09T03:52:47.132" v="3546" actId="1076"/>
          <ac:spMkLst>
            <pc:docMk/>
            <pc:sldMk cId="3545230504" sldId="2147377239"/>
            <ac:spMk id="59" creationId="{2D916CF7-3901-4A8F-9EAE-249C589A6DB0}"/>
          </ac:spMkLst>
        </pc:spChg>
        <pc:spChg chg="add del mod">
          <ac:chgData name="Li,Yuting (HP Medicine) BII-CN-S" userId="ce8fbb54-122c-426d-b8da-fdcc5e1b5022" providerId="ADAL" clId="{285E79B3-AB4B-41CF-8016-568EC5076B17}" dt="2022-06-07T01:27:53.826" v="2607"/>
          <ac:spMkLst>
            <pc:docMk/>
            <pc:sldMk cId="3545230504" sldId="2147377239"/>
            <ac:spMk id="59" creationId="{728AE78F-E8C5-4E12-8C31-028BECA054D8}"/>
          </ac:spMkLst>
        </pc:spChg>
        <pc:spChg chg="add mod">
          <ac:chgData name="Li,Yuting (HP Medicine) BII-CN-S" userId="ce8fbb54-122c-426d-b8da-fdcc5e1b5022" providerId="ADAL" clId="{285E79B3-AB4B-41CF-8016-568EC5076B17}" dt="2022-06-09T03:54:33.951" v="3559" actId="20577"/>
          <ac:spMkLst>
            <pc:docMk/>
            <pc:sldMk cId="3545230504" sldId="2147377239"/>
            <ac:spMk id="61" creationId="{087C6253-FD67-4E06-99E0-D7FFFBDC6684}"/>
          </ac:spMkLst>
        </pc:spChg>
        <pc:spChg chg="add del mod">
          <ac:chgData name="Li,Yuting (HP Medicine) BII-CN-S" userId="ce8fbb54-122c-426d-b8da-fdcc5e1b5022" providerId="ADAL" clId="{285E79B3-AB4B-41CF-8016-568EC5076B17}" dt="2022-06-07T01:28:06.227" v="2609" actId="478"/>
          <ac:spMkLst>
            <pc:docMk/>
            <pc:sldMk cId="3545230504" sldId="2147377239"/>
            <ac:spMk id="62" creationId="{5A6DF48D-267A-4CA5-B65F-D9CAE5AFE0A2}"/>
          </ac:spMkLst>
        </pc:spChg>
        <pc:spChg chg="add mod">
          <ac:chgData name="Li,Yuting (HP Medicine) BII-CN-S" userId="ce8fbb54-122c-426d-b8da-fdcc5e1b5022" providerId="ADAL" clId="{285E79B3-AB4B-41CF-8016-568EC5076B17}" dt="2022-06-09T03:52:59.345" v="3550" actId="1076"/>
          <ac:spMkLst>
            <pc:docMk/>
            <pc:sldMk cId="3545230504" sldId="2147377239"/>
            <ac:spMk id="62" creationId="{76F4CAC1-33D2-40AF-9C94-79B8E5CAAC29}"/>
          </ac:spMkLst>
        </pc:spChg>
        <pc:spChg chg="add mod">
          <ac:chgData name="Li,Yuting (HP Medicine) BII-CN-S" userId="ce8fbb54-122c-426d-b8da-fdcc5e1b5022" providerId="ADAL" clId="{285E79B3-AB4B-41CF-8016-568EC5076B17}" dt="2022-06-07T01:28:33.489" v="2614" actId="1076"/>
          <ac:spMkLst>
            <pc:docMk/>
            <pc:sldMk cId="3545230504" sldId="2147377239"/>
            <ac:spMk id="64" creationId="{3C0BDC9B-117A-4F8D-88DA-7AE4FC2C0159}"/>
          </ac:spMkLst>
        </pc:spChg>
        <pc:spChg chg="add mod">
          <ac:chgData name="Li,Yuting (HP Medicine) BII-CN-S" userId="ce8fbb54-122c-426d-b8da-fdcc5e1b5022" providerId="ADAL" clId="{285E79B3-AB4B-41CF-8016-568EC5076B17}" dt="2022-06-07T01:28:33.489" v="2614" actId="1076"/>
          <ac:spMkLst>
            <pc:docMk/>
            <pc:sldMk cId="3545230504" sldId="2147377239"/>
            <ac:spMk id="66" creationId="{2811E14F-6489-4945-AA19-D3094AD24D9F}"/>
          </ac:spMkLst>
        </pc:spChg>
        <pc:spChg chg="add mod">
          <ac:chgData name="Li,Yuting (HP Medicine) BII-CN-S" userId="ce8fbb54-122c-426d-b8da-fdcc5e1b5022" providerId="ADAL" clId="{285E79B3-AB4B-41CF-8016-568EC5076B17}" dt="2022-06-07T01:28:33.489" v="2614" actId="1076"/>
          <ac:spMkLst>
            <pc:docMk/>
            <pc:sldMk cId="3545230504" sldId="2147377239"/>
            <ac:spMk id="67" creationId="{4A84BF17-E1CF-4000-B357-674BE6C5CE9A}"/>
          </ac:spMkLst>
        </pc:spChg>
        <pc:spChg chg="add mod">
          <ac:chgData name="Li,Yuting (HP Medicine) BII-CN-S" userId="ce8fbb54-122c-426d-b8da-fdcc5e1b5022" providerId="ADAL" clId="{285E79B3-AB4B-41CF-8016-568EC5076B17}" dt="2022-06-07T01:33:51.905" v="2623" actId="14100"/>
          <ac:spMkLst>
            <pc:docMk/>
            <pc:sldMk cId="3545230504" sldId="2147377239"/>
            <ac:spMk id="70" creationId="{5658DFE8-FDC7-46A7-9E8E-357A4681315B}"/>
          </ac:spMkLst>
        </pc:spChg>
        <pc:spChg chg="add mod">
          <ac:chgData name="Li,Yuting (HP Medicine) BII-CN-S" userId="ce8fbb54-122c-426d-b8da-fdcc5e1b5022" providerId="ADAL" clId="{285E79B3-AB4B-41CF-8016-568EC5076B17}" dt="2022-06-09T10:08:57.548" v="5167" actId="20577"/>
          <ac:spMkLst>
            <pc:docMk/>
            <pc:sldMk cId="3545230504" sldId="2147377239"/>
            <ac:spMk id="71" creationId="{4A9C72B3-346E-4903-A292-33828448AFF8}"/>
          </ac:spMkLst>
        </pc:spChg>
        <pc:spChg chg="add mod">
          <ac:chgData name="Li,Yuting (HP Medicine) BII-CN-S" userId="ce8fbb54-122c-426d-b8da-fdcc5e1b5022" providerId="ADAL" clId="{285E79B3-AB4B-41CF-8016-568EC5076B17}" dt="2022-06-09T10:10:23.054" v="5180" actId="113"/>
          <ac:spMkLst>
            <pc:docMk/>
            <pc:sldMk cId="3545230504" sldId="2147377239"/>
            <ac:spMk id="72" creationId="{05D4E4F2-4F13-40CC-AE1B-1C4CC8D01CD1}"/>
          </ac:spMkLst>
        </pc:spChg>
        <pc:spChg chg="mod">
          <ac:chgData name="Li,Yuting (HP Medicine) BII-CN-S" userId="ce8fbb54-122c-426d-b8da-fdcc5e1b5022" providerId="ADAL" clId="{285E79B3-AB4B-41CF-8016-568EC5076B17}" dt="2022-06-07T01:15:02.481" v="1965" actId="1035"/>
          <ac:spMkLst>
            <pc:docMk/>
            <pc:sldMk cId="3545230504" sldId="2147377239"/>
            <ac:spMk id="74" creationId="{00000000-0000-0000-0000-000000000000}"/>
          </ac:spMkLst>
        </pc:spChg>
        <pc:spChg chg="mod">
          <ac:chgData name="Li,Yuting (HP Medicine) BII-CN-S" userId="ce8fbb54-122c-426d-b8da-fdcc5e1b5022" providerId="ADAL" clId="{285E79B3-AB4B-41CF-8016-568EC5076B17}" dt="2022-06-07T01:34:09.868" v="2628" actId="1076"/>
          <ac:spMkLst>
            <pc:docMk/>
            <pc:sldMk cId="3545230504" sldId="2147377239"/>
            <ac:spMk id="76" creationId="{00000000-0000-0000-0000-000000000000}"/>
          </ac:spMkLst>
        </pc:spChg>
        <pc:spChg chg="mod">
          <ac:chgData name="Li,Yuting (HP Medicine) BII-CN-S" userId="ce8fbb54-122c-426d-b8da-fdcc5e1b5022" providerId="ADAL" clId="{285E79B3-AB4B-41CF-8016-568EC5076B17}" dt="2022-06-07T01:15:02.481" v="1965" actId="1035"/>
          <ac:spMkLst>
            <pc:docMk/>
            <pc:sldMk cId="3545230504" sldId="2147377239"/>
            <ac:spMk id="80" creationId="{60A94C0A-2DAB-4247-9F2D-A050E887922A}"/>
          </ac:spMkLst>
        </pc:spChg>
        <pc:spChg chg="mod">
          <ac:chgData name="Li,Yuting (HP Medicine) BII-CN-S" userId="ce8fbb54-122c-426d-b8da-fdcc5e1b5022" providerId="ADAL" clId="{285E79B3-AB4B-41CF-8016-568EC5076B17}" dt="2022-06-07T01:15:02.481" v="1965" actId="1035"/>
          <ac:spMkLst>
            <pc:docMk/>
            <pc:sldMk cId="3545230504" sldId="2147377239"/>
            <ac:spMk id="93" creationId="{00000000-0000-0000-0000-000000000000}"/>
          </ac:spMkLst>
        </pc:spChg>
        <pc:spChg chg="del mod">
          <ac:chgData name="Li,Yuting (HP Medicine) BII-CN-S" userId="ce8fbb54-122c-426d-b8da-fdcc5e1b5022" providerId="ADAL" clId="{285E79B3-AB4B-41CF-8016-568EC5076B17}" dt="2022-06-07T01:16:26.713" v="1978" actId="478"/>
          <ac:spMkLst>
            <pc:docMk/>
            <pc:sldMk cId="3545230504" sldId="2147377239"/>
            <ac:spMk id="95" creationId="{29ADBA60-23A5-41EF-B69F-D013ECFFD6AF}"/>
          </ac:spMkLst>
        </pc:spChg>
        <pc:spChg chg="mod">
          <ac:chgData name="Li,Yuting (HP Medicine) BII-CN-S" userId="ce8fbb54-122c-426d-b8da-fdcc5e1b5022" providerId="ADAL" clId="{285E79B3-AB4B-41CF-8016-568EC5076B17}" dt="2022-06-07T01:15:02.481" v="1965" actId="1035"/>
          <ac:spMkLst>
            <pc:docMk/>
            <pc:sldMk cId="3545230504" sldId="2147377239"/>
            <ac:spMk id="98" creationId="{FA89C1B8-DB02-4CA3-91A3-9BBA81753F57}"/>
          </ac:spMkLst>
        </pc:spChg>
        <pc:spChg chg="mod">
          <ac:chgData name="Li,Yuting (HP Medicine) BII-CN-S" userId="ce8fbb54-122c-426d-b8da-fdcc5e1b5022" providerId="ADAL" clId="{285E79B3-AB4B-41CF-8016-568EC5076B17}" dt="2022-06-07T01:10:45.604" v="1842" actId="20577"/>
          <ac:spMkLst>
            <pc:docMk/>
            <pc:sldMk cId="3545230504" sldId="2147377239"/>
            <ac:spMk id="115" creationId="{00000000-0000-0000-0000-000000000000}"/>
          </ac:spMkLst>
        </pc:spChg>
        <pc:graphicFrameChg chg="mod">
          <ac:chgData name="Li,Yuting (HP Medicine) BII-CN-S" userId="ce8fbb54-122c-426d-b8da-fdcc5e1b5022" providerId="ADAL" clId="{285E79B3-AB4B-41CF-8016-568EC5076B17}" dt="2022-06-07T01:28:18.134" v="2612" actId="1076"/>
          <ac:graphicFrameMkLst>
            <pc:docMk/>
            <pc:sldMk cId="3545230504" sldId="2147377239"/>
            <ac:graphicFrameMk id="60" creationId="{00000000-0000-0000-0000-000000000000}"/>
          </ac:graphicFrameMkLst>
        </pc:graphicFrameChg>
        <pc:picChg chg="add del mod">
          <ac:chgData name="Li,Yuting (HP Medicine) BII-CN-S" userId="ce8fbb54-122c-426d-b8da-fdcc5e1b5022" providerId="ADAL" clId="{285E79B3-AB4B-41CF-8016-568EC5076B17}" dt="2022-06-07T01:27:53.826" v="2607"/>
          <ac:picMkLst>
            <pc:docMk/>
            <pc:sldMk cId="3545230504" sldId="2147377239"/>
            <ac:picMk id="61" creationId="{6B887F24-556D-4CE2-8C82-A5F6201E2D7F}"/>
          </ac:picMkLst>
        </pc:picChg>
        <pc:picChg chg="add mod">
          <ac:chgData name="Li,Yuting (HP Medicine) BII-CN-S" userId="ce8fbb54-122c-426d-b8da-fdcc5e1b5022" providerId="ADAL" clId="{285E79B3-AB4B-41CF-8016-568EC5076B17}" dt="2022-06-07T01:28:13.009" v="2610" actId="1076"/>
          <ac:picMkLst>
            <pc:docMk/>
            <pc:sldMk cId="3545230504" sldId="2147377239"/>
            <ac:picMk id="63" creationId="{4973DFB3-C1AB-4CD7-8566-E6872EF7293B}"/>
          </ac:picMkLst>
        </pc:picChg>
        <pc:picChg chg="add mod">
          <ac:chgData name="Li,Yuting (HP Medicine) BII-CN-S" userId="ce8fbb54-122c-426d-b8da-fdcc5e1b5022" providerId="ADAL" clId="{285E79B3-AB4B-41CF-8016-568EC5076B17}" dt="2022-06-07T01:28:33.489" v="2614" actId="1076"/>
          <ac:picMkLst>
            <pc:docMk/>
            <pc:sldMk cId="3545230504" sldId="2147377239"/>
            <ac:picMk id="68" creationId="{889AB3BC-69FD-4BB5-B880-DC35574B7C45}"/>
          </ac:picMkLst>
        </pc:picChg>
        <pc:cxnChg chg="del">
          <ac:chgData name="Li,Yuting (HP Medicine) BII-CN-S" userId="ce8fbb54-122c-426d-b8da-fdcc5e1b5022" providerId="ADAL" clId="{285E79B3-AB4B-41CF-8016-568EC5076B17}" dt="2022-06-07T01:11:27.252" v="1845" actId="478"/>
          <ac:cxnSpMkLst>
            <pc:docMk/>
            <pc:sldMk cId="3545230504" sldId="2147377239"/>
            <ac:cxnSpMk id="24" creationId="{8CB2D24A-E35A-403B-835F-D9897FCE0FED}"/>
          </ac:cxnSpMkLst>
        </pc:cxnChg>
        <pc:cxnChg chg="mod">
          <ac:chgData name="Li,Yuting (HP Medicine) BII-CN-S" userId="ce8fbb54-122c-426d-b8da-fdcc5e1b5022" providerId="ADAL" clId="{285E79B3-AB4B-41CF-8016-568EC5076B17}" dt="2022-06-07T01:15:02.481" v="1965" actId="1035"/>
          <ac:cxnSpMkLst>
            <pc:docMk/>
            <pc:sldMk cId="3545230504" sldId="2147377239"/>
            <ac:cxnSpMk id="28" creationId="{F02BDC70-016E-4716-A1C4-B49D4F195868}"/>
          </ac:cxnSpMkLst>
        </pc:cxnChg>
        <pc:cxnChg chg="del mod">
          <ac:chgData name="Li,Yuting (HP Medicine) BII-CN-S" userId="ce8fbb54-122c-426d-b8da-fdcc5e1b5022" providerId="ADAL" clId="{285E79B3-AB4B-41CF-8016-568EC5076B17}" dt="2022-06-07T01:11:24.056" v="1844" actId="478"/>
          <ac:cxnSpMkLst>
            <pc:docMk/>
            <pc:sldMk cId="3545230504" sldId="2147377239"/>
            <ac:cxnSpMk id="33" creationId="{EF400BB0-DBF9-437B-BF66-780C050C00DC}"/>
          </ac:cxnSpMkLst>
        </pc:cxnChg>
        <pc:cxnChg chg="mod">
          <ac:chgData name="Li,Yuting (HP Medicine) BII-CN-S" userId="ce8fbb54-122c-426d-b8da-fdcc5e1b5022" providerId="ADAL" clId="{285E79B3-AB4B-41CF-8016-568EC5076B17}" dt="2022-06-07T01:15:02.481" v="1965" actId="1035"/>
          <ac:cxnSpMkLst>
            <pc:docMk/>
            <pc:sldMk cId="3545230504" sldId="2147377239"/>
            <ac:cxnSpMk id="45" creationId="{E9D09502-27E9-43BB-885E-A0F3E7E782C6}"/>
          </ac:cxnSpMkLst>
        </pc:cxnChg>
        <pc:cxnChg chg="mod">
          <ac:chgData name="Li,Yuting (HP Medicine) BII-CN-S" userId="ce8fbb54-122c-426d-b8da-fdcc5e1b5022" providerId="ADAL" clId="{285E79B3-AB4B-41CF-8016-568EC5076B17}" dt="2022-06-07T01:15:02.481" v="1965" actId="1035"/>
          <ac:cxnSpMkLst>
            <pc:docMk/>
            <pc:sldMk cId="3545230504" sldId="2147377239"/>
            <ac:cxnSpMk id="48" creationId="{ADCA39E1-5126-49F3-88C5-741F1366BB73}"/>
          </ac:cxnSpMkLst>
        </pc:cxnChg>
        <pc:cxnChg chg="mod">
          <ac:chgData name="Li,Yuting (HP Medicine) BII-CN-S" userId="ce8fbb54-122c-426d-b8da-fdcc5e1b5022" providerId="ADAL" clId="{285E79B3-AB4B-41CF-8016-568EC5076B17}" dt="2022-06-07T01:15:02.481" v="1965" actId="1035"/>
          <ac:cxnSpMkLst>
            <pc:docMk/>
            <pc:sldMk cId="3545230504" sldId="2147377239"/>
            <ac:cxnSpMk id="50" creationId="{957F7461-348B-4DAC-93AB-B2EBD7A6B9EE}"/>
          </ac:cxnSpMkLst>
        </pc:cxnChg>
        <pc:cxnChg chg="mod">
          <ac:chgData name="Li,Yuting (HP Medicine) BII-CN-S" userId="ce8fbb54-122c-426d-b8da-fdcc5e1b5022" providerId="ADAL" clId="{285E79B3-AB4B-41CF-8016-568EC5076B17}" dt="2022-06-07T01:17:19.570" v="1985" actId="14100"/>
          <ac:cxnSpMkLst>
            <pc:docMk/>
            <pc:sldMk cId="3545230504" sldId="2147377239"/>
            <ac:cxnSpMk id="65" creationId="{37F75377-8711-4408-8B4E-18BF4FB56575}"/>
          </ac:cxnSpMkLst>
        </pc:cxnChg>
        <pc:cxnChg chg="add mod">
          <ac:chgData name="Li,Yuting (HP Medicine) BII-CN-S" userId="ce8fbb54-122c-426d-b8da-fdcc5e1b5022" providerId="ADAL" clId="{285E79B3-AB4B-41CF-8016-568EC5076B17}" dt="2022-06-07T01:29:05.272" v="2619" actId="1076"/>
          <ac:cxnSpMkLst>
            <pc:docMk/>
            <pc:sldMk cId="3545230504" sldId="2147377239"/>
            <ac:cxnSpMk id="69" creationId="{4572F283-B9DE-46B8-81B8-6E043AF68C30}"/>
          </ac:cxnSpMkLst>
        </pc:cxnChg>
      </pc:sldChg>
      <pc:sldChg chg="modSp add del mod">
        <pc:chgData name="Li,Yuting (HP Medicine) BII-CN-S" userId="ce8fbb54-122c-426d-b8da-fdcc5e1b5022" providerId="ADAL" clId="{285E79B3-AB4B-41CF-8016-568EC5076B17}" dt="2022-06-09T09:19:08.413" v="4357" actId="47"/>
        <pc:sldMkLst>
          <pc:docMk/>
          <pc:sldMk cId="693292790" sldId="2147377240"/>
        </pc:sldMkLst>
        <pc:graphicFrameChg chg="modGraphic">
          <ac:chgData name="Li,Yuting (HP Medicine) BII-CN-S" userId="ce8fbb54-122c-426d-b8da-fdcc5e1b5022" providerId="ADAL" clId="{285E79B3-AB4B-41CF-8016-568EC5076B17}" dt="2022-06-09T07:41:10.576" v="3920" actId="20577"/>
          <ac:graphicFrameMkLst>
            <pc:docMk/>
            <pc:sldMk cId="693292790" sldId="2147377240"/>
            <ac:graphicFrameMk id="6" creationId="{EB284954-4E69-45FF-97FD-FCD77C6765B0}"/>
          </ac:graphicFrameMkLst>
        </pc:graphicFrameChg>
      </pc:sldChg>
      <pc:sldMasterChg chg="delSldLayout">
        <pc:chgData name="Li,Yuting (HP Medicine) BII-CN-S" userId="ce8fbb54-122c-426d-b8da-fdcc5e1b5022" providerId="ADAL" clId="{285E79B3-AB4B-41CF-8016-568EC5076B17}" dt="2022-06-06T11:36:44.493" v="1742" actId="47"/>
        <pc:sldMasterMkLst>
          <pc:docMk/>
          <pc:sldMasterMk cId="333160943" sldId="2147483791"/>
        </pc:sldMasterMkLst>
        <pc:sldLayoutChg chg="del">
          <pc:chgData name="Li,Yuting (HP Medicine) BII-CN-S" userId="ce8fbb54-122c-426d-b8da-fdcc5e1b5022" providerId="ADAL" clId="{285E79B3-AB4B-41CF-8016-568EC5076B17}" dt="2022-06-06T11:36:44.493" v="1742" actId="47"/>
          <pc:sldLayoutMkLst>
            <pc:docMk/>
            <pc:sldMasterMk cId="333160943" sldId="2147483791"/>
            <pc:sldLayoutMk cId="3676035213" sldId="2147484264"/>
          </pc:sldLayoutMkLst>
        </pc:sldLayoutChg>
      </pc:sldMasterChg>
      <pc:sldMasterChg chg="delSldLayout">
        <pc:chgData name="Li,Yuting (HP Medicine) BII-CN-S" userId="ce8fbb54-122c-426d-b8da-fdcc5e1b5022" providerId="ADAL" clId="{285E79B3-AB4B-41CF-8016-568EC5076B17}" dt="2022-06-06T08:38:57.112" v="6" actId="47"/>
        <pc:sldMasterMkLst>
          <pc:docMk/>
          <pc:sldMasterMk cId="3309733294" sldId="2147484123"/>
        </pc:sldMasterMkLst>
        <pc:sldLayoutChg chg="del">
          <pc:chgData name="Li,Yuting (HP Medicine) BII-CN-S" userId="ce8fbb54-122c-426d-b8da-fdcc5e1b5022" providerId="ADAL" clId="{285E79B3-AB4B-41CF-8016-568EC5076B17}" dt="2022-06-06T08:38:57.112" v="6" actId="47"/>
          <pc:sldLayoutMkLst>
            <pc:docMk/>
            <pc:sldMasterMk cId="3309733294" sldId="2147484123"/>
            <pc:sldLayoutMk cId="4099287670" sldId="2147484166"/>
          </pc:sldLayoutMkLst>
        </pc:sldLayoutChg>
      </pc:sldMasterChg>
      <pc:sldMasterChg chg="delSldLayout">
        <pc:chgData name="Li,Yuting (HP Medicine) BII-CN-S" userId="ce8fbb54-122c-426d-b8da-fdcc5e1b5022" providerId="ADAL" clId="{285E79B3-AB4B-41CF-8016-568EC5076B17}" dt="2022-06-06T11:36:43.417" v="1741" actId="47"/>
        <pc:sldMasterMkLst>
          <pc:docMk/>
          <pc:sldMasterMk cId="2594269485" sldId="2147484265"/>
        </pc:sldMasterMkLst>
        <pc:sldLayoutChg chg="del">
          <pc:chgData name="Li,Yuting (HP Medicine) BII-CN-S" userId="ce8fbb54-122c-426d-b8da-fdcc5e1b5022" providerId="ADAL" clId="{285E79B3-AB4B-41CF-8016-568EC5076B17}" dt="2022-06-06T11:36:43.417" v="1741" actId="47"/>
          <pc:sldLayoutMkLst>
            <pc:docMk/>
            <pc:sldMasterMk cId="2594269485" sldId="2147484265"/>
            <pc:sldLayoutMk cId="2229551326" sldId="2147484294"/>
          </pc:sldLayoutMkLst>
        </pc:sldLayoutChg>
      </pc:sldMasterChg>
    </pc:docChg>
  </pc:docChgLst>
  <pc:docChgLst>
    <pc:chgData name="Tian,Liqun (HP Medicine) BII-CN-S" userId="S::liqun.tian@boehringer-ingelheim.com::5424a580-e195-4277-8a43-0a39a25c1936" providerId="AD" clId="Web-{AFE24104-882C-C786-D825-C0B01EDE4764}"/>
    <pc:docChg chg="modSld">
      <pc:chgData name="Tian,Liqun (HP Medicine) BII-CN-S" userId="S::liqun.tian@boehringer-ingelheim.com::5424a580-e195-4277-8a43-0a39a25c1936" providerId="AD" clId="Web-{AFE24104-882C-C786-D825-C0B01EDE4764}" dt="2023-03-13T01:12:03.945" v="0" actId="20577"/>
      <pc:docMkLst>
        <pc:docMk/>
      </pc:docMkLst>
      <pc:sldChg chg="modSp">
        <pc:chgData name="Tian,Liqun (HP Medicine) BII-CN-S" userId="S::liqun.tian@boehringer-ingelheim.com::5424a580-e195-4277-8a43-0a39a25c1936" providerId="AD" clId="Web-{AFE24104-882C-C786-D825-C0B01EDE4764}" dt="2023-03-13T01:12:03.945" v="0" actId="20577"/>
        <pc:sldMkLst>
          <pc:docMk/>
          <pc:sldMk cId="2064789201" sldId="2147471168"/>
        </pc:sldMkLst>
        <pc:spChg chg="mod">
          <ac:chgData name="Tian,Liqun (HP Medicine) BII-CN-S" userId="S::liqun.tian@boehringer-ingelheim.com::5424a580-e195-4277-8a43-0a39a25c1936" providerId="AD" clId="Web-{AFE24104-882C-C786-D825-C0B01EDE4764}" dt="2023-03-13T01:12:03.945" v="0" actId="20577"/>
          <ac:spMkLst>
            <pc:docMk/>
            <pc:sldMk cId="2064789201" sldId="2147471168"/>
            <ac:spMk id="41" creationId="{80672632-5059-4D01-BB59-096554D9CD3A}"/>
          </ac:spMkLst>
        </pc:spChg>
      </pc:sldChg>
    </pc:docChg>
  </pc:docChgLst>
  <pc:docChgLst>
    <pc:chgData name="Shen,Cindy (MED CD&amp;O) BII-CN-S" userId="S::cindy.shen@boehringer-ingelheim.com::4ef3a3e4-b0d2-4b61-83e5-e05e23635ff4" providerId="AD" clId="Web-{C0D350FA-87BC-0844-B71D-76D3DEE93A5C}"/>
    <pc:docChg chg="modSld">
      <pc:chgData name="Shen,Cindy (MED CD&amp;O) BII-CN-S" userId="S::cindy.shen@boehringer-ingelheim.com::4ef3a3e4-b0d2-4b61-83e5-e05e23635ff4" providerId="AD" clId="Web-{C0D350FA-87BC-0844-B71D-76D3DEE93A5C}" dt="2024-02-26T05:47:38.360" v="15" actId="20577"/>
      <pc:docMkLst>
        <pc:docMk/>
      </pc:docMkLst>
      <pc:sldChg chg="modSp">
        <pc:chgData name="Shen,Cindy (MED CD&amp;O) BII-CN-S" userId="S::cindy.shen@boehringer-ingelheim.com::4ef3a3e4-b0d2-4b61-83e5-e05e23635ff4" providerId="AD" clId="Web-{C0D350FA-87BC-0844-B71D-76D3DEE93A5C}" dt="2024-02-26T05:46:24.092" v="7" actId="20577"/>
        <pc:sldMkLst>
          <pc:docMk/>
          <pc:sldMk cId="1783156884" sldId="2147481395"/>
        </pc:sldMkLst>
        <pc:spChg chg="mod">
          <ac:chgData name="Shen,Cindy (MED CD&amp;O) BII-CN-S" userId="S::cindy.shen@boehringer-ingelheim.com::4ef3a3e4-b0d2-4b61-83e5-e05e23635ff4" providerId="AD" clId="Web-{C0D350FA-87BC-0844-B71D-76D3DEE93A5C}" dt="2024-02-26T05:46:24.092" v="7" actId="20577"/>
          <ac:spMkLst>
            <pc:docMk/>
            <pc:sldMk cId="1783156884" sldId="2147481395"/>
            <ac:spMk id="7" creationId="{46E0003A-2F19-4677-A082-439F4B8D4281}"/>
          </ac:spMkLst>
        </pc:spChg>
      </pc:sldChg>
      <pc:sldChg chg="modSp">
        <pc:chgData name="Shen,Cindy (MED CD&amp;O) BII-CN-S" userId="S::cindy.shen@boehringer-ingelheim.com::4ef3a3e4-b0d2-4b61-83e5-e05e23635ff4" providerId="AD" clId="Web-{C0D350FA-87BC-0844-B71D-76D3DEE93A5C}" dt="2024-02-26T05:47:38.360" v="15" actId="20577"/>
        <pc:sldMkLst>
          <pc:docMk/>
          <pc:sldMk cId="743177320" sldId="2147481431"/>
        </pc:sldMkLst>
        <pc:spChg chg="mod">
          <ac:chgData name="Shen,Cindy (MED CD&amp;O) BII-CN-S" userId="S::cindy.shen@boehringer-ingelheim.com::4ef3a3e4-b0d2-4b61-83e5-e05e23635ff4" providerId="AD" clId="Web-{C0D350FA-87BC-0844-B71D-76D3DEE93A5C}" dt="2024-02-26T05:47:38.360" v="15" actId="20577"/>
          <ac:spMkLst>
            <pc:docMk/>
            <pc:sldMk cId="743177320" sldId="2147481431"/>
            <ac:spMk id="16" creationId="{397C50CA-40EC-2B76-5DCF-8E4B0390FC5E}"/>
          </ac:spMkLst>
        </pc:spChg>
      </pc:sldChg>
    </pc:docChg>
  </pc:docChgLst>
  <pc:docChgLst>
    <pc:chgData name="Yu,May (MED QM) BII-CN-B" userId="S::may.yu@boehringer-ingelheim.com::cbf407d2-ebe3-45e1-9b48-5ead1356fa91" providerId="AD" clId="Web-{7D0F87B2-5DDD-055C-8DFB-5886FA3D8EE6}"/>
    <pc:docChg chg="modSld">
      <pc:chgData name="Yu,May (MED QM) BII-CN-B" userId="S::may.yu@boehringer-ingelheim.com::cbf407d2-ebe3-45e1-9b48-5ead1356fa91" providerId="AD" clId="Web-{7D0F87B2-5DDD-055C-8DFB-5886FA3D8EE6}" dt="2023-10-10T07:32:43.133" v="24"/>
      <pc:docMkLst>
        <pc:docMk/>
      </pc:docMkLst>
      <pc:sldChg chg="modSp addCm">
        <pc:chgData name="Yu,May (MED QM) BII-CN-B" userId="S::may.yu@boehringer-ingelheim.com::cbf407d2-ebe3-45e1-9b48-5ead1356fa91" providerId="AD" clId="Web-{7D0F87B2-5DDD-055C-8DFB-5886FA3D8EE6}" dt="2023-10-10T07:32:43.133" v="24"/>
        <pc:sldMkLst>
          <pc:docMk/>
          <pc:sldMk cId="94460591" sldId="2147474911"/>
        </pc:sldMkLst>
        <pc:spChg chg="mod">
          <ac:chgData name="Yu,May (MED QM) BII-CN-B" userId="S::may.yu@boehringer-ingelheim.com::cbf407d2-ebe3-45e1-9b48-5ead1356fa91" providerId="AD" clId="Web-{7D0F87B2-5DDD-055C-8DFB-5886FA3D8EE6}" dt="2023-10-10T07:31:35.878" v="23" actId="20577"/>
          <ac:spMkLst>
            <pc:docMk/>
            <pc:sldMk cId="94460591" sldId="2147474911"/>
            <ac:spMk id="35" creationId="{2C95C340-F8D9-4AEE-87B8-EC6A8D2257D1}"/>
          </ac:spMkLst>
        </pc:spChg>
      </pc:sldChg>
    </pc:docChg>
  </pc:docChgLst>
  <pc:docChgLst>
    <pc:chgData name="Zhang,Ying (MED CD&amp;O) BII-CN-S" userId="456eb1e0-4978-443e-822e-be854341a778" providerId="ADAL" clId="{8D06BE5E-CEFF-46C7-9383-4C3FD272F6F3}"/>
    <pc:docChg chg="undo custSel modSld">
      <pc:chgData name="Zhang,Ying (MED CD&amp;O) BII-CN-S" userId="456eb1e0-4978-443e-822e-be854341a778" providerId="ADAL" clId="{8D06BE5E-CEFF-46C7-9383-4C3FD272F6F3}" dt="2022-09-30T09:05:25.740" v="217"/>
      <pc:docMkLst>
        <pc:docMk/>
      </pc:docMkLst>
      <pc:sldChg chg="addCm modCm">
        <pc:chgData name="Zhang,Ying (MED CD&amp;O) BII-CN-S" userId="456eb1e0-4978-443e-822e-be854341a778" providerId="ADAL" clId="{8D06BE5E-CEFF-46C7-9383-4C3FD272F6F3}" dt="2022-09-30T06:55:00.667" v="23"/>
        <pc:sldMkLst>
          <pc:docMk/>
          <pc:sldMk cId="3461020021" sldId="9414"/>
        </pc:sldMkLst>
      </pc:sldChg>
      <pc:sldChg chg="modSp mod addCm modCm">
        <pc:chgData name="Zhang,Ying (MED CD&amp;O) BII-CN-S" userId="456eb1e0-4978-443e-822e-be854341a778" providerId="ADAL" clId="{8D06BE5E-CEFF-46C7-9383-4C3FD272F6F3}" dt="2022-09-30T07:56:23.534" v="34" actId="20577"/>
        <pc:sldMkLst>
          <pc:docMk/>
          <pc:sldMk cId="2295491106" sldId="2147377288"/>
        </pc:sldMkLst>
        <pc:spChg chg="mod">
          <ac:chgData name="Zhang,Ying (MED CD&amp;O) BII-CN-S" userId="456eb1e0-4978-443e-822e-be854341a778" providerId="ADAL" clId="{8D06BE5E-CEFF-46C7-9383-4C3FD272F6F3}" dt="2022-09-30T07:56:23.534" v="34" actId="20577"/>
          <ac:spMkLst>
            <pc:docMk/>
            <pc:sldMk cId="2295491106" sldId="2147377288"/>
            <ac:spMk id="52" creationId="{C37AB0AB-396A-4A09-A640-7C9D33588A3C}"/>
          </ac:spMkLst>
        </pc:spChg>
      </pc:sldChg>
      <pc:sldChg chg="modSp mod">
        <pc:chgData name="Zhang,Ying (MED CD&amp;O) BII-CN-S" userId="456eb1e0-4978-443e-822e-be854341a778" providerId="ADAL" clId="{8D06BE5E-CEFF-46C7-9383-4C3FD272F6F3}" dt="2022-09-30T05:11:56.905" v="4" actId="20577"/>
        <pc:sldMkLst>
          <pc:docMk/>
          <pc:sldMk cId="1238319318" sldId="2147377305"/>
        </pc:sldMkLst>
        <pc:spChg chg="mod">
          <ac:chgData name="Zhang,Ying (MED CD&amp;O) BII-CN-S" userId="456eb1e0-4978-443e-822e-be854341a778" providerId="ADAL" clId="{8D06BE5E-CEFF-46C7-9383-4C3FD272F6F3}" dt="2022-09-30T05:11:56.905" v="4" actId="20577"/>
          <ac:spMkLst>
            <pc:docMk/>
            <pc:sldMk cId="1238319318" sldId="2147377305"/>
            <ac:spMk id="178" creationId="{C8A141E8-3A7E-477A-B6F1-59F3BCA948DD}"/>
          </ac:spMkLst>
        </pc:spChg>
      </pc:sldChg>
      <pc:sldChg chg="modSp mod addCm modCm">
        <pc:chgData name="Zhang,Ying (MED CD&amp;O) BII-CN-S" userId="456eb1e0-4978-443e-822e-be854341a778" providerId="ADAL" clId="{8D06BE5E-CEFF-46C7-9383-4C3FD272F6F3}" dt="2022-09-30T05:58:31.175" v="20"/>
        <pc:sldMkLst>
          <pc:docMk/>
          <pc:sldMk cId="3315052253" sldId="2147377311"/>
        </pc:sldMkLst>
        <pc:spChg chg="mod">
          <ac:chgData name="Zhang,Ying (MED CD&amp;O) BII-CN-S" userId="456eb1e0-4978-443e-822e-be854341a778" providerId="ADAL" clId="{8D06BE5E-CEFF-46C7-9383-4C3FD272F6F3}" dt="2022-09-30T05:56:32.729" v="18" actId="13926"/>
          <ac:spMkLst>
            <pc:docMk/>
            <pc:sldMk cId="3315052253" sldId="2147377311"/>
            <ac:spMk id="192" creationId="{31193A60-52A8-4E9D-BB69-B3D203C95D66}"/>
          </ac:spMkLst>
        </pc:spChg>
      </pc:sldChg>
      <pc:sldChg chg="modSp mod addCm modCm">
        <pc:chgData name="Zhang,Ying (MED CD&amp;O) BII-CN-S" userId="456eb1e0-4978-443e-822e-be854341a778" providerId="ADAL" clId="{8D06BE5E-CEFF-46C7-9383-4C3FD272F6F3}" dt="2022-09-30T09:05:25.740" v="217"/>
        <pc:sldMkLst>
          <pc:docMk/>
          <pc:sldMk cId="1678805248" sldId="2147377323"/>
        </pc:sldMkLst>
        <pc:spChg chg="mod">
          <ac:chgData name="Zhang,Ying (MED CD&amp;O) BII-CN-S" userId="456eb1e0-4978-443e-822e-be854341a778" providerId="ADAL" clId="{8D06BE5E-CEFF-46C7-9383-4C3FD272F6F3}" dt="2022-09-30T08:51:58.770" v="214" actId="1076"/>
          <ac:spMkLst>
            <pc:docMk/>
            <pc:sldMk cId="1678805248" sldId="2147377323"/>
            <ac:spMk id="11" creationId="{47D4A101-C773-62D3-C41F-D2A2872886FD}"/>
          </ac:spMkLst>
        </pc:spChg>
        <pc:graphicFrameChg chg="mod modGraphic">
          <ac:chgData name="Zhang,Ying (MED CD&amp;O) BII-CN-S" userId="456eb1e0-4978-443e-822e-be854341a778" providerId="ADAL" clId="{8D06BE5E-CEFF-46C7-9383-4C3FD272F6F3}" dt="2022-09-30T08:52:12.153" v="215" actId="13926"/>
          <ac:graphicFrameMkLst>
            <pc:docMk/>
            <pc:sldMk cId="1678805248" sldId="2147377323"/>
            <ac:graphicFrameMk id="8" creationId="{9C9FA665-381D-D6B4-6582-91EA536AFF33}"/>
          </ac:graphicFrameMkLst>
        </pc:graphicFrameChg>
      </pc:sldChg>
    </pc:docChg>
  </pc:docChgLst>
  <pc:docChgLst>
    <pc:chgData name="Jian Chen" userId="d5e1e1c3-1b8e-4d7c-a738-2fc34bcfb3bb" providerId="ADAL" clId="{C1AA7D99-0387-4799-BB45-001364007B0D}"/>
    <pc:docChg chg="modSld">
      <pc:chgData name="Jian Chen" userId="d5e1e1c3-1b8e-4d7c-a738-2fc34bcfb3bb" providerId="ADAL" clId="{C1AA7D99-0387-4799-BB45-001364007B0D}" dt="2023-04-07T13:25:00.891" v="0" actId="6549"/>
      <pc:docMkLst>
        <pc:docMk/>
      </pc:docMkLst>
      <pc:sldChg chg="modSp mod">
        <pc:chgData name="Jian Chen" userId="d5e1e1c3-1b8e-4d7c-a738-2fc34bcfb3bb" providerId="ADAL" clId="{C1AA7D99-0387-4799-BB45-001364007B0D}" dt="2023-04-07T13:25:00.891" v="0" actId="6549"/>
        <pc:sldMkLst>
          <pc:docMk/>
          <pc:sldMk cId="1855604625" sldId="2147471228"/>
        </pc:sldMkLst>
        <pc:graphicFrameChg chg="modGraphic">
          <ac:chgData name="Jian Chen" userId="d5e1e1c3-1b8e-4d7c-a738-2fc34bcfb3bb" providerId="ADAL" clId="{C1AA7D99-0387-4799-BB45-001364007B0D}" dt="2023-04-07T13:25:00.891" v="0" actId="6549"/>
          <ac:graphicFrameMkLst>
            <pc:docMk/>
            <pc:sldMk cId="1855604625" sldId="2147471228"/>
            <ac:graphicFrameMk id="3" creationId="{11AE3040-3184-4C5F-87F2-D328CD8202AC}"/>
          </ac:graphicFrameMkLst>
        </pc:graphicFrameChg>
      </pc:sldChg>
    </pc:docChg>
  </pc:docChgLst>
  <pc:docChgLst>
    <pc:chgData name="Zhao,Qian (MED CD&amp;O) BII-CN-S" userId="S::qian_3.zhao@boehringer-ingelheim.com::e5f2fa0e-800e-4e03-b8e2-beea36a7bf3b" providerId="AD" clId="Web-{DE631CDE-C50E-A297-5230-001A9C947720}"/>
    <pc:docChg chg="modSld">
      <pc:chgData name="Zhao,Qian (MED CD&amp;O) BII-CN-S" userId="S::qian_3.zhao@boehringer-ingelheim.com::e5f2fa0e-800e-4e03-b8e2-beea36a7bf3b" providerId="AD" clId="Web-{DE631CDE-C50E-A297-5230-001A9C947720}" dt="2024-02-26T04:57:09.581" v="184" actId="14100"/>
      <pc:docMkLst>
        <pc:docMk/>
      </pc:docMkLst>
      <pc:sldChg chg="modSp">
        <pc:chgData name="Zhao,Qian (MED CD&amp;O) BII-CN-S" userId="S::qian_3.zhao@boehringer-ingelheim.com::e5f2fa0e-800e-4e03-b8e2-beea36a7bf3b" providerId="AD" clId="Web-{DE631CDE-C50E-A297-5230-001A9C947720}" dt="2024-02-26T04:57:09.581" v="184" actId="14100"/>
        <pc:sldMkLst>
          <pc:docMk/>
          <pc:sldMk cId="930855308" sldId="2147481413"/>
        </pc:sldMkLst>
        <pc:spChg chg="mod">
          <ac:chgData name="Zhao,Qian (MED CD&amp;O) BII-CN-S" userId="S::qian_3.zhao@boehringer-ingelheim.com::e5f2fa0e-800e-4e03-b8e2-beea36a7bf3b" providerId="AD" clId="Web-{DE631CDE-C50E-A297-5230-001A9C947720}" dt="2024-02-26T04:57:09.581" v="184" actId="14100"/>
          <ac:spMkLst>
            <pc:docMk/>
            <pc:sldMk cId="930855308" sldId="2147481413"/>
            <ac:spMk id="75" creationId="{23E443ED-C91E-4425-963C-DB47A7F0B19C}"/>
          </ac:spMkLst>
        </pc:spChg>
      </pc:sldChg>
      <pc:sldChg chg="addSp delSp modSp">
        <pc:chgData name="Zhao,Qian (MED CD&amp;O) BII-CN-S" userId="S::qian_3.zhao@boehringer-ingelheim.com::e5f2fa0e-800e-4e03-b8e2-beea36a7bf3b" providerId="AD" clId="Web-{DE631CDE-C50E-A297-5230-001A9C947720}" dt="2024-02-26T04:51:50.787" v="26" actId="20577"/>
        <pc:sldMkLst>
          <pc:docMk/>
          <pc:sldMk cId="4072964452" sldId="2147481414"/>
        </pc:sldMkLst>
        <pc:spChg chg="mod">
          <ac:chgData name="Zhao,Qian (MED CD&amp;O) BII-CN-S" userId="S::qian_3.zhao@boehringer-ingelheim.com::e5f2fa0e-800e-4e03-b8e2-beea36a7bf3b" providerId="AD" clId="Web-{DE631CDE-C50E-A297-5230-001A9C947720}" dt="2024-02-26T04:50:43.425" v="8" actId="20577"/>
          <ac:spMkLst>
            <pc:docMk/>
            <pc:sldMk cId="4072964452" sldId="2147481414"/>
            <ac:spMk id="3" creationId="{41E839CB-A819-D6C2-EF71-06FDFA675D18}"/>
          </ac:spMkLst>
        </pc:spChg>
        <pc:spChg chg="mod">
          <ac:chgData name="Zhao,Qian (MED CD&amp;O) BII-CN-S" userId="S::qian_3.zhao@boehringer-ingelheim.com::e5f2fa0e-800e-4e03-b8e2-beea36a7bf3b" providerId="AD" clId="Web-{DE631CDE-C50E-A297-5230-001A9C947720}" dt="2024-02-26T04:51:50.787" v="26" actId="20577"/>
          <ac:spMkLst>
            <pc:docMk/>
            <pc:sldMk cId="4072964452" sldId="2147481414"/>
            <ac:spMk id="7" creationId="{1EC8AEE8-FD97-BD28-3CFB-A2C0D2506BD3}"/>
          </ac:spMkLst>
        </pc:spChg>
        <pc:graphicFrameChg chg="mod modGraphic">
          <ac:chgData name="Zhao,Qian (MED CD&amp;O) BII-CN-S" userId="S::qian_3.zhao@boehringer-ingelheim.com::e5f2fa0e-800e-4e03-b8e2-beea36a7bf3b" providerId="AD" clId="Web-{DE631CDE-C50E-A297-5230-001A9C947720}" dt="2024-02-26T04:50:37.628" v="7"/>
          <ac:graphicFrameMkLst>
            <pc:docMk/>
            <pc:sldMk cId="4072964452" sldId="2147481414"/>
            <ac:graphicFrameMk id="10" creationId="{1A643741-1EC8-E4EA-A5FF-9EF8EEDDDCDE}"/>
          </ac:graphicFrameMkLst>
        </pc:graphicFrameChg>
        <pc:picChg chg="del">
          <ac:chgData name="Zhao,Qian (MED CD&amp;O) BII-CN-S" userId="S::qian_3.zhao@boehringer-ingelheim.com::e5f2fa0e-800e-4e03-b8e2-beea36a7bf3b" providerId="AD" clId="Web-{DE631CDE-C50E-A297-5230-001A9C947720}" dt="2024-02-26T04:50:55.066" v="9"/>
          <ac:picMkLst>
            <pc:docMk/>
            <pc:sldMk cId="4072964452" sldId="2147481414"/>
            <ac:picMk id="2" creationId="{085C1DB6-707C-4084-CCFD-442403D363BC}"/>
          </ac:picMkLst>
        </pc:picChg>
        <pc:picChg chg="add mod ord">
          <ac:chgData name="Zhao,Qian (MED CD&amp;O) BII-CN-S" userId="S::qian_3.zhao@boehringer-ingelheim.com::e5f2fa0e-800e-4e03-b8e2-beea36a7bf3b" providerId="AD" clId="Web-{DE631CDE-C50E-A297-5230-001A9C947720}" dt="2024-02-26T04:51:11.614" v="13"/>
          <ac:picMkLst>
            <pc:docMk/>
            <pc:sldMk cId="4072964452" sldId="2147481414"/>
            <ac:picMk id="5" creationId="{08C4CC3E-832E-112F-CC79-F0A4A7C40572}"/>
          </ac:picMkLst>
        </pc:picChg>
      </pc:sldChg>
      <pc:sldChg chg="addSp delSp modSp">
        <pc:chgData name="Zhao,Qian (MED CD&amp;O) BII-CN-S" userId="S::qian_3.zhao@boehringer-ingelheim.com::e5f2fa0e-800e-4e03-b8e2-beea36a7bf3b" providerId="AD" clId="Web-{DE631CDE-C50E-A297-5230-001A9C947720}" dt="2024-02-26T04:55:36.359" v="151" actId="14100"/>
        <pc:sldMkLst>
          <pc:docMk/>
          <pc:sldMk cId="2928051727" sldId="2147481415"/>
        </pc:sldMkLst>
        <pc:spChg chg="mod">
          <ac:chgData name="Zhao,Qian (MED CD&amp;O) BII-CN-S" userId="S::qian_3.zhao@boehringer-ingelheim.com::e5f2fa0e-800e-4e03-b8e2-beea36a7bf3b" providerId="AD" clId="Web-{DE631CDE-C50E-A297-5230-001A9C947720}" dt="2024-02-26T04:54:35.825" v="35" actId="20577"/>
          <ac:spMkLst>
            <pc:docMk/>
            <pc:sldMk cId="2928051727" sldId="2147481415"/>
            <ac:spMk id="3" creationId="{F0A2CF5D-3FFB-FA35-E7C9-1EC3D28CF4EB}"/>
          </ac:spMkLst>
        </pc:spChg>
        <pc:spChg chg="mod">
          <ac:chgData name="Zhao,Qian (MED CD&amp;O) BII-CN-S" userId="S::qian_3.zhao@boehringer-ingelheim.com::e5f2fa0e-800e-4e03-b8e2-beea36a7bf3b" providerId="AD" clId="Web-{DE631CDE-C50E-A297-5230-001A9C947720}" dt="2024-02-26T04:55:12.264" v="149" actId="1076"/>
          <ac:spMkLst>
            <pc:docMk/>
            <pc:sldMk cId="2928051727" sldId="2147481415"/>
            <ac:spMk id="7" creationId="{87FDCE22-38C4-2E51-AB1C-7C28B921B5B6}"/>
          </ac:spMkLst>
        </pc:spChg>
        <pc:graphicFrameChg chg="mod modGraphic">
          <ac:chgData name="Zhao,Qian (MED CD&amp;O) BII-CN-S" userId="S::qian_3.zhao@boehringer-ingelheim.com::e5f2fa0e-800e-4e03-b8e2-beea36a7bf3b" providerId="AD" clId="Web-{DE631CDE-C50E-A297-5230-001A9C947720}" dt="2024-02-26T04:54:55.060" v="142"/>
          <ac:graphicFrameMkLst>
            <pc:docMk/>
            <pc:sldMk cId="2928051727" sldId="2147481415"/>
            <ac:graphicFrameMk id="11" creationId="{5ED9083D-1BB6-D4A8-9FCC-91DC668D68F5}"/>
          </ac:graphicFrameMkLst>
        </pc:graphicFrameChg>
        <pc:picChg chg="del">
          <ac:chgData name="Zhao,Qian (MED CD&amp;O) BII-CN-S" userId="S::qian_3.zhao@boehringer-ingelheim.com::e5f2fa0e-800e-4e03-b8e2-beea36a7bf3b" providerId="AD" clId="Web-{DE631CDE-C50E-A297-5230-001A9C947720}" dt="2024-02-26T04:54:10.902" v="27"/>
          <ac:picMkLst>
            <pc:docMk/>
            <pc:sldMk cId="2928051727" sldId="2147481415"/>
            <ac:picMk id="2" creationId="{6E2B5E5D-4997-ECC6-4836-25F13A84282A}"/>
          </ac:picMkLst>
        </pc:picChg>
        <pc:picChg chg="add mod ord">
          <ac:chgData name="Zhao,Qian (MED CD&amp;O) BII-CN-S" userId="S::qian_3.zhao@boehringer-ingelheim.com::e5f2fa0e-800e-4e03-b8e2-beea36a7bf3b" providerId="AD" clId="Web-{DE631CDE-C50E-A297-5230-001A9C947720}" dt="2024-02-26T04:55:03.811" v="145" actId="1076"/>
          <ac:picMkLst>
            <pc:docMk/>
            <pc:sldMk cId="2928051727" sldId="2147481415"/>
            <ac:picMk id="4" creationId="{D167FB2B-D6D0-CFAC-1311-57369E178940}"/>
          </ac:picMkLst>
        </pc:picChg>
        <pc:cxnChg chg="mod">
          <ac:chgData name="Zhao,Qian (MED CD&amp;O) BII-CN-S" userId="S::qian_3.zhao@boehringer-ingelheim.com::e5f2fa0e-800e-4e03-b8e2-beea36a7bf3b" providerId="AD" clId="Web-{DE631CDE-C50E-A297-5230-001A9C947720}" dt="2024-02-26T04:55:36.359" v="151" actId="14100"/>
          <ac:cxnSpMkLst>
            <pc:docMk/>
            <pc:sldMk cId="2928051727" sldId="2147481415"/>
            <ac:cxnSpMk id="8" creationId="{547CF811-85B3-06B8-4BDC-F314E2247645}"/>
          </ac:cxnSpMkLst>
        </pc:cxnChg>
      </pc:sldChg>
    </pc:docChg>
  </pc:docChgLst>
  <pc:docChgLst>
    <pc:chgData name="Wang,Shirley (HP Medicine) BII-CN-B" userId="48b801ce-80b8-42d3-931b-2dcaf726016f" providerId="ADAL" clId="{14C8EA57-4459-49F9-AC88-E2CCCBF1656E}"/>
    <pc:docChg chg="modSld">
      <pc:chgData name="Wang,Shirley (HP Medicine) BII-CN-B" userId="48b801ce-80b8-42d3-931b-2dcaf726016f" providerId="ADAL" clId="{14C8EA57-4459-49F9-AC88-E2CCCBF1656E}" dt="2024-04-22T00:57:27.660" v="1" actId="729"/>
      <pc:docMkLst>
        <pc:docMk/>
      </pc:docMkLst>
      <pc:sldChg chg="mod modShow">
        <pc:chgData name="Wang,Shirley (HP Medicine) BII-CN-B" userId="48b801ce-80b8-42d3-931b-2dcaf726016f" providerId="ADAL" clId="{14C8EA57-4459-49F9-AC88-E2CCCBF1656E}" dt="2024-04-22T00:57:27.660" v="1" actId="729"/>
        <pc:sldMkLst>
          <pc:docMk/>
          <pc:sldMk cId="3623571889" sldId="2147482835"/>
        </pc:sldMkLst>
      </pc:sldChg>
      <pc:sldChg chg="modSp mod">
        <pc:chgData name="Wang,Shirley (HP Medicine) BII-CN-B" userId="48b801ce-80b8-42d3-931b-2dcaf726016f" providerId="ADAL" clId="{14C8EA57-4459-49F9-AC88-E2CCCBF1656E}" dt="2024-04-22T00:55:23.044" v="0" actId="1076"/>
        <pc:sldMkLst>
          <pc:docMk/>
          <pc:sldMk cId="3126664250" sldId="2147482889"/>
        </pc:sldMkLst>
        <pc:spChg chg="mod">
          <ac:chgData name="Wang,Shirley (HP Medicine) BII-CN-B" userId="48b801ce-80b8-42d3-931b-2dcaf726016f" providerId="ADAL" clId="{14C8EA57-4459-49F9-AC88-E2CCCBF1656E}" dt="2024-04-22T00:55:23.044" v="0" actId="1076"/>
          <ac:spMkLst>
            <pc:docMk/>
            <pc:sldMk cId="3126664250" sldId="2147482889"/>
            <ac:spMk id="16" creationId="{397C50CA-40EC-2B76-5DCF-8E4B0390FC5E}"/>
          </ac:spMkLst>
        </pc:spChg>
      </pc:sldChg>
    </pc:docChg>
  </pc:docChgLst>
  <pc:docChgLst>
    <pc:chgData name="Wang,Shirley (HP Med RA) BII-CN-B" userId="48b801ce-80b8-42d3-931b-2dcaf726016f" providerId="ADAL" clId="{7FE28CA3-5608-4869-8D15-971D8D436C3E}"/>
    <pc:docChg chg="custSel modSld">
      <pc:chgData name="Wang,Shirley (HP Med RA) BII-CN-B" userId="48b801ce-80b8-42d3-931b-2dcaf726016f" providerId="ADAL" clId="{7FE28CA3-5608-4869-8D15-971D8D436C3E}" dt="2023-10-11T02:52:59.906" v="1" actId="1589"/>
      <pc:docMkLst>
        <pc:docMk/>
      </pc:docMkLst>
      <pc:sldChg chg="addCm modCm">
        <pc:chgData name="Wang,Shirley (HP Med RA) BII-CN-B" userId="48b801ce-80b8-42d3-931b-2dcaf726016f" providerId="ADAL" clId="{7FE28CA3-5608-4869-8D15-971D8D436C3E}" dt="2023-10-11T02:52:59.906" v="1" actId="1589"/>
        <pc:sldMkLst>
          <pc:docMk/>
          <pc:sldMk cId="4107447454" sldId="2147474946"/>
        </pc:sldMkLst>
      </pc:sldChg>
    </pc:docChg>
  </pc:docChgLst>
  <pc:docChgLst>
    <pc:chgData name="Wang,Shirley (HP Med RA) BII-CN-B" userId="48b801ce-80b8-42d3-931b-2dcaf726016f" providerId="ADAL" clId="{59AF1488-DA78-41D9-8112-D82D893069BF}"/>
    <pc:docChg chg="custSel modSld">
      <pc:chgData name="Wang,Shirley (HP Med RA) BII-CN-B" userId="48b801ce-80b8-42d3-931b-2dcaf726016f" providerId="ADAL" clId="{59AF1488-DA78-41D9-8112-D82D893069BF}" dt="2022-10-11T02:37:35.256" v="106" actId="14100"/>
      <pc:docMkLst>
        <pc:docMk/>
      </pc:docMkLst>
      <pc:sldChg chg="modSp mod modNotesTx">
        <pc:chgData name="Wang,Shirley (HP Med RA) BII-CN-B" userId="48b801ce-80b8-42d3-931b-2dcaf726016f" providerId="ADAL" clId="{59AF1488-DA78-41D9-8112-D82D893069BF}" dt="2022-10-11T02:28:22.078" v="90"/>
        <pc:sldMkLst>
          <pc:docMk/>
          <pc:sldMk cId="707578781" sldId="2147377269"/>
        </pc:sldMkLst>
        <pc:spChg chg="mod">
          <ac:chgData name="Wang,Shirley (HP Med RA) BII-CN-B" userId="48b801ce-80b8-42d3-931b-2dcaf726016f" providerId="ADAL" clId="{59AF1488-DA78-41D9-8112-D82D893069BF}" dt="2022-10-11T02:27:13.350" v="41" actId="1076"/>
          <ac:spMkLst>
            <pc:docMk/>
            <pc:sldMk cId="707578781" sldId="2147377269"/>
            <ac:spMk id="3" creationId="{2361F59F-5AAC-4455-AB31-71A62E93FD05}"/>
          </ac:spMkLst>
        </pc:spChg>
        <pc:graphicFrameChg chg="mod modGraphic">
          <ac:chgData name="Wang,Shirley (HP Med RA) BII-CN-B" userId="48b801ce-80b8-42d3-931b-2dcaf726016f" providerId="ADAL" clId="{59AF1488-DA78-41D9-8112-D82D893069BF}" dt="2022-10-11T02:27:59.768" v="89" actId="20577"/>
          <ac:graphicFrameMkLst>
            <pc:docMk/>
            <pc:sldMk cId="707578781" sldId="2147377269"/>
            <ac:graphicFrameMk id="7" creationId="{213A6F17-47EB-492A-A286-52E7C44BC4E1}"/>
          </ac:graphicFrameMkLst>
        </pc:graphicFrameChg>
      </pc:sldChg>
      <pc:sldChg chg="modSp mod">
        <pc:chgData name="Wang,Shirley (HP Med RA) BII-CN-B" userId="48b801ce-80b8-42d3-931b-2dcaf726016f" providerId="ADAL" clId="{59AF1488-DA78-41D9-8112-D82D893069BF}" dt="2022-10-11T02:36:46.767" v="102" actId="1076"/>
        <pc:sldMkLst>
          <pc:docMk/>
          <pc:sldMk cId="2295491106" sldId="2147377288"/>
        </pc:sldMkLst>
        <pc:spChg chg="mod">
          <ac:chgData name="Wang,Shirley (HP Med RA) BII-CN-B" userId="48b801ce-80b8-42d3-931b-2dcaf726016f" providerId="ADAL" clId="{59AF1488-DA78-41D9-8112-D82D893069BF}" dt="2022-10-11T02:36:46.767" v="102" actId="1076"/>
          <ac:spMkLst>
            <pc:docMk/>
            <pc:sldMk cId="2295491106" sldId="2147377288"/>
            <ac:spMk id="3" creationId="{00000000-0000-0000-0000-000000000000}"/>
          </ac:spMkLst>
        </pc:spChg>
      </pc:sldChg>
      <pc:sldChg chg="delSp modSp mod">
        <pc:chgData name="Wang,Shirley (HP Med RA) BII-CN-B" userId="48b801ce-80b8-42d3-931b-2dcaf726016f" providerId="ADAL" clId="{59AF1488-DA78-41D9-8112-D82D893069BF}" dt="2022-10-11T02:37:22.196" v="105" actId="478"/>
        <pc:sldMkLst>
          <pc:docMk/>
          <pc:sldMk cId="3639130434" sldId="2147377294"/>
        </pc:sldMkLst>
        <pc:spChg chg="del">
          <ac:chgData name="Wang,Shirley (HP Med RA) BII-CN-B" userId="48b801ce-80b8-42d3-931b-2dcaf726016f" providerId="ADAL" clId="{59AF1488-DA78-41D9-8112-D82D893069BF}" dt="2022-10-11T02:37:20.400" v="104" actId="478"/>
          <ac:spMkLst>
            <pc:docMk/>
            <pc:sldMk cId="3639130434" sldId="2147377294"/>
            <ac:spMk id="7" creationId="{00000000-0000-0000-0000-000000000000}"/>
          </ac:spMkLst>
        </pc:spChg>
        <pc:spChg chg="del">
          <ac:chgData name="Wang,Shirley (HP Med RA) BII-CN-B" userId="48b801ce-80b8-42d3-931b-2dcaf726016f" providerId="ADAL" clId="{59AF1488-DA78-41D9-8112-D82D893069BF}" dt="2022-10-11T02:37:22.196" v="105" actId="478"/>
          <ac:spMkLst>
            <pc:docMk/>
            <pc:sldMk cId="3639130434" sldId="2147377294"/>
            <ac:spMk id="8" creationId="{00000000-0000-0000-0000-000000000000}"/>
          </ac:spMkLst>
        </pc:spChg>
        <pc:spChg chg="mod">
          <ac:chgData name="Wang,Shirley (HP Med RA) BII-CN-B" userId="48b801ce-80b8-42d3-931b-2dcaf726016f" providerId="ADAL" clId="{59AF1488-DA78-41D9-8112-D82D893069BF}" dt="2022-10-11T02:37:11.258" v="103" actId="1076"/>
          <ac:spMkLst>
            <pc:docMk/>
            <pc:sldMk cId="3639130434" sldId="2147377294"/>
            <ac:spMk id="9" creationId="{00000000-0000-0000-0000-000000000000}"/>
          </ac:spMkLst>
        </pc:spChg>
      </pc:sldChg>
      <pc:sldChg chg="modSp mod">
        <pc:chgData name="Wang,Shirley (HP Med RA) BII-CN-B" userId="48b801ce-80b8-42d3-931b-2dcaf726016f" providerId="ADAL" clId="{59AF1488-DA78-41D9-8112-D82D893069BF}" dt="2022-10-11T02:33:28.577" v="91" actId="1076"/>
        <pc:sldMkLst>
          <pc:docMk/>
          <pc:sldMk cId="3191557910" sldId="2147377304"/>
        </pc:sldMkLst>
        <pc:spChg chg="mod">
          <ac:chgData name="Wang,Shirley (HP Med RA) BII-CN-B" userId="48b801ce-80b8-42d3-931b-2dcaf726016f" providerId="ADAL" clId="{59AF1488-DA78-41D9-8112-D82D893069BF}" dt="2022-10-11T02:33:28.577" v="91" actId="1076"/>
          <ac:spMkLst>
            <pc:docMk/>
            <pc:sldMk cId="3191557910" sldId="2147377304"/>
            <ac:spMk id="125" creationId="{DFAA6683-0037-41A5-88BA-233844E272FA}"/>
          </ac:spMkLst>
        </pc:spChg>
      </pc:sldChg>
      <pc:sldChg chg="delSp modSp mod">
        <pc:chgData name="Wang,Shirley (HP Med RA) BII-CN-B" userId="48b801ce-80b8-42d3-931b-2dcaf726016f" providerId="ADAL" clId="{59AF1488-DA78-41D9-8112-D82D893069BF}" dt="2022-10-11T02:35:32.057" v="96" actId="478"/>
        <pc:sldMkLst>
          <pc:docMk/>
          <pc:sldMk cId="1238319318" sldId="2147377305"/>
        </pc:sldMkLst>
        <pc:spChg chg="del">
          <ac:chgData name="Wang,Shirley (HP Med RA) BII-CN-B" userId="48b801ce-80b8-42d3-931b-2dcaf726016f" providerId="ADAL" clId="{59AF1488-DA78-41D9-8112-D82D893069BF}" dt="2022-10-11T02:35:32.057" v="96" actId="478"/>
          <ac:spMkLst>
            <pc:docMk/>
            <pc:sldMk cId="1238319318" sldId="2147377305"/>
            <ac:spMk id="12" creationId="{00000000-0000-0000-0000-000000000000}"/>
          </ac:spMkLst>
        </pc:spChg>
        <pc:spChg chg="mod">
          <ac:chgData name="Wang,Shirley (HP Med RA) BII-CN-B" userId="48b801ce-80b8-42d3-931b-2dcaf726016f" providerId="ADAL" clId="{59AF1488-DA78-41D9-8112-D82D893069BF}" dt="2022-10-11T02:35:29.969" v="95" actId="1076"/>
          <ac:spMkLst>
            <pc:docMk/>
            <pc:sldMk cId="1238319318" sldId="2147377305"/>
            <ac:spMk id="14" creationId="{00000000-0000-0000-0000-000000000000}"/>
          </ac:spMkLst>
        </pc:spChg>
      </pc:sldChg>
      <pc:sldChg chg="delSp modSp mod">
        <pc:chgData name="Wang,Shirley (HP Med RA) BII-CN-B" userId="48b801ce-80b8-42d3-931b-2dcaf726016f" providerId="ADAL" clId="{59AF1488-DA78-41D9-8112-D82D893069BF}" dt="2022-10-11T02:35:54.202" v="99" actId="478"/>
        <pc:sldMkLst>
          <pc:docMk/>
          <pc:sldMk cId="2911980940" sldId="2147377309"/>
        </pc:sldMkLst>
        <pc:spChg chg="del">
          <ac:chgData name="Wang,Shirley (HP Med RA) BII-CN-B" userId="48b801ce-80b8-42d3-931b-2dcaf726016f" providerId="ADAL" clId="{59AF1488-DA78-41D9-8112-D82D893069BF}" dt="2022-10-11T02:35:54.202" v="99" actId="478"/>
          <ac:spMkLst>
            <pc:docMk/>
            <pc:sldMk cId="2911980940" sldId="2147377309"/>
            <ac:spMk id="7" creationId="{00000000-0000-0000-0000-000000000000}"/>
          </ac:spMkLst>
        </pc:spChg>
        <pc:spChg chg="del">
          <ac:chgData name="Wang,Shirley (HP Med RA) BII-CN-B" userId="48b801ce-80b8-42d3-931b-2dcaf726016f" providerId="ADAL" clId="{59AF1488-DA78-41D9-8112-D82D893069BF}" dt="2022-10-11T02:35:42.222" v="97" actId="478"/>
          <ac:spMkLst>
            <pc:docMk/>
            <pc:sldMk cId="2911980940" sldId="2147377309"/>
            <ac:spMk id="8" creationId="{00000000-0000-0000-0000-000000000000}"/>
          </ac:spMkLst>
        </pc:spChg>
        <pc:spChg chg="mod">
          <ac:chgData name="Wang,Shirley (HP Med RA) BII-CN-B" userId="48b801ce-80b8-42d3-931b-2dcaf726016f" providerId="ADAL" clId="{59AF1488-DA78-41D9-8112-D82D893069BF}" dt="2022-10-11T02:35:47.929" v="98" actId="1076"/>
          <ac:spMkLst>
            <pc:docMk/>
            <pc:sldMk cId="2911980940" sldId="2147377309"/>
            <ac:spMk id="9" creationId="{00000000-0000-0000-0000-000000000000}"/>
          </ac:spMkLst>
        </pc:spChg>
      </pc:sldChg>
      <pc:sldChg chg="delSp mod">
        <pc:chgData name="Wang,Shirley (HP Med RA) BII-CN-B" userId="48b801ce-80b8-42d3-931b-2dcaf726016f" providerId="ADAL" clId="{59AF1488-DA78-41D9-8112-D82D893069BF}" dt="2022-10-11T02:36:29.838" v="101" actId="478"/>
        <pc:sldMkLst>
          <pc:docMk/>
          <pc:sldMk cId="3315052253" sldId="2147377311"/>
        </pc:sldMkLst>
        <pc:spChg chg="del">
          <ac:chgData name="Wang,Shirley (HP Med RA) BII-CN-B" userId="48b801ce-80b8-42d3-931b-2dcaf726016f" providerId="ADAL" clId="{59AF1488-DA78-41D9-8112-D82D893069BF}" dt="2022-10-11T02:36:26.756" v="100" actId="478"/>
          <ac:spMkLst>
            <pc:docMk/>
            <pc:sldMk cId="3315052253" sldId="2147377311"/>
            <ac:spMk id="3" creationId="{00000000-0000-0000-0000-000000000000}"/>
          </ac:spMkLst>
        </pc:spChg>
        <pc:spChg chg="del">
          <ac:chgData name="Wang,Shirley (HP Med RA) BII-CN-B" userId="48b801ce-80b8-42d3-931b-2dcaf726016f" providerId="ADAL" clId="{59AF1488-DA78-41D9-8112-D82D893069BF}" dt="2022-10-11T02:36:29.838" v="101" actId="478"/>
          <ac:spMkLst>
            <pc:docMk/>
            <pc:sldMk cId="3315052253" sldId="2147377311"/>
            <ac:spMk id="6" creationId="{00000000-0000-0000-0000-000000000000}"/>
          </ac:spMkLst>
        </pc:spChg>
      </pc:sldChg>
      <pc:sldChg chg="modSp mod">
        <pc:chgData name="Wang,Shirley (HP Med RA) BII-CN-B" userId="48b801ce-80b8-42d3-931b-2dcaf726016f" providerId="ADAL" clId="{59AF1488-DA78-41D9-8112-D82D893069BF}" dt="2022-10-11T02:37:35.256" v="106" actId="14100"/>
        <pc:sldMkLst>
          <pc:docMk/>
          <pc:sldMk cId="3296093154" sldId="2147377319"/>
        </pc:sldMkLst>
        <pc:graphicFrameChg chg="mod modGraphic">
          <ac:chgData name="Wang,Shirley (HP Med RA) BII-CN-B" userId="48b801ce-80b8-42d3-931b-2dcaf726016f" providerId="ADAL" clId="{59AF1488-DA78-41D9-8112-D82D893069BF}" dt="2022-10-11T02:37:35.256" v="106" actId="14100"/>
          <ac:graphicFrameMkLst>
            <pc:docMk/>
            <pc:sldMk cId="3296093154" sldId="2147377319"/>
            <ac:graphicFrameMk id="9" creationId="{9451AA74-9EEC-4F3E-9EDC-4DA6C151EA9D}"/>
          </ac:graphicFrameMkLst>
        </pc:graphicFrameChg>
      </pc:sldChg>
      <pc:sldChg chg="delSp mod">
        <pc:chgData name="Wang,Shirley (HP Med RA) BII-CN-B" userId="48b801ce-80b8-42d3-931b-2dcaf726016f" providerId="ADAL" clId="{59AF1488-DA78-41D9-8112-D82D893069BF}" dt="2022-10-11T02:35:07.541" v="94" actId="478"/>
        <pc:sldMkLst>
          <pc:docMk/>
          <pc:sldMk cId="2176290733" sldId="2147377324"/>
        </pc:sldMkLst>
        <pc:spChg chg="del">
          <ac:chgData name="Wang,Shirley (HP Med RA) BII-CN-B" userId="48b801ce-80b8-42d3-931b-2dcaf726016f" providerId="ADAL" clId="{59AF1488-DA78-41D9-8112-D82D893069BF}" dt="2022-10-11T02:34:43.550" v="93" actId="478"/>
          <ac:spMkLst>
            <pc:docMk/>
            <pc:sldMk cId="2176290733" sldId="2147377324"/>
            <ac:spMk id="9" creationId="{00000000-0000-0000-0000-000000000000}"/>
          </ac:spMkLst>
        </pc:spChg>
        <pc:spChg chg="del">
          <ac:chgData name="Wang,Shirley (HP Med RA) BII-CN-B" userId="48b801ce-80b8-42d3-931b-2dcaf726016f" providerId="ADAL" clId="{59AF1488-DA78-41D9-8112-D82D893069BF}" dt="2022-10-11T02:34:40.612" v="92" actId="478"/>
          <ac:spMkLst>
            <pc:docMk/>
            <pc:sldMk cId="2176290733" sldId="2147377324"/>
            <ac:spMk id="10" creationId="{00000000-0000-0000-0000-000000000000}"/>
          </ac:spMkLst>
        </pc:spChg>
        <pc:spChg chg="del">
          <ac:chgData name="Wang,Shirley (HP Med RA) BII-CN-B" userId="48b801ce-80b8-42d3-931b-2dcaf726016f" providerId="ADAL" clId="{59AF1488-DA78-41D9-8112-D82D893069BF}" dt="2022-10-11T02:35:07.541" v="94" actId="478"/>
          <ac:spMkLst>
            <pc:docMk/>
            <pc:sldMk cId="2176290733" sldId="2147377324"/>
            <ac:spMk id="11" creationId="{00000000-0000-0000-0000-000000000000}"/>
          </ac:spMkLst>
        </pc:spChg>
      </pc:sldChg>
    </pc:docChg>
  </pc:docChgLst>
  <pc:docChgLst>
    <pc:chgData name="Lin,Julia (MED CD&amp;O) BI-TW-T" userId="2407819e-49bf-4c7b-96f7-ea5422769517" providerId="ADAL" clId="{ABD32203-BF9C-4530-8C93-98F82A3F80A9}"/>
    <pc:docChg chg="delSld">
      <pc:chgData name="Lin,Julia (MED CD&amp;O) BI-TW-T" userId="2407819e-49bf-4c7b-96f7-ea5422769517" providerId="ADAL" clId="{ABD32203-BF9C-4530-8C93-98F82A3F80A9}" dt="2023-03-13T01:46:30.524" v="0" actId="47"/>
      <pc:docMkLst>
        <pc:docMk/>
      </pc:docMkLst>
      <pc:sldChg chg="del">
        <pc:chgData name="Lin,Julia (MED CD&amp;O) BI-TW-T" userId="2407819e-49bf-4c7b-96f7-ea5422769517" providerId="ADAL" clId="{ABD32203-BF9C-4530-8C93-98F82A3F80A9}" dt="2023-03-13T01:46:30.524" v="0" actId="47"/>
        <pc:sldMkLst>
          <pc:docMk/>
          <pc:sldMk cId="80699570" sldId="2147471208"/>
        </pc:sldMkLst>
      </pc:sldChg>
    </pc:docChg>
  </pc:docChgLst>
  <pc:docChgLst>
    <pc:chgData name="Lian,Christina (HP Medicine) BII-CN-S" userId="d3b97c2b-6a0a-46f1-ac75-ab5460a4a2b4" providerId="ADAL" clId="{BCB00D1F-C522-45FD-A6C4-1514AFD91CC0}"/>
    <pc:docChg chg="undo custSel modSld">
      <pc:chgData name="Lian,Christina (HP Medicine) BII-CN-S" userId="d3b97c2b-6a0a-46f1-ac75-ab5460a4a2b4" providerId="ADAL" clId="{BCB00D1F-C522-45FD-A6C4-1514AFD91CC0}" dt="2023-03-15T12:42:46.635" v="182" actId="1076"/>
      <pc:docMkLst>
        <pc:docMk/>
      </pc:docMkLst>
      <pc:sldChg chg="modSp mod">
        <pc:chgData name="Lian,Christina (HP Medicine) BII-CN-S" userId="d3b97c2b-6a0a-46f1-ac75-ab5460a4a2b4" providerId="ADAL" clId="{BCB00D1F-C522-45FD-A6C4-1514AFD91CC0}" dt="2023-03-15T12:24:37.808" v="18" actId="20577"/>
        <pc:sldMkLst>
          <pc:docMk/>
          <pc:sldMk cId="810833642" sldId="9448"/>
        </pc:sldMkLst>
        <pc:spChg chg="mod">
          <ac:chgData name="Lian,Christina (HP Medicine) BII-CN-S" userId="d3b97c2b-6a0a-46f1-ac75-ab5460a4a2b4" providerId="ADAL" clId="{BCB00D1F-C522-45FD-A6C4-1514AFD91CC0}" dt="2023-03-15T12:24:37.808" v="18" actId="20577"/>
          <ac:spMkLst>
            <pc:docMk/>
            <pc:sldMk cId="810833642" sldId="9448"/>
            <ac:spMk id="2" creationId="{258B1150-3B23-4D74-8634-CE9F7979DC8E}"/>
          </ac:spMkLst>
        </pc:spChg>
        <pc:graphicFrameChg chg="mod">
          <ac:chgData name="Lian,Christina (HP Medicine) BII-CN-S" userId="d3b97c2b-6a0a-46f1-ac75-ab5460a4a2b4" providerId="ADAL" clId="{BCB00D1F-C522-45FD-A6C4-1514AFD91CC0}" dt="2023-03-15T12:23:31.488" v="15" actId="1076"/>
          <ac:graphicFrameMkLst>
            <pc:docMk/>
            <pc:sldMk cId="810833642" sldId="9448"/>
            <ac:graphicFrameMk id="7" creationId="{68B695A8-F710-48C2-8E68-03FD32C462CF}"/>
          </ac:graphicFrameMkLst>
        </pc:graphicFrameChg>
      </pc:sldChg>
      <pc:sldChg chg="modSp mod">
        <pc:chgData name="Lian,Christina (HP Medicine) BII-CN-S" userId="d3b97c2b-6a0a-46f1-ac75-ab5460a4a2b4" providerId="ADAL" clId="{BCB00D1F-C522-45FD-A6C4-1514AFD91CC0}" dt="2023-03-15T12:16:03.882" v="0" actId="1076"/>
        <pc:sldMkLst>
          <pc:docMk/>
          <pc:sldMk cId="3351712279" sldId="2147469262"/>
        </pc:sldMkLst>
        <pc:grpChg chg="mod">
          <ac:chgData name="Lian,Christina (HP Medicine) BII-CN-S" userId="d3b97c2b-6a0a-46f1-ac75-ab5460a4a2b4" providerId="ADAL" clId="{BCB00D1F-C522-45FD-A6C4-1514AFD91CC0}" dt="2023-03-15T12:16:03.882" v="0" actId="1076"/>
          <ac:grpSpMkLst>
            <pc:docMk/>
            <pc:sldMk cId="3351712279" sldId="2147469262"/>
            <ac:grpSpMk id="16" creationId="{94D4EBE3-7949-4EEB-8C1B-96B6BD5C4391}"/>
          </ac:grpSpMkLst>
        </pc:grpChg>
      </pc:sldChg>
      <pc:sldChg chg="addSp delSp modSp mod">
        <pc:chgData name="Lian,Christina (HP Medicine) BII-CN-S" userId="d3b97c2b-6a0a-46f1-ac75-ab5460a4a2b4" providerId="ADAL" clId="{BCB00D1F-C522-45FD-A6C4-1514AFD91CC0}" dt="2023-03-15T12:21:44.319" v="14" actId="1076"/>
        <pc:sldMkLst>
          <pc:docMk/>
          <pc:sldMk cId="4022558961" sldId="2147471171"/>
        </pc:sldMkLst>
        <pc:spChg chg="del mod">
          <ac:chgData name="Lian,Christina (HP Medicine) BII-CN-S" userId="d3b97c2b-6a0a-46f1-ac75-ab5460a4a2b4" providerId="ADAL" clId="{BCB00D1F-C522-45FD-A6C4-1514AFD91CC0}" dt="2023-03-15T12:21:30.471" v="12" actId="478"/>
          <ac:spMkLst>
            <pc:docMk/>
            <pc:sldMk cId="4022558961" sldId="2147471171"/>
            <ac:spMk id="52" creationId="{C37AB0AB-396A-4A09-A640-7C9D33588A3C}"/>
          </ac:spMkLst>
        </pc:spChg>
        <pc:spChg chg="add mod">
          <ac:chgData name="Lian,Christina (HP Medicine) BII-CN-S" userId="d3b97c2b-6a0a-46f1-ac75-ab5460a4a2b4" providerId="ADAL" clId="{BCB00D1F-C522-45FD-A6C4-1514AFD91CC0}" dt="2023-03-15T12:21:44.319" v="14" actId="1076"/>
          <ac:spMkLst>
            <pc:docMk/>
            <pc:sldMk cId="4022558961" sldId="2147471171"/>
            <ac:spMk id="62" creationId="{8DB07CF5-ABA1-4C9B-A9DA-0E66E05CDEC6}"/>
          </ac:spMkLst>
        </pc:spChg>
      </pc:sldChg>
      <pc:sldChg chg="delSp modSp mod">
        <pc:chgData name="Lian,Christina (HP Medicine) BII-CN-S" userId="d3b97c2b-6a0a-46f1-ac75-ab5460a4a2b4" providerId="ADAL" clId="{BCB00D1F-C522-45FD-A6C4-1514AFD91CC0}" dt="2023-03-15T12:42:46.635" v="182" actId="1076"/>
        <pc:sldMkLst>
          <pc:docMk/>
          <pc:sldMk cId="1872835041" sldId="2147471185"/>
        </pc:sldMkLst>
        <pc:spChg chg="mod">
          <ac:chgData name="Lian,Christina (HP Medicine) BII-CN-S" userId="d3b97c2b-6a0a-46f1-ac75-ab5460a4a2b4" providerId="ADAL" clId="{BCB00D1F-C522-45FD-A6C4-1514AFD91CC0}" dt="2023-03-15T12:39:30.587" v="139" actId="1037"/>
          <ac:spMkLst>
            <pc:docMk/>
            <pc:sldMk cId="1872835041" sldId="2147471185"/>
            <ac:spMk id="3" creationId="{C6A4DF55-E9D7-4BEF-9E66-5072784ABAA9}"/>
          </ac:spMkLst>
        </pc:spChg>
        <pc:spChg chg="mod">
          <ac:chgData name="Lian,Christina (HP Medicine) BII-CN-S" userId="d3b97c2b-6a0a-46f1-ac75-ab5460a4a2b4" providerId="ADAL" clId="{BCB00D1F-C522-45FD-A6C4-1514AFD91CC0}" dt="2023-03-15T12:42:46.635" v="182" actId="1076"/>
          <ac:spMkLst>
            <pc:docMk/>
            <pc:sldMk cId="1872835041" sldId="2147471185"/>
            <ac:spMk id="4"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5" creationId="{BCFFBFB6-379D-4FA8-BEE9-AC0E6AF5C029}"/>
          </ac:spMkLst>
        </pc:spChg>
        <pc:spChg chg="mod">
          <ac:chgData name="Lian,Christina (HP Medicine) BII-CN-S" userId="d3b97c2b-6a0a-46f1-ac75-ab5460a4a2b4" providerId="ADAL" clId="{BCB00D1F-C522-45FD-A6C4-1514AFD91CC0}" dt="2023-03-15T12:42:06.417" v="171" actId="1076"/>
          <ac:spMkLst>
            <pc:docMk/>
            <pc:sldMk cId="1872835041" sldId="2147471185"/>
            <ac:spMk id="7" creationId="{E9DC4527-9B66-4450-86F5-689D3C73A610}"/>
          </ac:spMkLst>
        </pc:spChg>
        <pc:spChg chg="mod">
          <ac:chgData name="Lian,Christina (HP Medicine) BII-CN-S" userId="d3b97c2b-6a0a-46f1-ac75-ab5460a4a2b4" providerId="ADAL" clId="{BCB00D1F-C522-45FD-A6C4-1514AFD91CC0}" dt="2023-03-15T12:42:40.298" v="181" actId="1036"/>
          <ac:spMkLst>
            <pc:docMk/>
            <pc:sldMk cId="1872835041" sldId="2147471185"/>
            <ac:spMk id="8" creationId="{751C66A6-4239-4742-B166-DDFB44FD9D59}"/>
          </ac:spMkLst>
        </pc:spChg>
        <pc:spChg chg="mod">
          <ac:chgData name="Lian,Christina (HP Medicine) BII-CN-S" userId="d3b97c2b-6a0a-46f1-ac75-ab5460a4a2b4" providerId="ADAL" clId="{BCB00D1F-C522-45FD-A6C4-1514AFD91CC0}" dt="2023-03-15T12:42:40.298" v="181" actId="1036"/>
          <ac:spMkLst>
            <pc:docMk/>
            <pc:sldMk cId="1872835041" sldId="2147471185"/>
            <ac:spMk id="10"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11" creationId="{A1E70551-578A-4B35-ACAC-04BA6E603952}"/>
          </ac:spMkLst>
        </pc:spChg>
        <pc:spChg chg="mod">
          <ac:chgData name="Lian,Christina (HP Medicine) BII-CN-S" userId="d3b97c2b-6a0a-46f1-ac75-ab5460a4a2b4" providerId="ADAL" clId="{BCB00D1F-C522-45FD-A6C4-1514AFD91CC0}" dt="2023-03-15T12:42:40.298" v="181" actId="1036"/>
          <ac:spMkLst>
            <pc:docMk/>
            <pc:sldMk cId="1872835041" sldId="2147471185"/>
            <ac:spMk id="13"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14" creationId="{B361C849-6669-4EC4-A9AD-EB1BCC463147}"/>
          </ac:spMkLst>
        </pc:spChg>
        <pc:spChg chg="mod">
          <ac:chgData name="Lian,Christina (HP Medicine) BII-CN-S" userId="d3b97c2b-6a0a-46f1-ac75-ab5460a4a2b4" providerId="ADAL" clId="{BCB00D1F-C522-45FD-A6C4-1514AFD91CC0}" dt="2023-03-15T12:42:40.298" v="181" actId="1036"/>
          <ac:spMkLst>
            <pc:docMk/>
            <pc:sldMk cId="1872835041" sldId="2147471185"/>
            <ac:spMk id="18" creationId="{B361C849-6669-4EC4-A9AD-EB1BCC463147}"/>
          </ac:spMkLst>
        </pc:spChg>
        <pc:spChg chg="mod">
          <ac:chgData name="Lian,Christina (HP Medicine) BII-CN-S" userId="d3b97c2b-6a0a-46f1-ac75-ab5460a4a2b4" providerId="ADAL" clId="{BCB00D1F-C522-45FD-A6C4-1514AFD91CC0}" dt="2023-03-15T12:42:40.298" v="181" actId="1036"/>
          <ac:spMkLst>
            <pc:docMk/>
            <pc:sldMk cId="1872835041" sldId="2147471185"/>
            <ac:spMk id="19"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21" creationId="{EF845286-AB1B-4A83-90EF-AA5B118C9453}"/>
          </ac:spMkLst>
        </pc:spChg>
        <pc:spChg chg="mod">
          <ac:chgData name="Lian,Christina (HP Medicine) BII-CN-S" userId="d3b97c2b-6a0a-46f1-ac75-ab5460a4a2b4" providerId="ADAL" clId="{BCB00D1F-C522-45FD-A6C4-1514AFD91CC0}" dt="2023-03-15T12:42:40.298" v="181" actId="1036"/>
          <ac:spMkLst>
            <pc:docMk/>
            <pc:sldMk cId="1872835041" sldId="2147471185"/>
            <ac:spMk id="25" creationId="{97CE9050-DA11-497A-A5A0-DB0987903F23}"/>
          </ac:spMkLst>
        </pc:spChg>
        <pc:spChg chg="mod">
          <ac:chgData name="Lian,Christina (HP Medicine) BII-CN-S" userId="d3b97c2b-6a0a-46f1-ac75-ab5460a4a2b4" providerId="ADAL" clId="{BCB00D1F-C522-45FD-A6C4-1514AFD91CC0}" dt="2023-03-15T12:42:10.325" v="172" actId="14100"/>
          <ac:spMkLst>
            <pc:docMk/>
            <pc:sldMk cId="1872835041" sldId="2147471185"/>
            <ac:spMk id="45"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50"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51"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52" creationId="{B4E8BEE0-0EB3-40D8-9AA2-B2BC6D502A8C}"/>
          </ac:spMkLst>
        </pc:spChg>
        <pc:spChg chg="mod">
          <ac:chgData name="Lian,Christina (HP Medicine) BII-CN-S" userId="d3b97c2b-6a0a-46f1-ac75-ab5460a4a2b4" providerId="ADAL" clId="{BCB00D1F-C522-45FD-A6C4-1514AFD91CC0}" dt="2023-03-15T12:42:40.298" v="181" actId="1036"/>
          <ac:spMkLst>
            <pc:docMk/>
            <pc:sldMk cId="1872835041" sldId="2147471185"/>
            <ac:spMk id="54" creationId="{9224C17E-1AA1-4096-A3FD-25D6FD8BA444}"/>
          </ac:spMkLst>
        </pc:spChg>
        <pc:spChg chg="mod">
          <ac:chgData name="Lian,Christina (HP Medicine) BII-CN-S" userId="d3b97c2b-6a0a-46f1-ac75-ab5460a4a2b4" providerId="ADAL" clId="{BCB00D1F-C522-45FD-A6C4-1514AFD91CC0}" dt="2023-03-15T12:42:40.298" v="181" actId="1036"/>
          <ac:spMkLst>
            <pc:docMk/>
            <pc:sldMk cId="1872835041" sldId="2147471185"/>
            <ac:spMk id="58" creationId="{9224C17E-1AA1-4096-A3FD-25D6FD8BA444}"/>
          </ac:spMkLst>
        </pc:spChg>
        <pc:spChg chg="mod">
          <ac:chgData name="Lian,Christina (HP Medicine) BII-CN-S" userId="d3b97c2b-6a0a-46f1-ac75-ab5460a4a2b4" providerId="ADAL" clId="{BCB00D1F-C522-45FD-A6C4-1514AFD91CC0}" dt="2023-03-15T12:41:50.027" v="170" actId="20577"/>
          <ac:spMkLst>
            <pc:docMk/>
            <pc:sldMk cId="1872835041" sldId="2147471185"/>
            <ac:spMk id="74"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76" creationId="{00000000-0000-0000-0000-000000000000}"/>
          </ac:spMkLst>
        </pc:spChg>
        <pc:spChg chg="mod">
          <ac:chgData name="Lian,Christina (HP Medicine) BII-CN-S" userId="d3b97c2b-6a0a-46f1-ac75-ab5460a4a2b4" providerId="ADAL" clId="{BCB00D1F-C522-45FD-A6C4-1514AFD91CC0}" dt="2023-03-15T12:39:30.587" v="139" actId="1037"/>
          <ac:spMkLst>
            <pc:docMk/>
            <pc:sldMk cId="1872835041" sldId="2147471185"/>
            <ac:spMk id="82" creationId="{BB8CA441-CAF3-49DE-9132-10328C7407DA}"/>
          </ac:spMkLst>
        </pc:spChg>
        <pc:spChg chg="mod">
          <ac:chgData name="Lian,Christina (HP Medicine) BII-CN-S" userId="d3b97c2b-6a0a-46f1-ac75-ab5460a4a2b4" providerId="ADAL" clId="{BCB00D1F-C522-45FD-A6C4-1514AFD91CC0}" dt="2023-03-15T12:39:30.587" v="139" actId="1037"/>
          <ac:spMkLst>
            <pc:docMk/>
            <pc:sldMk cId="1872835041" sldId="2147471185"/>
            <ac:spMk id="83" creationId="{00000000-0000-0000-0000-000000000000}"/>
          </ac:spMkLst>
        </pc:spChg>
        <pc:spChg chg="mod">
          <ac:chgData name="Lian,Christina (HP Medicine) BII-CN-S" userId="d3b97c2b-6a0a-46f1-ac75-ab5460a4a2b4" providerId="ADAL" clId="{BCB00D1F-C522-45FD-A6C4-1514AFD91CC0}" dt="2023-03-15T12:39:30.587" v="139" actId="1037"/>
          <ac:spMkLst>
            <pc:docMk/>
            <pc:sldMk cId="1872835041" sldId="2147471185"/>
            <ac:spMk id="85" creationId="{00000000-0000-0000-0000-000000000000}"/>
          </ac:spMkLst>
        </pc:spChg>
        <pc:spChg chg="mod">
          <ac:chgData name="Lian,Christina (HP Medicine) BII-CN-S" userId="d3b97c2b-6a0a-46f1-ac75-ab5460a4a2b4" providerId="ADAL" clId="{BCB00D1F-C522-45FD-A6C4-1514AFD91CC0}" dt="2023-03-15T12:39:30.587" v="139" actId="1037"/>
          <ac:spMkLst>
            <pc:docMk/>
            <pc:sldMk cId="1872835041" sldId="2147471185"/>
            <ac:spMk id="87" creationId="{A0625694-4FCE-4EE7-92E6-C9D58783651F}"/>
          </ac:spMkLst>
        </pc:spChg>
        <pc:spChg chg="mod">
          <ac:chgData name="Lian,Christina (HP Medicine) BII-CN-S" userId="d3b97c2b-6a0a-46f1-ac75-ab5460a4a2b4" providerId="ADAL" clId="{BCB00D1F-C522-45FD-A6C4-1514AFD91CC0}" dt="2023-03-15T12:39:30.587" v="139" actId="1037"/>
          <ac:spMkLst>
            <pc:docMk/>
            <pc:sldMk cId="1872835041" sldId="2147471185"/>
            <ac:spMk id="88" creationId="{00000000-0000-0000-0000-000000000000}"/>
          </ac:spMkLst>
        </pc:spChg>
        <pc:spChg chg="mod">
          <ac:chgData name="Lian,Christina (HP Medicine) BII-CN-S" userId="d3b97c2b-6a0a-46f1-ac75-ab5460a4a2b4" providerId="ADAL" clId="{BCB00D1F-C522-45FD-A6C4-1514AFD91CC0}" dt="2023-03-15T12:42:40.298" v="181" actId="1036"/>
          <ac:spMkLst>
            <pc:docMk/>
            <pc:sldMk cId="1872835041" sldId="2147471185"/>
            <ac:spMk id="97" creationId="{539AA1D6-68DD-44F3-BA47-0BE4CC3C98EF}"/>
          </ac:spMkLst>
        </pc:spChg>
        <pc:spChg chg="mod">
          <ac:chgData name="Lian,Christina (HP Medicine) BII-CN-S" userId="d3b97c2b-6a0a-46f1-ac75-ab5460a4a2b4" providerId="ADAL" clId="{BCB00D1F-C522-45FD-A6C4-1514AFD91CC0}" dt="2023-03-15T12:42:40.298" v="181" actId="1036"/>
          <ac:spMkLst>
            <pc:docMk/>
            <pc:sldMk cId="1872835041" sldId="2147471185"/>
            <ac:spMk id="98" creationId="{E092D8D3-8A14-4ED7-8A72-FA8961FC2477}"/>
          </ac:spMkLst>
        </pc:spChg>
        <pc:spChg chg="mod">
          <ac:chgData name="Lian,Christina (HP Medicine) BII-CN-S" userId="d3b97c2b-6a0a-46f1-ac75-ab5460a4a2b4" providerId="ADAL" clId="{BCB00D1F-C522-45FD-A6C4-1514AFD91CC0}" dt="2023-03-15T12:38:13.308" v="127" actId="1076"/>
          <ac:spMkLst>
            <pc:docMk/>
            <pc:sldMk cId="1872835041" sldId="2147471185"/>
            <ac:spMk id="157" creationId="{B0CE4069-8EAE-4A17-ABA2-E0CD5232A7CD}"/>
          </ac:spMkLst>
        </pc:spChg>
        <pc:spChg chg="mod">
          <ac:chgData name="Lian,Christina (HP Medicine) BII-CN-S" userId="d3b97c2b-6a0a-46f1-ac75-ab5460a4a2b4" providerId="ADAL" clId="{BCB00D1F-C522-45FD-A6C4-1514AFD91CC0}" dt="2023-03-15T12:42:40.298" v="181" actId="1036"/>
          <ac:spMkLst>
            <pc:docMk/>
            <pc:sldMk cId="1872835041" sldId="2147471185"/>
            <ac:spMk id="162" creationId="{85E03438-7695-4CCA-B5AE-4592091CA77A}"/>
          </ac:spMkLst>
        </pc:spChg>
        <pc:spChg chg="mod">
          <ac:chgData name="Lian,Christina (HP Medicine) BII-CN-S" userId="d3b97c2b-6a0a-46f1-ac75-ab5460a4a2b4" providerId="ADAL" clId="{BCB00D1F-C522-45FD-A6C4-1514AFD91CC0}" dt="2023-03-15T12:42:13.056" v="173" actId="14100"/>
          <ac:spMkLst>
            <pc:docMk/>
            <pc:sldMk cId="1872835041" sldId="2147471185"/>
            <ac:spMk id="171" creationId="{9DAEED67-FF51-4933-8DB9-DF126144E833}"/>
          </ac:spMkLst>
        </pc:spChg>
        <pc:spChg chg="mod">
          <ac:chgData name="Lian,Christina (HP Medicine) BII-CN-S" userId="d3b97c2b-6a0a-46f1-ac75-ab5460a4a2b4" providerId="ADAL" clId="{BCB00D1F-C522-45FD-A6C4-1514AFD91CC0}" dt="2023-03-15T12:42:40.298" v="181" actId="1036"/>
          <ac:spMkLst>
            <pc:docMk/>
            <pc:sldMk cId="1872835041" sldId="2147471185"/>
            <ac:spMk id="175" creationId="{8C9854DC-0DCD-46ED-BAB7-E76341141C87}"/>
          </ac:spMkLst>
        </pc:spChg>
        <pc:spChg chg="mod">
          <ac:chgData name="Lian,Christina (HP Medicine) BII-CN-S" userId="d3b97c2b-6a0a-46f1-ac75-ab5460a4a2b4" providerId="ADAL" clId="{BCB00D1F-C522-45FD-A6C4-1514AFD91CC0}" dt="2023-03-15T12:39:30.587" v="139" actId="1037"/>
          <ac:spMkLst>
            <pc:docMk/>
            <pc:sldMk cId="1872835041" sldId="2147471185"/>
            <ac:spMk id="176" creationId="{D3AE9AFB-1837-41A9-92FD-2D4648C9FF99}"/>
          </ac:spMkLst>
        </pc:spChg>
        <pc:spChg chg="del">
          <ac:chgData name="Lian,Christina (HP Medicine) BII-CN-S" userId="d3b97c2b-6a0a-46f1-ac75-ab5460a4a2b4" providerId="ADAL" clId="{BCB00D1F-C522-45FD-A6C4-1514AFD91CC0}" dt="2023-03-15T12:33:39.146" v="84" actId="478"/>
          <ac:spMkLst>
            <pc:docMk/>
            <pc:sldMk cId="1872835041" sldId="2147471185"/>
            <ac:spMk id="183" creationId="{07CBD3F1-4D9D-4A02-8EAB-6228F63034A2}"/>
          </ac:spMkLst>
        </pc:spChg>
        <pc:spChg chg="mod">
          <ac:chgData name="Lian,Christina (HP Medicine) BII-CN-S" userId="d3b97c2b-6a0a-46f1-ac75-ab5460a4a2b4" providerId="ADAL" clId="{BCB00D1F-C522-45FD-A6C4-1514AFD91CC0}" dt="2023-03-15T12:39:05.500" v="133" actId="948"/>
          <ac:spMkLst>
            <pc:docMk/>
            <pc:sldMk cId="1872835041" sldId="2147471185"/>
            <ac:spMk id="192" creationId="{31193A60-52A8-4E9D-BB69-B3D203C95D66}"/>
          </ac:spMkLst>
        </pc:spChg>
        <pc:spChg chg="mod">
          <ac:chgData name="Lian,Christina (HP Medicine) BII-CN-S" userId="d3b97c2b-6a0a-46f1-ac75-ab5460a4a2b4" providerId="ADAL" clId="{BCB00D1F-C522-45FD-A6C4-1514AFD91CC0}" dt="2023-03-15T12:39:30.587" v="139" actId="1037"/>
          <ac:spMkLst>
            <pc:docMk/>
            <pc:sldMk cId="1872835041" sldId="2147471185"/>
            <ac:spMk id="198" creationId="{1774BA4C-C416-48F1-818F-A2111977357D}"/>
          </ac:spMkLst>
        </pc:spChg>
        <pc:spChg chg="mod">
          <ac:chgData name="Lian,Christina (HP Medicine) BII-CN-S" userId="d3b97c2b-6a0a-46f1-ac75-ab5460a4a2b4" providerId="ADAL" clId="{BCB00D1F-C522-45FD-A6C4-1514AFD91CC0}" dt="2023-03-15T12:33:59.027" v="87" actId="1076"/>
          <ac:spMkLst>
            <pc:docMk/>
            <pc:sldMk cId="1872835041" sldId="2147471185"/>
            <ac:spMk id="201" creationId="{E8C48886-5F6B-4CE3-BF5D-30623CB3650B}"/>
          </ac:spMkLst>
        </pc:spChg>
        <pc:spChg chg="mod">
          <ac:chgData name="Lian,Christina (HP Medicine) BII-CN-S" userId="d3b97c2b-6a0a-46f1-ac75-ab5460a4a2b4" providerId="ADAL" clId="{BCB00D1F-C522-45FD-A6C4-1514AFD91CC0}" dt="2023-03-15T12:42:40.298" v="181" actId="1036"/>
          <ac:spMkLst>
            <pc:docMk/>
            <pc:sldMk cId="1872835041" sldId="2147471185"/>
            <ac:spMk id="205" creationId="{15388064-940E-4BCA-A7C9-DF30D8F45E90}"/>
          </ac:spMkLst>
        </pc:spChg>
        <pc:spChg chg="mod">
          <ac:chgData name="Lian,Christina (HP Medicine) BII-CN-S" userId="d3b97c2b-6a0a-46f1-ac75-ab5460a4a2b4" providerId="ADAL" clId="{BCB00D1F-C522-45FD-A6C4-1514AFD91CC0}" dt="2023-03-15T12:42:40.298" v="181" actId="1036"/>
          <ac:spMkLst>
            <pc:docMk/>
            <pc:sldMk cId="1872835041" sldId="2147471185"/>
            <ac:spMk id="206" creationId="{B5E91E3E-1E01-43EF-9E8C-7C6A6F4DA617}"/>
          </ac:spMkLst>
        </pc:spChg>
        <pc:graphicFrameChg chg="mod">
          <ac:chgData name="Lian,Christina (HP Medicine) BII-CN-S" userId="d3b97c2b-6a0a-46f1-ac75-ab5460a4a2b4" providerId="ADAL" clId="{BCB00D1F-C522-45FD-A6C4-1514AFD91CC0}" dt="2023-03-15T12:42:40.298" v="181" actId="1036"/>
          <ac:graphicFrameMkLst>
            <pc:docMk/>
            <pc:sldMk cId="1872835041" sldId="2147471185"/>
            <ac:graphicFrameMk id="49" creationId="{EB1832F7-86BE-4DEE-91F1-447638E4A957}"/>
          </ac:graphicFrameMkLst>
        </pc:graphicFrameChg>
        <pc:picChg chg="mod">
          <ac:chgData name="Lian,Christina (HP Medicine) BII-CN-S" userId="d3b97c2b-6a0a-46f1-ac75-ab5460a4a2b4" providerId="ADAL" clId="{BCB00D1F-C522-45FD-A6C4-1514AFD91CC0}" dt="2023-03-15T12:42:40.298" v="181" actId="1036"/>
          <ac:picMkLst>
            <pc:docMk/>
            <pc:sldMk cId="1872835041" sldId="2147471185"/>
            <ac:picMk id="2" creationId="{00000000-0000-0000-0000-000000000000}"/>
          </ac:picMkLst>
        </pc:picChg>
      </pc:sldChg>
    </pc:docChg>
  </pc:docChgLst>
  <pc:docChgLst>
    <pc:chgData name="Sun,Dr.,Alex (HP Medicine) BII-CN-S" userId="4719f32c-0e69-47bd-a472-8593e5571da4" providerId="ADAL" clId="{8AA4DE63-9815-4940-A4B4-FD58CA90B87E}"/>
    <pc:docChg chg="custSel">
      <pc:chgData name="Sun,Dr.,Alex (HP Medicine) BII-CN-S" userId="4719f32c-0e69-47bd-a472-8593e5571da4" providerId="ADAL" clId="{8AA4DE63-9815-4940-A4B4-FD58CA90B87E}" dt="2023-07-04T01:54:02.027" v="0" actId="1589"/>
      <pc:docMkLst>
        <pc:docMk/>
      </pc:docMkLst>
      <pc:sldChg chg="addCm">
        <pc:chgData name="Sun,Dr.,Alex (HP Medicine) BII-CN-S" userId="4719f32c-0e69-47bd-a472-8593e5571da4" providerId="ADAL" clId="{8AA4DE63-9815-4940-A4B4-FD58CA90B87E}" dt="2023-07-04T01:54:02.027" v="0" actId="1589"/>
        <pc:sldMkLst>
          <pc:docMk/>
          <pc:sldMk cId="2241280397" sldId="1098"/>
        </pc:sldMkLst>
      </pc:sldChg>
    </pc:docChg>
  </pc:docChgLst>
  <pc:docChgLst>
    <pc:chgData name="Wang,Yuan (HP Medicine) BII-CN-S" userId="358dc601-7626-4089-85ae-a53dd0075322" providerId="ADAL" clId="{49116E98-C907-4FBE-8757-570AC4412CB3}"/>
    <pc:docChg chg="undo custSel modSld">
      <pc:chgData name="Wang,Yuan (HP Medicine) BII-CN-S" userId="358dc601-7626-4089-85ae-a53dd0075322" providerId="ADAL" clId="{49116E98-C907-4FBE-8757-570AC4412CB3}" dt="2022-10-08T06:58:53.212" v="233" actId="20577"/>
      <pc:docMkLst>
        <pc:docMk/>
      </pc:docMkLst>
      <pc:sldChg chg="modSp mod">
        <pc:chgData name="Wang,Yuan (HP Medicine) BII-CN-S" userId="358dc601-7626-4089-85ae-a53dd0075322" providerId="ADAL" clId="{49116E98-C907-4FBE-8757-570AC4412CB3}" dt="2022-10-08T06:10:28.600" v="33" actId="20577"/>
        <pc:sldMkLst>
          <pc:docMk/>
          <pc:sldMk cId="2154478483" sldId="2147377306"/>
        </pc:sldMkLst>
        <pc:spChg chg="mod">
          <ac:chgData name="Wang,Yuan (HP Medicine) BII-CN-S" userId="358dc601-7626-4089-85ae-a53dd0075322" providerId="ADAL" clId="{49116E98-C907-4FBE-8757-570AC4412CB3}" dt="2022-10-08T06:10:28.600" v="33" actId="20577"/>
          <ac:spMkLst>
            <pc:docMk/>
            <pc:sldMk cId="2154478483" sldId="2147377306"/>
            <ac:spMk id="41" creationId="{80672632-5059-4D01-BB59-096554D9CD3A}"/>
          </ac:spMkLst>
        </pc:spChg>
      </pc:sldChg>
      <pc:sldChg chg="addSp delSp modSp mod">
        <pc:chgData name="Wang,Yuan (HP Medicine) BII-CN-S" userId="358dc601-7626-4089-85ae-a53dd0075322" providerId="ADAL" clId="{49116E98-C907-4FBE-8757-570AC4412CB3}" dt="2022-10-08T06:12:45.889" v="65" actId="1076"/>
        <pc:sldMkLst>
          <pc:docMk/>
          <pc:sldMk cId="722533359" sldId="2147377307"/>
        </pc:sldMkLst>
        <pc:spChg chg="mod">
          <ac:chgData name="Wang,Yuan (HP Medicine) BII-CN-S" userId="358dc601-7626-4089-85ae-a53dd0075322" providerId="ADAL" clId="{49116E98-C907-4FBE-8757-570AC4412CB3}" dt="2022-10-08T06:10:59.474" v="52" actId="20577"/>
          <ac:spMkLst>
            <pc:docMk/>
            <pc:sldMk cId="722533359" sldId="2147377307"/>
            <ac:spMk id="4" creationId="{617ECBB6-B792-4C40-B199-345A48FDB1DA}"/>
          </ac:spMkLst>
        </pc:spChg>
        <pc:graphicFrameChg chg="add mod">
          <ac:chgData name="Wang,Yuan (HP Medicine) BII-CN-S" userId="358dc601-7626-4089-85ae-a53dd0075322" providerId="ADAL" clId="{49116E98-C907-4FBE-8757-570AC4412CB3}" dt="2022-10-08T06:12:43.336" v="63"/>
          <ac:graphicFrameMkLst>
            <pc:docMk/>
            <pc:sldMk cId="722533359" sldId="2147377307"/>
            <ac:graphicFrameMk id="5" creationId="{8A4F7F76-1424-44B6-854B-D6FFF5E7DCE0}"/>
          </ac:graphicFrameMkLst>
        </pc:graphicFrameChg>
        <pc:picChg chg="add mod">
          <ac:chgData name="Wang,Yuan (HP Medicine) BII-CN-S" userId="358dc601-7626-4089-85ae-a53dd0075322" providerId="ADAL" clId="{49116E98-C907-4FBE-8757-570AC4412CB3}" dt="2022-10-08T06:12:45.889" v="65" actId="1076"/>
          <ac:picMkLst>
            <pc:docMk/>
            <pc:sldMk cId="722533359" sldId="2147377307"/>
            <ac:picMk id="2" creationId="{FBC9C7BE-37F3-46BE-8BB7-218CA795EC8E}"/>
          </ac:picMkLst>
        </pc:picChg>
        <pc:picChg chg="add del">
          <ac:chgData name="Wang,Yuan (HP Medicine) BII-CN-S" userId="358dc601-7626-4089-85ae-a53dd0075322" providerId="ADAL" clId="{49116E98-C907-4FBE-8757-570AC4412CB3}" dt="2022-10-08T06:11:07.341" v="53" actId="478"/>
          <ac:picMkLst>
            <pc:docMk/>
            <pc:sldMk cId="722533359" sldId="2147377307"/>
            <ac:picMk id="10" creationId="{434F08C4-8BB1-4B23-A809-65988B51C027}"/>
          </ac:picMkLst>
        </pc:picChg>
      </pc:sldChg>
      <pc:sldChg chg="addSp delSp modSp mod">
        <pc:chgData name="Wang,Yuan (HP Medicine) BII-CN-S" userId="358dc601-7626-4089-85ae-a53dd0075322" providerId="ADAL" clId="{49116E98-C907-4FBE-8757-570AC4412CB3}" dt="2022-10-08T06:54:04.773" v="137" actId="1076"/>
        <pc:sldMkLst>
          <pc:docMk/>
          <pc:sldMk cId="2471105263" sldId="2147377308"/>
        </pc:sldMkLst>
        <pc:spChg chg="mod">
          <ac:chgData name="Wang,Yuan (HP Medicine) BII-CN-S" userId="358dc601-7626-4089-85ae-a53dd0075322" providerId="ADAL" clId="{49116E98-C907-4FBE-8757-570AC4412CB3}" dt="2022-10-08T06:11:10.991" v="54"/>
          <ac:spMkLst>
            <pc:docMk/>
            <pc:sldMk cId="2471105263" sldId="2147377308"/>
            <ac:spMk id="10" creationId="{105D89CC-8523-43CA-B889-5D740493BF89}"/>
          </ac:spMkLst>
        </pc:spChg>
        <pc:graphicFrameChg chg="del">
          <ac:chgData name="Wang,Yuan (HP Medicine) BII-CN-S" userId="358dc601-7626-4089-85ae-a53dd0075322" providerId="ADAL" clId="{49116E98-C907-4FBE-8757-570AC4412CB3}" dt="2022-10-08T06:11:30.757" v="60" actId="478"/>
          <ac:graphicFrameMkLst>
            <pc:docMk/>
            <pc:sldMk cId="2471105263" sldId="2147377308"/>
            <ac:graphicFrameMk id="6" creationId="{6C069E06-E0AD-4549-84A1-B16D6CC4A84C}"/>
          </ac:graphicFrameMkLst>
        </pc:graphicFrameChg>
        <pc:graphicFrameChg chg="add mod">
          <ac:chgData name="Wang,Yuan (HP Medicine) BII-CN-S" userId="358dc601-7626-4089-85ae-a53dd0075322" providerId="ADAL" clId="{49116E98-C907-4FBE-8757-570AC4412CB3}" dt="2022-10-08T06:22:11.038" v="68"/>
          <ac:graphicFrameMkLst>
            <pc:docMk/>
            <pc:sldMk cId="2471105263" sldId="2147377308"/>
            <ac:graphicFrameMk id="7" creationId="{0F292392-1DF1-4255-9102-353496865FF4}"/>
          </ac:graphicFrameMkLst>
        </pc:graphicFrameChg>
        <pc:graphicFrameChg chg="add del mod">
          <ac:chgData name="Wang,Yuan (HP Medicine) BII-CN-S" userId="358dc601-7626-4089-85ae-a53dd0075322" providerId="ADAL" clId="{49116E98-C907-4FBE-8757-570AC4412CB3}" dt="2022-10-08T06:22:50.937" v="83" actId="21"/>
          <ac:graphicFrameMkLst>
            <pc:docMk/>
            <pc:sldMk cId="2471105263" sldId="2147377308"/>
            <ac:graphicFrameMk id="8" creationId="{0F292392-1DF1-4255-9102-353496865FF4}"/>
          </ac:graphicFrameMkLst>
        </pc:graphicFrameChg>
        <pc:graphicFrameChg chg="add del mod">
          <ac:chgData name="Wang,Yuan (HP Medicine) BII-CN-S" userId="358dc601-7626-4089-85ae-a53dd0075322" providerId="ADAL" clId="{49116E98-C907-4FBE-8757-570AC4412CB3}" dt="2022-10-08T06:50:30.756" v="94" actId="478"/>
          <ac:graphicFrameMkLst>
            <pc:docMk/>
            <pc:sldMk cId="2471105263" sldId="2147377308"/>
            <ac:graphicFrameMk id="9" creationId="{0F292392-1DF1-4255-9102-353496865FF4}"/>
          </ac:graphicFrameMkLst>
        </pc:graphicFrameChg>
        <pc:graphicFrameChg chg="add del mod">
          <ac:chgData name="Wang,Yuan (HP Medicine) BII-CN-S" userId="358dc601-7626-4089-85ae-a53dd0075322" providerId="ADAL" clId="{49116E98-C907-4FBE-8757-570AC4412CB3}" dt="2022-10-08T06:51:15.023" v="111" actId="478"/>
          <ac:graphicFrameMkLst>
            <pc:docMk/>
            <pc:sldMk cId="2471105263" sldId="2147377308"/>
            <ac:graphicFrameMk id="11" creationId="{0F292392-1DF1-4255-9102-353496865FF4}"/>
          </ac:graphicFrameMkLst>
        </pc:graphicFrameChg>
        <pc:graphicFrameChg chg="mod modGraphic">
          <ac:chgData name="Wang,Yuan (HP Medicine) BII-CN-S" userId="358dc601-7626-4089-85ae-a53dd0075322" providerId="ADAL" clId="{49116E98-C907-4FBE-8757-570AC4412CB3}" dt="2022-10-08T06:53:59.622" v="136" actId="113"/>
          <ac:graphicFrameMkLst>
            <pc:docMk/>
            <pc:sldMk cId="2471105263" sldId="2147377308"/>
            <ac:graphicFrameMk id="12" creationId="{58376020-90D2-4295-9183-58A8C41CB962}"/>
          </ac:graphicFrameMkLst>
        </pc:graphicFrameChg>
        <pc:graphicFrameChg chg="add del mod">
          <ac:chgData name="Wang,Yuan (HP Medicine) BII-CN-S" userId="358dc601-7626-4089-85ae-a53dd0075322" providerId="ADAL" clId="{49116E98-C907-4FBE-8757-570AC4412CB3}" dt="2022-10-08T06:52:27.093" v="114" actId="478"/>
          <ac:graphicFrameMkLst>
            <pc:docMk/>
            <pc:sldMk cId="2471105263" sldId="2147377308"/>
            <ac:graphicFrameMk id="13" creationId="{0F292392-1DF1-4255-9102-353496865FF4}"/>
          </ac:graphicFrameMkLst>
        </pc:graphicFrameChg>
        <pc:graphicFrameChg chg="add mod">
          <ac:chgData name="Wang,Yuan (HP Medicine) BII-CN-S" userId="358dc601-7626-4089-85ae-a53dd0075322" providerId="ADAL" clId="{49116E98-C907-4FBE-8757-570AC4412CB3}" dt="2022-10-08T06:52:30.870" v="117"/>
          <ac:graphicFrameMkLst>
            <pc:docMk/>
            <pc:sldMk cId="2471105263" sldId="2147377308"/>
            <ac:graphicFrameMk id="14" creationId="{0F292392-1DF1-4255-9102-353496865FF4}"/>
          </ac:graphicFrameMkLst>
        </pc:graphicFrameChg>
        <pc:picChg chg="add del mod">
          <ac:chgData name="Wang,Yuan (HP Medicine) BII-CN-S" userId="358dc601-7626-4089-85ae-a53dd0075322" providerId="ADAL" clId="{49116E98-C907-4FBE-8757-570AC4412CB3}" dt="2022-10-08T06:22:27.213" v="80"/>
          <ac:picMkLst>
            <pc:docMk/>
            <pc:sldMk cId="2471105263" sldId="2147377308"/>
            <ac:picMk id="2" creationId="{75BF7D3E-C18C-41A7-B35C-B820F91C2D38}"/>
          </ac:picMkLst>
        </pc:picChg>
        <pc:picChg chg="add mod">
          <ac:chgData name="Wang,Yuan (HP Medicine) BII-CN-S" userId="358dc601-7626-4089-85ae-a53dd0075322" providerId="ADAL" clId="{49116E98-C907-4FBE-8757-570AC4412CB3}" dt="2022-10-08T06:54:04.773" v="137" actId="1076"/>
          <ac:picMkLst>
            <pc:docMk/>
            <pc:sldMk cId="2471105263" sldId="2147377308"/>
            <ac:picMk id="4" creationId="{BDD6707F-C2BF-4A87-BF99-4D7459CB41C7}"/>
          </ac:picMkLst>
        </pc:picChg>
      </pc:sldChg>
      <pc:sldChg chg="modSp mod">
        <pc:chgData name="Wang,Yuan (HP Medicine) BII-CN-S" userId="358dc601-7626-4089-85ae-a53dd0075322" providerId="ADAL" clId="{49116E98-C907-4FBE-8757-570AC4412CB3}" dt="2022-10-08T06:58:53.212" v="233" actId="20577"/>
        <pc:sldMkLst>
          <pc:docMk/>
          <pc:sldMk cId="3296093154" sldId="2147377319"/>
        </pc:sldMkLst>
        <pc:graphicFrameChg chg="modGraphic">
          <ac:chgData name="Wang,Yuan (HP Medicine) BII-CN-S" userId="358dc601-7626-4089-85ae-a53dd0075322" providerId="ADAL" clId="{49116E98-C907-4FBE-8757-570AC4412CB3}" dt="2022-10-08T06:58:53.212" v="233" actId="20577"/>
          <ac:graphicFrameMkLst>
            <pc:docMk/>
            <pc:sldMk cId="3296093154" sldId="2147377319"/>
            <ac:graphicFrameMk id="9" creationId="{9451AA74-9EEC-4F3E-9EDC-4DA6C151EA9D}"/>
          </ac:graphicFrameMkLst>
        </pc:graphicFrameChg>
      </pc:sldChg>
    </pc:docChg>
  </pc:docChgLst>
  <pc:docChgLst>
    <pc:chgData name="Lu,Yixin (MED CD&amp;O) BII-CN-S" userId="S::yixin.lu@boehringer-ingelheim.com::6055c963-f18b-4b43-9f26-62c3b4c5f854" providerId="AD" clId="Web-{C4CBF591-A294-7D07-A652-0EBD9DE9363B}"/>
    <pc:docChg chg="modSld">
      <pc:chgData name="Lu,Yixin (MED CD&amp;O) BII-CN-S" userId="S::yixin.lu@boehringer-ingelheim.com::6055c963-f18b-4b43-9f26-62c3b4c5f854" providerId="AD" clId="Web-{C4CBF591-A294-7D07-A652-0EBD9DE9363B}" dt="2022-07-08T09:38:04.187" v="63"/>
      <pc:docMkLst>
        <pc:docMk/>
      </pc:docMkLst>
      <pc:sldChg chg="addSp delSp modSp">
        <pc:chgData name="Lu,Yixin (MED CD&amp;O) BII-CN-S" userId="S::yixin.lu@boehringer-ingelheim.com::6055c963-f18b-4b43-9f26-62c3b4c5f854" providerId="AD" clId="Web-{C4CBF591-A294-7D07-A652-0EBD9DE9363B}" dt="2022-07-08T09:38:04.187" v="63"/>
        <pc:sldMkLst>
          <pc:docMk/>
          <pc:sldMk cId="258900555" sldId="2147377252"/>
        </pc:sldMkLst>
        <pc:spChg chg="del mod">
          <ac:chgData name="Lu,Yixin (MED CD&amp;O) BII-CN-S" userId="S::yixin.lu@boehringer-ingelheim.com::6055c963-f18b-4b43-9f26-62c3b4c5f854" providerId="AD" clId="Web-{C4CBF591-A294-7D07-A652-0EBD9DE9363B}" dt="2022-07-08T09:36:39.635" v="32"/>
          <ac:spMkLst>
            <pc:docMk/>
            <pc:sldMk cId="258900555" sldId="2147377252"/>
            <ac:spMk id="2" creationId="{2BABE700-748D-41CA-9855-1DE3F4D348EC}"/>
          </ac:spMkLst>
        </pc:spChg>
        <pc:spChg chg="add del mod">
          <ac:chgData name="Lu,Yixin (MED CD&amp;O) BII-CN-S" userId="S::yixin.lu@boehringer-ingelheim.com::6055c963-f18b-4b43-9f26-62c3b4c5f854" providerId="AD" clId="Web-{C4CBF591-A294-7D07-A652-0EBD9DE9363B}" dt="2022-07-08T09:36:43.791" v="33"/>
          <ac:spMkLst>
            <pc:docMk/>
            <pc:sldMk cId="258900555" sldId="2147377252"/>
            <ac:spMk id="8" creationId="{1552A154-64F4-A289-643F-704AF392D594}"/>
          </ac:spMkLst>
        </pc:spChg>
        <pc:graphicFrameChg chg="add mod modGraphic">
          <ac:chgData name="Lu,Yixin (MED CD&amp;O) BII-CN-S" userId="S::yixin.lu@boehringer-ingelheim.com::6055c963-f18b-4b43-9f26-62c3b4c5f854" providerId="AD" clId="Web-{C4CBF591-A294-7D07-A652-0EBD9DE9363B}" dt="2022-07-08T09:38:04.187" v="63"/>
          <ac:graphicFrameMkLst>
            <pc:docMk/>
            <pc:sldMk cId="258900555" sldId="2147377252"/>
            <ac:graphicFrameMk id="6" creationId="{AF065D4D-4D7E-ADDC-0526-AEC3FC3D8429}"/>
          </ac:graphicFrameMkLst>
        </pc:graphicFrameChg>
      </pc:sldChg>
    </pc:docChg>
  </pc:docChgLst>
  <pc:docChgLst>
    <pc:chgData name="Huang,Hui (HP Med PV) BII-CN-S" userId="S::hui_3.huang@boehringer-ingelheim.com::6ac9ddaa-9dec-49fc-a3f9-a294c43f6245" providerId="AD" clId="Web-{7862DE92-F4D7-E9DB-7D58-79E07F5CF068}"/>
    <pc:docChg chg="mod">
      <pc:chgData name="Huang,Hui (HP Med PV) BII-CN-S" userId="S::hui_3.huang@boehringer-ingelheim.com::6ac9ddaa-9dec-49fc-a3f9-a294c43f6245" providerId="AD" clId="Web-{7862DE92-F4D7-E9DB-7D58-79E07F5CF068}" dt="2023-10-11T02:58:50.712" v="0"/>
      <pc:docMkLst>
        <pc:docMk/>
      </pc:docMkLst>
    </pc:docChg>
  </pc:docChgLst>
  <pc:docChgLst>
    <pc:chgData name="Wang,Yuan (HP Medicine) BII-CN-S" userId="S::yuan_2.wang@boehringer-ingelheim.com::358dc601-7626-4089-85ae-a53dd0075322" providerId="AD" clId="Web-{68DCF55D-95F6-CF3D-620C-9FBC27DB0F66}"/>
    <pc:docChg chg="modSld">
      <pc:chgData name="Wang,Yuan (HP Medicine) BII-CN-S" userId="S::yuan_2.wang@boehringer-ingelheim.com::358dc601-7626-4089-85ae-a53dd0075322" providerId="AD" clId="Web-{68DCF55D-95F6-CF3D-620C-9FBC27DB0F66}" dt="2022-09-02T03:15:34.900" v="5" actId="20577"/>
      <pc:docMkLst>
        <pc:docMk/>
      </pc:docMkLst>
      <pc:sldChg chg="modSp">
        <pc:chgData name="Wang,Yuan (HP Medicine) BII-CN-S" userId="S::yuan_2.wang@boehringer-ingelheim.com::358dc601-7626-4089-85ae-a53dd0075322" providerId="AD" clId="Web-{68DCF55D-95F6-CF3D-620C-9FBC27DB0F66}" dt="2022-09-02T03:15:34.900" v="5" actId="20577"/>
        <pc:sldMkLst>
          <pc:docMk/>
          <pc:sldMk cId="2159026764" sldId="2147377282"/>
        </pc:sldMkLst>
        <pc:spChg chg="mod">
          <ac:chgData name="Wang,Yuan (HP Medicine) BII-CN-S" userId="S::yuan_2.wang@boehringer-ingelheim.com::358dc601-7626-4089-85ae-a53dd0075322" providerId="AD" clId="Web-{68DCF55D-95F6-CF3D-620C-9FBC27DB0F66}" dt="2022-09-02T03:15:34.900" v="5" actId="20577"/>
          <ac:spMkLst>
            <pc:docMk/>
            <pc:sldMk cId="2159026764" sldId="2147377282"/>
            <ac:spMk id="4" creationId="{617ECBB6-B792-4C40-B199-345A48FDB1DA}"/>
          </ac:spMkLst>
        </pc:spChg>
      </pc:sldChg>
    </pc:docChg>
  </pc:docChgLst>
  <pc:docChgLst>
    <pc:chgData name="Li,Yuting (HP Medicine) BII-CN-S" userId="ce8fbb54-122c-426d-b8da-fdcc5e1b5022" providerId="ADAL" clId="{94E0858B-10D7-4506-A9CD-8F5236F7877D}"/>
    <pc:docChg chg="undo redo custSel addSld delSld modSld sldOrd">
      <pc:chgData name="Li,Yuting (HP Medicine) BII-CN-S" userId="ce8fbb54-122c-426d-b8da-fdcc5e1b5022" providerId="ADAL" clId="{94E0858B-10D7-4506-A9CD-8F5236F7877D}" dt="2022-03-15T01:27:55.911" v="900" actId="6549"/>
      <pc:docMkLst>
        <pc:docMk/>
      </pc:docMkLst>
      <pc:sldChg chg="modSp add mod">
        <pc:chgData name="Li,Yuting (HP Medicine) BII-CN-S" userId="ce8fbb54-122c-426d-b8da-fdcc5e1b5022" providerId="ADAL" clId="{94E0858B-10D7-4506-A9CD-8F5236F7877D}" dt="2022-03-14T09:32:40.866" v="408" actId="20577"/>
        <pc:sldMkLst>
          <pc:docMk/>
          <pc:sldMk cId="1644772439" sldId="375"/>
        </pc:sldMkLst>
        <pc:spChg chg="mod">
          <ac:chgData name="Li,Yuting (HP Medicine) BII-CN-S" userId="ce8fbb54-122c-426d-b8da-fdcc5e1b5022" providerId="ADAL" clId="{94E0858B-10D7-4506-A9CD-8F5236F7877D}" dt="2022-03-14T09:32:40.866" v="408" actId="20577"/>
          <ac:spMkLst>
            <pc:docMk/>
            <pc:sldMk cId="1644772439" sldId="375"/>
            <ac:spMk id="9" creationId="{BB78E8AF-43BD-41B4-8D69-F28B64F5582C}"/>
          </ac:spMkLst>
        </pc:spChg>
      </pc:sldChg>
      <pc:sldChg chg="modSp add del mod">
        <pc:chgData name="Li,Yuting (HP Medicine) BII-CN-S" userId="ce8fbb54-122c-426d-b8da-fdcc5e1b5022" providerId="ADAL" clId="{94E0858B-10D7-4506-A9CD-8F5236F7877D}" dt="2022-03-14T14:01:35.827" v="737" actId="20577"/>
        <pc:sldMkLst>
          <pc:docMk/>
          <pc:sldMk cId="2569566961" sldId="376"/>
        </pc:sldMkLst>
        <pc:spChg chg="mod">
          <ac:chgData name="Li,Yuting (HP Medicine) BII-CN-S" userId="ce8fbb54-122c-426d-b8da-fdcc5e1b5022" providerId="ADAL" clId="{94E0858B-10D7-4506-A9CD-8F5236F7877D}" dt="2022-03-14T14:01:35.827" v="737" actId="20577"/>
          <ac:spMkLst>
            <pc:docMk/>
            <pc:sldMk cId="2569566961" sldId="376"/>
            <ac:spMk id="3" creationId="{35E2B660-C84C-4C71-9856-1AAB8E343E44}"/>
          </ac:spMkLst>
        </pc:spChg>
      </pc:sldChg>
      <pc:sldChg chg="delSp del mod">
        <pc:chgData name="Li,Yuting (HP Medicine) BII-CN-S" userId="ce8fbb54-122c-426d-b8da-fdcc5e1b5022" providerId="ADAL" clId="{94E0858B-10D7-4506-A9CD-8F5236F7877D}" dt="2022-03-14T14:01:49.399" v="738" actId="478"/>
        <pc:sldMkLst>
          <pc:docMk/>
          <pc:sldMk cId="2529678629" sldId="378"/>
        </pc:sldMkLst>
        <pc:spChg chg="del">
          <ac:chgData name="Li,Yuting (HP Medicine) BII-CN-S" userId="ce8fbb54-122c-426d-b8da-fdcc5e1b5022" providerId="ADAL" clId="{94E0858B-10D7-4506-A9CD-8F5236F7877D}" dt="2022-03-14T14:01:49.399" v="738" actId="478"/>
          <ac:spMkLst>
            <pc:docMk/>
            <pc:sldMk cId="2529678629" sldId="378"/>
            <ac:spMk id="2" creationId="{80294B13-270F-4568-9677-A276916FD4AB}"/>
          </ac:spMkLst>
        </pc:spChg>
      </pc:sldChg>
      <pc:sldChg chg="delCm">
        <pc:chgData name="Li,Yuting (HP Medicine) BII-CN-S" userId="ce8fbb54-122c-426d-b8da-fdcc5e1b5022" providerId="ADAL" clId="{94E0858B-10D7-4506-A9CD-8F5236F7877D}" dt="2022-03-14T02:58:41.184" v="4" actId="1592"/>
        <pc:sldMkLst>
          <pc:docMk/>
          <pc:sldMk cId="113715563" sldId="1059"/>
        </pc:sldMkLst>
      </pc:sldChg>
      <pc:sldChg chg="modSp mod">
        <pc:chgData name="Li,Yuting (HP Medicine) BII-CN-S" userId="ce8fbb54-122c-426d-b8da-fdcc5e1b5022" providerId="ADAL" clId="{94E0858B-10D7-4506-A9CD-8F5236F7877D}" dt="2022-03-14T11:43:59.228" v="677" actId="1035"/>
        <pc:sldMkLst>
          <pc:docMk/>
          <pc:sldMk cId="669747058" sldId="6596"/>
        </pc:sldMkLst>
        <pc:spChg chg="mod">
          <ac:chgData name="Li,Yuting (HP Medicine) BII-CN-S" userId="ce8fbb54-122c-426d-b8da-fdcc5e1b5022" providerId="ADAL" clId="{94E0858B-10D7-4506-A9CD-8F5236F7877D}" dt="2022-03-14T05:41:29.627" v="45" actId="1076"/>
          <ac:spMkLst>
            <pc:docMk/>
            <pc:sldMk cId="669747058" sldId="6596"/>
            <ac:spMk id="58" creationId="{F5A6B9FE-5135-46CA-B020-47DC5CCE42EF}"/>
          </ac:spMkLst>
        </pc:spChg>
        <pc:spChg chg="mod">
          <ac:chgData name="Li,Yuting (HP Medicine) BII-CN-S" userId="ce8fbb54-122c-426d-b8da-fdcc5e1b5022" providerId="ADAL" clId="{94E0858B-10D7-4506-A9CD-8F5236F7877D}" dt="2022-03-14T11:43:36.490" v="570" actId="1076"/>
          <ac:spMkLst>
            <pc:docMk/>
            <pc:sldMk cId="669747058" sldId="6596"/>
            <ac:spMk id="69" creationId="{00000000-0000-0000-0000-000000000000}"/>
          </ac:spMkLst>
        </pc:spChg>
        <pc:spChg chg="mod">
          <ac:chgData name="Li,Yuting (HP Medicine) BII-CN-S" userId="ce8fbb54-122c-426d-b8da-fdcc5e1b5022" providerId="ADAL" clId="{94E0858B-10D7-4506-A9CD-8F5236F7877D}" dt="2022-03-14T05:42:22.521" v="47" actId="14100"/>
          <ac:spMkLst>
            <pc:docMk/>
            <pc:sldMk cId="669747058" sldId="6596"/>
            <ac:spMk id="70" creationId="{A1E70551-578A-4B35-ACAC-04BA6E603952}"/>
          </ac:spMkLst>
        </pc:spChg>
        <pc:spChg chg="mod">
          <ac:chgData name="Li,Yuting (HP Medicine) BII-CN-S" userId="ce8fbb54-122c-426d-b8da-fdcc5e1b5022" providerId="ADAL" clId="{94E0858B-10D7-4506-A9CD-8F5236F7877D}" dt="2022-03-14T05:42:12.520" v="46" actId="14100"/>
          <ac:spMkLst>
            <pc:docMk/>
            <pc:sldMk cId="669747058" sldId="6596"/>
            <ac:spMk id="78" creationId="{BB8CA441-CAF3-49DE-9132-10328C7407DA}"/>
          </ac:spMkLst>
        </pc:spChg>
        <pc:spChg chg="mod">
          <ac:chgData name="Li,Yuting (HP Medicine) BII-CN-S" userId="ce8fbb54-122c-426d-b8da-fdcc5e1b5022" providerId="ADAL" clId="{94E0858B-10D7-4506-A9CD-8F5236F7877D}" dt="2022-03-14T05:42:33.817" v="67" actId="1038"/>
          <ac:spMkLst>
            <pc:docMk/>
            <pc:sldMk cId="669747058" sldId="6596"/>
            <ac:spMk id="81" creationId="{B361C849-6669-4EC4-A9AD-EB1BCC463147}"/>
          </ac:spMkLst>
        </pc:spChg>
        <pc:spChg chg="mod">
          <ac:chgData name="Li,Yuting (HP Medicine) BII-CN-S" userId="ce8fbb54-122c-426d-b8da-fdcc5e1b5022" providerId="ADAL" clId="{94E0858B-10D7-4506-A9CD-8F5236F7877D}" dt="2022-03-14T05:42:27.731" v="48" actId="1076"/>
          <ac:spMkLst>
            <pc:docMk/>
            <pc:sldMk cId="669747058" sldId="6596"/>
            <ac:spMk id="82" creationId="{00000000-0000-0000-0000-000000000000}"/>
          </ac:spMkLst>
        </pc:spChg>
        <pc:spChg chg="mod">
          <ac:chgData name="Li,Yuting (HP Medicine) BII-CN-S" userId="ce8fbb54-122c-426d-b8da-fdcc5e1b5022" providerId="ADAL" clId="{94E0858B-10D7-4506-A9CD-8F5236F7877D}" dt="2022-03-14T11:43:52.582" v="637" actId="1035"/>
          <ac:spMkLst>
            <pc:docMk/>
            <pc:sldMk cId="669747058" sldId="6596"/>
            <ac:spMk id="101" creationId="{00000000-0000-0000-0000-000000000000}"/>
          </ac:spMkLst>
        </pc:spChg>
        <pc:spChg chg="mod">
          <ac:chgData name="Li,Yuting (HP Medicine) BII-CN-S" userId="ce8fbb54-122c-426d-b8da-fdcc5e1b5022" providerId="ADAL" clId="{94E0858B-10D7-4506-A9CD-8F5236F7877D}" dt="2022-03-14T11:43:59.228" v="677" actId="1035"/>
          <ac:spMkLst>
            <pc:docMk/>
            <pc:sldMk cId="669747058" sldId="6596"/>
            <ac:spMk id="102" creationId="{9224C17E-1AA1-4096-A3FD-25D6FD8BA444}"/>
          </ac:spMkLst>
        </pc:spChg>
        <pc:picChg chg="mod">
          <ac:chgData name="Li,Yuting (HP Medicine) BII-CN-S" userId="ce8fbb54-122c-426d-b8da-fdcc5e1b5022" providerId="ADAL" clId="{94E0858B-10D7-4506-A9CD-8F5236F7877D}" dt="2022-03-14T11:43:39.982" v="571" actId="1076"/>
          <ac:picMkLst>
            <pc:docMk/>
            <pc:sldMk cId="669747058" sldId="6596"/>
            <ac:picMk id="7" creationId="{00000000-0000-0000-0000-000000000000}"/>
          </ac:picMkLst>
        </pc:picChg>
      </pc:sldChg>
      <pc:sldChg chg="add del">
        <pc:chgData name="Li,Yuting (HP Medicine) BII-CN-S" userId="ce8fbb54-122c-426d-b8da-fdcc5e1b5022" providerId="ADAL" clId="{94E0858B-10D7-4506-A9CD-8F5236F7877D}" dt="2022-03-14T09:31:22.289" v="388" actId="47"/>
        <pc:sldMkLst>
          <pc:docMk/>
          <pc:sldMk cId="3560688549" sldId="6625"/>
        </pc:sldMkLst>
      </pc:sldChg>
      <pc:sldChg chg="add del">
        <pc:chgData name="Li,Yuting (HP Medicine) BII-CN-S" userId="ce8fbb54-122c-426d-b8da-fdcc5e1b5022" providerId="ADAL" clId="{94E0858B-10D7-4506-A9CD-8F5236F7877D}" dt="2022-03-14T09:31:16.742" v="387" actId="47"/>
        <pc:sldMkLst>
          <pc:docMk/>
          <pc:sldMk cId="2455590348" sldId="6627"/>
        </pc:sldMkLst>
      </pc:sldChg>
      <pc:sldChg chg="addSp delSp modSp add del mod">
        <pc:chgData name="Li,Yuting (HP Medicine) BII-CN-S" userId="ce8fbb54-122c-426d-b8da-fdcc5e1b5022" providerId="ADAL" clId="{94E0858B-10D7-4506-A9CD-8F5236F7877D}" dt="2022-03-14T14:03:19.631" v="748" actId="478"/>
        <pc:sldMkLst>
          <pc:docMk/>
          <pc:sldMk cId="2293915906" sldId="6630"/>
        </pc:sldMkLst>
        <pc:spChg chg="add del mod">
          <ac:chgData name="Li,Yuting (HP Medicine) BII-CN-S" userId="ce8fbb54-122c-426d-b8da-fdcc5e1b5022" providerId="ADAL" clId="{94E0858B-10D7-4506-A9CD-8F5236F7877D}" dt="2022-03-14T14:03:19.631" v="748" actId="478"/>
          <ac:spMkLst>
            <pc:docMk/>
            <pc:sldMk cId="2293915906" sldId="6630"/>
            <ac:spMk id="2" creationId="{15372AE3-6BF5-4611-8EA7-92889151E205}"/>
          </ac:spMkLst>
        </pc:spChg>
        <pc:spChg chg="mod">
          <ac:chgData name="Li,Yuting (HP Medicine) BII-CN-S" userId="ce8fbb54-122c-426d-b8da-fdcc5e1b5022" providerId="ADAL" clId="{94E0858B-10D7-4506-A9CD-8F5236F7877D}" dt="2022-03-14T14:02:30.312" v="740" actId="6549"/>
          <ac:spMkLst>
            <pc:docMk/>
            <pc:sldMk cId="2293915906" sldId="6630"/>
            <ac:spMk id="6" creationId="{AE10757F-0720-4CC3-B2A6-2D763A9B808E}"/>
          </ac:spMkLst>
        </pc:spChg>
      </pc:sldChg>
      <pc:sldChg chg="modSp add mod">
        <pc:chgData name="Li,Yuting (HP Medicine) BII-CN-S" userId="ce8fbb54-122c-426d-b8da-fdcc5e1b5022" providerId="ADAL" clId="{94E0858B-10D7-4506-A9CD-8F5236F7877D}" dt="2022-03-14T09:32:32.180" v="398" actId="20577"/>
        <pc:sldMkLst>
          <pc:docMk/>
          <pc:sldMk cId="394649738" sldId="6631"/>
        </pc:sldMkLst>
        <pc:spChg chg="mod">
          <ac:chgData name="Li,Yuting (HP Medicine) BII-CN-S" userId="ce8fbb54-122c-426d-b8da-fdcc5e1b5022" providerId="ADAL" clId="{94E0858B-10D7-4506-A9CD-8F5236F7877D}" dt="2022-03-14T09:32:32.180" v="398" actId="20577"/>
          <ac:spMkLst>
            <pc:docMk/>
            <pc:sldMk cId="394649738" sldId="6631"/>
            <ac:spMk id="4" creationId="{7B1C2E16-61C9-4C47-B624-8AAC0134E58B}"/>
          </ac:spMkLst>
        </pc:spChg>
      </pc:sldChg>
      <pc:sldChg chg="modSp mod">
        <pc:chgData name="Li,Yuting (HP Medicine) BII-CN-S" userId="ce8fbb54-122c-426d-b8da-fdcc5e1b5022" providerId="ADAL" clId="{94E0858B-10D7-4506-A9CD-8F5236F7877D}" dt="2022-03-14T07:41:16.997" v="160" actId="14100"/>
        <pc:sldMkLst>
          <pc:docMk/>
          <pc:sldMk cId="2253265356" sldId="2141413456"/>
        </pc:sldMkLst>
        <pc:spChg chg="mod">
          <ac:chgData name="Li,Yuting (HP Medicine) BII-CN-S" userId="ce8fbb54-122c-426d-b8da-fdcc5e1b5022" providerId="ADAL" clId="{94E0858B-10D7-4506-A9CD-8F5236F7877D}" dt="2022-03-14T07:41:16.997" v="160" actId="14100"/>
          <ac:spMkLst>
            <pc:docMk/>
            <pc:sldMk cId="2253265356" sldId="2141413456"/>
            <ac:spMk id="89" creationId="{7BD92CFC-0106-4FF4-A530-1AD27981172B}"/>
          </ac:spMkLst>
        </pc:spChg>
        <pc:spChg chg="mod">
          <ac:chgData name="Li,Yuting (HP Medicine) BII-CN-S" userId="ce8fbb54-122c-426d-b8da-fdcc5e1b5022" providerId="ADAL" clId="{94E0858B-10D7-4506-A9CD-8F5236F7877D}" dt="2022-03-14T07:38:19.196" v="158" actId="20577"/>
          <ac:spMkLst>
            <pc:docMk/>
            <pc:sldMk cId="2253265356" sldId="2141413456"/>
            <ac:spMk id="90" creationId="{F9345081-D2EC-4F9D-A965-3B9D77318B16}"/>
          </ac:spMkLst>
        </pc:spChg>
      </pc:sldChg>
      <pc:sldChg chg="add del">
        <pc:chgData name="Li,Yuting (HP Medicine) BII-CN-S" userId="ce8fbb54-122c-426d-b8da-fdcc5e1b5022" providerId="ADAL" clId="{94E0858B-10D7-4506-A9CD-8F5236F7877D}" dt="2022-03-14T09:31:16.742" v="387" actId="47"/>
        <pc:sldMkLst>
          <pc:docMk/>
          <pc:sldMk cId="1967766015" sldId="2141414085"/>
        </pc:sldMkLst>
      </pc:sldChg>
      <pc:sldChg chg="modSp add del mod">
        <pc:chgData name="Li,Yuting (HP Medicine) BII-CN-S" userId="ce8fbb54-122c-426d-b8da-fdcc5e1b5022" providerId="ADAL" clId="{94E0858B-10D7-4506-A9CD-8F5236F7877D}" dt="2022-03-14T14:03:32.854" v="750" actId="6549"/>
        <pc:sldMkLst>
          <pc:docMk/>
          <pc:sldMk cId="748608316" sldId="2141414087"/>
        </pc:sldMkLst>
        <pc:spChg chg="mod">
          <ac:chgData name="Li,Yuting (HP Medicine) BII-CN-S" userId="ce8fbb54-122c-426d-b8da-fdcc5e1b5022" providerId="ADAL" clId="{94E0858B-10D7-4506-A9CD-8F5236F7877D}" dt="2022-03-14T14:03:15.937" v="745" actId="20577"/>
          <ac:spMkLst>
            <pc:docMk/>
            <pc:sldMk cId="748608316" sldId="2141414087"/>
            <ac:spMk id="3" creationId="{C891E7D8-F528-4C6B-811B-C3CC14C1B63A}"/>
          </ac:spMkLst>
        </pc:spChg>
        <pc:spChg chg="mod">
          <ac:chgData name="Li,Yuting (HP Medicine) BII-CN-S" userId="ce8fbb54-122c-426d-b8da-fdcc5e1b5022" providerId="ADAL" clId="{94E0858B-10D7-4506-A9CD-8F5236F7877D}" dt="2022-03-14T14:03:32.854" v="750" actId="6549"/>
          <ac:spMkLst>
            <pc:docMk/>
            <pc:sldMk cId="748608316" sldId="2141414087"/>
            <ac:spMk id="4" creationId="{B0FFDD68-118A-4233-B9CA-1190B492281D}"/>
          </ac:spMkLst>
        </pc:spChg>
      </pc:sldChg>
      <pc:sldChg chg="add del">
        <pc:chgData name="Li,Yuting (HP Medicine) BII-CN-S" userId="ce8fbb54-122c-426d-b8da-fdcc5e1b5022" providerId="ADAL" clId="{94E0858B-10D7-4506-A9CD-8F5236F7877D}" dt="2022-03-14T09:31:16.742" v="387" actId="47"/>
        <pc:sldMkLst>
          <pc:docMk/>
          <pc:sldMk cId="2389403383" sldId="2141414088"/>
        </pc:sldMkLst>
      </pc:sldChg>
      <pc:sldChg chg="add del">
        <pc:chgData name="Li,Yuting (HP Medicine) BII-CN-S" userId="ce8fbb54-122c-426d-b8da-fdcc5e1b5022" providerId="ADAL" clId="{94E0858B-10D7-4506-A9CD-8F5236F7877D}" dt="2022-03-14T11:15:40.717" v="569" actId="47"/>
        <pc:sldMkLst>
          <pc:docMk/>
          <pc:sldMk cId="2918241441" sldId="2141414089"/>
        </pc:sldMkLst>
      </pc:sldChg>
      <pc:sldChg chg="add del">
        <pc:chgData name="Li,Yuting (HP Medicine) BII-CN-S" userId="ce8fbb54-122c-426d-b8da-fdcc5e1b5022" providerId="ADAL" clId="{94E0858B-10D7-4506-A9CD-8F5236F7877D}" dt="2022-03-14T09:31:16.742" v="387" actId="47"/>
        <pc:sldMkLst>
          <pc:docMk/>
          <pc:sldMk cId="578683594" sldId="2141414090"/>
        </pc:sldMkLst>
      </pc:sldChg>
      <pc:sldChg chg="modSp add mod">
        <pc:chgData name="Li,Yuting (HP Medicine) BII-CN-S" userId="ce8fbb54-122c-426d-b8da-fdcc5e1b5022" providerId="ADAL" clId="{94E0858B-10D7-4506-A9CD-8F5236F7877D}" dt="2022-03-14T09:32:36.754" v="403" actId="20577"/>
        <pc:sldMkLst>
          <pc:docMk/>
          <pc:sldMk cId="3243944510" sldId="2141414091"/>
        </pc:sldMkLst>
        <pc:spChg chg="mod">
          <ac:chgData name="Li,Yuting (HP Medicine) BII-CN-S" userId="ce8fbb54-122c-426d-b8da-fdcc5e1b5022" providerId="ADAL" clId="{94E0858B-10D7-4506-A9CD-8F5236F7877D}" dt="2022-03-14T09:32:36.754" v="403" actId="20577"/>
          <ac:spMkLst>
            <pc:docMk/>
            <pc:sldMk cId="3243944510" sldId="2141414091"/>
            <ac:spMk id="4" creationId="{7231CB4D-9818-47D0-80EF-025CD64519DB}"/>
          </ac:spMkLst>
        </pc:spChg>
      </pc:sldChg>
      <pc:sldChg chg="modSp mod">
        <pc:chgData name="Li,Yuting (HP Medicine) BII-CN-S" userId="ce8fbb54-122c-426d-b8da-fdcc5e1b5022" providerId="ADAL" clId="{94E0858B-10D7-4506-A9CD-8F5236F7877D}" dt="2022-03-14T06:40:00.062" v="152" actId="20577"/>
        <pc:sldMkLst>
          <pc:docMk/>
          <pc:sldMk cId="4267623655" sldId="2141414117"/>
        </pc:sldMkLst>
        <pc:spChg chg="mod">
          <ac:chgData name="Li,Yuting (HP Medicine) BII-CN-S" userId="ce8fbb54-122c-426d-b8da-fdcc5e1b5022" providerId="ADAL" clId="{94E0858B-10D7-4506-A9CD-8F5236F7877D}" dt="2022-03-14T06:40:00.062" v="152" actId="20577"/>
          <ac:spMkLst>
            <pc:docMk/>
            <pc:sldMk cId="4267623655" sldId="2141414117"/>
            <ac:spMk id="192" creationId="{31193A60-52A8-4E9D-BB69-B3D203C95D66}"/>
          </ac:spMkLst>
        </pc:spChg>
      </pc:sldChg>
      <pc:sldChg chg="delCm">
        <pc:chgData name="Li,Yuting (HP Medicine) BII-CN-S" userId="ce8fbb54-122c-426d-b8da-fdcc5e1b5022" providerId="ADAL" clId="{94E0858B-10D7-4506-A9CD-8F5236F7877D}" dt="2022-03-14T02:58:41.173" v="0" actId="1592"/>
        <pc:sldMkLst>
          <pc:docMk/>
          <pc:sldMk cId="1492430006" sldId="2147377131"/>
        </pc:sldMkLst>
      </pc:sldChg>
      <pc:sldChg chg="del">
        <pc:chgData name="Li,Yuting (HP Medicine) BII-CN-S" userId="ce8fbb54-122c-426d-b8da-fdcc5e1b5022" providerId="ADAL" clId="{94E0858B-10D7-4506-A9CD-8F5236F7877D}" dt="2022-03-14T09:32:23.685" v="391" actId="47"/>
        <pc:sldMkLst>
          <pc:docMk/>
          <pc:sldMk cId="1947718487" sldId="2147377142"/>
        </pc:sldMkLst>
      </pc:sldChg>
      <pc:sldChg chg="modSp mod">
        <pc:chgData name="Li,Yuting (HP Medicine) BII-CN-S" userId="ce8fbb54-122c-426d-b8da-fdcc5e1b5022" providerId="ADAL" clId="{94E0858B-10D7-4506-A9CD-8F5236F7877D}" dt="2022-03-14T05:31:55.556" v="31" actId="20577"/>
        <pc:sldMkLst>
          <pc:docMk/>
          <pc:sldMk cId="3321039952" sldId="2147377143"/>
        </pc:sldMkLst>
        <pc:spChg chg="mod">
          <ac:chgData name="Li,Yuting (HP Medicine) BII-CN-S" userId="ce8fbb54-122c-426d-b8da-fdcc5e1b5022" providerId="ADAL" clId="{94E0858B-10D7-4506-A9CD-8F5236F7877D}" dt="2022-03-14T05:31:55.556" v="31" actId="20577"/>
          <ac:spMkLst>
            <pc:docMk/>
            <pc:sldMk cId="3321039952" sldId="2147377143"/>
            <ac:spMk id="6" creationId="{A23B4D5D-81A6-44E7-A875-03A08F7749F9}"/>
          </ac:spMkLst>
        </pc:spChg>
        <pc:spChg chg="mod">
          <ac:chgData name="Li,Yuting (HP Medicine) BII-CN-S" userId="ce8fbb54-122c-426d-b8da-fdcc5e1b5022" providerId="ADAL" clId="{94E0858B-10D7-4506-A9CD-8F5236F7877D}" dt="2022-03-14T05:29:21.145" v="24" actId="20577"/>
          <ac:spMkLst>
            <pc:docMk/>
            <pc:sldMk cId="3321039952" sldId="2147377143"/>
            <ac:spMk id="53" creationId="{B4E8BEE0-0EB3-40D8-9AA2-B2BC6D502A8C}"/>
          </ac:spMkLst>
        </pc:spChg>
      </pc:sldChg>
      <pc:sldChg chg="modSp">
        <pc:chgData name="Li,Yuting (HP Medicine) BII-CN-S" userId="ce8fbb54-122c-426d-b8da-fdcc5e1b5022" providerId="ADAL" clId="{94E0858B-10D7-4506-A9CD-8F5236F7877D}" dt="2022-03-14T04:05:41.653" v="17" actId="14100"/>
        <pc:sldMkLst>
          <pc:docMk/>
          <pc:sldMk cId="1001967075" sldId="2147377159"/>
        </pc:sldMkLst>
        <pc:spChg chg="mod">
          <ac:chgData name="Li,Yuting (HP Medicine) BII-CN-S" userId="ce8fbb54-122c-426d-b8da-fdcc5e1b5022" providerId="ADAL" clId="{94E0858B-10D7-4506-A9CD-8F5236F7877D}" dt="2022-03-14T04:05:41.653" v="17" actId="14100"/>
          <ac:spMkLst>
            <pc:docMk/>
            <pc:sldMk cId="1001967075" sldId="2147377159"/>
            <ac:spMk id="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2"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3"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4"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5"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6"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1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0"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2"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3"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4"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5"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6"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2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0"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3"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4"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6"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3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4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4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2"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3"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5"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6"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5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6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65"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6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70"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7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7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0"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2"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5"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6"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7"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8"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89"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0"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1"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2"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3"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4" creationId="{00000000-0000-0000-0000-000000000000}"/>
          </ac:spMkLst>
        </pc:spChg>
        <pc:spChg chg="mod">
          <ac:chgData name="Li,Yuting (HP Medicine) BII-CN-S" userId="ce8fbb54-122c-426d-b8da-fdcc5e1b5022" providerId="ADAL" clId="{94E0858B-10D7-4506-A9CD-8F5236F7877D}" dt="2022-03-14T04:05:41.653" v="17" actId="14100"/>
          <ac:spMkLst>
            <pc:docMk/>
            <pc:sldMk cId="1001967075" sldId="2147377159"/>
            <ac:spMk id="96" creationId="{BC5C9CD6-2B0C-45AF-B4CE-203B4B120970}"/>
          </ac:spMkLst>
        </pc:spChg>
        <pc:spChg chg="mod">
          <ac:chgData name="Li,Yuting (HP Medicine) BII-CN-S" userId="ce8fbb54-122c-426d-b8da-fdcc5e1b5022" providerId="ADAL" clId="{94E0858B-10D7-4506-A9CD-8F5236F7877D}" dt="2022-03-14T04:05:41.653" v="17" actId="14100"/>
          <ac:spMkLst>
            <pc:docMk/>
            <pc:sldMk cId="1001967075" sldId="2147377159"/>
            <ac:spMk id="97" creationId="{3FE55F19-79D6-4AA5-BDAD-8B49378EB603}"/>
          </ac:spMkLst>
        </pc:spChg>
        <pc:spChg chg="mod">
          <ac:chgData name="Li,Yuting (HP Medicine) BII-CN-S" userId="ce8fbb54-122c-426d-b8da-fdcc5e1b5022" providerId="ADAL" clId="{94E0858B-10D7-4506-A9CD-8F5236F7877D}" dt="2022-03-14T04:05:41.653" v="17" actId="14100"/>
          <ac:spMkLst>
            <pc:docMk/>
            <pc:sldMk cId="1001967075" sldId="2147377159"/>
            <ac:spMk id="98" creationId="{775038D8-E381-4006-8EDA-34CC4AA17003}"/>
          </ac:spMkLst>
        </pc:spChg>
        <pc:spChg chg="mod">
          <ac:chgData name="Li,Yuting (HP Medicine) BII-CN-S" userId="ce8fbb54-122c-426d-b8da-fdcc5e1b5022" providerId="ADAL" clId="{94E0858B-10D7-4506-A9CD-8F5236F7877D}" dt="2022-03-14T04:05:41.653" v="17" actId="14100"/>
          <ac:spMkLst>
            <pc:docMk/>
            <pc:sldMk cId="1001967075" sldId="2147377159"/>
            <ac:spMk id="99" creationId="{A56D498B-03D1-450F-9C59-46BF2F0DCB2D}"/>
          </ac:spMkLst>
        </pc:spChg>
        <pc:spChg chg="mod">
          <ac:chgData name="Li,Yuting (HP Medicine) BII-CN-S" userId="ce8fbb54-122c-426d-b8da-fdcc5e1b5022" providerId="ADAL" clId="{94E0858B-10D7-4506-A9CD-8F5236F7877D}" dt="2022-03-14T04:05:41.653" v="17" actId="14100"/>
          <ac:spMkLst>
            <pc:docMk/>
            <pc:sldMk cId="1001967075" sldId="2147377159"/>
            <ac:spMk id="100" creationId="{0EEFDB2D-6A1D-45F6-B831-4DA6648E75C4}"/>
          </ac:spMkLst>
        </pc:spChg>
        <pc:spChg chg="mod">
          <ac:chgData name="Li,Yuting (HP Medicine) BII-CN-S" userId="ce8fbb54-122c-426d-b8da-fdcc5e1b5022" providerId="ADAL" clId="{94E0858B-10D7-4506-A9CD-8F5236F7877D}" dt="2022-03-14T04:05:41.653" v="17" actId="14100"/>
          <ac:spMkLst>
            <pc:docMk/>
            <pc:sldMk cId="1001967075" sldId="2147377159"/>
            <ac:spMk id="101" creationId="{514F7654-D406-4B65-B4DD-E448E014B709}"/>
          </ac:spMkLst>
        </pc:spChg>
        <pc:spChg chg="mod">
          <ac:chgData name="Li,Yuting (HP Medicine) BII-CN-S" userId="ce8fbb54-122c-426d-b8da-fdcc5e1b5022" providerId="ADAL" clId="{94E0858B-10D7-4506-A9CD-8F5236F7877D}" dt="2022-03-14T04:05:41.653" v="17" actId="14100"/>
          <ac:spMkLst>
            <pc:docMk/>
            <pc:sldMk cId="1001967075" sldId="2147377159"/>
            <ac:spMk id="103" creationId="{82451701-8AF1-422E-992D-19AAB2E2BDA0}"/>
          </ac:spMkLst>
        </pc:spChg>
        <pc:spChg chg="mod">
          <ac:chgData name="Li,Yuting (HP Medicine) BII-CN-S" userId="ce8fbb54-122c-426d-b8da-fdcc5e1b5022" providerId="ADAL" clId="{94E0858B-10D7-4506-A9CD-8F5236F7877D}" dt="2022-03-14T04:05:41.653" v="17" actId="14100"/>
          <ac:spMkLst>
            <pc:docMk/>
            <pc:sldMk cId="1001967075" sldId="2147377159"/>
            <ac:spMk id="104" creationId="{348FBD2B-7B0A-453A-8227-E2293D0BDEEF}"/>
          </ac:spMkLst>
        </pc:spChg>
        <pc:spChg chg="mod">
          <ac:chgData name="Li,Yuting (HP Medicine) BII-CN-S" userId="ce8fbb54-122c-426d-b8da-fdcc5e1b5022" providerId="ADAL" clId="{94E0858B-10D7-4506-A9CD-8F5236F7877D}" dt="2022-03-14T04:05:41.653" v="17" actId="14100"/>
          <ac:spMkLst>
            <pc:docMk/>
            <pc:sldMk cId="1001967075" sldId="2147377159"/>
            <ac:spMk id="105" creationId="{4CA20726-2FC1-4E30-B140-DF2146D7B698}"/>
          </ac:spMkLst>
        </pc:spChg>
        <pc:spChg chg="mod">
          <ac:chgData name="Li,Yuting (HP Medicine) BII-CN-S" userId="ce8fbb54-122c-426d-b8da-fdcc5e1b5022" providerId="ADAL" clId="{94E0858B-10D7-4506-A9CD-8F5236F7877D}" dt="2022-03-14T04:05:41.653" v="17" actId="14100"/>
          <ac:spMkLst>
            <pc:docMk/>
            <pc:sldMk cId="1001967075" sldId="2147377159"/>
            <ac:spMk id="106" creationId="{67059A65-F8F4-4AB7-85BE-831713DD4494}"/>
          </ac:spMkLst>
        </pc:spChg>
        <pc:spChg chg="mod">
          <ac:chgData name="Li,Yuting (HP Medicine) BII-CN-S" userId="ce8fbb54-122c-426d-b8da-fdcc5e1b5022" providerId="ADAL" clId="{94E0858B-10D7-4506-A9CD-8F5236F7877D}" dt="2022-03-14T04:05:41.653" v="17" actId="14100"/>
          <ac:spMkLst>
            <pc:docMk/>
            <pc:sldMk cId="1001967075" sldId="2147377159"/>
            <ac:spMk id="107" creationId="{6D1B8CB9-F78A-4CFE-BFA3-B2B4B7B19986}"/>
          </ac:spMkLst>
        </pc:spChg>
        <pc:spChg chg="mod">
          <ac:chgData name="Li,Yuting (HP Medicine) BII-CN-S" userId="ce8fbb54-122c-426d-b8da-fdcc5e1b5022" providerId="ADAL" clId="{94E0858B-10D7-4506-A9CD-8F5236F7877D}" dt="2022-03-14T04:05:41.653" v="17" actId="14100"/>
          <ac:spMkLst>
            <pc:docMk/>
            <pc:sldMk cId="1001967075" sldId="2147377159"/>
            <ac:spMk id="108" creationId="{18261B04-2454-4401-90ED-105AE0ECCDE5}"/>
          </ac:spMkLst>
        </pc:spChg>
        <pc:spChg chg="mod">
          <ac:chgData name="Li,Yuting (HP Medicine) BII-CN-S" userId="ce8fbb54-122c-426d-b8da-fdcc5e1b5022" providerId="ADAL" clId="{94E0858B-10D7-4506-A9CD-8F5236F7877D}" dt="2022-03-14T04:05:41.653" v="17" actId="14100"/>
          <ac:spMkLst>
            <pc:docMk/>
            <pc:sldMk cId="1001967075" sldId="2147377159"/>
            <ac:spMk id="109" creationId="{18E399D3-8C49-41B3-B56D-BD33C7B5AFC0}"/>
          </ac:spMkLst>
        </pc:spChg>
        <pc:spChg chg="mod">
          <ac:chgData name="Li,Yuting (HP Medicine) BII-CN-S" userId="ce8fbb54-122c-426d-b8da-fdcc5e1b5022" providerId="ADAL" clId="{94E0858B-10D7-4506-A9CD-8F5236F7877D}" dt="2022-03-14T04:05:41.653" v="17" actId="14100"/>
          <ac:spMkLst>
            <pc:docMk/>
            <pc:sldMk cId="1001967075" sldId="2147377159"/>
            <ac:spMk id="111" creationId="{A78FE0DF-8AA0-4ABC-A842-AF10D65CF583}"/>
          </ac:spMkLst>
        </pc:spChg>
        <pc:spChg chg="mod">
          <ac:chgData name="Li,Yuting (HP Medicine) BII-CN-S" userId="ce8fbb54-122c-426d-b8da-fdcc5e1b5022" providerId="ADAL" clId="{94E0858B-10D7-4506-A9CD-8F5236F7877D}" dt="2022-03-14T04:05:41.653" v="17" actId="14100"/>
          <ac:spMkLst>
            <pc:docMk/>
            <pc:sldMk cId="1001967075" sldId="2147377159"/>
            <ac:spMk id="112" creationId="{7C63B07F-D86F-4D00-BB79-9A0939AA6792}"/>
          </ac:spMkLst>
        </pc:spChg>
        <pc:spChg chg="mod">
          <ac:chgData name="Li,Yuting (HP Medicine) BII-CN-S" userId="ce8fbb54-122c-426d-b8da-fdcc5e1b5022" providerId="ADAL" clId="{94E0858B-10D7-4506-A9CD-8F5236F7877D}" dt="2022-03-14T04:05:41.653" v="17" actId="14100"/>
          <ac:spMkLst>
            <pc:docMk/>
            <pc:sldMk cId="1001967075" sldId="2147377159"/>
            <ac:spMk id="113" creationId="{DD5B0A9E-1CBF-47DF-8F37-B8FCA8F1B5B3}"/>
          </ac:spMkLst>
        </pc:spChg>
        <pc:spChg chg="mod">
          <ac:chgData name="Li,Yuting (HP Medicine) BII-CN-S" userId="ce8fbb54-122c-426d-b8da-fdcc5e1b5022" providerId="ADAL" clId="{94E0858B-10D7-4506-A9CD-8F5236F7877D}" dt="2022-03-14T04:05:41.653" v="17" actId="14100"/>
          <ac:spMkLst>
            <pc:docMk/>
            <pc:sldMk cId="1001967075" sldId="2147377159"/>
            <ac:spMk id="114" creationId="{9E27AC5B-F9D4-4032-9B89-F79DA3B57331}"/>
          </ac:spMkLst>
        </pc:spChg>
        <pc:grpChg chg="mod">
          <ac:chgData name="Li,Yuting (HP Medicine) BII-CN-S" userId="ce8fbb54-122c-426d-b8da-fdcc5e1b5022" providerId="ADAL" clId="{94E0858B-10D7-4506-A9CD-8F5236F7877D}" dt="2022-03-14T04:05:41.653" v="17" actId="14100"/>
          <ac:grpSpMkLst>
            <pc:docMk/>
            <pc:sldMk cId="1001967075" sldId="2147377159"/>
            <ac:grpSpMk id="3" creationId="{2EF30018-4258-4A2A-B01B-24F18949D8D4}"/>
          </ac:grpSpMkLst>
        </pc:grpChg>
        <pc:grpChg chg="mod">
          <ac:chgData name="Li,Yuting (HP Medicine) BII-CN-S" userId="ce8fbb54-122c-426d-b8da-fdcc5e1b5022" providerId="ADAL" clId="{94E0858B-10D7-4506-A9CD-8F5236F7877D}" dt="2022-03-14T04:05:41.653" v="17" actId="14100"/>
          <ac:grpSpMkLst>
            <pc:docMk/>
            <pc:sldMk cId="1001967075" sldId="2147377159"/>
            <ac:grpSpMk id="51"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54"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57"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60"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66"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69" creationId="{00000000-0000-0000-0000-000000000000}"/>
          </ac:grpSpMkLst>
        </pc:grpChg>
        <pc:grpChg chg="mod">
          <ac:chgData name="Li,Yuting (HP Medicine) BII-CN-S" userId="ce8fbb54-122c-426d-b8da-fdcc5e1b5022" providerId="ADAL" clId="{94E0858B-10D7-4506-A9CD-8F5236F7877D}" dt="2022-03-14T04:05:41.653" v="17" actId="14100"/>
          <ac:grpSpMkLst>
            <pc:docMk/>
            <pc:sldMk cId="1001967075" sldId="2147377159"/>
            <ac:grpSpMk id="95" creationId="{B4834E56-0F3A-452C-A5A6-51D5CD5DF1EB}"/>
          </ac:grpSpMkLst>
        </pc:grpChg>
        <pc:grpChg chg="mod">
          <ac:chgData name="Li,Yuting (HP Medicine) BII-CN-S" userId="ce8fbb54-122c-426d-b8da-fdcc5e1b5022" providerId="ADAL" clId="{94E0858B-10D7-4506-A9CD-8F5236F7877D}" dt="2022-03-14T04:05:41.653" v="17" actId="14100"/>
          <ac:grpSpMkLst>
            <pc:docMk/>
            <pc:sldMk cId="1001967075" sldId="2147377159"/>
            <ac:grpSpMk id="102" creationId="{09617BDD-A7C4-42D9-BAA8-923695D49943}"/>
          </ac:grpSpMkLst>
        </pc:grpChg>
        <pc:grpChg chg="mod">
          <ac:chgData name="Li,Yuting (HP Medicine) BII-CN-S" userId="ce8fbb54-122c-426d-b8da-fdcc5e1b5022" providerId="ADAL" clId="{94E0858B-10D7-4506-A9CD-8F5236F7877D}" dt="2022-03-14T04:05:41.653" v="17" actId="14100"/>
          <ac:grpSpMkLst>
            <pc:docMk/>
            <pc:sldMk cId="1001967075" sldId="2147377159"/>
            <ac:grpSpMk id="110" creationId="{3AB59023-DAA4-4180-9128-BEC8555A0840}"/>
          </ac:grpSpMkLst>
        </pc:grpChg>
      </pc:sldChg>
      <pc:sldChg chg="modSp mod">
        <pc:chgData name="Li,Yuting (HP Medicine) BII-CN-S" userId="ce8fbb54-122c-426d-b8da-fdcc5e1b5022" providerId="ADAL" clId="{94E0858B-10D7-4506-A9CD-8F5236F7877D}" dt="2022-03-14T03:35:53.570" v="6" actId="798"/>
        <pc:sldMkLst>
          <pc:docMk/>
          <pc:sldMk cId="3766878403" sldId="2147377162"/>
        </pc:sldMkLst>
        <pc:graphicFrameChg chg="modGraphic">
          <ac:chgData name="Li,Yuting (HP Medicine) BII-CN-S" userId="ce8fbb54-122c-426d-b8da-fdcc5e1b5022" providerId="ADAL" clId="{94E0858B-10D7-4506-A9CD-8F5236F7877D}" dt="2022-03-14T03:35:53.570" v="6" actId="798"/>
          <ac:graphicFrameMkLst>
            <pc:docMk/>
            <pc:sldMk cId="3766878403" sldId="2147377162"/>
            <ac:graphicFrameMk id="10" creationId="{7ED29C9C-0700-480D-B788-68CBB9D31EEE}"/>
          </ac:graphicFrameMkLst>
        </pc:graphicFrameChg>
      </pc:sldChg>
      <pc:sldChg chg="addSp delSp modSp mod">
        <pc:chgData name="Li,Yuting (HP Medicine) BII-CN-S" userId="ce8fbb54-122c-426d-b8da-fdcc5e1b5022" providerId="ADAL" clId="{94E0858B-10D7-4506-A9CD-8F5236F7877D}" dt="2022-03-14T14:10:50.676" v="846" actId="20577"/>
        <pc:sldMkLst>
          <pc:docMk/>
          <pc:sldMk cId="630768667" sldId="2147377166"/>
        </pc:sldMkLst>
        <pc:spChg chg="del">
          <ac:chgData name="Li,Yuting (HP Medicine) BII-CN-S" userId="ce8fbb54-122c-426d-b8da-fdcc5e1b5022" providerId="ADAL" clId="{94E0858B-10D7-4506-A9CD-8F5236F7877D}" dt="2022-03-14T09:01:50.462" v="364" actId="478"/>
          <ac:spMkLst>
            <pc:docMk/>
            <pc:sldMk cId="630768667" sldId="2147377166"/>
            <ac:spMk id="2" creationId="{E873FE29-82A5-4786-ADC4-9CB77E313698}"/>
          </ac:spMkLst>
        </pc:spChg>
        <pc:spChg chg="del mod">
          <ac:chgData name="Li,Yuting (HP Medicine) BII-CN-S" userId="ce8fbb54-122c-426d-b8da-fdcc5e1b5022" providerId="ADAL" clId="{94E0858B-10D7-4506-A9CD-8F5236F7877D}" dt="2022-03-14T09:01:47.044" v="363" actId="478"/>
          <ac:spMkLst>
            <pc:docMk/>
            <pc:sldMk cId="630768667" sldId="2147377166"/>
            <ac:spMk id="7" creationId="{9DBDCC91-19FD-48CE-8906-23CCD87DAF59}"/>
          </ac:spMkLst>
        </pc:spChg>
        <pc:spChg chg="add mod">
          <ac:chgData name="Li,Yuting (HP Medicine) BII-CN-S" userId="ce8fbb54-122c-426d-b8da-fdcc5e1b5022" providerId="ADAL" clId="{94E0858B-10D7-4506-A9CD-8F5236F7877D}" dt="2022-03-14T09:01:51.122" v="365"/>
          <ac:spMkLst>
            <pc:docMk/>
            <pc:sldMk cId="630768667" sldId="2147377166"/>
            <ac:spMk id="9" creationId="{BC50E3D7-8028-44D8-903E-03EFCEEA73D2}"/>
          </ac:spMkLst>
        </pc:spChg>
        <pc:spChg chg="add mod">
          <ac:chgData name="Li,Yuting (HP Medicine) BII-CN-S" userId="ce8fbb54-122c-426d-b8da-fdcc5e1b5022" providerId="ADAL" clId="{94E0858B-10D7-4506-A9CD-8F5236F7877D}" dt="2022-03-14T14:10:01.725" v="814" actId="20577"/>
          <ac:spMkLst>
            <pc:docMk/>
            <pc:sldMk cId="630768667" sldId="2147377166"/>
            <ac:spMk id="10" creationId="{B3EEEE44-834D-4FD9-8B47-BD98F7747AD2}"/>
          </ac:spMkLst>
        </pc:spChg>
        <pc:graphicFrameChg chg="mod modGraphic">
          <ac:chgData name="Li,Yuting (HP Medicine) BII-CN-S" userId="ce8fbb54-122c-426d-b8da-fdcc5e1b5022" providerId="ADAL" clId="{94E0858B-10D7-4506-A9CD-8F5236F7877D}" dt="2022-03-14T14:10:50.676" v="846" actId="20577"/>
          <ac:graphicFrameMkLst>
            <pc:docMk/>
            <pc:sldMk cId="630768667" sldId="2147377166"/>
            <ac:graphicFrameMk id="11" creationId="{0A08FB9D-F1B7-435B-B330-8D6996BD0B44}"/>
          </ac:graphicFrameMkLst>
        </pc:graphicFrameChg>
      </pc:sldChg>
      <pc:sldChg chg="modSp mod ord delCm">
        <pc:chgData name="Li,Yuting (HP Medicine) BII-CN-S" userId="ce8fbb54-122c-426d-b8da-fdcc5e1b5022" providerId="ADAL" clId="{94E0858B-10D7-4506-A9CD-8F5236F7877D}" dt="2022-03-14T09:31:07.894" v="386" actId="20578"/>
        <pc:sldMkLst>
          <pc:docMk/>
          <pc:sldMk cId="2777933554" sldId="2147377173"/>
        </pc:sldMkLst>
        <pc:spChg chg="mod">
          <ac:chgData name="Li,Yuting (HP Medicine) BII-CN-S" userId="ce8fbb54-122c-426d-b8da-fdcc5e1b5022" providerId="ADAL" clId="{94E0858B-10D7-4506-A9CD-8F5236F7877D}" dt="2022-03-14T04:12:18.891" v="18" actId="14100"/>
          <ac:spMkLst>
            <pc:docMk/>
            <pc:sldMk cId="2777933554" sldId="2147377173"/>
            <ac:spMk id="51" creationId="{CFBA2B08-B6EA-4E60-B3B2-4DA8344D2F1D}"/>
          </ac:spMkLst>
        </pc:spChg>
        <pc:spChg chg="mod">
          <ac:chgData name="Li,Yuting (HP Medicine) BII-CN-S" userId="ce8fbb54-122c-426d-b8da-fdcc5e1b5022" providerId="ADAL" clId="{94E0858B-10D7-4506-A9CD-8F5236F7877D}" dt="2022-03-14T04:12:22.332" v="19" actId="1076"/>
          <ac:spMkLst>
            <pc:docMk/>
            <pc:sldMk cId="2777933554" sldId="2147377173"/>
            <ac:spMk id="54" creationId="{35388CBC-F652-48EA-A3C1-83DD6A5290AF}"/>
          </ac:spMkLst>
        </pc:spChg>
        <pc:spChg chg="mod">
          <ac:chgData name="Li,Yuting (HP Medicine) BII-CN-S" userId="ce8fbb54-122c-426d-b8da-fdcc5e1b5022" providerId="ADAL" clId="{94E0858B-10D7-4506-A9CD-8F5236F7877D}" dt="2022-03-14T04:12:29.537" v="22" actId="1076"/>
          <ac:spMkLst>
            <pc:docMk/>
            <pc:sldMk cId="2777933554" sldId="2147377173"/>
            <ac:spMk id="55" creationId="{D3D7F842-DBA7-44E9-AA90-F9419079B4D0}"/>
          </ac:spMkLst>
        </pc:spChg>
        <pc:grpChg chg="mod">
          <ac:chgData name="Li,Yuting (HP Medicine) BII-CN-S" userId="ce8fbb54-122c-426d-b8da-fdcc5e1b5022" providerId="ADAL" clId="{94E0858B-10D7-4506-A9CD-8F5236F7877D}" dt="2022-03-14T05:29:40.415" v="25" actId="1076"/>
          <ac:grpSpMkLst>
            <pc:docMk/>
            <pc:sldMk cId="2777933554" sldId="2147377173"/>
            <ac:grpSpMk id="71" creationId="{00000000-0000-0000-0000-000000000000}"/>
          </ac:grpSpMkLst>
        </pc:grpChg>
      </pc:sldChg>
      <pc:sldChg chg="modSp mod delCm">
        <pc:chgData name="Li,Yuting (HP Medicine) BII-CN-S" userId="ce8fbb54-122c-426d-b8da-fdcc5e1b5022" providerId="ADAL" clId="{94E0858B-10D7-4506-A9CD-8F5236F7877D}" dt="2022-03-14T14:05:55.917" v="779" actId="14100"/>
        <pc:sldMkLst>
          <pc:docMk/>
          <pc:sldMk cId="1349082433" sldId="2147377174"/>
        </pc:sldMkLst>
        <pc:spChg chg="mod">
          <ac:chgData name="Li,Yuting (HP Medicine) BII-CN-S" userId="ce8fbb54-122c-426d-b8da-fdcc5e1b5022" providerId="ADAL" clId="{94E0858B-10D7-4506-A9CD-8F5236F7877D}" dt="2022-03-14T05:32:47.186" v="32" actId="1076"/>
          <ac:spMkLst>
            <pc:docMk/>
            <pc:sldMk cId="1349082433" sldId="2147377174"/>
            <ac:spMk id="55" creationId="{9224C17E-1AA1-4096-A3FD-25D6FD8BA444}"/>
          </ac:spMkLst>
        </pc:spChg>
        <pc:spChg chg="mod">
          <ac:chgData name="Li,Yuting (HP Medicine) BII-CN-S" userId="ce8fbb54-122c-426d-b8da-fdcc5e1b5022" providerId="ADAL" clId="{94E0858B-10D7-4506-A9CD-8F5236F7877D}" dt="2022-03-14T14:05:37.544" v="777" actId="14100"/>
          <ac:spMkLst>
            <pc:docMk/>
            <pc:sldMk cId="1349082433" sldId="2147377174"/>
            <ac:spMk id="63" creationId="{823C46A2-094E-438A-A6C6-1C4BFE60AC75}"/>
          </ac:spMkLst>
        </pc:spChg>
        <pc:spChg chg="mod">
          <ac:chgData name="Li,Yuting (HP Medicine) BII-CN-S" userId="ce8fbb54-122c-426d-b8da-fdcc5e1b5022" providerId="ADAL" clId="{94E0858B-10D7-4506-A9CD-8F5236F7877D}" dt="2022-03-14T14:05:44.785" v="778" actId="1076"/>
          <ac:spMkLst>
            <pc:docMk/>
            <pc:sldMk cId="1349082433" sldId="2147377174"/>
            <ac:spMk id="66" creationId="{A1E70551-578A-4B35-ACAC-04BA6E603952}"/>
          </ac:spMkLst>
        </pc:spChg>
        <pc:spChg chg="mod">
          <ac:chgData name="Li,Yuting (HP Medicine) BII-CN-S" userId="ce8fbb54-122c-426d-b8da-fdcc5e1b5022" providerId="ADAL" clId="{94E0858B-10D7-4506-A9CD-8F5236F7877D}" dt="2022-03-14T05:36:48.815" v="41" actId="20577"/>
          <ac:spMkLst>
            <pc:docMk/>
            <pc:sldMk cId="1349082433" sldId="2147377174"/>
            <ac:spMk id="75" creationId="{23E443ED-C91E-4425-963C-DB47A7F0B19C}"/>
          </ac:spMkLst>
        </pc:spChg>
        <pc:spChg chg="mod">
          <ac:chgData name="Li,Yuting (HP Medicine) BII-CN-S" userId="ce8fbb54-122c-426d-b8da-fdcc5e1b5022" providerId="ADAL" clId="{94E0858B-10D7-4506-A9CD-8F5236F7877D}" dt="2022-03-14T05:33:22.675" v="37" actId="14100"/>
          <ac:spMkLst>
            <pc:docMk/>
            <pc:sldMk cId="1349082433" sldId="2147377174"/>
            <ac:spMk id="80" creationId="{851915C3-5DA9-4EE4-BAE7-6DB3DE2FA51E}"/>
          </ac:spMkLst>
        </pc:spChg>
        <pc:spChg chg="mod">
          <ac:chgData name="Li,Yuting (HP Medicine) BII-CN-S" userId="ce8fbb54-122c-426d-b8da-fdcc5e1b5022" providerId="ADAL" clId="{94E0858B-10D7-4506-A9CD-8F5236F7877D}" dt="2022-03-14T05:33:18.444" v="36" actId="1076"/>
          <ac:spMkLst>
            <pc:docMk/>
            <pc:sldMk cId="1349082433" sldId="2147377174"/>
            <ac:spMk id="84" creationId="{542C7DA4-0985-4CC4-AD0A-DF243707F18E}"/>
          </ac:spMkLst>
        </pc:spChg>
        <pc:spChg chg="mod">
          <ac:chgData name="Li,Yuting (HP Medicine) BII-CN-S" userId="ce8fbb54-122c-426d-b8da-fdcc5e1b5022" providerId="ADAL" clId="{94E0858B-10D7-4506-A9CD-8F5236F7877D}" dt="2022-03-14T14:05:55.917" v="779" actId="14100"/>
          <ac:spMkLst>
            <pc:docMk/>
            <pc:sldMk cId="1349082433" sldId="2147377174"/>
            <ac:spMk id="90" creationId="{994646AA-2588-4DD9-8973-ACAD497AB211}"/>
          </ac:spMkLst>
        </pc:spChg>
        <pc:spChg chg="mod">
          <ac:chgData name="Li,Yuting (HP Medicine) BII-CN-S" userId="ce8fbb54-122c-426d-b8da-fdcc5e1b5022" providerId="ADAL" clId="{94E0858B-10D7-4506-A9CD-8F5236F7877D}" dt="2022-03-14T05:33:35.024" v="40" actId="1076"/>
          <ac:spMkLst>
            <pc:docMk/>
            <pc:sldMk cId="1349082433" sldId="2147377174"/>
            <ac:spMk id="106" creationId="{7F4ADEEE-A1A4-4560-B90D-3B71074032E9}"/>
          </ac:spMkLst>
        </pc:spChg>
        <pc:cxnChg chg="mod">
          <ac:chgData name="Li,Yuting (HP Medicine) BII-CN-S" userId="ce8fbb54-122c-426d-b8da-fdcc5e1b5022" providerId="ADAL" clId="{94E0858B-10D7-4506-A9CD-8F5236F7877D}" dt="2022-03-14T05:32:57.801" v="33" actId="1076"/>
          <ac:cxnSpMkLst>
            <pc:docMk/>
            <pc:sldMk cId="1349082433" sldId="2147377174"/>
            <ac:cxnSpMk id="54" creationId="{9C165100-0114-4167-8FF0-BFF01B293D04}"/>
          </ac:cxnSpMkLst>
        </pc:cxnChg>
      </pc:sldChg>
      <pc:sldChg chg="addSp delSp modSp mod">
        <pc:chgData name="Li,Yuting (HP Medicine) BII-CN-S" userId="ce8fbb54-122c-426d-b8da-fdcc5e1b5022" providerId="ADAL" clId="{94E0858B-10D7-4506-A9CD-8F5236F7877D}" dt="2022-03-15T01:27:55.911" v="900" actId="6549"/>
        <pc:sldMkLst>
          <pc:docMk/>
          <pc:sldMk cId="2180619049" sldId="2147377175"/>
        </pc:sldMkLst>
        <pc:spChg chg="mod">
          <ac:chgData name="Li,Yuting (HP Medicine) BII-CN-S" userId="ce8fbb54-122c-426d-b8da-fdcc5e1b5022" providerId="ADAL" clId="{94E0858B-10D7-4506-A9CD-8F5236F7877D}" dt="2022-03-14T06:36:43.705" v="132" actId="20577"/>
          <ac:spMkLst>
            <pc:docMk/>
            <pc:sldMk cId="2180619049" sldId="2147377175"/>
            <ac:spMk id="61" creationId="{D643E911-B96A-44DB-A0EE-E86967AE7969}"/>
          </ac:spMkLst>
        </pc:spChg>
        <pc:spChg chg="mod">
          <ac:chgData name="Li,Yuting (HP Medicine) BII-CN-S" userId="ce8fbb54-122c-426d-b8da-fdcc5e1b5022" providerId="ADAL" clId="{94E0858B-10D7-4506-A9CD-8F5236F7877D}" dt="2022-03-14T06:30:23.605" v="94" actId="20577"/>
          <ac:spMkLst>
            <pc:docMk/>
            <pc:sldMk cId="2180619049" sldId="2147377175"/>
            <ac:spMk id="65" creationId="{DCA9C7C2-9FFD-4F3E-84B6-3F0272745DC6}"/>
          </ac:spMkLst>
        </pc:spChg>
        <pc:spChg chg="mod">
          <ac:chgData name="Li,Yuting (HP Medicine) BII-CN-S" userId="ce8fbb54-122c-426d-b8da-fdcc5e1b5022" providerId="ADAL" clId="{94E0858B-10D7-4506-A9CD-8F5236F7877D}" dt="2022-03-15T01:27:55.911" v="900" actId="6549"/>
          <ac:spMkLst>
            <pc:docMk/>
            <pc:sldMk cId="2180619049" sldId="2147377175"/>
            <ac:spMk id="75" creationId="{23E443ED-C91E-4425-963C-DB47A7F0B19C}"/>
          </ac:spMkLst>
        </pc:spChg>
        <pc:spChg chg="mod">
          <ac:chgData name="Li,Yuting (HP Medicine) BII-CN-S" userId="ce8fbb54-122c-426d-b8da-fdcc5e1b5022" providerId="ADAL" clId="{94E0858B-10D7-4506-A9CD-8F5236F7877D}" dt="2022-03-14T09:48:00.896" v="446" actId="20577"/>
          <ac:spMkLst>
            <pc:docMk/>
            <pc:sldMk cId="2180619049" sldId="2147377175"/>
            <ac:spMk id="82" creationId="{00000000-0000-0000-0000-000000000000}"/>
          </ac:spMkLst>
        </pc:spChg>
        <pc:spChg chg="mod">
          <ac:chgData name="Li,Yuting (HP Medicine) BII-CN-S" userId="ce8fbb54-122c-426d-b8da-fdcc5e1b5022" providerId="ADAL" clId="{94E0858B-10D7-4506-A9CD-8F5236F7877D}" dt="2022-03-14T09:48:11.533" v="447" actId="6549"/>
          <ac:spMkLst>
            <pc:docMk/>
            <pc:sldMk cId="2180619049" sldId="2147377175"/>
            <ac:spMk id="83" creationId="{A1E70551-578A-4B35-ACAC-04BA6E603952}"/>
          </ac:spMkLst>
        </pc:spChg>
        <pc:spChg chg="mod">
          <ac:chgData name="Li,Yuting (HP Medicine) BII-CN-S" userId="ce8fbb54-122c-426d-b8da-fdcc5e1b5022" providerId="ADAL" clId="{94E0858B-10D7-4506-A9CD-8F5236F7877D}" dt="2022-03-14T06:31:09.399" v="117" actId="20577"/>
          <ac:spMkLst>
            <pc:docMk/>
            <pc:sldMk cId="2180619049" sldId="2147377175"/>
            <ac:spMk id="88" creationId="{9224C17E-1AA1-4096-A3FD-25D6FD8BA444}"/>
          </ac:spMkLst>
        </pc:spChg>
        <pc:spChg chg="del">
          <ac:chgData name="Li,Yuting (HP Medicine) BII-CN-S" userId="ce8fbb54-122c-426d-b8da-fdcc5e1b5022" providerId="ADAL" clId="{94E0858B-10D7-4506-A9CD-8F5236F7877D}" dt="2022-03-14T06:26:31.762" v="70" actId="478"/>
          <ac:spMkLst>
            <pc:docMk/>
            <pc:sldMk cId="2180619049" sldId="2147377175"/>
            <ac:spMk id="91" creationId="{00000000-0000-0000-0000-000000000000}"/>
          </ac:spMkLst>
        </pc:spChg>
        <pc:spChg chg="add del mod">
          <ac:chgData name="Li,Yuting (HP Medicine) BII-CN-S" userId="ce8fbb54-122c-426d-b8da-fdcc5e1b5022" providerId="ADAL" clId="{94E0858B-10D7-4506-A9CD-8F5236F7877D}" dt="2022-03-14T06:31:52.510" v="120" actId="14100"/>
          <ac:spMkLst>
            <pc:docMk/>
            <pc:sldMk cId="2180619049" sldId="2147377175"/>
            <ac:spMk id="98" creationId="{E9CDEBE6-1B98-49B0-BB3E-4E4742B94638}"/>
          </ac:spMkLst>
        </pc:spChg>
        <pc:spChg chg="mod">
          <ac:chgData name="Li,Yuting (HP Medicine) BII-CN-S" userId="ce8fbb54-122c-426d-b8da-fdcc5e1b5022" providerId="ADAL" clId="{94E0858B-10D7-4506-A9CD-8F5236F7877D}" dt="2022-03-14T06:31:57.817" v="121" actId="1076"/>
          <ac:spMkLst>
            <pc:docMk/>
            <pc:sldMk cId="2180619049" sldId="2147377175"/>
            <ac:spMk id="99" creationId="{60F985A7-AFE4-4927-9447-634719D10FAA}"/>
          </ac:spMkLst>
        </pc:spChg>
        <pc:spChg chg="mod">
          <ac:chgData name="Li,Yuting (HP Medicine) BII-CN-S" userId="ce8fbb54-122c-426d-b8da-fdcc5e1b5022" providerId="ADAL" clId="{94E0858B-10D7-4506-A9CD-8F5236F7877D}" dt="2022-03-14T06:26:36.436" v="71" actId="1076"/>
          <ac:spMkLst>
            <pc:docMk/>
            <pc:sldMk cId="2180619049" sldId="2147377175"/>
            <ac:spMk id="109" creationId="{D74E1CD6-2FF1-49B0-82A1-BF1047B041D0}"/>
          </ac:spMkLst>
        </pc:spChg>
        <pc:spChg chg="mod">
          <ac:chgData name="Li,Yuting (HP Medicine) BII-CN-S" userId="ce8fbb54-122c-426d-b8da-fdcc5e1b5022" providerId="ADAL" clId="{94E0858B-10D7-4506-A9CD-8F5236F7877D}" dt="2022-03-14T06:33:16.159" v="127" actId="1076"/>
          <ac:spMkLst>
            <pc:docMk/>
            <pc:sldMk cId="2180619049" sldId="2147377175"/>
            <ac:spMk id="110" creationId="{D816FDA8-E63C-40E1-A1D6-CA3F63210C04}"/>
          </ac:spMkLst>
        </pc:spChg>
        <pc:spChg chg="mod">
          <ac:chgData name="Li,Yuting (HP Medicine) BII-CN-S" userId="ce8fbb54-122c-426d-b8da-fdcc5e1b5022" providerId="ADAL" clId="{94E0858B-10D7-4506-A9CD-8F5236F7877D}" dt="2022-03-14T06:36:53.189" v="134" actId="20577"/>
          <ac:spMkLst>
            <pc:docMk/>
            <pc:sldMk cId="2180619049" sldId="2147377175"/>
            <ac:spMk id="111" creationId="{09835E79-B2D4-4F52-9E5C-B4091F3E8F30}"/>
          </ac:spMkLst>
        </pc:spChg>
      </pc:sldChg>
      <pc:sldChg chg="modSp mod">
        <pc:chgData name="Li,Yuting (HP Medicine) BII-CN-S" userId="ce8fbb54-122c-426d-b8da-fdcc5e1b5022" providerId="ADAL" clId="{94E0858B-10D7-4506-A9CD-8F5236F7877D}" dt="2022-03-14T14:06:32.874" v="780" actId="6549"/>
        <pc:sldMkLst>
          <pc:docMk/>
          <pc:sldMk cId="4118063875" sldId="2147377176"/>
        </pc:sldMkLst>
        <pc:spChg chg="mod">
          <ac:chgData name="Li,Yuting (HP Medicine) BII-CN-S" userId="ce8fbb54-122c-426d-b8da-fdcc5e1b5022" providerId="ADAL" clId="{94E0858B-10D7-4506-A9CD-8F5236F7877D}" dt="2022-03-14T06:39:05.666" v="135" actId="1076"/>
          <ac:spMkLst>
            <pc:docMk/>
            <pc:sldMk cId="4118063875" sldId="2147377176"/>
            <ac:spMk id="63" creationId="{9224C17E-1AA1-4096-A3FD-25D6FD8BA444}"/>
          </ac:spMkLst>
        </pc:spChg>
        <pc:spChg chg="mod">
          <ac:chgData name="Li,Yuting (HP Medicine) BII-CN-S" userId="ce8fbb54-122c-426d-b8da-fdcc5e1b5022" providerId="ADAL" clId="{94E0858B-10D7-4506-A9CD-8F5236F7877D}" dt="2022-03-14T14:06:32.874" v="780" actId="6549"/>
          <ac:spMkLst>
            <pc:docMk/>
            <pc:sldMk cId="4118063875" sldId="2147377176"/>
            <ac:spMk id="99" creationId="{D11E8C8E-EA83-4AF2-B5EA-9A0D5FDC196B}"/>
          </ac:spMkLst>
        </pc:spChg>
        <pc:cxnChg chg="mod">
          <ac:chgData name="Li,Yuting (HP Medicine) BII-CN-S" userId="ce8fbb54-122c-426d-b8da-fdcc5e1b5022" providerId="ADAL" clId="{94E0858B-10D7-4506-A9CD-8F5236F7877D}" dt="2022-03-14T06:39:08.046" v="136" actId="1076"/>
          <ac:cxnSpMkLst>
            <pc:docMk/>
            <pc:sldMk cId="4118063875" sldId="2147377176"/>
            <ac:cxnSpMk id="61" creationId="{9C165100-0114-4167-8FF0-BFF01B293D04}"/>
          </ac:cxnSpMkLst>
        </pc:cxnChg>
      </pc:sldChg>
      <pc:sldChg chg="modSp mod delCm">
        <pc:chgData name="Li,Yuting (HP Medicine) BII-CN-S" userId="ce8fbb54-122c-426d-b8da-fdcc5e1b5022" providerId="ADAL" clId="{94E0858B-10D7-4506-A9CD-8F5236F7877D}" dt="2022-03-15T01:08:10.262" v="854" actId="20577"/>
        <pc:sldMkLst>
          <pc:docMk/>
          <pc:sldMk cId="768069284" sldId="2147377177"/>
        </pc:sldMkLst>
        <pc:spChg chg="mod">
          <ac:chgData name="Li,Yuting (HP Medicine) BII-CN-S" userId="ce8fbb54-122c-426d-b8da-fdcc5e1b5022" providerId="ADAL" clId="{94E0858B-10D7-4506-A9CD-8F5236F7877D}" dt="2022-03-14T08:36:51.403" v="313" actId="1036"/>
          <ac:spMkLst>
            <pc:docMk/>
            <pc:sldMk cId="768069284" sldId="2147377177"/>
            <ac:spMk id="3" creationId="{E36E0C69-BB01-4F09-A88A-73317CF54B62}"/>
          </ac:spMkLst>
        </pc:spChg>
        <pc:spChg chg="mod">
          <ac:chgData name="Li,Yuting (HP Medicine) BII-CN-S" userId="ce8fbb54-122c-426d-b8da-fdcc5e1b5022" providerId="ADAL" clId="{94E0858B-10D7-4506-A9CD-8F5236F7877D}" dt="2022-03-14T08:36:51.403" v="313" actId="1036"/>
          <ac:spMkLst>
            <pc:docMk/>
            <pc:sldMk cId="768069284" sldId="2147377177"/>
            <ac:spMk id="4" creationId="{6414E3CA-0593-4C32-BAAF-EC895FAB8A19}"/>
          </ac:spMkLst>
        </pc:spChg>
        <pc:spChg chg="mod">
          <ac:chgData name="Li,Yuting (HP Medicine) BII-CN-S" userId="ce8fbb54-122c-426d-b8da-fdcc5e1b5022" providerId="ADAL" clId="{94E0858B-10D7-4506-A9CD-8F5236F7877D}" dt="2022-03-14T08:36:51.403" v="313" actId="1036"/>
          <ac:spMkLst>
            <pc:docMk/>
            <pc:sldMk cId="768069284" sldId="2147377177"/>
            <ac:spMk id="5" creationId="{15007BDF-B4EF-4903-AC85-692F0DFE9F98}"/>
          </ac:spMkLst>
        </pc:spChg>
        <pc:spChg chg="mod">
          <ac:chgData name="Li,Yuting (HP Medicine) BII-CN-S" userId="ce8fbb54-122c-426d-b8da-fdcc5e1b5022" providerId="ADAL" clId="{94E0858B-10D7-4506-A9CD-8F5236F7877D}" dt="2022-03-14T03:46:39.174" v="16" actId="20577"/>
          <ac:spMkLst>
            <pc:docMk/>
            <pc:sldMk cId="768069284" sldId="2147377177"/>
            <ac:spMk id="6" creationId="{D20BDF38-086C-4A44-BC26-BFFD1AE9A321}"/>
          </ac:spMkLst>
        </pc:spChg>
        <pc:spChg chg="mod">
          <ac:chgData name="Li,Yuting (HP Medicine) BII-CN-S" userId="ce8fbb54-122c-426d-b8da-fdcc5e1b5022" providerId="ADAL" clId="{94E0858B-10D7-4506-A9CD-8F5236F7877D}" dt="2022-03-14T08:40:29.940" v="359" actId="14100"/>
          <ac:spMkLst>
            <pc:docMk/>
            <pc:sldMk cId="768069284" sldId="2147377177"/>
            <ac:spMk id="9" creationId="{9FA2E147-DC03-44A4-9822-CEE97E873DCA}"/>
          </ac:spMkLst>
        </pc:spChg>
        <pc:spChg chg="mod">
          <ac:chgData name="Li,Yuting (HP Medicine) BII-CN-S" userId="ce8fbb54-122c-426d-b8da-fdcc5e1b5022" providerId="ADAL" clId="{94E0858B-10D7-4506-A9CD-8F5236F7877D}" dt="2022-03-14T14:03:58.900" v="776" actId="20577"/>
          <ac:spMkLst>
            <pc:docMk/>
            <pc:sldMk cId="768069284" sldId="2147377177"/>
            <ac:spMk id="10" creationId="{B93C30E1-6357-432D-98FD-5FCA8D834023}"/>
          </ac:spMkLst>
        </pc:spChg>
        <pc:spChg chg="mod">
          <ac:chgData name="Li,Yuting (HP Medicine) BII-CN-S" userId="ce8fbb54-122c-426d-b8da-fdcc5e1b5022" providerId="ADAL" clId="{94E0858B-10D7-4506-A9CD-8F5236F7877D}" dt="2022-03-14T08:36:51.403" v="313" actId="1036"/>
          <ac:spMkLst>
            <pc:docMk/>
            <pc:sldMk cId="768069284" sldId="2147377177"/>
            <ac:spMk id="11" creationId="{164E2F4E-C997-4052-9686-E74E6A91D518}"/>
          </ac:spMkLst>
        </pc:spChg>
        <pc:spChg chg="mod">
          <ac:chgData name="Li,Yuting (HP Medicine) BII-CN-S" userId="ce8fbb54-122c-426d-b8da-fdcc5e1b5022" providerId="ADAL" clId="{94E0858B-10D7-4506-A9CD-8F5236F7877D}" dt="2022-03-14T13:59:22.446" v="698" actId="14100"/>
          <ac:spMkLst>
            <pc:docMk/>
            <pc:sldMk cId="768069284" sldId="2147377177"/>
            <ac:spMk id="12" creationId="{96696807-562B-42BC-8A36-7850E4603743}"/>
          </ac:spMkLst>
        </pc:spChg>
        <pc:graphicFrameChg chg="modGraphic">
          <ac:chgData name="Li,Yuting (HP Medicine) BII-CN-S" userId="ce8fbb54-122c-426d-b8da-fdcc5e1b5022" providerId="ADAL" clId="{94E0858B-10D7-4506-A9CD-8F5236F7877D}" dt="2022-03-15T01:07:32.755" v="848" actId="20577"/>
          <ac:graphicFrameMkLst>
            <pc:docMk/>
            <pc:sldMk cId="768069284" sldId="2147377177"/>
            <ac:graphicFrameMk id="7" creationId="{4F648E27-EDFC-43B9-8040-91CFF7EF32C8}"/>
          </ac:graphicFrameMkLst>
        </pc:graphicFrameChg>
        <pc:graphicFrameChg chg="modGraphic">
          <ac:chgData name="Li,Yuting (HP Medicine) BII-CN-S" userId="ce8fbb54-122c-426d-b8da-fdcc5e1b5022" providerId="ADAL" clId="{94E0858B-10D7-4506-A9CD-8F5236F7877D}" dt="2022-03-15T01:08:10.262" v="854" actId="20577"/>
          <ac:graphicFrameMkLst>
            <pc:docMk/>
            <pc:sldMk cId="768069284" sldId="2147377177"/>
            <ac:graphicFrameMk id="8" creationId="{179B1091-A7FE-48F8-8FB6-D05D8A2CCF2A}"/>
          </ac:graphicFrameMkLst>
        </pc:graphicFrameChg>
      </pc:sldChg>
      <pc:sldChg chg="modSp add del mod">
        <pc:chgData name="Li,Yuting (HP Medicine) BII-CN-S" userId="ce8fbb54-122c-426d-b8da-fdcc5e1b5022" providerId="ADAL" clId="{94E0858B-10D7-4506-A9CD-8F5236F7877D}" dt="2022-03-14T09:31:16.742" v="387" actId="47"/>
        <pc:sldMkLst>
          <pc:docMk/>
          <pc:sldMk cId="4282489442" sldId="2147377178"/>
        </pc:sldMkLst>
        <pc:spChg chg="mod">
          <ac:chgData name="Li,Yuting (HP Medicine) BII-CN-S" userId="ce8fbb54-122c-426d-b8da-fdcc5e1b5022" providerId="ADAL" clId="{94E0858B-10D7-4506-A9CD-8F5236F7877D}" dt="2022-03-14T09:29:55.153" v="369" actId="27636"/>
          <ac:spMkLst>
            <pc:docMk/>
            <pc:sldMk cId="4282489442" sldId="2147377178"/>
            <ac:spMk id="2" creationId="{80294B13-270F-4568-9677-A276916FD4AB}"/>
          </ac:spMkLst>
        </pc:spChg>
        <pc:spChg chg="mod">
          <ac:chgData name="Li,Yuting (HP Medicine) BII-CN-S" userId="ce8fbb54-122c-426d-b8da-fdcc5e1b5022" providerId="ADAL" clId="{94E0858B-10D7-4506-A9CD-8F5236F7877D}" dt="2022-03-14T09:29:55.156" v="370" actId="27636"/>
          <ac:spMkLst>
            <pc:docMk/>
            <pc:sldMk cId="4282489442" sldId="2147377178"/>
            <ac:spMk id="3" creationId="{2FF984DA-F80A-40EE-90B4-9936280B18B8}"/>
          </ac:spMkLst>
        </pc:spChg>
      </pc:sldChg>
      <pc:sldMasterChg chg="delSldLayout">
        <pc:chgData name="Li,Yuting (HP Medicine) BII-CN-S" userId="ce8fbb54-122c-426d-b8da-fdcc5e1b5022" providerId="ADAL" clId="{94E0858B-10D7-4506-A9CD-8F5236F7877D}" dt="2022-03-14T09:31:16.742" v="387" actId="47"/>
        <pc:sldMasterMkLst>
          <pc:docMk/>
          <pc:sldMasterMk cId="2865055379" sldId="2147483679"/>
        </pc:sldMasterMkLst>
        <pc:sldLayoutChg chg="del">
          <pc:chgData name="Li,Yuting (HP Medicine) BII-CN-S" userId="ce8fbb54-122c-426d-b8da-fdcc5e1b5022" providerId="ADAL" clId="{94E0858B-10D7-4506-A9CD-8F5236F7877D}" dt="2022-03-14T09:31:16.742" v="387" actId="47"/>
          <pc:sldLayoutMkLst>
            <pc:docMk/>
            <pc:sldMasterMk cId="2865055379" sldId="2147483679"/>
            <pc:sldLayoutMk cId="912527876" sldId="2147484264"/>
          </pc:sldLayoutMkLst>
        </pc:sldLayoutChg>
      </pc:sldMasterChg>
    </pc:docChg>
  </pc:docChgLst>
  <pc:docChgLst>
    <pc:chgData name="Chen,Michael (HP Med RA) BII-CN-B" userId="d5e1e1c3-1b8e-4d7c-a738-2fc34bcfb3bb" providerId="ADAL" clId="{141DDD7E-F78B-404A-8892-C87F3A5A921C}"/>
    <pc:docChg chg="custSel modSld">
      <pc:chgData name="Chen,Michael (HP Med RA) BII-CN-B" userId="d5e1e1c3-1b8e-4d7c-a738-2fc34bcfb3bb" providerId="ADAL" clId="{141DDD7E-F78B-404A-8892-C87F3A5A921C}" dt="2023-05-09T11:09:26.274" v="368" actId="207"/>
      <pc:docMkLst>
        <pc:docMk/>
      </pc:docMkLst>
      <pc:sldChg chg="modSp mod modCm">
        <pc:chgData name="Chen,Michael (HP Med RA) BII-CN-B" userId="d5e1e1c3-1b8e-4d7c-a738-2fc34bcfb3bb" providerId="ADAL" clId="{141DDD7E-F78B-404A-8892-C87F3A5A921C}" dt="2023-05-09T11:09:26.274" v="368" actId="207"/>
        <pc:sldMkLst>
          <pc:docMk/>
          <pc:sldMk cId="1855604625" sldId="2147471228"/>
        </pc:sldMkLst>
        <pc:graphicFrameChg chg="mod modGraphic">
          <ac:chgData name="Chen,Michael (HP Med RA) BII-CN-B" userId="d5e1e1c3-1b8e-4d7c-a738-2fc34bcfb3bb" providerId="ADAL" clId="{141DDD7E-F78B-404A-8892-C87F3A5A921C}" dt="2023-05-09T11:09:26.274" v="368" actId="207"/>
          <ac:graphicFrameMkLst>
            <pc:docMk/>
            <pc:sldMk cId="1855604625" sldId="2147471228"/>
            <ac:graphicFrameMk id="3" creationId="{11AE3040-3184-4C5F-87F2-D328CD8202AC}"/>
          </ac:graphicFrameMkLst>
        </pc:graphicFrameChg>
      </pc:sldChg>
      <pc:sldChg chg="modSp mod">
        <pc:chgData name="Chen,Michael (HP Med RA) BII-CN-B" userId="d5e1e1c3-1b8e-4d7c-a738-2fc34bcfb3bb" providerId="ADAL" clId="{141DDD7E-F78B-404A-8892-C87F3A5A921C}" dt="2023-05-08T09:37:16.276" v="0" actId="20577"/>
        <pc:sldMkLst>
          <pc:docMk/>
          <pc:sldMk cId="1617310969" sldId="2147474018"/>
        </pc:sldMkLst>
        <pc:spChg chg="mod">
          <ac:chgData name="Chen,Michael (HP Med RA) BII-CN-B" userId="d5e1e1c3-1b8e-4d7c-a738-2fc34bcfb3bb" providerId="ADAL" clId="{141DDD7E-F78B-404A-8892-C87F3A5A921C}" dt="2023-05-08T09:37:16.276" v="0" actId="20577"/>
          <ac:spMkLst>
            <pc:docMk/>
            <pc:sldMk cId="1617310969" sldId="2147474018"/>
            <ac:spMk id="60" creationId="{00000000-0000-0000-0000-000000000000}"/>
          </ac:spMkLst>
        </pc:spChg>
      </pc:sldChg>
    </pc:docChg>
  </pc:docChgLst>
  <pc:docChgLst>
    <pc:chgData name="Shen,Cindy (MED CD&amp;O) BII-CN-S" userId="S::cindy.shen@boehringer-ingelheim.com::4ef3a3e4-b0d2-4b61-83e5-e05e23635ff4" providerId="AD" clId="Web-{81B2D417-A2A8-67E8-5FD2-C7C11FCE2538}"/>
    <pc:docChg chg="modSld">
      <pc:chgData name="Shen,Cindy (MED CD&amp;O) BII-CN-S" userId="S::cindy.shen@boehringer-ingelheim.com::4ef3a3e4-b0d2-4b61-83e5-e05e23635ff4" providerId="AD" clId="Web-{81B2D417-A2A8-67E8-5FD2-C7C11FCE2538}" dt="2024-01-09T03:31:35.715" v="11"/>
      <pc:docMkLst>
        <pc:docMk/>
      </pc:docMkLst>
      <pc:sldChg chg="addSp delSp modSp">
        <pc:chgData name="Shen,Cindy (MED CD&amp;O) BII-CN-S" userId="S::cindy.shen@boehringer-ingelheim.com::4ef3a3e4-b0d2-4b61-83e5-e05e23635ff4" providerId="AD" clId="Web-{81B2D417-A2A8-67E8-5FD2-C7C11FCE2538}" dt="2024-01-09T03:31:35.715" v="11"/>
        <pc:sldMkLst>
          <pc:docMk/>
          <pc:sldMk cId="2657153113" sldId="2147474998"/>
        </pc:sldMkLst>
        <pc:spChg chg="add del mod">
          <ac:chgData name="Shen,Cindy (MED CD&amp;O) BII-CN-S" userId="S::cindy.shen@boehringer-ingelheim.com::4ef3a3e4-b0d2-4b61-83e5-e05e23635ff4" providerId="AD" clId="Web-{81B2D417-A2A8-67E8-5FD2-C7C11FCE2538}" dt="2024-01-09T03:30:27.415" v="1"/>
          <ac:spMkLst>
            <pc:docMk/>
            <pc:sldMk cId="2657153113" sldId="2147474998"/>
            <ac:spMk id="5" creationId="{E8A668EE-8F56-4C2A-98AC-9CCA6B61FD10}"/>
          </ac:spMkLst>
        </pc:spChg>
        <pc:spChg chg="add mod">
          <ac:chgData name="Shen,Cindy (MED CD&amp;O) BII-CN-S" userId="S::cindy.shen@boehringer-ingelheim.com::4ef3a3e4-b0d2-4b61-83e5-e05e23635ff4" providerId="AD" clId="Web-{81B2D417-A2A8-67E8-5FD2-C7C11FCE2538}" dt="2024-01-09T03:31:35.715" v="11"/>
          <ac:spMkLst>
            <pc:docMk/>
            <pc:sldMk cId="2657153113" sldId="2147474998"/>
            <ac:spMk id="8" creationId="{01A222F6-761A-20E0-2C2B-CA689FF1B160}"/>
          </ac:spMkLst>
        </pc:spChg>
        <pc:spChg chg="mod">
          <ac:chgData name="Shen,Cindy (MED CD&amp;O) BII-CN-S" userId="S::cindy.shen@boehringer-ingelheim.com::4ef3a3e4-b0d2-4b61-83e5-e05e23635ff4" providerId="AD" clId="Web-{81B2D417-A2A8-67E8-5FD2-C7C11FCE2538}" dt="2024-01-09T03:31:09.823" v="10" actId="20577"/>
          <ac:spMkLst>
            <pc:docMk/>
            <pc:sldMk cId="2657153113" sldId="2147474998"/>
            <ac:spMk id="14" creationId="{98A68ED1-C6BE-A79D-D8DE-6EA20195D70B}"/>
          </ac:spMkLst>
        </pc:spChg>
        <pc:picChg chg="add del mod ord">
          <ac:chgData name="Shen,Cindy (MED CD&amp;O) BII-CN-S" userId="S::cindy.shen@boehringer-ingelheim.com::4ef3a3e4-b0d2-4b61-83e5-e05e23635ff4" providerId="AD" clId="Web-{81B2D417-A2A8-67E8-5FD2-C7C11FCE2538}" dt="2024-01-09T03:31:35.715" v="11"/>
          <ac:picMkLst>
            <pc:docMk/>
            <pc:sldMk cId="2657153113" sldId="2147474998"/>
            <ac:picMk id="6" creationId="{A0E22E3D-61CA-4887-ABF0-D8757A59E3AF}"/>
          </ac:picMkLst>
        </pc:picChg>
        <pc:picChg chg="del">
          <ac:chgData name="Shen,Cindy (MED CD&amp;O) BII-CN-S" userId="S::cindy.shen@boehringer-ingelheim.com::4ef3a3e4-b0d2-4b61-83e5-e05e23635ff4" providerId="AD" clId="Web-{81B2D417-A2A8-67E8-5FD2-C7C11FCE2538}" dt="2024-01-09T03:30:18.024" v="0"/>
          <ac:picMkLst>
            <pc:docMk/>
            <pc:sldMk cId="2657153113" sldId="2147474998"/>
            <ac:picMk id="10" creationId="{56983122-E76A-37F9-C825-F054B253CFDC}"/>
          </ac:picMkLst>
        </pc:picChg>
        <pc:picChg chg="del">
          <ac:chgData name="Shen,Cindy (MED CD&amp;O) BII-CN-S" userId="S::cindy.shen@boehringer-ingelheim.com::4ef3a3e4-b0d2-4b61-83e5-e05e23635ff4" providerId="AD" clId="Web-{81B2D417-A2A8-67E8-5FD2-C7C11FCE2538}" dt="2024-01-09T03:30:37.963" v="4"/>
          <ac:picMkLst>
            <pc:docMk/>
            <pc:sldMk cId="2657153113" sldId="2147474998"/>
            <ac:picMk id="11" creationId="{65D30161-B719-ADE5-F80C-8C63D491780B}"/>
          </ac:picMkLst>
        </pc:picChg>
      </pc:sldChg>
    </pc:docChg>
  </pc:docChgLst>
  <pc:docChgLst>
    <pc:chgData name="Li,Yuting (HP Medicine) BII-CN-S" userId="ce8fbb54-122c-426d-b8da-fdcc5e1b5022" providerId="ADAL" clId="{D0077DDC-5005-4EC0-A166-40F1289EC3A3}"/>
    <pc:docChg chg="undo custSel addSld delSld modSld sldOrd">
      <pc:chgData name="Li,Yuting (HP Medicine) BII-CN-S" userId="ce8fbb54-122c-426d-b8da-fdcc5e1b5022" providerId="ADAL" clId="{D0077DDC-5005-4EC0-A166-40F1289EC3A3}" dt="2023-08-30T08:40:03.799" v="241"/>
      <pc:docMkLst>
        <pc:docMk/>
      </pc:docMkLst>
      <pc:sldChg chg="delCm">
        <pc:chgData name="Li,Yuting (HP Medicine) BII-CN-S" userId="ce8fbb54-122c-426d-b8da-fdcc5e1b5022" providerId="ADAL" clId="{D0077DDC-5005-4EC0-A166-40F1289EC3A3}" dt="2023-07-10T08:11:41.890" v="13" actId="1592"/>
        <pc:sldMkLst>
          <pc:docMk/>
          <pc:sldMk cId="3841176553" sldId="262"/>
        </pc:sldMkLst>
      </pc:sldChg>
      <pc:sldChg chg="modSp mod">
        <pc:chgData name="Li,Yuting (HP Medicine) BII-CN-S" userId="ce8fbb54-122c-426d-b8da-fdcc5e1b5022" providerId="ADAL" clId="{D0077DDC-5005-4EC0-A166-40F1289EC3A3}" dt="2023-07-10T08:11:02.674" v="3" actId="20577"/>
        <pc:sldMkLst>
          <pc:docMk/>
          <pc:sldMk cId="64439630" sldId="6601"/>
        </pc:sldMkLst>
        <pc:spChg chg="mod">
          <ac:chgData name="Li,Yuting (HP Medicine) BII-CN-S" userId="ce8fbb54-122c-426d-b8da-fdcc5e1b5022" providerId="ADAL" clId="{D0077DDC-5005-4EC0-A166-40F1289EC3A3}" dt="2023-07-10T08:11:02.674" v="3" actId="20577"/>
          <ac:spMkLst>
            <pc:docMk/>
            <pc:sldMk cId="64439630" sldId="6601"/>
            <ac:spMk id="6" creationId="{00000000-0000-0000-0000-000000000000}"/>
          </ac:spMkLst>
        </pc:spChg>
      </pc:sldChg>
      <pc:sldChg chg="add del">
        <pc:chgData name="Li,Yuting (HP Medicine) BII-CN-S" userId="ce8fbb54-122c-426d-b8da-fdcc5e1b5022" providerId="ADAL" clId="{D0077DDC-5005-4EC0-A166-40F1289EC3A3}" dt="2023-07-10T12:56:55.312" v="219"/>
        <pc:sldMkLst>
          <pc:docMk/>
          <pc:sldMk cId="344936613" sldId="1993220170"/>
        </pc:sldMkLst>
      </pc:sldChg>
      <pc:sldChg chg="modSp mod">
        <pc:chgData name="Li,Yuting (HP Medicine) BII-CN-S" userId="ce8fbb54-122c-426d-b8da-fdcc5e1b5022" providerId="ADAL" clId="{D0077DDC-5005-4EC0-A166-40F1289EC3A3}" dt="2023-07-10T08:11:25.448" v="6" actId="207"/>
        <pc:sldMkLst>
          <pc:docMk/>
          <pc:sldMk cId="3596583069" sldId="2147471212"/>
        </pc:sldMkLst>
        <pc:graphicFrameChg chg="mod modGraphic">
          <ac:chgData name="Li,Yuting (HP Medicine) BII-CN-S" userId="ce8fbb54-122c-426d-b8da-fdcc5e1b5022" providerId="ADAL" clId="{D0077DDC-5005-4EC0-A166-40F1289EC3A3}" dt="2023-07-10T08:11:25.448" v="6" actId="207"/>
          <ac:graphicFrameMkLst>
            <pc:docMk/>
            <pc:sldMk cId="3596583069" sldId="2147471212"/>
            <ac:graphicFrameMk id="10" creationId="{7ED29C9C-0700-480D-B788-68CBB9D31EEE}"/>
          </ac:graphicFrameMkLst>
        </pc:graphicFrameChg>
      </pc:sldChg>
      <pc:sldChg chg="delCm">
        <pc:chgData name="Li,Yuting (HP Medicine) BII-CN-S" userId="ce8fbb54-122c-426d-b8da-fdcc5e1b5022" providerId="ADAL" clId="{D0077DDC-5005-4EC0-A166-40F1289EC3A3}" dt="2023-07-10T08:11:41.890" v="9" actId="1592"/>
        <pc:sldMkLst>
          <pc:docMk/>
          <pc:sldMk cId="1481600618" sldId="2147471230"/>
        </pc:sldMkLst>
      </pc:sldChg>
      <pc:sldChg chg="delCm">
        <pc:chgData name="Li,Yuting (HP Medicine) BII-CN-S" userId="ce8fbb54-122c-426d-b8da-fdcc5e1b5022" providerId="ADAL" clId="{D0077DDC-5005-4EC0-A166-40F1289EC3A3}" dt="2023-07-10T08:11:41.890" v="8" actId="1592"/>
        <pc:sldMkLst>
          <pc:docMk/>
          <pc:sldMk cId="3666047214" sldId="2147474021"/>
        </pc:sldMkLst>
      </pc:sldChg>
      <pc:sldChg chg="addSp delSp modSp mod ord delCm">
        <pc:chgData name="Li,Yuting (HP Medicine) BII-CN-S" userId="ce8fbb54-122c-426d-b8da-fdcc5e1b5022" providerId="ADAL" clId="{D0077DDC-5005-4EC0-A166-40F1289EC3A3}" dt="2023-07-25T01:51:20.739" v="237" actId="20578"/>
        <pc:sldMkLst>
          <pc:docMk/>
          <pc:sldMk cId="252637149" sldId="2147474072"/>
        </pc:sldMkLst>
        <pc:spChg chg="mod">
          <ac:chgData name="Li,Yuting (HP Medicine) BII-CN-S" userId="ce8fbb54-122c-426d-b8da-fdcc5e1b5022" providerId="ADAL" clId="{D0077DDC-5005-4EC0-A166-40F1289EC3A3}" dt="2023-07-10T13:04:30.501" v="232" actId="20577"/>
          <ac:spMkLst>
            <pc:docMk/>
            <pc:sldMk cId="252637149" sldId="2147474072"/>
            <ac:spMk id="95" creationId="{BC6A3A5F-ADE2-49BE-B19B-A4EDD9DA156B}"/>
          </ac:spMkLst>
        </pc:spChg>
        <pc:spChg chg="mod">
          <ac:chgData name="Li,Yuting (HP Medicine) BII-CN-S" userId="ce8fbb54-122c-426d-b8da-fdcc5e1b5022" providerId="ADAL" clId="{D0077DDC-5005-4EC0-A166-40F1289EC3A3}" dt="2023-07-25T01:51:20.739" v="237" actId="20578"/>
          <ac:spMkLst>
            <pc:docMk/>
            <pc:sldMk cId="252637149" sldId="2147474072"/>
            <ac:spMk id="99" creationId="{D11E8C8E-EA83-4AF2-B5EA-9A0D5FDC196B}"/>
          </ac:spMkLst>
        </pc:spChg>
        <pc:graphicFrameChg chg="add del modGraphic">
          <ac:chgData name="Li,Yuting (HP Medicine) BII-CN-S" userId="ce8fbb54-122c-426d-b8da-fdcc5e1b5022" providerId="ADAL" clId="{D0077DDC-5005-4EC0-A166-40F1289EC3A3}" dt="2023-07-11T05:44:22.057" v="236" actId="27309"/>
          <ac:graphicFrameMkLst>
            <pc:docMk/>
            <pc:sldMk cId="252637149" sldId="2147474072"/>
            <ac:graphicFrameMk id="19" creationId="{BE410C09-7A7D-2710-59C8-50C6E6107CBE}"/>
          </ac:graphicFrameMkLst>
        </pc:graphicFrameChg>
      </pc:sldChg>
      <pc:sldChg chg="delCm">
        <pc:chgData name="Li,Yuting (HP Medicine) BII-CN-S" userId="ce8fbb54-122c-426d-b8da-fdcc5e1b5022" providerId="ADAL" clId="{D0077DDC-5005-4EC0-A166-40F1289EC3A3}" dt="2023-07-10T08:11:41.890" v="16" actId="1592"/>
        <pc:sldMkLst>
          <pc:docMk/>
          <pc:sldMk cId="817030415" sldId="2147474081"/>
        </pc:sldMkLst>
      </pc:sldChg>
      <pc:sldChg chg="delCm">
        <pc:chgData name="Li,Yuting (HP Medicine) BII-CN-S" userId="ce8fbb54-122c-426d-b8da-fdcc5e1b5022" providerId="ADAL" clId="{D0077DDC-5005-4EC0-A166-40F1289EC3A3}" dt="2023-07-10T08:11:41.887" v="7" actId="1592"/>
        <pc:sldMkLst>
          <pc:docMk/>
          <pc:sldMk cId="382240855" sldId="2147474088"/>
        </pc:sldMkLst>
      </pc:sldChg>
      <pc:sldChg chg="delCm">
        <pc:chgData name="Li,Yuting (HP Medicine) BII-CN-S" userId="ce8fbb54-122c-426d-b8da-fdcc5e1b5022" providerId="ADAL" clId="{D0077DDC-5005-4EC0-A166-40F1289EC3A3}" dt="2023-07-10T08:11:41.890" v="10" actId="1592"/>
        <pc:sldMkLst>
          <pc:docMk/>
          <pc:sldMk cId="2856084553" sldId="2147474089"/>
        </pc:sldMkLst>
      </pc:sldChg>
      <pc:sldChg chg="delCm">
        <pc:chgData name="Li,Yuting (HP Medicine) BII-CN-S" userId="ce8fbb54-122c-426d-b8da-fdcc5e1b5022" providerId="ADAL" clId="{D0077DDC-5005-4EC0-A166-40F1289EC3A3}" dt="2023-07-10T08:11:41.890" v="14" actId="1592"/>
        <pc:sldMkLst>
          <pc:docMk/>
          <pc:sldMk cId="2930706568" sldId="2147474091"/>
        </pc:sldMkLst>
      </pc:sldChg>
      <pc:sldChg chg="modSp mod delCm">
        <pc:chgData name="Li,Yuting (HP Medicine) BII-CN-S" userId="ce8fbb54-122c-426d-b8da-fdcc5e1b5022" providerId="ADAL" clId="{D0077DDC-5005-4EC0-A166-40F1289EC3A3}" dt="2023-07-10T09:27:38.094" v="211" actId="20577"/>
        <pc:sldMkLst>
          <pc:docMk/>
          <pc:sldMk cId="4226459731" sldId="2147474108"/>
        </pc:sldMkLst>
        <pc:spChg chg="mod">
          <ac:chgData name="Li,Yuting (HP Medicine) BII-CN-S" userId="ce8fbb54-122c-426d-b8da-fdcc5e1b5022" providerId="ADAL" clId="{D0077DDC-5005-4EC0-A166-40F1289EC3A3}" dt="2023-07-10T09:27:38.094" v="211" actId="20577"/>
          <ac:spMkLst>
            <pc:docMk/>
            <pc:sldMk cId="4226459731" sldId="2147474108"/>
            <ac:spMk id="2" creationId="{8A86F1A2-3A1C-3779-5916-18F3F408A0A0}"/>
          </ac:spMkLst>
        </pc:spChg>
        <pc:graphicFrameChg chg="modGraphic">
          <ac:chgData name="Li,Yuting (HP Medicine) BII-CN-S" userId="ce8fbb54-122c-426d-b8da-fdcc5e1b5022" providerId="ADAL" clId="{D0077DDC-5005-4EC0-A166-40F1289EC3A3}" dt="2023-07-10T09:27:30.519" v="188" actId="20577"/>
          <ac:graphicFrameMkLst>
            <pc:docMk/>
            <pc:sldMk cId="4226459731" sldId="2147474108"/>
            <ac:graphicFrameMk id="12" creationId="{EE24276D-C300-4706-ACD2-32E108653E2B}"/>
          </ac:graphicFrameMkLst>
        </pc:graphicFrameChg>
      </pc:sldChg>
      <pc:sldChg chg="replTag delTag">
        <pc:chgData name="Li,Yuting (HP Medicine) BII-CN-S" userId="ce8fbb54-122c-426d-b8da-fdcc5e1b5022" providerId="ADAL" clId="{D0077DDC-5005-4EC0-A166-40F1289EC3A3}" dt="2023-08-30T08:40:03.799" v="241"/>
        <pc:sldMkLst>
          <pc:docMk/>
          <pc:sldMk cId="2273959914" sldId="2147474110"/>
        </pc:sldMkLst>
      </pc:sldChg>
      <pc:sldChg chg="addSp delSp modSp mod">
        <pc:chgData name="Li,Yuting (HP Medicine) BII-CN-S" userId="ce8fbb54-122c-426d-b8da-fdcc5e1b5022" providerId="ADAL" clId="{D0077DDC-5005-4EC0-A166-40F1289EC3A3}" dt="2023-07-10T12:58:22.503" v="231" actId="166"/>
        <pc:sldMkLst>
          <pc:docMk/>
          <pc:sldMk cId="645298912" sldId="2147474114"/>
        </pc:sldMkLst>
        <pc:spChg chg="mod">
          <ac:chgData name="Li,Yuting (HP Medicine) BII-CN-S" userId="ce8fbb54-122c-426d-b8da-fdcc5e1b5022" providerId="ADAL" clId="{D0077DDC-5005-4EC0-A166-40F1289EC3A3}" dt="2023-07-10T09:02:07.397" v="166" actId="115"/>
          <ac:spMkLst>
            <pc:docMk/>
            <pc:sldMk cId="645298912" sldId="2147474114"/>
            <ac:spMk id="3" creationId="{03BE2B9A-198B-8535-1144-4F410D7AB91F}"/>
          </ac:spMkLst>
        </pc:spChg>
        <pc:spChg chg="mod ord">
          <ac:chgData name="Li,Yuting (HP Medicine) BII-CN-S" userId="ce8fbb54-122c-426d-b8da-fdcc5e1b5022" providerId="ADAL" clId="{D0077DDC-5005-4EC0-A166-40F1289EC3A3}" dt="2023-07-10T12:58:22.503" v="231" actId="166"/>
          <ac:spMkLst>
            <pc:docMk/>
            <pc:sldMk cId="645298912" sldId="2147474114"/>
            <ac:spMk id="4" creationId="{EB818144-5455-B873-4FE0-303F1EA94121}"/>
          </ac:spMkLst>
        </pc:spChg>
        <pc:spChg chg="add del mod">
          <ac:chgData name="Li,Yuting (HP Medicine) BII-CN-S" userId="ce8fbb54-122c-426d-b8da-fdcc5e1b5022" providerId="ADAL" clId="{D0077DDC-5005-4EC0-A166-40F1289EC3A3}" dt="2023-07-10T12:57:19.048" v="222"/>
          <ac:spMkLst>
            <pc:docMk/>
            <pc:sldMk cId="645298912" sldId="2147474114"/>
            <ac:spMk id="5" creationId="{6C2747BD-2BDC-CBF7-BA52-3F040B20921A}"/>
          </ac:spMkLst>
        </pc:spChg>
        <pc:spChg chg="add del mod">
          <ac:chgData name="Li,Yuting (HP Medicine) BII-CN-S" userId="ce8fbb54-122c-426d-b8da-fdcc5e1b5022" providerId="ADAL" clId="{D0077DDC-5005-4EC0-A166-40F1289EC3A3}" dt="2023-07-10T12:57:19.048" v="222"/>
          <ac:spMkLst>
            <pc:docMk/>
            <pc:sldMk cId="645298912" sldId="2147474114"/>
            <ac:spMk id="6" creationId="{AE63C78C-CA02-1F39-91BE-FE49C1C19F06}"/>
          </ac:spMkLst>
        </pc:spChg>
        <pc:spChg chg="add del mod">
          <ac:chgData name="Li,Yuting (HP Medicine) BII-CN-S" userId="ce8fbb54-122c-426d-b8da-fdcc5e1b5022" providerId="ADAL" clId="{D0077DDC-5005-4EC0-A166-40F1289EC3A3}" dt="2023-07-10T12:57:19.048" v="222"/>
          <ac:spMkLst>
            <pc:docMk/>
            <pc:sldMk cId="645298912" sldId="2147474114"/>
            <ac:spMk id="7" creationId="{CAB3A357-11E0-48C7-E786-EAD9999F9389}"/>
          </ac:spMkLst>
        </pc:spChg>
        <pc:spChg chg="add del mod">
          <ac:chgData name="Li,Yuting (HP Medicine) BII-CN-S" userId="ce8fbb54-122c-426d-b8da-fdcc5e1b5022" providerId="ADAL" clId="{D0077DDC-5005-4EC0-A166-40F1289EC3A3}" dt="2023-07-10T12:57:19.048" v="222"/>
          <ac:spMkLst>
            <pc:docMk/>
            <pc:sldMk cId="645298912" sldId="2147474114"/>
            <ac:spMk id="9" creationId="{634577AD-81DC-3D5B-2365-97A0CBA79CAC}"/>
          </ac:spMkLst>
        </pc:spChg>
        <pc:spChg chg="add del mod">
          <ac:chgData name="Li,Yuting (HP Medicine) BII-CN-S" userId="ce8fbb54-122c-426d-b8da-fdcc5e1b5022" providerId="ADAL" clId="{D0077DDC-5005-4EC0-A166-40F1289EC3A3}" dt="2023-07-10T12:57:19.048" v="222"/>
          <ac:spMkLst>
            <pc:docMk/>
            <pc:sldMk cId="645298912" sldId="2147474114"/>
            <ac:spMk id="10" creationId="{15778908-7737-3357-D74D-91B6FC4231AA}"/>
          </ac:spMkLst>
        </pc:spChg>
        <pc:spChg chg="add del mod">
          <ac:chgData name="Li,Yuting (HP Medicine) BII-CN-S" userId="ce8fbb54-122c-426d-b8da-fdcc5e1b5022" providerId="ADAL" clId="{D0077DDC-5005-4EC0-A166-40F1289EC3A3}" dt="2023-07-10T12:57:19.048" v="222"/>
          <ac:spMkLst>
            <pc:docMk/>
            <pc:sldMk cId="645298912" sldId="2147474114"/>
            <ac:spMk id="11" creationId="{2DD76AA8-CF21-5125-9297-AA3274A23021}"/>
          </ac:spMkLst>
        </pc:spChg>
        <pc:spChg chg="add del mod">
          <ac:chgData name="Li,Yuting (HP Medicine) BII-CN-S" userId="ce8fbb54-122c-426d-b8da-fdcc5e1b5022" providerId="ADAL" clId="{D0077DDC-5005-4EC0-A166-40F1289EC3A3}" dt="2023-07-10T12:57:19.048" v="222"/>
          <ac:spMkLst>
            <pc:docMk/>
            <pc:sldMk cId="645298912" sldId="2147474114"/>
            <ac:spMk id="12" creationId="{AB0DF780-2FAC-3A9E-E783-34DF5DD15EAB}"/>
          </ac:spMkLst>
        </pc:spChg>
        <pc:spChg chg="add del mod">
          <ac:chgData name="Li,Yuting (HP Medicine) BII-CN-S" userId="ce8fbb54-122c-426d-b8da-fdcc5e1b5022" providerId="ADAL" clId="{D0077DDC-5005-4EC0-A166-40F1289EC3A3}" dt="2023-07-10T12:57:19.048" v="222"/>
          <ac:spMkLst>
            <pc:docMk/>
            <pc:sldMk cId="645298912" sldId="2147474114"/>
            <ac:spMk id="13" creationId="{74E2ECB3-0A81-DEBB-E80B-3610788A4E34}"/>
          </ac:spMkLst>
        </pc:spChg>
        <pc:spChg chg="add del mod">
          <ac:chgData name="Li,Yuting (HP Medicine) BII-CN-S" userId="ce8fbb54-122c-426d-b8da-fdcc5e1b5022" providerId="ADAL" clId="{D0077DDC-5005-4EC0-A166-40F1289EC3A3}" dt="2023-07-10T12:57:19.048" v="222"/>
          <ac:spMkLst>
            <pc:docMk/>
            <pc:sldMk cId="645298912" sldId="2147474114"/>
            <ac:spMk id="14" creationId="{366F4A22-6D53-B9B3-8DC4-8825B9830848}"/>
          </ac:spMkLst>
        </pc:spChg>
        <pc:spChg chg="add del mod">
          <ac:chgData name="Li,Yuting (HP Medicine) BII-CN-S" userId="ce8fbb54-122c-426d-b8da-fdcc5e1b5022" providerId="ADAL" clId="{D0077DDC-5005-4EC0-A166-40F1289EC3A3}" dt="2023-07-10T12:57:19.048" v="222"/>
          <ac:spMkLst>
            <pc:docMk/>
            <pc:sldMk cId="645298912" sldId="2147474114"/>
            <ac:spMk id="15" creationId="{B462462E-1439-E00B-3D6D-1C0C4228BE00}"/>
          </ac:spMkLst>
        </pc:spChg>
        <pc:spChg chg="add del mod">
          <ac:chgData name="Li,Yuting (HP Medicine) BII-CN-S" userId="ce8fbb54-122c-426d-b8da-fdcc5e1b5022" providerId="ADAL" clId="{D0077DDC-5005-4EC0-A166-40F1289EC3A3}" dt="2023-07-10T12:57:19.048" v="222"/>
          <ac:spMkLst>
            <pc:docMk/>
            <pc:sldMk cId="645298912" sldId="2147474114"/>
            <ac:spMk id="16" creationId="{84BDD225-F2FB-F8AF-4061-143D07BFE0EF}"/>
          </ac:spMkLst>
        </pc:spChg>
        <pc:spChg chg="add del mod">
          <ac:chgData name="Li,Yuting (HP Medicine) BII-CN-S" userId="ce8fbb54-122c-426d-b8da-fdcc5e1b5022" providerId="ADAL" clId="{D0077DDC-5005-4EC0-A166-40F1289EC3A3}" dt="2023-07-10T12:57:19.048" v="222"/>
          <ac:spMkLst>
            <pc:docMk/>
            <pc:sldMk cId="645298912" sldId="2147474114"/>
            <ac:spMk id="17" creationId="{37D6129B-102A-048E-D705-94C87AECF5C4}"/>
          </ac:spMkLst>
        </pc:spChg>
        <pc:spChg chg="add del mod">
          <ac:chgData name="Li,Yuting (HP Medicine) BII-CN-S" userId="ce8fbb54-122c-426d-b8da-fdcc5e1b5022" providerId="ADAL" clId="{D0077DDC-5005-4EC0-A166-40F1289EC3A3}" dt="2023-07-10T12:57:19.048" v="222"/>
          <ac:spMkLst>
            <pc:docMk/>
            <pc:sldMk cId="645298912" sldId="2147474114"/>
            <ac:spMk id="21" creationId="{EC54184C-7365-8CEE-458F-9E2C1C9F7ABC}"/>
          </ac:spMkLst>
        </pc:spChg>
        <pc:spChg chg="add del mod">
          <ac:chgData name="Li,Yuting (HP Medicine) BII-CN-S" userId="ce8fbb54-122c-426d-b8da-fdcc5e1b5022" providerId="ADAL" clId="{D0077DDC-5005-4EC0-A166-40F1289EC3A3}" dt="2023-07-10T12:57:19.048" v="222"/>
          <ac:spMkLst>
            <pc:docMk/>
            <pc:sldMk cId="645298912" sldId="2147474114"/>
            <ac:spMk id="22" creationId="{CA9A204B-C74B-E038-A0A6-F6CC2BB142AA}"/>
          </ac:spMkLst>
        </pc:spChg>
        <pc:spChg chg="mod">
          <ac:chgData name="Li,Yuting (HP Medicine) BII-CN-S" userId="ce8fbb54-122c-426d-b8da-fdcc5e1b5022" providerId="ADAL" clId="{D0077DDC-5005-4EC0-A166-40F1289EC3A3}" dt="2023-07-10T12:57:15.657" v="221"/>
          <ac:spMkLst>
            <pc:docMk/>
            <pc:sldMk cId="645298912" sldId="2147474114"/>
            <ac:spMk id="25" creationId="{685F8850-1343-BB6E-8BC0-2BB15688E312}"/>
          </ac:spMkLst>
        </pc:spChg>
        <pc:spChg chg="mod">
          <ac:chgData name="Li,Yuting (HP Medicine) BII-CN-S" userId="ce8fbb54-122c-426d-b8da-fdcc5e1b5022" providerId="ADAL" clId="{D0077DDC-5005-4EC0-A166-40F1289EC3A3}" dt="2023-07-10T12:57:15.657" v="221"/>
          <ac:spMkLst>
            <pc:docMk/>
            <pc:sldMk cId="645298912" sldId="2147474114"/>
            <ac:spMk id="26" creationId="{1D8829A6-AA9B-5655-40C8-8F0B4E3D04E4}"/>
          </ac:spMkLst>
        </pc:spChg>
        <pc:spChg chg="add del mod">
          <ac:chgData name="Li,Yuting (HP Medicine) BII-CN-S" userId="ce8fbb54-122c-426d-b8da-fdcc5e1b5022" providerId="ADAL" clId="{D0077DDC-5005-4EC0-A166-40F1289EC3A3}" dt="2023-07-10T12:57:19.048" v="222"/>
          <ac:spMkLst>
            <pc:docMk/>
            <pc:sldMk cId="645298912" sldId="2147474114"/>
            <ac:spMk id="27" creationId="{B41BB8C5-26C5-0CBF-0185-BF21DD7F28F7}"/>
          </ac:spMkLst>
        </pc:spChg>
        <pc:spChg chg="add del mod">
          <ac:chgData name="Li,Yuting (HP Medicine) BII-CN-S" userId="ce8fbb54-122c-426d-b8da-fdcc5e1b5022" providerId="ADAL" clId="{D0077DDC-5005-4EC0-A166-40F1289EC3A3}" dt="2023-07-10T12:57:19.048" v="222"/>
          <ac:spMkLst>
            <pc:docMk/>
            <pc:sldMk cId="645298912" sldId="2147474114"/>
            <ac:spMk id="28" creationId="{2EACF89E-39E9-445D-BEFD-EABF1B0A5394}"/>
          </ac:spMkLst>
        </pc:spChg>
        <pc:spChg chg="add del mod">
          <ac:chgData name="Li,Yuting (HP Medicine) BII-CN-S" userId="ce8fbb54-122c-426d-b8da-fdcc5e1b5022" providerId="ADAL" clId="{D0077DDC-5005-4EC0-A166-40F1289EC3A3}" dt="2023-07-10T12:57:19.048" v="222"/>
          <ac:spMkLst>
            <pc:docMk/>
            <pc:sldMk cId="645298912" sldId="2147474114"/>
            <ac:spMk id="30" creationId="{80754297-3B7D-4BB4-0487-9B1DE6C48BB2}"/>
          </ac:spMkLst>
        </pc:spChg>
        <pc:spChg chg="mod">
          <ac:chgData name="Li,Yuting (HP Medicine) BII-CN-S" userId="ce8fbb54-122c-426d-b8da-fdcc5e1b5022" providerId="ADAL" clId="{D0077DDC-5005-4EC0-A166-40F1289EC3A3}" dt="2023-07-10T12:57:15.657" v="221"/>
          <ac:spMkLst>
            <pc:docMk/>
            <pc:sldMk cId="645298912" sldId="2147474114"/>
            <ac:spMk id="1024" creationId="{12C300FA-B933-6F6C-A406-08C0B518D166}"/>
          </ac:spMkLst>
        </pc:spChg>
        <pc:spChg chg="mod">
          <ac:chgData name="Li,Yuting (HP Medicine) BII-CN-S" userId="ce8fbb54-122c-426d-b8da-fdcc5e1b5022" providerId="ADAL" clId="{D0077DDC-5005-4EC0-A166-40F1289EC3A3}" dt="2023-07-10T12:57:15.657" v="221"/>
          <ac:spMkLst>
            <pc:docMk/>
            <pc:sldMk cId="645298912" sldId="2147474114"/>
            <ac:spMk id="1025" creationId="{26A9F263-9741-1633-CFE9-1AD0348AC172}"/>
          </ac:spMkLst>
        </pc:spChg>
        <pc:spChg chg="add del mod">
          <ac:chgData name="Li,Yuting (HP Medicine) BII-CN-S" userId="ce8fbb54-122c-426d-b8da-fdcc5e1b5022" providerId="ADAL" clId="{D0077DDC-5005-4EC0-A166-40F1289EC3A3}" dt="2023-07-10T12:57:19.048" v="222"/>
          <ac:spMkLst>
            <pc:docMk/>
            <pc:sldMk cId="645298912" sldId="2147474114"/>
            <ac:spMk id="1027" creationId="{D569F463-FF4E-675E-CAAB-0BA62DBCD803}"/>
          </ac:spMkLst>
        </pc:spChg>
        <pc:spChg chg="add del mod">
          <ac:chgData name="Li,Yuting (HP Medicine) BII-CN-S" userId="ce8fbb54-122c-426d-b8da-fdcc5e1b5022" providerId="ADAL" clId="{D0077DDC-5005-4EC0-A166-40F1289EC3A3}" dt="2023-07-10T12:57:19.048" v="222"/>
          <ac:spMkLst>
            <pc:docMk/>
            <pc:sldMk cId="645298912" sldId="2147474114"/>
            <ac:spMk id="1028" creationId="{EE6E8F75-16A3-2C4F-6F93-330FFA66A46A}"/>
          </ac:spMkLst>
        </pc:spChg>
        <pc:spChg chg="add del mod">
          <ac:chgData name="Li,Yuting (HP Medicine) BII-CN-S" userId="ce8fbb54-122c-426d-b8da-fdcc5e1b5022" providerId="ADAL" clId="{D0077DDC-5005-4EC0-A166-40F1289EC3A3}" dt="2023-07-10T12:57:19.048" v="222"/>
          <ac:spMkLst>
            <pc:docMk/>
            <pc:sldMk cId="645298912" sldId="2147474114"/>
            <ac:spMk id="1029" creationId="{CAFBA9EF-7333-483B-EFC1-7B9A2D3A5E22}"/>
          </ac:spMkLst>
        </pc:spChg>
        <pc:spChg chg="add del mod">
          <ac:chgData name="Li,Yuting (HP Medicine) BII-CN-S" userId="ce8fbb54-122c-426d-b8da-fdcc5e1b5022" providerId="ADAL" clId="{D0077DDC-5005-4EC0-A166-40F1289EC3A3}" dt="2023-07-10T12:57:19.048" v="222"/>
          <ac:spMkLst>
            <pc:docMk/>
            <pc:sldMk cId="645298912" sldId="2147474114"/>
            <ac:spMk id="1030" creationId="{5B002BF9-0D65-2699-BDB9-2FB85F47E357}"/>
          </ac:spMkLst>
        </pc:spChg>
        <pc:spChg chg="add del mod">
          <ac:chgData name="Li,Yuting (HP Medicine) BII-CN-S" userId="ce8fbb54-122c-426d-b8da-fdcc5e1b5022" providerId="ADAL" clId="{D0077DDC-5005-4EC0-A166-40F1289EC3A3}" dt="2023-07-10T12:57:19.048" v="222"/>
          <ac:spMkLst>
            <pc:docMk/>
            <pc:sldMk cId="645298912" sldId="2147474114"/>
            <ac:spMk id="1031" creationId="{B812A6B4-D617-92CA-40B5-6C7F33AAD25E}"/>
          </ac:spMkLst>
        </pc:spChg>
        <pc:spChg chg="add del mod">
          <ac:chgData name="Li,Yuting (HP Medicine) BII-CN-S" userId="ce8fbb54-122c-426d-b8da-fdcc5e1b5022" providerId="ADAL" clId="{D0077DDC-5005-4EC0-A166-40F1289EC3A3}" dt="2023-07-10T12:57:19.048" v="222"/>
          <ac:spMkLst>
            <pc:docMk/>
            <pc:sldMk cId="645298912" sldId="2147474114"/>
            <ac:spMk id="1032" creationId="{CBC33712-B1CE-E62A-AD6E-9324D5AB0939}"/>
          </ac:spMkLst>
        </pc:spChg>
        <pc:spChg chg="add del mod">
          <ac:chgData name="Li,Yuting (HP Medicine) BII-CN-S" userId="ce8fbb54-122c-426d-b8da-fdcc5e1b5022" providerId="ADAL" clId="{D0077DDC-5005-4EC0-A166-40F1289EC3A3}" dt="2023-07-10T12:57:19.048" v="222"/>
          <ac:spMkLst>
            <pc:docMk/>
            <pc:sldMk cId="645298912" sldId="2147474114"/>
            <ac:spMk id="1033" creationId="{C7E99196-9C14-2A7C-562A-3A908986BDB8}"/>
          </ac:spMkLst>
        </pc:spChg>
        <pc:spChg chg="add del mod">
          <ac:chgData name="Li,Yuting (HP Medicine) BII-CN-S" userId="ce8fbb54-122c-426d-b8da-fdcc5e1b5022" providerId="ADAL" clId="{D0077DDC-5005-4EC0-A166-40F1289EC3A3}" dt="2023-07-10T12:57:19.048" v="222"/>
          <ac:spMkLst>
            <pc:docMk/>
            <pc:sldMk cId="645298912" sldId="2147474114"/>
            <ac:spMk id="1034" creationId="{7A581635-60EA-72D5-789A-73018E5C21B4}"/>
          </ac:spMkLst>
        </pc:spChg>
        <pc:spChg chg="add del mod">
          <ac:chgData name="Li,Yuting (HP Medicine) BII-CN-S" userId="ce8fbb54-122c-426d-b8da-fdcc5e1b5022" providerId="ADAL" clId="{D0077DDC-5005-4EC0-A166-40F1289EC3A3}" dt="2023-07-10T12:57:19.048" v="222"/>
          <ac:spMkLst>
            <pc:docMk/>
            <pc:sldMk cId="645298912" sldId="2147474114"/>
            <ac:spMk id="1037" creationId="{C9702CC0-0B2D-BFA5-E202-0B765B538C18}"/>
          </ac:spMkLst>
        </pc:spChg>
        <pc:spChg chg="add del mod">
          <ac:chgData name="Li,Yuting (HP Medicine) BII-CN-S" userId="ce8fbb54-122c-426d-b8da-fdcc5e1b5022" providerId="ADAL" clId="{D0077DDC-5005-4EC0-A166-40F1289EC3A3}" dt="2023-07-10T12:57:19.048" v="222"/>
          <ac:spMkLst>
            <pc:docMk/>
            <pc:sldMk cId="645298912" sldId="2147474114"/>
            <ac:spMk id="1038" creationId="{50F72221-E041-4BAD-CDA5-4E4FA2436F60}"/>
          </ac:spMkLst>
        </pc:spChg>
        <pc:spChg chg="add del mod">
          <ac:chgData name="Li,Yuting (HP Medicine) BII-CN-S" userId="ce8fbb54-122c-426d-b8da-fdcc5e1b5022" providerId="ADAL" clId="{D0077DDC-5005-4EC0-A166-40F1289EC3A3}" dt="2023-07-10T12:57:19.048" v="222"/>
          <ac:spMkLst>
            <pc:docMk/>
            <pc:sldMk cId="645298912" sldId="2147474114"/>
            <ac:spMk id="1039" creationId="{50284A22-4463-ED64-8243-9ED895938056}"/>
          </ac:spMkLst>
        </pc:spChg>
        <pc:spChg chg="add del mod">
          <ac:chgData name="Li,Yuting (HP Medicine) BII-CN-S" userId="ce8fbb54-122c-426d-b8da-fdcc5e1b5022" providerId="ADAL" clId="{D0077DDC-5005-4EC0-A166-40F1289EC3A3}" dt="2023-07-10T12:57:19.048" v="222"/>
          <ac:spMkLst>
            <pc:docMk/>
            <pc:sldMk cId="645298912" sldId="2147474114"/>
            <ac:spMk id="1040" creationId="{109E8B5C-212F-C381-6442-B1251AF52F91}"/>
          </ac:spMkLst>
        </pc:spChg>
        <pc:spChg chg="add del mod">
          <ac:chgData name="Li,Yuting (HP Medicine) BII-CN-S" userId="ce8fbb54-122c-426d-b8da-fdcc5e1b5022" providerId="ADAL" clId="{D0077DDC-5005-4EC0-A166-40F1289EC3A3}" dt="2023-07-10T12:57:19.048" v="222"/>
          <ac:spMkLst>
            <pc:docMk/>
            <pc:sldMk cId="645298912" sldId="2147474114"/>
            <ac:spMk id="1041" creationId="{6B0BD54B-4347-6952-1D9C-564B4BB81991}"/>
          </ac:spMkLst>
        </pc:spChg>
        <pc:spChg chg="add del mod">
          <ac:chgData name="Li,Yuting (HP Medicine) BII-CN-S" userId="ce8fbb54-122c-426d-b8da-fdcc5e1b5022" providerId="ADAL" clId="{D0077DDC-5005-4EC0-A166-40F1289EC3A3}" dt="2023-07-10T12:57:19.048" v="222"/>
          <ac:spMkLst>
            <pc:docMk/>
            <pc:sldMk cId="645298912" sldId="2147474114"/>
            <ac:spMk id="1042" creationId="{F28BB47A-F4E4-67BB-D070-5A5ECEDC19FC}"/>
          </ac:spMkLst>
        </pc:spChg>
        <pc:spChg chg="add del mod">
          <ac:chgData name="Li,Yuting (HP Medicine) BII-CN-S" userId="ce8fbb54-122c-426d-b8da-fdcc5e1b5022" providerId="ADAL" clId="{D0077DDC-5005-4EC0-A166-40F1289EC3A3}" dt="2023-07-10T12:57:19.048" v="222"/>
          <ac:spMkLst>
            <pc:docMk/>
            <pc:sldMk cId="645298912" sldId="2147474114"/>
            <ac:spMk id="1043" creationId="{4266128F-8453-88C0-FD73-ACC60A30939A}"/>
          </ac:spMkLst>
        </pc:spChg>
        <pc:spChg chg="add del mod">
          <ac:chgData name="Li,Yuting (HP Medicine) BII-CN-S" userId="ce8fbb54-122c-426d-b8da-fdcc5e1b5022" providerId="ADAL" clId="{D0077DDC-5005-4EC0-A166-40F1289EC3A3}" dt="2023-07-10T12:57:19.048" v="222"/>
          <ac:spMkLst>
            <pc:docMk/>
            <pc:sldMk cId="645298912" sldId="2147474114"/>
            <ac:spMk id="1044" creationId="{ECAAEAEF-9779-8901-206B-EC6D78A15D0C}"/>
          </ac:spMkLst>
        </pc:spChg>
        <pc:spChg chg="add del mod">
          <ac:chgData name="Li,Yuting (HP Medicine) BII-CN-S" userId="ce8fbb54-122c-426d-b8da-fdcc5e1b5022" providerId="ADAL" clId="{D0077DDC-5005-4EC0-A166-40F1289EC3A3}" dt="2023-07-10T12:57:19.048" v="222"/>
          <ac:spMkLst>
            <pc:docMk/>
            <pc:sldMk cId="645298912" sldId="2147474114"/>
            <ac:spMk id="1045" creationId="{79FC67C0-DC99-56A7-968F-63AF92C93EBE}"/>
          </ac:spMkLst>
        </pc:spChg>
        <pc:spChg chg="add del mod">
          <ac:chgData name="Li,Yuting (HP Medicine) BII-CN-S" userId="ce8fbb54-122c-426d-b8da-fdcc5e1b5022" providerId="ADAL" clId="{D0077DDC-5005-4EC0-A166-40F1289EC3A3}" dt="2023-07-10T12:57:19.048" v="222"/>
          <ac:spMkLst>
            <pc:docMk/>
            <pc:sldMk cId="645298912" sldId="2147474114"/>
            <ac:spMk id="1046" creationId="{F1B6AF69-4CF0-A98D-F3DD-4BF8D30E14C5}"/>
          </ac:spMkLst>
        </pc:spChg>
        <pc:spChg chg="add del mod">
          <ac:chgData name="Li,Yuting (HP Medicine) BII-CN-S" userId="ce8fbb54-122c-426d-b8da-fdcc5e1b5022" providerId="ADAL" clId="{D0077DDC-5005-4EC0-A166-40F1289EC3A3}" dt="2023-07-10T12:57:19.048" v="222"/>
          <ac:spMkLst>
            <pc:docMk/>
            <pc:sldMk cId="645298912" sldId="2147474114"/>
            <ac:spMk id="1047" creationId="{CC9FF3F9-52B2-38CF-58B7-8042CACAA093}"/>
          </ac:spMkLst>
        </pc:spChg>
        <pc:spChg chg="add del mod">
          <ac:chgData name="Li,Yuting (HP Medicine) BII-CN-S" userId="ce8fbb54-122c-426d-b8da-fdcc5e1b5022" providerId="ADAL" clId="{D0077DDC-5005-4EC0-A166-40F1289EC3A3}" dt="2023-07-10T12:57:19.048" v="222"/>
          <ac:spMkLst>
            <pc:docMk/>
            <pc:sldMk cId="645298912" sldId="2147474114"/>
            <ac:spMk id="1050" creationId="{9122CE4D-8D45-CBAE-89EA-B1CD3F45CC27}"/>
          </ac:spMkLst>
        </pc:spChg>
        <pc:spChg chg="add del mod">
          <ac:chgData name="Li,Yuting (HP Medicine) BII-CN-S" userId="ce8fbb54-122c-426d-b8da-fdcc5e1b5022" providerId="ADAL" clId="{D0077DDC-5005-4EC0-A166-40F1289EC3A3}" dt="2023-07-10T12:57:19.048" v="222"/>
          <ac:spMkLst>
            <pc:docMk/>
            <pc:sldMk cId="645298912" sldId="2147474114"/>
            <ac:spMk id="1052" creationId="{919410F2-6E71-296B-8220-47BCDC0002D9}"/>
          </ac:spMkLst>
        </pc:spChg>
        <pc:spChg chg="add del mod">
          <ac:chgData name="Li,Yuting (HP Medicine) BII-CN-S" userId="ce8fbb54-122c-426d-b8da-fdcc5e1b5022" providerId="ADAL" clId="{D0077DDC-5005-4EC0-A166-40F1289EC3A3}" dt="2023-07-10T12:57:19.048" v="222"/>
          <ac:spMkLst>
            <pc:docMk/>
            <pc:sldMk cId="645298912" sldId="2147474114"/>
            <ac:spMk id="1054" creationId="{4691A55F-3206-B1F2-54E5-36367BFA733E}"/>
          </ac:spMkLst>
        </pc:spChg>
        <pc:spChg chg="add del">
          <ac:chgData name="Li,Yuting (HP Medicine) BII-CN-S" userId="ce8fbb54-122c-426d-b8da-fdcc5e1b5022" providerId="ADAL" clId="{D0077DDC-5005-4EC0-A166-40F1289EC3A3}" dt="2023-07-10T12:58:02.780" v="228" actId="478"/>
          <ac:spMkLst>
            <pc:docMk/>
            <pc:sldMk cId="645298912" sldId="2147474114"/>
            <ac:spMk id="1056" creationId="{299E5D02-B7C3-97EB-27B4-C82B6D4EE36D}"/>
          </ac:spMkLst>
        </pc:spChg>
        <pc:grpChg chg="add del mod">
          <ac:chgData name="Li,Yuting (HP Medicine) BII-CN-S" userId="ce8fbb54-122c-426d-b8da-fdcc5e1b5022" providerId="ADAL" clId="{D0077DDC-5005-4EC0-A166-40F1289EC3A3}" dt="2023-07-10T12:57:19.048" v="222"/>
          <ac:grpSpMkLst>
            <pc:docMk/>
            <pc:sldMk cId="645298912" sldId="2147474114"/>
            <ac:grpSpMk id="24" creationId="{54D2F3C8-80EE-93DD-DF04-5CE1C6E13B60}"/>
          </ac:grpSpMkLst>
        </pc:grpChg>
        <pc:grpChg chg="add del mod">
          <ac:chgData name="Li,Yuting (HP Medicine) BII-CN-S" userId="ce8fbb54-122c-426d-b8da-fdcc5e1b5022" providerId="ADAL" clId="{D0077DDC-5005-4EC0-A166-40F1289EC3A3}" dt="2023-07-10T12:57:19.048" v="222"/>
          <ac:grpSpMkLst>
            <pc:docMk/>
            <pc:sldMk cId="645298912" sldId="2147474114"/>
            <ac:grpSpMk id="31" creationId="{6C1D8EBE-11C8-DE1F-6471-17A71E4CB045}"/>
          </ac:grpSpMkLst>
        </pc:grpChg>
        <pc:graphicFrameChg chg="add del mod">
          <ac:chgData name="Li,Yuting (HP Medicine) BII-CN-S" userId="ce8fbb54-122c-426d-b8da-fdcc5e1b5022" providerId="ADAL" clId="{D0077DDC-5005-4EC0-A166-40F1289EC3A3}" dt="2023-07-10T12:57:19.048" v="222"/>
          <ac:graphicFrameMkLst>
            <pc:docMk/>
            <pc:sldMk cId="645298912" sldId="2147474114"/>
            <ac:graphicFrameMk id="8" creationId="{B26D4F5F-DDC2-5855-7F6D-293469EE3A04}"/>
          </ac:graphicFrameMkLst>
        </pc:graphicFrameChg>
        <pc:picChg chg="del">
          <ac:chgData name="Li,Yuting (HP Medicine) BII-CN-S" userId="ce8fbb54-122c-426d-b8da-fdcc5e1b5022" providerId="ADAL" clId="{D0077DDC-5005-4EC0-A166-40F1289EC3A3}" dt="2023-07-10T12:57:13.223" v="220" actId="478"/>
          <ac:picMkLst>
            <pc:docMk/>
            <pc:sldMk cId="645298912" sldId="2147474114"/>
            <ac:picMk id="1026" creationId="{FBE87AF1-E08C-4436-A082-E7393AD0BF9E}"/>
          </ac:picMkLst>
        </pc:picChg>
        <pc:picChg chg="add del mod">
          <ac:chgData name="Li,Yuting (HP Medicine) BII-CN-S" userId="ce8fbb54-122c-426d-b8da-fdcc5e1b5022" providerId="ADAL" clId="{D0077DDC-5005-4EC0-A166-40F1289EC3A3}" dt="2023-07-10T12:57:19.048" v="222"/>
          <ac:picMkLst>
            <pc:docMk/>
            <pc:sldMk cId="645298912" sldId="2147474114"/>
            <ac:picMk id="1035" creationId="{AFFC3421-3BA1-F449-0809-7BACDFEE19ED}"/>
          </ac:picMkLst>
        </pc:picChg>
        <pc:picChg chg="add del mod">
          <ac:chgData name="Li,Yuting (HP Medicine) BII-CN-S" userId="ce8fbb54-122c-426d-b8da-fdcc5e1b5022" providerId="ADAL" clId="{D0077DDC-5005-4EC0-A166-40F1289EC3A3}" dt="2023-07-10T12:57:19.048" v="222"/>
          <ac:picMkLst>
            <pc:docMk/>
            <pc:sldMk cId="645298912" sldId="2147474114"/>
            <ac:picMk id="1051" creationId="{D209D0D6-49ED-EAB0-91AB-F3658793D491}"/>
          </ac:picMkLst>
        </pc:picChg>
        <pc:picChg chg="add mod ord">
          <ac:chgData name="Li,Yuting (HP Medicine) BII-CN-S" userId="ce8fbb54-122c-426d-b8da-fdcc5e1b5022" providerId="ADAL" clId="{D0077DDC-5005-4EC0-A166-40F1289EC3A3}" dt="2023-07-10T12:58:16.997" v="230" actId="166"/>
          <ac:picMkLst>
            <pc:docMk/>
            <pc:sldMk cId="645298912" sldId="2147474114"/>
            <ac:picMk id="1055" creationId="{AA78CD2A-960E-E528-7AF3-23591B41EC5A}"/>
          </ac:picMkLst>
        </pc:picChg>
        <pc:cxnChg chg="add del mod">
          <ac:chgData name="Li,Yuting (HP Medicine) BII-CN-S" userId="ce8fbb54-122c-426d-b8da-fdcc5e1b5022" providerId="ADAL" clId="{D0077DDC-5005-4EC0-A166-40F1289EC3A3}" dt="2023-07-10T12:57:19.048" v="222"/>
          <ac:cxnSpMkLst>
            <pc:docMk/>
            <pc:sldMk cId="645298912" sldId="2147474114"/>
            <ac:cxnSpMk id="18" creationId="{BBA563D9-8AF0-0572-9200-C75E563EC356}"/>
          </ac:cxnSpMkLst>
        </pc:cxnChg>
        <pc:cxnChg chg="add del mod">
          <ac:chgData name="Li,Yuting (HP Medicine) BII-CN-S" userId="ce8fbb54-122c-426d-b8da-fdcc5e1b5022" providerId="ADAL" clId="{D0077DDC-5005-4EC0-A166-40F1289EC3A3}" dt="2023-07-10T12:57:19.048" v="222"/>
          <ac:cxnSpMkLst>
            <pc:docMk/>
            <pc:sldMk cId="645298912" sldId="2147474114"/>
            <ac:cxnSpMk id="19" creationId="{B23C5269-E5C9-6848-109C-00E38A703317}"/>
          </ac:cxnSpMkLst>
        </pc:cxnChg>
        <pc:cxnChg chg="add del mod">
          <ac:chgData name="Li,Yuting (HP Medicine) BII-CN-S" userId="ce8fbb54-122c-426d-b8da-fdcc5e1b5022" providerId="ADAL" clId="{D0077DDC-5005-4EC0-A166-40F1289EC3A3}" dt="2023-07-10T12:57:19.048" v="222"/>
          <ac:cxnSpMkLst>
            <pc:docMk/>
            <pc:sldMk cId="645298912" sldId="2147474114"/>
            <ac:cxnSpMk id="20" creationId="{46D2B4AD-62DF-006D-9B93-F3FDDCE020C5}"/>
          </ac:cxnSpMkLst>
        </pc:cxnChg>
        <pc:cxnChg chg="add del mod">
          <ac:chgData name="Li,Yuting (HP Medicine) BII-CN-S" userId="ce8fbb54-122c-426d-b8da-fdcc5e1b5022" providerId="ADAL" clId="{D0077DDC-5005-4EC0-A166-40F1289EC3A3}" dt="2023-07-10T12:57:19.048" v="222"/>
          <ac:cxnSpMkLst>
            <pc:docMk/>
            <pc:sldMk cId="645298912" sldId="2147474114"/>
            <ac:cxnSpMk id="23" creationId="{38DF5793-DB52-C93B-579D-8F678D0A7928}"/>
          </ac:cxnSpMkLst>
        </pc:cxnChg>
        <pc:cxnChg chg="add del mod">
          <ac:chgData name="Li,Yuting (HP Medicine) BII-CN-S" userId="ce8fbb54-122c-426d-b8da-fdcc5e1b5022" providerId="ADAL" clId="{D0077DDC-5005-4EC0-A166-40F1289EC3A3}" dt="2023-07-10T12:57:19.048" v="222"/>
          <ac:cxnSpMkLst>
            <pc:docMk/>
            <pc:sldMk cId="645298912" sldId="2147474114"/>
            <ac:cxnSpMk id="29" creationId="{548123A3-0464-AE4A-2960-56361202B4E6}"/>
          </ac:cxnSpMkLst>
        </pc:cxnChg>
        <pc:cxnChg chg="add del mod">
          <ac:chgData name="Li,Yuting (HP Medicine) BII-CN-S" userId="ce8fbb54-122c-426d-b8da-fdcc5e1b5022" providerId="ADAL" clId="{D0077DDC-5005-4EC0-A166-40F1289EC3A3}" dt="2023-07-10T12:57:19.048" v="222"/>
          <ac:cxnSpMkLst>
            <pc:docMk/>
            <pc:sldMk cId="645298912" sldId="2147474114"/>
            <ac:cxnSpMk id="1036" creationId="{B085D212-79E1-29A1-4818-D554974E600E}"/>
          </ac:cxnSpMkLst>
        </pc:cxnChg>
        <pc:cxnChg chg="add del mod">
          <ac:chgData name="Li,Yuting (HP Medicine) BII-CN-S" userId="ce8fbb54-122c-426d-b8da-fdcc5e1b5022" providerId="ADAL" clId="{D0077DDC-5005-4EC0-A166-40F1289EC3A3}" dt="2023-07-10T12:57:19.048" v="222"/>
          <ac:cxnSpMkLst>
            <pc:docMk/>
            <pc:sldMk cId="645298912" sldId="2147474114"/>
            <ac:cxnSpMk id="1048" creationId="{62EAE096-2533-8E7B-C129-9F52D86AFCE8}"/>
          </ac:cxnSpMkLst>
        </pc:cxnChg>
        <pc:cxnChg chg="add del mod">
          <ac:chgData name="Li,Yuting (HP Medicine) BII-CN-S" userId="ce8fbb54-122c-426d-b8da-fdcc5e1b5022" providerId="ADAL" clId="{D0077DDC-5005-4EC0-A166-40F1289EC3A3}" dt="2023-07-10T12:57:19.048" v="222"/>
          <ac:cxnSpMkLst>
            <pc:docMk/>
            <pc:sldMk cId="645298912" sldId="2147474114"/>
            <ac:cxnSpMk id="1049" creationId="{45A243A7-C571-C11E-2AC0-AE0E297654B3}"/>
          </ac:cxnSpMkLst>
        </pc:cxnChg>
        <pc:cxnChg chg="add del mod">
          <ac:chgData name="Li,Yuting (HP Medicine) BII-CN-S" userId="ce8fbb54-122c-426d-b8da-fdcc5e1b5022" providerId="ADAL" clId="{D0077DDC-5005-4EC0-A166-40F1289EC3A3}" dt="2023-07-10T12:57:19.048" v="222"/>
          <ac:cxnSpMkLst>
            <pc:docMk/>
            <pc:sldMk cId="645298912" sldId="2147474114"/>
            <ac:cxnSpMk id="1053" creationId="{6126B64B-36FA-7F84-43AE-F9EA077F30CC}"/>
          </ac:cxnSpMkLst>
        </pc:cxnChg>
      </pc:sldChg>
      <pc:sldChg chg="delCm">
        <pc:chgData name="Li,Yuting (HP Medicine) BII-CN-S" userId="ce8fbb54-122c-426d-b8da-fdcc5e1b5022" providerId="ADAL" clId="{D0077DDC-5005-4EC0-A166-40F1289EC3A3}" dt="2023-07-10T08:11:41.890" v="11" actId="1592"/>
        <pc:sldMkLst>
          <pc:docMk/>
          <pc:sldMk cId="2295707838" sldId="2147474116"/>
        </pc:sldMkLst>
      </pc:sldChg>
      <pc:sldChg chg="modSp mod delCm">
        <pc:chgData name="Li,Yuting (HP Medicine) BII-CN-S" userId="ce8fbb54-122c-426d-b8da-fdcc5e1b5022" providerId="ADAL" clId="{D0077DDC-5005-4EC0-A166-40F1289EC3A3}" dt="2023-07-10T08:24:52.494" v="163" actId="20577"/>
        <pc:sldMkLst>
          <pc:docMk/>
          <pc:sldMk cId="3539881353" sldId="2147474117"/>
        </pc:sldMkLst>
        <pc:spChg chg="mod">
          <ac:chgData name="Li,Yuting (HP Medicine) BII-CN-S" userId="ce8fbb54-122c-426d-b8da-fdcc5e1b5022" providerId="ADAL" clId="{D0077DDC-5005-4EC0-A166-40F1289EC3A3}" dt="2023-07-10T08:17:40.492" v="159" actId="20577"/>
          <ac:spMkLst>
            <pc:docMk/>
            <pc:sldMk cId="3539881353" sldId="2147474117"/>
            <ac:spMk id="3" creationId="{5C4AA559-23CE-3E3C-C360-7770C2FD71B9}"/>
          </ac:spMkLst>
        </pc:spChg>
        <pc:graphicFrameChg chg="modGraphic">
          <ac:chgData name="Li,Yuting (HP Medicine) BII-CN-S" userId="ce8fbb54-122c-426d-b8da-fdcc5e1b5022" providerId="ADAL" clId="{D0077DDC-5005-4EC0-A166-40F1289EC3A3}" dt="2023-07-10T08:24:52.494" v="163" actId="20577"/>
          <ac:graphicFrameMkLst>
            <pc:docMk/>
            <pc:sldMk cId="3539881353" sldId="2147474117"/>
            <ac:graphicFrameMk id="6" creationId="{2EB857BA-9417-6413-5EF8-383CF37AC70D}"/>
          </ac:graphicFrameMkLst>
        </pc:graphicFrameChg>
      </pc:sldChg>
      <pc:sldChg chg="delCm">
        <pc:chgData name="Li,Yuting (HP Medicine) BII-CN-S" userId="ce8fbb54-122c-426d-b8da-fdcc5e1b5022" providerId="ADAL" clId="{D0077DDC-5005-4EC0-A166-40F1289EC3A3}" dt="2023-07-10T08:11:41.890" v="12" actId="1592"/>
        <pc:sldMkLst>
          <pc:docMk/>
          <pc:sldMk cId="980772829" sldId="2147474133"/>
        </pc:sldMkLst>
      </pc:sldChg>
    </pc:docChg>
  </pc:docChgLst>
  <pc:docChgLst>
    <pc:chgData name="Chen,Michael (HP Med RA) BII-CN-B" userId="d5e1e1c3-1b8e-4d7c-a738-2fc34bcfb3bb" providerId="ADAL" clId="{3073D6A4-AC03-405E-ACBE-8AB950747127}"/>
    <pc:docChg chg="undo custSel modSld">
      <pc:chgData name="Chen,Michael (HP Med RA) BII-CN-B" userId="d5e1e1c3-1b8e-4d7c-a738-2fc34bcfb3bb" providerId="ADAL" clId="{3073D6A4-AC03-405E-ACBE-8AB950747127}" dt="2024-01-11T15:26:42.146" v="100" actId="6549"/>
      <pc:docMkLst>
        <pc:docMk/>
      </pc:docMkLst>
      <pc:sldChg chg="modSp mod">
        <pc:chgData name="Chen,Michael (HP Med RA) BII-CN-B" userId="d5e1e1c3-1b8e-4d7c-a738-2fc34bcfb3bb" providerId="ADAL" clId="{3073D6A4-AC03-405E-ACBE-8AB950747127}" dt="2024-01-11T15:26:42.146" v="100" actId="6549"/>
        <pc:sldMkLst>
          <pc:docMk/>
          <pc:sldMk cId="1415474354" sldId="2147481383"/>
        </pc:sldMkLst>
        <pc:spChg chg="mod">
          <ac:chgData name="Chen,Michael (HP Med RA) BII-CN-B" userId="d5e1e1c3-1b8e-4d7c-a738-2fc34bcfb3bb" providerId="ADAL" clId="{3073D6A4-AC03-405E-ACBE-8AB950747127}" dt="2024-01-11T15:26:42.146" v="100" actId="6549"/>
          <ac:spMkLst>
            <pc:docMk/>
            <pc:sldMk cId="1415474354" sldId="2147481383"/>
            <ac:spMk id="3" creationId="{EBA26131-3CC6-8390-A008-4D32A058F9A8}"/>
          </ac:spMkLst>
        </pc:spChg>
      </pc:sldChg>
    </pc:docChg>
  </pc:docChgLst>
  <pc:docChgLst>
    <pc:chgData name="Lu,Yixin (MED CD&amp;O) BII-CN-S" userId="S::yixin.lu@boehringer-ingelheim.com::6055c963-f18b-4b43-9f26-62c3b4c5f854" providerId="AD" clId="Web-{A5A9165F-BAD1-9FC4-487D-5EF956E6F520}"/>
    <pc:docChg chg="">
      <pc:chgData name="Lu,Yixin (MED CD&amp;O) BII-CN-S" userId="S::yixin.lu@boehringer-ingelheim.com::6055c963-f18b-4b43-9f26-62c3b4c5f854" providerId="AD" clId="Web-{A5A9165F-BAD1-9FC4-487D-5EF956E6F520}" dt="2022-05-09T03:50:03.130" v="0"/>
      <pc:docMkLst>
        <pc:docMk/>
      </pc:docMkLst>
      <pc:sldChg chg="addCm">
        <pc:chgData name="Lu,Yixin (MED CD&amp;O) BII-CN-S" userId="S::yixin.lu@boehringer-ingelheim.com::6055c963-f18b-4b43-9f26-62c3b4c5f854" providerId="AD" clId="Web-{A5A9165F-BAD1-9FC4-487D-5EF956E6F520}" dt="2022-05-09T03:50:03.130" v="0"/>
        <pc:sldMkLst>
          <pc:docMk/>
          <pc:sldMk cId="4267623655" sldId="2141414117"/>
        </pc:sldMkLst>
      </pc:sldChg>
    </pc:docChg>
  </pc:docChgLst>
  <pc:docChgLst>
    <pc:chgData name="Lin,Julia (MED CD&amp;O) BI-TW-T" userId="S::julia.lin@boehringer-ingelheim.com::2407819e-49bf-4c7b-96f7-ea5422769517" providerId="AD" clId="Web-{9B1A3F09-66AF-8BB0-5117-3C38082551F3}"/>
    <pc:docChg chg="">
      <pc:chgData name="Lin,Julia (MED CD&amp;O) BI-TW-T" userId="S::julia.lin@boehringer-ingelheim.com::2407819e-49bf-4c7b-96f7-ea5422769517" providerId="AD" clId="Web-{9B1A3F09-66AF-8BB0-5117-3C38082551F3}" dt="2024-02-23T07:44:02.275" v="0"/>
      <pc:docMkLst>
        <pc:docMk/>
      </pc:docMkLst>
      <pc:sldChg chg="addCm">
        <pc:chgData name="Lin,Julia (MED CD&amp;O) BI-TW-T" userId="S::julia.lin@boehringer-ingelheim.com::2407819e-49bf-4c7b-96f7-ea5422769517" providerId="AD" clId="Web-{9B1A3F09-66AF-8BB0-5117-3C38082551F3}" dt="2024-02-23T07:44:02.275" v="0"/>
        <pc:sldMkLst>
          <pc:docMk/>
          <pc:sldMk cId="2413956995" sldId="2147481399"/>
        </pc:sldMkLst>
      </pc:sldChg>
    </pc:docChg>
  </pc:docChgLst>
  <pc:docChgLst>
    <pc:chgData name="Wu,Dan (MED CD&amp;O) BII-CN-S" userId="2543b386-fe23-4572-8b97-7e5aae483288" providerId="ADAL" clId="{2AD45078-2D35-4BDB-811D-1D6043A4281D}"/>
    <pc:docChg chg="custSel addSld modSld">
      <pc:chgData name="Wu,Dan (MED CD&amp;O) BII-CN-S" userId="2543b386-fe23-4572-8b97-7e5aae483288" providerId="ADAL" clId="{2AD45078-2D35-4BDB-811D-1D6043A4281D}" dt="2023-01-06T08:01:30.172" v="1" actId="27636"/>
      <pc:docMkLst>
        <pc:docMk/>
      </pc:docMkLst>
      <pc:sldChg chg="modSp add mod">
        <pc:chgData name="Wu,Dan (MED CD&amp;O) BII-CN-S" userId="2543b386-fe23-4572-8b97-7e5aae483288" providerId="ADAL" clId="{2AD45078-2D35-4BDB-811D-1D6043A4281D}" dt="2023-01-06T08:01:30.172" v="1" actId="27636"/>
        <pc:sldMkLst>
          <pc:docMk/>
          <pc:sldMk cId="1931267936" sldId="1003"/>
        </pc:sldMkLst>
        <pc:spChg chg="mod">
          <ac:chgData name="Wu,Dan (MED CD&amp;O) BII-CN-S" userId="2543b386-fe23-4572-8b97-7e5aae483288" providerId="ADAL" clId="{2AD45078-2D35-4BDB-811D-1D6043A4281D}" dt="2023-01-06T08:01:30.172" v="1" actId="27636"/>
          <ac:spMkLst>
            <pc:docMk/>
            <pc:sldMk cId="1931267936" sldId="1003"/>
            <ac:spMk id="3" creationId="{00000000-0000-0000-0000-000000000000}"/>
          </ac:spMkLst>
        </pc:spChg>
      </pc:sldChg>
      <pc:sldChg chg="add">
        <pc:chgData name="Wu,Dan (MED CD&amp;O) BII-CN-S" userId="2543b386-fe23-4572-8b97-7e5aae483288" providerId="ADAL" clId="{2AD45078-2D35-4BDB-811D-1D6043A4281D}" dt="2023-01-06T08:01:30.027" v="0"/>
        <pc:sldMkLst>
          <pc:docMk/>
          <pc:sldMk cId="61691375" sldId="2147377318"/>
        </pc:sldMkLst>
      </pc:sldChg>
      <pc:sldChg chg="add">
        <pc:chgData name="Wu,Dan (MED CD&amp;O) BII-CN-S" userId="2543b386-fe23-4572-8b97-7e5aae483288" providerId="ADAL" clId="{2AD45078-2D35-4BDB-811D-1D6043A4281D}" dt="2023-01-06T08:01:30.027" v="0"/>
        <pc:sldMkLst>
          <pc:docMk/>
          <pc:sldMk cId="3492828214" sldId="2147377320"/>
        </pc:sldMkLst>
      </pc:sldChg>
      <pc:sldChg chg="add">
        <pc:chgData name="Wu,Dan (MED CD&amp;O) BII-CN-S" userId="2543b386-fe23-4572-8b97-7e5aae483288" providerId="ADAL" clId="{2AD45078-2D35-4BDB-811D-1D6043A4281D}" dt="2023-01-06T08:01:30.027" v="0"/>
        <pc:sldMkLst>
          <pc:docMk/>
          <pc:sldMk cId="2272010735" sldId="2147471168"/>
        </pc:sldMkLst>
      </pc:sldChg>
    </pc:docChg>
  </pc:docChgLst>
  <pc:docChgLst>
    <pc:chgData name="Lu,Yixin (MED CD&amp;O) BII-CN-S" userId="S::yixin.lu@boehringer-ingelheim.com::6055c963-f18b-4b43-9f26-62c3b4c5f854" providerId="AD" clId="Web-{7EA39751-10E2-E059-1201-9BDA40C8BD06}"/>
    <pc:docChg chg="addSld modSld modSection">
      <pc:chgData name="Lu,Yixin (MED CD&amp;O) BII-CN-S" userId="S::yixin.lu@boehringer-ingelheim.com::6055c963-f18b-4b43-9f26-62c3b4c5f854" providerId="AD" clId="Web-{7EA39751-10E2-E059-1201-9BDA40C8BD06}" dt="2024-03-19T09:28:37.585" v="7" actId="20577"/>
      <pc:docMkLst>
        <pc:docMk/>
      </pc:docMkLst>
      <pc:sldChg chg="modSp add">
        <pc:chgData name="Lu,Yixin (MED CD&amp;O) BII-CN-S" userId="S::yixin.lu@boehringer-ingelheim.com::6055c963-f18b-4b43-9f26-62c3b4c5f854" providerId="AD" clId="Web-{7EA39751-10E2-E059-1201-9BDA40C8BD06}" dt="2024-03-19T09:28:37.585" v="7" actId="20577"/>
        <pc:sldMkLst>
          <pc:docMk/>
          <pc:sldMk cId="3541650897" sldId="2147482839"/>
        </pc:sldMkLst>
        <pc:spChg chg="mod">
          <ac:chgData name="Lu,Yixin (MED CD&amp;O) BII-CN-S" userId="S::yixin.lu@boehringer-ingelheim.com::6055c963-f18b-4b43-9f26-62c3b4c5f854" providerId="AD" clId="Web-{7EA39751-10E2-E059-1201-9BDA40C8BD06}" dt="2024-03-19T09:28:37.585" v="7" actId="20577"/>
          <ac:spMkLst>
            <pc:docMk/>
            <pc:sldMk cId="3541650897" sldId="2147482839"/>
            <ac:spMk id="5" creationId="{8FCB2A47-625E-6883-476C-2C1FF4D351F9}"/>
          </ac:spMkLst>
        </pc:spChg>
      </pc:sldChg>
      <pc:sldMasterChg chg="addSldLayout">
        <pc:chgData name="Lu,Yixin (MED CD&amp;O) BII-CN-S" userId="S::yixin.lu@boehringer-ingelheim.com::6055c963-f18b-4b43-9f26-62c3b4c5f854" providerId="AD" clId="Web-{7EA39751-10E2-E059-1201-9BDA40C8BD06}" dt="2024-03-19T09:27:47.721" v="0"/>
        <pc:sldMasterMkLst>
          <pc:docMk/>
          <pc:sldMasterMk cId="2265167584" sldId="2147485032"/>
        </pc:sldMasterMkLst>
        <pc:sldLayoutChg chg="add">
          <pc:chgData name="Lu,Yixin (MED CD&amp;O) BII-CN-S" userId="S::yixin.lu@boehringer-ingelheim.com::6055c963-f18b-4b43-9f26-62c3b4c5f854" providerId="AD" clId="Web-{7EA39751-10E2-E059-1201-9BDA40C8BD06}" dt="2024-03-19T09:27:47.721" v="0"/>
          <pc:sldLayoutMkLst>
            <pc:docMk/>
            <pc:sldMasterMk cId="2265167584" sldId="2147484737"/>
            <pc:sldLayoutMk cId="1116089997" sldId="2147485030"/>
          </pc:sldLayoutMkLst>
        </pc:sldLayoutChg>
      </pc:sldMasterChg>
    </pc:docChg>
  </pc:docChgLst>
  <pc:docChgLst>
    <pc:chgData name="Shi,Cherry (HP Medicine) BII-CN-S" userId="S::cherry.shi@boehringer-ingelheim.com::d1fa847a-fc45-456f-9c70-a123cc9ed61e" providerId="AD" clId="Web-{EFD8BCBB-B954-D991-1472-AF7B4F10AD9B}"/>
    <pc:docChg chg="modSld">
      <pc:chgData name="Shi,Cherry (HP Medicine) BII-CN-S" userId="S::cherry.shi@boehringer-ingelheim.com::d1fa847a-fc45-456f-9c70-a123cc9ed61e" providerId="AD" clId="Web-{EFD8BCBB-B954-D991-1472-AF7B4F10AD9B}" dt="2022-04-08T08:22:39.773" v="28" actId="20577"/>
      <pc:docMkLst>
        <pc:docMk/>
      </pc:docMkLst>
      <pc:sldChg chg="modSp">
        <pc:chgData name="Shi,Cherry (HP Medicine) BII-CN-S" userId="S::cherry.shi@boehringer-ingelheim.com::d1fa847a-fc45-456f-9c70-a123cc9ed61e" providerId="AD" clId="Web-{EFD8BCBB-B954-D991-1472-AF7B4F10AD9B}" dt="2022-04-08T08:22:39.773" v="28" actId="20577"/>
        <pc:sldMkLst>
          <pc:docMk/>
          <pc:sldMk cId="2777933554" sldId="2147377173"/>
        </pc:sldMkLst>
        <pc:spChg chg="mod">
          <ac:chgData name="Shi,Cherry (HP Medicine) BII-CN-S" userId="S::cherry.shi@boehringer-ingelheim.com::d1fa847a-fc45-456f-9c70-a123cc9ed61e" providerId="AD" clId="Web-{EFD8BCBB-B954-D991-1472-AF7B4F10AD9B}" dt="2022-04-08T08:22:39.773" v="28" actId="20577"/>
          <ac:spMkLst>
            <pc:docMk/>
            <pc:sldMk cId="2777933554" sldId="2147377173"/>
            <ac:spMk id="41" creationId="{80672632-5059-4D01-BB59-096554D9CD3A}"/>
          </ac:spMkLst>
        </pc:spChg>
      </pc:sldChg>
    </pc:docChg>
  </pc:docChgLst>
  <pc:docChgLst>
    <pc:chgData name="Wu,Dan (MED CD&amp;O) BII-CN-S" userId="2543b386-fe23-4572-8b97-7e5aae483288" providerId="ADAL" clId="{FD853CE7-006F-43A6-94AB-412ADA03FE13}"/>
    <pc:docChg chg="addSld delSld modSld">
      <pc:chgData name="Wu,Dan (MED CD&amp;O) BII-CN-S" userId="2543b386-fe23-4572-8b97-7e5aae483288" providerId="ADAL" clId="{FD853CE7-006F-43A6-94AB-412ADA03FE13}" dt="2022-06-09T10:40:29.683" v="6" actId="14100"/>
      <pc:docMkLst>
        <pc:docMk/>
      </pc:docMkLst>
      <pc:sldChg chg="add">
        <pc:chgData name="Wu,Dan (MED CD&amp;O) BII-CN-S" userId="2543b386-fe23-4572-8b97-7e5aae483288" providerId="ADAL" clId="{FD853CE7-006F-43A6-94AB-412ADA03FE13}" dt="2022-06-09T10:40:13.658" v="3"/>
        <pc:sldMkLst>
          <pc:docMk/>
          <pc:sldMk cId="2671257935" sldId="1000"/>
        </pc:sldMkLst>
      </pc:sldChg>
      <pc:sldChg chg="modSp add mod">
        <pc:chgData name="Wu,Dan (MED CD&amp;O) BII-CN-S" userId="2543b386-fe23-4572-8b97-7e5aae483288" providerId="ADAL" clId="{FD853CE7-006F-43A6-94AB-412ADA03FE13}" dt="2022-06-09T10:40:29.683" v="6" actId="14100"/>
        <pc:sldMkLst>
          <pc:docMk/>
          <pc:sldMk cId="2849278204" sldId="1189"/>
        </pc:sldMkLst>
        <pc:spChg chg="mod">
          <ac:chgData name="Wu,Dan (MED CD&amp;O) BII-CN-S" userId="2543b386-fe23-4572-8b97-7e5aae483288" providerId="ADAL" clId="{FD853CE7-006F-43A6-94AB-412ADA03FE13}" dt="2022-06-09T10:40:29.683" v="6" actId="14100"/>
          <ac:spMkLst>
            <pc:docMk/>
            <pc:sldMk cId="2849278204" sldId="1189"/>
            <ac:spMk id="9" creationId="{B4B9C6BB-2093-497A-9DC7-EC94BE23CD43}"/>
          </ac:spMkLst>
        </pc:spChg>
        <pc:spChg chg="mod">
          <ac:chgData name="Wu,Dan (MED CD&amp;O) BII-CN-S" userId="2543b386-fe23-4572-8b97-7e5aae483288" providerId="ADAL" clId="{FD853CE7-006F-43A6-94AB-412ADA03FE13}" dt="2022-06-09T10:40:20.793" v="4" actId="1076"/>
          <ac:spMkLst>
            <pc:docMk/>
            <pc:sldMk cId="2849278204" sldId="1189"/>
            <ac:spMk id="11" creationId="{E27B6019-B8FC-4D54-A510-11D3ACB3227A}"/>
          </ac:spMkLst>
        </pc:spChg>
        <pc:picChg chg="mod">
          <ac:chgData name="Wu,Dan (MED CD&amp;O) BII-CN-S" userId="2543b386-fe23-4572-8b97-7e5aae483288" providerId="ADAL" clId="{FD853CE7-006F-43A6-94AB-412ADA03FE13}" dt="2022-06-09T10:40:22.722" v="5" actId="1076"/>
          <ac:picMkLst>
            <pc:docMk/>
            <pc:sldMk cId="2849278204" sldId="1189"/>
            <ac:picMk id="5" creationId="{DE351451-8AF2-46EA-8E35-A6E2329839BE}"/>
          </ac:picMkLst>
        </pc:picChg>
      </pc:sldChg>
      <pc:sldChg chg="add">
        <pc:chgData name="Wu,Dan (MED CD&amp;O) BII-CN-S" userId="2543b386-fe23-4572-8b97-7e5aae483288" providerId="ADAL" clId="{FD853CE7-006F-43A6-94AB-412ADA03FE13}" dt="2022-06-09T10:40:13.658" v="3"/>
        <pc:sldMkLst>
          <pc:docMk/>
          <pc:sldMk cId="3480220091" sldId="1191"/>
        </pc:sldMkLst>
      </pc:sldChg>
      <pc:sldChg chg="add">
        <pc:chgData name="Wu,Dan (MED CD&amp;O) BII-CN-S" userId="2543b386-fe23-4572-8b97-7e5aae483288" providerId="ADAL" clId="{FD853CE7-006F-43A6-94AB-412ADA03FE13}" dt="2022-06-09T10:40:13.658" v="3"/>
        <pc:sldMkLst>
          <pc:docMk/>
          <pc:sldMk cId="1964062619" sldId="1193"/>
        </pc:sldMkLst>
      </pc:sldChg>
      <pc:sldChg chg="add">
        <pc:chgData name="Wu,Dan (MED CD&amp;O) BII-CN-S" userId="2543b386-fe23-4572-8b97-7e5aae483288" providerId="ADAL" clId="{FD853CE7-006F-43A6-94AB-412ADA03FE13}" dt="2022-06-09T10:40:13.658" v="3"/>
        <pc:sldMkLst>
          <pc:docMk/>
          <pc:sldMk cId="1473102659" sldId="1197"/>
        </pc:sldMkLst>
      </pc:sldChg>
      <pc:sldChg chg="modSp mod">
        <pc:chgData name="Wu,Dan (MED CD&amp;O) BII-CN-S" userId="2543b386-fe23-4572-8b97-7e5aae483288" providerId="ADAL" clId="{FD853CE7-006F-43A6-94AB-412ADA03FE13}" dt="2022-06-09T10:39:55.582" v="1" actId="20577"/>
        <pc:sldMkLst>
          <pc:docMk/>
          <pc:sldMk cId="3928773985" sldId="2147377211"/>
        </pc:sldMkLst>
        <pc:spChg chg="mod">
          <ac:chgData name="Wu,Dan (MED CD&amp;O) BII-CN-S" userId="2543b386-fe23-4572-8b97-7e5aae483288" providerId="ADAL" clId="{FD853CE7-006F-43A6-94AB-412ADA03FE13}" dt="2022-06-09T10:39:55.582" v="1" actId="20577"/>
          <ac:spMkLst>
            <pc:docMk/>
            <pc:sldMk cId="3928773985" sldId="2147377211"/>
            <ac:spMk id="52" creationId="{C37AB0AB-396A-4A09-A640-7C9D33588A3C}"/>
          </ac:spMkLst>
        </pc:spChg>
      </pc:sldChg>
      <pc:sldChg chg="del">
        <pc:chgData name="Wu,Dan (MED CD&amp;O) BII-CN-S" userId="2543b386-fe23-4572-8b97-7e5aae483288" providerId="ADAL" clId="{FD853CE7-006F-43A6-94AB-412ADA03FE13}" dt="2022-06-09T10:40:11.444" v="2" actId="47"/>
        <pc:sldMkLst>
          <pc:docMk/>
          <pc:sldMk cId="2725685857" sldId="2147377212"/>
        </pc:sldMkLst>
      </pc:sldChg>
    </pc:docChg>
  </pc:docChgLst>
  <pc:docChgLst>
    <pc:chgData name="Cui,Ping (MED CD&amp;O) BII-CN-S" userId="S::ping_2.cui@boehringer-ingelheim.com::a7b8e339-d15e-457d-b89d-442820060871" providerId="AD" clId="Web-{B0ED3BF4-26D9-448D-3F36-66D9DAE33046}"/>
    <pc:docChg chg="modSld">
      <pc:chgData name="Cui,Ping (MED CD&amp;O) BII-CN-S" userId="S::ping_2.cui@boehringer-ingelheim.com::a7b8e339-d15e-457d-b89d-442820060871" providerId="AD" clId="Web-{B0ED3BF4-26D9-448D-3F36-66D9DAE33046}" dt="2024-04-22T02:59:20.073" v="1" actId="20577"/>
      <pc:docMkLst>
        <pc:docMk/>
      </pc:docMkLst>
      <pc:sldChg chg="modSp">
        <pc:chgData name="Cui,Ping (MED CD&amp;O) BII-CN-S" userId="S::ping_2.cui@boehringer-ingelheim.com::a7b8e339-d15e-457d-b89d-442820060871" providerId="AD" clId="Web-{B0ED3BF4-26D9-448D-3F36-66D9DAE33046}" dt="2024-04-22T02:59:20.073" v="1" actId="20577"/>
        <pc:sldMkLst>
          <pc:docMk/>
          <pc:sldMk cId="1857858005" sldId="2147482888"/>
        </pc:sldMkLst>
        <pc:spChg chg="mod">
          <ac:chgData name="Cui,Ping (MED CD&amp;O) BII-CN-S" userId="S::ping_2.cui@boehringer-ingelheim.com::a7b8e339-d15e-457d-b89d-442820060871" providerId="AD" clId="Web-{B0ED3BF4-26D9-448D-3F36-66D9DAE33046}" dt="2024-04-22T02:59:20.073" v="1" actId="20577"/>
          <ac:spMkLst>
            <pc:docMk/>
            <pc:sldMk cId="1857858005" sldId="2147482888"/>
            <ac:spMk id="62" creationId="{8DB07CF5-ABA1-4C9B-A9DA-0E66E05CDEC6}"/>
          </ac:spMkLst>
        </pc:spChg>
      </pc:sldChg>
    </pc:docChg>
  </pc:docChgLst>
  <pc:docChgLst>
    <pc:chgData name="Lin,Julia (MED CD&amp;O) BI-TW-T" userId="S::julia.lin@boehringer-ingelheim.com::2407819e-49bf-4c7b-96f7-ea5422769517" providerId="AD" clId="Web-{A8B9A66F-0E36-3CFE-B046-428B9BF1E30F}"/>
    <pc:docChg chg="addSld delSld modSld modMainMaster">
      <pc:chgData name="Lin,Julia (MED CD&amp;O) BI-TW-T" userId="S::julia.lin@boehringer-ingelheim.com::2407819e-49bf-4c7b-96f7-ea5422769517" providerId="AD" clId="Web-{A8B9A66F-0E36-3CFE-B046-428B9BF1E30F}" dt="2023-05-09T10:09:22.357" v="20" actId="20577"/>
      <pc:docMkLst>
        <pc:docMk/>
      </pc:docMkLst>
      <pc:sldChg chg="addSp delSp modSp del">
        <pc:chgData name="Lin,Julia (MED CD&amp;O) BI-TW-T" userId="S::julia.lin@boehringer-ingelheim.com::2407819e-49bf-4c7b-96f7-ea5422769517" providerId="AD" clId="Web-{A8B9A66F-0E36-3CFE-B046-428B9BF1E30F}" dt="2023-05-09T10:08:36.168" v="14"/>
        <pc:sldMkLst>
          <pc:docMk/>
          <pc:sldMk cId="3275380510" sldId="2147474026"/>
        </pc:sldMkLst>
        <pc:graphicFrameChg chg="del">
          <ac:chgData name="Lin,Julia (MED CD&amp;O) BI-TW-T" userId="S::julia.lin@boehringer-ingelheim.com::2407819e-49bf-4c7b-96f7-ea5422769517" providerId="AD" clId="Web-{A8B9A66F-0E36-3CFE-B046-428B9BF1E30F}" dt="2023-05-09T07:03:46.472" v="4"/>
          <ac:graphicFrameMkLst>
            <pc:docMk/>
            <pc:sldMk cId="3275380510" sldId="2147474026"/>
            <ac:graphicFrameMk id="6" creationId="{94042870-F804-472F-AC80-F078786A8059}"/>
          </ac:graphicFrameMkLst>
        </pc:graphicFrameChg>
        <pc:graphicFrameChg chg="mod modGraphic">
          <ac:chgData name="Lin,Julia (MED CD&amp;O) BI-TW-T" userId="S::julia.lin@boehringer-ingelheim.com::2407819e-49bf-4c7b-96f7-ea5422769517" providerId="AD" clId="Web-{A8B9A66F-0E36-3CFE-B046-428B9BF1E30F}" dt="2023-05-09T07:03:44.972" v="3"/>
          <ac:graphicFrameMkLst>
            <pc:docMk/>
            <pc:sldMk cId="3275380510" sldId="2147474026"/>
            <ac:graphicFrameMk id="10" creationId="{E40AA420-8AA8-47DC-81DD-D65CDDA6BD5A}"/>
          </ac:graphicFrameMkLst>
        </pc:graphicFrameChg>
        <pc:picChg chg="add del mod">
          <ac:chgData name="Lin,Julia (MED CD&amp;O) BI-TW-T" userId="S::julia.lin@boehringer-ingelheim.com::2407819e-49bf-4c7b-96f7-ea5422769517" providerId="AD" clId="Web-{A8B9A66F-0E36-3CFE-B046-428B9BF1E30F}" dt="2023-05-09T10:07:38.212" v="7"/>
          <ac:picMkLst>
            <pc:docMk/>
            <pc:sldMk cId="3275380510" sldId="2147474026"/>
            <ac:picMk id="2" creationId="{0BC1CB05-415F-DEEF-0207-0074019CDABC}"/>
          </ac:picMkLst>
        </pc:picChg>
        <pc:picChg chg="add del mod">
          <ac:chgData name="Lin,Julia (MED CD&amp;O) BI-TW-T" userId="S::julia.lin@boehringer-ingelheim.com::2407819e-49bf-4c7b-96f7-ea5422769517" providerId="AD" clId="Web-{A8B9A66F-0E36-3CFE-B046-428B9BF1E30F}" dt="2023-05-09T10:07:59.338" v="12"/>
          <ac:picMkLst>
            <pc:docMk/>
            <pc:sldMk cId="3275380510" sldId="2147474026"/>
            <ac:picMk id="3" creationId="{E4D32BA9-C057-A73A-787D-46921529EC8A}"/>
          </ac:picMkLst>
        </pc:picChg>
      </pc:sldChg>
      <pc:sldChg chg="modSp">
        <pc:chgData name="Lin,Julia (MED CD&amp;O) BI-TW-T" userId="S::julia.lin@boehringer-ingelheim.com::2407819e-49bf-4c7b-96f7-ea5422769517" providerId="AD" clId="Web-{A8B9A66F-0E36-3CFE-B046-428B9BF1E30F}" dt="2023-05-09T10:09:22.357" v="20" actId="20577"/>
        <pc:sldMkLst>
          <pc:docMk/>
          <pc:sldMk cId="1394418717" sldId="2147474027"/>
        </pc:sldMkLst>
        <pc:spChg chg="mod">
          <ac:chgData name="Lin,Julia (MED CD&amp;O) BI-TW-T" userId="S::julia.lin@boehringer-ingelheim.com::2407819e-49bf-4c7b-96f7-ea5422769517" providerId="AD" clId="Web-{A8B9A66F-0E36-3CFE-B046-428B9BF1E30F}" dt="2023-05-09T10:09:22.357" v="20" actId="20577"/>
          <ac:spMkLst>
            <pc:docMk/>
            <pc:sldMk cId="1394418717" sldId="2147474027"/>
            <ac:spMk id="10" creationId="{F4C6B61C-982F-46D1-BDD3-32EC9C1D272D}"/>
          </ac:spMkLst>
        </pc:spChg>
      </pc:sldChg>
      <pc:sldChg chg="modSp add addCm">
        <pc:chgData name="Lin,Julia (MED CD&amp;O) BI-TW-T" userId="S::julia.lin@boehringer-ingelheim.com::2407819e-49bf-4c7b-96f7-ea5422769517" providerId="AD" clId="Web-{A8B9A66F-0E36-3CFE-B046-428B9BF1E30F}" dt="2023-05-09T10:09:13.247" v="17" actId="20577"/>
        <pc:sldMkLst>
          <pc:docMk/>
          <pc:sldMk cId="2122557118" sldId="2147474053"/>
        </pc:sldMkLst>
        <pc:spChg chg="mod">
          <ac:chgData name="Lin,Julia (MED CD&amp;O) BI-TW-T" userId="S::julia.lin@boehringer-ingelheim.com::2407819e-49bf-4c7b-96f7-ea5422769517" providerId="AD" clId="Web-{A8B9A66F-0E36-3CFE-B046-428B9BF1E30F}" dt="2023-05-09T10:09:13.247" v="17" actId="20577"/>
          <ac:spMkLst>
            <pc:docMk/>
            <pc:sldMk cId="2122557118" sldId="2147474053"/>
            <ac:spMk id="5" creationId="{ED313FD7-3429-45C7-99CF-22A9E776C723}"/>
          </ac:spMkLst>
        </pc:spChg>
      </pc:sldChg>
      <pc:sldMasterChg chg="modSldLayout">
        <pc:chgData name="Lin,Julia (MED CD&amp;O) BI-TW-T" userId="S::julia.lin@boehringer-ingelheim.com::2407819e-49bf-4c7b-96f7-ea5422769517" providerId="AD" clId="Web-{A8B9A66F-0E36-3CFE-B046-428B9BF1E30F}" dt="2023-05-09T10:08:20.776" v="13"/>
        <pc:sldMasterMkLst>
          <pc:docMk/>
          <pc:sldMasterMk cId="2865055379" sldId="2147483679"/>
        </pc:sldMasterMkLst>
        <pc:sldLayoutChg chg="replId">
          <pc:chgData name="Lin,Julia (MED CD&amp;O) BI-TW-T" userId="S::julia.lin@boehringer-ingelheim.com::2407819e-49bf-4c7b-96f7-ea5422769517" providerId="AD" clId="Web-{A8B9A66F-0E36-3CFE-B046-428B9BF1E30F}" dt="2023-05-09T10:08:20.776" v="13"/>
          <pc:sldLayoutMkLst>
            <pc:docMk/>
            <pc:sldMasterMk cId="2865055379" sldId="2147483679"/>
            <pc:sldLayoutMk cId="4162297315" sldId="2147484559"/>
          </pc:sldLayoutMkLst>
        </pc:sldLayoutChg>
      </pc:sldMasterChg>
      <pc:sldMasterChg chg="addSldLayout">
        <pc:chgData name="Lin,Julia (MED CD&amp;O) BI-TW-T" userId="S::julia.lin@boehringer-ingelheim.com::2407819e-49bf-4c7b-96f7-ea5422769517" providerId="AD" clId="Web-{A8B9A66F-0E36-3CFE-B046-428B9BF1E30F}" dt="2023-05-09T10:08:20.776" v="13"/>
        <pc:sldMasterMkLst>
          <pc:docMk/>
          <pc:sldMasterMk cId="908084412" sldId="2147484435"/>
        </pc:sldMasterMkLst>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1749567949" sldId="2147483661"/>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1128527472" sldId="2147483662"/>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3488169521" sldId="2147483663"/>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617343781" sldId="2147483664"/>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3986913745" sldId="2147483666"/>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3649180874" sldId="2147483671"/>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3065590403" sldId="2147483677"/>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1995964947" sldId="2147483681"/>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3630892896" sldId="2147483683"/>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4287497793" sldId="2147483701"/>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2076883816" sldId="2147483704"/>
          </pc:sldLayoutMkLst>
        </pc:sldLayoutChg>
        <pc:sldLayoutChg chg="add">
          <pc:chgData name="Lin,Julia (MED CD&amp;O) BI-TW-T" userId="S::julia.lin@boehringer-ingelheim.com::2407819e-49bf-4c7b-96f7-ea5422769517" providerId="AD" clId="Web-{A8B9A66F-0E36-3CFE-B046-428B9BF1E30F}" dt="2023-05-09T10:08:20.776" v="13"/>
          <pc:sldLayoutMkLst>
            <pc:docMk/>
            <pc:sldMasterMk cId="908084412" sldId="2147484435"/>
            <pc:sldLayoutMk cId="4092991398" sldId="2147483705"/>
          </pc:sldLayoutMkLst>
        </pc:sldLayoutChg>
      </pc:sldMasterChg>
    </pc:docChg>
  </pc:docChgLst>
  <pc:docChgLst>
    <pc:chgData name="Wu,Dan (MED CD&amp;O) BII-CN-S" userId="S::dan.wu@boehringer-ingelheim.com::2543b386-fe23-4572-8b97-7e5aae483288" providerId="AD" clId="Web-{C995EE35-BAC8-1BDB-2EEE-E0BAA3B6872E}"/>
    <pc:docChg chg="modSld">
      <pc:chgData name="Wu,Dan (MED CD&amp;O) BII-CN-S" userId="S::dan.wu@boehringer-ingelheim.com::2543b386-fe23-4572-8b97-7e5aae483288" providerId="AD" clId="Web-{C995EE35-BAC8-1BDB-2EEE-E0BAA3B6872E}" dt="2023-04-04T04:57:56.617" v="0"/>
      <pc:docMkLst>
        <pc:docMk/>
      </pc:docMkLst>
      <pc:sldChg chg="delSp">
        <pc:chgData name="Wu,Dan (MED CD&amp;O) BII-CN-S" userId="S::dan.wu@boehringer-ingelheim.com::2543b386-fe23-4572-8b97-7e5aae483288" providerId="AD" clId="Web-{C995EE35-BAC8-1BDB-2EEE-E0BAA3B6872E}" dt="2023-04-04T04:57:56.617" v="0"/>
        <pc:sldMkLst>
          <pc:docMk/>
          <pc:sldMk cId="2668428287" sldId="2147471233"/>
        </pc:sldMkLst>
        <pc:picChg chg="del">
          <ac:chgData name="Wu,Dan (MED CD&amp;O) BII-CN-S" userId="S::dan.wu@boehringer-ingelheim.com::2543b386-fe23-4572-8b97-7e5aae483288" providerId="AD" clId="Web-{C995EE35-BAC8-1BDB-2EEE-E0BAA3B6872E}" dt="2023-04-04T04:57:56.617" v="0"/>
          <ac:picMkLst>
            <pc:docMk/>
            <pc:sldMk cId="2668428287" sldId="2147471233"/>
            <ac:picMk id="3" creationId="{B6BC7D6D-ADC6-4730-80C8-5D5A0A40270E}"/>
          </ac:picMkLst>
        </pc:picChg>
      </pc:sldChg>
    </pc:docChg>
  </pc:docChgLst>
  <pc:docChgLst>
    <pc:chgData name="Wu,Dan (MED CD&amp;O) BII-CN-S" userId="2543b386-fe23-4572-8b97-7e5aae483288" providerId="ADAL" clId="{20251A4E-38F9-48D8-8585-A040C0E86B01}"/>
    <pc:docChg chg="custSel modSld">
      <pc:chgData name="Wu,Dan (MED CD&amp;O) BII-CN-S" userId="2543b386-fe23-4572-8b97-7e5aae483288" providerId="ADAL" clId="{20251A4E-38F9-48D8-8585-A040C0E86B01}" dt="2023-02-15T08:45:31.559" v="65" actId="20577"/>
      <pc:docMkLst>
        <pc:docMk/>
      </pc:docMkLst>
      <pc:sldChg chg="modSp mod">
        <pc:chgData name="Wu,Dan (MED CD&amp;O) BII-CN-S" userId="2543b386-fe23-4572-8b97-7e5aae483288" providerId="ADAL" clId="{20251A4E-38F9-48D8-8585-A040C0E86B01}" dt="2023-02-15T05:16:49.532" v="51" actId="20577"/>
        <pc:sldMkLst>
          <pc:docMk/>
          <pc:sldMk cId="4022558961" sldId="2147471171"/>
        </pc:sldMkLst>
        <pc:spChg chg="mod">
          <ac:chgData name="Wu,Dan (MED CD&amp;O) BII-CN-S" userId="2543b386-fe23-4572-8b97-7e5aae483288" providerId="ADAL" clId="{20251A4E-38F9-48D8-8585-A040C0E86B01}" dt="2023-02-15T05:16:49.532" v="51" actId="20577"/>
          <ac:spMkLst>
            <pc:docMk/>
            <pc:sldMk cId="4022558961" sldId="2147471171"/>
            <ac:spMk id="52" creationId="{C37AB0AB-396A-4A09-A640-7C9D33588A3C}"/>
          </ac:spMkLst>
        </pc:spChg>
      </pc:sldChg>
      <pc:sldChg chg="addSp delSp modSp mod addCm">
        <pc:chgData name="Wu,Dan (MED CD&amp;O) BII-CN-S" userId="2543b386-fe23-4572-8b97-7e5aae483288" providerId="ADAL" clId="{20251A4E-38F9-48D8-8585-A040C0E86B01}" dt="2023-02-15T08:45:31.559" v="65" actId="20577"/>
        <pc:sldMkLst>
          <pc:docMk/>
          <pc:sldMk cId="4084061762" sldId="2147471184"/>
        </pc:sldMkLst>
        <pc:spChg chg="mod">
          <ac:chgData name="Wu,Dan (MED CD&amp;O) BII-CN-S" userId="2543b386-fe23-4572-8b97-7e5aae483288" providerId="ADAL" clId="{20251A4E-38F9-48D8-8585-A040C0E86B01}" dt="2023-02-15T05:15:14.259" v="40" actId="20577"/>
          <ac:spMkLst>
            <pc:docMk/>
            <pc:sldMk cId="4084061762" sldId="2147471184"/>
            <ac:spMk id="2" creationId="{258B1150-3B23-4D74-8634-CE9F7979DC8E}"/>
          </ac:spMkLst>
        </pc:spChg>
        <pc:spChg chg="mod">
          <ac:chgData name="Wu,Dan (MED CD&amp;O) BII-CN-S" userId="2543b386-fe23-4572-8b97-7e5aae483288" providerId="ADAL" clId="{20251A4E-38F9-48D8-8585-A040C0E86B01}" dt="2023-02-15T08:45:20.524" v="59" actId="1076"/>
          <ac:spMkLst>
            <pc:docMk/>
            <pc:sldMk cId="4084061762" sldId="2147471184"/>
            <ac:spMk id="4" creationId="{EE0CD054-31CA-4AAE-BCA8-82B9C8FF38C0}"/>
          </ac:spMkLst>
        </pc:spChg>
        <pc:graphicFrameChg chg="add mod modGraphic">
          <ac:chgData name="Wu,Dan (MED CD&amp;O) BII-CN-S" userId="2543b386-fe23-4572-8b97-7e5aae483288" providerId="ADAL" clId="{20251A4E-38F9-48D8-8585-A040C0E86B01}" dt="2023-02-15T08:45:31.559" v="65" actId="20577"/>
          <ac:graphicFrameMkLst>
            <pc:docMk/>
            <pc:sldMk cId="4084061762" sldId="2147471184"/>
            <ac:graphicFrameMk id="7" creationId="{68B695A8-F710-48C2-8E68-03FD32C462CF}"/>
          </ac:graphicFrameMkLst>
        </pc:graphicFrameChg>
        <pc:graphicFrameChg chg="modGraphic">
          <ac:chgData name="Wu,Dan (MED CD&amp;O) BII-CN-S" userId="2543b386-fe23-4572-8b97-7e5aae483288" providerId="ADAL" clId="{20251A4E-38F9-48D8-8585-A040C0E86B01}" dt="2023-02-15T08:45:23.490" v="61" actId="20577"/>
          <ac:graphicFrameMkLst>
            <pc:docMk/>
            <pc:sldMk cId="4084061762" sldId="2147471184"/>
            <ac:graphicFrameMk id="8" creationId="{04BE0399-F2FD-4404-AFC2-5696822B2AA1}"/>
          </ac:graphicFrameMkLst>
        </pc:graphicFrameChg>
        <pc:graphicFrameChg chg="del mod modGraphic">
          <ac:chgData name="Wu,Dan (MED CD&amp;O) BII-CN-S" userId="2543b386-fe23-4572-8b97-7e5aae483288" providerId="ADAL" clId="{20251A4E-38F9-48D8-8585-A040C0E86B01}" dt="2023-02-13T00:49:05.025" v="15" actId="478"/>
          <ac:graphicFrameMkLst>
            <pc:docMk/>
            <pc:sldMk cId="4084061762" sldId="2147471184"/>
            <ac:graphicFrameMk id="10" creationId="{A5601CFB-1F4F-4CD7-B9F2-974024103AE3}"/>
          </ac:graphicFrameMkLst>
        </pc:graphicFrameChg>
        <pc:picChg chg="add del mod ord">
          <ac:chgData name="Wu,Dan (MED CD&amp;O) BII-CN-S" userId="2543b386-fe23-4572-8b97-7e5aae483288" providerId="ADAL" clId="{20251A4E-38F9-48D8-8585-A040C0E86B01}" dt="2023-02-15T05:14:08.499" v="25" actId="478"/>
          <ac:picMkLst>
            <pc:docMk/>
            <pc:sldMk cId="4084061762" sldId="2147471184"/>
            <ac:picMk id="3" creationId="{BC442CEE-550C-4DD7-9ACB-288AAA1934D2}"/>
          </ac:picMkLst>
        </pc:picChg>
        <pc:picChg chg="add mod ord">
          <ac:chgData name="Wu,Dan (MED CD&amp;O) BII-CN-S" userId="2543b386-fe23-4572-8b97-7e5aae483288" providerId="ADAL" clId="{20251A4E-38F9-48D8-8585-A040C0E86B01}" dt="2023-02-15T08:45:16.720" v="58" actId="14100"/>
          <ac:picMkLst>
            <pc:docMk/>
            <pc:sldMk cId="4084061762" sldId="2147471184"/>
            <ac:picMk id="3" creationId="{FBA6C33D-2D96-4FFC-BE9E-2171A9E9B078}"/>
          </ac:picMkLst>
        </pc:picChg>
        <pc:picChg chg="add del mod ord">
          <ac:chgData name="Wu,Dan (MED CD&amp;O) BII-CN-S" userId="2543b386-fe23-4572-8b97-7e5aae483288" providerId="ADAL" clId="{20251A4E-38F9-48D8-8585-A040C0E86B01}" dt="2023-02-15T08:45:04.157" v="53" actId="478"/>
          <ac:picMkLst>
            <pc:docMk/>
            <pc:sldMk cId="4084061762" sldId="2147471184"/>
            <ac:picMk id="5" creationId="{C35144FA-A18E-49CE-B2F1-2F342AC18000}"/>
          </ac:picMkLst>
        </pc:picChg>
      </pc:sldChg>
    </pc:docChg>
  </pc:docChgLst>
  <pc:docChgLst>
    <pc:chgData name="Lu,Yixin (MED CD&amp;O) BII-CN-S" userId="S::yixin.lu@boehringer-ingelheim.com::6055c963-f18b-4b43-9f26-62c3b4c5f854" providerId="AD" clId="Web-{B90B2342-9A28-03FA-1891-9933C5212B1F}"/>
    <pc:docChg chg="modSld">
      <pc:chgData name="Lu,Yixin (MED CD&amp;O) BII-CN-S" userId="S::yixin.lu@boehringer-ingelheim.com::6055c963-f18b-4b43-9f26-62c3b4c5f854" providerId="AD" clId="Web-{B90B2342-9A28-03FA-1891-9933C5212B1F}" dt="2024-03-18T14:24:48.343" v="3"/>
      <pc:docMkLst>
        <pc:docMk/>
      </pc:docMkLst>
      <pc:sldChg chg="modSp addCm">
        <pc:chgData name="Lu,Yixin (MED CD&amp;O) BII-CN-S" userId="S::yixin.lu@boehringer-ingelheim.com::6055c963-f18b-4b43-9f26-62c3b4c5f854" providerId="AD" clId="Web-{B90B2342-9A28-03FA-1891-9933C5212B1F}" dt="2024-03-18T14:24:48.343" v="3"/>
        <pc:sldMkLst>
          <pc:docMk/>
          <pc:sldMk cId="4264638658" sldId="2147482830"/>
        </pc:sldMkLst>
        <pc:spChg chg="mod">
          <ac:chgData name="Lu,Yixin (MED CD&amp;O) BII-CN-S" userId="S::yixin.lu@boehringer-ingelheim.com::6055c963-f18b-4b43-9f26-62c3b4c5f854" providerId="AD" clId="Web-{B90B2342-9A28-03FA-1891-9933C5212B1F}" dt="2024-03-18T14:24:48.061" v="2" actId="20577"/>
          <ac:spMkLst>
            <pc:docMk/>
            <pc:sldMk cId="4264638658" sldId="2147482830"/>
            <ac:spMk id="5" creationId="{708D8ACC-D62A-4885-8E32-7CB35C6A4753}"/>
          </ac:spMkLst>
        </pc:spChg>
      </pc:sldChg>
    </pc:docChg>
  </pc:docChgLst>
  <pc:docChgLst>
    <pc:chgData name="Wu,Dan (MED CD&amp;O) BII-CN-S" userId="2543b386-fe23-4572-8b97-7e5aae483288" providerId="ADAL" clId="{40C569A0-6695-434E-A323-BF9F8393629A}"/>
    <pc:docChg chg="undo custSel modSld">
      <pc:chgData name="Wu,Dan (MED CD&amp;O) BII-CN-S" userId="2543b386-fe23-4572-8b97-7e5aae483288" providerId="ADAL" clId="{40C569A0-6695-434E-A323-BF9F8393629A}" dt="2022-05-09T03:26:49.656" v="189" actId="20577"/>
      <pc:docMkLst>
        <pc:docMk/>
      </pc:docMkLst>
      <pc:sldChg chg="modSp mod">
        <pc:chgData name="Wu,Dan (MED CD&amp;O) BII-CN-S" userId="2543b386-fe23-4572-8b97-7e5aae483288" providerId="ADAL" clId="{40C569A0-6695-434E-A323-BF9F8393629A}" dt="2022-05-09T03:26:49.656" v="189" actId="20577"/>
        <pc:sldMkLst>
          <pc:docMk/>
          <pc:sldMk cId="669747058" sldId="6596"/>
        </pc:sldMkLst>
        <pc:spChg chg="mod">
          <ac:chgData name="Wu,Dan (MED CD&amp;O) BII-CN-S" userId="2543b386-fe23-4572-8b97-7e5aae483288" providerId="ADAL" clId="{40C569A0-6695-434E-A323-BF9F8393629A}" dt="2022-05-09T03:26:49.656" v="189" actId="20577"/>
          <ac:spMkLst>
            <pc:docMk/>
            <pc:sldMk cId="669747058" sldId="6596"/>
            <ac:spMk id="58" creationId="{F5A6B9FE-5135-46CA-B020-47DC5CCE42EF}"/>
          </ac:spMkLst>
        </pc:spChg>
      </pc:sldChg>
      <pc:sldChg chg="addSp delSp modSp mod">
        <pc:chgData name="Wu,Dan (MED CD&amp;O) BII-CN-S" userId="2543b386-fe23-4572-8b97-7e5aae483288" providerId="ADAL" clId="{40C569A0-6695-434E-A323-BF9F8393629A}" dt="2022-05-09T03:16:09.874" v="134" actId="20577"/>
        <pc:sldMkLst>
          <pc:docMk/>
          <pc:sldMk cId="3008635063" sldId="2147377206"/>
        </pc:sldMkLst>
        <pc:spChg chg="mod">
          <ac:chgData name="Wu,Dan (MED CD&amp;O) BII-CN-S" userId="2543b386-fe23-4572-8b97-7e5aae483288" providerId="ADAL" clId="{40C569A0-6695-434E-A323-BF9F8393629A}" dt="2022-05-09T03:11:05.023" v="70" actId="20577"/>
          <ac:spMkLst>
            <pc:docMk/>
            <pc:sldMk cId="3008635063" sldId="2147377206"/>
            <ac:spMk id="3" creationId="{BC64778C-F60A-42EC-A8AF-CAFCB85E7F8F}"/>
          </ac:spMkLst>
        </pc:spChg>
        <pc:spChg chg="mod">
          <ac:chgData name="Wu,Dan (MED CD&amp;O) BII-CN-S" userId="2543b386-fe23-4572-8b97-7e5aae483288" providerId="ADAL" clId="{40C569A0-6695-434E-A323-BF9F8393629A}" dt="2022-05-09T03:16:09.874" v="134" actId="20577"/>
          <ac:spMkLst>
            <pc:docMk/>
            <pc:sldMk cId="3008635063" sldId="2147377206"/>
            <ac:spMk id="8" creationId="{D2829EF0-C595-4FAE-832A-EC95C8C66C9F}"/>
          </ac:spMkLst>
        </pc:spChg>
        <pc:spChg chg="mod">
          <ac:chgData name="Wu,Dan (MED CD&amp;O) BII-CN-S" userId="2543b386-fe23-4572-8b97-7e5aae483288" providerId="ADAL" clId="{40C569A0-6695-434E-A323-BF9F8393629A}" dt="2022-05-09T03:14:18.693" v="128" actId="1076"/>
          <ac:spMkLst>
            <pc:docMk/>
            <pc:sldMk cId="3008635063" sldId="2147377206"/>
            <ac:spMk id="9" creationId="{D02B2295-C773-476A-80E7-FDB58D4174C3}"/>
          </ac:spMkLst>
        </pc:spChg>
        <pc:graphicFrameChg chg="add mod">
          <ac:chgData name="Wu,Dan (MED CD&amp;O) BII-CN-S" userId="2543b386-fe23-4572-8b97-7e5aae483288" providerId="ADAL" clId="{40C569A0-6695-434E-A323-BF9F8393629A}" dt="2022-05-09T03:13:53.971" v="120"/>
          <ac:graphicFrameMkLst>
            <pc:docMk/>
            <pc:sldMk cId="3008635063" sldId="2147377206"/>
            <ac:graphicFrameMk id="10" creationId="{73207099-613B-4188-B37D-91BA5B30A0AB}"/>
          </ac:graphicFrameMkLst>
        </pc:graphicFrameChg>
        <pc:graphicFrameChg chg="mod modGraphic">
          <ac:chgData name="Wu,Dan (MED CD&amp;O) BII-CN-S" userId="2543b386-fe23-4572-8b97-7e5aae483288" providerId="ADAL" clId="{40C569A0-6695-434E-A323-BF9F8393629A}" dt="2022-05-09T03:13:32.941" v="116" actId="108"/>
          <ac:graphicFrameMkLst>
            <pc:docMk/>
            <pc:sldMk cId="3008635063" sldId="2147377206"/>
            <ac:graphicFrameMk id="14" creationId="{19C4B515-0197-4123-9FA4-872521001D20}"/>
          </ac:graphicFrameMkLst>
        </pc:graphicFrameChg>
        <pc:picChg chg="del mod">
          <ac:chgData name="Wu,Dan (MED CD&amp;O) BII-CN-S" userId="2543b386-fe23-4572-8b97-7e5aae483288" providerId="ADAL" clId="{40C569A0-6695-434E-A323-BF9F8393629A}" dt="2022-05-09T03:13:50.820" v="117" actId="478"/>
          <ac:picMkLst>
            <pc:docMk/>
            <pc:sldMk cId="3008635063" sldId="2147377206"/>
            <ac:picMk id="2" creationId="{0A4708AF-D781-4E50-953E-C2139CA97B3E}"/>
          </ac:picMkLst>
        </pc:picChg>
        <pc:picChg chg="add mod">
          <ac:chgData name="Wu,Dan (MED CD&amp;O) BII-CN-S" userId="2543b386-fe23-4572-8b97-7e5aae483288" providerId="ADAL" clId="{40C569A0-6695-434E-A323-BF9F8393629A}" dt="2022-05-09T03:14:08.333" v="127" actId="1076"/>
          <ac:picMkLst>
            <pc:docMk/>
            <pc:sldMk cId="3008635063" sldId="2147377206"/>
            <ac:picMk id="4" creationId="{208531E2-0150-4191-8A3D-9DEB7738F643}"/>
          </ac:picMkLst>
        </pc:picChg>
      </pc:sldChg>
    </pc:docChg>
  </pc:docChgLst>
  <pc:docChgLst>
    <pc:chgData name="Li,Yuting (HP Medicine) BII-CN-S" userId="S::yuting.li@boehringer-ingelheim.com::ce8fbb54-122c-426d-b8da-fdcc5e1b5022" providerId="AD" clId="Web-{5C1BD459-6438-FBD7-AD78-F53A5726774D}"/>
    <pc:docChg chg="modSld">
      <pc:chgData name="Li,Yuting (HP Medicine) BII-CN-S" userId="S::yuting.li@boehringer-ingelheim.com::ce8fbb54-122c-426d-b8da-fdcc5e1b5022" providerId="AD" clId="Web-{5C1BD459-6438-FBD7-AD78-F53A5726774D}" dt="2024-09-11T13:20:28.925" v="0" actId="14100"/>
      <pc:docMkLst>
        <pc:docMk/>
      </pc:docMkLst>
      <pc:sldChg chg="modSp">
        <pc:chgData name="Li,Yuting (HP Medicine) BII-CN-S" userId="S::yuting.li@boehringer-ingelheim.com::ce8fbb54-122c-426d-b8da-fdcc5e1b5022" providerId="AD" clId="Web-{5C1BD459-6438-FBD7-AD78-F53A5726774D}" dt="2024-09-11T13:20:28.925" v="0" actId="14100"/>
        <pc:sldMkLst>
          <pc:docMk/>
          <pc:sldMk cId="1599585781" sldId="2147482850"/>
        </pc:sldMkLst>
        <pc:spChg chg="mod">
          <ac:chgData name="Li,Yuting (HP Medicine) BII-CN-S" userId="S::yuting.li@boehringer-ingelheim.com::ce8fbb54-122c-426d-b8da-fdcc5e1b5022" providerId="AD" clId="Web-{5C1BD459-6438-FBD7-AD78-F53A5726774D}" dt="2024-09-11T13:20:28.925" v="0" actId="14100"/>
          <ac:spMkLst>
            <pc:docMk/>
            <pc:sldMk cId="1599585781" sldId="2147482850"/>
            <ac:spMk id="91" creationId="{808EC121-D3B7-4E05-908F-C8EFBD0CB71E}"/>
          </ac:spMkLst>
        </pc:spChg>
      </pc:sldChg>
    </pc:docChg>
  </pc:docChgLst>
  <pc:docChgLst>
    <pc:chgData name="Shi,Yi (HP Medicine) BII-CN-S" userId="c9ef9fc0-a422-4a2f-8faa-a4bcaf5dcb1a" providerId="ADAL" clId="{BCEF3653-58B5-4DC3-940F-D36FA9167B5A}"/>
    <pc:docChg chg="modSld">
      <pc:chgData name="Shi,Yi (HP Medicine) BII-CN-S" userId="c9ef9fc0-a422-4a2f-8faa-a4bcaf5dcb1a" providerId="ADAL" clId="{BCEF3653-58B5-4DC3-940F-D36FA9167B5A}" dt="2023-05-10T10:33:07.095" v="0"/>
      <pc:docMkLst>
        <pc:docMk/>
      </pc:docMkLst>
      <pc:sldChg chg="modSp">
        <pc:chgData name="Shi,Yi (HP Medicine) BII-CN-S" userId="c9ef9fc0-a422-4a2f-8faa-a4bcaf5dcb1a" providerId="ADAL" clId="{BCEF3653-58B5-4DC3-940F-D36FA9167B5A}" dt="2023-05-10T10:33:07.095" v="0"/>
        <pc:sldMkLst>
          <pc:docMk/>
          <pc:sldMk cId="803344466" sldId="2147474030"/>
        </pc:sldMkLst>
        <pc:graphicFrameChg chg="mod">
          <ac:chgData name="Shi,Yi (HP Medicine) BII-CN-S" userId="c9ef9fc0-a422-4a2f-8faa-a4bcaf5dcb1a" providerId="ADAL" clId="{BCEF3653-58B5-4DC3-940F-D36FA9167B5A}" dt="2023-05-10T10:33:07.095" v="0"/>
          <ac:graphicFrameMkLst>
            <pc:docMk/>
            <pc:sldMk cId="803344466" sldId="2147474030"/>
            <ac:graphicFrameMk id="12" creationId="{EE24276D-C300-4706-ACD2-32E108653E2B}"/>
          </ac:graphicFrameMkLst>
        </pc:graphicFrameChg>
      </pc:sldChg>
    </pc:docChg>
  </pc:docChgLst>
  <pc:docChgLst>
    <pc:chgData name="Wang,Shirley (HP Med RA) BII-CN-B" userId="48b801ce-80b8-42d3-931b-2dcaf726016f" providerId="ADAL" clId="{95DA9A51-B1F7-4C1C-94C1-BD8BA0367F2C}"/>
    <pc:docChg chg="undo custSel modSld">
      <pc:chgData name="Wang,Shirley (HP Med RA) BII-CN-B" userId="48b801ce-80b8-42d3-931b-2dcaf726016f" providerId="ADAL" clId="{95DA9A51-B1F7-4C1C-94C1-BD8BA0367F2C}" dt="2022-12-09T05:08:59.811" v="256" actId="20577"/>
      <pc:docMkLst>
        <pc:docMk/>
      </pc:docMkLst>
      <pc:sldChg chg="modSp mod">
        <pc:chgData name="Wang,Shirley (HP Med RA) BII-CN-B" userId="48b801ce-80b8-42d3-931b-2dcaf726016f" providerId="ADAL" clId="{95DA9A51-B1F7-4C1C-94C1-BD8BA0367F2C}" dt="2022-12-09T05:08:59.811" v="256" actId="20577"/>
        <pc:sldMkLst>
          <pc:docMk/>
          <pc:sldMk cId="463325420" sldId="2147469212"/>
        </pc:sldMkLst>
        <pc:graphicFrameChg chg="modGraphic">
          <ac:chgData name="Wang,Shirley (HP Med RA) BII-CN-B" userId="48b801ce-80b8-42d3-931b-2dcaf726016f" providerId="ADAL" clId="{95DA9A51-B1F7-4C1C-94C1-BD8BA0367F2C}" dt="2022-12-09T05:08:59.811" v="256" actId="20577"/>
          <ac:graphicFrameMkLst>
            <pc:docMk/>
            <pc:sldMk cId="463325420" sldId="2147469212"/>
            <ac:graphicFrameMk id="4" creationId="{CE4F806A-756F-4BE6-8340-EB8D9CD7A174}"/>
          </ac:graphicFrameMkLst>
        </pc:graphicFrameChg>
      </pc:sldChg>
      <pc:sldChg chg="modSp mod">
        <pc:chgData name="Wang,Shirley (HP Med RA) BII-CN-B" userId="48b801ce-80b8-42d3-931b-2dcaf726016f" providerId="ADAL" clId="{95DA9A51-B1F7-4C1C-94C1-BD8BA0367F2C}" dt="2022-12-09T03:54:26.005" v="253" actId="20577"/>
        <pc:sldMkLst>
          <pc:docMk/>
          <pc:sldMk cId="2702991793" sldId="2147469213"/>
        </pc:sldMkLst>
        <pc:spChg chg="mod">
          <ac:chgData name="Wang,Shirley (HP Med RA) BII-CN-B" userId="48b801ce-80b8-42d3-931b-2dcaf726016f" providerId="ADAL" clId="{95DA9A51-B1F7-4C1C-94C1-BD8BA0367F2C}" dt="2022-12-09T03:32:22.052" v="179" actId="207"/>
          <ac:spMkLst>
            <pc:docMk/>
            <pc:sldMk cId="2702991793" sldId="2147469213"/>
            <ac:spMk id="94" creationId="{00000000-0000-0000-0000-000000000000}"/>
          </ac:spMkLst>
        </pc:spChg>
        <pc:spChg chg="mod">
          <ac:chgData name="Wang,Shirley (HP Med RA) BII-CN-B" userId="48b801ce-80b8-42d3-931b-2dcaf726016f" providerId="ADAL" clId="{95DA9A51-B1F7-4C1C-94C1-BD8BA0367F2C}" dt="2022-12-09T03:54:26.005" v="253" actId="20577"/>
          <ac:spMkLst>
            <pc:docMk/>
            <pc:sldMk cId="2702991793" sldId="2147469213"/>
            <ac:spMk id="125" creationId="{DFAA6683-0037-41A5-88BA-233844E272FA}"/>
          </ac:spMkLst>
        </pc:spChg>
      </pc:sldChg>
    </pc:docChg>
  </pc:docChgLst>
  <pc:docChgLst>
    <pc:chgData name="Li,Ansu (HP Medicine) BII-CN-S" userId="ec2f8842-dc81-4094-912e-223fc8542a04" providerId="ADAL" clId="{9393674E-9DA0-425A-8CED-0077723AFCE4}"/>
    <pc:docChg chg="custSel addSld delSld modSld modSection">
      <pc:chgData name="Li,Ansu (HP Medicine) BII-CN-S" userId="ec2f8842-dc81-4094-912e-223fc8542a04" providerId="ADAL" clId="{9393674E-9DA0-425A-8CED-0077723AFCE4}" dt="2024-03-15T09:44:28.371" v="431" actId="20577"/>
      <pc:docMkLst>
        <pc:docMk/>
      </pc:docMkLst>
      <pc:sldChg chg="modSp mod addCm delCm modCm modNotesTx">
        <pc:chgData name="Li,Ansu (HP Medicine) BII-CN-S" userId="ec2f8842-dc81-4094-912e-223fc8542a04" providerId="ADAL" clId="{9393674E-9DA0-425A-8CED-0077723AFCE4}" dt="2024-03-15T09:40:54.092" v="180" actId="20577"/>
        <pc:sldMkLst>
          <pc:docMk/>
          <pc:sldMk cId="4209453815" sldId="2147482671"/>
        </pc:sldMkLst>
        <pc:spChg chg="mod">
          <ac:chgData name="Li,Ansu (HP Medicine) BII-CN-S" userId="ec2f8842-dc81-4094-912e-223fc8542a04" providerId="ADAL" clId="{9393674E-9DA0-425A-8CED-0077723AFCE4}" dt="2024-03-15T09:27:39.636" v="0" actId="21"/>
          <ac:spMkLst>
            <pc:docMk/>
            <pc:sldMk cId="4209453815" sldId="2147482671"/>
            <ac:spMk id="5" creationId="{6FA32674-FA79-7042-E98C-16EC361E1938}"/>
          </ac:spMkLst>
        </pc:spChg>
        <pc:spChg chg="mod">
          <ac:chgData name="Li,Ansu (HP Medicine) BII-CN-S" userId="ec2f8842-dc81-4094-912e-223fc8542a04" providerId="ADAL" clId="{9393674E-9DA0-425A-8CED-0077723AFCE4}" dt="2024-03-15T09:34:58.461" v="11" actId="20577"/>
          <ac:spMkLst>
            <pc:docMk/>
            <pc:sldMk cId="4209453815" sldId="2147482671"/>
            <ac:spMk id="22" creationId="{2106AE05-78BC-AB72-6167-3DE6E697A996}"/>
          </ac:spMkLst>
        </pc:spChg>
      </pc:sldChg>
      <pc:sldChg chg="modSp del mod addCm delCm modCm modNotesTx">
        <pc:chgData name="Li,Ansu (HP Medicine) BII-CN-S" userId="ec2f8842-dc81-4094-912e-223fc8542a04" providerId="ADAL" clId="{9393674E-9DA0-425A-8CED-0077723AFCE4}" dt="2024-03-15T09:42:23.296" v="254" actId="47"/>
        <pc:sldMkLst>
          <pc:docMk/>
          <pc:sldMk cId="2931690467" sldId="2147482672"/>
        </pc:sldMkLst>
        <pc:spChg chg="mod">
          <ac:chgData name="Li,Ansu (HP Medicine) BII-CN-S" userId="ec2f8842-dc81-4094-912e-223fc8542a04" providerId="ADAL" clId="{9393674E-9DA0-425A-8CED-0077723AFCE4}" dt="2024-03-15T09:41:37.106" v="247" actId="13926"/>
          <ac:spMkLst>
            <pc:docMk/>
            <pc:sldMk cId="2931690467" sldId="2147482672"/>
            <ac:spMk id="4" creationId="{2CB4B8C5-7E0E-A886-280E-D880A4A06F24}"/>
          </ac:spMkLst>
        </pc:spChg>
      </pc:sldChg>
      <pc:sldChg chg="modSp mod">
        <pc:chgData name="Li,Ansu (HP Medicine) BII-CN-S" userId="ec2f8842-dc81-4094-912e-223fc8542a04" providerId="ADAL" clId="{9393674E-9DA0-425A-8CED-0077723AFCE4}" dt="2024-03-15T09:44:28.371" v="431" actId="20577"/>
        <pc:sldMkLst>
          <pc:docMk/>
          <pc:sldMk cId="4264638658" sldId="2147482830"/>
        </pc:sldMkLst>
        <pc:spChg chg="mod">
          <ac:chgData name="Li,Ansu (HP Medicine) BII-CN-S" userId="ec2f8842-dc81-4094-912e-223fc8542a04" providerId="ADAL" clId="{9393674E-9DA0-425A-8CED-0077723AFCE4}" dt="2024-03-15T09:44:14.371" v="423" actId="313"/>
          <ac:spMkLst>
            <pc:docMk/>
            <pc:sldMk cId="4264638658" sldId="2147482830"/>
            <ac:spMk id="16" creationId="{594FC073-EA4C-9379-9371-402769A061A4}"/>
          </ac:spMkLst>
        </pc:spChg>
        <pc:spChg chg="mod">
          <ac:chgData name="Li,Ansu (HP Medicine) BII-CN-S" userId="ec2f8842-dc81-4094-912e-223fc8542a04" providerId="ADAL" clId="{9393674E-9DA0-425A-8CED-0077723AFCE4}" dt="2024-03-15T09:44:28.371" v="431" actId="20577"/>
          <ac:spMkLst>
            <pc:docMk/>
            <pc:sldMk cId="4264638658" sldId="2147482830"/>
            <ac:spMk id="21" creationId="{94D733AD-D8CF-111E-E69D-279295E528C9}"/>
          </ac:spMkLst>
        </pc:spChg>
      </pc:sldChg>
      <pc:sldChg chg="addSp delSp modSp add mod modNotesTx">
        <pc:chgData name="Li,Ansu (HP Medicine) BII-CN-S" userId="ec2f8842-dc81-4094-912e-223fc8542a04" providerId="ADAL" clId="{9393674E-9DA0-425A-8CED-0077723AFCE4}" dt="2024-03-15T09:43:17.038" v="393" actId="20577"/>
        <pc:sldMkLst>
          <pc:docMk/>
          <pc:sldMk cId="2961465287" sldId="2147482838"/>
        </pc:sldMkLst>
        <pc:spChg chg="add mod">
          <ac:chgData name="Li,Ansu (HP Medicine) BII-CN-S" userId="ec2f8842-dc81-4094-912e-223fc8542a04" providerId="ADAL" clId="{9393674E-9DA0-425A-8CED-0077723AFCE4}" dt="2024-03-15T09:42:15.466" v="252"/>
          <ac:spMkLst>
            <pc:docMk/>
            <pc:sldMk cId="2961465287" sldId="2147482838"/>
            <ac:spMk id="3" creationId="{2857B026-F857-5479-3640-8A8E1E50D1D4}"/>
          </ac:spMkLst>
        </pc:spChg>
        <pc:spChg chg="del">
          <ac:chgData name="Li,Ansu (HP Medicine) BII-CN-S" userId="ec2f8842-dc81-4094-912e-223fc8542a04" providerId="ADAL" clId="{9393674E-9DA0-425A-8CED-0077723AFCE4}" dt="2024-03-15T09:42:15.169" v="251" actId="478"/>
          <ac:spMkLst>
            <pc:docMk/>
            <pc:sldMk cId="2961465287" sldId="2147482838"/>
            <ac:spMk id="4" creationId="{2CB4B8C5-7E0E-A886-280E-D880A4A06F24}"/>
          </ac:spMkLst>
        </pc:spChg>
      </pc:sldChg>
    </pc:docChg>
  </pc:docChgLst>
  <pc:docChgLst>
    <pc:chgData name="Zhao,Qian (MED CD&amp;O) BII-CN-S" userId="S::qian_3.zhao@boehringer-ingelheim.com::e5f2fa0e-800e-4e03-b8e2-beea36a7bf3b" providerId="AD" clId="Web-{DEDC5E88-FBB1-7FCF-AD1F-D5A22B03604B}"/>
    <pc:docChg chg="">
      <pc:chgData name="Zhao,Qian (MED CD&amp;O) BII-CN-S" userId="S::qian_3.zhao@boehringer-ingelheim.com::e5f2fa0e-800e-4e03-b8e2-beea36a7bf3b" providerId="AD" clId="Web-{DEDC5E88-FBB1-7FCF-AD1F-D5A22B03604B}" dt="2023-07-05T05:26:53.829" v="0"/>
      <pc:docMkLst>
        <pc:docMk/>
      </pc:docMkLst>
      <pc:sldChg chg="addCm">
        <pc:chgData name="Zhao,Qian (MED CD&amp;O) BII-CN-S" userId="S::qian_3.zhao@boehringer-ingelheim.com::e5f2fa0e-800e-4e03-b8e2-beea36a7bf3b" providerId="AD" clId="Web-{DEDC5E88-FBB1-7FCF-AD1F-D5A22B03604B}" dt="2023-07-05T05:26:53.829" v="0"/>
        <pc:sldMkLst>
          <pc:docMk/>
          <pc:sldMk cId="2856084553" sldId="2147474089"/>
        </pc:sldMkLst>
      </pc:sldChg>
    </pc:docChg>
  </pc:docChgLst>
  <pc:docChgLst>
    <pc:chgData name="Wang,Shirley (HP Med RA) BII-CN-B" userId="S::shirley_2.wang@boehringer-ingelheim.com::48b801ce-80b8-42d3-931b-2dcaf726016f" providerId="AD" clId="Web-{5D6C7C66-5FB4-4C1A-D058-E575F86F11EF}"/>
    <pc:docChg chg="">
      <pc:chgData name="Wang,Shirley (HP Med RA) BII-CN-B" userId="S::shirley_2.wang@boehringer-ingelheim.com::48b801ce-80b8-42d3-931b-2dcaf726016f" providerId="AD" clId="Web-{5D6C7C66-5FB4-4C1A-D058-E575F86F11EF}" dt="2024-01-09T03:09:36.096" v="0"/>
      <pc:docMkLst>
        <pc:docMk/>
      </pc:docMkLst>
      <pc:sldChg chg="addCm">
        <pc:chgData name="Wang,Shirley (HP Med RA) BII-CN-B" userId="S::shirley_2.wang@boehringer-ingelheim.com::48b801ce-80b8-42d3-931b-2dcaf726016f" providerId="AD" clId="Web-{5D6C7C66-5FB4-4C1A-D058-E575F86F11EF}" dt="2024-01-09T03:09:36.096" v="0"/>
        <pc:sldMkLst>
          <pc:docMk/>
          <pc:sldMk cId="1853137494" sldId="365"/>
        </pc:sldMkLst>
      </pc:sldChg>
    </pc:docChg>
  </pc:docChgLst>
  <pc:docChgLst>
    <pc:chgData name="Li,Yuting (HP Medicine) BII-CN-S" userId="ce8fbb54-122c-426d-b8da-fdcc5e1b5022" providerId="ADAL" clId="{CCC6EB72-1247-41EF-9411-417AAE0D660F}"/>
    <pc:docChg chg="undo custSel addSld delSld modSld">
      <pc:chgData name="Li,Yuting (HP Medicine) BII-CN-S" userId="ce8fbb54-122c-426d-b8da-fdcc5e1b5022" providerId="ADAL" clId="{CCC6EB72-1247-41EF-9411-417AAE0D660F}" dt="2023-05-09T13:34:58.971" v="3227" actId="1076"/>
      <pc:docMkLst>
        <pc:docMk/>
      </pc:docMkLst>
      <pc:sldChg chg="del">
        <pc:chgData name="Li,Yuting (HP Medicine) BII-CN-S" userId="ce8fbb54-122c-426d-b8da-fdcc5e1b5022" providerId="ADAL" clId="{CCC6EB72-1247-41EF-9411-417AAE0D660F}" dt="2023-05-06T01:44:26.803" v="8" actId="47"/>
        <pc:sldMkLst>
          <pc:docMk/>
          <pc:sldMk cId="3257504880" sldId="535"/>
        </pc:sldMkLst>
      </pc:sldChg>
      <pc:sldChg chg="modSp mod">
        <pc:chgData name="Li,Yuting (HP Medicine) BII-CN-S" userId="ce8fbb54-122c-426d-b8da-fdcc5e1b5022" providerId="ADAL" clId="{CCC6EB72-1247-41EF-9411-417AAE0D660F}" dt="2023-05-06T01:44:22.088" v="7" actId="20577"/>
        <pc:sldMkLst>
          <pc:docMk/>
          <pc:sldMk cId="64439630" sldId="6601"/>
        </pc:sldMkLst>
        <pc:spChg chg="mod">
          <ac:chgData name="Li,Yuting (HP Medicine) BII-CN-S" userId="ce8fbb54-122c-426d-b8da-fdcc5e1b5022" providerId="ADAL" clId="{CCC6EB72-1247-41EF-9411-417AAE0D660F}" dt="2023-05-06T01:44:22.088" v="7" actId="20577"/>
          <ac:spMkLst>
            <pc:docMk/>
            <pc:sldMk cId="64439630" sldId="6601"/>
            <ac:spMk id="5" creationId="{00000000-0000-0000-0000-000000000000}"/>
          </ac:spMkLst>
        </pc:spChg>
      </pc:sldChg>
      <pc:sldChg chg="modSp mod modShow modNotesTx">
        <pc:chgData name="Li,Yuting (HP Medicine) BII-CN-S" userId="ce8fbb54-122c-426d-b8da-fdcc5e1b5022" providerId="ADAL" clId="{CCC6EB72-1247-41EF-9411-417AAE0D660F}" dt="2023-05-08T02:57:06.926" v="2831" actId="729"/>
        <pc:sldMkLst>
          <pc:docMk/>
          <pc:sldMk cId="150846465" sldId="2147469221"/>
        </pc:sldMkLst>
        <pc:spChg chg="mod">
          <ac:chgData name="Li,Yuting (HP Medicine) BII-CN-S" userId="ce8fbb54-122c-426d-b8da-fdcc5e1b5022" providerId="ADAL" clId="{CCC6EB72-1247-41EF-9411-417AAE0D660F}" dt="2023-05-06T05:34:34.670" v="2325" actId="20577"/>
          <ac:spMkLst>
            <pc:docMk/>
            <pc:sldMk cId="150846465" sldId="2147469221"/>
            <ac:spMk id="4" creationId="{47282934-0683-4D8D-B554-3FD28E713079}"/>
          </ac:spMkLst>
        </pc:spChg>
      </pc:sldChg>
      <pc:sldChg chg="modSp mod modNotesTx">
        <pc:chgData name="Li,Yuting (HP Medicine) BII-CN-S" userId="ce8fbb54-122c-426d-b8da-fdcc5e1b5022" providerId="ADAL" clId="{CCC6EB72-1247-41EF-9411-417AAE0D660F}" dt="2023-05-09T12:06:29.241" v="3086" actId="1076"/>
        <pc:sldMkLst>
          <pc:docMk/>
          <pc:sldMk cId="3596583069" sldId="2147471212"/>
        </pc:sldMkLst>
        <pc:spChg chg="mod">
          <ac:chgData name="Li,Yuting (HP Medicine) BII-CN-S" userId="ce8fbb54-122c-426d-b8da-fdcc5e1b5022" providerId="ADAL" clId="{CCC6EB72-1247-41EF-9411-417AAE0D660F}" dt="2023-05-09T12:06:29.241" v="3086" actId="1076"/>
          <ac:spMkLst>
            <pc:docMk/>
            <pc:sldMk cId="3596583069" sldId="2147471212"/>
            <ac:spMk id="3" creationId="{00000000-0000-0000-0000-000000000000}"/>
          </ac:spMkLst>
        </pc:spChg>
        <pc:spChg chg="mod">
          <ac:chgData name="Li,Yuting (HP Medicine) BII-CN-S" userId="ce8fbb54-122c-426d-b8da-fdcc5e1b5022" providerId="ADAL" clId="{CCC6EB72-1247-41EF-9411-417AAE0D660F}" dt="2023-05-06T01:50:36.320" v="41" actId="14100"/>
          <ac:spMkLst>
            <pc:docMk/>
            <pc:sldMk cId="3596583069" sldId="2147471212"/>
            <ac:spMk id="7" creationId="{00000000-0000-0000-0000-000000000000}"/>
          </ac:spMkLst>
        </pc:spChg>
        <pc:spChg chg="mod">
          <ac:chgData name="Li,Yuting (HP Medicine) BII-CN-S" userId="ce8fbb54-122c-426d-b8da-fdcc5e1b5022" providerId="ADAL" clId="{CCC6EB72-1247-41EF-9411-417AAE0D660F}" dt="2023-05-06T01:49:09.567" v="32" actId="1076"/>
          <ac:spMkLst>
            <pc:docMk/>
            <pc:sldMk cId="3596583069" sldId="2147471212"/>
            <ac:spMk id="15" creationId="{B07CADB2-822A-48C2-8CC2-E9D107FDA606}"/>
          </ac:spMkLst>
        </pc:spChg>
        <pc:spChg chg="mod">
          <ac:chgData name="Li,Yuting (HP Medicine) BII-CN-S" userId="ce8fbb54-122c-426d-b8da-fdcc5e1b5022" providerId="ADAL" clId="{CCC6EB72-1247-41EF-9411-417AAE0D660F}" dt="2023-05-06T01:50:07.046" v="36" actId="108"/>
          <ac:spMkLst>
            <pc:docMk/>
            <pc:sldMk cId="3596583069" sldId="2147471212"/>
            <ac:spMk id="19" creationId="{8B347624-7A6D-49C5-A0C1-0C077CF433E9}"/>
          </ac:spMkLst>
        </pc:spChg>
        <pc:spChg chg="mod">
          <ac:chgData name="Li,Yuting (HP Medicine) BII-CN-S" userId="ce8fbb54-122c-426d-b8da-fdcc5e1b5022" providerId="ADAL" clId="{CCC6EB72-1247-41EF-9411-417AAE0D660F}" dt="2023-05-06T01:49:59.230" v="35" actId="1076"/>
          <ac:spMkLst>
            <pc:docMk/>
            <pc:sldMk cId="3596583069" sldId="2147471212"/>
            <ac:spMk id="22" creationId="{48EC2FC3-8256-4BA8-AFB9-0C0F2B45F8BE}"/>
          </ac:spMkLst>
        </pc:spChg>
        <pc:grpChg chg="mod">
          <ac:chgData name="Li,Yuting (HP Medicine) BII-CN-S" userId="ce8fbb54-122c-426d-b8da-fdcc5e1b5022" providerId="ADAL" clId="{CCC6EB72-1247-41EF-9411-417AAE0D660F}" dt="2023-05-06T01:50:47.636" v="42" actId="1076"/>
          <ac:grpSpMkLst>
            <pc:docMk/>
            <pc:sldMk cId="3596583069" sldId="2147471212"/>
            <ac:grpSpMk id="16" creationId="{94D4EBE3-7949-4EEB-8C1B-96B6BD5C4391}"/>
          </ac:grpSpMkLst>
        </pc:grpChg>
        <pc:graphicFrameChg chg="mod modGraphic">
          <ac:chgData name="Li,Yuting (HP Medicine) BII-CN-S" userId="ce8fbb54-122c-426d-b8da-fdcc5e1b5022" providerId="ADAL" clId="{CCC6EB72-1247-41EF-9411-417AAE0D660F}" dt="2023-05-06T01:48:11.239" v="20" actId="1076"/>
          <ac:graphicFrameMkLst>
            <pc:docMk/>
            <pc:sldMk cId="3596583069" sldId="2147471212"/>
            <ac:graphicFrameMk id="10" creationId="{7ED29C9C-0700-480D-B788-68CBB9D31EEE}"/>
          </ac:graphicFrameMkLst>
        </pc:graphicFrameChg>
      </pc:sldChg>
      <pc:sldChg chg="del">
        <pc:chgData name="Li,Yuting (HP Medicine) BII-CN-S" userId="ce8fbb54-122c-426d-b8da-fdcc5e1b5022" providerId="ADAL" clId="{CCC6EB72-1247-41EF-9411-417AAE0D660F}" dt="2023-05-06T01:54:27.174" v="46" actId="47"/>
        <pc:sldMkLst>
          <pc:docMk/>
          <pc:sldMk cId="1877840380" sldId="2147471213"/>
        </pc:sldMkLst>
      </pc:sldChg>
      <pc:sldChg chg="del">
        <pc:chgData name="Li,Yuting (HP Medicine) BII-CN-S" userId="ce8fbb54-122c-426d-b8da-fdcc5e1b5022" providerId="ADAL" clId="{CCC6EB72-1247-41EF-9411-417AAE0D660F}" dt="2023-05-06T01:56:36.886" v="51" actId="47"/>
        <pc:sldMkLst>
          <pc:docMk/>
          <pc:sldMk cId="4075052529" sldId="2147471216"/>
        </pc:sldMkLst>
      </pc:sldChg>
      <pc:sldChg chg="del">
        <pc:chgData name="Li,Yuting (HP Medicine) BII-CN-S" userId="ce8fbb54-122c-426d-b8da-fdcc5e1b5022" providerId="ADAL" clId="{CCC6EB72-1247-41EF-9411-417AAE0D660F}" dt="2023-05-06T05:07:49.129" v="1940" actId="47"/>
        <pc:sldMkLst>
          <pc:docMk/>
          <pc:sldMk cId="1240174947" sldId="2147471217"/>
        </pc:sldMkLst>
      </pc:sldChg>
      <pc:sldChg chg="del">
        <pc:chgData name="Li,Yuting (HP Medicine) BII-CN-S" userId="ce8fbb54-122c-426d-b8da-fdcc5e1b5022" providerId="ADAL" clId="{CCC6EB72-1247-41EF-9411-417AAE0D660F}" dt="2023-05-06T03:30:04.582" v="1936" actId="47"/>
        <pc:sldMkLst>
          <pc:docMk/>
          <pc:sldMk cId="2518583845" sldId="2147471218"/>
        </pc:sldMkLst>
      </pc:sldChg>
      <pc:sldChg chg="del">
        <pc:chgData name="Li,Yuting (HP Medicine) BII-CN-S" userId="ce8fbb54-122c-426d-b8da-fdcc5e1b5022" providerId="ADAL" clId="{CCC6EB72-1247-41EF-9411-417AAE0D660F}" dt="2023-05-06T03:13:23.017" v="1320" actId="47"/>
        <pc:sldMkLst>
          <pc:docMk/>
          <pc:sldMk cId="3401409697" sldId="2147471219"/>
        </pc:sldMkLst>
      </pc:sldChg>
      <pc:sldChg chg="del">
        <pc:chgData name="Li,Yuting (HP Medicine) BII-CN-S" userId="ce8fbb54-122c-426d-b8da-fdcc5e1b5022" providerId="ADAL" clId="{CCC6EB72-1247-41EF-9411-417AAE0D660F}" dt="2023-05-06T03:13:26.771" v="1324" actId="47"/>
        <pc:sldMkLst>
          <pc:docMk/>
          <pc:sldMk cId="3686398753" sldId="2147471220"/>
        </pc:sldMkLst>
      </pc:sldChg>
      <pc:sldChg chg="del">
        <pc:chgData name="Li,Yuting (HP Medicine) BII-CN-S" userId="ce8fbb54-122c-426d-b8da-fdcc5e1b5022" providerId="ADAL" clId="{CCC6EB72-1247-41EF-9411-417AAE0D660F}" dt="2023-05-06T03:13:28.036" v="1325" actId="47"/>
        <pc:sldMkLst>
          <pc:docMk/>
          <pc:sldMk cId="1041517860" sldId="2147471221"/>
        </pc:sldMkLst>
      </pc:sldChg>
      <pc:sldChg chg="del">
        <pc:chgData name="Li,Yuting (HP Medicine) BII-CN-S" userId="ce8fbb54-122c-426d-b8da-fdcc5e1b5022" providerId="ADAL" clId="{CCC6EB72-1247-41EF-9411-417AAE0D660F}" dt="2023-05-06T05:35:17.537" v="2328" actId="47"/>
        <pc:sldMkLst>
          <pc:docMk/>
          <pc:sldMk cId="3753173957" sldId="2147471223"/>
        </pc:sldMkLst>
      </pc:sldChg>
      <pc:sldChg chg="del">
        <pc:chgData name="Li,Yuting (HP Medicine) BII-CN-S" userId="ce8fbb54-122c-426d-b8da-fdcc5e1b5022" providerId="ADAL" clId="{CCC6EB72-1247-41EF-9411-417AAE0D660F}" dt="2023-05-06T05:54:56.280" v="2531" actId="47"/>
        <pc:sldMkLst>
          <pc:docMk/>
          <pc:sldMk cId="2755039485" sldId="2147471225"/>
        </pc:sldMkLst>
      </pc:sldChg>
      <pc:sldChg chg="addCm modCm">
        <pc:chgData name="Li,Yuting (HP Medicine) BII-CN-S" userId="ce8fbb54-122c-426d-b8da-fdcc5e1b5022" providerId="ADAL" clId="{CCC6EB72-1247-41EF-9411-417AAE0D660F}" dt="2023-05-06T01:56:13.649" v="49"/>
        <pc:sldMkLst>
          <pc:docMk/>
          <pc:sldMk cId="1855604625" sldId="2147471228"/>
        </pc:sldMkLst>
      </pc:sldChg>
      <pc:sldChg chg="del">
        <pc:chgData name="Li,Yuting (HP Medicine) BII-CN-S" userId="ce8fbb54-122c-426d-b8da-fdcc5e1b5022" providerId="ADAL" clId="{CCC6EB72-1247-41EF-9411-417AAE0D660F}" dt="2023-05-06T02:39:41.426" v="332" actId="47"/>
        <pc:sldMkLst>
          <pc:docMk/>
          <pc:sldMk cId="3520902747" sldId="2147471229"/>
        </pc:sldMkLst>
      </pc:sldChg>
      <pc:sldChg chg="addSp modSp mod">
        <pc:chgData name="Li,Yuting (HP Medicine) BII-CN-S" userId="ce8fbb54-122c-426d-b8da-fdcc5e1b5022" providerId="ADAL" clId="{CCC6EB72-1247-41EF-9411-417AAE0D660F}" dt="2023-05-06T02:50:23.069" v="728" actId="20577"/>
        <pc:sldMkLst>
          <pc:docMk/>
          <pc:sldMk cId="1481600618" sldId="2147471230"/>
        </pc:sldMkLst>
        <pc:spChg chg="mod">
          <ac:chgData name="Li,Yuting (HP Medicine) BII-CN-S" userId="ce8fbb54-122c-426d-b8da-fdcc5e1b5022" providerId="ADAL" clId="{CCC6EB72-1247-41EF-9411-417AAE0D660F}" dt="2023-05-06T02:48:20.037" v="569" actId="14100"/>
          <ac:spMkLst>
            <pc:docMk/>
            <pc:sldMk cId="1481600618" sldId="2147471230"/>
            <ac:spMk id="82" creationId="{00000000-0000-0000-0000-000000000000}"/>
          </ac:spMkLst>
        </pc:spChg>
        <pc:spChg chg="mod">
          <ac:chgData name="Li,Yuting (HP Medicine) BII-CN-S" userId="ce8fbb54-122c-426d-b8da-fdcc5e1b5022" providerId="ADAL" clId="{CCC6EB72-1247-41EF-9411-417AAE0D660F}" dt="2023-05-06T02:44:24.560" v="402" actId="14100"/>
          <ac:spMkLst>
            <pc:docMk/>
            <pc:sldMk cId="1481600618" sldId="2147471230"/>
            <ac:spMk id="83" creationId="{A1E70551-578A-4B35-ACAC-04BA6E603952}"/>
          </ac:spMkLst>
        </pc:spChg>
        <pc:spChg chg="mod">
          <ac:chgData name="Li,Yuting (HP Medicine) BII-CN-S" userId="ce8fbb54-122c-426d-b8da-fdcc5e1b5022" providerId="ADAL" clId="{CCC6EB72-1247-41EF-9411-417AAE0D660F}" dt="2023-05-06T02:50:23.069" v="728" actId="20577"/>
          <ac:spMkLst>
            <pc:docMk/>
            <pc:sldMk cId="1481600618" sldId="2147471230"/>
            <ac:spMk id="107" creationId="{7DDA071E-5F80-4527-AE47-F1E7B2DC2A5B}"/>
          </ac:spMkLst>
        </pc:spChg>
        <pc:spChg chg="mod">
          <ac:chgData name="Li,Yuting (HP Medicine) BII-CN-S" userId="ce8fbb54-122c-426d-b8da-fdcc5e1b5022" providerId="ADAL" clId="{CCC6EB72-1247-41EF-9411-417AAE0D660F}" dt="2023-05-06T02:48:23.101" v="570" actId="14100"/>
          <ac:spMkLst>
            <pc:docMk/>
            <pc:sldMk cId="1481600618" sldId="2147471230"/>
            <ac:spMk id="111" creationId="{4234C9EC-3A7A-4361-BA46-FEE8499D0720}"/>
          </ac:spMkLst>
        </pc:spChg>
        <pc:spChg chg="add mod">
          <ac:chgData name="Li,Yuting (HP Medicine) BII-CN-S" userId="ce8fbb54-122c-426d-b8da-fdcc5e1b5022" providerId="ADAL" clId="{CCC6EB72-1247-41EF-9411-417AAE0D660F}" dt="2023-05-06T02:48:42.360" v="584" actId="20577"/>
          <ac:spMkLst>
            <pc:docMk/>
            <pc:sldMk cId="1481600618" sldId="2147471230"/>
            <ac:spMk id="126" creationId="{6A146A9F-3077-48E6-AD05-74AFFA257DC1}"/>
          </ac:spMkLst>
        </pc:spChg>
        <pc:grpChg chg="mod">
          <ac:chgData name="Li,Yuting (HP Medicine) BII-CN-S" userId="ce8fbb54-122c-426d-b8da-fdcc5e1b5022" providerId="ADAL" clId="{CCC6EB72-1247-41EF-9411-417AAE0D660F}" dt="2023-05-06T02:44:31.112" v="404" actId="1076"/>
          <ac:grpSpMkLst>
            <pc:docMk/>
            <pc:sldMk cId="1481600618" sldId="2147471230"/>
            <ac:grpSpMk id="50" creationId="{00000000-0000-0000-0000-000000000000}"/>
          </ac:grpSpMkLst>
        </pc:grpChg>
      </pc:sldChg>
      <pc:sldChg chg="del">
        <pc:chgData name="Li,Yuting (HP Medicine) BII-CN-S" userId="ce8fbb54-122c-426d-b8da-fdcc5e1b5022" providerId="ADAL" clId="{CCC6EB72-1247-41EF-9411-417AAE0D660F}" dt="2023-05-06T02:50:51.854" v="731" actId="47"/>
        <pc:sldMkLst>
          <pc:docMk/>
          <pc:sldMk cId="2608092380" sldId="2147471231"/>
        </pc:sldMkLst>
      </pc:sldChg>
      <pc:sldChg chg="del">
        <pc:chgData name="Li,Yuting (HP Medicine) BII-CN-S" userId="ce8fbb54-122c-426d-b8da-fdcc5e1b5022" providerId="ADAL" clId="{CCC6EB72-1247-41EF-9411-417AAE0D660F}" dt="2023-05-06T03:04:56.168" v="1287" actId="47"/>
        <pc:sldMkLst>
          <pc:docMk/>
          <pc:sldMk cId="2074525452" sldId="2147471232"/>
        </pc:sldMkLst>
      </pc:sldChg>
      <pc:sldChg chg="del">
        <pc:chgData name="Li,Yuting (HP Medicine) BII-CN-S" userId="ce8fbb54-122c-426d-b8da-fdcc5e1b5022" providerId="ADAL" clId="{CCC6EB72-1247-41EF-9411-417AAE0D660F}" dt="2023-05-06T03:13:23.952" v="1321" actId="47"/>
        <pc:sldMkLst>
          <pc:docMk/>
          <pc:sldMk cId="1326441350" sldId="2147471234"/>
        </pc:sldMkLst>
      </pc:sldChg>
      <pc:sldChg chg="del">
        <pc:chgData name="Li,Yuting (HP Medicine) BII-CN-S" userId="ce8fbb54-122c-426d-b8da-fdcc5e1b5022" providerId="ADAL" clId="{CCC6EB72-1247-41EF-9411-417AAE0D660F}" dt="2023-05-06T05:07:47.951" v="1939" actId="47"/>
        <pc:sldMkLst>
          <pc:docMk/>
          <pc:sldMk cId="1813913557" sldId="2147471237"/>
        </pc:sldMkLst>
      </pc:sldChg>
      <pc:sldChg chg="del">
        <pc:chgData name="Li,Yuting (HP Medicine) BII-CN-S" userId="ce8fbb54-122c-426d-b8da-fdcc5e1b5022" providerId="ADAL" clId="{CCC6EB72-1247-41EF-9411-417AAE0D660F}" dt="2023-05-06T05:07:50.190" v="1941" actId="47"/>
        <pc:sldMkLst>
          <pc:docMk/>
          <pc:sldMk cId="3685012844" sldId="2147471238"/>
        </pc:sldMkLst>
      </pc:sldChg>
      <pc:sldChg chg="mod modShow">
        <pc:chgData name="Li,Yuting (HP Medicine) BII-CN-S" userId="ce8fbb54-122c-426d-b8da-fdcc5e1b5022" providerId="ADAL" clId="{CCC6EB72-1247-41EF-9411-417AAE0D660F}" dt="2023-05-06T05:19:59.234" v="1994" actId="729"/>
        <pc:sldMkLst>
          <pc:docMk/>
          <pc:sldMk cId="3038356871" sldId="2147471239"/>
        </pc:sldMkLst>
      </pc:sldChg>
      <pc:sldChg chg="del">
        <pc:chgData name="Li,Yuting (HP Medicine) BII-CN-S" userId="ce8fbb54-122c-426d-b8da-fdcc5e1b5022" providerId="ADAL" clId="{CCC6EB72-1247-41EF-9411-417AAE0D660F}" dt="2023-05-06T03:04:57.185" v="1288" actId="47"/>
        <pc:sldMkLst>
          <pc:docMk/>
          <pc:sldMk cId="4006720866" sldId="2147471240"/>
        </pc:sldMkLst>
      </pc:sldChg>
      <pc:sldChg chg="del">
        <pc:chgData name="Li,Yuting (HP Medicine) BII-CN-S" userId="ce8fbb54-122c-426d-b8da-fdcc5e1b5022" providerId="ADAL" clId="{CCC6EB72-1247-41EF-9411-417AAE0D660F}" dt="2023-05-06T03:13:24.839" v="1322" actId="47"/>
        <pc:sldMkLst>
          <pc:docMk/>
          <pc:sldMk cId="3885700360" sldId="2147471241"/>
        </pc:sldMkLst>
      </pc:sldChg>
      <pc:sldChg chg="del">
        <pc:chgData name="Li,Yuting (HP Medicine) BII-CN-S" userId="ce8fbb54-122c-426d-b8da-fdcc5e1b5022" providerId="ADAL" clId="{CCC6EB72-1247-41EF-9411-417AAE0D660F}" dt="2023-05-06T03:13:25.922" v="1323" actId="47"/>
        <pc:sldMkLst>
          <pc:docMk/>
          <pc:sldMk cId="2513895811" sldId="2147471242"/>
        </pc:sldMkLst>
      </pc:sldChg>
      <pc:sldChg chg="addSp modSp add del mod addCm delCm modNotesTx">
        <pc:chgData name="Li,Yuting (HP Medicine) BII-CN-S" userId="ce8fbb54-122c-426d-b8da-fdcc5e1b5022" providerId="ADAL" clId="{CCC6EB72-1247-41EF-9411-417AAE0D660F}" dt="2023-05-09T12:08:55.591" v="3087" actId="6549"/>
        <pc:sldMkLst>
          <pc:docMk/>
          <pc:sldMk cId="1617310969" sldId="2147474018"/>
        </pc:sldMkLst>
        <pc:spChg chg="add mod">
          <ac:chgData name="Li,Yuting (HP Medicine) BII-CN-S" userId="ce8fbb54-122c-426d-b8da-fdcc5e1b5022" providerId="ADAL" clId="{CCC6EB72-1247-41EF-9411-417AAE0D660F}" dt="2023-05-06T02:10:13.199" v="117" actId="20577"/>
          <ac:spMkLst>
            <pc:docMk/>
            <pc:sldMk cId="1617310969" sldId="2147474018"/>
            <ac:spMk id="3" creationId="{17E04763-5B44-4159-8176-3F53B27D9117}"/>
          </ac:spMkLst>
        </pc:spChg>
        <pc:spChg chg="mod">
          <ac:chgData name="Li,Yuting (HP Medicine) BII-CN-S" userId="ce8fbb54-122c-426d-b8da-fdcc5e1b5022" providerId="ADAL" clId="{CCC6EB72-1247-41EF-9411-417AAE0D660F}" dt="2023-05-09T07:07:47.687" v="3067" actId="20577"/>
          <ac:spMkLst>
            <pc:docMk/>
            <pc:sldMk cId="1617310969" sldId="2147474018"/>
            <ac:spMk id="60" creationId="{00000000-0000-0000-0000-000000000000}"/>
          </ac:spMkLst>
        </pc:spChg>
      </pc:sldChg>
      <pc:sldChg chg="addSp delSp modSp add mod delAnim modAnim">
        <pc:chgData name="Li,Yuting (HP Medicine) BII-CN-S" userId="ce8fbb54-122c-426d-b8da-fdcc5e1b5022" providerId="ADAL" clId="{CCC6EB72-1247-41EF-9411-417AAE0D660F}" dt="2023-05-09T12:47:03.978" v="3168" actId="20577"/>
        <pc:sldMkLst>
          <pc:docMk/>
          <pc:sldMk cId="4208219063" sldId="2147474020"/>
        </pc:sldMkLst>
        <pc:spChg chg="del">
          <ac:chgData name="Li,Yuting (HP Medicine) BII-CN-S" userId="ce8fbb54-122c-426d-b8da-fdcc5e1b5022" providerId="ADAL" clId="{CCC6EB72-1247-41EF-9411-417AAE0D660F}" dt="2023-05-06T02:38:37.893" v="326" actId="478"/>
          <ac:spMkLst>
            <pc:docMk/>
            <pc:sldMk cId="4208219063" sldId="2147474020"/>
            <ac:spMk id="5" creationId="{649DB8A7-93DC-4FB3-A5BA-8FE4D0181D5A}"/>
          </ac:spMkLst>
        </pc:spChg>
        <pc:spChg chg="add mod">
          <ac:chgData name="Li,Yuting (HP Medicine) BII-CN-S" userId="ce8fbb54-122c-426d-b8da-fdcc5e1b5022" providerId="ADAL" clId="{CCC6EB72-1247-41EF-9411-417AAE0D660F}" dt="2023-05-09T12:27:14.716" v="3166" actId="113"/>
          <ac:spMkLst>
            <pc:docMk/>
            <pc:sldMk cId="4208219063" sldId="2147474020"/>
            <ac:spMk id="5" creationId="{F398A011-DB77-41CD-85A6-0562409DEB43}"/>
          </ac:spMkLst>
        </pc:spChg>
        <pc:spChg chg="del">
          <ac:chgData name="Li,Yuting (HP Medicine) BII-CN-S" userId="ce8fbb54-122c-426d-b8da-fdcc5e1b5022" providerId="ADAL" clId="{CCC6EB72-1247-41EF-9411-417AAE0D660F}" dt="2023-05-06T02:38:35.428" v="325" actId="478"/>
          <ac:spMkLst>
            <pc:docMk/>
            <pc:sldMk cId="4208219063" sldId="2147474020"/>
            <ac:spMk id="128" creationId="{932E62A5-A93F-4F31-BC3D-78315A6EAD08}"/>
          </ac:spMkLst>
        </pc:spChg>
        <pc:spChg chg="mod">
          <ac:chgData name="Li,Yuting (HP Medicine) BII-CN-S" userId="ce8fbb54-122c-426d-b8da-fdcc5e1b5022" providerId="ADAL" clId="{CCC6EB72-1247-41EF-9411-417AAE0D660F}" dt="2023-05-06T02:24:28.222" v="308" actId="6549"/>
          <ac:spMkLst>
            <pc:docMk/>
            <pc:sldMk cId="4208219063" sldId="2147474020"/>
            <ac:spMk id="157" creationId="{ABF1C8FA-24FE-4186-8317-54D0AE86DBB2}"/>
          </ac:spMkLst>
        </pc:spChg>
        <pc:spChg chg="add del mod">
          <ac:chgData name="Li,Yuting (HP Medicine) BII-CN-S" userId="ce8fbb54-122c-426d-b8da-fdcc5e1b5022" providerId="ADAL" clId="{CCC6EB72-1247-41EF-9411-417AAE0D660F}" dt="2023-05-06T02:38:40.890" v="328"/>
          <ac:spMkLst>
            <pc:docMk/>
            <pc:sldMk cId="4208219063" sldId="2147474020"/>
            <ac:spMk id="158" creationId="{4C5F035F-CC34-449A-8744-8C51EEF04D2D}"/>
          </ac:spMkLst>
        </pc:spChg>
        <pc:spChg chg="add del mod">
          <ac:chgData name="Li,Yuting (HP Medicine) BII-CN-S" userId="ce8fbb54-122c-426d-b8da-fdcc5e1b5022" providerId="ADAL" clId="{CCC6EB72-1247-41EF-9411-417AAE0D660F}" dt="2023-05-06T02:38:40.890" v="328"/>
          <ac:spMkLst>
            <pc:docMk/>
            <pc:sldMk cId="4208219063" sldId="2147474020"/>
            <ac:spMk id="163" creationId="{046EEE26-F0D9-4FAF-A776-EFBA400662BC}"/>
          </ac:spMkLst>
        </pc:spChg>
        <pc:spChg chg="add mod">
          <ac:chgData name="Li,Yuting (HP Medicine) BII-CN-S" userId="ce8fbb54-122c-426d-b8da-fdcc5e1b5022" providerId="ADAL" clId="{CCC6EB72-1247-41EF-9411-417AAE0D660F}" dt="2023-05-06T02:38:46.728" v="329"/>
          <ac:spMkLst>
            <pc:docMk/>
            <pc:sldMk cId="4208219063" sldId="2147474020"/>
            <ac:spMk id="165" creationId="{8F856EF3-6F9D-444D-9251-01E3C54BBADF}"/>
          </ac:spMkLst>
        </pc:spChg>
        <pc:spChg chg="add mod">
          <ac:chgData name="Li,Yuting (HP Medicine) BII-CN-S" userId="ce8fbb54-122c-426d-b8da-fdcc5e1b5022" providerId="ADAL" clId="{CCC6EB72-1247-41EF-9411-417AAE0D660F}" dt="2023-05-06T02:38:46.728" v="329"/>
          <ac:spMkLst>
            <pc:docMk/>
            <pc:sldMk cId="4208219063" sldId="2147474020"/>
            <ac:spMk id="171" creationId="{7F940181-8F5A-4AAA-B7BE-63BD2A6C5FD1}"/>
          </ac:spMkLst>
        </pc:spChg>
        <pc:spChg chg="mod">
          <ac:chgData name="Li,Yuting (HP Medicine) BII-CN-S" userId="ce8fbb54-122c-426d-b8da-fdcc5e1b5022" providerId="ADAL" clId="{CCC6EB72-1247-41EF-9411-417AAE0D660F}" dt="2023-05-09T12:11:59.025" v="3093" actId="20577"/>
          <ac:spMkLst>
            <pc:docMk/>
            <pc:sldMk cId="4208219063" sldId="2147474020"/>
            <ac:spMk id="178" creationId="{C8A141E8-3A7E-477A-B6F1-59F3BCA948DD}"/>
          </ac:spMkLst>
        </pc:spChg>
        <pc:spChg chg="mod">
          <ac:chgData name="Li,Yuting (HP Medicine) BII-CN-S" userId="ce8fbb54-122c-426d-b8da-fdcc5e1b5022" providerId="ADAL" clId="{CCC6EB72-1247-41EF-9411-417AAE0D660F}" dt="2023-05-09T12:47:03.978" v="3168" actId="20577"/>
          <ac:spMkLst>
            <pc:docMk/>
            <pc:sldMk cId="4208219063" sldId="2147474020"/>
            <ac:spMk id="259" creationId="{9A99EE08-8E0B-48AC-B1A0-CBBED4446D88}"/>
          </ac:spMkLst>
        </pc:spChg>
        <pc:graphicFrameChg chg="add del mod">
          <ac:chgData name="Li,Yuting (HP Medicine) BII-CN-S" userId="ce8fbb54-122c-426d-b8da-fdcc5e1b5022" providerId="ADAL" clId="{CCC6EB72-1247-41EF-9411-417AAE0D660F}" dt="2023-05-06T02:25:39.914" v="317"/>
          <ac:graphicFrameMkLst>
            <pc:docMk/>
            <pc:sldMk cId="4208219063" sldId="2147474020"/>
            <ac:graphicFrameMk id="7" creationId="{1E80DCC0-0E51-45E4-9513-D7DDE5164F22}"/>
          </ac:graphicFrameMkLst>
        </pc:graphicFrameChg>
      </pc:sldChg>
      <pc:sldChg chg="addSp delSp modSp add del mod">
        <pc:chgData name="Li,Yuting (HP Medicine) BII-CN-S" userId="ce8fbb54-122c-426d-b8da-fdcc5e1b5022" providerId="ADAL" clId="{CCC6EB72-1247-41EF-9411-417AAE0D660F}" dt="2023-05-09T12:48:00.448" v="3174" actId="20577"/>
        <pc:sldMkLst>
          <pc:docMk/>
          <pc:sldMk cId="3666047214" sldId="2147474021"/>
        </pc:sldMkLst>
        <pc:spChg chg="mod">
          <ac:chgData name="Li,Yuting (HP Medicine) BII-CN-S" userId="ce8fbb54-122c-426d-b8da-fdcc5e1b5022" providerId="ADAL" clId="{CCC6EB72-1247-41EF-9411-417AAE0D660F}" dt="2023-05-09T07:17:37.214" v="3074" actId="1076"/>
          <ac:spMkLst>
            <pc:docMk/>
            <pc:sldMk cId="3666047214" sldId="2147474021"/>
            <ac:spMk id="6" creationId="{1E1F87E4-2E1F-41A8-A7D5-5E06B5BB7003}"/>
          </ac:spMkLst>
        </pc:spChg>
        <pc:spChg chg="add del">
          <ac:chgData name="Li,Yuting (HP Medicine) BII-CN-S" userId="ce8fbb54-122c-426d-b8da-fdcc5e1b5022" providerId="ADAL" clId="{CCC6EB72-1247-41EF-9411-417AAE0D660F}" dt="2023-05-06T02:40:54.655" v="336" actId="11529"/>
          <ac:spMkLst>
            <pc:docMk/>
            <pc:sldMk cId="3666047214" sldId="2147474021"/>
            <ac:spMk id="8" creationId="{33FCA1FF-96EB-49C8-96AA-FA459ED3F7D2}"/>
          </ac:spMkLst>
        </pc:spChg>
        <pc:spChg chg="add mod">
          <ac:chgData name="Li,Yuting (HP Medicine) BII-CN-S" userId="ce8fbb54-122c-426d-b8da-fdcc5e1b5022" providerId="ADAL" clId="{CCC6EB72-1247-41EF-9411-417AAE0D660F}" dt="2023-05-06T02:41:47.428" v="344" actId="2085"/>
          <ac:spMkLst>
            <pc:docMk/>
            <pc:sldMk cId="3666047214" sldId="2147474021"/>
            <ac:spMk id="9" creationId="{42530A07-6AF4-4C85-A1F7-86193BA529DB}"/>
          </ac:spMkLst>
        </pc:spChg>
        <pc:spChg chg="mod">
          <ac:chgData name="Li,Yuting (HP Medicine) BII-CN-S" userId="ce8fbb54-122c-426d-b8da-fdcc5e1b5022" providerId="ADAL" clId="{CCC6EB72-1247-41EF-9411-417AAE0D660F}" dt="2023-05-09T12:48:00.448" v="3174" actId="20577"/>
          <ac:spMkLst>
            <pc:docMk/>
            <pc:sldMk cId="3666047214" sldId="2147474021"/>
            <ac:spMk id="41" creationId="{80672632-5059-4D01-BB59-096554D9CD3A}"/>
          </ac:spMkLst>
        </pc:spChg>
        <pc:spChg chg="mod">
          <ac:chgData name="Li,Yuting (HP Medicine) BII-CN-S" userId="ce8fbb54-122c-426d-b8da-fdcc5e1b5022" providerId="ADAL" clId="{CCC6EB72-1247-41EF-9411-417AAE0D660F}" dt="2023-05-06T02:42:46.740" v="391" actId="6549"/>
          <ac:spMkLst>
            <pc:docMk/>
            <pc:sldMk cId="3666047214" sldId="2147474021"/>
            <ac:spMk id="54" creationId="{35388CBC-F652-48EA-A3C1-83DD6A5290AF}"/>
          </ac:spMkLst>
        </pc:spChg>
        <pc:graphicFrameChg chg="add del mod">
          <ac:chgData name="Li,Yuting (HP Medicine) BII-CN-S" userId="ce8fbb54-122c-426d-b8da-fdcc5e1b5022" providerId="ADAL" clId="{CCC6EB72-1247-41EF-9411-417AAE0D660F}" dt="2023-05-06T02:43:31.064" v="394"/>
          <ac:graphicFrameMkLst>
            <pc:docMk/>
            <pc:sldMk cId="3666047214" sldId="2147474021"/>
            <ac:graphicFrameMk id="10" creationId="{6B98CA31-09E2-4CE5-A8C6-88C9A19E493B}"/>
          </ac:graphicFrameMkLst>
        </pc:graphicFrameChg>
        <pc:cxnChg chg="mod">
          <ac:chgData name="Li,Yuting (HP Medicine) BII-CN-S" userId="ce8fbb54-122c-426d-b8da-fdcc5e1b5022" providerId="ADAL" clId="{CCC6EB72-1247-41EF-9411-417AAE0D660F}" dt="2023-05-06T02:42:01.094" v="349" actId="1035"/>
          <ac:cxnSpMkLst>
            <pc:docMk/>
            <pc:sldMk cId="3666047214" sldId="2147474021"/>
            <ac:cxnSpMk id="21" creationId="{1B87751B-942C-4406-8E7F-F6A4F3E500A2}"/>
          </ac:cxnSpMkLst>
        </pc:cxnChg>
      </pc:sldChg>
      <pc:sldChg chg="modSp add del mod">
        <pc:chgData name="Li,Yuting (HP Medicine) BII-CN-S" userId="ce8fbb54-122c-426d-b8da-fdcc5e1b5022" providerId="ADAL" clId="{CCC6EB72-1247-41EF-9411-417AAE0D660F}" dt="2023-05-09T13:31:53.535" v="3177" actId="6549"/>
        <pc:sldMkLst>
          <pc:docMk/>
          <pc:sldMk cId="1754274489" sldId="2147474022"/>
        </pc:sldMkLst>
        <pc:spChg chg="mod">
          <ac:chgData name="Li,Yuting (HP Medicine) BII-CN-S" userId="ce8fbb54-122c-426d-b8da-fdcc5e1b5022" providerId="ADAL" clId="{CCC6EB72-1247-41EF-9411-417AAE0D660F}" dt="2023-05-09T13:31:53.535" v="3177" actId="6549"/>
          <ac:spMkLst>
            <pc:docMk/>
            <pc:sldMk cId="1754274489" sldId="2147474022"/>
            <ac:spMk id="75" creationId="{23E443ED-C91E-4425-963C-DB47A7F0B19C}"/>
          </ac:spMkLst>
        </pc:spChg>
      </pc:sldChg>
      <pc:sldChg chg="modSp mod">
        <pc:chgData name="Li,Yuting (HP Medicine) BII-CN-S" userId="ce8fbb54-122c-426d-b8da-fdcc5e1b5022" providerId="ADAL" clId="{CCC6EB72-1247-41EF-9411-417AAE0D660F}" dt="2023-05-08T02:16:59.054" v="2743" actId="20577"/>
        <pc:sldMkLst>
          <pc:docMk/>
          <pc:sldMk cId="603432166" sldId="2147474023"/>
        </pc:sldMkLst>
        <pc:spChg chg="mod">
          <ac:chgData name="Li,Yuting (HP Medicine) BII-CN-S" userId="ce8fbb54-122c-426d-b8da-fdcc5e1b5022" providerId="ADAL" clId="{CCC6EB72-1247-41EF-9411-417AAE0D660F}" dt="2023-05-06T03:22:52.203" v="1911" actId="20577"/>
          <ac:spMkLst>
            <pc:docMk/>
            <pc:sldMk cId="603432166" sldId="2147474023"/>
            <ac:spMk id="6" creationId="{25357EA1-1F19-4D1B-9A4E-2EAB26F09BB9}"/>
          </ac:spMkLst>
        </pc:spChg>
        <pc:spChg chg="mod">
          <ac:chgData name="Li,Yuting (HP Medicine) BII-CN-S" userId="ce8fbb54-122c-426d-b8da-fdcc5e1b5022" providerId="ADAL" clId="{CCC6EB72-1247-41EF-9411-417AAE0D660F}" dt="2023-05-08T02:16:59.054" v="2743" actId="20577"/>
          <ac:spMkLst>
            <pc:docMk/>
            <pc:sldMk cId="603432166" sldId="2147474023"/>
            <ac:spMk id="160" creationId="{37CF8D9D-52FB-44D2-887A-5E108CA21D63}"/>
          </ac:spMkLst>
        </pc:spChg>
        <pc:spChg chg="mod">
          <ac:chgData name="Li,Yuting (HP Medicine) BII-CN-S" userId="ce8fbb54-122c-426d-b8da-fdcc5e1b5022" providerId="ADAL" clId="{CCC6EB72-1247-41EF-9411-417AAE0D660F}" dt="2023-05-06T03:18:49.325" v="1687" actId="20577"/>
          <ac:spMkLst>
            <pc:docMk/>
            <pc:sldMk cId="603432166" sldId="2147474023"/>
            <ac:spMk id="192" creationId="{31193A60-52A8-4E9D-BB69-B3D203C95D66}"/>
          </ac:spMkLst>
        </pc:spChg>
        <pc:spChg chg="mod">
          <ac:chgData name="Li,Yuting (HP Medicine) BII-CN-S" userId="ce8fbb54-122c-426d-b8da-fdcc5e1b5022" providerId="ADAL" clId="{CCC6EB72-1247-41EF-9411-417AAE0D660F}" dt="2023-05-06T03:15:22.929" v="1462" actId="1076"/>
          <ac:spMkLst>
            <pc:docMk/>
            <pc:sldMk cId="603432166" sldId="2147474023"/>
            <ac:spMk id="207" creationId="{967EFA37-DFAA-46BF-84D0-CD7B5F281FB4}"/>
          </ac:spMkLst>
        </pc:spChg>
        <pc:cxnChg chg="mod">
          <ac:chgData name="Li,Yuting (HP Medicine) BII-CN-S" userId="ce8fbb54-122c-426d-b8da-fdcc5e1b5022" providerId="ADAL" clId="{CCC6EB72-1247-41EF-9411-417AAE0D660F}" dt="2023-05-06T03:15:25.335" v="1463" actId="1076"/>
          <ac:cxnSpMkLst>
            <pc:docMk/>
            <pc:sldMk cId="603432166" sldId="2147474023"/>
            <ac:cxnSpMk id="204" creationId="{02E9FED2-5A70-4BF1-B54F-D99842DB23FA}"/>
          </ac:cxnSpMkLst>
        </pc:cxnChg>
      </pc:sldChg>
      <pc:sldChg chg="addSp modSp mod addCm modCm modNotesTx">
        <pc:chgData name="Li,Yuting (HP Medicine) BII-CN-S" userId="ce8fbb54-122c-426d-b8da-fdcc5e1b5022" providerId="ADAL" clId="{CCC6EB72-1247-41EF-9411-417AAE0D660F}" dt="2023-05-09T07:45:18.926" v="3081" actId="20577"/>
        <pc:sldMkLst>
          <pc:docMk/>
          <pc:sldMk cId="1788561112" sldId="2147474025"/>
        </pc:sldMkLst>
        <pc:spChg chg="add mod">
          <ac:chgData name="Li,Yuting (HP Medicine) BII-CN-S" userId="ce8fbb54-122c-426d-b8da-fdcc5e1b5022" providerId="ADAL" clId="{CCC6EB72-1247-41EF-9411-417AAE0D660F}" dt="2023-05-08T02:48:28.113" v="2817" actId="403"/>
          <ac:spMkLst>
            <pc:docMk/>
            <pc:sldMk cId="1788561112" sldId="2147474025"/>
            <ac:spMk id="7" creationId="{4A6EE5C4-22AE-4517-98E2-10FFA0B04D7F}"/>
          </ac:spMkLst>
        </pc:spChg>
        <pc:spChg chg="mod">
          <ac:chgData name="Li,Yuting (HP Medicine) BII-CN-S" userId="ce8fbb54-122c-426d-b8da-fdcc5e1b5022" providerId="ADAL" clId="{CCC6EB72-1247-41EF-9411-417AAE0D660F}" dt="2023-05-09T07:45:18.926" v="3081" actId="20577"/>
          <ac:spMkLst>
            <pc:docMk/>
            <pc:sldMk cId="1788561112" sldId="2147474025"/>
            <ac:spMk id="8" creationId="{4DEC281D-222C-4658-A88E-D8BC0B213788}"/>
          </ac:spMkLst>
        </pc:spChg>
        <pc:graphicFrameChg chg="mod">
          <ac:chgData name="Li,Yuting (HP Medicine) BII-CN-S" userId="ce8fbb54-122c-426d-b8da-fdcc5e1b5022" providerId="ADAL" clId="{CCC6EB72-1247-41EF-9411-417AAE0D660F}" dt="2023-05-06T03:24:23.819" v="1924" actId="1076"/>
          <ac:graphicFrameMkLst>
            <pc:docMk/>
            <pc:sldMk cId="1788561112" sldId="2147474025"/>
            <ac:graphicFrameMk id="5" creationId="{E6BE035E-4B35-4AB8-AD36-4B31F6665F19}"/>
          </ac:graphicFrameMkLst>
        </pc:graphicFrameChg>
        <pc:graphicFrameChg chg="mod">
          <ac:chgData name="Li,Yuting (HP Medicine) BII-CN-S" userId="ce8fbb54-122c-426d-b8da-fdcc5e1b5022" providerId="ADAL" clId="{CCC6EB72-1247-41EF-9411-417AAE0D660F}" dt="2023-05-06T03:25:08.265" v="1934" actId="6549"/>
          <ac:graphicFrameMkLst>
            <pc:docMk/>
            <pc:sldMk cId="1788561112" sldId="2147474025"/>
            <ac:graphicFrameMk id="6" creationId="{F5547939-5DC5-422D-B4B1-55428A5FBE1A}"/>
          </ac:graphicFrameMkLst>
        </pc:graphicFrameChg>
      </pc:sldChg>
      <pc:sldChg chg="addSp modSp mod">
        <pc:chgData name="Li,Yuting (HP Medicine) BII-CN-S" userId="ce8fbb54-122c-426d-b8da-fdcc5e1b5022" providerId="ADAL" clId="{CCC6EB72-1247-41EF-9411-417AAE0D660F}" dt="2023-05-09T07:47:35.558" v="3085" actId="108"/>
        <pc:sldMkLst>
          <pc:docMk/>
          <pc:sldMk cId="2727252520" sldId="2147474028"/>
        </pc:sldMkLst>
        <pc:spChg chg="mod">
          <ac:chgData name="Li,Yuting (HP Medicine) BII-CN-S" userId="ce8fbb54-122c-426d-b8da-fdcc5e1b5022" providerId="ADAL" clId="{CCC6EB72-1247-41EF-9411-417AAE0D660F}" dt="2023-05-09T07:47:35.558" v="3085" actId="108"/>
          <ac:spMkLst>
            <pc:docMk/>
            <pc:sldMk cId="2727252520" sldId="2147474028"/>
            <ac:spMk id="43" creationId="{7DB58F02-0904-48E2-8535-EDAA523AEE6B}"/>
          </ac:spMkLst>
        </pc:spChg>
        <pc:spChg chg="add mod">
          <ac:chgData name="Li,Yuting (HP Medicine) BII-CN-S" userId="ce8fbb54-122c-426d-b8da-fdcc5e1b5022" providerId="ADAL" clId="{CCC6EB72-1247-41EF-9411-417AAE0D660F}" dt="2023-05-06T05:37:49.420" v="2492" actId="20577"/>
          <ac:spMkLst>
            <pc:docMk/>
            <pc:sldMk cId="2727252520" sldId="2147474028"/>
            <ac:spMk id="44" creationId="{C528FEA3-BBC8-4FC4-99E4-E5FEAC909DE5}"/>
          </ac:spMkLst>
        </pc:spChg>
        <pc:grpChg chg="mod">
          <ac:chgData name="Li,Yuting (HP Medicine) BII-CN-S" userId="ce8fbb54-122c-426d-b8da-fdcc5e1b5022" providerId="ADAL" clId="{CCC6EB72-1247-41EF-9411-417AAE0D660F}" dt="2023-05-06T05:35:34.113" v="2331" actId="1076"/>
          <ac:grpSpMkLst>
            <pc:docMk/>
            <pc:sldMk cId="2727252520" sldId="2147474028"/>
            <ac:grpSpMk id="16" creationId="{D5E57F42-5769-4C25-BD97-B26E532D9DE8}"/>
          </ac:grpSpMkLst>
        </pc:grpChg>
        <pc:picChg chg="mod">
          <ac:chgData name="Li,Yuting (HP Medicine) BII-CN-S" userId="ce8fbb54-122c-426d-b8da-fdcc5e1b5022" providerId="ADAL" clId="{CCC6EB72-1247-41EF-9411-417AAE0D660F}" dt="2023-05-09T07:47:21.069" v="3083" actId="1076"/>
          <ac:picMkLst>
            <pc:docMk/>
            <pc:sldMk cId="2727252520" sldId="2147474028"/>
            <ac:picMk id="19" creationId="{982425EF-6447-4F39-A7C2-C31B1312D26E}"/>
          </ac:picMkLst>
        </pc:picChg>
      </pc:sldChg>
      <pc:sldChg chg="add del">
        <pc:chgData name="Li,Yuting (HP Medicine) BII-CN-S" userId="ce8fbb54-122c-426d-b8da-fdcc5e1b5022" providerId="ADAL" clId="{CCC6EB72-1247-41EF-9411-417AAE0D660F}" dt="2023-05-06T05:35:11.401" v="2327"/>
        <pc:sldMkLst>
          <pc:docMk/>
          <pc:sldMk cId="3682276287" sldId="2147474028"/>
        </pc:sldMkLst>
      </pc:sldChg>
      <pc:sldChg chg="modSp add del mod addCm modCm">
        <pc:chgData name="Li,Yuting (HP Medicine) BII-CN-S" userId="ce8fbb54-122c-426d-b8da-fdcc5e1b5022" providerId="ADAL" clId="{CCC6EB72-1247-41EF-9411-417AAE0D660F}" dt="2023-05-06T06:01:20.577" v="2680" actId="20577"/>
        <pc:sldMkLst>
          <pc:docMk/>
          <pc:sldMk cId="803344466" sldId="2147474030"/>
        </pc:sldMkLst>
        <pc:graphicFrameChg chg="mod modGraphic">
          <ac:chgData name="Li,Yuting (HP Medicine) BII-CN-S" userId="ce8fbb54-122c-426d-b8da-fdcc5e1b5022" providerId="ADAL" clId="{CCC6EB72-1247-41EF-9411-417AAE0D660F}" dt="2023-05-06T06:01:20.577" v="2680" actId="20577"/>
          <ac:graphicFrameMkLst>
            <pc:docMk/>
            <pc:sldMk cId="803344466" sldId="2147474030"/>
            <ac:graphicFrameMk id="12" creationId="{EE24276D-C300-4706-ACD2-32E108653E2B}"/>
          </ac:graphicFrameMkLst>
        </pc:graphicFrameChg>
      </pc:sldChg>
      <pc:sldChg chg="modSp mod">
        <pc:chgData name="Li,Yuting (HP Medicine) BII-CN-S" userId="ce8fbb54-122c-426d-b8da-fdcc5e1b5022" providerId="ADAL" clId="{CCC6EB72-1247-41EF-9411-417AAE0D660F}" dt="2023-05-06T05:53:06.828" v="2528" actId="6549"/>
        <pc:sldMkLst>
          <pc:docMk/>
          <pc:sldMk cId="1728900075" sldId="2147474043"/>
        </pc:sldMkLst>
        <pc:spChg chg="mod">
          <ac:chgData name="Li,Yuting (HP Medicine) BII-CN-S" userId="ce8fbb54-122c-426d-b8da-fdcc5e1b5022" providerId="ADAL" clId="{CCC6EB72-1247-41EF-9411-417AAE0D660F}" dt="2023-05-06T05:45:17.137" v="2511" actId="20577"/>
          <ac:spMkLst>
            <pc:docMk/>
            <pc:sldMk cId="1728900075" sldId="2147474043"/>
            <ac:spMk id="4" creationId="{9B647F91-1C3C-485A-8F55-C312E59B05A2}"/>
          </ac:spMkLst>
        </pc:spChg>
        <pc:spChg chg="mod">
          <ac:chgData name="Li,Yuting (HP Medicine) BII-CN-S" userId="ce8fbb54-122c-426d-b8da-fdcc5e1b5022" providerId="ADAL" clId="{CCC6EB72-1247-41EF-9411-417AAE0D660F}" dt="2023-05-06T05:53:06.828" v="2528" actId="6549"/>
          <ac:spMkLst>
            <pc:docMk/>
            <pc:sldMk cId="1728900075" sldId="2147474043"/>
            <ac:spMk id="12" creationId="{C900F43C-F4FF-4A5F-ADEF-A67452BFB7C9}"/>
          </ac:spMkLst>
        </pc:spChg>
      </pc:sldChg>
      <pc:sldChg chg="addSp delSp modSp del mod addCm delCm modCm">
        <pc:chgData name="Li,Yuting (HP Medicine) BII-CN-S" userId="ce8fbb54-122c-426d-b8da-fdcc5e1b5022" providerId="ADAL" clId="{CCC6EB72-1247-41EF-9411-417AAE0D660F}" dt="2023-05-09T13:21:40.555" v="3176" actId="108"/>
        <pc:sldMkLst>
          <pc:docMk/>
          <pc:sldMk cId="2636951252" sldId="2147474045"/>
        </pc:sldMkLst>
        <pc:spChg chg="mod">
          <ac:chgData name="Li,Yuting (HP Medicine) BII-CN-S" userId="ce8fbb54-122c-426d-b8da-fdcc5e1b5022" providerId="ADAL" clId="{CCC6EB72-1247-41EF-9411-417AAE0D660F}" dt="2023-05-09T13:21:40.555" v="3176" actId="108"/>
          <ac:spMkLst>
            <pc:docMk/>
            <pc:sldMk cId="2636951252" sldId="2147474045"/>
            <ac:spMk id="3" creationId="{231C4059-F848-4C1D-8F3D-7EBD4BDA94B9}"/>
          </ac:spMkLst>
        </pc:spChg>
        <pc:spChg chg="mod">
          <ac:chgData name="Li,Yuting (HP Medicine) BII-CN-S" userId="ce8fbb54-122c-426d-b8da-fdcc5e1b5022" providerId="ADAL" clId="{CCC6EB72-1247-41EF-9411-417AAE0D660F}" dt="2023-05-08T02:42:50.309" v="2813" actId="20577"/>
          <ac:spMkLst>
            <pc:docMk/>
            <pc:sldMk cId="2636951252" sldId="2147474045"/>
            <ac:spMk id="4" creationId="{6AD27718-9578-4F25-8987-6E3AEE2D9C6C}"/>
          </ac:spMkLst>
        </pc:spChg>
        <pc:spChg chg="add del mod">
          <ac:chgData name="Li,Yuting (HP Medicine) BII-CN-S" userId="ce8fbb54-122c-426d-b8da-fdcc5e1b5022" providerId="ADAL" clId="{CCC6EB72-1247-41EF-9411-417AAE0D660F}" dt="2023-05-06T03:01:48.352" v="1211"/>
          <ac:spMkLst>
            <pc:docMk/>
            <pc:sldMk cId="2636951252" sldId="2147474045"/>
            <ac:spMk id="5" creationId="{728E7B23-7C4E-47F8-A37C-071F81F7C18D}"/>
          </ac:spMkLst>
        </pc:spChg>
        <pc:picChg chg="mod modCrop">
          <ac:chgData name="Li,Yuting (HP Medicine) BII-CN-S" userId="ce8fbb54-122c-426d-b8da-fdcc5e1b5022" providerId="ADAL" clId="{CCC6EB72-1247-41EF-9411-417AAE0D660F}" dt="2023-05-06T02:59:25.217" v="849" actId="732"/>
          <ac:picMkLst>
            <pc:docMk/>
            <pc:sldMk cId="2636951252" sldId="2147474045"/>
            <ac:picMk id="10" creationId="{7FB2ED92-EA34-4019-AE10-274D4DA2035F}"/>
          </ac:picMkLst>
        </pc:picChg>
      </pc:sldChg>
      <pc:sldChg chg="addSp delSp modSp mod">
        <pc:chgData name="Li,Yuting (HP Medicine) BII-CN-S" userId="ce8fbb54-122c-426d-b8da-fdcc5e1b5022" providerId="ADAL" clId="{CCC6EB72-1247-41EF-9411-417AAE0D660F}" dt="2023-05-09T13:34:58.971" v="3227" actId="1076"/>
        <pc:sldMkLst>
          <pc:docMk/>
          <pc:sldMk cId="2847275191" sldId="2147474046"/>
        </pc:sldMkLst>
        <pc:spChg chg="add del mod">
          <ac:chgData name="Li,Yuting (HP Medicine) BII-CN-S" userId="ce8fbb54-122c-426d-b8da-fdcc5e1b5022" providerId="ADAL" clId="{CCC6EB72-1247-41EF-9411-417AAE0D660F}" dt="2023-05-09T13:32:49.023" v="3215" actId="478"/>
          <ac:spMkLst>
            <pc:docMk/>
            <pc:sldMk cId="2847275191" sldId="2147474046"/>
            <ac:spMk id="8" creationId="{A7776722-DC93-417C-92D4-225EEE0C23CC}"/>
          </ac:spMkLst>
        </pc:spChg>
        <pc:spChg chg="mod">
          <ac:chgData name="Li,Yuting (HP Medicine) BII-CN-S" userId="ce8fbb54-122c-426d-b8da-fdcc5e1b5022" providerId="ADAL" clId="{CCC6EB72-1247-41EF-9411-417AAE0D660F}" dt="2023-05-09T13:32:59.312" v="3217" actId="20577"/>
          <ac:spMkLst>
            <pc:docMk/>
            <pc:sldMk cId="2847275191" sldId="2147474046"/>
            <ac:spMk id="62" creationId="{8DB07CF5-ABA1-4C9B-A9DA-0E66E05CDEC6}"/>
          </ac:spMkLst>
        </pc:spChg>
        <pc:spChg chg="mod">
          <ac:chgData name="Li,Yuting (HP Medicine) BII-CN-S" userId="ce8fbb54-122c-426d-b8da-fdcc5e1b5022" providerId="ADAL" clId="{CCC6EB72-1247-41EF-9411-417AAE0D660F}" dt="2023-05-09T13:34:32.092" v="3221" actId="554"/>
          <ac:spMkLst>
            <pc:docMk/>
            <pc:sldMk cId="2847275191" sldId="2147474046"/>
            <ac:spMk id="71" creationId="{5B18D90B-64FC-4253-99CE-234990238DE9}"/>
          </ac:spMkLst>
        </pc:spChg>
        <pc:spChg chg="mod">
          <ac:chgData name="Li,Yuting (HP Medicine) BII-CN-S" userId="ce8fbb54-122c-426d-b8da-fdcc5e1b5022" providerId="ADAL" clId="{CCC6EB72-1247-41EF-9411-417AAE0D660F}" dt="2023-05-09T13:34:47.193" v="3224" actId="14100"/>
          <ac:spMkLst>
            <pc:docMk/>
            <pc:sldMk cId="2847275191" sldId="2147474046"/>
            <ac:spMk id="78" creationId="{98F0ECD9-3612-4C0B-A2FE-68C7D6AAAE6A}"/>
          </ac:spMkLst>
        </pc:spChg>
        <pc:spChg chg="mod">
          <ac:chgData name="Li,Yuting (HP Medicine) BII-CN-S" userId="ce8fbb54-122c-426d-b8da-fdcc5e1b5022" providerId="ADAL" clId="{CCC6EB72-1247-41EF-9411-417AAE0D660F}" dt="2023-05-09T13:34:07.390" v="3219" actId="1076"/>
          <ac:spMkLst>
            <pc:docMk/>
            <pc:sldMk cId="2847275191" sldId="2147474046"/>
            <ac:spMk id="81" creationId="{BF5BFBB2-85F5-4AAF-8712-3FFF276186BF}"/>
          </ac:spMkLst>
        </pc:spChg>
        <pc:spChg chg="mod">
          <ac:chgData name="Li,Yuting (HP Medicine) BII-CN-S" userId="ce8fbb54-122c-426d-b8da-fdcc5e1b5022" providerId="ADAL" clId="{CCC6EB72-1247-41EF-9411-417AAE0D660F}" dt="2023-05-09T13:34:55.953" v="3226" actId="1076"/>
          <ac:spMkLst>
            <pc:docMk/>
            <pc:sldMk cId="2847275191" sldId="2147474046"/>
            <ac:spMk id="82" creationId="{DE51D9F8-051F-4FF2-BCE9-33F10720DB90}"/>
          </ac:spMkLst>
        </pc:spChg>
        <pc:spChg chg="mod">
          <ac:chgData name="Li,Yuting (HP Medicine) BII-CN-S" userId="ce8fbb54-122c-426d-b8da-fdcc5e1b5022" providerId="ADAL" clId="{CCC6EB72-1247-41EF-9411-417AAE0D660F}" dt="2023-05-09T13:34:37.226" v="3222" actId="14100"/>
          <ac:spMkLst>
            <pc:docMk/>
            <pc:sldMk cId="2847275191" sldId="2147474046"/>
            <ac:spMk id="83" creationId="{3EAE0F94-6C68-4ABB-A002-2572095F3EB1}"/>
          </ac:spMkLst>
        </pc:spChg>
        <pc:spChg chg="mod">
          <ac:chgData name="Li,Yuting (HP Medicine) BII-CN-S" userId="ce8fbb54-122c-426d-b8da-fdcc5e1b5022" providerId="ADAL" clId="{CCC6EB72-1247-41EF-9411-417AAE0D660F}" dt="2023-05-09T13:34:53.422" v="3225" actId="1076"/>
          <ac:spMkLst>
            <pc:docMk/>
            <pc:sldMk cId="2847275191" sldId="2147474046"/>
            <ac:spMk id="84" creationId="{E699087D-3D8F-4ECD-BC87-848B10EF47C6}"/>
          </ac:spMkLst>
        </pc:spChg>
        <pc:spChg chg="mod">
          <ac:chgData name="Li,Yuting (HP Medicine) BII-CN-S" userId="ce8fbb54-122c-426d-b8da-fdcc5e1b5022" providerId="ADAL" clId="{CCC6EB72-1247-41EF-9411-417AAE0D660F}" dt="2023-05-09T13:34:58.971" v="3227" actId="1076"/>
          <ac:spMkLst>
            <pc:docMk/>
            <pc:sldMk cId="2847275191" sldId="2147474046"/>
            <ac:spMk id="88" creationId="{7FBBCCF6-209F-4326-914D-28B56CEDDF37}"/>
          </ac:spMkLst>
        </pc:spChg>
      </pc:sldChg>
      <pc:sldChg chg="modSp">
        <pc:chgData name="Li,Yuting (HP Medicine) BII-CN-S" userId="ce8fbb54-122c-426d-b8da-fdcc5e1b5022" providerId="ADAL" clId="{CCC6EB72-1247-41EF-9411-417AAE0D660F}" dt="2023-05-06T03:25:50.905" v="1935"/>
        <pc:sldMkLst>
          <pc:docMk/>
          <pc:sldMk cId="99707753" sldId="2147474048"/>
        </pc:sldMkLst>
        <pc:graphicFrameChg chg="mod">
          <ac:chgData name="Li,Yuting (HP Medicine) BII-CN-S" userId="ce8fbb54-122c-426d-b8da-fdcc5e1b5022" providerId="ADAL" clId="{CCC6EB72-1247-41EF-9411-417AAE0D660F}" dt="2023-05-06T03:25:50.905" v="1935"/>
          <ac:graphicFrameMkLst>
            <pc:docMk/>
            <pc:sldMk cId="99707753" sldId="2147474048"/>
            <ac:graphicFrameMk id="7" creationId="{73207099-613B-4188-B37D-91BA5B30A0AB}"/>
          </ac:graphicFrameMkLst>
        </pc:graphicFrameChg>
      </pc:sldChg>
      <pc:sldChg chg="addSp delSp modSp add mod">
        <pc:chgData name="Li,Yuting (HP Medicine) BII-CN-S" userId="ce8fbb54-122c-426d-b8da-fdcc5e1b5022" providerId="ADAL" clId="{CCC6EB72-1247-41EF-9411-417AAE0D660F}" dt="2023-05-06T05:09:49.770" v="1993" actId="20577"/>
        <pc:sldMkLst>
          <pc:docMk/>
          <pc:sldMk cId="2246301567" sldId="2147474050"/>
        </pc:sldMkLst>
        <pc:spChg chg="mod">
          <ac:chgData name="Li,Yuting (HP Medicine) BII-CN-S" userId="ce8fbb54-122c-426d-b8da-fdcc5e1b5022" providerId="ADAL" clId="{CCC6EB72-1247-41EF-9411-417AAE0D660F}" dt="2023-05-06T05:09:49.770" v="1993" actId="20577"/>
          <ac:spMkLst>
            <pc:docMk/>
            <pc:sldMk cId="2246301567" sldId="2147474050"/>
            <ac:spMk id="111" creationId="{40929094-C8CC-4BCB-B988-FAC9EF24EDE7}"/>
          </ac:spMkLst>
        </pc:spChg>
        <pc:graphicFrameChg chg="add del mod">
          <ac:chgData name="Li,Yuting (HP Medicine) BII-CN-S" userId="ce8fbb54-122c-426d-b8da-fdcc5e1b5022" providerId="ADAL" clId="{CCC6EB72-1247-41EF-9411-417AAE0D660F}" dt="2023-05-06T05:08:54.068" v="1943"/>
          <ac:graphicFrameMkLst>
            <pc:docMk/>
            <pc:sldMk cId="2246301567" sldId="2147474050"/>
            <ac:graphicFrameMk id="6" creationId="{A76518C0-9A11-4AF3-AA9C-5B99C86BFF84}"/>
          </ac:graphicFrameMkLst>
        </pc:graphicFrameChg>
      </pc:sldChg>
      <pc:sldChg chg="modSp add mod">
        <pc:chgData name="Li,Yuting (HP Medicine) BII-CN-S" userId="ce8fbb54-122c-426d-b8da-fdcc5e1b5022" providerId="ADAL" clId="{CCC6EB72-1247-41EF-9411-417AAE0D660F}" dt="2023-05-06T05:07:40.067" v="1938" actId="27636"/>
        <pc:sldMkLst>
          <pc:docMk/>
          <pc:sldMk cId="3472126166" sldId="2147474051"/>
        </pc:sldMkLst>
        <pc:spChg chg="mod">
          <ac:chgData name="Li,Yuting (HP Medicine) BII-CN-S" userId="ce8fbb54-122c-426d-b8da-fdcc5e1b5022" providerId="ADAL" clId="{CCC6EB72-1247-41EF-9411-417AAE0D660F}" dt="2023-05-06T05:07:40.067" v="1938" actId="27636"/>
          <ac:spMkLst>
            <pc:docMk/>
            <pc:sldMk cId="3472126166" sldId="2147474051"/>
            <ac:spMk id="2" creationId="{899E9FD5-14F4-46B5-85BD-4B2D5616E6A9}"/>
          </ac:spMkLst>
        </pc:spChg>
      </pc:sldChg>
      <pc:sldChg chg="add">
        <pc:chgData name="Li,Yuting (HP Medicine) BII-CN-S" userId="ce8fbb54-122c-426d-b8da-fdcc5e1b5022" providerId="ADAL" clId="{CCC6EB72-1247-41EF-9411-417AAE0D660F}" dt="2023-05-06T05:07:39.906" v="1937"/>
        <pc:sldMkLst>
          <pc:docMk/>
          <pc:sldMk cId="3996077414" sldId="2147474052"/>
        </pc:sldMkLst>
      </pc:sldChg>
      <pc:sldMasterChg chg="delSldLayout">
        <pc:chgData name="Li,Yuting (HP Medicine) BII-CN-S" userId="ce8fbb54-122c-426d-b8da-fdcc5e1b5022" providerId="ADAL" clId="{CCC6EB72-1247-41EF-9411-417AAE0D660F}" dt="2023-05-06T03:13:24.839" v="1322" actId="47"/>
        <pc:sldMasterMkLst>
          <pc:docMk/>
          <pc:sldMasterMk cId="2865055379" sldId="2147483679"/>
        </pc:sldMasterMkLst>
        <pc:sldLayoutChg chg="del">
          <pc:chgData name="Li,Yuting (HP Medicine) BII-CN-S" userId="ce8fbb54-122c-426d-b8da-fdcc5e1b5022" providerId="ADAL" clId="{CCC6EB72-1247-41EF-9411-417AAE0D660F}" dt="2023-05-06T03:04:57.185" v="1288" actId="47"/>
          <pc:sldLayoutMkLst>
            <pc:docMk/>
            <pc:sldMasterMk cId="2865055379" sldId="2147483679"/>
            <pc:sldLayoutMk cId="675937167" sldId="2147484507"/>
          </pc:sldLayoutMkLst>
        </pc:sldLayoutChg>
        <pc:sldLayoutChg chg="del">
          <pc:chgData name="Li,Yuting (HP Medicine) BII-CN-S" userId="ce8fbb54-122c-426d-b8da-fdcc5e1b5022" providerId="ADAL" clId="{CCC6EB72-1247-41EF-9411-417AAE0D660F}" dt="2023-05-06T03:13:24.839" v="1322" actId="47"/>
          <pc:sldLayoutMkLst>
            <pc:docMk/>
            <pc:sldMasterMk cId="2865055379" sldId="2147483679"/>
            <pc:sldLayoutMk cId="2047271725" sldId="2147484508"/>
          </pc:sldLayoutMkLst>
        </pc:sldLayoutChg>
      </pc:sldMasterChg>
    </pc:docChg>
  </pc:docChgLst>
  <pc:docChgLst>
    <pc:chgData name="Wang,Shirley (HP Med RA) BII-CN-B" userId="S::shirley_2.wang@boehringer-ingelheim.com::48b801ce-80b8-42d3-931b-2dcaf726016f" providerId="AD" clId="Web-{AC13F4A4-19E5-0EF5-630B-F9FF93358EB2}"/>
    <pc:docChg chg="modSld">
      <pc:chgData name="Wang,Shirley (HP Med RA) BII-CN-B" userId="S::shirley_2.wang@boehringer-ingelheim.com::48b801ce-80b8-42d3-931b-2dcaf726016f" providerId="AD" clId="Web-{AC13F4A4-19E5-0EF5-630B-F9FF93358EB2}" dt="2022-09-02T03:42:30.604" v="58"/>
      <pc:docMkLst>
        <pc:docMk/>
      </pc:docMkLst>
      <pc:sldChg chg="modSp">
        <pc:chgData name="Wang,Shirley (HP Med RA) BII-CN-B" userId="S::shirley_2.wang@boehringer-ingelheim.com::48b801ce-80b8-42d3-931b-2dcaf726016f" providerId="AD" clId="Web-{AC13F4A4-19E5-0EF5-630B-F9FF93358EB2}" dt="2022-09-02T03:42:30.604" v="58"/>
        <pc:sldMkLst>
          <pc:docMk/>
          <pc:sldMk cId="2334302692" sldId="2147377262"/>
        </pc:sldMkLst>
        <pc:graphicFrameChg chg="mod modGraphic">
          <ac:chgData name="Wang,Shirley (HP Med RA) BII-CN-B" userId="S::shirley_2.wang@boehringer-ingelheim.com::48b801ce-80b8-42d3-931b-2dcaf726016f" providerId="AD" clId="Web-{AC13F4A4-19E5-0EF5-630B-F9FF93358EB2}" dt="2022-09-02T03:42:30.604" v="58"/>
          <ac:graphicFrameMkLst>
            <pc:docMk/>
            <pc:sldMk cId="2334302692" sldId="2147377262"/>
            <ac:graphicFrameMk id="4" creationId="{CE4F806A-756F-4BE6-8340-EB8D9CD7A174}"/>
          </ac:graphicFrameMkLst>
        </pc:graphicFrameChg>
      </pc:sldChg>
    </pc:docChg>
  </pc:docChgLst>
  <pc:docChgLst>
    <pc:chgData name="Chen,Michael (HP Med RA) BII-CN-B" userId="d5e1e1c3-1b8e-4d7c-a738-2fc34bcfb3bb" providerId="ADAL" clId="{F2810E1E-1633-4951-8FC7-262D9AFFE1A7}"/>
    <pc:docChg chg="custSel modSld">
      <pc:chgData name="Chen,Michael (HP Med RA) BII-CN-B" userId="d5e1e1c3-1b8e-4d7c-a738-2fc34bcfb3bb" providerId="ADAL" clId="{F2810E1E-1633-4951-8FC7-262D9AFFE1A7}" dt="2023-05-11T01:58:16.200" v="331" actId="113"/>
      <pc:docMkLst>
        <pc:docMk/>
      </pc:docMkLst>
      <pc:sldChg chg="modSp mod">
        <pc:chgData name="Chen,Michael (HP Med RA) BII-CN-B" userId="d5e1e1c3-1b8e-4d7c-a738-2fc34bcfb3bb" providerId="ADAL" clId="{F2810E1E-1633-4951-8FC7-262D9AFFE1A7}" dt="2023-05-10T03:04:01" v="218" actId="1076"/>
        <pc:sldMkLst>
          <pc:docMk/>
          <pc:sldMk cId="1855604625" sldId="2147471228"/>
        </pc:sldMkLst>
        <pc:graphicFrameChg chg="mod modGraphic">
          <ac:chgData name="Chen,Michael (HP Med RA) BII-CN-B" userId="d5e1e1c3-1b8e-4d7c-a738-2fc34bcfb3bb" providerId="ADAL" clId="{F2810E1E-1633-4951-8FC7-262D9AFFE1A7}" dt="2023-05-10T03:04:01" v="218" actId="1076"/>
          <ac:graphicFrameMkLst>
            <pc:docMk/>
            <pc:sldMk cId="1855604625" sldId="2147471228"/>
            <ac:graphicFrameMk id="3" creationId="{11AE3040-3184-4C5F-87F2-D328CD8202AC}"/>
          </ac:graphicFrameMkLst>
        </pc:graphicFrameChg>
      </pc:sldChg>
      <pc:sldChg chg="delSp modSp mod">
        <pc:chgData name="Chen,Michael (HP Med RA) BII-CN-B" userId="d5e1e1c3-1b8e-4d7c-a738-2fc34bcfb3bb" providerId="ADAL" clId="{F2810E1E-1633-4951-8FC7-262D9AFFE1A7}" dt="2023-05-11T01:58:16.200" v="331" actId="113"/>
        <pc:sldMkLst>
          <pc:docMk/>
          <pc:sldMk cId="1617310969" sldId="2147474018"/>
        </pc:sldMkLst>
        <pc:spChg chg="del mod">
          <ac:chgData name="Chen,Michael (HP Med RA) BII-CN-B" userId="d5e1e1c3-1b8e-4d7c-a738-2fc34bcfb3bb" providerId="ADAL" clId="{F2810E1E-1633-4951-8FC7-262D9AFFE1A7}" dt="2023-05-11T01:56:41.498" v="328" actId="478"/>
          <ac:spMkLst>
            <pc:docMk/>
            <pc:sldMk cId="1617310969" sldId="2147474018"/>
            <ac:spMk id="60" creationId="{00000000-0000-0000-0000-000000000000}"/>
          </ac:spMkLst>
        </pc:spChg>
        <pc:spChg chg="mod">
          <ac:chgData name="Chen,Michael (HP Med RA) BII-CN-B" userId="d5e1e1c3-1b8e-4d7c-a738-2fc34bcfb3bb" providerId="ADAL" clId="{F2810E1E-1633-4951-8FC7-262D9AFFE1A7}" dt="2023-05-11T01:57:12.308" v="330" actId="113"/>
          <ac:spMkLst>
            <pc:docMk/>
            <pc:sldMk cId="1617310969" sldId="2147474018"/>
            <ac:spMk id="105" creationId="{F1B35E49-EA86-46A5-B7A1-080327B16B40}"/>
          </ac:spMkLst>
        </pc:spChg>
        <pc:spChg chg="mod">
          <ac:chgData name="Chen,Michael (HP Med RA) BII-CN-B" userId="d5e1e1c3-1b8e-4d7c-a738-2fc34bcfb3bb" providerId="ADAL" clId="{F2810E1E-1633-4951-8FC7-262D9AFFE1A7}" dt="2023-05-11T01:56:44.623" v="329" actId="1076"/>
          <ac:spMkLst>
            <pc:docMk/>
            <pc:sldMk cId="1617310969" sldId="2147474018"/>
            <ac:spMk id="117" creationId="{26913622-AD70-4928-9831-18FAE6980EC9}"/>
          </ac:spMkLst>
        </pc:spChg>
        <pc:spChg chg="mod">
          <ac:chgData name="Chen,Michael (HP Med RA) BII-CN-B" userId="d5e1e1c3-1b8e-4d7c-a738-2fc34bcfb3bb" providerId="ADAL" clId="{F2810E1E-1633-4951-8FC7-262D9AFFE1A7}" dt="2023-05-11T01:56:44.623" v="329" actId="1076"/>
          <ac:spMkLst>
            <pc:docMk/>
            <pc:sldMk cId="1617310969" sldId="2147474018"/>
            <ac:spMk id="118" creationId="{014D9D80-E35D-4C26-950A-876F98787C6E}"/>
          </ac:spMkLst>
        </pc:spChg>
        <pc:spChg chg="mod">
          <ac:chgData name="Chen,Michael (HP Med RA) BII-CN-B" userId="d5e1e1c3-1b8e-4d7c-a738-2fc34bcfb3bb" providerId="ADAL" clId="{F2810E1E-1633-4951-8FC7-262D9AFFE1A7}" dt="2023-05-11T01:58:16.200" v="331" actId="113"/>
          <ac:spMkLst>
            <pc:docMk/>
            <pc:sldMk cId="1617310969" sldId="2147474018"/>
            <ac:spMk id="144" creationId="{FADD8611-374A-462C-9CA5-CD84C4812622}"/>
          </ac:spMkLst>
        </pc:spChg>
        <pc:spChg chg="mod">
          <ac:chgData name="Chen,Michael (HP Med RA) BII-CN-B" userId="d5e1e1c3-1b8e-4d7c-a738-2fc34bcfb3bb" providerId="ADAL" clId="{F2810E1E-1633-4951-8FC7-262D9AFFE1A7}" dt="2023-05-10T02:57:15.086" v="195" actId="207"/>
          <ac:spMkLst>
            <pc:docMk/>
            <pc:sldMk cId="1617310969" sldId="2147474018"/>
            <ac:spMk id="148" creationId="{E05D90B2-D4EF-4E08-A80F-E6744A436238}"/>
          </ac:spMkLst>
        </pc:spChg>
        <pc:grpChg chg="mod">
          <ac:chgData name="Chen,Michael (HP Med RA) BII-CN-B" userId="d5e1e1c3-1b8e-4d7c-a738-2fc34bcfb3bb" providerId="ADAL" clId="{F2810E1E-1633-4951-8FC7-262D9AFFE1A7}" dt="2023-05-11T01:56:44.623" v="329" actId="1076"/>
          <ac:grpSpMkLst>
            <pc:docMk/>
            <pc:sldMk cId="1617310969" sldId="2147474018"/>
            <ac:grpSpMk id="116" creationId="{DA596A27-AFFD-48A4-9CC0-31E8D3F3E96B}"/>
          </ac:grpSpMkLst>
        </pc:grpChg>
      </pc:sldChg>
    </pc:docChg>
  </pc:docChgLst>
  <pc:docChgLst>
    <pc:chgData name="Shen,Cindy (MED CD&amp;O) BII-CN-S" userId="4ef3a3e4-b0d2-4b61-83e5-e05e23635ff4" providerId="ADAL" clId="{23B903F2-0A08-40F2-9C5F-4ECBA268B2BD}"/>
    <pc:docChg chg="custSel modSld">
      <pc:chgData name="Shen,Cindy (MED CD&amp;O) BII-CN-S" userId="4ef3a3e4-b0d2-4b61-83e5-e05e23635ff4" providerId="ADAL" clId="{23B903F2-0A08-40F2-9C5F-4ECBA268B2BD}" dt="2024-02-26T03:33:19.937" v="10" actId="14100"/>
      <pc:docMkLst>
        <pc:docMk/>
      </pc:docMkLst>
      <pc:sldChg chg="addSp delSp modSp mod">
        <pc:chgData name="Shen,Cindy (MED CD&amp;O) BII-CN-S" userId="4ef3a3e4-b0d2-4b61-83e5-e05e23635ff4" providerId="ADAL" clId="{23B903F2-0A08-40F2-9C5F-4ECBA268B2BD}" dt="2024-02-26T03:28:42.234" v="7" actId="14100"/>
        <pc:sldMkLst>
          <pc:docMk/>
          <pc:sldMk cId="951531086" sldId="2147481394"/>
        </pc:sldMkLst>
        <pc:graphicFrameChg chg="del mod modGraphic">
          <ac:chgData name="Shen,Cindy (MED CD&amp;O) BII-CN-S" userId="4ef3a3e4-b0d2-4b61-83e5-e05e23635ff4" providerId="ADAL" clId="{23B903F2-0A08-40F2-9C5F-4ECBA268B2BD}" dt="2024-02-26T03:28:17.464" v="4" actId="21"/>
          <ac:graphicFrameMkLst>
            <pc:docMk/>
            <pc:sldMk cId="951531086" sldId="2147481394"/>
            <ac:graphicFrameMk id="3" creationId="{C3CDBB01-25FF-D58A-BBD9-64458D9FD524}"/>
          </ac:graphicFrameMkLst>
        </pc:graphicFrameChg>
        <pc:picChg chg="add mod">
          <ac:chgData name="Shen,Cindy (MED CD&amp;O) BII-CN-S" userId="4ef3a3e4-b0d2-4b61-83e5-e05e23635ff4" providerId="ADAL" clId="{23B903F2-0A08-40F2-9C5F-4ECBA268B2BD}" dt="2024-02-26T03:28:42.234" v="7" actId="14100"/>
          <ac:picMkLst>
            <pc:docMk/>
            <pc:sldMk cId="951531086" sldId="2147481394"/>
            <ac:picMk id="2" creationId="{B0DC1EB0-CDF9-BAFB-FAF0-D1FF714002A3}"/>
          </ac:picMkLst>
        </pc:picChg>
      </pc:sldChg>
      <pc:sldChg chg="addSp modSp mod">
        <pc:chgData name="Shen,Cindy (MED CD&amp;O) BII-CN-S" userId="4ef3a3e4-b0d2-4b61-83e5-e05e23635ff4" providerId="ADAL" clId="{23B903F2-0A08-40F2-9C5F-4ECBA268B2BD}" dt="2024-02-26T03:33:19.937" v="10" actId="14100"/>
        <pc:sldMkLst>
          <pc:docMk/>
          <pc:sldMk cId="1783156884" sldId="2147481395"/>
        </pc:sldMkLst>
        <pc:picChg chg="add mod">
          <ac:chgData name="Shen,Cindy (MED CD&amp;O) BII-CN-S" userId="4ef3a3e4-b0d2-4b61-83e5-e05e23635ff4" providerId="ADAL" clId="{23B903F2-0A08-40F2-9C5F-4ECBA268B2BD}" dt="2024-02-26T03:33:19.937" v="10" actId="14100"/>
          <ac:picMkLst>
            <pc:docMk/>
            <pc:sldMk cId="1783156884" sldId="2147481395"/>
            <ac:picMk id="2" creationId="{73A9DDB8-9391-5F6A-19D4-0BFC375F96C7}"/>
          </ac:picMkLst>
        </pc:picChg>
      </pc:sldChg>
    </pc:docChg>
  </pc:docChgLst>
  <pc:docChgLst>
    <pc:chgData name="zxSHA Li,Lili (MED CD&amp;O) EXTERNAL" userId="S::lili.li.ext@boehringer-ingelheim.com::caae5028-c4b7-4139-b798-d46cb2b8c45e" providerId="AD" clId="Web-{D0B583C5-2035-17BD-71E8-F4DE78754EE4}"/>
    <pc:docChg chg="modSld">
      <pc:chgData name="zxSHA Li,Lili (MED CD&amp;O) EXTERNAL" userId="S::lili.li.ext@boehringer-ingelheim.com::caae5028-c4b7-4139-b798-d46cb2b8c45e" providerId="AD" clId="Web-{D0B583C5-2035-17BD-71E8-F4DE78754EE4}" dt="2023-07-06T07:07:09.062" v="10" actId="1076"/>
      <pc:docMkLst>
        <pc:docMk/>
      </pc:docMkLst>
      <pc:sldChg chg="modSp delCm">
        <pc:chgData name="zxSHA Li,Lili (MED CD&amp;O) EXTERNAL" userId="S::lili.li.ext@boehringer-ingelheim.com::caae5028-c4b7-4139-b798-d46cb2b8c45e" providerId="AD" clId="Web-{D0B583C5-2035-17BD-71E8-F4DE78754EE4}" dt="2023-07-06T07:07:09.062" v="10" actId="1076"/>
        <pc:sldMkLst>
          <pc:docMk/>
          <pc:sldMk cId="3539881353" sldId="2147474117"/>
        </pc:sldMkLst>
        <pc:graphicFrameChg chg="mod modGraphic">
          <ac:chgData name="zxSHA Li,Lili (MED CD&amp;O) EXTERNAL" userId="S::lili.li.ext@boehringer-ingelheim.com::caae5028-c4b7-4139-b798-d46cb2b8c45e" providerId="AD" clId="Web-{D0B583C5-2035-17BD-71E8-F4DE78754EE4}" dt="2023-07-06T07:07:09.062" v="10" actId="1076"/>
          <ac:graphicFrameMkLst>
            <pc:docMk/>
            <pc:sldMk cId="3539881353" sldId="2147474117"/>
            <ac:graphicFrameMk id="6" creationId="{2EB857BA-9417-6413-5EF8-383CF37AC70D}"/>
          </ac:graphicFrameMkLst>
        </pc:graphicFrameChg>
      </pc:sldChg>
    </pc:docChg>
  </pc:docChgLst>
  <pc:docChgLst>
    <pc:chgData name="Wu,Dan (MED CD&amp;O) BII-CN-S" userId="S::dan.wu@boehringer-ingelheim.com::2543b386-fe23-4572-8b97-7e5aae483288" providerId="AD" clId="Web-{18406F70-197F-8329-5256-D4E3EE5AA8B7}"/>
    <pc:docChg chg="modSld">
      <pc:chgData name="Wu,Dan (MED CD&amp;O) BII-CN-S" userId="S::dan.wu@boehringer-ingelheim.com::2543b386-fe23-4572-8b97-7e5aae483288" providerId="AD" clId="Web-{18406F70-197F-8329-5256-D4E3EE5AA8B7}" dt="2023-04-06T05:21:16.414" v="4"/>
      <pc:docMkLst>
        <pc:docMk/>
      </pc:docMkLst>
      <pc:sldChg chg="modSp">
        <pc:chgData name="Wu,Dan (MED CD&amp;O) BII-CN-S" userId="S::dan.wu@boehringer-ingelheim.com::2543b386-fe23-4572-8b97-7e5aae483288" providerId="AD" clId="Web-{18406F70-197F-8329-5256-D4E3EE5AA8B7}" dt="2023-04-06T05:21:16.414" v="4"/>
        <pc:sldMkLst>
          <pc:docMk/>
          <pc:sldMk cId="2668428287" sldId="2147471233"/>
        </pc:sldMkLst>
        <pc:spChg chg="mod">
          <ac:chgData name="Wu,Dan (MED CD&amp;O) BII-CN-S" userId="S::dan.wu@boehringer-ingelheim.com::2543b386-fe23-4572-8b97-7e5aae483288" providerId="AD" clId="Web-{18406F70-197F-8329-5256-D4E3EE5AA8B7}" dt="2023-04-06T05:21:10.602" v="0" actId="20577"/>
          <ac:spMkLst>
            <pc:docMk/>
            <pc:sldMk cId="2668428287" sldId="2147471233"/>
            <ac:spMk id="2" creationId="{258B1150-3B23-4D74-8634-CE9F7979DC8E}"/>
          </ac:spMkLst>
        </pc:spChg>
        <pc:graphicFrameChg chg="mod modGraphic">
          <ac:chgData name="Wu,Dan (MED CD&amp;O) BII-CN-S" userId="S::dan.wu@boehringer-ingelheim.com::2543b386-fe23-4572-8b97-7e5aae483288" providerId="AD" clId="Web-{18406F70-197F-8329-5256-D4E3EE5AA8B7}" dt="2023-04-06T05:21:16.414" v="4"/>
          <ac:graphicFrameMkLst>
            <pc:docMk/>
            <pc:sldMk cId="2668428287" sldId="2147471233"/>
            <ac:graphicFrameMk id="8" creationId="{04BE0399-F2FD-4404-AFC2-5696822B2AA1}"/>
          </ac:graphicFrameMkLst>
        </pc:graphicFrameChg>
      </pc:sldChg>
    </pc:docChg>
  </pc:docChgLst>
  <pc:docChgLst>
    <pc:chgData name="Chen,Michael (HP Med RA) BII-CN-B" userId="d5e1e1c3-1b8e-4d7c-a738-2fc34bcfb3bb" providerId="ADAL" clId="{FC77CD1E-1E9F-4DA6-B719-C5BF5E3D7F2C}"/>
    <pc:docChg chg="modSld">
      <pc:chgData name="Chen,Michael (HP Med RA) BII-CN-B" userId="d5e1e1c3-1b8e-4d7c-a738-2fc34bcfb3bb" providerId="ADAL" clId="{FC77CD1E-1E9F-4DA6-B719-C5BF5E3D7F2C}" dt="2023-02-15T14:15:56.620" v="49" actId="20577"/>
      <pc:docMkLst>
        <pc:docMk/>
      </pc:docMkLst>
      <pc:sldChg chg="modSp mod">
        <pc:chgData name="Chen,Michael (HP Med RA) BII-CN-B" userId="d5e1e1c3-1b8e-4d7c-a738-2fc34bcfb3bb" providerId="ADAL" clId="{FC77CD1E-1E9F-4DA6-B719-C5BF5E3D7F2C}" dt="2023-02-15T14:12:16.925" v="3" actId="6549"/>
        <pc:sldMkLst>
          <pc:docMk/>
          <pc:sldMk cId="3351712279" sldId="2147469262"/>
        </pc:sldMkLst>
        <pc:spChg chg="mod">
          <ac:chgData name="Chen,Michael (HP Med RA) BII-CN-B" userId="d5e1e1c3-1b8e-4d7c-a738-2fc34bcfb3bb" providerId="ADAL" clId="{FC77CD1E-1E9F-4DA6-B719-C5BF5E3D7F2C}" dt="2023-02-15T14:12:16.925" v="3" actId="6549"/>
          <ac:spMkLst>
            <pc:docMk/>
            <pc:sldMk cId="3351712279" sldId="2147469262"/>
            <ac:spMk id="15" creationId="{CC14B53F-59B0-4368-96DC-A4164A650241}"/>
          </ac:spMkLst>
        </pc:spChg>
      </pc:sldChg>
      <pc:sldChg chg="modSp mod">
        <pc:chgData name="Chen,Michael (HP Med RA) BII-CN-B" userId="d5e1e1c3-1b8e-4d7c-a738-2fc34bcfb3bb" providerId="ADAL" clId="{FC77CD1E-1E9F-4DA6-B719-C5BF5E3D7F2C}" dt="2023-02-15T14:15:56.620" v="49" actId="20577"/>
        <pc:sldMkLst>
          <pc:docMk/>
          <pc:sldMk cId="91123792" sldId="2147471190"/>
        </pc:sldMkLst>
        <pc:spChg chg="mod">
          <ac:chgData name="Chen,Michael (HP Med RA) BII-CN-B" userId="d5e1e1c3-1b8e-4d7c-a738-2fc34bcfb3bb" providerId="ADAL" clId="{FC77CD1E-1E9F-4DA6-B719-C5BF5E3D7F2C}" dt="2023-02-15T14:15:56.620" v="49" actId="20577"/>
          <ac:spMkLst>
            <pc:docMk/>
            <pc:sldMk cId="91123792" sldId="2147471190"/>
            <ac:spMk id="111" creationId="{40929094-C8CC-4BCB-B988-FAC9EF24EDE7}"/>
          </ac:spMkLst>
        </pc:spChg>
      </pc:sldChg>
    </pc:docChg>
  </pc:docChgLst>
  <pc:docChgLst>
    <pc:chgData name="Luo,Ling (MED CD&amp;O) BII-CN-B" userId="S::ling.luo@boehringer-ingelheim.com::8fcf03b3-2fe6-40aa-8e36-254db6098ccc" providerId="AD" clId="Web-{D6099DE4-9C9F-34A9-0859-C0B155BD76D2}"/>
    <pc:docChg chg="modSld">
      <pc:chgData name="Luo,Ling (MED CD&amp;O) BII-CN-B" userId="S::ling.luo@boehringer-ingelheim.com::8fcf03b3-2fe6-40aa-8e36-254db6098ccc" providerId="AD" clId="Web-{D6099DE4-9C9F-34A9-0859-C0B155BD76D2}" dt="2023-05-09T10:25:28.097" v="8"/>
      <pc:docMkLst>
        <pc:docMk/>
      </pc:docMkLst>
      <pc:sldChg chg="modSp addCm">
        <pc:chgData name="Luo,Ling (MED CD&amp;O) BII-CN-B" userId="S::ling.luo@boehringer-ingelheim.com::8fcf03b3-2fe6-40aa-8e36-254db6098ccc" providerId="AD" clId="Web-{D6099DE4-9C9F-34A9-0859-C0B155BD76D2}" dt="2023-05-09T10:25:28.097" v="8"/>
        <pc:sldMkLst>
          <pc:docMk/>
          <pc:sldMk cId="2847275191" sldId="2147474046"/>
        </pc:sldMkLst>
        <pc:spChg chg="mod">
          <ac:chgData name="Luo,Ling (MED CD&amp;O) BII-CN-B" userId="S::ling.luo@boehringer-ingelheim.com::8fcf03b3-2fe6-40aa-8e36-254db6098ccc" providerId="AD" clId="Web-{D6099DE4-9C9F-34A9-0859-C0B155BD76D2}" dt="2023-05-09T10:24:51.143" v="7" actId="14100"/>
          <ac:spMkLst>
            <pc:docMk/>
            <pc:sldMk cId="2847275191" sldId="2147474046"/>
            <ac:spMk id="62" creationId="{8DB07CF5-ABA1-4C9B-A9DA-0E66E05CDEC6}"/>
          </ac:spMkLst>
        </pc:spChg>
      </pc:sldChg>
    </pc:docChg>
  </pc:docChgLst>
  <pc:docChgLst>
    <pc:chgData name="Chen,Dr.,Ying (HP Medicine) BII-CN-S" userId="7c019f49-0ee9-4787-9ac5-a11d3b82d6d2" providerId="ADAL" clId="{DC0CC4F1-C171-4E45-8779-09BF02EA3C35}"/>
    <pc:docChg chg="undo custSel addSld delSld modSld modSection">
      <pc:chgData name="Chen,Dr.,Ying (HP Medicine) BII-CN-S" userId="7c019f49-0ee9-4787-9ac5-a11d3b82d6d2" providerId="ADAL" clId="{DC0CC4F1-C171-4E45-8779-09BF02EA3C35}" dt="2024-03-19T02:33:32.027" v="498" actId="113"/>
      <pc:docMkLst>
        <pc:docMk/>
      </pc:docMkLst>
      <pc:sldChg chg="add mod modShow">
        <pc:chgData name="Chen,Dr.,Ying (HP Medicine) BII-CN-S" userId="7c019f49-0ee9-4787-9ac5-a11d3b82d6d2" providerId="ADAL" clId="{DC0CC4F1-C171-4E45-8779-09BF02EA3C35}" dt="2024-03-15T07:48:55.814" v="399" actId="729"/>
        <pc:sldMkLst>
          <pc:docMk/>
          <pc:sldMk cId="3629372718" sldId="2147480453"/>
        </pc:sldMkLst>
      </pc:sldChg>
      <pc:sldChg chg="del">
        <pc:chgData name="Chen,Dr.,Ying (HP Medicine) BII-CN-S" userId="7c019f49-0ee9-4787-9ac5-a11d3b82d6d2" providerId="ADAL" clId="{DC0CC4F1-C171-4E45-8779-09BF02EA3C35}" dt="2024-03-15T07:10:54.765" v="1" actId="47"/>
        <pc:sldMkLst>
          <pc:docMk/>
          <pc:sldMk cId="4129635292" sldId="2147481379"/>
        </pc:sldMkLst>
      </pc:sldChg>
      <pc:sldChg chg="del">
        <pc:chgData name="Chen,Dr.,Ying (HP Medicine) BII-CN-S" userId="7c019f49-0ee9-4787-9ac5-a11d3b82d6d2" providerId="ADAL" clId="{DC0CC4F1-C171-4E45-8779-09BF02EA3C35}" dt="2024-03-15T07:53:13.290" v="411" actId="47"/>
        <pc:sldMkLst>
          <pc:docMk/>
          <pc:sldMk cId="1115216339" sldId="2147481380"/>
        </pc:sldMkLst>
      </pc:sldChg>
      <pc:sldChg chg="add addCm modCm">
        <pc:chgData name="Chen,Dr.,Ying (HP Medicine) BII-CN-S" userId="7c019f49-0ee9-4787-9ac5-a11d3b82d6d2" providerId="ADAL" clId="{DC0CC4F1-C171-4E45-8779-09BF02EA3C35}" dt="2024-03-19T02:25:09.619" v="464"/>
        <pc:sldMkLst>
          <pc:docMk/>
          <pc:sldMk cId="1519687716" sldId="2147481384"/>
        </pc:sldMkLst>
      </pc:sldChg>
      <pc:sldChg chg="modSp add mod modNotesTx">
        <pc:chgData name="Chen,Dr.,Ying (HP Medicine) BII-CN-S" userId="7c019f49-0ee9-4787-9ac5-a11d3b82d6d2" providerId="ADAL" clId="{DC0CC4F1-C171-4E45-8779-09BF02EA3C35}" dt="2024-03-19T02:33:32.027" v="498" actId="113"/>
        <pc:sldMkLst>
          <pc:docMk/>
          <pc:sldMk cId="617639038" sldId="2147481385"/>
        </pc:sldMkLst>
        <pc:spChg chg="mod">
          <ac:chgData name="Chen,Dr.,Ying (HP Medicine) BII-CN-S" userId="7c019f49-0ee9-4787-9ac5-a11d3b82d6d2" providerId="ADAL" clId="{DC0CC4F1-C171-4E45-8779-09BF02EA3C35}" dt="2024-03-19T02:33:32.027" v="498" actId="113"/>
          <ac:spMkLst>
            <pc:docMk/>
            <pc:sldMk cId="617639038" sldId="2147481385"/>
            <ac:spMk id="6" creationId="{9D4C3D96-3693-CB52-EE7C-09623DE8E8EA}"/>
          </ac:spMkLst>
        </pc:spChg>
        <pc:spChg chg="mod">
          <ac:chgData name="Chen,Dr.,Ying (HP Medicine) BII-CN-S" userId="7c019f49-0ee9-4787-9ac5-a11d3b82d6d2" providerId="ADAL" clId="{DC0CC4F1-C171-4E45-8779-09BF02EA3C35}" dt="2024-03-15T07:54:32.963" v="420" actId="14100"/>
          <ac:spMkLst>
            <pc:docMk/>
            <pc:sldMk cId="617639038" sldId="2147481385"/>
            <ac:spMk id="130" creationId="{BB8CA441-CAF3-49DE-9132-10328C7407DA}"/>
          </ac:spMkLst>
        </pc:spChg>
        <pc:spChg chg="mod">
          <ac:chgData name="Chen,Dr.,Ying (HP Medicine) BII-CN-S" userId="7c019f49-0ee9-4787-9ac5-a11d3b82d6d2" providerId="ADAL" clId="{DC0CC4F1-C171-4E45-8779-09BF02EA3C35}" dt="2024-03-15T07:55:11.544" v="437" actId="1037"/>
          <ac:spMkLst>
            <pc:docMk/>
            <pc:sldMk cId="617639038" sldId="2147481385"/>
            <ac:spMk id="135" creationId="{00000000-0000-0000-0000-000000000000}"/>
          </ac:spMkLst>
        </pc:spChg>
        <pc:spChg chg="mod">
          <ac:chgData name="Chen,Dr.,Ying (HP Medicine) BII-CN-S" userId="7c019f49-0ee9-4787-9ac5-a11d3b82d6d2" providerId="ADAL" clId="{DC0CC4F1-C171-4E45-8779-09BF02EA3C35}" dt="2024-03-15T07:55:11.544" v="437" actId="1037"/>
          <ac:spMkLst>
            <pc:docMk/>
            <pc:sldMk cId="617639038" sldId="2147481385"/>
            <ac:spMk id="139" creationId="{00000000-0000-0000-0000-000000000000}"/>
          </ac:spMkLst>
        </pc:spChg>
        <pc:spChg chg="mod">
          <ac:chgData name="Chen,Dr.,Ying (HP Medicine) BII-CN-S" userId="7c019f49-0ee9-4787-9ac5-a11d3b82d6d2" providerId="ADAL" clId="{DC0CC4F1-C171-4E45-8779-09BF02EA3C35}" dt="2024-03-15T07:54:43.801" v="423" actId="14100"/>
          <ac:spMkLst>
            <pc:docMk/>
            <pc:sldMk cId="617639038" sldId="2147481385"/>
            <ac:spMk id="143" creationId="{BB8CA441-CAF3-49DE-9132-10328C7407DA}"/>
          </ac:spMkLst>
        </pc:spChg>
        <pc:spChg chg="mod">
          <ac:chgData name="Chen,Dr.,Ying (HP Medicine) BII-CN-S" userId="7c019f49-0ee9-4787-9ac5-a11d3b82d6d2" providerId="ADAL" clId="{DC0CC4F1-C171-4E45-8779-09BF02EA3C35}" dt="2024-03-15T07:55:11.544" v="437" actId="1037"/>
          <ac:spMkLst>
            <pc:docMk/>
            <pc:sldMk cId="617639038" sldId="2147481385"/>
            <ac:spMk id="151" creationId="{00000000-0000-0000-0000-000000000000}"/>
          </ac:spMkLst>
        </pc:spChg>
        <pc:spChg chg="mod">
          <ac:chgData name="Chen,Dr.,Ying (HP Medicine) BII-CN-S" userId="7c019f49-0ee9-4787-9ac5-a11d3b82d6d2" providerId="ADAL" clId="{DC0CC4F1-C171-4E45-8779-09BF02EA3C35}" dt="2024-03-15T07:55:11.544" v="437" actId="1037"/>
          <ac:spMkLst>
            <pc:docMk/>
            <pc:sldMk cId="617639038" sldId="2147481385"/>
            <ac:spMk id="153" creationId="{00000000-0000-0000-0000-000000000000}"/>
          </ac:spMkLst>
        </pc:spChg>
        <pc:spChg chg="mod">
          <ac:chgData name="Chen,Dr.,Ying (HP Medicine) BII-CN-S" userId="7c019f49-0ee9-4787-9ac5-a11d3b82d6d2" providerId="ADAL" clId="{DC0CC4F1-C171-4E45-8779-09BF02EA3C35}" dt="2024-03-15T07:55:11.544" v="437" actId="1037"/>
          <ac:spMkLst>
            <pc:docMk/>
            <pc:sldMk cId="617639038" sldId="2147481385"/>
            <ac:spMk id="154" creationId="{9224C17E-1AA1-4096-A3FD-25D6FD8BA444}"/>
          </ac:spMkLst>
        </pc:spChg>
        <pc:spChg chg="mod">
          <ac:chgData name="Chen,Dr.,Ying (HP Medicine) BII-CN-S" userId="7c019f49-0ee9-4787-9ac5-a11d3b82d6d2" providerId="ADAL" clId="{DC0CC4F1-C171-4E45-8779-09BF02EA3C35}" dt="2024-03-15T07:53:45.054" v="417" actId="20577"/>
          <ac:spMkLst>
            <pc:docMk/>
            <pc:sldMk cId="617639038" sldId="2147481385"/>
            <ac:spMk id="157" creationId="{ABF1C8FA-24FE-4186-8317-54D0AE86DBB2}"/>
          </ac:spMkLst>
        </pc:spChg>
        <pc:spChg chg="mod">
          <ac:chgData name="Chen,Dr.,Ying (HP Medicine) BII-CN-S" userId="7c019f49-0ee9-4787-9ac5-a11d3b82d6d2" providerId="ADAL" clId="{DC0CC4F1-C171-4E45-8779-09BF02EA3C35}" dt="2024-03-15T07:55:33.984" v="449" actId="20577"/>
          <ac:spMkLst>
            <pc:docMk/>
            <pc:sldMk cId="617639038" sldId="2147481385"/>
            <ac:spMk id="168" creationId="{292D059F-1772-4A1B-A880-182E2E12EAEF}"/>
          </ac:spMkLst>
        </pc:spChg>
        <pc:cxnChg chg="mod">
          <ac:chgData name="Chen,Dr.,Ying (HP Medicine) BII-CN-S" userId="7c019f49-0ee9-4787-9ac5-a11d3b82d6d2" providerId="ADAL" clId="{DC0CC4F1-C171-4E45-8779-09BF02EA3C35}" dt="2024-03-15T07:54:32.963" v="420" actId="14100"/>
          <ac:cxnSpMkLst>
            <pc:docMk/>
            <pc:sldMk cId="617639038" sldId="2147481385"/>
            <ac:cxnSpMk id="131" creationId="{9C165100-0114-4167-8FF0-BFF01B293D04}"/>
          </ac:cxnSpMkLst>
        </pc:cxnChg>
        <pc:cxnChg chg="mod">
          <ac:chgData name="Chen,Dr.,Ying (HP Medicine) BII-CN-S" userId="7c019f49-0ee9-4787-9ac5-a11d3b82d6d2" providerId="ADAL" clId="{DC0CC4F1-C171-4E45-8779-09BF02EA3C35}" dt="2024-03-15T07:54:43.801" v="423" actId="14100"/>
          <ac:cxnSpMkLst>
            <pc:docMk/>
            <pc:sldMk cId="617639038" sldId="2147481385"/>
            <ac:cxnSpMk id="144" creationId="{9C165100-0114-4167-8FF0-BFF01B293D04}"/>
          </ac:cxnSpMkLst>
        </pc:cxnChg>
      </pc:sldChg>
      <pc:sldChg chg="add mod modShow">
        <pc:chgData name="Chen,Dr.,Ying (HP Medicine) BII-CN-S" userId="7c019f49-0ee9-4787-9ac5-a11d3b82d6d2" providerId="ADAL" clId="{DC0CC4F1-C171-4E45-8779-09BF02EA3C35}" dt="2024-03-15T07:20:58.659" v="94" actId="729"/>
        <pc:sldMkLst>
          <pc:docMk/>
          <pc:sldMk cId="1148062755" sldId="2147481386"/>
        </pc:sldMkLst>
      </pc:sldChg>
      <pc:sldChg chg="add mod modShow delCm modCm">
        <pc:chgData name="Chen,Dr.,Ying (HP Medicine) BII-CN-S" userId="7c019f49-0ee9-4787-9ac5-a11d3b82d6d2" providerId="ADAL" clId="{DC0CC4F1-C171-4E45-8779-09BF02EA3C35}" dt="2024-03-15T07:20:58.659" v="94" actId="729"/>
        <pc:sldMkLst>
          <pc:docMk/>
          <pc:sldMk cId="3100377490" sldId="2147481388"/>
        </pc:sldMkLst>
      </pc:sldChg>
      <pc:sldChg chg="addSp modSp add mod modNotesTx">
        <pc:chgData name="Chen,Dr.,Ying (HP Medicine) BII-CN-S" userId="7c019f49-0ee9-4787-9ac5-a11d3b82d6d2" providerId="ADAL" clId="{DC0CC4F1-C171-4E45-8779-09BF02EA3C35}" dt="2024-03-19T02:26:30.579" v="465" actId="113"/>
        <pc:sldMkLst>
          <pc:docMk/>
          <pc:sldMk cId="533113754" sldId="2147481390"/>
        </pc:sldMkLst>
        <pc:spChg chg="add mod">
          <ac:chgData name="Chen,Dr.,Ying (HP Medicine) BII-CN-S" userId="7c019f49-0ee9-4787-9ac5-a11d3b82d6d2" providerId="ADAL" clId="{DC0CC4F1-C171-4E45-8779-09BF02EA3C35}" dt="2024-03-15T07:38:46.842" v="186" actId="1037"/>
          <ac:spMkLst>
            <pc:docMk/>
            <pc:sldMk cId="533113754" sldId="2147481390"/>
            <ac:spMk id="5" creationId="{B12C3E50-AF1B-5589-42A9-2ED19A67DC0D}"/>
          </ac:spMkLst>
        </pc:spChg>
        <pc:spChg chg="add mod">
          <ac:chgData name="Chen,Dr.,Ying (HP Medicine) BII-CN-S" userId="7c019f49-0ee9-4787-9ac5-a11d3b82d6d2" providerId="ADAL" clId="{DC0CC4F1-C171-4E45-8779-09BF02EA3C35}" dt="2024-03-15T07:38:26.369" v="168" actId="1036"/>
          <ac:spMkLst>
            <pc:docMk/>
            <pc:sldMk cId="533113754" sldId="2147481390"/>
            <ac:spMk id="7" creationId="{786FE941-6D20-E9AA-1917-06B8343B1BCA}"/>
          </ac:spMkLst>
        </pc:spChg>
        <pc:spChg chg="mod">
          <ac:chgData name="Chen,Dr.,Ying (HP Medicine) BII-CN-S" userId="7c019f49-0ee9-4787-9ac5-a11d3b82d6d2" providerId="ADAL" clId="{DC0CC4F1-C171-4E45-8779-09BF02EA3C35}" dt="2024-03-15T07:39:25.329" v="196" actId="6549"/>
          <ac:spMkLst>
            <pc:docMk/>
            <pc:sldMk cId="533113754" sldId="2147481390"/>
            <ac:spMk id="107" creationId="{7DDA071E-5F80-4527-AE47-F1E7B2DC2A5B}"/>
          </ac:spMkLst>
        </pc:spChg>
        <pc:spChg chg="mod">
          <ac:chgData name="Chen,Dr.,Ying (HP Medicine) BII-CN-S" userId="7c019f49-0ee9-4787-9ac5-a11d3b82d6d2" providerId="ADAL" clId="{DC0CC4F1-C171-4E45-8779-09BF02EA3C35}" dt="2024-03-19T02:26:30.579" v="465" actId="113"/>
          <ac:spMkLst>
            <pc:docMk/>
            <pc:sldMk cId="533113754" sldId="2147481390"/>
            <ac:spMk id="126" creationId="{6A146A9F-3077-48E6-AD05-74AFFA257DC1}"/>
          </ac:spMkLst>
        </pc:spChg>
      </pc:sldChg>
      <pc:sldChg chg="del">
        <pc:chgData name="Chen,Dr.,Ying (HP Medicine) BII-CN-S" userId="7c019f49-0ee9-4787-9ac5-a11d3b82d6d2" providerId="ADAL" clId="{DC0CC4F1-C171-4E45-8779-09BF02EA3C35}" dt="2024-03-15T07:53:14.195" v="412" actId="47"/>
        <pc:sldMkLst>
          <pc:docMk/>
          <pc:sldMk cId="546606888" sldId="2147481391"/>
        </pc:sldMkLst>
      </pc:sldChg>
      <pc:sldChg chg="del">
        <pc:chgData name="Chen,Dr.,Ying (HP Medicine) BII-CN-S" userId="7c019f49-0ee9-4787-9ac5-a11d3b82d6d2" providerId="ADAL" clId="{DC0CC4F1-C171-4E45-8779-09BF02EA3C35}" dt="2024-03-15T07:17:41.899" v="80" actId="47"/>
        <pc:sldMkLst>
          <pc:docMk/>
          <pc:sldMk cId="1203846494" sldId="2147481393"/>
        </pc:sldMkLst>
      </pc:sldChg>
      <pc:sldChg chg="add mod modShow addCm delCm">
        <pc:chgData name="Chen,Dr.,Ying (HP Medicine) BII-CN-S" userId="7c019f49-0ee9-4787-9ac5-a11d3b82d6d2" providerId="ADAL" clId="{DC0CC4F1-C171-4E45-8779-09BF02EA3C35}" dt="2024-03-15T07:57:19.732" v="460" actId="729"/>
        <pc:sldMkLst>
          <pc:docMk/>
          <pc:sldMk cId="4225179121" sldId="2147481393"/>
        </pc:sldMkLst>
      </pc:sldChg>
      <pc:sldChg chg="add mod modShow">
        <pc:chgData name="Chen,Dr.,Ying (HP Medicine) BII-CN-S" userId="7c019f49-0ee9-4787-9ac5-a11d3b82d6d2" providerId="ADAL" clId="{DC0CC4F1-C171-4E45-8779-09BF02EA3C35}" dt="2024-03-15T07:57:19.732" v="460" actId="729"/>
        <pc:sldMkLst>
          <pc:docMk/>
          <pc:sldMk cId="458413457" sldId="2147481394"/>
        </pc:sldMkLst>
      </pc:sldChg>
      <pc:sldChg chg="del">
        <pc:chgData name="Chen,Dr.,Ying (HP Medicine) BII-CN-S" userId="7c019f49-0ee9-4787-9ac5-a11d3b82d6d2" providerId="ADAL" clId="{DC0CC4F1-C171-4E45-8779-09BF02EA3C35}" dt="2024-03-15T07:17:42.625" v="81" actId="47"/>
        <pc:sldMkLst>
          <pc:docMk/>
          <pc:sldMk cId="951531086" sldId="2147481394"/>
        </pc:sldMkLst>
      </pc:sldChg>
      <pc:sldChg chg="del">
        <pc:chgData name="Chen,Dr.,Ying (HP Medicine) BII-CN-S" userId="7c019f49-0ee9-4787-9ac5-a11d3b82d6d2" providerId="ADAL" clId="{DC0CC4F1-C171-4E45-8779-09BF02EA3C35}" dt="2024-03-15T07:17:43.684" v="82" actId="47"/>
        <pc:sldMkLst>
          <pc:docMk/>
          <pc:sldMk cId="1783156884" sldId="2147481395"/>
        </pc:sldMkLst>
      </pc:sldChg>
      <pc:sldChg chg="modSp mod modShow">
        <pc:chgData name="Chen,Dr.,Ying (HP Medicine) BII-CN-S" userId="7c019f49-0ee9-4787-9ac5-a11d3b82d6d2" providerId="ADAL" clId="{DC0CC4F1-C171-4E45-8779-09BF02EA3C35}" dt="2024-03-15T07:22:29.525" v="99" actId="14100"/>
        <pc:sldMkLst>
          <pc:docMk/>
          <pc:sldMk cId="393501697" sldId="2147481396"/>
        </pc:sldMkLst>
        <pc:spChg chg="mod">
          <ac:chgData name="Chen,Dr.,Ying (HP Medicine) BII-CN-S" userId="7c019f49-0ee9-4787-9ac5-a11d3b82d6d2" providerId="ADAL" clId="{DC0CC4F1-C171-4E45-8779-09BF02EA3C35}" dt="2024-03-15T07:22:29.525" v="99" actId="14100"/>
          <ac:spMkLst>
            <pc:docMk/>
            <pc:sldMk cId="393501697" sldId="2147481396"/>
            <ac:spMk id="41" creationId="{80672632-5059-4D01-BB59-096554D9CD3A}"/>
          </ac:spMkLst>
        </pc:spChg>
      </pc:sldChg>
      <pc:sldChg chg="del">
        <pc:chgData name="Chen,Dr.,Ying (HP Medicine) BII-CN-S" userId="7c019f49-0ee9-4787-9ac5-a11d3b82d6d2" providerId="ADAL" clId="{DC0CC4F1-C171-4E45-8779-09BF02EA3C35}" dt="2024-03-15T07:34:48.780" v="101" actId="47"/>
        <pc:sldMkLst>
          <pc:docMk/>
          <pc:sldMk cId="3747378977" sldId="2147481397"/>
        </pc:sldMkLst>
      </pc:sldChg>
      <pc:sldChg chg="del">
        <pc:chgData name="Chen,Dr.,Ying (HP Medicine) BII-CN-S" userId="7c019f49-0ee9-4787-9ac5-a11d3b82d6d2" providerId="ADAL" clId="{DC0CC4F1-C171-4E45-8779-09BF02EA3C35}" dt="2024-03-15T07:34:49.587" v="102" actId="47"/>
        <pc:sldMkLst>
          <pc:docMk/>
          <pc:sldMk cId="1524738072" sldId="2147481398"/>
        </pc:sldMkLst>
      </pc:sldChg>
      <pc:sldChg chg="del">
        <pc:chgData name="Chen,Dr.,Ying (HP Medicine) BII-CN-S" userId="7c019f49-0ee9-4787-9ac5-a11d3b82d6d2" providerId="ADAL" clId="{DC0CC4F1-C171-4E45-8779-09BF02EA3C35}" dt="2024-03-15T07:34:50.320" v="103" actId="47"/>
        <pc:sldMkLst>
          <pc:docMk/>
          <pc:sldMk cId="586727861" sldId="2147481412"/>
        </pc:sldMkLst>
      </pc:sldChg>
      <pc:sldChg chg="del">
        <pc:chgData name="Chen,Dr.,Ying (HP Medicine) BII-CN-S" userId="7c019f49-0ee9-4787-9ac5-a11d3b82d6d2" providerId="ADAL" clId="{DC0CC4F1-C171-4E45-8779-09BF02EA3C35}" dt="2024-03-15T07:43:13.301" v="290" actId="47"/>
        <pc:sldMkLst>
          <pc:docMk/>
          <pc:sldMk cId="930855308" sldId="2147481413"/>
        </pc:sldMkLst>
      </pc:sldChg>
      <pc:sldChg chg="del">
        <pc:chgData name="Chen,Dr.,Ying (HP Medicine) BII-CN-S" userId="7c019f49-0ee9-4787-9ac5-a11d3b82d6d2" providerId="ADAL" clId="{DC0CC4F1-C171-4E45-8779-09BF02EA3C35}" dt="2024-03-15T07:47:36.159" v="380" actId="47"/>
        <pc:sldMkLst>
          <pc:docMk/>
          <pc:sldMk cId="4072964452" sldId="2147481414"/>
        </pc:sldMkLst>
      </pc:sldChg>
      <pc:sldChg chg="del">
        <pc:chgData name="Chen,Dr.,Ying (HP Medicine) BII-CN-S" userId="7c019f49-0ee9-4787-9ac5-a11d3b82d6d2" providerId="ADAL" clId="{DC0CC4F1-C171-4E45-8779-09BF02EA3C35}" dt="2024-03-15T07:47:36.159" v="380" actId="47"/>
        <pc:sldMkLst>
          <pc:docMk/>
          <pc:sldMk cId="2928051727" sldId="2147481415"/>
        </pc:sldMkLst>
      </pc:sldChg>
      <pc:sldChg chg="addSp modSp mod">
        <pc:chgData name="Chen,Dr.,Ying (HP Medicine) BII-CN-S" userId="7c019f49-0ee9-4787-9ac5-a11d3b82d6d2" providerId="ADAL" clId="{DC0CC4F1-C171-4E45-8779-09BF02EA3C35}" dt="2024-03-15T07:49:34.266" v="403" actId="108"/>
        <pc:sldMkLst>
          <pc:docMk/>
          <pc:sldMk cId="766638278" sldId="2147481416"/>
        </pc:sldMkLst>
        <pc:spChg chg="mod">
          <ac:chgData name="Chen,Dr.,Ying (HP Medicine) BII-CN-S" userId="7c019f49-0ee9-4787-9ac5-a11d3b82d6d2" providerId="ADAL" clId="{DC0CC4F1-C171-4E45-8779-09BF02EA3C35}" dt="2024-03-15T07:49:34.266" v="403" actId="108"/>
          <ac:spMkLst>
            <pc:docMk/>
            <pc:sldMk cId="766638278" sldId="2147481416"/>
            <ac:spMk id="21" creationId="{ED44244A-FEB0-586B-E598-E28225954DC1}"/>
          </ac:spMkLst>
        </pc:spChg>
        <pc:spChg chg="mod">
          <ac:chgData name="Chen,Dr.,Ying (HP Medicine) BII-CN-S" userId="7c019f49-0ee9-4787-9ac5-a11d3b82d6d2" providerId="ADAL" clId="{DC0CC4F1-C171-4E45-8779-09BF02EA3C35}" dt="2024-03-15T07:48:24.166" v="383" actId="164"/>
          <ac:spMkLst>
            <pc:docMk/>
            <pc:sldMk cId="766638278" sldId="2147481416"/>
            <ac:spMk id="22" creationId="{FE802B07-3342-A085-3E09-AF0A3BB59652}"/>
          </ac:spMkLst>
        </pc:spChg>
        <pc:grpChg chg="add mod">
          <ac:chgData name="Chen,Dr.,Ying (HP Medicine) BII-CN-S" userId="7c019f49-0ee9-4787-9ac5-a11d3b82d6d2" providerId="ADAL" clId="{DC0CC4F1-C171-4E45-8779-09BF02EA3C35}" dt="2024-03-15T07:48:28.214" v="397" actId="1038"/>
          <ac:grpSpMkLst>
            <pc:docMk/>
            <pc:sldMk cId="766638278" sldId="2147481416"/>
            <ac:grpSpMk id="25" creationId="{5201B715-DD3E-7FB2-2032-9982546DB64A}"/>
          </ac:grpSpMkLst>
        </pc:grpChg>
        <pc:cxnChg chg="mod">
          <ac:chgData name="Chen,Dr.,Ying (HP Medicine) BII-CN-S" userId="7c019f49-0ee9-4787-9ac5-a11d3b82d6d2" providerId="ADAL" clId="{DC0CC4F1-C171-4E45-8779-09BF02EA3C35}" dt="2024-03-15T07:48:24.166" v="383" actId="164"/>
          <ac:cxnSpMkLst>
            <pc:docMk/>
            <pc:sldMk cId="766638278" sldId="2147481416"/>
            <ac:cxnSpMk id="23" creationId="{CFFB1133-4F50-A609-EA28-27883FBBDE7D}"/>
          </ac:cxnSpMkLst>
        </pc:cxnChg>
      </pc:sldChg>
      <pc:sldChg chg="add mod modShow">
        <pc:chgData name="Chen,Dr.,Ying (HP Medicine) BII-CN-S" userId="7c019f49-0ee9-4787-9ac5-a11d3b82d6d2" providerId="ADAL" clId="{DC0CC4F1-C171-4E45-8779-09BF02EA3C35}" dt="2024-03-15T07:35:02.350" v="104" actId="729"/>
        <pc:sldMkLst>
          <pc:docMk/>
          <pc:sldMk cId="1641661283" sldId="2147481432"/>
        </pc:sldMkLst>
      </pc:sldChg>
      <pc:sldChg chg="modSp del mod">
        <pc:chgData name="Chen,Dr.,Ying (HP Medicine) BII-CN-S" userId="7c019f49-0ee9-4787-9ac5-a11d3b82d6d2" providerId="ADAL" clId="{DC0CC4F1-C171-4E45-8779-09BF02EA3C35}" dt="2024-03-15T07:52:36.079" v="410" actId="47"/>
        <pc:sldMkLst>
          <pc:docMk/>
          <pc:sldMk cId="3266566500" sldId="2147481434"/>
        </pc:sldMkLst>
        <pc:graphicFrameChg chg="modGraphic">
          <ac:chgData name="Chen,Dr.,Ying (HP Medicine) BII-CN-S" userId="7c019f49-0ee9-4787-9ac5-a11d3b82d6d2" providerId="ADAL" clId="{DC0CC4F1-C171-4E45-8779-09BF02EA3C35}" dt="2024-03-15T07:50:49.387" v="406" actId="207"/>
          <ac:graphicFrameMkLst>
            <pc:docMk/>
            <pc:sldMk cId="3266566500" sldId="2147481434"/>
            <ac:graphicFrameMk id="12" creationId="{EE24276D-C300-4706-ACD2-32E108653E2B}"/>
          </ac:graphicFrameMkLst>
        </pc:graphicFrameChg>
      </pc:sldChg>
      <pc:sldChg chg="add mod modShow">
        <pc:chgData name="Chen,Dr.,Ying (HP Medicine) BII-CN-S" userId="7c019f49-0ee9-4787-9ac5-a11d3b82d6d2" providerId="ADAL" clId="{DC0CC4F1-C171-4E45-8779-09BF02EA3C35}" dt="2024-03-15T07:35:02.350" v="104" actId="729"/>
        <pc:sldMkLst>
          <pc:docMk/>
          <pc:sldMk cId="2244356121" sldId="2147482670"/>
        </pc:sldMkLst>
      </pc:sldChg>
      <pc:sldChg chg="modSp add mod delCm">
        <pc:chgData name="Chen,Dr.,Ying (HP Medicine) BII-CN-S" userId="7c019f49-0ee9-4787-9ac5-a11d3b82d6d2" providerId="ADAL" clId="{DC0CC4F1-C171-4E45-8779-09BF02EA3C35}" dt="2024-03-19T02:32:20.532" v="495" actId="20577"/>
        <pc:sldMkLst>
          <pc:docMk/>
          <pc:sldMk cId="1032181830" sldId="2147482686"/>
        </pc:sldMkLst>
        <pc:spChg chg="mod">
          <ac:chgData name="Chen,Dr.,Ying (HP Medicine) BII-CN-S" userId="7c019f49-0ee9-4787-9ac5-a11d3b82d6d2" providerId="ADAL" clId="{DC0CC4F1-C171-4E45-8779-09BF02EA3C35}" dt="2024-03-19T02:28:44.066" v="480" actId="14100"/>
          <ac:spMkLst>
            <pc:docMk/>
            <pc:sldMk cId="1032181830" sldId="2147482686"/>
            <ac:spMk id="5" creationId="{23DB86F8-60A0-6A56-DC74-D2994B3B6CA9}"/>
          </ac:spMkLst>
        </pc:spChg>
        <pc:spChg chg="mod">
          <ac:chgData name="Chen,Dr.,Ying (HP Medicine) BII-CN-S" userId="7c019f49-0ee9-4787-9ac5-a11d3b82d6d2" providerId="ADAL" clId="{DC0CC4F1-C171-4E45-8779-09BF02EA3C35}" dt="2024-03-19T02:32:20.532" v="495" actId="20577"/>
          <ac:spMkLst>
            <pc:docMk/>
            <pc:sldMk cId="1032181830" sldId="2147482686"/>
            <ac:spMk id="75" creationId="{23E443ED-C91E-4425-963C-DB47A7F0B19C}"/>
          </ac:spMkLst>
        </pc:spChg>
        <pc:grpChg chg="mod ord">
          <ac:chgData name="Chen,Dr.,Ying (HP Medicine) BII-CN-S" userId="7c019f49-0ee9-4787-9ac5-a11d3b82d6d2" providerId="ADAL" clId="{DC0CC4F1-C171-4E45-8779-09BF02EA3C35}" dt="2024-03-15T07:56:00.616" v="459" actId="166"/>
          <ac:grpSpMkLst>
            <pc:docMk/>
            <pc:sldMk cId="1032181830" sldId="2147482686"/>
            <ac:grpSpMk id="50" creationId="{00000000-0000-0000-0000-000000000000}"/>
          </ac:grpSpMkLst>
        </pc:grpChg>
      </pc:sldChg>
      <pc:sldChg chg="modSp add mod">
        <pc:chgData name="Chen,Dr.,Ying (HP Medicine) BII-CN-S" userId="7c019f49-0ee9-4787-9ac5-a11d3b82d6d2" providerId="ADAL" clId="{DC0CC4F1-C171-4E45-8779-09BF02EA3C35}" dt="2024-03-19T02:30:42.539" v="490" actId="113"/>
        <pc:sldMkLst>
          <pc:docMk/>
          <pc:sldMk cId="3255186489" sldId="2147482704"/>
        </pc:sldMkLst>
        <pc:graphicFrameChg chg="mod modGraphic">
          <ac:chgData name="Chen,Dr.,Ying (HP Medicine) BII-CN-S" userId="7c019f49-0ee9-4787-9ac5-a11d3b82d6d2" providerId="ADAL" clId="{DC0CC4F1-C171-4E45-8779-09BF02EA3C35}" dt="2024-03-19T02:30:42.539" v="490" actId="113"/>
          <ac:graphicFrameMkLst>
            <pc:docMk/>
            <pc:sldMk cId="3255186489" sldId="2147482704"/>
            <ac:graphicFrameMk id="12" creationId="{EE24276D-C300-4706-ACD2-32E108653E2B}"/>
          </ac:graphicFrameMkLst>
        </pc:graphicFrameChg>
      </pc:sldChg>
      <pc:sldChg chg="add">
        <pc:chgData name="Chen,Dr.,Ying (HP Medicine) BII-CN-S" userId="7c019f49-0ee9-4787-9ac5-a11d3b82d6d2" providerId="ADAL" clId="{DC0CC4F1-C171-4E45-8779-09BF02EA3C35}" dt="2024-03-15T07:10:43.981" v="0"/>
        <pc:sldMkLst>
          <pc:docMk/>
          <pc:sldMk cId="3623571889" sldId="2147482835"/>
        </pc:sldMkLst>
      </pc:sldChg>
      <pc:sldChg chg="addSp delSp modSp add mod modNotesTx">
        <pc:chgData name="Chen,Dr.,Ying (HP Medicine) BII-CN-S" userId="7c019f49-0ee9-4787-9ac5-a11d3b82d6d2" providerId="ADAL" clId="{DC0CC4F1-C171-4E45-8779-09BF02EA3C35}" dt="2024-03-15T07:15:30.547" v="78" actId="403"/>
        <pc:sldMkLst>
          <pc:docMk/>
          <pc:sldMk cId="471800364" sldId="2147482836"/>
        </pc:sldMkLst>
        <pc:spChg chg="add mod">
          <ac:chgData name="Chen,Dr.,Ying (HP Medicine) BII-CN-S" userId="7c019f49-0ee9-4787-9ac5-a11d3b82d6d2" providerId="ADAL" clId="{DC0CC4F1-C171-4E45-8779-09BF02EA3C35}" dt="2024-03-15T07:15:30.547" v="78" actId="403"/>
          <ac:spMkLst>
            <pc:docMk/>
            <pc:sldMk cId="471800364" sldId="2147482836"/>
            <ac:spMk id="32" creationId="{3A83BC5A-E9E6-D514-6A20-D4B72C282EC8}"/>
          </ac:spMkLst>
        </pc:spChg>
        <pc:spChg chg="del mod">
          <ac:chgData name="Chen,Dr.,Ying (HP Medicine) BII-CN-S" userId="7c019f49-0ee9-4787-9ac5-a11d3b82d6d2" providerId="ADAL" clId="{DC0CC4F1-C171-4E45-8779-09BF02EA3C35}" dt="2024-03-15T07:14:45.239" v="76"/>
          <ac:spMkLst>
            <pc:docMk/>
            <pc:sldMk cId="471800364" sldId="2147482836"/>
            <ac:spMk id="35" creationId="{4EF902C2-F151-2633-1683-9716E9AF14CB}"/>
          </ac:spMkLst>
        </pc:spChg>
      </pc:sldChg>
    </pc:docChg>
  </pc:docChgLst>
  <pc:docChgLst>
    <pc:chgData name="Zhang,Ying (MED CD&amp;O) BII-CN-S" userId="456eb1e0-4978-443e-822e-be854341a778" providerId="ADAL" clId="{FF9902DF-7F1B-4A55-9169-DFA1DB73ABBF}"/>
    <pc:docChg chg="modSld">
      <pc:chgData name="Zhang,Ying (MED CD&amp;O) BII-CN-S" userId="456eb1e0-4978-443e-822e-be854341a778" providerId="ADAL" clId="{FF9902DF-7F1B-4A55-9169-DFA1DB73ABBF}" dt="2024-04-24T09:12:30.476" v="4" actId="729"/>
      <pc:docMkLst>
        <pc:docMk/>
      </pc:docMkLst>
      <pc:sldChg chg="modSp mod">
        <pc:chgData name="Zhang,Ying (MED CD&amp;O) BII-CN-S" userId="456eb1e0-4978-443e-822e-be854341a778" providerId="ADAL" clId="{FF9902DF-7F1B-4A55-9169-DFA1DB73ABBF}" dt="2024-04-24T08:57:15.022" v="3" actId="20577"/>
        <pc:sldMkLst>
          <pc:docMk/>
          <pc:sldMk cId="3812252762" sldId="2147482855"/>
        </pc:sldMkLst>
        <pc:spChg chg="mod">
          <ac:chgData name="Zhang,Ying (MED CD&amp;O) BII-CN-S" userId="456eb1e0-4978-443e-822e-be854341a778" providerId="ADAL" clId="{FF9902DF-7F1B-4A55-9169-DFA1DB73ABBF}" dt="2024-04-24T08:28:08.418" v="1" actId="20577"/>
          <ac:spMkLst>
            <pc:docMk/>
            <pc:sldMk cId="3812252762" sldId="2147482855"/>
            <ac:spMk id="107" creationId="{7DDA071E-5F80-4527-AE47-F1E7B2DC2A5B}"/>
          </ac:spMkLst>
        </pc:spChg>
        <pc:spChg chg="mod">
          <ac:chgData name="Zhang,Ying (MED CD&amp;O) BII-CN-S" userId="456eb1e0-4978-443e-822e-be854341a778" providerId="ADAL" clId="{FF9902DF-7F1B-4A55-9169-DFA1DB73ABBF}" dt="2024-04-24T08:57:15.022" v="3" actId="20577"/>
          <ac:spMkLst>
            <pc:docMk/>
            <pc:sldMk cId="3812252762" sldId="2147482855"/>
            <ac:spMk id="126" creationId="{6A146A9F-3077-48E6-AD05-74AFFA257DC1}"/>
          </ac:spMkLst>
        </pc:spChg>
      </pc:sldChg>
      <pc:sldChg chg="mod modShow">
        <pc:chgData name="Zhang,Ying (MED CD&amp;O) BII-CN-S" userId="456eb1e0-4978-443e-822e-be854341a778" providerId="ADAL" clId="{FF9902DF-7F1B-4A55-9169-DFA1DB73ABBF}" dt="2024-04-24T09:12:30.476" v="4" actId="729"/>
        <pc:sldMkLst>
          <pc:docMk/>
          <pc:sldMk cId="690353273" sldId="2147482898"/>
        </pc:sldMkLst>
      </pc:sldChg>
    </pc:docChg>
  </pc:docChgLst>
  <pc:docChgLst>
    <pc:chgData name="Chen,Dr.,Ying (HP Medicine) BII-CN-S" userId="S::ying_4.chen@boehringer-ingelheim.com::7c019f49-0ee9-4787-9ac5-a11d3b82d6d2" providerId="AD" clId="Web-{04502B94-9541-FB7E-F5B1-E7CE044050A7}"/>
    <pc:docChg chg="modSld">
      <pc:chgData name="Chen,Dr.,Ying (HP Medicine) BII-CN-S" userId="S::ying_4.chen@boehringer-ingelheim.com::7c019f49-0ee9-4787-9ac5-a11d3b82d6d2" providerId="AD" clId="Web-{04502B94-9541-FB7E-F5B1-E7CE044050A7}" dt="2023-11-10T03:22:12" v="4" actId="20577"/>
      <pc:docMkLst>
        <pc:docMk/>
      </pc:docMkLst>
      <pc:sldChg chg="modSp">
        <pc:chgData name="Chen,Dr.,Ying (HP Medicine) BII-CN-S" userId="S::ying_4.chen@boehringer-ingelheim.com::7c019f49-0ee9-4787-9ac5-a11d3b82d6d2" providerId="AD" clId="Web-{04502B94-9541-FB7E-F5B1-E7CE044050A7}" dt="2023-11-10T03:22:12" v="4" actId="20577"/>
        <pc:sldMkLst>
          <pc:docMk/>
          <pc:sldMk cId="2899279173" sldId="2147474990"/>
        </pc:sldMkLst>
        <pc:spChg chg="mod">
          <ac:chgData name="Chen,Dr.,Ying (HP Medicine) BII-CN-S" userId="S::ying_4.chen@boehringer-ingelheim.com::7c019f49-0ee9-4787-9ac5-a11d3b82d6d2" providerId="AD" clId="Web-{04502B94-9541-FB7E-F5B1-E7CE044050A7}" dt="2023-11-10T03:22:12" v="4" actId="20577"/>
          <ac:spMkLst>
            <pc:docMk/>
            <pc:sldMk cId="2899279173" sldId="2147474990"/>
            <ac:spMk id="9" creationId="{1F95F9E3-3D08-5E56-61A5-6655900F80BF}"/>
          </ac:spMkLst>
        </pc:spChg>
        <pc:graphicFrameChg chg="modGraphic">
          <ac:chgData name="Chen,Dr.,Ying (HP Medicine) BII-CN-S" userId="S::ying_4.chen@boehringer-ingelheim.com::7c019f49-0ee9-4787-9ac5-a11d3b82d6d2" providerId="AD" clId="Web-{04502B94-9541-FB7E-F5B1-E7CE044050A7}" dt="2023-11-10T03:21:10.327" v="0"/>
          <ac:graphicFrameMkLst>
            <pc:docMk/>
            <pc:sldMk cId="2899279173" sldId="2147474990"/>
            <ac:graphicFrameMk id="3" creationId="{11AE3040-3184-4C5F-87F2-D328CD8202AC}"/>
          </ac:graphicFrameMkLst>
        </pc:graphicFrameChg>
      </pc:sldChg>
    </pc:docChg>
  </pc:docChgLst>
  <pc:docChgLst>
    <pc:chgData name="Wang,Shirley (HP Med RA) BII-CN-B" userId="S::shirley_2.wang@boehringer-ingelheim.com::48b801ce-80b8-42d3-931b-2dcaf726016f" providerId="AD" clId="Web-{33AE24BF-257C-0642-F0EA-5F44AF36B978}"/>
    <pc:docChg chg="">
      <pc:chgData name="Wang,Shirley (HP Med RA) BII-CN-B" userId="S::shirley_2.wang@boehringer-ingelheim.com::48b801ce-80b8-42d3-931b-2dcaf726016f" providerId="AD" clId="Web-{33AE24BF-257C-0642-F0EA-5F44AF36B978}" dt="2023-10-10T11:19:57.756" v="0"/>
      <pc:docMkLst>
        <pc:docMk/>
      </pc:docMkLst>
      <pc:sldChg chg="addCm">
        <pc:chgData name="Wang,Shirley (HP Med RA) BII-CN-B" userId="S::shirley_2.wang@boehringer-ingelheim.com::48b801ce-80b8-42d3-931b-2dcaf726016f" providerId="AD" clId="Web-{33AE24BF-257C-0642-F0EA-5F44AF36B978}" dt="2023-10-10T11:19:57.756" v="0"/>
        <pc:sldMkLst>
          <pc:docMk/>
          <pc:sldMk cId="4107447454" sldId="2147474946"/>
        </pc:sldMkLst>
      </pc:sldChg>
    </pc:docChg>
  </pc:docChgLst>
  <pc:docChgLst>
    <pc:chgData name="Wang,Shirley (HP Med RA) BII-CN-B" userId="S::shirley_2.wang@boehringer-ingelheim.com::48b801ce-80b8-42d3-931b-2dcaf726016f" providerId="AD" clId="Web-{8A55AF70-AF49-A75B-1F9B-916BA33F7979}"/>
    <pc:docChg chg="modSld">
      <pc:chgData name="Wang,Shirley (HP Med RA) BII-CN-B" userId="S::shirley_2.wang@boehringer-ingelheim.com::48b801ce-80b8-42d3-931b-2dcaf726016f" providerId="AD" clId="Web-{8A55AF70-AF49-A75B-1F9B-916BA33F7979}" dt="2023-10-11T02:52:11.195" v="8"/>
      <pc:docMkLst>
        <pc:docMk/>
      </pc:docMkLst>
      <pc:sldChg chg="modSp modCm">
        <pc:chgData name="Wang,Shirley (HP Med RA) BII-CN-B" userId="S::shirley_2.wang@boehringer-ingelheim.com::48b801ce-80b8-42d3-931b-2dcaf726016f" providerId="AD" clId="Web-{8A55AF70-AF49-A75B-1F9B-916BA33F7979}" dt="2023-10-11T02:52:11.195" v="8"/>
        <pc:sldMkLst>
          <pc:docMk/>
          <pc:sldMk cId="4107447454" sldId="2147474946"/>
        </pc:sldMkLst>
        <pc:graphicFrameChg chg="mod modGraphic">
          <ac:chgData name="Wang,Shirley (HP Med RA) BII-CN-B" userId="S::shirley_2.wang@boehringer-ingelheim.com::48b801ce-80b8-42d3-931b-2dcaf726016f" providerId="AD" clId="Web-{8A55AF70-AF49-A75B-1F9B-916BA33F7979}" dt="2023-10-11T02:52:11.195" v="8"/>
          <ac:graphicFrameMkLst>
            <pc:docMk/>
            <pc:sldMk cId="4107447454" sldId="2147474946"/>
            <ac:graphicFrameMk id="3" creationId="{11AE3040-3184-4C5F-87F2-D328CD8202AC}"/>
          </ac:graphicFrameMkLst>
        </pc:graphicFrameChg>
      </pc:sldChg>
    </pc:docChg>
  </pc:docChgLst>
  <pc:docChgLst>
    <pc:chgData name="Li,Yuting (HP Medicine) BII-CN-S" userId="ce8fbb54-122c-426d-b8da-fdcc5e1b5022" providerId="ADAL" clId="{3CF79554-DC41-4ACE-A7A7-0A7F42AB8C01}"/>
    <pc:docChg chg="modSld">
      <pc:chgData name="Li,Yuting (HP Medicine) BII-CN-S" userId="ce8fbb54-122c-426d-b8da-fdcc5e1b5022" providerId="ADAL" clId="{3CF79554-DC41-4ACE-A7A7-0A7F42AB8C01}" dt="2023-10-23T06:40:21.495" v="205" actId="14734"/>
      <pc:docMkLst>
        <pc:docMk/>
      </pc:docMkLst>
      <pc:sldChg chg="modSp mod">
        <pc:chgData name="Li,Yuting (HP Medicine) BII-CN-S" userId="ce8fbb54-122c-426d-b8da-fdcc5e1b5022" providerId="ADAL" clId="{3CF79554-DC41-4ACE-A7A7-0A7F42AB8C01}" dt="2023-10-12T13:04:10.671" v="102" actId="14100"/>
        <pc:sldMkLst>
          <pc:docMk/>
          <pc:sldMk cId="2196787557" sldId="2147474065"/>
        </pc:sldMkLst>
        <pc:spChg chg="mod">
          <ac:chgData name="Li,Yuting (HP Medicine) BII-CN-S" userId="ce8fbb54-122c-426d-b8da-fdcc5e1b5022" providerId="ADAL" clId="{3CF79554-DC41-4ACE-A7A7-0A7F42AB8C01}" dt="2023-10-12T13:04:10.671" v="102" actId="14100"/>
          <ac:spMkLst>
            <pc:docMk/>
            <pc:sldMk cId="2196787557" sldId="2147474065"/>
            <ac:spMk id="4" creationId="{401D0DD5-2CF9-9A39-4AB0-4054793FB793}"/>
          </ac:spMkLst>
        </pc:spChg>
      </pc:sldChg>
      <pc:sldChg chg="modSp mod">
        <pc:chgData name="Li,Yuting (HP Medicine) BII-CN-S" userId="ce8fbb54-122c-426d-b8da-fdcc5e1b5022" providerId="ADAL" clId="{3CF79554-DC41-4ACE-A7A7-0A7F42AB8C01}" dt="2023-10-12T14:35:10.014" v="203" actId="6549"/>
        <pc:sldMkLst>
          <pc:docMk/>
          <pc:sldMk cId="1908837058" sldId="2147474098"/>
        </pc:sldMkLst>
        <pc:spChg chg="mod">
          <ac:chgData name="Li,Yuting (HP Medicine) BII-CN-S" userId="ce8fbb54-122c-426d-b8da-fdcc5e1b5022" providerId="ADAL" clId="{3CF79554-DC41-4ACE-A7A7-0A7F42AB8C01}" dt="2023-10-12T14:35:10.014" v="203" actId="6549"/>
          <ac:spMkLst>
            <pc:docMk/>
            <pc:sldMk cId="1908837058" sldId="2147474098"/>
            <ac:spMk id="3" creationId="{1B6A44FB-9547-7278-EBE4-4C9994951F88}"/>
          </ac:spMkLst>
        </pc:spChg>
      </pc:sldChg>
      <pc:sldChg chg="modSp mod">
        <pc:chgData name="Li,Yuting (HP Medicine) BII-CN-S" userId="ce8fbb54-122c-426d-b8da-fdcc5e1b5022" providerId="ADAL" clId="{3CF79554-DC41-4ACE-A7A7-0A7F42AB8C01}" dt="2023-10-12T12:37:16.733" v="64" actId="1076"/>
        <pc:sldMkLst>
          <pc:docMk/>
          <pc:sldMk cId="2608856467" sldId="2147474930"/>
        </pc:sldMkLst>
        <pc:spChg chg="mod">
          <ac:chgData name="Li,Yuting (HP Medicine) BII-CN-S" userId="ce8fbb54-122c-426d-b8da-fdcc5e1b5022" providerId="ADAL" clId="{3CF79554-DC41-4ACE-A7A7-0A7F42AB8C01}" dt="2023-10-12T11:56:36.405" v="10" actId="20577"/>
          <ac:spMkLst>
            <pc:docMk/>
            <pc:sldMk cId="2608856467" sldId="2147474930"/>
            <ac:spMk id="6" creationId="{25357EA1-1F19-4D1B-9A4E-2EAB26F09BB9}"/>
          </ac:spMkLst>
        </pc:spChg>
        <pc:spChg chg="mod">
          <ac:chgData name="Li,Yuting (HP Medicine) BII-CN-S" userId="ce8fbb54-122c-426d-b8da-fdcc5e1b5022" providerId="ADAL" clId="{3CF79554-DC41-4ACE-A7A7-0A7F42AB8C01}" dt="2023-10-12T12:37:16.733" v="64" actId="1076"/>
          <ac:spMkLst>
            <pc:docMk/>
            <pc:sldMk cId="2608856467" sldId="2147474930"/>
            <ac:spMk id="7" creationId="{E9DC4527-9B66-4450-86F5-689D3C73A610}"/>
          </ac:spMkLst>
        </pc:spChg>
      </pc:sldChg>
      <pc:sldChg chg="modSp mod">
        <pc:chgData name="Li,Yuting (HP Medicine) BII-CN-S" userId="ce8fbb54-122c-426d-b8da-fdcc5e1b5022" providerId="ADAL" clId="{3CF79554-DC41-4ACE-A7A7-0A7F42AB8C01}" dt="2023-10-23T06:40:21.495" v="205" actId="14734"/>
        <pc:sldMkLst>
          <pc:docMk/>
          <pc:sldMk cId="3715361284" sldId="2147474944"/>
        </pc:sldMkLst>
        <pc:graphicFrameChg chg="modGraphic">
          <ac:chgData name="Li,Yuting (HP Medicine) BII-CN-S" userId="ce8fbb54-122c-426d-b8da-fdcc5e1b5022" providerId="ADAL" clId="{3CF79554-DC41-4ACE-A7A7-0A7F42AB8C01}" dt="2023-10-23T06:40:21.495" v="205" actId="14734"/>
          <ac:graphicFrameMkLst>
            <pc:docMk/>
            <pc:sldMk cId="3715361284" sldId="2147474944"/>
            <ac:graphicFrameMk id="10" creationId="{7ED29C9C-0700-480D-B788-68CBB9D31EEE}"/>
          </ac:graphicFrameMkLst>
        </pc:graphicFrameChg>
      </pc:sldChg>
      <pc:sldChg chg="modSp mod">
        <pc:chgData name="Li,Yuting (HP Medicine) BII-CN-S" userId="ce8fbb54-122c-426d-b8da-fdcc5e1b5022" providerId="ADAL" clId="{3CF79554-DC41-4ACE-A7A7-0A7F42AB8C01}" dt="2023-10-12T14:22:00.173" v="190" actId="14100"/>
        <pc:sldMkLst>
          <pc:docMk/>
          <pc:sldMk cId="3162912799" sldId="2147474951"/>
        </pc:sldMkLst>
        <pc:spChg chg="mod">
          <ac:chgData name="Li,Yuting (HP Medicine) BII-CN-S" userId="ce8fbb54-122c-426d-b8da-fdcc5e1b5022" providerId="ADAL" clId="{3CF79554-DC41-4ACE-A7A7-0A7F42AB8C01}" dt="2023-10-12T13:59:22.509" v="181" actId="20577"/>
          <ac:spMkLst>
            <pc:docMk/>
            <pc:sldMk cId="3162912799" sldId="2147474951"/>
            <ac:spMk id="2" creationId="{BC8873B9-19AB-A496-35AD-2D528FF16024}"/>
          </ac:spMkLst>
        </pc:spChg>
        <pc:spChg chg="mod">
          <ac:chgData name="Li,Yuting (HP Medicine) BII-CN-S" userId="ce8fbb54-122c-426d-b8da-fdcc5e1b5022" providerId="ADAL" clId="{3CF79554-DC41-4ACE-A7A7-0A7F42AB8C01}" dt="2023-10-12T14:22:00.173" v="190" actId="14100"/>
          <ac:spMkLst>
            <pc:docMk/>
            <pc:sldMk cId="3162912799" sldId="2147474951"/>
            <ac:spMk id="6" creationId="{FCF9F64C-F2F4-8E70-1D1B-2AB048864700}"/>
          </ac:spMkLst>
        </pc:spChg>
      </pc:sldChg>
      <pc:sldChg chg="modSp mod">
        <pc:chgData name="Li,Yuting (HP Medicine) BII-CN-S" userId="ce8fbb54-122c-426d-b8da-fdcc5e1b5022" providerId="ADAL" clId="{3CF79554-DC41-4ACE-A7A7-0A7F42AB8C01}" dt="2023-10-12T14:01:23.203" v="183" actId="20577"/>
        <pc:sldMkLst>
          <pc:docMk/>
          <pc:sldMk cId="3438092037" sldId="2147474952"/>
        </pc:sldMkLst>
        <pc:spChg chg="mod">
          <ac:chgData name="Li,Yuting (HP Medicine) BII-CN-S" userId="ce8fbb54-122c-426d-b8da-fdcc5e1b5022" providerId="ADAL" clId="{3CF79554-DC41-4ACE-A7A7-0A7F42AB8C01}" dt="2023-10-12T14:01:23.203" v="183" actId="20577"/>
          <ac:spMkLst>
            <pc:docMk/>
            <pc:sldMk cId="3438092037" sldId="2147474952"/>
            <ac:spMk id="5" creationId="{23DB86F8-60A0-6A56-DC74-D2994B3B6CA9}"/>
          </ac:spMkLst>
        </pc:spChg>
      </pc:sldChg>
      <pc:sldChg chg="modSp mod">
        <pc:chgData name="Li,Yuting (HP Medicine) BII-CN-S" userId="ce8fbb54-122c-426d-b8da-fdcc5e1b5022" providerId="ADAL" clId="{3CF79554-DC41-4ACE-A7A7-0A7F42AB8C01}" dt="2023-10-12T13:08:14.756" v="106" actId="20577"/>
        <pc:sldMkLst>
          <pc:docMk/>
          <pc:sldMk cId="699325687" sldId="2147474963"/>
        </pc:sldMkLst>
        <pc:spChg chg="mod">
          <ac:chgData name="Li,Yuting (HP Medicine) BII-CN-S" userId="ce8fbb54-122c-426d-b8da-fdcc5e1b5022" providerId="ADAL" clId="{3CF79554-DC41-4ACE-A7A7-0A7F42AB8C01}" dt="2023-10-12T13:08:14.756" v="106" actId="20577"/>
          <ac:spMkLst>
            <pc:docMk/>
            <pc:sldMk cId="699325687" sldId="2147474963"/>
            <ac:spMk id="5" creationId="{C4DECDA1-79AD-8B9D-708E-04480A636390}"/>
          </ac:spMkLst>
        </pc:spChg>
      </pc:sldChg>
      <pc:sldChg chg="modSp mod">
        <pc:chgData name="Li,Yuting (HP Medicine) BII-CN-S" userId="ce8fbb54-122c-426d-b8da-fdcc5e1b5022" providerId="ADAL" clId="{3CF79554-DC41-4ACE-A7A7-0A7F42AB8C01}" dt="2023-10-12T13:32:56.557" v="162" actId="20577"/>
        <pc:sldMkLst>
          <pc:docMk/>
          <pc:sldMk cId="613113980" sldId="2147474964"/>
        </pc:sldMkLst>
        <pc:graphicFrameChg chg="modGraphic">
          <ac:chgData name="Li,Yuting (HP Medicine) BII-CN-S" userId="ce8fbb54-122c-426d-b8da-fdcc5e1b5022" providerId="ADAL" clId="{3CF79554-DC41-4ACE-A7A7-0A7F42AB8C01}" dt="2023-10-12T13:32:56.557" v="162" actId="20577"/>
          <ac:graphicFrameMkLst>
            <pc:docMk/>
            <pc:sldMk cId="613113980" sldId="2147474964"/>
            <ac:graphicFrameMk id="12" creationId="{EE24276D-C300-4706-ACD2-32E108653E2B}"/>
          </ac:graphicFrameMkLst>
        </pc:graphicFrameChg>
      </pc:sldChg>
      <pc:sldChg chg="modSp mod">
        <pc:chgData name="Li,Yuting (HP Medicine) BII-CN-S" userId="ce8fbb54-122c-426d-b8da-fdcc5e1b5022" providerId="ADAL" clId="{3CF79554-DC41-4ACE-A7A7-0A7F42AB8C01}" dt="2023-10-12T12:00:39.608" v="11" actId="13926"/>
        <pc:sldMkLst>
          <pc:docMk/>
          <pc:sldMk cId="200463304" sldId="2147474965"/>
        </pc:sldMkLst>
        <pc:spChg chg="mod">
          <ac:chgData name="Li,Yuting (HP Medicine) BII-CN-S" userId="ce8fbb54-122c-426d-b8da-fdcc5e1b5022" providerId="ADAL" clId="{3CF79554-DC41-4ACE-A7A7-0A7F42AB8C01}" dt="2023-10-12T12:00:39.608" v="11" actId="13926"/>
          <ac:spMkLst>
            <pc:docMk/>
            <pc:sldMk cId="200463304" sldId="2147474965"/>
            <ac:spMk id="5" creationId="{ED313FD7-3429-45C7-99CF-22A9E776C723}"/>
          </ac:spMkLst>
        </pc:spChg>
      </pc:sldChg>
    </pc:docChg>
  </pc:docChgLst>
  <pc:docChgLst>
    <pc:chgData name="Zhang,Ying (MED CD&amp;O) BII-CN-S" userId="456eb1e0-4978-443e-822e-be854341a778" providerId="ADAL" clId="{47454D3F-A1E2-4C2E-95B6-8E3BC95B5E4E}"/>
    <pc:docChg chg="custSel modSld">
      <pc:chgData name="Zhang,Ying (MED CD&amp;O) BII-CN-S" userId="456eb1e0-4978-443e-822e-be854341a778" providerId="ADAL" clId="{47454D3F-A1E2-4C2E-95B6-8E3BC95B5E4E}" dt="2024-02-26T02:34:16.196" v="8" actId="13926"/>
      <pc:docMkLst>
        <pc:docMk/>
      </pc:docMkLst>
      <pc:sldChg chg="modSp mod">
        <pc:chgData name="Zhang,Ying (MED CD&amp;O) BII-CN-S" userId="456eb1e0-4978-443e-822e-be854341a778" providerId="ADAL" clId="{47454D3F-A1E2-4C2E-95B6-8E3BC95B5E4E}" dt="2024-02-26T02:34:16.196" v="8" actId="13926"/>
        <pc:sldMkLst>
          <pc:docMk/>
          <pc:sldMk cId="1203846494" sldId="2147481393"/>
        </pc:sldMkLst>
        <pc:spChg chg="mod">
          <ac:chgData name="Zhang,Ying (MED CD&amp;O) BII-CN-S" userId="456eb1e0-4978-443e-822e-be854341a778" providerId="ADAL" clId="{47454D3F-A1E2-4C2E-95B6-8E3BC95B5E4E}" dt="2024-02-26T02:34:16.196" v="8" actId="13926"/>
          <ac:spMkLst>
            <pc:docMk/>
            <pc:sldMk cId="1203846494" sldId="2147481393"/>
            <ac:spMk id="6" creationId="{9D4C3D96-3693-CB52-EE7C-09623DE8E8EA}"/>
          </ac:spMkLst>
        </pc:spChg>
        <pc:spChg chg="mod">
          <ac:chgData name="Zhang,Ying (MED CD&amp;O) BII-CN-S" userId="456eb1e0-4978-443e-822e-be854341a778" providerId="ADAL" clId="{47454D3F-A1E2-4C2E-95B6-8E3BC95B5E4E}" dt="2024-02-26T02:34:00.214" v="7" actId="20577"/>
          <ac:spMkLst>
            <pc:docMk/>
            <pc:sldMk cId="1203846494" sldId="2147481393"/>
            <ac:spMk id="157" creationId="{ABF1C8FA-24FE-4186-8317-54D0AE86DBB2}"/>
          </ac:spMkLst>
        </pc:spChg>
      </pc:sldChg>
      <pc:sldChg chg="addCm modCm">
        <pc:chgData name="Zhang,Ying (MED CD&amp;O) BII-CN-S" userId="456eb1e0-4978-443e-822e-be854341a778" providerId="ADAL" clId="{47454D3F-A1E2-4C2E-95B6-8E3BC95B5E4E}" dt="2024-02-23T07:30:30.895" v="2"/>
        <pc:sldMkLst>
          <pc:docMk/>
          <pc:sldMk cId="2413956995" sldId="2147481399"/>
        </pc:sldMkLst>
      </pc:sldChg>
    </pc:docChg>
  </pc:docChgLst>
  <pc:docChgLst>
    <pc:chgData name="Lu,Yixin (MED CD&amp;O) BII-CN-S" userId="6055c963-f18b-4b43-9f26-62c3b4c5f854" providerId="ADAL" clId="{31945F8B-F0BA-4639-8375-F299843805CF}"/>
    <pc:docChg chg="undo custSel addSld delSld modSld">
      <pc:chgData name="Lu,Yixin (MED CD&amp;O) BII-CN-S" userId="6055c963-f18b-4b43-9f26-62c3b4c5f854" providerId="ADAL" clId="{31945F8B-F0BA-4639-8375-F299843805CF}" dt="2023-05-08T08:00:17.174" v="138"/>
      <pc:docMkLst>
        <pc:docMk/>
      </pc:docMkLst>
      <pc:sldChg chg="modSp mod">
        <pc:chgData name="Lu,Yixin (MED CD&amp;O) BII-CN-S" userId="6055c963-f18b-4b43-9f26-62c3b4c5f854" providerId="ADAL" clId="{31945F8B-F0BA-4639-8375-F299843805CF}" dt="2023-05-08T05:43:39.827" v="20" actId="207"/>
        <pc:sldMkLst>
          <pc:docMk/>
          <pc:sldMk cId="2985323759" sldId="2147474024"/>
        </pc:sldMkLst>
        <pc:spChg chg="mod">
          <ac:chgData name="Lu,Yixin (MED CD&amp;O) BII-CN-S" userId="6055c963-f18b-4b43-9f26-62c3b4c5f854" providerId="ADAL" clId="{31945F8B-F0BA-4639-8375-F299843805CF}" dt="2023-05-08T05:42:38.495" v="7" actId="20577"/>
          <ac:spMkLst>
            <pc:docMk/>
            <pc:sldMk cId="2985323759" sldId="2147474024"/>
            <ac:spMk id="2" creationId="{899E9FD5-14F4-46B5-85BD-4B2D5616E6A9}"/>
          </ac:spMkLst>
        </pc:spChg>
        <pc:graphicFrameChg chg="modGraphic">
          <ac:chgData name="Lu,Yixin (MED CD&amp;O) BII-CN-S" userId="6055c963-f18b-4b43-9f26-62c3b4c5f854" providerId="ADAL" clId="{31945F8B-F0BA-4639-8375-F299843805CF}" dt="2023-05-08T05:43:39.827" v="20" actId="207"/>
          <ac:graphicFrameMkLst>
            <pc:docMk/>
            <pc:sldMk cId="2985323759" sldId="2147474024"/>
            <ac:graphicFrameMk id="7" creationId="{CF93168F-5C7F-40AA-B999-90ABB583D641}"/>
          </ac:graphicFrameMkLst>
        </pc:graphicFrameChg>
      </pc:sldChg>
      <pc:sldChg chg="modSp mod">
        <pc:chgData name="Lu,Yixin (MED CD&amp;O) BII-CN-S" userId="6055c963-f18b-4b43-9f26-62c3b4c5f854" providerId="ADAL" clId="{31945F8B-F0BA-4639-8375-F299843805CF}" dt="2023-05-08T06:20:44.278" v="135" actId="14100"/>
        <pc:sldMkLst>
          <pc:docMk/>
          <pc:sldMk cId="1788561112" sldId="2147474025"/>
        </pc:sldMkLst>
        <pc:spChg chg="mod">
          <ac:chgData name="Lu,Yixin (MED CD&amp;O) BII-CN-S" userId="6055c963-f18b-4b43-9f26-62c3b4c5f854" providerId="ADAL" clId="{31945F8B-F0BA-4639-8375-F299843805CF}" dt="2023-05-08T05:44:08.729" v="26" actId="20577"/>
          <ac:spMkLst>
            <pc:docMk/>
            <pc:sldMk cId="1788561112" sldId="2147474025"/>
            <ac:spMk id="2" creationId="{899E9FD5-14F4-46B5-85BD-4B2D5616E6A9}"/>
          </ac:spMkLst>
        </pc:spChg>
        <pc:graphicFrameChg chg="modGraphic">
          <ac:chgData name="Lu,Yixin (MED CD&amp;O) BII-CN-S" userId="6055c963-f18b-4b43-9f26-62c3b4c5f854" providerId="ADAL" clId="{31945F8B-F0BA-4639-8375-F299843805CF}" dt="2023-05-08T05:45:20.095" v="43" actId="207"/>
          <ac:graphicFrameMkLst>
            <pc:docMk/>
            <pc:sldMk cId="1788561112" sldId="2147474025"/>
            <ac:graphicFrameMk id="5" creationId="{E6BE035E-4B35-4AB8-AD36-4B31F6665F19}"/>
          </ac:graphicFrameMkLst>
        </pc:graphicFrameChg>
        <pc:graphicFrameChg chg="mod">
          <ac:chgData name="Lu,Yixin (MED CD&amp;O) BII-CN-S" userId="6055c963-f18b-4b43-9f26-62c3b4c5f854" providerId="ADAL" clId="{31945F8B-F0BA-4639-8375-F299843805CF}" dt="2023-05-08T06:20:44.278" v="135" actId="14100"/>
          <ac:graphicFrameMkLst>
            <pc:docMk/>
            <pc:sldMk cId="1788561112" sldId="2147474025"/>
            <ac:graphicFrameMk id="6" creationId="{F5547939-5DC5-422D-B4B1-55428A5FBE1A}"/>
          </ac:graphicFrameMkLst>
        </pc:graphicFrameChg>
      </pc:sldChg>
      <pc:sldChg chg="addSp delSp modSp mod">
        <pc:chgData name="Lu,Yixin (MED CD&amp;O) BII-CN-S" userId="6055c963-f18b-4b43-9f26-62c3b4c5f854" providerId="ADAL" clId="{31945F8B-F0BA-4639-8375-F299843805CF}" dt="2023-05-08T08:00:17.174" v="138"/>
        <pc:sldMkLst>
          <pc:docMk/>
          <pc:sldMk cId="99707753" sldId="2147474048"/>
        </pc:sldMkLst>
        <pc:spChg chg="mod">
          <ac:chgData name="Lu,Yixin (MED CD&amp;O) BII-CN-S" userId="6055c963-f18b-4b43-9f26-62c3b4c5f854" providerId="ADAL" clId="{31945F8B-F0BA-4639-8375-F299843805CF}" dt="2023-05-08T05:45:48.771" v="49" actId="20577"/>
          <ac:spMkLst>
            <pc:docMk/>
            <pc:sldMk cId="99707753" sldId="2147474048"/>
            <ac:spMk id="2" creationId="{899E9FD5-14F4-46B5-85BD-4B2D5616E6A9}"/>
          </ac:spMkLst>
        </pc:spChg>
        <pc:graphicFrameChg chg="add mod">
          <ac:chgData name="Lu,Yixin (MED CD&amp;O) BII-CN-S" userId="6055c963-f18b-4b43-9f26-62c3b4c5f854" providerId="ADAL" clId="{31945F8B-F0BA-4639-8375-F299843805CF}" dt="2023-05-08T08:00:17.174" v="138"/>
          <ac:graphicFrameMkLst>
            <pc:docMk/>
            <pc:sldMk cId="99707753" sldId="2147474048"/>
            <ac:graphicFrameMk id="3" creationId="{73207099-613B-4188-B37D-91BA5B30A0AB}"/>
          </ac:graphicFrameMkLst>
        </pc:graphicFrameChg>
        <pc:graphicFrameChg chg="add del mod">
          <ac:chgData name="Lu,Yixin (MED CD&amp;O) BII-CN-S" userId="6055c963-f18b-4b43-9f26-62c3b4c5f854" providerId="ADAL" clId="{31945F8B-F0BA-4639-8375-F299843805CF}" dt="2023-05-08T06:11:09.852" v="95"/>
          <ac:graphicFrameMkLst>
            <pc:docMk/>
            <pc:sldMk cId="99707753" sldId="2147474048"/>
            <ac:graphicFrameMk id="4" creationId="{F25529D6-8F51-A085-1153-CE53FCA02835}"/>
          </ac:graphicFrameMkLst>
        </pc:graphicFrameChg>
        <pc:graphicFrameChg chg="del mod">
          <ac:chgData name="Lu,Yixin (MED CD&amp;O) BII-CN-S" userId="6055c963-f18b-4b43-9f26-62c3b4c5f854" providerId="ADAL" clId="{31945F8B-F0BA-4639-8375-F299843805CF}" dt="2023-05-08T06:10:51.886" v="91" actId="478"/>
          <ac:graphicFrameMkLst>
            <pc:docMk/>
            <pc:sldMk cId="99707753" sldId="2147474048"/>
            <ac:graphicFrameMk id="5" creationId="{078C53F4-9D29-4357-A124-9BC1EB245AB6}"/>
          </ac:graphicFrameMkLst>
        </pc:graphicFrameChg>
        <pc:graphicFrameChg chg="add mod modGraphic">
          <ac:chgData name="Lu,Yixin (MED CD&amp;O) BII-CN-S" userId="6055c963-f18b-4b43-9f26-62c3b4c5f854" providerId="ADAL" clId="{31945F8B-F0BA-4639-8375-F299843805CF}" dt="2023-05-08T06:13:07.629" v="110" actId="207"/>
          <ac:graphicFrameMkLst>
            <pc:docMk/>
            <pc:sldMk cId="99707753" sldId="2147474048"/>
            <ac:graphicFrameMk id="6" creationId="{ACE9568A-0306-B17E-7AC4-F0F3B8460C99}"/>
          </ac:graphicFrameMkLst>
        </pc:graphicFrameChg>
        <pc:graphicFrameChg chg="add del mod">
          <ac:chgData name="Lu,Yixin (MED CD&amp;O) BII-CN-S" userId="6055c963-f18b-4b43-9f26-62c3b4c5f854" providerId="ADAL" clId="{31945F8B-F0BA-4639-8375-F299843805CF}" dt="2023-05-08T06:09:26.434" v="83" actId="478"/>
          <ac:graphicFrameMkLst>
            <pc:docMk/>
            <pc:sldMk cId="99707753" sldId="2147474048"/>
            <ac:graphicFrameMk id="7" creationId="{73207099-613B-4188-B37D-91BA5B30A0AB}"/>
          </ac:graphicFrameMkLst>
        </pc:graphicFrameChg>
      </pc:sldChg>
      <pc:sldChg chg="modSp mod">
        <pc:chgData name="Lu,Yixin (MED CD&amp;O) BII-CN-S" userId="6055c963-f18b-4b43-9f26-62c3b4c5f854" providerId="ADAL" clId="{31945F8B-F0BA-4639-8375-F299843805CF}" dt="2023-05-08T06:20:27.109" v="133" actId="1076"/>
        <pc:sldMkLst>
          <pc:docMk/>
          <pc:sldMk cId="2196787557" sldId="2147474049"/>
        </pc:sldMkLst>
        <pc:spChg chg="mod">
          <ac:chgData name="Lu,Yixin (MED CD&amp;O) BII-CN-S" userId="6055c963-f18b-4b43-9f26-62c3b4c5f854" providerId="ADAL" clId="{31945F8B-F0BA-4639-8375-F299843805CF}" dt="2023-05-08T06:18:35.987" v="132" actId="20577"/>
          <ac:spMkLst>
            <pc:docMk/>
            <pc:sldMk cId="2196787557" sldId="2147474049"/>
            <ac:spMk id="2" creationId="{899E9FD5-14F4-46B5-85BD-4B2D5616E6A9}"/>
          </ac:spMkLst>
        </pc:spChg>
        <pc:graphicFrameChg chg="mod modGraphic">
          <ac:chgData name="Lu,Yixin (MED CD&amp;O) BII-CN-S" userId="6055c963-f18b-4b43-9f26-62c3b4c5f854" providerId="ADAL" clId="{31945F8B-F0BA-4639-8375-F299843805CF}" dt="2023-05-08T06:20:27.109" v="133" actId="1076"/>
          <ac:graphicFrameMkLst>
            <pc:docMk/>
            <pc:sldMk cId="2196787557" sldId="2147474049"/>
            <ac:graphicFrameMk id="5" creationId="{C9373DC8-3AA3-4F74-A662-5C21ADFD09A3}"/>
          </ac:graphicFrameMkLst>
        </pc:graphicFrameChg>
      </pc:sldChg>
      <pc:sldChg chg="addSp delSp modSp new del mod">
        <pc:chgData name="Lu,Yixin (MED CD&amp;O) BII-CN-S" userId="6055c963-f18b-4b43-9f26-62c3b4c5f854" providerId="ADAL" clId="{31945F8B-F0BA-4639-8375-F299843805CF}" dt="2023-05-08T06:09:18.598" v="82" actId="2696"/>
        <pc:sldMkLst>
          <pc:docMk/>
          <pc:sldMk cId="3939848975" sldId="2147474053"/>
        </pc:sldMkLst>
        <pc:spChg chg="del">
          <ac:chgData name="Lu,Yixin (MED CD&amp;O) BII-CN-S" userId="6055c963-f18b-4b43-9f26-62c3b4c5f854" providerId="ADAL" clId="{31945F8B-F0BA-4639-8375-F299843805CF}" dt="2023-05-08T06:02:13.123" v="65" actId="478"/>
          <ac:spMkLst>
            <pc:docMk/>
            <pc:sldMk cId="3939848975" sldId="2147474053"/>
            <ac:spMk id="2" creationId="{9AB2966B-DD0D-5DD9-2467-FB9E64A9988C}"/>
          </ac:spMkLst>
        </pc:spChg>
        <pc:graphicFrameChg chg="add mod">
          <ac:chgData name="Lu,Yixin (MED CD&amp;O) BII-CN-S" userId="6055c963-f18b-4b43-9f26-62c3b4c5f854" providerId="ADAL" clId="{31945F8B-F0BA-4639-8375-F299843805CF}" dt="2023-05-08T06:01:53.419" v="61"/>
          <ac:graphicFrameMkLst>
            <pc:docMk/>
            <pc:sldMk cId="3939848975" sldId="2147474053"/>
            <ac:graphicFrameMk id="4" creationId="{73207099-613B-4188-B37D-91BA5B30A0AB}"/>
          </ac:graphicFrameMkLst>
        </pc:graphicFrameChg>
        <pc:graphicFrameChg chg="add del mod">
          <ac:chgData name="Lu,Yixin (MED CD&amp;O) BII-CN-S" userId="6055c963-f18b-4b43-9f26-62c3b4c5f854" providerId="ADAL" clId="{31945F8B-F0BA-4639-8375-F299843805CF}" dt="2023-05-08T06:02:14.844" v="66" actId="478"/>
          <ac:graphicFrameMkLst>
            <pc:docMk/>
            <pc:sldMk cId="3939848975" sldId="2147474053"/>
            <ac:graphicFrameMk id="5" creationId="{73207099-613B-4188-B37D-91BA5B30A0AB}"/>
          </ac:graphicFrameMkLst>
        </pc:graphicFrameChg>
        <pc:graphicFrameChg chg="add del mod">
          <ac:chgData name="Lu,Yixin (MED CD&amp;O) BII-CN-S" userId="6055c963-f18b-4b43-9f26-62c3b4c5f854" providerId="ADAL" clId="{31945F8B-F0BA-4639-8375-F299843805CF}" dt="2023-05-08T06:03:31.017" v="72" actId="478"/>
          <ac:graphicFrameMkLst>
            <pc:docMk/>
            <pc:sldMk cId="3939848975" sldId="2147474053"/>
            <ac:graphicFrameMk id="6" creationId="{73207099-613B-4188-B37D-91BA5B30A0AB}"/>
          </ac:graphicFrameMkLst>
        </pc:graphicFrameChg>
      </pc:sldChg>
      <pc:sldChg chg="addSp modSp new del mod">
        <pc:chgData name="Lu,Yixin (MED CD&amp;O) BII-CN-S" userId="6055c963-f18b-4b43-9f26-62c3b4c5f854" providerId="ADAL" clId="{31945F8B-F0BA-4639-8375-F299843805CF}" dt="2023-05-08T06:14:06.456" v="111" actId="2696"/>
        <pc:sldMkLst>
          <pc:docMk/>
          <pc:sldMk cId="2286660953" sldId="2147474054"/>
        </pc:sldMkLst>
        <pc:spChg chg="add mod">
          <ac:chgData name="Lu,Yixin (MED CD&amp;O) BII-CN-S" userId="6055c963-f18b-4b43-9f26-62c3b4c5f854" providerId="ADAL" clId="{31945F8B-F0BA-4639-8375-F299843805CF}" dt="2023-05-08T06:09:05.481" v="78"/>
          <ac:spMkLst>
            <pc:docMk/>
            <pc:sldMk cId="2286660953" sldId="2147474054"/>
            <ac:spMk id="4" creationId="{3F88336B-E617-2F68-B2E6-0831373ACC5D}"/>
          </ac:spMkLst>
        </pc:spChg>
        <pc:spChg chg="add mod">
          <ac:chgData name="Lu,Yixin (MED CD&amp;O) BII-CN-S" userId="6055c963-f18b-4b43-9f26-62c3b4c5f854" providerId="ADAL" clId="{31945F8B-F0BA-4639-8375-F299843805CF}" dt="2023-05-08T06:09:13.231" v="81" actId="1076"/>
          <ac:spMkLst>
            <pc:docMk/>
            <pc:sldMk cId="2286660953" sldId="2147474054"/>
            <ac:spMk id="5" creationId="{FBF7944B-0D65-8C27-ABBC-91B5CC5EAA3F}"/>
          </ac:spMkLst>
        </pc:spChg>
      </pc:sldChg>
    </pc:docChg>
  </pc:docChgLst>
  <pc:docChgLst>
    <pc:chgData name="Chen,Dr.,Ying (HP Medicine) BII-CN-S" userId="7c019f49-0ee9-4787-9ac5-a11d3b82d6d2" providerId="ADAL" clId="{A60FE12F-B202-444D-A3F2-0AEABA117E09}"/>
    <pc:docChg chg="undo custSel addSld modSld">
      <pc:chgData name="Chen,Dr.,Ying (HP Medicine) BII-CN-S" userId="7c019f49-0ee9-4787-9ac5-a11d3b82d6d2" providerId="ADAL" clId="{A60FE12F-B202-444D-A3F2-0AEABA117E09}" dt="2023-06-08T05:33:12.012" v="50" actId="1035"/>
      <pc:docMkLst>
        <pc:docMk/>
      </pc:docMkLst>
      <pc:sldChg chg="add">
        <pc:chgData name="Chen,Dr.,Ying (HP Medicine) BII-CN-S" userId="7c019f49-0ee9-4787-9ac5-a11d3b82d6d2" providerId="ADAL" clId="{A60FE12F-B202-444D-A3F2-0AEABA117E09}" dt="2023-06-08T05:22:26.888" v="0"/>
        <pc:sldMkLst>
          <pc:docMk/>
          <pc:sldMk cId="1576342978" sldId="256"/>
        </pc:sldMkLst>
      </pc:sldChg>
      <pc:sldChg chg="modSp add mod">
        <pc:chgData name="Chen,Dr.,Ying (HP Medicine) BII-CN-S" userId="7c019f49-0ee9-4787-9ac5-a11d3b82d6d2" providerId="ADAL" clId="{A60FE12F-B202-444D-A3F2-0AEABA117E09}" dt="2023-06-08T05:22:54.767" v="1" actId="6549"/>
        <pc:sldMkLst>
          <pc:docMk/>
          <pc:sldMk cId="3322781492" sldId="2141413694"/>
        </pc:sldMkLst>
        <pc:spChg chg="mod">
          <ac:chgData name="Chen,Dr.,Ying (HP Medicine) BII-CN-S" userId="7c019f49-0ee9-4787-9ac5-a11d3b82d6d2" providerId="ADAL" clId="{A60FE12F-B202-444D-A3F2-0AEABA117E09}" dt="2023-06-08T05:22:54.767" v="1" actId="6549"/>
          <ac:spMkLst>
            <pc:docMk/>
            <pc:sldMk cId="3322781492" sldId="2141413694"/>
            <ac:spMk id="2" creationId="{90720936-3F37-4F49-BEAD-D37116AAE34E}"/>
          </ac:spMkLst>
        </pc:spChg>
      </pc:sldChg>
      <pc:sldChg chg="addSp delSp modSp add mod addAnim delAnim modAnim">
        <pc:chgData name="Chen,Dr.,Ying (HP Medicine) BII-CN-S" userId="7c019f49-0ee9-4787-9ac5-a11d3b82d6d2" providerId="ADAL" clId="{A60FE12F-B202-444D-A3F2-0AEABA117E09}" dt="2023-06-08T05:33:12.012" v="50" actId="1035"/>
        <pc:sldMkLst>
          <pc:docMk/>
          <pc:sldMk cId="948801343" sldId="2141413697"/>
        </pc:sldMkLst>
        <pc:spChg chg="add del mod">
          <ac:chgData name="Chen,Dr.,Ying (HP Medicine) BII-CN-S" userId="7c019f49-0ee9-4787-9ac5-a11d3b82d6d2" providerId="ADAL" clId="{A60FE12F-B202-444D-A3F2-0AEABA117E09}" dt="2023-06-08T05:30:41.248" v="39" actId="21"/>
          <ac:spMkLst>
            <pc:docMk/>
            <pc:sldMk cId="948801343" sldId="2141413697"/>
            <ac:spMk id="3" creationId="{9304741C-A202-4EF4-E77A-FC56A84BB52A}"/>
          </ac:spMkLst>
        </pc:spChg>
        <pc:spChg chg="add del mod">
          <ac:chgData name="Chen,Dr.,Ying (HP Medicine) BII-CN-S" userId="7c019f49-0ee9-4787-9ac5-a11d3b82d6d2" providerId="ADAL" clId="{A60FE12F-B202-444D-A3F2-0AEABA117E09}" dt="2023-06-08T05:33:12.012" v="50" actId="1035"/>
          <ac:spMkLst>
            <pc:docMk/>
            <pc:sldMk cId="948801343" sldId="2141413697"/>
            <ac:spMk id="7" creationId="{EC3395F9-C8D4-28A6-8888-DA3D5280B0C0}"/>
          </ac:spMkLst>
        </pc:spChg>
      </pc:sldChg>
    </pc:docChg>
  </pc:docChgLst>
  <pc:docChgLst>
    <pc:chgData name="Li,Yuting (HP Medicine) BII-CN-S" userId="ce8fbb54-122c-426d-b8da-fdcc5e1b5022" providerId="ADAL" clId="{1A198669-8F7A-4B27-B17C-FCD382FA6024}"/>
    <pc:docChg chg="undo redo custSel delSld modSld sldOrd">
      <pc:chgData name="Li,Yuting (HP Medicine) BII-CN-S" userId="ce8fbb54-122c-426d-b8da-fdcc5e1b5022" providerId="ADAL" clId="{1A198669-8F7A-4B27-B17C-FCD382FA6024}" dt="2023-03-27T02:26:07.348" v="1531" actId="20577"/>
      <pc:docMkLst>
        <pc:docMk/>
      </pc:docMkLst>
      <pc:sldChg chg="modSp mod">
        <pc:chgData name="Li,Yuting (HP Medicine) BII-CN-S" userId="ce8fbb54-122c-426d-b8da-fdcc5e1b5022" providerId="ADAL" clId="{1A198669-8F7A-4B27-B17C-FCD382FA6024}" dt="2023-03-15T06:53:07.339" v="14" actId="20577"/>
        <pc:sldMkLst>
          <pc:docMk/>
          <pc:sldMk cId="64439630" sldId="6601"/>
        </pc:sldMkLst>
        <pc:spChg chg="mod">
          <ac:chgData name="Li,Yuting (HP Medicine) BII-CN-S" userId="ce8fbb54-122c-426d-b8da-fdcc5e1b5022" providerId="ADAL" clId="{1A198669-8F7A-4B27-B17C-FCD382FA6024}" dt="2023-03-15T06:53:07.339" v="14" actId="20577"/>
          <ac:spMkLst>
            <pc:docMk/>
            <pc:sldMk cId="64439630" sldId="6601"/>
            <ac:spMk id="6" creationId="{00000000-0000-0000-0000-000000000000}"/>
          </ac:spMkLst>
        </pc:spChg>
      </pc:sldChg>
      <pc:sldChg chg="mod ord modShow">
        <pc:chgData name="Li,Yuting (HP Medicine) BII-CN-S" userId="ce8fbb54-122c-426d-b8da-fdcc5e1b5022" providerId="ADAL" clId="{1A198669-8F7A-4B27-B17C-FCD382FA6024}" dt="2023-03-15T13:05:16.309" v="750"/>
        <pc:sldMkLst>
          <pc:docMk/>
          <pc:sldMk cId="2892849516" sldId="2134959515"/>
        </pc:sldMkLst>
      </pc:sldChg>
      <pc:sldChg chg="del delCm">
        <pc:chgData name="Li,Yuting (HP Medicine) BII-CN-S" userId="ce8fbb54-122c-426d-b8da-fdcc5e1b5022" providerId="ADAL" clId="{1A198669-8F7A-4B27-B17C-FCD382FA6024}" dt="2023-03-15T01:38:47.279" v="8" actId="47"/>
        <pc:sldMkLst>
          <pc:docMk/>
          <pc:sldMk cId="3643787636" sldId="2147377316"/>
        </pc:sldMkLst>
      </pc:sldChg>
      <pc:sldChg chg="modSp mod">
        <pc:chgData name="Li,Yuting (HP Medicine) BII-CN-S" userId="ce8fbb54-122c-426d-b8da-fdcc5e1b5022" providerId="ADAL" clId="{1A198669-8F7A-4B27-B17C-FCD382FA6024}" dt="2023-03-16T01:35:49.971" v="1356" actId="20577"/>
        <pc:sldMkLst>
          <pc:docMk/>
          <pc:sldMk cId="257973879" sldId="2147469252"/>
        </pc:sldMkLst>
        <pc:spChg chg="mod">
          <ac:chgData name="Li,Yuting (HP Medicine) BII-CN-S" userId="ce8fbb54-122c-426d-b8da-fdcc5e1b5022" providerId="ADAL" clId="{1A198669-8F7A-4B27-B17C-FCD382FA6024}" dt="2023-03-16T01:35:49.971" v="1356" actId="20577"/>
          <ac:spMkLst>
            <pc:docMk/>
            <pc:sldMk cId="257973879" sldId="2147469252"/>
            <ac:spMk id="90" creationId="{9466DE8F-DCCC-4688-AD54-68172F2C8E9F}"/>
          </ac:spMkLst>
        </pc:spChg>
      </pc:sldChg>
      <pc:sldChg chg="modSp">
        <pc:chgData name="Li,Yuting (HP Medicine) BII-CN-S" userId="ce8fbb54-122c-426d-b8da-fdcc5e1b5022" providerId="ADAL" clId="{1A198669-8F7A-4B27-B17C-FCD382FA6024}" dt="2023-03-15T13:05:44.831" v="751"/>
        <pc:sldMkLst>
          <pc:docMk/>
          <pc:sldMk cId="527551734" sldId="2147469264"/>
        </pc:sldMkLst>
        <pc:graphicFrameChg chg="mod">
          <ac:chgData name="Li,Yuting (HP Medicine) BII-CN-S" userId="ce8fbb54-122c-426d-b8da-fdcc5e1b5022" providerId="ADAL" clId="{1A198669-8F7A-4B27-B17C-FCD382FA6024}" dt="2023-03-15T13:05:44.831" v="751"/>
          <ac:graphicFrameMkLst>
            <pc:docMk/>
            <pc:sldMk cId="527551734" sldId="2147469264"/>
            <ac:graphicFrameMk id="10" creationId="{143855D3-70B4-468D-8667-5579C14069D1}"/>
          </ac:graphicFrameMkLst>
        </pc:graphicFrameChg>
      </pc:sldChg>
      <pc:sldChg chg="del">
        <pc:chgData name="Li,Yuting (HP Medicine) BII-CN-S" userId="ce8fbb54-122c-426d-b8da-fdcc5e1b5022" providerId="ADAL" clId="{1A198669-8F7A-4B27-B17C-FCD382FA6024}" dt="2023-03-15T01:41:43.290" v="11" actId="47"/>
        <pc:sldMkLst>
          <pc:docMk/>
          <pc:sldMk cId="1273623890" sldId="2147469265"/>
        </pc:sldMkLst>
      </pc:sldChg>
      <pc:sldChg chg="del">
        <pc:chgData name="Li,Yuting (HP Medicine) BII-CN-S" userId="ce8fbb54-122c-426d-b8da-fdcc5e1b5022" providerId="ADAL" clId="{1A198669-8F7A-4B27-B17C-FCD382FA6024}" dt="2023-03-15T01:41:38.190" v="10" actId="47"/>
        <pc:sldMkLst>
          <pc:docMk/>
          <pc:sldMk cId="1394363315" sldId="2147469266"/>
        </pc:sldMkLst>
      </pc:sldChg>
      <pc:sldChg chg="delCm">
        <pc:chgData name="Li,Yuting (HP Medicine) BII-CN-S" userId="ce8fbb54-122c-426d-b8da-fdcc5e1b5022" providerId="ADAL" clId="{1A198669-8F7A-4B27-B17C-FCD382FA6024}" dt="2023-03-14T13:53:32.571" v="2" actId="1592"/>
        <pc:sldMkLst>
          <pc:docMk/>
          <pc:sldMk cId="2064789201" sldId="2147471168"/>
        </pc:sldMkLst>
      </pc:sldChg>
      <pc:sldChg chg="modSp mod delCm">
        <pc:chgData name="Li,Yuting (HP Medicine) BII-CN-S" userId="ce8fbb54-122c-426d-b8da-fdcc5e1b5022" providerId="ADAL" clId="{1A198669-8F7A-4B27-B17C-FCD382FA6024}" dt="2023-03-15T15:42:37.435" v="1329" actId="1076"/>
        <pc:sldMkLst>
          <pc:docMk/>
          <pc:sldMk cId="3682361847" sldId="2147471169"/>
        </pc:sldMkLst>
        <pc:grpChg chg="mod">
          <ac:chgData name="Li,Yuting (HP Medicine) BII-CN-S" userId="ce8fbb54-122c-426d-b8da-fdcc5e1b5022" providerId="ADAL" clId="{1A198669-8F7A-4B27-B17C-FCD382FA6024}" dt="2023-03-15T15:42:37.435" v="1329" actId="1076"/>
          <ac:grpSpMkLst>
            <pc:docMk/>
            <pc:sldMk cId="3682361847" sldId="2147471169"/>
            <ac:grpSpMk id="50" creationId="{00000000-0000-0000-0000-000000000000}"/>
          </ac:grpSpMkLst>
        </pc:grpChg>
      </pc:sldChg>
      <pc:sldChg chg="modSp mod">
        <pc:chgData name="Li,Yuting (HP Medicine) BII-CN-S" userId="ce8fbb54-122c-426d-b8da-fdcc5e1b5022" providerId="ADAL" clId="{1A198669-8F7A-4B27-B17C-FCD382FA6024}" dt="2023-03-15T15:42:32.014" v="1328" actId="1076"/>
        <pc:sldMkLst>
          <pc:docMk/>
          <pc:sldMk cId="1906004812" sldId="2147471170"/>
        </pc:sldMkLst>
        <pc:grpChg chg="mod">
          <ac:chgData name="Li,Yuting (HP Medicine) BII-CN-S" userId="ce8fbb54-122c-426d-b8da-fdcc5e1b5022" providerId="ADAL" clId="{1A198669-8F7A-4B27-B17C-FCD382FA6024}" dt="2023-03-15T15:42:32.014" v="1328" actId="1076"/>
          <ac:grpSpMkLst>
            <pc:docMk/>
            <pc:sldMk cId="1906004812" sldId="2147471170"/>
            <ac:grpSpMk id="50" creationId="{00000000-0000-0000-0000-000000000000}"/>
          </ac:grpSpMkLst>
        </pc:grpChg>
      </pc:sldChg>
      <pc:sldChg chg="modSp mod">
        <pc:chgData name="Li,Yuting (HP Medicine) BII-CN-S" userId="ce8fbb54-122c-426d-b8da-fdcc5e1b5022" providerId="ADAL" clId="{1A198669-8F7A-4B27-B17C-FCD382FA6024}" dt="2023-03-15T15:42:49.493" v="1330" actId="1076"/>
        <pc:sldMkLst>
          <pc:docMk/>
          <pc:sldMk cId="4022558961" sldId="2147471171"/>
        </pc:sldMkLst>
        <pc:spChg chg="mod">
          <ac:chgData name="Li,Yuting (HP Medicine) BII-CN-S" userId="ce8fbb54-122c-426d-b8da-fdcc5e1b5022" providerId="ADAL" clId="{1A198669-8F7A-4B27-B17C-FCD382FA6024}" dt="2023-03-15T15:42:23.373" v="1327" actId="1076"/>
          <ac:spMkLst>
            <pc:docMk/>
            <pc:sldMk cId="4022558961" sldId="2147471171"/>
            <ac:spMk id="62" creationId="{8DB07CF5-ABA1-4C9B-A9DA-0E66E05CDEC6}"/>
          </ac:spMkLst>
        </pc:spChg>
        <pc:cxnChg chg="mod">
          <ac:chgData name="Li,Yuting (HP Medicine) BII-CN-S" userId="ce8fbb54-122c-426d-b8da-fdcc5e1b5022" providerId="ADAL" clId="{1A198669-8F7A-4B27-B17C-FCD382FA6024}" dt="2023-03-15T15:42:49.493" v="1330" actId="1076"/>
          <ac:cxnSpMkLst>
            <pc:docMk/>
            <pc:sldMk cId="4022558961" sldId="2147471171"/>
            <ac:cxnSpMk id="28" creationId="{9C165100-0114-4167-8FF0-BFF01B293D04}"/>
          </ac:cxnSpMkLst>
        </pc:cxnChg>
      </pc:sldChg>
      <pc:sldChg chg="delCm">
        <pc:chgData name="Li,Yuting (HP Medicine) BII-CN-S" userId="ce8fbb54-122c-426d-b8da-fdcc5e1b5022" providerId="ADAL" clId="{1A198669-8F7A-4B27-B17C-FCD382FA6024}" dt="2023-03-14T13:53:32.575" v="4" actId="1592"/>
        <pc:sldMkLst>
          <pc:docMk/>
          <pc:sldMk cId="1872835041" sldId="2147471185"/>
        </pc:sldMkLst>
      </pc:sldChg>
      <pc:sldChg chg="modSp mod delCm">
        <pc:chgData name="Li,Yuting (HP Medicine) BII-CN-S" userId="ce8fbb54-122c-426d-b8da-fdcc5e1b5022" providerId="ADAL" clId="{1A198669-8F7A-4B27-B17C-FCD382FA6024}" dt="2023-03-15T13:20:13.240" v="752" actId="6549"/>
        <pc:sldMkLst>
          <pc:docMk/>
          <pc:sldMk cId="91123792" sldId="2147471190"/>
        </pc:sldMkLst>
        <pc:spChg chg="mod">
          <ac:chgData name="Li,Yuting (HP Medicine) BII-CN-S" userId="ce8fbb54-122c-426d-b8da-fdcc5e1b5022" providerId="ADAL" clId="{1A198669-8F7A-4B27-B17C-FCD382FA6024}" dt="2023-03-15T13:20:13.240" v="752" actId="6549"/>
          <ac:spMkLst>
            <pc:docMk/>
            <pc:sldMk cId="91123792" sldId="2147471190"/>
            <ac:spMk id="111" creationId="{40929094-C8CC-4BCB-B988-FAC9EF24EDE7}"/>
          </ac:spMkLst>
        </pc:spChg>
      </pc:sldChg>
      <pc:sldChg chg="modSp mod delCm">
        <pc:chgData name="Li,Yuting (HP Medicine) BII-CN-S" userId="ce8fbb54-122c-426d-b8da-fdcc5e1b5022" providerId="ADAL" clId="{1A198669-8F7A-4B27-B17C-FCD382FA6024}" dt="2023-03-15T12:46:22.003" v="393" actId="404"/>
        <pc:sldMkLst>
          <pc:docMk/>
          <pc:sldMk cId="1447552805" sldId="2147471198"/>
        </pc:sldMkLst>
        <pc:spChg chg="mod">
          <ac:chgData name="Li,Yuting (HP Medicine) BII-CN-S" userId="ce8fbb54-122c-426d-b8da-fdcc5e1b5022" providerId="ADAL" clId="{1A198669-8F7A-4B27-B17C-FCD382FA6024}" dt="2023-03-15T12:46:15.849" v="392" actId="404"/>
          <ac:spMkLst>
            <pc:docMk/>
            <pc:sldMk cId="1447552805" sldId="2147471198"/>
            <ac:spMk id="157" creationId="{ABF1C8FA-24FE-4186-8317-54D0AE86DBB2}"/>
          </ac:spMkLst>
        </pc:spChg>
        <pc:spChg chg="mod">
          <ac:chgData name="Li,Yuting (HP Medicine) BII-CN-S" userId="ce8fbb54-122c-426d-b8da-fdcc5e1b5022" providerId="ADAL" clId="{1A198669-8F7A-4B27-B17C-FCD382FA6024}" dt="2023-03-15T12:46:22.003" v="393" actId="404"/>
          <ac:spMkLst>
            <pc:docMk/>
            <pc:sldMk cId="1447552805" sldId="2147471198"/>
            <ac:spMk id="178" creationId="{C8A141E8-3A7E-477A-B6F1-59F3BCA948DD}"/>
          </ac:spMkLst>
        </pc:spChg>
      </pc:sldChg>
      <pc:sldChg chg="modSp mod">
        <pc:chgData name="Li,Yuting (HP Medicine) BII-CN-S" userId="ce8fbb54-122c-426d-b8da-fdcc5e1b5022" providerId="ADAL" clId="{1A198669-8F7A-4B27-B17C-FCD382FA6024}" dt="2023-03-15T16:37:17.090" v="1347" actId="20577"/>
        <pc:sldMkLst>
          <pc:docMk/>
          <pc:sldMk cId="657785498" sldId="2147471204"/>
        </pc:sldMkLst>
        <pc:graphicFrameChg chg="modGraphic">
          <ac:chgData name="Li,Yuting (HP Medicine) BII-CN-S" userId="ce8fbb54-122c-426d-b8da-fdcc5e1b5022" providerId="ADAL" clId="{1A198669-8F7A-4B27-B17C-FCD382FA6024}" dt="2023-03-15T16:37:17.090" v="1347" actId="20577"/>
          <ac:graphicFrameMkLst>
            <pc:docMk/>
            <pc:sldMk cId="657785498" sldId="2147471204"/>
            <ac:graphicFrameMk id="12" creationId="{EE24276D-C300-4706-ACD2-32E108653E2B}"/>
          </ac:graphicFrameMkLst>
        </pc:graphicFrameChg>
      </pc:sldChg>
      <pc:sldChg chg="addSp modSp mod delCm">
        <pc:chgData name="Li,Yuting (HP Medicine) BII-CN-S" userId="ce8fbb54-122c-426d-b8da-fdcc5e1b5022" providerId="ADAL" clId="{1A198669-8F7A-4B27-B17C-FCD382FA6024}" dt="2023-03-27T02:26:07.348" v="1531" actId="20577"/>
        <pc:sldMkLst>
          <pc:docMk/>
          <pc:sldMk cId="2619049626" sldId="2147471208"/>
        </pc:sldMkLst>
        <pc:spChg chg="mod">
          <ac:chgData name="Li,Yuting (HP Medicine) BII-CN-S" userId="ce8fbb54-122c-426d-b8da-fdcc5e1b5022" providerId="ADAL" clId="{1A198669-8F7A-4B27-B17C-FCD382FA6024}" dt="2023-03-15T16:20:14.615" v="1333" actId="1076"/>
          <ac:spMkLst>
            <pc:docMk/>
            <pc:sldMk cId="2619049626" sldId="2147471208"/>
            <ac:spMk id="4" creationId="{9B647F91-1C3C-485A-8F55-C312E59B05A2}"/>
          </ac:spMkLst>
        </pc:spChg>
        <pc:spChg chg="add mod">
          <ac:chgData name="Li,Yuting (HP Medicine) BII-CN-S" userId="ce8fbb54-122c-426d-b8da-fdcc5e1b5022" providerId="ADAL" clId="{1A198669-8F7A-4B27-B17C-FCD382FA6024}" dt="2023-03-16T01:48:26.650" v="1423" actId="20577"/>
          <ac:spMkLst>
            <pc:docMk/>
            <pc:sldMk cId="2619049626" sldId="2147471208"/>
            <ac:spMk id="5" creationId="{E187BAC6-803B-4A3B-8145-F9977E575323}"/>
          </ac:spMkLst>
        </pc:spChg>
        <pc:spChg chg="mod">
          <ac:chgData name="Li,Yuting (HP Medicine) BII-CN-S" userId="ce8fbb54-122c-426d-b8da-fdcc5e1b5022" providerId="ADAL" clId="{1A198669-8F7A-4B27-B17C-FCD382FA6024}" dt="2023-03-27T02:26:07.348" v="1531" actId="20577"/>
          <ac:spMkLst>
            <pc:docMk/>
            <pc:sldMk cId="2619049626" sldId="2147471208"/>
            <ac:spMk id="12" creationId="{C900F43C-F4FF-4A5F-ADEF-A67452BFB7C9}"/>
          </ac:spMkLst>
        </pc:spChg>
      </pc:sldChg>
      <pc:sldChg chg="addSp modSp">
        <pc:chgData name="Li,Yuting (HP Medicine) BII-CN-S" userId="ce8fbb54-122c-426d-b8da-fdcc5e1b5022" providerId="ADAL" clId="{1A198669-8F7A-4B27-B17C-FCD382FA6024}" dt="2023-03-15T01:40:18.962" v="9"/>
        <pc:sldMkLst>
          <pc:docMk/>
          <pc:sldMk cId="1882570260" sldId="2147471210"/>
        </pc:sldMkLst>
        <pc:spChg chg="add mod">
          <ac:chgData name="Li,Yuting (HP Medicine) BII-CN-S" userId="ce8fbb54-122c-426d-b8da-fdcc5e1b5022" providerId="ADAL" clId="{1A198669-8F7A-4B27-B17C-FCD382FA6024}" dt="2023-03-15T01:40:18.962" v="9"/>
          <ac:spMkLst>
            <pc:docMk/>
            <pc:sldMk cId="1882570260" sldId="2147471210"/>
            <ac:spMk id="5" creationId="{E5AE942B-1E70-49B6-BD1F-6A89B3DD5A06}"/>
          </ac:spMkLst>
        </pc:spChg>
      </pc:sldChg>
    </pc:docChg>
  </pc:docChgLst>
  <pc:docChgLst>
    <pc:chgData name="Li,Fengqiong (HP Med RA) BII-CN-B" userId="dae7b85d-6b67-4faa-a5b6-30ff5e066a0d" providerId="ADAL" clId="{16DC4577-C902-4315-B82A-C8689C01EE7E}"/>
    <pc:docChg chg="modSld">
      <pc:chgData name="Li,Fengqiong (HP Med RA) BII-CN-B" userId="dae7b85d-6b67-4faa-a5b6-30ff5e066a0d" providerId="ADAL" clId="{16DC4577-C902-4315-B82A-C8689C01EE7E}" dt="2022-03-09T03:59:54.719" v="0"/>
      <pc:docMkLst>
        <pc:docMk/>
      </pc:docMkLst>
      <pc:sldChg chg="modCm">
        <pc:chgData name="Li,Fengqiong (HP Med RA) BII-CN-B" userId="dae7b85d-6b67-4faa-a5b6-30ff5e066a0d" providerId="ADAL" clId="{16DC4577-C902-4315-B82A-C8689C01EE7E}" dt="2022-03-09T03:59:54.719" v="0"/>
        <pc:sldMkLst>
          <pc:docMk/>
          <pc:sldMk cId="2777933554" sldId="2147377173"/>
        </pc:sldMkLst>
      </pc:sldChg>
    </pc:docChg>
  </pc:docChgLst>
  <pc:docChgLst>
    <pc:chgData name="zxSHA Zhao,Ting (MED CD&amp;O) EXTERNAL" userId="S::ting.zhao.ext@boehringer-ingelheim.com::3d8ce11f-7659-40c3-8229-d1facb227748" providerId="AD" clId="Web-{04EBB3B3-8B54-126F-ABF0-95295F25AF2A}"/>
    <pc:docChg chg="">
      <pc:chgData name="zxSHA Zhao,Ting (MED CD&amp;O) EXTERNAL" userId="S::ting.zhao.ext@boehringer-ingelheim.com::3d8ce11f-7659-40c3-8229-d1facb227748" providerId="AD" clId="Web-{04EBB3B3-8B54-126F-ABF0-95295F25AF2A}" dt="2024-04-23T09:39:05.639" v="0"/>
      <pc:docMkLst>
        <pc:docMk/>
      </pc:docMkLst>
      <pc:sldChg chg="addCm">
        <pc:chgData name="zxSHA Zhao,Ting (MED CD&amp;O) EXTERNAL" userId="S::ting.zhao.ext@boehringer-ingelheim.com::3d8ce11f-7659-40c3-8229-d1facb227748" providerId="AD" clId="Web-{04EBB3B3-8B54-126F-ABF0-95295F25AF2A}" dt="2024-04-23T09:39:05.639" v="0"/>
        <pc:sldMkLst>
          <pc:docMk/>
          <pc:sldMk cId="1814409918" sldId="2147482857"/>
        </pc:sldMkLst>
      </pc:sldChg>
    </pc:docChg>
  </pc:docChgLst>
  <pc:docChgLst>
    <pc:chgData name="Wang,Yuan (HP Medicine) BII-CN-S" userId="S::yuan_2.wang@boehringer-ingelheim.com::358dc601-7626-4089-85ae-a53dd0075322" providerId="AD" clId="Web-{F55E609A-0152-2879-5603-19CCBC07CCF2}"/>
    <pc:docChg chg="modSld">
      <pc:chgData name="Wang,Yuan (HP Medicine) BII-CN-S" userId="S::yuan_2.wang@boehringer-ingelheim.com::358dc601-7626-4089-85ae-a53dd0075322" providerId="AD" clId="Web-{F55E609A-0152-2879-5603-19CCBC07CCF2}" dt="2023-04-06T08:13:59.093" v="131"/>
      <pc:docMkLst>
        <pc:docMk/>
      </pc:docMkLst>
      <pc:sldChg chg="modSp">
        <pc:chgData name="Wang,Yuan (HP Medicine) BII-CN-S" userId="S::yuan_2.wang@boehringer-ingelheim.com::358dc601-7626-4089-85ae-a53dd0075322" providerId="AD" clId="Web-{F55E609A-0152-2879-5603-19CCBC07CCF2}" dt="2023-04-06T08:13:59.093" v="131"/>
        <pc:sldMkLst>
          <pc:docMk/>
          <pc:sldMk cId="2755039485" sldId="2147471225"/>
        </pc:sldMkLst>
        <pc:graphicFrameChg chg="mod modGraphic">
          <ac:chgData name="Wang,Yuan (HP Medicine) BII-CN-S" userId="S::yuan_2.wang@boehringer-ingelheim.com::358dc601-7626-4089-85ae-a53dd0075322" providerId="AD" clId="Web-{F55E609A-0152-2879-5603-19CCBC07CCF2}" dt="2023-04-06T08:13:59.093" v="131"/>
          <ac:graphicFrameMkLst>
            <pc:docMk/>
            <pc:sldMk cId="2755039485" sldId="2147471225"/>
            <ac:graphicFrameMk id="12" creationId="{EE24276D-C300-4706-ACD2-32E108653E2B}"/>
          </ac:graphicFrameMkLst>
        </pc:graphicFrameChg>
      </pc:sldChg>
    </pc:docChg>
  </pc:docChgLst>
  <pc:docChgLst>
    <pc:chgData name="Shi,Cherry (HP Medicine) BII-CN-S" userId="S::cherry.shi@boehringer-ingelheim.com::d1fa847a-fc45-456f-9c70-a123cc9ed61e" providerId="AD" clId="Web-{A537597C-BB00-7C2F-813F-DE5D43744589}"/>
    <pc:docChg chg="modSld">
      <pc:chgData name="Shi,Cherry (HP Medicine) BII-CN-S" userId="S::cherry.shi@boehringer-ingelheim.com::d1fa847a-fc45-456f-9c70-a123cc9ed61e" providerId="AD" clId="Web-{A537597C-BB00-7C2F-813F-DE5D43744589}" dt="2022-03-07T02:29:20.326" v="7" actId="1076"/>
      <pc:docMkLst>
        <pc:docMk/>
      </pc:docMkLst>
      <pc:sldChg chg="modSp">
        <pc:chgData name="Shi,Cherry (HP Medicine) BII-CN-S" userId="S::cherry.shi@boehringer-ingelheim.com::d1fa847a-fc45-456f-9c70-a123cc9ed61e" providerId="AD" clId="Web-{A537597C-BB00-7C2F-813F-DE5D43744589}" dt="2022-03-07T02:29:20.326" v="7" actId="1076"/>
        <pc:sldMkLst>
          <pc:docMk/>
          <pc:sldMk cId="2777933554" sldId="2147377173"/>
        </pc:sldMkLst>
        <pc:spChg chg="mod">
          <ac:chgData name="Shi,Cherry (HP Medicine) BII-CN-S" userId="S::cherry.shi@boehringer-ingelheim.com::d1fa847a-fc45-456f-9c70-a123cc9ed61e" providerId="AD" clId="Web-{A537597C-BB00-7C2F-813F-DE5D43744589}" dt="2022-03-07T02:29:15.841" v="6" actId="20577"/>
          <ac:spMkLst>
            <pc:docMk/>
            <pc:sldMk cId="2777933554" sldId="2147377173"/>
            <ac:spMk id="41" creationId="{80672632-5059-4D01-BB59-096554D9CD3A}"/>
          </ac:spMkLst>
        </pc:spChg>
        <pc:grpChg chg="mod">
          <ac:chgData name="Shi,Cherry (HP Medicine) BII-CN-S" userId="S::cherry.shi@boehringer-ingelheim.com::d1fa847a-fc45-456f-9c70-a123cc9ed61e" providerId="AD" clId="Web-{A537597C-BB00-7C2F-813F-DE5D43744589}" dt="2022-03-07T02:29:20.326" v="7" actId="1076"/>
          <ac:grpSpMkLst>
            <pc:docMk/>
            <pc:sldMk cId="2777933554" sldId="2147377173"/>
            <ac:grpSpMk id="71" creationId="{00000000-0000-0000-0000-000000000000}"/>
          </ac:grpSpMkLst>
        </pc:grpChg>
      </pc:sldChg>
    </pc:docChg>
  </pc:docChgLst>
  <pc:docChgLst>
    <pc:chgData name="Sun,Dr.,Alex (HP Medicine) BII-CN-S" userId="4719f32c-0e69-47bd-a472-8593e5571da4" providerId="ADAL" clId="{CC39B5B9-E7AB-4868-BC72-AD50BE7938D5}"/>
    <pc:docChg chg="undo custSel addSld delSld modSld addMainMaster delMainMaster modSection">
      <pc:chgData name="Sun,Dr.,Alex (HP Medicine) BII-CN-S" userId="4719f32c-0e69-47bd-a472-8593e5571da4" providerId="ADAL" clId="{CC39B5B9-E7AB-4868-BC72-AD50BE7938D5}" dt="2024-03-21T01:17:50.040" v="371" actId="207"/>
      <pc:docMkLst>
        <pc:docMk/>
      </pc:docMkLst>
      <pc:sldChg chg="add del">
        <pc:chgData name="Sun,Dr.,Alex (HP Medicine) BII-CN-S" userId="4719f32c-0e69-47bd-a472-8593e5571da4" providerId="ADAL" clId="{CC39B5B9-E7AB-4868-BC72-AD50BE7938D5}" dt="2024-03-20T14:17:56.957" v="6"/>
        <pc:sldMkLst>
          <pc:docMk/>
          <pc:sldMk cId="3225768108" sldId="9822"/>
        </pc:sldMkLst>
      </pc:sldChg>
      <pc:sldChg chg="add del">
        <pc:chgData name="Sun,Dr.,Alex (HP Medicine) BII-CN-S" userId="4719f32c-0e69-47bd-a472-8593e5571da4" providerId="ADAL" clId="{CC39B5B9-E7AB-4868-BC72-AD50BE7938D5}" dt="2024-03-20T14:18:05.380" v="7" actId="47"/>
        <pc:sldMkLst>
          <pc:docMk/>
          <pc:sldMk cId="3909087113" sldId="2145705761"/>
        </pc:sldMkLst>
      </pc:sldChg>
      <pc:sldChg chg="add del">
        <pc:chgData name="Sun,Dr.,Alex (HP Medicine) BII-CN-S" userId="4719f32c-0e69-47bd-a472-8593e5571da4" providerId="ADAL" clId="{CC39B5B9-E7AB-4868-BC72-AD50BE7938D5}" dt="2024-03-20T14:18:05.380" v="7" actId="47"/>
        <pc:sldMkLst>
          <pc:docMk/>
          <pc:sldMk cId="3797776326" sldId="2145705909"/>
        </pc:sldMkLst>
      </pc:sldChg>
      <pc:sldChg chg="add del mod modShow">
        <pc:chgData name="Sun,Dr.,Alex (HP Medicine) BII-CN-S" userId="4719f32c-0e69-47bd-a472-8593e5571da4" providerId="ADAL" clId="{CC39B5B9-E7AB-4868-BC72-AD50BE7938D5}" dt="2024-03-20T14:18:17.126" v="8" actId="729"/>
        <pc:sldMkLst>
          <pc:docMk/>
          <pc:sldMk cId="60612364" sldId="2145705913"/>
        </pc:sldMkLst>
      </pc:sldChg>
      <pc:sldChg chg="add del">
        <pc:chgData name="Sun,Dr.,Alex (HP Medicine) BII-CN-S" userId="4719f32c-0e69-47bd-a472-8593e5571da4" providerId="ADAL" clId="{CC39B5B9-E7AB-4868-BC72-AD50BE7938D5}" dt="2024-03-20T14:18:05.380" v="7" actId="47"/>
        <pc:sldMkLst>
          <pc:docMk/>
          <pc:sldMk cId="2728215188" sldId="2145705915"/>
        </pc:sldMkLst>
      </pc:sldChg>
      <pc:sldChg chg="add del">
        <pc:chgData name="Sun,Dr.,Alex (HP Medicine) BII-CN-S" userId="4719f32c-0e69-47bd-a472-8593e5571da4" providerId="ADAL" clId="{CC39B5B9-E7AB-4868-BC72-AD50BE7938D5}" dt="2024-03-20T14:18:05.380" v="7" actId="47"/>
        <pc:sldMkLst>
          <pc:docMk/>
          <pc:sldMk cId="1704555303" sldId="2145705916"/>
        </pc:sldMkLst>
      </pc:sldChg>
      <pc:sldChg chg="add del">
        <pc:chgData name="Sun,Dr.,Alex (HP Medicine) BII-CN-S" userId="4719f32c-0e69-47bd-a472-8593e5571da4" providerId="ADAL" clId="{CC39B5B9-E7AB-4868-BC72-AD50BE7938D5}" dt="2024-03-20T14:18:05.380" v="7" actId="47"/>
        <pc:sldMkLst>
          <pc:docMk/>
          <pc:sldMk cId="2420880700" sldId="2145705917"/>
        </pc:sldMkLst>
      </pc:sldChg>
      <pc:sldChg chg="add del">
        <pc:chgData name="Sun,Dr.,Alex (HP Medicine) BII-CN-S" userId="4719f32c-0e69-47bd-a472-8593e5571da4" providerId="ADAL" clId="{CC39B5B9-E7AB-4868-BC72-AD50BE7938D5}" dt="2024-03-20T14:18:05.380" v="7" actId="47"/>
        <pc:sldMkLst>
          <pc:docMk/>
          <pc:sldMk cId="2154359899" sldId="2145705920"/>
        </pc:sldMkLst>
      </pc:sldChg>
      <pc:sldChg chg="add del">
        <pc:chgData name="Sun,Dr.,Alex (HP Medicine) BII-CN-S" userId="4719f32c-0e69-47bd-a472-8593e5571da4" providerId="ADAL" clId="{CC39B5B9-E7AB-4868-BC72-AD50BE7938D5}" dt="2024-03-20T14:18:05.380" v="7" actId="47"/>
        <pc:sldMkLst>
          <pc:docMk/>
          <pc:sldMk cId="3837608171" sldId="2145705924"/>
        </pc:sldMkLst>
      </pc:sldChg>
      <pc:sldChg chg="add del">
        <pc:chgData name="Sun,Dr.,Alex (HP Medicine) BII-CN-S" userId="4719f32c-0e69-47bd-a472-8593e5571da4" providerId="ADAL" clId="{CC39B5B9-E7AB-4868-BC72-AD50BE7938D5}" dt="2024-03-20T14:18:05.380" v="7" actId="47"/>
        <pc:sldMkLst>
          <pc:docMk/>
          <pc:sldMk cId="2185973836" sldId="2145705926"/>
        </pc:sldMkLst>
      </pc:sldChg>
      <pc:sldChg chg="modSp add mod">
        <pc:chgData name="Sun,Dr.,Alex (HP Medicine) BII-CN-S" userId="4719f32c-0e69-47bd-a472-8593e5571da4" providerId="ADAL" clId="{CC39B5B9-E7AB-4868-BC72-AD50BE7938D5}" dt="2024-03-21T01:17:50.040" v="371" actId="207"/>
        <pc:sldMkLst>
          <pc:docMk/>
          <pc:sldMk cId="4237600097" sldId="2145705927"/>
        </pc:sldMkLst>
        <pc:spChg chg="mod">
          <ac:chgData name="Sun,Dr.,Alex (HP Medicine) BII-CN-S" userId="4719f32c-0e69-47bd-a472-8593e5571da4" providerId="ADAL" clId="{CC39B5B9-E7AB-4868-BC72-AD50BE7938D5}" dt="2024-03-21T00:43:20.843" v="259" actId="20577"/>
          <ac:spMkLst>
            <pc:docMk/>
            <pc:sldMk cId="4237600097" sldId="2145705927"/>
            <ac:spMk id="2" creationId="{3F0BCE66-D3A8-7335-A937-F30341F95A1D}"/>
          </ac:spMkLst>
        </pc:spChg>
        <pc:spChg chg="mod">
          <ac:chgData name="Sun,Dr.,Alex (HP Medicine) BII-CN-S" userId="4719f32c-0e69-47bd-a472-8593e5571da4" providerId="ADAL" clId="{CC39B5B9-E7AB-4868-BC72-AD50BE7938D5}" dt="2024-03-21T01:01:53.405" v="307" actId="20577"/>
          <ac:spMkLst>
            <pc:docMk/>
            <pc:sldMk cId="4237600097" sldId="2145705927"/>
            <ac:spMk id="4" creationId="{AE3C0EF9-DC8D-A72F-D1B1-86B3E8203EA8}"/>
          </ac:spMkLst>
        </pc:spChg>
        <pc:spChg chg="mod">
          <ac:chgData name="Sun,Dr.,Alex (HP Medicine) BII-CN-S" userId="4719f32c-0e69-47bd-a472-8593e5571da4" providerId="ADAL" clId="{CC39B5B9-E7AB-4868-BC72-AD50BE7938D5}" dt="2024-03-20T14:20:13.814" v="17"/>
          <ac:spMkLst>
            <pc:docMk/>
            <pc:sldMk cId="4237600097" sldId="2145705927"/>
            <ac:spMk id="5" creationId="{BCA1392C-7815-DA73-3393-0A079CE4433B}"/>
          </ac:spMkLst>
        </pc:spChg>
        <pc:spChg chg="mod">
          <ac:chgData name="Sun,Dr.,Alex (HP Medicine) BII-CN-S" userId="4719f32c-0e69-47bd-a472-8593e5571da4" providerId="ADAL" clId="{CC39B5B9-E7AB-4868-BC72-AD50BE7938D5}" dt="2024-03-21T01:17:50.040" v="371" actId="207"/>
          <ac:spMkLst>
            <pc:docMk/>
            <pc:sldMk cId="4237600097" sldId="2145705927"/>
            <ac:spMk id="8" creationId="{22D60927-DA10-E203-53C8-526AD4BE7E27}"/>
          </ac:spMkLst>
        </pc:spChg>
      </pc:sldChg>
      <pc:sldChg chg="add del mod modShow">
        <pc:chgData name="Sun,Dr.,Alex (HP Medicine) BII-CN-S" userId="4719f32c-0e69-47bd-a472-8593e5571da4" providerId="ADAL" clId="{CC39B5B9-E7AB-4868-BC72-AD50BE7938D5}" dt="2024-03-20T14:18:17.126" v="8" actId="729"/>
        <pc:sldMkLst>
          <pc:docMk/>
          <pc:sldMk cId="1179314214" sldId="2145705928"/>
        </pc:sldMkLst>
      </pc:sldChg>
      <pc:sldChg chg="add del mod modShow">
        <pc:chgData name="Sun,Dr.,Alex (HP Medicine) BII-CN-S" userId="4719f32c-0e69-47bd-a472-8593e5571da4" providerId="ADAL" clId="{CC39B5B9-E7AB-4868-BC72-AD50BE7938D5}" dt="2024-03-20T14:18:17.126" v="8" actId="729"/>
        <pc:sldMkLst>
          <pc:docMk/>
          <pc:sldMk cId="1892755012" sldId="2145705929"/>
        </pc:sldMkLst>
      </pc:sldChg>
      <pc:sldChg chg="modSp add mod">
        <pc:chgData name="Sun,Dr.,Alex (HP Medicine) BII-CN-S" userId="4719f32c-0e69-47bd-a472-8593e5571da4" providerId="ADAL" clId="{CC39B5B9-E7AB-4868-BC72-AD50BE7938D5}" dt="2024-03-20T14:21:40.202" v="33" actId="14100"/>
        <pc:sldMkLst>
          <pc:docMk/>
          <pc:sldMk cId="1896543228" sldId="2147482842"/>
        </pc:sldMkLst>
        <pc:spChg chg="mod">
          <ac:chgData name="Sun,Dr.,Alex (HP Medicine) BII-CN-S" userId="4719f32c-0e69-47bd-a472-8593e5571da4" providerId="ADAL" clId="{CC39B5B9-E7AB-4868-BC72-AD50BE7938D5}" dt="2024-03-20T14:21:40.202" v="33" actId="14100"/>
          <ac:spMkLst>
            <pc:docMk/>
            <pc:sldMk cId="1896543228" sldId="2147482842"/>
            <ac:spMk id="2" creationId="{0D58D385-2EA6-3F0D-16F5-2956D67D6C56}"/>
          </ac:spMkLst>
        </pc:spChg>
      </pc:sldChg>
      <pc:sldChg chg="add del">
        <pc:chgData name="Sun,Dr.,Alex (HP Medicine) BII-CN-S" userId="4719f32c-0e69-47bd-a472-8593e5571da4" providerId="ADAL" clId="{CC39B5B9-E7AB-4868-BC72-AD50BE7938D5}" dt="2024-03-20T14:17:48.460" v="5"/>
        <pc:sldMkLst>
          <pc:docMk/>
          <pc:sldMk cId="2313123413" sldId="2147482842"/>
        </pc:sldMkLst>
      </pc:sldChg>
      <pc:sldChg chg="add del">
        <pc:chgData name="Sun,Dr.,Alex (HP Medicine) BII-CN-S" userId="4719f32c-0e69-47bd-a472-8593e5571da4" providerId="ADAL" clId="{CC39B5B9-E7AB-4868-BC72-AD50BE7938D5}" dt="2024-03-20T14:17:48.460" v="5"/>
        <pc:sldMkLst>
          <pc:docMk/>
          <pc:sldMk cId="2517167690" sldId="2147482843"/>
        </pc:sldMkLst>
      </pc:sldChg>
      <pc:sldChg chg="addSp delSp modSp add mod">
        <pc:chgData name="Sun,Dr.,Alex (HP Medicine) BII-CN-S" userId="4719f32c-0e69-47bd-a472-8593e5571da4" providerId="ADAL" clId="{CC39B5B9-E7AB-4868-BC72-AD50BE7938D5}" dt="2024-03-21T01:02:27.098" v="308" actId="115"/>
        <pc:sldMkLst>
          <pc:docMk/>
          <pc:sldMk cId="3587886240" sldId="2147482843"/>
        </pc:sldMkLst>
        <pc:spChg chg="mod">
          <ac:chgData name="Sun,Dr.,Alex (HP Medicine) BII-CN-S" userId="4719f32c-0e69-47bd-a472-8593e5571da4" providerId="ADAL" clId="{CC39B5B9-E7AB-4868-BC72-AD50BE7938D5}" dt="2024-03-20T14:48:47.100" v="133" actId="1076"/>
          <ac:spMkLst>
            <pc:docMk/>
            <pc:sldMk cId="3587886240" sldId="2147482843"/>
            <ac:spMk id="3" creationId="{6D952102-DC84-A6EB-5E0E-1A0081151B49}"/>
          </ac:spMkLst>
        </pc:spChg>
        <pc:spChg chg="mod">
          <ac:chgData name="Sun,Dr.,Alex (HP Medicine) BII-CN-S" userId="4719f32c-0e69-47bd-a472-8593e5571da4" providerId="ADAL" clId="{CC39B5B9-E7AB-4868-BC72-AD50BE7938D5}" dt="2024-03-20T14:45:52.577" v="124" actId="14100"/>
          <ac:spMkLst>
            <pc:docMk/>
            <pc:sldMk cId="3587886240" sldId="2147482843"/>
            <ac:spMk id="4" creationId="{2AB636AB-9073-1B3C-B518-01E4CD3EEC3D}"/>
          </ac:spMkLst>
        </pc:spChg>
        <pc:spChg chg="add mod">
          <ac:chgData name="Sun,Dr.,Alex (HP Medicine) BII-CN-S" userId="4719f32c-0e69-47bd-a472-8593e5571da4" providerId="ADAL" clId="{CC39B5B9-E7AB-4868-BC72-AD50BE7938D5}" dt="2024-03-20T14:27:18.944" v="72"/>
          <ac:spMkLst>
            <pc:docMk/>
            <pc:sldMk cId="3587886240" sldId="2147482843"/>
            <ac:spMk id="5" creationId="{63DC5580-1DDE-9991-E707-4B88FFE69BDD}"/>
          </ac:spMkLst>
        </pc:spChg>
        <pc:spChg chg="mod">
          <ac:chgData name="Sun,Dr.,Alex (HP Medicine) BII-CN-S" userId="4719f32c-0e69-47bd-a472-8593e5571da4" providerId="ADAL" clId="{CC39B5B9-E7AB-4868-BC72-AD50BE7938D5}" dt="2024-03-20T14:45:25.320" v="119" actId="465"/>
          <ac:spMkLst>
            <pc:docMk/>
            <pc:sldMk cId="3587886240" sldId="2147482843"/>
            <ac:spMk id="8" creationId="{FC7EC15C-62A7-51FC-5026-BBC96DB72A18}"/>
          </ac:spMkLst>
        </pc:spChg>
        <pc:spChg chg="mod">
          <ac:chgData name="Sun,Dr.,Alex (HP Medicine) BII-CN-S" userId="4719f32c-0e69-47bd-a472-8593e5571da4" providerId="ADAL" clId="{CC39B5B9-E7AB-4868-BC72-AD50BE7938D5}" dt="2024-03-20T14:45:25.320" v="119" actId="465"/>
          <ac:spMkLst>
            <pc:docMk/>
            <pc:sldMk cId="3587886240" sldId="2147482843"/>
            <ac:spMk id="9" creationId="{92E8A0D8-6E7C-B15B-2756-AE7835AE797B}"/>
          </ac:spMkLst>
        </pc:spChg>
        <pc:spChg chg="mod">
          <ac:chgData name="Sun,Dr.,Alex (HP Medicine) BII-CN-S" userId="4719f32c-0e69-47bd-a472-8593e5571da4" providerId="ADAL" clId="{CC39B5B9-E7AB-4868-BC72-AD50BE7938D5}" dt="2024-03-20T14:44:59.811" v="118" actId="1035"/>
          <ac:spMkLst>
            <pc:docMk/>
            <pc:sldMk cId="3587886240" sldId="2147482843"/>
            <ac:spMk id="11" creationId="{D73A2866-9F0D-D2ED-21BE-57CB6C1A5C00}"/>
          </ac:spMkLst>
        </pc:spChg>
        <pc:spChg chg="mod">
          <ac:chgData name="Sun,Dr.,Alex (HP Medicine) BII-CN-S" userId="4719f32c-0e69-47bd-a472-8593e5571da4" providerId="ADAL" clId="{CC39B5B9-E7AB-4868-BC72-AD50BE7938D5}" dt="2024-03-20T14:45:25.320" v="119" actId="465"/>
          <ac:spMkLst>
            <pc:docMk/>
            <pc:sldMk cId="3587886240" sldId="2147482843"/>
            <ac:spMk id="12" creationId="{451095A0-23F2-78E0-CA26-FBF0F5951A4F}"/>
          </ac:spMkLst>
        </pc:spChg>
        <pc:spChg chg="del mod">
          <ac:chgData name="Sun,Dr.,Alex (HP Medicine) BII-CN-S" userId="4719f32c-0e69-47bd-a472-8593e5571da4" providerId="ADAL" clId="{CC39B5B9-E7AB-4868-BC72-AD50BE7938D5}" dt="2024-03-20T14:27:18.716" v="71" actId="478"/>
          <ac:spMkLst>
            <pc:docMk/>
            <pc:sldMk cId="3587886240" sldId="2147482843"/>
            <ac:spMk id="16" creationId="{266C95E4-8A8A-AE16-94AC-DBB4F72DA209}"/>
          </ac:spMkLst>
        </pc:spChg>
        <pc:spChg chg="mod">
          <ac:chgData name="Sun,Dr.,Alex (HP Medicine) BII-CN-S" userId="4719f32c-0e69-47bd-a472-8593e5571da4" providerId="ADAL" clId="{CC39B5B9-E7AB-4868-BC72-AD50BE7938D5}" dt="2024-03-21T01:02:27.098" v="308" actId="115"/>
          <ac:spMkLst>
            <pc:docMk/>
            <pc:sldMk cId="3587886240" sldId="2147482843"/>
            <ac:spMk id="17" creationId="{E68A2A3A-5B49-FCF4-C7CE-930A6401B1C8}"/>
          </ac:spMkLst>
        </pc:spChg>
        <pc:spChg chg="mod">
          <ac:chgData name="Sun,Dr.,Alex (HP Medicine) BII-CN-S" userId="4719f32c-0e69-47bd-a472-8593e5571da4" providerId="ADAL" clId="{CC39B5B9-E7AB-4868-BC72-AD50BE7938D5}" dt="2024-03-20T14:29:01.781" v="76" actId="113"/>
          <ac:spMkLst>
            <pc:docMk/>
            <pc:sldMk cId="3587886240" sldId="2147482843"/>
            <ac:spMk id="19" creationId="{B893B8E4-F62E-9D2E-ED32-EDA82EF518F8}"/>
          </ac:spMkLst>
        </pc:spChg>
        <pc:graphicFrameChg chg="mod">
          <ac:chgData name="Sun,Dr.,Alex (HP Medicine) BII-CN-S" userId="4719f32c-0e69-47bd-a472-8593e5571da4" providerId="ADAL" clId="{CC39B5B9-E7AB-4868-BC72-AD50BE7938D5}" dt="2024-03-20T14:48:37.410" v="132" actId="404"/>
          <ac:graphicFrameMkLst>
            <pc:docMk/>
            <pc:sldMk cId="3587886240" sldId="2147482843"/>
            <ac:graphicFrameMk id="6" creationId="{C2087146-7141-8B80-972A-B60FC2F5C6B4}"/>
          </ac:graphicFrameMkLst>
        </pc:graphicFrameChg>
      </pc:sldChg>
      <pc:sldChg chg="addSp delSp modSp add mod">
        <pc:chgData name="Sun,Dr.,Alex (HP Medicine) BII-CN-S" userId="4719f32c-0e69-47bd-a472-8593e5571da4" providerId="ADAL" clId="{CC39B5B9-E7AB-4868-BC72-AD50BE7938D5}" dt="2024-03-21T01:12:41.005" v="369" actId="20577"/>
        <pc:sldMkLst>
          <pc:docMk/>
          <pc:sldMk cId="2382234280" sldId="2147482844"/>
        </pc:sldMkLst>
        <pc:spChg chg="add mod">
          <ac:chgData name="Sun,Dr.,Alex (HP Medicine) BII-CN-S" userId="4719f32c-0e69-47bd-a472-8593e5571da4" providerId="ADAL" clId="{CC39B5B9-E7AB-4868-BC72-AD50BE7938D5}" dt="2024-03-20T14:27:14.362" v="70" actId="14100"/>
          <ac:spMkLst>
            <pc:docMk/>
            <pc:sldMk cId="2382234280" sldId="2147482844"/>
            <ac:spMk id="4" creationId="{3DD616C7-79B5-C222-C8E1-51E14482436F}"/>
          </ac:spMkLst>
        </pc:spChg>
        <pc:spChg chg="add mod">
          <ac:chgData name="Sun,Dr.,Alex (HP Medicine) BII-CN-S" userId="4719f32c-0e69-47bd-a472-8593e5571da4" providerId="ADAL" clId="{CC39B5B9-E7AB-4868-BC72-AD50BE7938D5}" dt="2024-03-21T01:04:31.558" v="367" actId="164"/>
          <ac:spMkLst>
            <pc:docMk/>
            <pc:sldMk cId="2382234280" sldId="2147482844"/>
            <ac:spMk id="5" creationId="{AA75108A-B36D-042D-4CA7-264DE9CCD659}"/>
          </ac:spMkLst>
        </pc:spChg>
        <pc:spChg chg="del">
          <ac:chgData name="Sun,Dr.,Alex (HP Medicine) BII-CN-S" userId="4719f32c-0e69-47bd-a472-8593e5571da4" providerId="ADAL" clId="{CC39B5B9-E7AB-4868-BC72-AD50BE7938D5}" dt="2024-03-20T14:27:03.765" v="60" actId="478"/>
          <ac:spMkLst>
            <pc:docMk/>
            <pc:sldMk cId="2382234280" sldId="2147482844"/>
            <ac:spMk id="7" creationId="{4A56C6DA-CA0A-10E3-8B41-E9FAA8BF3300}"/>
          </ac:spMkLst>
        </pc:spChg>
        <pc:spChg chg="mod">
          <ac:chgData name="Sun,Dr.,Alex (HP Medicine) BII-CN-S" userId="4719f32c-0e69-47bd-a472-8593e5571da4" providerId="ADAL" clId="{CC39B5B9-E7AB-4868-BC72-AD50BE7938D5}" dt="2024-03-20T14:48:22.627" v="127" actId="14100"/>
          <ac:spMkLst>
            <pc:docMk/>
            <pc:sldMk cId="2382234280" sldId="2147482844"/>
            <ac:spMk id="8" creationId="{B4F71A02-355D-0202-CBEC-40F76D8442FA}"/>
          </ac:spMkLst>
        </pc:spChg>
        <pc:spChg chg="mod">
          <ac:chgData name="Sun,Dr.,Alex (HP Medicine) BII-CN-S" userId="4719f32c-0e69-47bd-a472-8593e5571da4" providerId="ADAL" clId="{CC39B5B9-E7AB-4868-BC72-AD50BE7938D5}" dt="2024-03-20T14:29:14.769" v="78" actId="113"/>
          <ac:spMkLst>
            <pc:docMk/>
            <pc:sldMk cId="2382234280" sldId="2147482844"/>
            <ac:spMk id="9" creationId="{3A27AF5C-5811-259D-6465-4FDCD774E9E1}"/>
          </ac:spMkLst>
        </pc:spChg>
        <pc:spChg chg="mod">
          <ac:chgData name="Sun,Dr.,Alex (HP Medicine) BII-CN-S" userId="4719f32c-0e69-47bd-a472-8593e5571da4" providerId="ADAL" clId="{CC39B5B9-E7AB-4868-BC72-AD50BE7938D5}" dt="2024-03-21T01:12:41.005" v="369" actId="20577"/>
          <ac:spMkLst>
            <pc:docMk/>
            <pc:sldMk cId="2382234280" sldId="2147482844"/>
            <ac:spMk id="17" creationId="{6CA94E18-B10D-6D3C-0EBF-2C9918DEEF0B}"/>
          </ac:spMkLst>
        </pc:spChg>
        <pc:spChg chg="mod">
          <ac:chgData name="Sun,Dr.,Alex (HP Medicine) BII-CN-S" userId="4719f32c-0e69-47bd-a472-8593e5571da4" providerId="ADAL" clId="{CC39B5B9-E7AB-4868-BC72-AD50BE7938D5}" dt="2024-03-20T14:49:30.737" v="189" actId="1037"/>
          <ac:spMkLst>
            <pc:docMk/>
            <pc:sldMk cId="2382234280" sldId="2147482844"/>
            <ac:spMk id="18" creationId="{61AA3C8C-838A-5CDE-993E-3B85E860E69A}"/>
          </ac:spMkLst>
        </pc:spChg>
        <pc:spChg chg="mod">
          <ac:chgData name="Sun,Dr.,Alex (HP Medicine) BII-CN-S" userId="4719f32c-0e69-47bd-a472-8593e5571da4" providerId="ADAL" clId="{CC39B5B9-E7AB-4868-BC72-AD50BE7938D5}" dt="2024-03-20T14:49:42.498" v="213" actId="1037"/>
          <ac:spMkLst>
            <pc:docMk/>
            <pc:sldMk cId="2382234280" sldId="2147482844"/>
            <ac:spMk id="19" creationId="{3677AED5-3AA5-E000-E017-86003CA97C0A}"/>
          </ac:spMkLst>
        </pc:spChg>
        <pc:grpChg chg="add mod">
          <ac:chgData name="Sun,Dr.,Alex (HP Medicine) BII-CN-S" userId="4719f32c-0e69-47bd-a472-8593e5571da4" providerId="ADAL" clId="{CC39B5B9-E7AB-4868-BC72-AD50BE7938D5}" dt="2024-03-21T01:04:31.558" v="367" actId="164"/>
          <ac:grpSpMkLst>
            <pc:docMk/>
            <pc:sldMk cId="2382234280" sldId="2147482844"/>
            <ac:grpSpMk id="6" creationId="{DCED3F8B-F6C4-574A-9440-CBCC8EF96AB2}"/>
          </ac:grpSpMkLst>
        </pc:grpChg>
        <pc:graphicFrameChg chg="mod">
          <ac:chgData name="Sun,Dr.,Alex (HP Medicine) BII-CN-S" userId="4719f32c-0e69-47bd-a472-8593e5571da4" providerId="ADAL" clId="{CC39B5B9-E7AB-4868-BC72-AD50BE7938D5}" dt="2024-03-20T14:49:49.299" v="214" actId="403"/>
          <ac:graphicFrameMkLst>
            <pc:docMk/>
            <pc:sldMk cId="2382234280" sldId="2147482844"/>
            <ac:graphicFrameMk id="2" creationId="{6BF71ECE-18B3-E76E-8639-AB3A00DC0C58}"/>
          </ac:graphicFrameMkLst>
        </pc:graphicFrameChg>
      </pc:sldChg>
      <pc:sldChg chg="add del mod modShow">
        <pc:chgData name="Sun,Dr.,Alex (HP Medicine) BII-CN-S" userId="4719f32c-0e69-47bd-a472-8593e5571da4" providerId="ADAL" clId="{CC39B5B9-E7AB-4868-BC72-AD50BE7938D5}" dt="2024-03-20T14:17:48.460" v="5"/>
        <pc:sldMkLst>
          <pc:docMk/>
          <pc:sldMk cId="2938770199" sldId="2147482844"/>
        </pc:sldMkLst>
      </pc:sldChg>
      <pc:sldChg chg="add del mod modShow">
        <pc:chgData name="Sun,Dr.,Alex (HP Medicine) BII-CN-S" userId="4719f32c-0e69-47bd-a472-8593e5571da4" providerId="ADAL" clId="{CC39B5B9-E7AB-4868-BC72-AD50BE7938D5}" dt="2024-03-20T14:17:48.460" v="5"/>
        <pc:sldMkLst>
          <pc:docMk/>
          <pc:sldMk cId="2194818382" sldId="2147482845"/>
        </pc:sldMkLst>
      </pc:sldChg>
      <pc:sldChg chg="add mod modShow">
        <pc:chgData name="Sun,Dr.,Alex (HP Medicine) BII-CN-S" userId="4719f32c-0e69-47bd-a472-8593e5571da4" providerId="ADAL" clId="{CC39B5B9-E7AB-4868-BC72-AD50BE7938D5}" dt="2024-03-20T14:18:17.126" v="8" actId="729"/>
        <pc:sldMkLst>
          <pc:docMk/>
          <pc:sldMk cId="4062247493" sldId="2147482845"/>
        </pc:sldMkLst>
      </pc:sldChg>
      <pc:sldChg chg="add del mod modShow">
        <pc:chgData name="Sun,Dr.,Alex (HP Medicine) BII-CN-S" userId="4719f32c-0e69-47bd-a472-8593e5571da4" providerId="ADAL" clId="{CC39B5B9-E7AB-4868-BC72-AD50BE7938D5}" dt="2024-03-20T14:17:48.460" v="5"/>
        <pc:sldMkLst>
          <pc:docMk/>
          <pc:sldMk cId="1277495602" sldId="2147482846"/>
        </pc:sldMkLst>
      </pc:sldChg>
      <pc:sldChg chg="add mod modShow">
        <pc:chgData name="Sun,Dr.,Alex (HP Medicine) BII-CN-S" userId="4719f32c-0e69-47bd-a472-8593e5571da4" providerId="ADAL" clId="{CC39B5B9-E7AB-4868-BC72-AD50BE7938D5}" dt="2024-03-20T14:18:17.126" v="8" actId="729"/>
        <pc:sldMkLst>
          <pc:docMk/>
          <pc:sldMk cId="3851038219" sldId="2147482846"/>
        </pc:sldMkLst>
      </pc:sldChg>
      <pc:sldChg chg="modSp add mod modShow">
        <pc:chgData name="Sun,Dr.,Alex (HP Medicine) BII-CN-S" userId="4719f32c-0e69-47bd-a472-8593e5571da4" providerId="ADAL" clId="{CC39B5B9-E7AB-4868-BC72-AD50BE7938D5}" dt="2024-03-20T14:20:32.617" v="18" actId="1076"/>
        <pc:sldMkLst>
          <pc:docMk/>
          <pc:sldMk cId="2755444918" sldId="2147482847"/>
        </pc:sldMkLst>
        <pc:spChg chg="mod">
          <ac:chgData name="Sun,Dr.,Alex (HP Medicine) BII-CN-S" userId="4719f32c-0e69-47bd-a472-8593e5571da4" providerId="ADAL" clId="{CC39B5B9-E7AB-4868-BC72-AD50BE7938D5}" dt="2024-03-20T14:20:32.617" v="18" actId="1076"/>
          <ac:spMkLst>
            <pc:docMk/>
            <pc:sldMk cId="2755444918" sldId="2147482847"/>
            <ac:spMk id="11" creationId="{C8B3A4FA-D41C-295B-DA6F-51EF20F5CC1E}"/>
          </ac:spMkLst>
        </pc:spChg>
      </pc:sldChg>
      <pc:sldChg chg="add del mod modShow">
        <pc:chgData name="Sun,Dr.,Alex (HP Medicine) BII-CN-S" userId="4719f32c-0e69-47bd-a472-8593e5571da4" providerId="ADAL" clId="{CC39B5B9-E7AB-4868-BC72-AD50BE7938D5}" dt="2024-03-20T14:17:48.460" v="5"/>
        <pc:sldMkLst>
          <pc:docMk/>
          <pc:sldMk cId="3724779643" sldId="2147482847"/>
        </pc:sldMkLst>
      </pc:sldChg>
      <pc:sldChg chg="add del mod modShow">
        <pc:chgData name="Sun,Dr.,Alex (HP Medicine) BII-CN-S" userId="4719f32c-0e69-47bd-a472-8593e5571da4" providerId="ADAL" clId="{CC39B5B9-E7AB-4868-BC72-AD50BE7938D5}" dt="2024-03-20T14:17:48.460" v="5"/>
        <pc:sldMkLst>
          <pc:docMk/>
          <pc:sldMk cId="438955068" sldId="2147482848"/>
        </pc:sldMkLst>
      </pc:sldChg>
      <pc:sldChg chg="modSp add mod modShow">
        <pc:chgData name="Sun,Dr.,Alex (HP Medicine) BII-CN-S" userId="4719f32c-0e69-47bd-a472-8593e5571da4" providerId="ADAL" clId="{CC39B5B9-E7AB-4868-BC72-AD50BE7938D5}" dt="2024-03-20T14:30:48.450" v="80" actId="404"/>
        <pc:sldMkLst>
          <pc:docMk/>
          <pc:sldMk cId="1833692342" sldId="2147482848"/>
        </pc:sldMkLst>
        <pc:graphicFrameChg chg="modGraphic">
          <ac:chgData name="Sun,Dr.,Alex (HP Medicine) BII-CN-S" userId="4719f32c-0e69-47bd-a472-8593e5571da4" providerId="ADAL" clId="{CC39B5B9-E7AB-4868-BC72-AD50BE7938D5}" dt="2024-03-20T14:30:48.450" v="80" actId="404"/>
          <ac:graphicFrameMkLst>
            <pc:docMk/>
            <pc:sldMk cId="1833692342" sldId="2147482848"/>
            <ac:graphicFrameMk id="8" creationId="{991D9982-6A2D-5F2F-749C-74F7B1D91F83}"/>
          </ac:graphicFrameMkLst>
        </pc:graphicFrameChg>
      </pc:sldChg>
      <pc:sldChg chg="add mod modShow">
        <pc:chgData name="Sun,Dr.,Alex (HP Medicine) BII-CN-S" userId="4719f32c-0e69-47bd-a472-8593e5571da4" providerId="ADAL" clId="{CC39B5B9-E7AB-4868-BC72-AD50BE7938D5}" dt="2024-03-20T14:18:17.126" v="8" actId="729"/>
        <pc:sldMkLst>
          <pc:docMk/>
          <pc:sldMk cId="3415138379" sldId="2147482849"/>
        </pc:sldMkLst>
      </pc:sldChg>
      <pc:sldMasterChg chg="add del addSldLayout delSldLayout">
        <pc:chgData name="Sun,Dr.,Alex (HP Medicine) BII-CN-S" userId="4719f32c-0e69-47bd-a472-8593e5571da4" providerId="ADAL" clId="{CC39B5B9-E7AB-4868-BC72-AD50BE7938D5}" dt="2024-03-20T14:18:05.380" v="7" actId="47"/>
        <pc:sldMasterMkLst>
          <pc:docMk/>
          <pc:sldMasterMk cId="4206276613" sldId="2147484995"/>
        </pc:sldMasterMkLst>
        <pc:sldLayoutChg chg="add del">
          <pc:chgData name="Sun,Dr.,Alex (HP Medicine) BII-CN-S" userId="4719f32c-0e69-47bd-a472-8593e5571da4" providerId="ADAL" clId="{CC39B5B9-E7AB-4868-BC72-AD50BE7938D5}" dt="2024-03-20T14:18:05.380" v="7" actId="47"/>
          <pc:sldLayoutMkLst>
            <pc:docMk/>
            <pc:sldMasterMk cId="4206276613" sldId="2147484995"/>
            <pc:sldLayoutMk cId="2935966729" sldId="2147484996"/>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528071521" sldId="2147484997"/>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20363690" sldId="2147484998"/>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85427612" sldId="2147484999"/>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612190585" sldId="2147485000"/>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282181058" sldId="2147485001"/>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522088515" sldId="2147485002"/>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827947902" sldId="2147485003"/>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875592164" sldId="2147485004"/>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264791472" sldId="2147485005"/>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684619995" sldId="2147485006"/>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387165961" sldId="2147485007"/>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711524732" sldId="2147485008"/>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2838378047" sldId="2147485009"/>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4253641290" sldId="2147485010"/>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932976104" sldId="2147485011"/>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611134911" sldId="2147485012"/>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828764917" sldId="2147485013"/>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241924544" sldId="2147485014"/>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715258970" sldId="2147485015"/>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839287456" sldId="2147485016"/>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89549903" sldId="2147485017"/>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060107491" sldId="2147485018"/>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4190720938" sldId="2147485019"/>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601860207" sldId="2147485020"/>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903102288" sldId="2147485021"/>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212615846" sldId="2147485022"/>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4030473622" sldId="2147485023"/>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717268726" sldId="2147485024"/>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225157779" sldId="2147485025"/>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2500128853" sldId="2147485026"/>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3831653782" sldId="2147485027"/>
          </pc:sldLayoutMkLst>
        </pc:sldLayoutChg>
        <pc:sldLayoutChg chg="add del">
          <pc:chgData name="Sun,Dr.,Alex (HP Medicine) BII-CN-S" userId="4719f32c-0e69-47bd-a472-8593e5571da4" providerId="ADAL" clId="{CC39B5B9-E7AB-4868-BC72-AD50BE7938D5}" dt="2024-03-20T14:18:05.380" v="7" actId="47"/>
          <pc:sldLayoutMkLst>
            <pc:docMk/>
            <pc:sldMasterMk cId="4206276613" sldId="2147484995"/>
            <pc:sldLayoutMk cId="111709449" sldId="2147485028"/>
          </pc:sldLayoutMkLst>
        </pc:sldLayoutChg>
      </pc:sldMasterChg>
    </pc:docChg>
  </pc:docChgLst>
  <pc:docChgLst>
    <pc:chgData name="Chen,Michael (HP Med RA) BII-CN-B" userId="d5e1e1c3-1b8e-4d7c-a738-2fc34bcfb3bb" providerId="ADAL" clId="{965FB665-8B42-4120-AA49-673777A0549C}"/>
    <pc:docChg chg="undo custSel modSld">
      <pc:chgData name="Chen,Michael (HP Med RA) BII-CN-B" userId="d5e1e1c3-1b8e-4d7c-a738-2fc34bcfb3bb" providerId="ADAL" clId="{965FB665-8B42-4120-AA49-673777A0549C}" dt="2022-04-08T06:58:57.861" v="136" actId="207"/>
      <pc:docMkLst>
        <pc:docMk/>
      </pc:docMkLst>
      <pc:sldChg chg="modSp mod">
        <pc:chgData name="Chen,Michael (HP Med RA) BII-CN-B" userId="d5e1e1c3-1b8e-4d7c-a738-2fc34bcfb3bb" providerId="ADAL" clId="{965FB665-8B42-4120-AA49-673777A0549C}" dt="2022-04-08T06:52:30.311" v="21" actId="6549"/>
        <pc:sldMkLst>
          <pc:docMk/>
          <pc:sldMk cId="1492430006" sldId="2147377131"/>
        </pc:sldMkLst>
        <pc:graphicFrameChg chg="modGraphic">
          <ac:chgData name="Chen,Michael (HP Med RA) BII-CN-B" userId="d5e1e1c3-1b8e-4d7c-a738-2fc34bcfb3bb" providerId="ADAL" clId="{965FB665-8B42-4120-AA49-673777A0549C}" dt="2022-04-08T06:52:30.311" v="21" actId="6549"/>
          <ac:graphicFrameMkLst>
            <pc:docMk/>
            <pc:sldMk cId="1492430006" sldId="2147377131"/>
            <ac:graphicFrameMk id="4" creationId="{CE4F806A-756F-4BE6-8340-EB8D9CD7A174}"/>
          </ac:graphicFrameMkLst>
        </pc:graphicFrameChg>
      </pc:sldChg>
      <pc:sldChg chg="modSp mod">
        <pc:chgData name="Chen,Michael (HP Med RA) BII-CN-B" userId="d5e1e1c3-1b8e-4d7c-a738-2fc34bcfb3bb" providerId="ADAL" clId="{965FB665-8B42-4120-AA49-673777A0549C}" dt="2022-04-08T06:58:57.861" v="136" actId="207"/>
        <pc:sldMkLst>
          <pc:docMk/>
          <pc:sldMk cId="1001967075" sldId="2147377159"/>
        </pc:sldMkLst>
        <pc:spChg chg="mod">
          <ac:chgData name="Chen,Michael (HP Med RA) BII-CN-B" userId="d5e1e1c3-1b8e-4d7c-a738-2fc34bcfb3bb" providerId="ADAL" clId="{965FB665-8B42-4120-AA49-673777A0549C}" dt="2022-04-08T06:58:02.712" v="135" actId="207"/>
          <ac:spMkLst>
            <pc:docMk/>
            <pc:sldMk cId="1001967075" sldId="2147377159"/>
            <ac:spMk id="2" creationId="{1962438C-E78A-4FF5-90E4-98B6AD60A7F0}"/>
          </ac:spMkLst>
        </pc:spChg>
        <pc:spChg chg="mod">
          <ac:chgData name="Chen,Michael (HP Med RA) BII-CN-B" userId="d5e1e1c3-1b8e-4d7c-a738-2fc34bcfb3bb" providerId="ADAL" clId="{965FB665-8B42-4120-AA49-673777A0549C}" dt="2022-04-08T06:58:57.861" v="136" actId="207"/>
          <ac:spMkLst>
            <pc:docMk/>
            <pc:sldMk cId="1001967075" sldId="2147377159"/>
            <ac:spMk id="4" creationId="{88E9D82C-4129-43B4-B432-F228B30FFCC5}"/>
          </ac:spMkLst>
        </pc:spChg>
      </pc:sldChg>
    </pc:docChg>
  </pc:docChgLst>
  <pc:docChgLst>
    <pc:chgData name="Wang,Yuan (HP Medicine) BII-CN-S" userId="358dc601-7626-4089-85ae-a53dd0075322" providerId="ADAL" clId="{EB3141C4-0690-430C-9598-69DE690F9C84}"/>
    <pc:docChg chg="custSel modSld">
      <pc:chgData name="Wang,Yuan (HP Medicine) BII-CN-S" userId="358dc601-7626-4089-85ae-a53dd0075322" providerId="ADAL" clId="{EB3141C4-0690-430C-9598-69DE690F9C84}" dt="2022-09-02T03:29:01.057" v="122" actId="13926"/>
      <pc:docMkLst>
        <pc:docMk/>
      </pc:docMkLst>
      <pc:sldChg chg="modSp mod">
        <pc:chgData name="Wang,Yuan (HP Medicine) BII-CN-S" userId="358dc601-7626-4089-85ae-a53dd0075322" providerId="ADAL" clId="{EB3141C4-0690-430C-9598-69DE690F9C84}" dt="2022-09-02T03:29:01.057" v="122" actId="13926"/>
        <pc:sldMkLst>
          <pc:docMk/>
          <pc:sldMk cId="3074215225" sldId="2147377179"/>
        </pc:sldMkLst>
        <pc:graphicFrameChg chg="modGraphic">
          <ac:chgData name="Wang,Yuan (HP Medicine) BII-CN-S" userId="358dc601-7626-4089-85ae-a53dd0075322" providerId="ADAL" clId="{EB3141C4-0690-430C-9598-69DE690F9C84}" dt="2022-09-02T03:29:01.057" v="122" actId="13926"/>
          <ac:graphicFrameMkLst>
            <pc:docMk/>
            <pc:sldMk cId="3074215225" sldId="2147377179"/>
            <ac:graphicFrameMk id="9" creationId="{9451AA74-9EEC-4F3E-9EDC-4DA6C151EA9D}"/>
          </ac:graphicFrameMkLst>
        </pc:graphicFrameChg>
      </pc:sldChg>
      <pc:sldChg chg="addSp delSp modSp mod">
        <pc:chgData name="Wang,Yuan (HP Medicine) BII-CN-S" userId="358dc601-7626-4089-85ae-a53dd0075322" providerId="ADAL" clId="{EB3141C4-0690-430C-9598-69DE690F9C84}" dt="2022-09-02T03:22:09.574" v="40" actId="1076"/>
        <pc:sldMkLst>
          <pc:docMk/>
          <pc:sldMk cId="2159026764" sldId="2147377282"/>
        </pc:sldMkLst>
        <pc:graphicFrameChg chg="add del mod">
          <ac:chgData name="Wang,Yuan (HP Medicine) BII-CN-S" userId="358dc601-7626-4089-85ae-a53dd0075322" providerId="ADAL" clId="{EB3141C4-0690-430C-9598-69DE690F9C84}" dt="2022-09-02T03:21:43.267" v="27" actId="478"/>
          <ac:graphicFrameMkLst>
            <pc:docMk/>
            <pc:sldMk cId="2159026764" sldId="2147377282"/>
            <ac:graphicFrameMk id="5" creationId="{8A4F7F76-1424-44B6-854B-D6FFF5E7DCE0}"/>
          </ac:graphicFrameMkLst>
        </pc:graphicFrameChg>
        <pc:graphicFrameChg chg="add mod">
          <ac:chgData name="Wang,Yuan (HP Medicine) BII-CN-S" userId="358dc601-7626-4089-85ae-a53dd0075322" providerId="ADAL" clId="{EB3141C4-0690-430C-9598-69DE690F9C84}" dt="2022-09-02T03:21:56.438" v="30"/>
          <ac:graphicFrameMkLst>
            <pc:docMk/>
            <pc:sldMk cId="2159026764" sldId="2147377282"/>
            <ac:graphicFrameMk id="7" creationId="{8A4F7F76-1424-44B6-854B-D6FFF5E7DCE0}"/>
          </ac:graphicFrameMkLst>
        </pc:graphicFrameChg>
        <pc:graphicFrameChg chg="add del mod">
          <ac:chgData name="Wang,Yuan (HP Medicine) BII-CN-S" userId="358dc601-7626-4089-85ae-a53dd0075322" providerId="ADAL" clId="{EB3141C4-0690-430C-9598-69DE690F9C84}" dt="2022-09-02T03:22:07.498" v="38" actId="478"/>
          <ac:graphicFrameMkLst>
            <pc:docMk/>
            <pc:sldMk cId="2159026764" sldId="2147377282"/>
            <ac:graphicFrameMk id="8" creationId="{8A4F7F76-1424-44B6-854B-D6FFF5E7DCE0}"/>
          </ac:graphicFrameMkLst>
        </pc:graphicFrameChg>
        <pc:graphicFrameChg chg="add del mod">
          <ac:chgData name="Wang,Yuan (HP Medicine) BII-CN-S" userId="358dc601-7626-4089-85ae-a53dd0075322" providerId="ADAL" clId="{EB3141C4-0690-430C-9598-69DE690F9C84}" dt="2022-09-02T03:22:04.693" v="35"/>
          <ac:graphicFrameMkLst>
            <pc:docMk/>
            <pc:sldMk cId="2159026764" sldId="2147377282"/>
            <ac:graphicFrameMk id="9" creationId="{286774C1-AEAA-4003-BA90-C3BEB86AA514}"/>
          </ac:graphicFrameMkLst>
        </pc:graphicFrameChg>
        <pc:picChg chg="add del mod">
          <ac:chgData name="Wang,Yuan (HP Medicine) BII-CN-S" userId="358dc601-7626-4089-85ae-a53dd0075322" providerId="ADAL" clId="{EB3141C4-0690-430C-9598-69DE690F9C84}" dt="2022-09-02T03:21:38.646" v="26" actId="478"/>
          <ac:picMkLst>
            <pc:docMk/>
            <pc:sldMk cId="2159026764" sldId="2147377282"/>
            <ac:picMk id="2" creationId="{76095D12-7C40-4D71-96F5-B742CF5E3954}"/>
          </ac:picMkLst>
        </pc:picChg>
        <pc:picChg chg="add mod">
          <ac:chgData name="Wang,Yuan (HP Medicine) BII-CN-S" userId="358dc601-7626-4089-85ae-a53dd0075322" providerId="ADAL" clId="{EB3141C4-0690-430C-9598-69DE690F9C84}" dt="2022-09-02T03:22:09.574" v="40" actId="1076"/>
          <ac:picMkLst>
            <pc:docMk/>
            <pc:sldMk cId="2159026764" sldId="2147377282"/>
            <ac:picMk id="6" creationId="{494527ED-D008-4BEE-AC39-1C0F4765DBE3}"/>
          </ac:picMkLst>
        </pc:picChg>
        <pc:picChg chg="del">
          <ac:chgData name="Wang,Yuan (HP Medicine) BII-CN-S" userId="358dc601-7626-4089-85ae-a53dd0075322" providerId="ADAL" clId="{EB3141C4-0690-430C-9598-69DE690F9C84}" dt="2022-09-02T03:17:17.448" v="0" actId="478"/>
          <ac:picMkLst>
            <pc:docMk/>
            <pc:sldMk cId="2159026764" sldId="2147377282"/>
            <ac:picMk id="10" creationId="{434F08C4-8BB1-4B23-A809-65988B51C027}"/>
          </ac:picMkLst>
        </pc:picChg>
      </pc:sldChg>
      <pc:sldChg chg="addSp delSp modSp mod">
        <pc:chgData name="Wang,Yuan (HP Medicine) BII-CN-S" userId="358dc601-7626-4089-85ae-a53dd0075322" providerId="ADAL" clId="{EB3141C4-0690-430C-9598-69DE690F9C84}" dt="2022-09-02T03:21:29.685" v="25" actId="1076"/>
        <pc:sldMkLst>
          <pc:docMk/>
          <pc:sldMk cId="2444892830" sldId="2147377283"/>
        </pc:sldMkLst>
        <pc:spChg chg="mod">
          <ac:chgData name="Wang,Yuan (HP Medicine) BII-CN-S" userId="358dc601-7626-4089-85ae-a53dd0075322" providerId="ADAL" clId="{EB3141C4-0690-430C-9598-69DE690F9C84}" dt="2022-09-02T03:19:30.261" v="15" actId="1076"/>
          <ac:spMkLst>
            <pc:docMk/>
            <pc:sldMk cId="2444892830" sldId="2147377283"/>
            <ac:spMk id="10" creationId="{105D89CC-8523-43CA-B889-5D740493BF89}"/>
          </ac:spMkLst>
        </pc:spChg>
        <pc:graphicFrameChg chg="add mod">
          <ac:chgData name="Wang,Yuan (HP Medicine) BII-CN-S" userId="358dc601-7626-4089-85ae-a53dd0075322" providerId="ADAL" clId="{EB3141C4-0690-430C-9598-69DE690F9C84}" dt="2022-09-02T03:20:57.096" v="19"/>
          <ac:graphicFrameMkLst>
            <pc:docMk/>
            <pc:sldMk cId="2444892830" sldId="2147377283"/>
            <ac:graphicFrameMk id="6" creationId="{0F292392-1DF1-4255-9102-353496865FF4}"/>
          </ac:graphicFrameMkLst>
        </pc:graphicFrameChg>
        <pc:graphicFrameChg chg="mod modGraphic">
          <ac:chgData name="Wang,Yuan (HP Medicine) BII-CN-S" userId="358dc601-7626-4089-85ae-a53dd0075322" providerId="ADAL" clId="{EB3141C4-0690-430C-9598-69DE690F9C84}" dt="2022-09-02T03:21:27.248" v="24" actId="1076"/>
          <ac:graphicFrameMkLst>
            <pc:docMk/>
            <pc:sldMk cId="2444892830" sldId="2147377283"/>
            <ac:graphicFrameMk id="12" creationId="{58376020-90D2-4295-9183-58A8C41CB962}"/>
          </ac:graphicFrameMkLst>
        </pc:graphicFrameChg>
        <pc:picChg chg="del">
          <ac:chgData name="Wang,Yuan (HP Medicine) BII-CN-S" userId="358dc601-7626-4089-85ae-a53dd0075322" providerId="ADAL" clId="{EB3141C4-0690-430C-9598-69DE690F9C84}" dt="2022-09-02T03:19:35.197" v="16" actId="478"/>
          <ac:picMkLst>
            <pc:docMk/>
            <pc:sldMk cId="2444892830" sldId="2147377283"/>
            <ac:picMk id="2" creationId="{D1A39976-D523-4BD7-A30A-19080692C698}"/>
          </ac:picMkLst>
        </pc:picChg>
        <pc:picChg chg="add mod">
          <ac:chgData name="Wang,Yuan (HP Medicine) BII-CN-S" userId="358dc601-7626-4089-85ae-a53dd0075322" providerId="ADAL" clId="{EB3141C4-0690-430C-9598-69DE690F9C84}" dt="2022-09-02T03:21:29.685" v="25" actId="1076"/>
          <ac:picMkLst>
            <pc:docMk/>
            <pc:sldMk cId="2444892830" sldId="2147377283"/>
            <ac:picMk id="4" creationId="{65F8ACD2-225B-4C86-8C36-3D54A35EC157}"/>
          </ac:picMkLst>
        </pc:picChg>
      </pc:sldChg>
    </pc:docChg>
  </pc:docChgLst>
  <pc:docChgLst>
    <pc:chgData name="Li,Ansu (HP Medicine) BII-CN-S" userId="ec2f8842-dc81-4094-912e-223fc8542a04" providerId="ADAL" clId="{125BBEB0-87AF-441F-88B6-71A6C9AB32C0}"/>
    <pc:docChg chg="modSld sldOrd">
      <pc:chgData name="Li,Ansu (HP Medicine) BII-CN-S" userId="ec2f8842-dc81-4094-912e-223fc8542a04" providerId="ADAL" clId="{125BBEB0-87AF-441F-88B6-71A6C9AB32C0}" dt="2024-02-28T02:30:55.525" v="1"/>
      <pc:docMkLst>
        <pc:docMk/>
      </pc:docMkLst>
      <pc:sldChg chg="ord">
        <pc:chgData name="Li,Ansu (HP Medicine) BII-CN-S" userId="ec2f8842-dc81-4094-912e-223fc8542a04" providerId="ADAL" clId="{125BBEB0-87AF-441F-88B6-71A6C9AB32C0}" dt="2024-02-28T02:30:55.525" v="1"/>
        <pc:sldMkLst>
          <pc:docMk/>
          <pc:sldMk cId="154343805" sldId="2147481437"/>
        </pc:sldMkLst>
      </pc:sldChg>
    </pc:docChg>
  </pc:docChgLst>
  <pc:docChgLst>
    <pc:chgData name="Wang,Dr.,Bo (HP Medicine) BII-CN-S" userId="S::bo_7.wang@boehringer-ingelheim.com::950b8564-41e4-4a68-9f11-e3d2e116a359" providerId="AD" clId="Web-{FCDE523F-E02C-321D-1B66-29ED7810DF26}"/>
    <pc:docChg chg="modSld">
      <pc:chgData name="Wang,Dr.,Bo (HP Medicine) BII-CN-S" userId="S::bo_7.wang@boehringer-ingelheim.com::950b8564-41e4-4a68-9f11-e3d2e116a359" providerId="AD" clId="Web-{FCDE523F-E02C-321D-1B66-29ED7810DF26}" dt="2024-03-18T02:26:11.268" v="31" actId="20577"/>
      <pc:docMkLst>
        <pc:docMk/>
      </pc:docMkLst>
      <pc:sldChg chg="modSp">
        <pc:chgData name="Wang,Dr.,Bo (HP Medicine) BII-CN-S" userId="S::bo_7.wang@boehringer-ingelheim.com::950b8564-41e4-4a68-9f11-e3d2e116a359" providerId="AD" clId="Web-{FCDE523F-E02C-321D-1B66-29ED7810DF26}" dt="2024-03-18T02:26:11.268" v="31" actId="20577"/>
        <pc:sldMkLst>
          <pc:docMk/>
          <pc:sldMk cId="712939470" sldId="2147482678"/>
        </pc:sldMkLst>
        <pc:spChg chg="mod">
          <ac:chgData name="Wang,Dr.,Bo (HP Medicine) BII-CN-S" userId="S::bo_7.wang@boehringer-ingelheim.com::950b8564-41e4-4a68-9f11-e3d2e116a359" providerId="AD" clId="Web-{FCDE523F-E02C-321D-1B66-29ED7810DF26}" dt="2024-03-18T02:26:11.268" v="31" actId="20577"/>
          <ac:spMkLst>
            <pc:docMk/>
            <pc:sldMk cId="712939470" sldId="2147482678"/>
            <ac:spMk id="16" creationId="{397C50CA-40EC-2B76-5DCF-8E4B0390FC5E}"/>
          </ac:spMkLst>
        </pc:spChg>
      </pc:sldChg>
    </pc:docChg>
  </pc:docChgLst>
  <pc:docChgLst>
    <pc:chgData name="Wang,Yuan (HP Medicine) BII-CN-S" userId="S::yuan_2.wang@boehringer-ingelheim.com::358dc601-7626-4089-85ae-a53dd0075322" providerId="AD" clId="Web-{212B16DF-A42A-A3DC-37F3-96548E1EA680}"/>
    <pc:docChg chg="modSld">
      <pc:chgData name="Wang,Yuan (HP Medicine) BII-CN-S" userId="S::yuan_2.wang@boehringer-ingelheim.com::358dc601-7626-4089-85ae-a53dd0075322" providerId="AD" clId="Web-{212B16DF-A42A-A3DC-37F3-96548E1EA680}" dt="2023-06-11T12:56:23.072" v="279"/>
      <pc:docMkLst>
        <pc:docMk/>
      </pc:docMkLst>
      <pc:sldChg chg="modSp">
        <pc:chgData name="Wang,Yuan (HP Medicine) BII-CN-S" userId="S::yuan_2.wang@boehringer-ingelheim.com::358dc601-7626-4089-85ae-a53dd0075322" providerId="AD" clId="Web-{212B16DF-A42A-A3DC-37F3-96548E1EA680}" dt="2023-06-11T12:56:23.072" v="279"/>
        <pc:sldMkLst>
          <pc:docMk/>
          <pc:sldMk cId="1142586059" sldId="2147474074"/>
        </pc:sldMkLst>
        <pc:graphicFrameChg chg="mod modGraphic">
          <ac:chgData name="Wang,Yuan (HP Medicine) BII-CN-S" userId="S::yuan_2.wang@boehringer-ingelheim.com::358dc601-7626-4089-85ae-a53dd0075322" providerId="AD" clId="Web-{212B16DF-A42A-A3DC-37F3-96548E1EA680}" dt="2023-06-11T12:56:23.072" v="279"/>
          <ac:graphicFrameMkLst>
            <pc:docMk/>
            <pc:sldMk cId="1142586059" sldId="2147474074"/>
            <ac:graphicFrameMk id="12" creationId="{EE24276D-C300-4706-ACD2-32E108653E2B}"/>
          </ac:graphicFrameMkLst>
        </pc:graphicFrameChg>
      </pc:sldChg>
    </pc:docChg>
  </pc:docChgLst>
  <pc:docChgLst>
    <pc:chgData name="Zhang,Ying (MED CD&amp;O) BII-CN-S" userId="456eb1e0-4978-443e-822e-be854341a778" providerId="ADAL" clId="{2D453ADB-5F52-454F-B516-D3CC41A262BB}"/>
    <pc:docChg chg="undo custSel modSld">
      <pc:chgData name="Zhang,Ying (MED CD&amp;O) BII-CN-S" userId="456eb1e0-4978-443e-822e-be854341a778" providerId="ADAL" clId="{2D453ADB-5F52-454F-B516-D3CC41A262BB}" dt="2022-03-11T02:54:47.719" v="188" actId="20577"/>
      <pc:docMkLst>
        <pc:docMk/>
      </pc:docMkLst>
      <pc:sldChg chg="addSp delSp modSp mod">
        <pc:chgData name="Zhang,Ying (MED CD&amp;O) BII-CN-S" userId="456eb1e0-4978-443e-822e-be854341a778" providerId="ADAL" clId="{2D453ADB-5F52-454F-B516-D3CC41A262BB}" dt="2022-03-11T02:54:47.719" v="188" actId="20577"/>
        <pc:sldMkLst>
          <pc:docMk/>
          <pc:sldMk cId="113715563" sldId="1059"/>
        </pc:sldMkLst>
        <pc:spChg chg="mod">
          <ac:chgData name="Zhang,Ying (MED CD&amp;O) BII-CN-S" userId="456eb1e0-4978-443e-822e-be854341a778" providerId="ADAL" clId="{2D453ADB-5F52-454F-B516-D3CC41A262BB}" dt="2022-03-11T02:54:47.719" v="188" actId="20577"/>
          <ac:spMkLst>
            <pc:docMk/>
            <pc:sldMk cId="113715563" sldId="1059"/>
            <ac:spMk id="4" creationId="{0177C15C-F6F6-41A5-BF5B-182056439382}"/>
          </ac:spMkLst>
        </pc:spChg>
        <pc:picChg chg="add del mod">
          <ac:chgData name="Zhang,Ying (MED CD&amp;O) BII-CN-S" userId="456eb1e0-4978-443e-822e-be854341a778" providerId="ADAL" clId="{2D453ADB-5F52-454F-B516-D3CC41A262BB}" dt="2022-03-11T02:36:44.269" v="16" actId="478"/>
          <ac:picMkLst>
            <pc:docMk/>
            <pc:sldMk cId="113715563" sldId="1059"/>
            <ac:picMk id="6" creationId="{4E521F08-BCFD-4719-8EBF-D4E899BC8886}"/>
          </ac:picMkLst>
        </pc:picChg>
        <pc:picChg chg="mod">
          <ac:chgData name="Zhang,Ying (MED CD&amp;O) BII-CN-S" userId="456eb1e0-4978-443e-822e-be854341a778" providerId="ADAL" clId="{2D453ADB-5F52-454F-B516-D3CC41A262BB}" dt="2022-03-11T02:51:31.791" v="158" actId="1036"/>
          <ac:picMkLst>
            <pc:docMk/>
            <pc:sldMk cId="113715563" sldId="1059"/>
            <ac:picMk id="8" creationId="{A1E515DB-EF1B-4C33-A56F-374173644253}"/>
          </ac:picMkLst>
        </pc:picChg>
        <pc:picChg chg="add del mod">
          <ac:chgData name="Zhang,Ying (MED CD&amp;O) BII-CN-S" userId="456eb1e0-4978-443e-822e-be854341a778" providerId="ADAL" clId="{2D453ADB-5F52-454F-B516-D3CC41A262BB}" dt="2022-03-11T02:36:14.319" v="13" actId="478"/>
          <ac:picMkLst>
            <pc:docMk/>
            <pc:sldMk cId="113715563" sldId="1059"/>
            <ac:picMk id="9" creationId="{294DD2A4-E612-4695-AB06-4D4237388BEA}"/>
          </ac:picMkLst>
        </pc:picChg>
        <pc:picChg chg="add mod">
          <ac:chgData name="Zhang,Ying (MED CD&amp;O) BII-CN-S" userId="456eb1e0-4978-443e-822e-be854341a778" providerId="ADAL" clId="{2D453ADB-5F52-454F-B516-D3CC41A262BB}" dt="2022-03-11T02:46:29.304" v="151" actId="1076"/>
          <ac:picMkLst>
            <pc:docMk/>
            <pc:sldMk cId="113715563" sldId="1059"/>
            <ac:picMk id="11" creationId="{308F714F-494D-47BD-A7C0-838C2833602E}"/>
          </ac:picMkLst>
        </pc:picChg>
      </pc:sldChg>
      <pc:sldChg chg="modCm">
        <pc:chgData name="Zhang,Ying (MED CD&amp;O) BII-CN-S" userId="456eb1e0-4978-443e-822e-be854341a778" providerId="ADAL" clId="{2D453ADB-5F52-454F-B516-D3CC41A262BB}" dt="2022-03-10T08:18:30.394" v="0"/>
        <pc:sldMkLst>
          <pc:docMk/>
          <pc:sldMk cId="1349082433" sldId="2147377174"/>
        </pc:sldMkLst>
      </pc:sldChg>
    </pc:docChg>
  </pc:docChgLst>
  <pc:docChgLst>
    <pc:chgData name="Li,Yuting (HP Medicine) BII-CN-S" userId="ce8fbb54-122c-426d-b8da-fdcc5e1b5022" providerId="ADAL" clId="{84523FB7-6BB1-4FDF-980C-E818E46791AD}"/>
    <pc:docChg chg="undo custSel addSld delSld modSld sldOrd">
      <pc:chgData name="Li,Yuting (HP Medicine) BII-CN-S" userId="ce8fbb54-122c-426d-b8da-fdcc5e1b5022" providerId="ADAL" clId="{84523FB7-6BB1-4FDF-980C-E818E46791AD}" dt="2022-06-14T00:27:34.420" v="759"/>
      <pc:docMkLst>
        <pc:docMk/>
      </pc:docMkLst>
      <pc:sldChg chg="modSp mod">
        <pc:chgData name="Li,Yuting (HP Medicine) BII-CN-S" userId="ce8fbb54-122c-426d-b8da-fdcc5e1b5022" providerId="ADAL" clId="{84523FB7-6BB1-4FDF-980C-E818E46791AD}" dt="2022-06-13T09:46:32.617" v="749" actId="20577"/>
        <pc:sldMkLst>
          <pc:docMk/>
          <pc:sldMk cId="3524290913" sldId="887"/>
        </pc:sldMkLst>
        <pc:spChg chg="mod">
          <ac:chgData name="Li,Yuting (HP Medicine) BII-CN-S" userId="ce8fbb54-122c-426d-b8da-fdcc5e1b5022" providerId="ADAL" clId="{84523FB7-6BB1-4FDF-980C-E818E46791AD}" dt="2022-06-13T09:46:32.617" v="749" actId="20577"/>
          <ac:spMkLst>
            <pc:docMk/>
            <pc:sldMk cId="3524290913" sldId="887"/>
            <ac:spMk id="179" creationId="{76B2B073-55B9-489E-9DB2-DE54D32D033F}"/>
          </ac:spMkLst>
        </pc:spChg>
      </pc:sldChg>
      <pc:sldChg chg="add del">
        <pc:chgData name="Li,Yuting (HP Medicine) BII-CN-S" userId="ce8fbb54-122c-426d-b8da-fdcc5e1b5022" providerId="ADAL" clId="{84523FB7-6BB1-4FDF-980C-E818E46791AD}" dt="2022-06-10T09:50:08.297" v="67" actId="47"/>
        <pc:sldMkLst>
          <pc:docMk/>
          <pc:sldMk cId="2671257935" sldId="1000"/>
        </pc:sldMkLst>
      </pc:sldChg>
      <pc:sldChg chg="add del">
        <pc:chgData name="Li,Yuting (HP Medicine) BII-CN-S" userId="ce8fbb54-122c-426d-b8da-fdcc5e1b5022" providerId="ADAL" clId="{84523FB7-6BB1-4FDF-980C-E818E46791AD}" dt="2022-06-10T09:50:08.297" v="67" actId="47"/>
        <pc:sldMkLst>
          <pc:docMk/>
          <pc:sldMk cId="2849278204" sldId="1189"/>
        </pc:sldMkLst>
      </pc:sldChg>
      <pc:sldChg chg="add del">
        <pc:chgData name="Li,Yuting (HP Medicine) BII-CN-S" userId="ce8fbb54-122c-426d-b8da-fdcc5e1b5022" providerId="ADAL" clId="{84523FB7-6BB1-4FDF-980C-E818E46791AD}" dt="2022-06-10T09:50:08.297" v="67" actId="47"/>
        <pc:sldMkLst>
          <pc:docMk/>
          <pc:sldMk cId="3480220091" sldId="1191"/>
        </pc:sldMkLst>
      </pc:sldChg>
      <pc:sldChg chg="add del">
        <pc:chgData name="Li,Yuting (HP Medicine) BII-CN-S" userId="ce8fbb54-122c-426d-b8da-fdcc5e1b5022" providerId="ADAL" clId="{84523FB7-6BB1-4FDF-980C-E818E46791AD}" dt="2022-06-10T09:50:08.297" v="67" actId="47"/>
        <pc:sldMkLst>
          <pc:docMk/>
          <pc:sldMk cId="1964062619" sldId="1193"/>
        </pc:sldMkLst>
      </pc:sldChg>
      <pc:sldChg chg="add del">
        <pc:chgData name="Li,Yuting (HP Medicine) BII-CN-S" userId="ce8fbb54-122c-426d-b8da-fdcc5e1b5022" providerId="ADAL" clId="{84523FB7-6BB1-4FDF-980C-E818E46791AD}" dt="2022-06-10T09:50:08.297" v="67" actId="47"/>
        <pc:sldMkLst>
          <pc:docMk/>
          <pc:sldMk cId="1473102659" sldId="1197"/>
        </pc:sldMkLst>
      </pc:sldChg>
      <pc:sldChg chg="ord">
        <pc:chgData name="Li,Yuting (HP Medicine) BII-CN-S" userId="ce8fbb54-122c-426d-b8da-fdcc5e1b5022" providerId="ADAL" clId="{84523FB7-6BB1-4FDF-980C-E818E46791AD}" dt="2022-06-10T06:36:32.042" v="48"/>
        <pc:sldMkLst>
          <pc:docMk/>
          <pc:sldMk cId="2253265356" sldId="2141413456"/>
        </pc:sldMkLst>
      </pc:sldChg>
      <pc:sldChg chg="modSp mod">
        <pc:chgData name="Li,Yuting (HP Medicine) BII-CN-S" userId="ce8fbb54-122c-426d-b8da-fdcc5e1b5022" providerId="ADAL" clId="{84523FB7-6BB1-4FDF-980C-E818E46791AD}" dt="2022-06-13T07:16:22.863" v="73" actId="20577"/>
        <pc:sldMkLst>
          <pc:docMk/>
          <pc:sldMk cId="3766878403" sldId="2147377162"/>
        </pc:sldMkLst>
        <pc:graphicFrameChg chg="modGraphic">
          <ac:chgData name="Li,Yuting (HP Medicine) BII-CN-S" userId="ce8fbb54-122c-426d-b8da-fdcc5e1b5022" providerId="ADAL" clId="{84523FB7-6BB1-4FDF-980C-E818E46791AD}" dt="2022-06-13T07:16:22.863" v="73" actId="20577"/>
          <ac:graphicFrameMkLst>
            <pc:docMk/>
            <pc:sldMk cId="3766878403" sldId="2147377162"/>
            <ac:graphicFrameMk id="10" creationId="{7ED29C9C-0700-480D-B788-68CBB9D31EEE}"/>
          </ac:graphicFrameMkLst>
        </pc:graphicFrameChg>
      </pc:sldChg>
      <pc:sldChg chg="modSp mod">
        <pc:chgData name="Li,Yuting (HP Medicine) BII-CN-S" userId="ce8fbb54-122c-426d-b8da-fdcc5e1b5022" providerId="ADAL" clId="{84523FB7-6BB1-4FDF-980C-E818E46791AD}" dt="2022-06-13T07:39:45.001" v="107" actId="1076"/>
        <pc:sldMkLst>
          <pc:docMk/>
          <pc:sldMk cId="1349082433" sldId="2147377174"/>
        </pc:sldMkLst>
        <pc:spChg chg="mod">
          <ac:chgData name="Li,Yuting (HP Medicine) BII-CN-S" userId="ce8fbb54-122c-426d-b8da-fdcc5e1b5022" providerId="ADAL" clId="{84523FB7-6BB1-4FDF-980C-E818E46791AD}" dt="2022-06-13T07:39:45.001" v="107" actId="1076"/>
          <ac:spMkLst>
            <pc:docMk/>
            <pc:sldMk cId="1349082433" sldId="2147377174"/>
            <ac:spMk id="6" creationId="{25E9B149-D572-4CFE-AEEE-BB1C81F2D0A9}"/>
          </ac:spMkLst>
        </pc:spChg>
        <pc:spChg chg="mod">
          <ac:chgData name="Li,Yuting (HP Medicine) BII-CN-S" userId="ce8fbb54-122c-426d-b8da-fdcc5e1b5022" providerId="ADAL" clId="{84523FB7-6BB1-4FDF-980C-E818E46791AD}" dt="2022-06-13T07:39:25.792" v="83" actId="20577"/>
          <ac:spMkLst>
            <pc:docMk/>
            <pc:sldMk cId="1349082433" sldId="2147377174"/>
            <ac:spMk id="107" creationId="{7DDA071E-5F80-4527-AE47-F1E7B2DC2A5B}"/>
          </ac:spMkLst>
        </pc:spChg>
      </pc:sldChg>
      <pc:sldChg chg="modSp mod">
        <pc:chgData name="Li,Yuting (HP Medicine) BII-CN-S" userId="ce8fbb54-122c-426d-b8da-fdcc5e1b5022" providerId="ADAL" clId="{84523FB7-6BB1-4FDF-980C-E818E46791AD}" dt="2022-06-09T11:12:42.250" v="6" actId="1076"/>
        <pc:sldMkLst>
          <pc:docMk/>
          <pc:sldMk cId="4118063875" sldId="2147377176"/>
        </pc:sldMkLst>
        <pc:spChg chg="mod">
          <ac:chgData name="Li,Yuting (HP Medicine) BII-CN-S" userId="ce8fbb54-122c-426d-b8da-fdcc5e1b5022" providerId="ADAL" clId="{84523FB7-6BB1-4FDF-980C-E818E46791AD}" dt="2022-06-09T11:12:42.250" v="6" actId="1076"/>
          <ac:spMkLst>
            <pc:docMk/>
            <pc:sldMk cId="4118063875" sldId="2147377176"/>
            <ac:spMk id="63" creationId="{9224C17E-1AA1-4096-A3FD-25D6FD8BA444}"/>
          </ac:spMkLst>
        </pc:spChg>
        <pc:cxnChg chg="mod">
          <ac:chgData name="Li,Yuting (HP Medicine) BII-CN-S" userId="ce8fbb54-122c-426d-b8da-fdcc5e1b5022" providerId="ADAL" clId="{84523FB7-6BB1-4FDF-980C-E818E46791AD}" dt="2022-06-09T11:12:39.445" v="5" actId="1076"/>
          <ac:cxnSpMkLst>
            <pc:docMk/>
            <pc:sldMk cId="4118063875" sldId="2147377176"/>
            <ac:cxnSpMk id="61" creationId="{9C165100-0114-4167-8FF0-BFF01B293D04}"/>
          </ac:cxnSpMkLst>
        </pc:cxnChg>
      </pc:sldChg>
      <pc:sldChg chg="modSp mod">
        <pc:chgData name="Li,Yuting (HP Medicine) BII-CN-S" userId="ce8fbb54-122c-426d-b8da-fdcc5e1b5022" providerId="ADAL" clId="{84523FB7-6BB1-4FDF-980C-E818E46791AD}" dt="2022-06-10T09:49:23.157" v="64" actId="20577"/>
        <pc:sldMkLst>
          <pc:docMk/>
          <pc:sldMk cId="4081639042" sldId="2147377178"/>
        </pc:sldMkLst>
        <pc:graphicFrameChg chg="modGraphic">
          <ac:chgData name="Li,Yuting (HP Medicine) BII-CN-S" userId="ce8fbb54-122c-426d-b8da-fdcc5e1b5022" providerId="ADAL" clId="{84523FB7-6BB1-4FDF-980C-E818E46791AD}" dt="2022-06-10T09:49:23.157" v="64" actId="20577"/>
          <ac:graphicFrameMkLst>
            <pc:docMk/>
            <pc:sldMk cId="4081639042" sldId="2147377178"/>
            <ac:graphicFrameMk id="10" creationId="{481DFFDC-144E-451C-AE04-288C08C9972C}"/>
          </ac:graphicFrameMkLst>
        </pc:graphicFrameChg>
      </pc:sldChg>
      <pc:sldChg chg="mod ord modShow">
        <pc:chgData name="Li,Yuting (HP Medicine) BII-CN-S" userId="ce8fbb54-122c-426d-b8da-fdcc5e1b5022" providerId="ADAL" clId="{84523FB7-6BB1-4FDF-980C-E818E46791AD}" dt="2022-06-13T07:41:51.227" v="108" actId="729"/>
        <pc:sldMkLst>
          <pc:docMk/>
          <pc:sldMk cId="3928773985" sldId="2147377211"/>
        </pc:sldMkLst>
      </pc:sldChg>
      <pc:sldChg chg="del">
        <pc:chgData name="Li,Yuting (HP Medicine) BII-CN-S" userId="ce8fbb54-122c-426d-b8da-fdcc5e1b5022" providerId="ADAL" clId="{84523FB7-6BB1-4FDF-980C-E818E46791AD}" dt="2022-06-10T09:48:50.693" v="58" actId="47"/>
        <pc:sldMkLst>
          <pc:docMk/>
          <pc:sldMk cId="4244351776" sldId="2147377224"/>
        </pc:sldMkLst>
      </pc:sldChg>
      <pc:sldChg chg="modSp mod">
        <pc:chgData name="Li,Yuting (HP Medicine) BII-CN-S" userId="ce8fbb54-122c-426d-b8da-fdcc5e1b5022" providerId="ADAL" clId="{84523FB7-6BB1-4FDF-980C-E818E46791AD}" dt="2022-06-10T06:21:08.960" v="43" actId="1076"/>
        <pc:sldMkLst>
          <pc:docMk/>
          <pc:sldMk cId="2948759030" sldId="2147377225"/>
        </pc:sldMkLst>
        <pc:spChg chg="mod">
          <ac:chgData name="Li,Yuting (HP Medicine) BII-CN-S" userId="ce8fbb54-122c-426d-b8da-fdcc5e1b5022" providerId="ADAL" clId="{84523FB7-6BB1-4FDF-980C-E818E46791AD}" dt="2022-06-10T06:21:08.960" v="43" actId="1076"/>
          <ac:spMkLst>
            <pc:docMk/>
            <pc:sldMk cId="2948759030" sldId="2147377225"/>
            <ac:spMk id="91" creationId="{FD45A3FD-80BA-4AD6-B3CE-25602A6E2FB5}"/>
          </ac:spMkLst>
        </pc:spChg>
      </pc:sldChg>
      <pc:sldChg chg="modSp mod">
        <pc:chgData name="Li,Yuting (HP Medicine) BII-CN-S" userId="ce8fbb54-122c-426d-b8da-fdcc5e1b5022" providerId="ADAL" clId="{84523FB7-6BB1-4FDF-980C-E818E46791AD}" dt="2022-06-13T10:19:40.948" v="751" actId="20577"/>
        <pc:sldMkLst>
          <pc:docMk/>
          <pc:sldMk cId="1454325840" sldId="2147377230"/>
        </pc:sldMkLst>
        <pc:spChg chg="mod">
          <ac:chgData name="Li,Yuting (HP Medicine) BII-CN-S" userId="ce8fbb54-122c-426d-b8da-fdcc5e1b5022" providerId="ADAL" clId="{84523FB7-6BB1-4FDF-980C-E818E46791AD}" dt="2022-06-13T10:19:38.240" v="750" actId="20577"/>
          <ac:spMkLst>
            <pc:docMk/>
            <pc:sldMk cId="1454325840" sldId="2147377230"/>
            <ac:spMk id="60" creationId="{9224C17E-1AA1-4096-A3FD-25D6FD8BA444}"/>
          </ac:spMkLst>
        </pc:spChg>
        <pc:spChg chg="mod">
          <ac:chgData name="Li,Yuting (HP Medicine) BII-CN-S" userId="ce8fbb54-122c-426d-b8da-fdcc5e1b5022" providerId="ADAL" clId="{84523FB7-6BB1-4FDF-980C-E818E46791AD}" dt="2022-06-13T10:19:40.948" v="751" actId="20577"/>
          <ac:spMkLst>
            <pc:docMk/>
            <pc:sldMk cId="1454325840" sldId="2147377230"/>
            <ac:spMk id="179" creationId="{22D4F8F6-6B2A-46A3-8080-17031A334CD4}"/>
          </ac:spMkLst>
        </pc:spChg>
        <pc:spChg chg="mod">
          <ac:chgData name="Li,Yuting (HP Medicine) BII-CN-S" userId="ce8fbb54-122c-426d-b8da-fdcc5e1b5022" providerId="ADAL" clId="{84523FB7-6BB1-4FDF-980C-E818E46791AD}" dt="2022-06-13T08:50:18.368" v="222" actId="20578"/>
          <ac:spMkLst>
            <pc:docMk/>
            <pc:sldMk cId="1454325840" sldId="2147377230"/>
            <ac:spMk id="192" creationId="{31193A60-52A8-4E9D-BB69-B3D203C95D66}"/>
          </ac:spMkLst>
        </pc:spChg>
      </pc:sldChg>
      <pc:sldChg chg="modSp mod ord delCm">
        <pc:chgData name="Li,Yuting (HP Medicine) BII-CN-S" userId="ce8fbb54-122c-426d-b8da-fdcc5e1b5022" providerId="ADAL" clId="{84523FB7-6BB1-4FDF-980C-E818E46791AD}" dt="2022-06-13T09:20:49.206" v="673"/>
        <pc:sldMkLst>
          <pc:docMk/>
          <pc:sldMk cId="16040882" sldId="2147377231"/>
        </pc:sldMkLst>
        <pc:graphicFrameChg chg="mod modGraphic">
          <ac:chgData name="Li,Yuting (HP Medicine) BII-CN-S" userId="ce8fbb54-122c-426d-b8da-fdcc5e1b5022" providerId="ADAL" clId="{84523FB7-6BB1-4FDF-980C-E818E46791AD}" dt="2022-06-13T08:58:13.811" v="223" actId="1076"/>
          <ac:graphicFrameMkLst>
            <pc:docMk/>
            <pc:sldMk cId="16040882" sldId="2147377231"/>
            <ac:graphicFrameMk id="6" creationId="{EB284954-4E69-45FF-97FD-FCD77C6765B0}"/>
          </ac:graphicFrameMkLst>
        </pc:graphicFrameChg>
      </pc:sldChg>
      <pc:sldChg chg="modSp mod ord">
        <pc:chgData name="Li,Yuting (HP Medicine) BII-CN-S" userId="ce8fbb54-122c-426d-b8da-fdcc5e1b5022" providerId="ADAL" clId="{84523FB7-6BB1-4FDF-980C-E818E46791AD}" dt="2022-06-14T00:27:34.420" v="759"/>
        <pc:sldMkLst>
          <pc:docMk/>
          <pc:sldMk cId="3545230504" sldId="2147377239"/>
        </pc:sldMkLst>
        <pc:spChg chg="mod">
          <ac:chgData name="Li,Yuting (HP Medicine) BII-CN-S" userId="ce8fbb54-122c-426d-b8da-fdcc5e1b5022" providerId="ADAL" clId="{84523FB7-6BB1-4FDF-980C-E818E46791AD}" dt="2022-06-13T12:22:44.597" v="757" actId="20577"/>
          <ac:spMkLst>
            <pc:docMk/>
            <pc:sldMk cId="3545230504" sldId="2147377239"/>
            <ac:spMk id="25" creationId="{ED5A445D-D1B7-4176-984A-EFEC03829DC4}"/>
          </ac:spMkLst>
        </pc:spChg>
        <pc:spChg chg="mod">
          <ac:chgData name="Li,Yuting (HP Medicine) BII-CN-S" userId="ce8fbb54-122c-426d-b8da-fdcc5e1b5022" providerId="ADAL" clId="{84523FB7-6BB1-4FDF-980C-E818E46791AD}" dt="2022-06-13T07:44:38.403" v="157" actId="207"/>
          <ac:spMkLst>
            <pc:docMk/>
            <pc:sldMk cId="3545230504" sldId="2147377239"/>
            <ac:spMk id="32" creationId="{4768AC70-3FDD-4B1B-A629-FFA39AD9DD29}"/>
          </ac:spMkLst>
        </pc:spChg>
        <pc:spChg chg="mod">
          <ac:chgData name="Li,Yuting (HP Medicine) BII-CN-S" userId="ce8fbb54-122c-426d-b8da-fdcc5e1b5022" providerId="ADAL" clId="{84523FB7-6BB1-4FDF-980C-E818E46791AD}" dt="2022-06-10T06:45:04.221" v="56" actId="6549"/>
          <ac:spMkLst>
            <pc:docMk/>
            <pc:sldMk cId="3545230504" sldId="2147377239"/>
            <ac:spMk id="71" creationId="{4A9C72B3-346E-4903-A292-33828448AFF8}"/>
          </ac:spMkLst>
        </pc:spChg>
        <pc:spChg chg="mod">
          <ac:chgData name="Li,Yuting (HP Medicine) BII-CN-S" userId="ce8fbb54-122c-426d-b8da-fdcc5e1b5022" providerId="ADAL" clId="{84523FB7-6BB1-4FDF-980C-E818E46791AD}" dt="2022-06-13T08:18:14.417" v="221" actId="20577"/>
          <ac:spMkLst>
            <pc:docMk/>
            <pc:sldMk cId="3545230504" sldId="2147377239"/>
            <ac:spMk id="72" creationId="{05D4E4F2-4F13-40CC-AE1B-1C4CC8D01CD1}"/>
          </ac:spMkLst>
        </pc:spChg>
      </pc:sldChg>
      <pc:sldChg chg="add delCm">
        <pc:chgData name="Li,Yuting (HP Medicine) BII-CN-S" userId="ce8fbb54-122c-426d-b8da-fdcc5e1b5022" providerId="ADAL" clId="{84523FB7-6BB1-4FDF-980C-E818E46791AD}" dt="2022-06-10T09:50:33.889" v="68" actId="1592"/>
        <pc:sldMkLst>
          <pc:docMk/>
          <pc:sldMk cId="3949658409" sldId="2147377240"/>
        </pc:sldMkLst>
      </pc:sldChg>
      <pc:sldChg chg="new del">
        <pc:chgData name="Li,Yuting (HP Medicine) BII-CN-S" userId="ce8fbb54-122c-426d-b8da-fdcc5e1b5022" providerId="ADAL" clId="{84523FB7-6BB1-4FDF-980C-E818E46791AD}" dt="2022-06-13T08:58:21.976" v="225" actId="680"/>
        <pc:sldMkLst>
          <pc:docMk/>
          <pc:sldMk cId="957177625" sldId="2147377241"/>
        </pc:sldMkLst>
      </pc:sldChg>
      <pc:sldChg chg="modSp add del mod">
        <pc:chgData name="Li,Yuting (HP Medicine) BII-CN-S" userId="ce8fbb54-122c-426d-b8da-fdcc5e1b5022" providerId="ADAL" clId="{84523FB7-6BB1-4FDF-980C-E818E46791AD}" dt="2022-06-13T09:20:52.231" v="674" actId="47"/>
        <pc:sldMkLst>
          <pc:docMk/>
          <pc:sldMk cId="3120655483" sldId="2147377241"/>
        </pc:sldMkLst>
        <pc:graphicFrameChg chg="mod">
          <ac:chgData name="Li,Yuting (HP Medicine) BII-CN-S" userId="ce8fbb54-122c-426d-b8da-fdcc5e1b5022" providerId="ADAL" clId="{84523FB7-6BB1-4FDF-980C-E818E46791AD}" dt="2022-06-13T08:58:49.927" v="228" actId="1076"/>
          <ac:graphicFrameMkLst>
            <pc:docMk/>
            <pc:sldMk cId="3120655483" sldId="2147377241"/>
            <ac:graphicFrameMk id="6" creationId="{EB284954-4E69-45FF-97FD-FCD77C6765B0}"/>
          </ac:graphicFrameMkLst>
        </pc:graphicFrameChg>
      </pc:sldChg>
      <pc:sldChg chg="modSp new mod">
        <pc:chgData name="Li,Yuting (HP Medicine) BII-CN-S" userId="ce8fbb54-122c-426d-b8da-fdcc5e1b5022" providerId="ADAL" clId="{84523FB7-6BB1-4FDF-980C-E818E46791AD}" dt="2022-06-13T09:27:18.397" v="739" actId="20577"/>
        <pc:sldMkLst>
          <pc:docMk/>
          <pc:sldMk cId="1816056523" sldId="2147377242"/>
        </pc:sldMkLst>
        <pc:spChg chg="mod">
          <ac:chgData name="Li,Yuting (HP Medicine) BII-CN-S" userId="ce8fbb54-122c-426d-b8da-fdcc5e1b5022" providerId="ADAL" clId="{84523FB7-6BB1-4FDF-980C-E818E46791AD}" dt="2022-06-13T09:27:18.397" v="739" actId="20577"/>
          <ac:spMkLst>
            <pc:docMk/>
            <pc:sldMk cId="1816056523" sldId="2147377242"/>
            <ac:spMk id="2" creationId="{276BE1CD-B0B1-4B27-BF76-CBFDBF03EB54}"/>
          </ac:spMkLst>
        </pc:spChg>
        <pc:spChg chg="mod">
          <ac:chgData name="Li,Yuting (HP Medicine) BII-CN-S" userId="ce8fbb54-122c-426d-b8da-fdcc5e1b5022" providerId="ADAL" clId="{84523FB7-6BB1-4FDF-980C-E818E46791AD}" dt="2022-06-13T09:21:26.402" v="721" actId="20577"/>
          <ac:spMkLst>
            <pc:docMk/>
            <pc:sldMk cId="1816056523" sldId="2147377242"/>
            <ac:spMk id="4" creationId="{EBB8FF1B-F5D8-4133-8133-DFC068238DE6}"/>
          </ac:spMkLst>
        </pc:spChg>
      </pc:sldChg>
      <pc:sldChg chg="modSp new mod">
        <pc:chgData name="Li,Yuting (HP Medicine) BII-CN-S" userId="ce8fbb54-122c-426d-b8da-fdcc5e1b5022" providerId="ADAL" clId="{84523FB7-6BB1-4FDF-980C-E818E46791AD}" dt="2022-06-13T09:26:27.066" v="735" actId="113"/>
        <pc:sldMkLst>
          <pc:docMk/>
          <pc:sldMk cId="2025189111" sldId="2147377243"/>
        </pc:sldMkLst>
        <pc:spChg chg="mod">
          <ac:chgData name="Li,Yuting (HP Medicine) BII-CN-S" userId="ce8fbb54-122c-426d-b8da-fdcc5e1b5022" providerId="ADAL" clId="{84523FB7-6BB1-4FDF-980C-E818E46791AD}" dt="2022-06-13T09:26:27.066" v="735" actId="113"/>
          <ac:spMkLst>
            <pc:docMk/>
            <pc:sldMk cId="2025189111" sldId="2147377243"/>
            <ac:spMk id="2" creationId="{81D788E3-DEEF-46FC-BC71-7DFC8E49D865}"/>
          </ac:spMkLst>
        </pc:spChg>
        <pc:spChg chg="mod">
          <ac:chgData name="Li,Yuting (HP Medicine) BII-CN-S" userId="ce8fbb54-122c-426d-b8da-fdcc5e1b5022" providerId="ADAL" clId="{84523FB7-6BB1-4FDF-980C-E818E46791AD}" dt="2022-06-13T09:21:35.706" v="734" actId="20577"/>
          <ac:spMkLst>
            <pc:docMk/>
            <pc:sldMk cId="2025189111" sldId="2147377243"/>
            <ac:spMk id="4" creationId="{CA64A790-7E76-4C20-8EDD-B37C37EC9730}"/>
          </ac:spMkLst>
        </pc:spChg>
      </pc:sldChg>
    </pc:docChg>
  </pc:docChgLst>
  <pc:docChgLst>
    <pc:chgData name="Chen,Dr.,Ying (HP Medicine) BII-CN-S" userId="7c019f49-0ee9-4787-9ac5-a11d3b82d6d2" providerId="ADAL" clId="{857333FE-AF13-4A2B-B30D-5422A4E68DDC}"/>
    <pc:docChg chg="modSld">
      <pc:chgData name="Chen,Dr.,Ying (HP Medicine) BII-CN-S" userId="7c019f49-0ee9-4787-9ac5-a11d3b82d6d2" providerId="ADAL" clId="{857333FE-AF13-4A2B-B30D-5422A4E68DDC}" dt="2023-04-04T05:03:51.933" v="4" actId="20577"/>
      <pc:docMkLst>
        <pc:docMk/>
      </pc:docMkLst>
      <pc:sldChg chg="modSp mod">
        <pc:chgData name="Chen,Dr.,Ying (HP Medicine) BII-CN-S" userId="7c019f49-0ee9-4787-9ac5-a11d3b82d6d2" providerId="ADAL" clId="{857333FE-AF13-4A2B-B30D-5422A4E68DDC}" dt="2023-04-04T05:03:51.933" v="4" actId="20577"/>
        <pc:sldMkLst>
          <pc:docMk/>
          <pc:sldMk cId="3257504880" sldId="535"/>
        </pc:sldMkLst>
        <pc:spChg chg="mod">
          <ac:chgData name="Chen,Dr.,Ying (HP Medicine) BII-CN-S" userId="7c019f49-0ee9-4787-9ac5-a11d3b82d6d2" providerId="ADAL" clId="{857333FE-AF13-4A2B-B30D-5422A4E68DDC}" dt="2023-04-04T05:03:51.933" v="4" actId="20577"/>
          <ac:spMkLst>
            <pc:docMk/>
            <pc:sldMk cId="3257504880" sldId="535"/>
            <ac:spMk id="96" creationId="{4AA6B0B8-E24B-44DA-A08C-208E2BCFDDE4}"/>
          </ac:spMkLst>
        </pc:spChg>
      </pc:sldChg>
    </pc:docChg>
  </pc:docChgLst>
  <pc:docChgLst>
    <pc:chgData name="Zhang,Ying (MED CD&amp;O) BII-CN-S" userId="S::ying_2.zhang@boehringer-ingelheim.com::456eb1e0-4978-443e-822e-be854341a778" providerId="AD" clId="Web-{1C0BC3F0-5C2A-95DB-E3A6-A8941659C252}"/>
    <pc:docChg chg="">
      <pc:chgData name="Zhang,Ying (MED CD&amp;O) BII-CN-S" userId="S::ying_2.zhang@boehringer-ingelheim.com::456eb1e0-4978-443e-822e-be854341a778" providerId="AD" clId="Web-{1C0BC3F0-5C2A-95DB-E3A6-A8941659C252}" dt="2023-05-09T06:00:30.300" v="2"/>
      <pc:docMkLst>
        <pc:docMk/>
      </pc:docMkLst>
      <pc:sldChg chg="addCm modCm">
        <pc:chgData name="Zhang,Ying (MED CD&amp;O) BII-CN-S" userId="S::ying_2.zhang@boehringer-ingelheim.com::456eb1e0-4978-443e-822e-be854341a778" providerId="AD" clId="Web-{1C0BC3F0-5C2A-95DB-E3A6-A8941659C252}" dt="2023-05-09T06:00:30.300" v="2"/>
        <pc:sldMkLst>
          <pc:docMk/>
          <pc:sldMk cId="3275380510" sldId="2147474026"/>
        </pc:sldMkLst>
      </pc:sldChg>
    </pc:docChg>
  </pc:docChgLst>
  <pc:docChgLst>
    <pc:chgData name="Liu,Angno (MED CD&amp;O) BII-CN-B" userId="S::angno.liu@boehringer-ingelheim.com::37b2aca2-cf92-40f3-baa6-f7ef7c25e438" providerId="AD" clId="Web-{7C595A36-88D8-DA17-3E86-3DD63530D0FA}"/>
    <pc:docChg chg="modSld">
      <pc:chgData name="Liu,Angno (MED CD&amp;O) BII-CN-B" userId="S::angno.liu@boehringer-ingelheim.com::37b2aca2-cf92-40f3-baa6-f7ef7c25e438" providerId="AD" clId="Web-{7C595A36-88D8-DA17-3E86-3DD63530D0FA}" dt="2024-02-26T07:23:04.179" v="2"/>
      <pc:docMkLst>
        <pc:docMk/>
      </pc:docMkLst>
      <pc:sldChg chg="modSp">
        <pc:chgData name="Liu,Angno (MED CD&amp;O) BII-CN-B" userId="S::angno.liu@boehringer-ingelheim.com::37b2aca2-cf92-40f3-baa6-f7ef7c25e438" providerId="AD" clId="Web-{7C595A36-88D8-DA17-3E86-3DD63530D0FA}" dt="2024-02-26T07:23:04.179" v="2"/>
        <pc:sldMkLst>
          <pc:docMk/>
          <pc:sldMk cId="4175518287" sldId="2147481428"/>
        </pc:sldMkLst>
        <pc:spChg chg="mod">
          <ac:chgData name="Liu,Angno (MED CD&amp;O) BII-CN-B" userId="S::angno.liu@boehringer-ingelheim.com::37b2aca2-cf92-40f3-baa6-f7ef7c25e438" providerId="AD" clId="Web-{7C595A36-88D8-DA17-3E86-3DD63530D0FA}" dt="2024-02-26T07:23:04.179" v="2"/>
          <ac:spMkLst>
            <pc:docMk/>
            <pc:sldMk cId="4175518287" sldId="2147481428"/>
            <ac:spMk id="30" creationId="{AE1A5680-D133-2FB3-FC32-EF85FAA610D3}"/>
          </ac:spMkLst>
        </pc:spChg>
      </pc:sldChg>
    </pc:docChg>
  </pc:docChgLst>
  <pc:docChgLst>
    <pc:chgData name="Liu,Angno (MED CD&amp;O) BII-CN-B" userId="S::angno.liu@boehringer-ingelheim.com::37b2aca2-cf92-40f3-baa6-f7ef7c25e438" providerId="AD" clId="Web-{AF7F1B09-74E5-15C1-DE84-1820DA2C075C}"/>
    <pc:docChg chg="">
      <pc:chgData name="Liu,Angno (MED CD&amp;O) BII-CN-B" userId="S::angno.liu@boehringer-ingelheim.com::37b2aca2-cf92-40f3-baa6-f7ef7c25e438" providerId="AD" clId="Web-{AF7F1B09-74E5-15C1-DE84-1820DA2C075C}" dt="2024-04-23T09:36:32.844" v="0"/>
      <pc:docMkLst>
        <pc:docMk/>
      </pc:docMkLst>
      <pc:sldChg chg="addCm">
        <pc:chgData name="Liu,Angno (MED CD&amp;O) BII-CN-B" userId="S::angno.liu@boehringer-ingelheim.com::37b2aca2-cf92-40f3-baa6-f7ef7c25e438" providerId="AD" clId="Web-{AF7F1B09-74E5-15C1-DE84-1820DA2C075C}" dt="2024-04-23T09:36:32.844" v="0"/>
        <pc:sldMkLst>
          <pc:docMk/>
          <pc:sldMk cId="641215758" sldId="2147482876"/>
        </pc:sldMkLst>
      </pc:sldChg>
    </pc:docChg>
  </pc:docChgLst>
  <pc:docChgLst>
    <pc:chgData name="Chen,Michael (HP Med RA) BII-CN-B" userId="d5e1e1c3-1b8e-4d7c-a738-2fc34bcfb3bb" providerId="ADAL" clId="{28601F7E-13CB-48F4-ABC5-6E887B17F1D4}"/>
    <pc:docChg chg="modSld">
      <pc:chgData name="Chen,Michael (HP Med RA) BII-CN-B" userId="d5e1e1c3-1b8e-4d7c-a738-2fc34bcfb3bb" providerId="ADAL" clId="{28601F7E-13CB-48F4-ABC5-6E887B17F1D4}" dt="2023-02-16T05:36:24.222" v="1" actId="20577"/>
      <pc:docMkLst>
        <pc:docMk/>
      </pc:docMkLst>
      <pc:sldChg chg="modSp mod">
        <pc:chgData name="Chen,Michael (HP Med RA) BII-CN-B" userId="d5e1e1c3-1b8e-4d7c-a738-2fc34bcfb3bb" providerId="ADAL" clId="{28601F7E-13CB-48F4-ABC5-6E887B17F1D4}" dt="2023-02-16T05:36:24.222" v="1" actId="20577"/>
        <pc:sldMkLst>
          <pc:docMk/>
          <pc:sldMk cId="3314611149" sldId="295"/>
        </pc:sldMkLst>
        <pc:spChg chg="mod">
          <ac:chgData name="Chen,Michael (HP Med RA) BII-CN-B" userId="d5e1e1c3-1b8e-4d7c-a738-2fc34bcfb3bb" providerId="ADAL" clId="{28601F7E-13CB-48F4-ABC5-6E887B17F1D4}" dt="2023-02-16T05:36:24.222" v="1" actId="20577"/>
          <ac:spMkLst>
            <pc:docMk/>
            <pc:sldMk cId="3314611149" sldId="295"/>
            <ac:spMk id="103" creationId="{35E731EA-1C78-4A93-99D2-9977A624656B}"/>
          </ac:spMkLst>
        </pc:spChg>
      </pc:sldChg>
    </pc:docChg>
  </pc:docChgLst>
  <pc:docChgLst>
    <pc:chgData name="Zhang,Ying (MED CD&amp;O) BII-CN-S" userId="456eb1e0-4978-443e-822e-be854341a778" providerId="ADAL" clId="{941EB64B-28DD-4AEB-8F05-8AF3CDE741BB}"/>
    <pc:docChg chg="undo custSel addSld delSld modSld">
      <pc:chgData name="Zhang,Ying (MED CD&amp;O) BII-CN-S" userId="456eb1e0-4978-443e-822e-be854341a778" providerId="ADAL" clId="{941EB64B-28DD-4AEB-8F05-8AF3CDE741BB}" dt="2023-05-10T12:05:43.922" v="33"/>
      <pc:docMkLst>
        <pc:docMk/>
      </pc:docMkLst>
      <pc:sldChg chg="add del">
        <pc:chgData name="Zhang,Ying (MED CD&amp;O) BII-CN-S" userId="456eb1e0-4978-443e-822e-be854341a778" providerId="ADAL" clId="{941EB64B-28DD-4AEB-8F05-8AF3CDE741BB}" dt="2023-05-10T12:05:43.922" v="33"/>
        <pc:sldMkLst>
          <pc:docMk/>
          <pc:sldMk cId="2985323759" sldId="2147474024"/>
        </pc:sldMkLst>
      </pc:sldChg>
      <pc:sldChg chg="add del">
        <pc:chgData name="Zhang,Ying (MED CD&amp;O) BII-CN-S" userId="456eb1e0-4978-443e-822e-be854341a778" providerId="ADAL" clId="{941EB64B-28DD-4AEB-8F05-8AF3CDE741BB}" dt="2023-05-10T12:05:43.922" v="33"/>
        <pc:sldMkLst>
          <pc:docMk/>
          <pc:sldMk cId="1788561112" sldId="2147474025"/>
        </pc:sldMkLst>
      </pc:sldChg>
      <pc:sldChg chg="del">
        <pc:chgData name="Zhang,Ying (MED CD&amp;O) BII-CN-S" userId="456eb1e0-4978-443e-822e-be854341a778" providerId="ADAL" clId="{941EB64B-28DD-4AEB-8F05-8AF3CDE741BB}" dt="2023-05-10T12:02:46.967" v="25" actId="47"/>
        <pc:sldMkLst>
          <pc:docMk/>
          <pc:sldMk cId="99707753" sldId="2147474048"/>
        </pc:sldMkLst>
      </pc:sldChg>
      <pc:sldChg chg="del">
        <pc:chgData name="Zhang,Ying (MED CD&amp;O) BII-CN-S" userId="456eb1e0-4978-443e-822e-be854341a778" providerId="ADAL" clId="{941EB64B-28DD-4AEB-8F05-8AF3CDE741BB}" dt="2023-05-10T12:02:52.097" v="26" actId="47"/>
        <pc:sldMkLst>
          <pc:docMk/>
          <pc:sldMk cId="2196787557" sldId="2147474049"/>
        </pc:sldMkLst>
      </pc:sldChg>
      <pc:sldChg chg="modSp del mod">
        <pc:chgData name="Zhang,Ying (MED CD&amp;O) BII-CN-S" userId="456eb1e0-4978-443e-822e-be854341a778" providerId="ADAL" clId="{941EB64B-28DD-4AEB-8F05-8AF3CDE741BB}" dt="2023-05-10T11:23:19.597" v="20" actId="207"/>
        <pc:sldMkLst>
          <pc:docMk/>
          <pc:sldMk cId="3472126166" sldId="2147474051"/>
        </pc:sldMkLst>
        <pc:graphicFrameChg chg="modGraphic">
          <ac:chgData name="Zhang,Ying (MED CD&amp;O) BII-CN-S" userId="456eb1e0-4978-443e-822e-be854341a778" providerId="ADAL" clId="{941EB64B-28DD-4AEB-8F05-8AF3CDE741BB}" dt="2023-05-10T11:23:19.597" v="20" actId="207"/>
          <ac:graphicFrameMkLst>
            <pc:docMk/>
            <pc:sldMk cId="3472126166" sldId="2147474051"/>
            <ac:graphicFrameMk id="4" creationId="{2CEBF649-A310-C98F-AA08-801990BFCF17}"/>
          </ac:graphicFrameMkLst>
        </pc:graphicFrameChg>
      </pc:sldChg>
      <pc:sldChg chg="modSp del mod">
        <pc:chgData name="Zhang,Ying (MED CD&amp;O) BII-CN-S" userId="456eb1e0-4978-443e-822e-be854341a778" providerId="ADAL" clId="{941EB64B-28DD-4AEB-8F05-8AF3CDE741BB}" dt="2023-05-10T11:23:47.439" v="24" actId="255"/>
        <pc:sldMkLst>
          <pc:docMk/>
          <pc:sldMk cId="3996077414" sldId="2147474052"/>
        </pc:sldMkLst>
        <pc:graphicFrameChg chg="mod modGraphic">
          <ac:chgData name="Zhang,Ying (MED CD&amp;O) BII-CN-S" userId="456eb1e0-4978-443e-822e-be854341a778" providerId="ADAL" clId="{941EB64B-28DD-4AEB-8F05-8AF3CDE741BB}" dt="2023-05-10T11:23:47.439" v="24" actId="255"/>
          <ac:graphicFrameMkLst>
            <pc:docMk/>
            <pc:sldMk cId="3996077414" sldId="2147474052"/>
            <ac:graphicFrameMk id="3" creationId="{48927684-37F1-A86D-CAE0-D3F579B9BCA4}"/>
          </ac:graphicFrameMkLst>
        </pc:graphicFrameChg>
        <pc:graphicFrameChg chg="mod">
          <ac:chgData name="Zhang,Ying (MED CD&amp;O) BII-CN-S" userId="456eb1e0-4978-443e-822e-be854341a778" providerId="ADAL" clId="{941EB64B-28DD-4AEB-8F05-8AF3CDE741BB}" dt="2023-05-10T10:36:28.518" v="4" actId="255"/>
          <ac:graphicFrameMkLst>
            <pc:docMk/>
            <pc:sldMk cId="3996077414" sldId="2147474052"/>
            <ac:graphicFrameMk id="9" creationId="{4775F1CF-3D8C-4AC1-AA7B-487896056739}"/>
          </ac:graphicFrameMkLst>
        </pc:graphicFrameChg>
      </pc:sldChg>
    </pc:docChg>
  </pc:docChgLst>
  <pc:docChgLst>
    <pc:chgData name="Li,Yuting (HP Medicine) BII-CN-S" userId="ce8fbb54-122c-426d-b8da-fdcc5e1b5022" providerId="ADAL" clId="{553E2015-683D-41B6-A12E-BA00D0BE9FD7}"/>
    <pc:docChg chg="undo redo custSel delSld modSld sldOrd">
      <pc:chgData name="Li,Yuting (HP Medicine) BII-CN-S" userId="ce8fbb54-122c-426d-b8da-fdcc5e1b5022" providerId="ADAL" clId="{553E2015-683D-41B6-A12E-BA00D0BE9FD7}" dt="2023-11-14T01:51:54.376" v="620" actId="20578"/>
      <pc:docMkLst>
        <pc:docMk/>
      </pc:docMkLst>
      <pc:sldChg chg="delCm">
        <pc:chgData name="Li,Yuting (HP Medicine) BII-CN-S" userId="ce8fbb54-122c-426d-b8da-fdcc5e1b5022" providerId="ADAL" clId="{553E2015-683D-41B6-A12E-BA00D0BE9FD7}" dt="2023-11-13T08:17:05.917" v="482" actId="1592"/>
        <pc:sldMkLst>
          <pc:docMk/>
          <pc:sldMk cId="1381831047" sldId="2147474097"/>
        </pc:sldMkLst>
      </pc:sldChg>
      <pc:sldChg chg="modSp mod">
        <pc:chgData name="Li,Yuting (HP Medicine) BII-CN-S" userId="ce8fbb54-122c-426d-b8da-fdcc5e1b5022" providerId="ADAL" clId="{553E2015-683D-41B6-A12E-BA00D0BE9FD7}" dt="2023-11-13T07:18:02.278" v="143" actId="6549"/>
        <pc:sldMkLst>
          <pc:docMk/>
          <pc:sldMk cId="1432544709" sldId="2147474970"/>
        </pc:sldMkLst>
        <pc:spChg chg="mod">
          <ac:chgData name="Li,Yuting (HP Medicine) BII-CN-S" userId="ce8fbb54-122c-426d-b8da-fdcc5e1b5022" providerId="ADAL" clId="{553E2015-683D-41B6-A12E-BA00D0BE9FD7}" dt="2023-11-13T07:18:02.278" v="143" actId="6549"/>
          <ac:spMkLst>
            <pc:docMk/>
            <pc:sldMk cId="1432544709" sldId="2147474970"/>
            <ac:spMk id="9" creationId="{50059102-7749-1D79-F835-ADAB0672A091}"/>
          </ac:spMkLst>
        </pc:spChg>
      </pc:sldChg>
      <pc:sldChg chg="modSp mod">
        <pc:chgData name="Li,Yuting (HP Medicine) BII-CN-S" userId="ce8fbb54-122c-426d-b8da-fdcc5e1b5022" providerId="ADAL" clId="{553E2015-683D-41B6-A12E-BA00D0BE9FD7}" dt="2023-11-13T08:13:19.010" v="481"/>
        <pc:sldMkLst>
          <pc:docMk/>
          <pc:sldMk cId="4190427294" sldId="2147474975"/>
        </pc:sldMkLst>
        <pc:spChg chg="mod">
          <ac:chgData name="Li,Yuting (HP Medicine) BII-CN-S" userId="ce8fbb54-122c-426d-b8da-fdcc5e1b5022" providerId="ADAL" clId="{553E2015-683D-41B6-A12E-BA00D0BE9FD7}" dt="2023-11-13T08:13:19.010" v="481"/>
          <ac:spMkLst>
            <pc:docMk/>
            <pc:sldMk cId="4190427294" sldId="2147474975"/>
            <ac:spMk id="6" creationId="{25357EA1-1F19-4D1B-9A4E-2EAB26F09BB9}"/>
          </ac:spMkLst>
        </pc:spChg>
      </pc:sldChg>
      <pc:sldChg chg="delCm">
        <pc:chgData name="Li,Yuting (HP Medicine) BII-CN-S" userId="ce8fbb54-122c-426d-b8da-fdcc5e1b5022" providerId="ADAL" clId="{553E2015-683D-41B6-A12E-BA00D0BE9FD7}" dt="2023-11-13T08:17:05.917" v="483" actId="1592"/>
        <pc:sldMkLst>
          <pc:docMk/>
          <pc:sldMk cId="3295467870" sldId="2147474978"/>
        </pc:sldMkLst>
      </pc:sldChg>
      <pc:sldChg chg="delCm">
        <pc:chgData name="Li,Yuting (HP Medicine) BII-CN-S" userId="ce8fbb54-122c-426d-b8da-fdcc5e1b5022" providerId="ADAL" clId="{553E2015-683D-41B6-A12E-BA00D0BE9FD7}" dt="2023-11-13T08:17:05.917" v="484" actId="1592"/>
        <pc:sldMkLst>
          <pc:docMk/>
          <pc:sldMk cId="2080593159" sldId="2147474981"/>
        </pc:sldMkLst>
      </pc:sldChg>
      <pc:sldChg chg="modSp mod modNotesTx">
        <pc:chgData name="Li,Yuting (HP Medicine) BII-CN-S" userId="ce8fbb54-122c-426d-b8da-fdcc5e1b5022" providerId="ADAL" clId="{553E2015-683D-41B6-A12E-BA00D0BE9FD7}" dt="2023-11-13T14:31:35.907" v="560" actId="1076"/>
        <pc:sldMkLst>
          <pc:docMk/>
          <pc:sldMk cId="2896258080" sldId="2147474982"/>
        </pc:sldMkLst>
        <pc:spChg chg="mod">
          <ac:chgData name="Li,Yuting (HP Medicine) BII-CN-S" userId="ce8fbb54-122c-426d-b8da-fdcc5e1b5022" providerId="ADAL" clId="{553E2015-683D-41B6-A12E-BA00D0BE9FD7}" dt="2023-11-13T14:31:35.907" v="560" actId="1076"/>
          <ac:spMkLst>
            <pc:docMk/>
            <pc:sldMk cId="2896258080" sldId="2147474982"/>
            <ac:spMk id="6" creationId="{25E9B149-D572-4CFE-AEEE-BB1C81F2D0A9}"/>
          </ac:spMkLst>
        </pc:spChg>
      </pc:sldChg>
      <pc:sldChg chg="modSp mod">
        <pc:chgData name="Li,Yuting (HP Medicine) BII-CN-S" userId="ce8fbb54-122c-426d-b8da-fdcc5e1b5022" providerId="ADAL" clId="{553E2015-683D-41B6-A12E-BA00D0BE9FD7}" dt="2023-11-13T08:39:28.160" v="538" actId="20577"/>
        <pc:sldMkLst>
          <pc:docMk/>
          <pc:sldMk cId="1164879277" sldId="2147474983"/>
        </pc:sldMkLst>
        <pc:spChg chg="mod">
          <ac:chgData name="Li,Yuting (HP Medicine) BII-CN-S" userId="ce8fbb54-122c-426d-b8da-fdcc5e1b5022" providerId="ADAL" clId="{553E2015-683D-41B6-A12E-BA00D0BE9FD7}" dt="2023-11-13T08:39:28.160" v="538" actId="20577"/>
          <ac:spMkLst>
            <pc:docMk/>
            <pc:sldMk cId="1164879277" sldId="2147474983"/>
            <ac:spMk id="2" creationId="{2183922C-E343-FE15-DCB0-52F86DE019F7}"/>
          </ac:spMkLst>
        </pc:spChg>
      </pc:sldChg>
      <pc:sldChg chg="ord">
        <pc:chgData name="Li,Yuting (HP Medicine) BII-CN-S" userId="ce8fbb54-122c-426d-b8da-fdcc5e1b5022" providerId="ADAL" clId="{553E2015-683D-41B6-A12E-BA00D0BE9FD7}" dt="2023-11-14T01:51:54.376" v="620" actId="20578"/>
        <pc:sldMkLst>
          <pc:docMk/>
          <pc:sldMk cId="3898638512" sldId="2147474986"/>
        </pc:sldMkLst>
      </pc:sldChg>
      <pc:sldChg chg="modSp mod">
        <pc:chgData name="Li,Yuting (HP Medicine) BII-CN-S" userId="ce8fbb54-122c-426d-b8da-fdcc5e1b5022" providerId="ADAL" clId="{553E2015-683D-41B6-A12E-BA00D0BE9FD7}" dt="2023-11-13T05:49:04.986" v="24" actId="20577"/>
        <pc:sldMkLst>
          <pc:docMk/>
          <pc:sldMk cId="1897984531" sldId="2147474991"/>
        </pc:sldMkLst>
        <pc:spChg chg="mod">
          <ac:chgData name="Li,Yuting (HP Medicine) BII-CN-S" userId="ce8fbb54-122c-426d-b8da-fdcc5e1b5022" providerId="ADAL" clId="{553E2015-683D-41B6-A12E-BA00D0BE9FD7}" dt="2023-11-13T05:49:04.986" v="24" actId="20577"/>
          <ac:spMkLst>
            <pc:docMk/>
            <pc:sldMk cId="1897984531" sldId="2147474991"/>
            <ac:spMk id="157" creationId="{ABF1C8FA-24FE-4186-8317-54D0AE86DBB2}"/>
          </ac:spMkLst>
        </pc:spChg>
      </pc:sldChg>
      <pc:sldChg chg="modSp mod">
        <pc:chgData name="Li,Yuting (HP Medicine) BII-CN-S" userId="ce8fbb54-122c-426d-b8da-fdcc5e1b5022" providerId="ADAL" clId="{553E2015-683D-41B6-A12E-BA00D0BE9FD7}" dt="2023-11-13T06:31:12.622" v="36" actId="20577"/>
        <pc:sldMkLst>
          <pc:docMk/>
          <pc:sldMk cId="2301709870" sldId="2147475002"/>
        </pc:sldMkLst>
        <pc:spChg chg="mod">
          <ac:chgData name="Li,Yuting (HP Medicine) BII-CN-S" userId="ce8fbb54-122c-426d-b8da-fdcc5e1b5022" providerId="ADAL" clId="{553E2015-683D-41B6-A12E-BA00D0BE9FD7}" dt="2023-11-13T06:31:12.622" v="36" actId="20577"/>
          <ac:spMkLst>
            <pc:docMk/>
            <pc:sldMk cId="2301709870" sldId="2147475002"/>
            <ac:spMk id="107" creationId="{7DDA071E-5F80-4527-AE47-F1E7B2DC2A5B}"/>
          </ac:spMkLst>
        </pc:spChg>
        <pc:spChg chg="mod">
          <ac:chgData name="Li,Yuting (HP Medicine) BII-CN-S" userId="ce8fbb54-122c-426d-b8da-fdcc5e1b5022" providerId="ADAL" clId="{553E2015-683D-41B6-A12E-BA00D0BE9FD7}" dt="2023-11-13T06:26:21.194" v="32" actId="20577"/>
          <ac:spMkLst>
            <pc:docMk/>
            <pc:sldMk cId="2301709870" sldId="2147475002"/>
            <ac:spMk id="126" creationId="{6A146A9F-3077-48E6-AD05-74AFFA257DC1}"/>
          </ac:spMkLst>
        </pc:spChg>
      </pc:sldChg>
      <pc:sldChg chg="modSp mod modNotesTx">
        <pc:chgData name="Li,Yuting (HP Medicine) BII-CN-S" userId="ce8fbb54-122c-426d-b8da-fdcc5e1b5022" providerId="ADAL" clId="{553E2015-683D-41B6-A12E-BA00D0BE9FD7}" dt="2023-11-13T07:12:39.206" v="83" actId="14"/>
        <pc:sldMkLst>
          <pc:docMk/>
          <pc:sldMk cId="729251913" sldId="2147475004"/>
        </pc:sldMkLst>
        <pc:spChg chg="mod">
          <ac:chgData name="Li,Yuting (HP Medicine) BII-CN-S" userId="ce8fbb54-122c-426d-b8da-fdcc5e1b5022" providerId="ADAL" clId="{553E2015-683D-41B6-A12E-BA00D0BE9FD7}" dt="2023-11-13T07:12:39.206" v="83" actId="14"/>
          <ac:spMkLst>
            <pc:docMk/>
            <pc:sldMk cId="729251913" sldId="2147475004"/>
            <ac:spMk id="9" creationId="{C6B4D474-04D8-BC96-09C8-2D3678414923}"/>
          </ac:spMkLst>
        </pc:spChg>
        <pc:spChg chg="mod">
          <ac:chgData name="Li,Yuting (HP Medicine) BII-CN-S" userId="ce8fbb54-122c-426d-b8da-fdcc5e1b5022" providerId="ADAL" clId="{553E2015-683D-41B6-A12E-BA00D0BE9FD7}" dt="2023-11-13T06:43:41.916" v="54" actId="20577"/>
          <ac:spMkLst>
            <pc:docMk/>
            <pc:sldMk cId="729251913" sldId="2147475004"/>
            <ac:spMk id="11" creationId="{9E7D00A0-D5DA-4FAD-C746-1929A022212B}"/>
          </ac:spMkLst>
        </pc:spChg>
      </pc:sldChg>
      <pc:sldChg chg="modSp mod">
        <pc:chgData name="Li,Yuting (HP Medicine) BII-CN-S" userId="ce8fbb54-122c-426d-b8da-fdcc5e1b5022" providerId="ADAL" clId="{553E2015-683D-41B6-A12E-BA00D0BE9FD7}" dt="2023-11-13T07:16:42.443" v="108" actId="20577"/>
        <pc:sldMkLst>
          <pc:docMk/>
          <pc:sldMk cId="2549160259" sldId="2147475005"/>
        </pc:sldMkLst>
        <pc:spChg chg="mod">
          <ac:chgData name="Li,Yuting (HP Medicine) BII-CN-S" userId="ce8fbb54-122c-426d-b8da-fdcc5e1b5022" providerId="ADAL" clId="{553E2015-683D-41B6-A12E-BA00D0BE9FD7}" dt="2023-11-13T07:16:42.443" v="108" actId="20577"/>
          <ac:spMkLst>
            <pc:docMk/>
            <pc:sldMk cId="2549160259" sldId="2147475005"/>
            <ac:spMk id="75" creationId="{23E443ED-C91E-4425-963C-DB47A7F0B19C}"/>
          </ac:spMkLst>
        </pc:spChg>
        <pc:spChg chg="mod">
          <ac:chgData name="Li,Yuting (HP Medicine) BII-CN-S" userId="ce8fbb54-122c-426d-b8da-fdcc5e1b5022" providerId="ADAL" clId="{553E2015-683D-41B6-A12E-BA00D0BE9FD7}" dt="2023-11-13T07:13:57.276" v="98" actId="20577"/>
          <ac:spMkLst>
            <pc:docMk/>
            <pc:sldMk cId="2549160259" sldId="2147475005"/>
            <ac:spMk id="83" creationId="{A1E70551-578A-4B35-ACAC-04BA6E603952}"/>
          </ac:spMkLst>
        </pc:spChg>
        <pc:grpChg chg="mod">
          <ac:chgData name="Li,Yuting (HP Medicine) BII-CN-S" userId="ce8fbb54-122c-426d-b8da-fdcc5e1b5022" providerId="ADAL" clId="{553E2015-683D-41B6-A12E-BA00D0BE9FD7}" dt="2023-11-13T07:13:25.101" v="85" actId="1076"/>
          <ac:grpSpMkLst>
            <pc:docMk/>
            <pc:sldMk cId="2549160259" sldId="2147475005"/>
            <ac:grpSpMk id="50" creationId="{00000000-0000-0000-0000-000000000000}"/>
          </ac:grpSpMkLst>
        </pc:grpChg>
      </pc:sldChg>
      <pc:sldChg chg="modSp mod">
        <pc:chgData name="Li,Yuting (HP Medicine) BII-CN-S" userId="ce8fbb54-122c-426d-b8da-fdcc5e1b5022" providerId="ADAL" clId="{553E2015-683D-41B6-A12E-BA00D0BE9FD7}" dt="2023-11-13T08:17:41.002" v="488" actId="20577"/>
        <pc:sldMkLst>
          <pc:docMk/>
          <pc:sldMk cId="3153346902" sldId="2147475006"/>
        </pc:sldMkLst>
        <pc:spChg chg="mod">
          <ac:chgData name="Li,Yuting (HP Medicine) BII-CN-S" userId="ce8fbb54-122c-426d-b8da-fdcc5e1b5022" providerId="ADAL" clId="{553E2015-683D-41B6-A12E-BA00D0BE9FD7}" dt="2023-11-13T08:17:41.002" v="488" actId="20577"/>
          <ac:spMkLst>
            <pc:docMk/>
            <pc:sldMk cId="3153346902" sldId="2147475006"/>
            <ac:spMk id="4" creationId="{2613418A-9404-3BFB-9843-472F0D17EE1D}"/>
          </ac:spMkLst>
        </pc:spChg>
      </pc:sldChg>
      <pc:sldChg chg="modSp mod">
        <pc:chgData name="Li,Yuting (HP Medicine) BII-CN-S" userId="ce8fbb54-122c-426d-b8da-fdcc5e1b5022" providerId="ADAL" clId="{553E2015-683D-41B6-A12E-BA00D0BE9FD7}" dt="2023-11-13T08:28:45.059" v="508" actId="20577"/>
        <pc:sldMkLst>
          <pc:docMk/>
          <pc:sldMk cId="3496718815" sldId="2147475007"/>
        </pc:sldMkLst>
        <pc:spChg chg="mod">
          <ac:chgData name="Li,Yuting (HP Medicine) BII-CN-S" userId="ce8fbb54-122c-426d-b8da-fdcc5e1b5022" providerId="ADAL" clId="{553E2015-683D-41B6-A12E-BA00D0BE9FD7}" dt="2023-11-13T08:28:45.059" v="508" actId="20577"/>
          <ac:spMkLst>
            <pc:docMk/>
            <pc:sldMk cId="3496718815" sldId="2147475007"/>
            <ac:spMk id="30" creationId="{AE1A5680-D133-2FB3-FC32-EF85FAA610D3}"/>
          </ac:spMkLst>
        </pc:spChg>
      </pc:sldChg>
      <pc:sldChg chg="delCm">
        <pc:chgData name="Li,Yuting (HP Medicine) BII-CN-S" userId="ce8fbb54-122c-426d-b8da-fdcc5e1b5022" providerId="ADAL" clId="{553E2015-683D-41B6-A12E-BA00D0BE9FD7}" dt="2023-11-13T08:17:05.925" v="485" actId="1592"/>
        <pc:sldMkLst>
          <pc:docMk/>
          <pc:sldMk cId="3737015513" sldId="2147475008"/>
        </pc:sldMkLst>
      </pc:sldChg>
      <pc:sldChg chg="addSp delSp mod">
        <pc:chgData name="Li,Yuting (HP Medicine) BII-CN-S" userId="ce8fbb54-122c-426d-b8da-fdcc5e1b5022" providerId="ADAL" clId="{553E2015-683D-41B6-A12E-BA00D0BE9FD7}" dt="2023-11-13T08:28:46.121" v="509" actId="478"/>
        <pc:sldMkLst>
          <pc:docMk/>
          <pc:sldMk cId="3654113040" sldId="2147475009"/>
        </pc:sldMkLst>
        <pc:spChg chg="add del">
          <ac:chgData name="Li,Yuting (HP Medicine) BII-CN-S" userId="ce8fbb54-122c-426d-b8da-fdcc5e1b5022" providerId="ADAL" clId="{553E2015-683D-41B6-A12E-BA00D0BE9FD7}" dt="2023-11-13T08:28:46.121" v="509" actId="478"/>
          <ac:spMkLst>
            <pc:docMk/>
            <pc:sldMk cId="3654113040" sldId="2147475009"/>
            <ac:spMk id="3" creationId="{7A226811-4C1A-7A51-90DE-ABE37808E628}"/>
          </ac:spMkLst>
        </pc:spChg>
      </pc:sldChg>
      <pc:sldChg chg="modSp mod modShow delCm">
        <pc:chgData name="Li,Yuting (HP Medicine) BII-CN-S" userId="ce8fbb54-122c-426d-b8da-fdcc5e1b5022" providerId="ADAL" clId="{553E2015-683D-41B6-A12E-BA00D0BE9FD7}" dt="2023-11-13T13:55:57.143" v="558"/>
        <pc:sldMkLst>
          <pc:docMk/>
          <pc:sldMk cId="1303711599" sldId="2147475010"/>
        </pc:sldMkLst>
        <pc:spChg chg="mod">
          <ac:chgData name="Li,Yuting (HP Medicine) BII-CN-S" userId="ce8fbb54-122c-426d-b8da-fdcc5e1b5022" providerId="ADAL" clId="{553E2015-683D-41B6-A12E-BA00D0BE9FD7}" dt="2023-11-13T13:55:57.143" v="558"/>
          <ac:spMkLst>
            <pc:docMk/>
            <pc:sldMk cId="1303711599" sldId="2147475010"/>
            <ac:spMk id="6" creationId="{3D564B47-01EF-EE77-60E7-B2D9ABE6421C}"/>
          </ac:spMkLst>
        </pc:spChg>
      </pc:sldChg>
      <pc:sldChg chg="addSp modSp mod ord delCm modNotesTx">
        <pc:chgData name="Li,Yuting (HP Medicine) BII-CN-S" userId="ce8fbb54-122c-426d-b8da-fdcc5e1b5022" providerId="ADAL" clId="{553E2015-683D-41B6-A12E-BA00D0BE9FD7}" dt="2023-11-14T01:51:50.055" v="619" actId="20578"/>
        <pc:sldMkLst>
          <pc:docMk/>
          <pc:sldMk cId="2142241799" sldId="2147475011"/>
        </pc:sldMkLst>
        <pc:spChg chg="mod">
          <ac:chgData name="Li,Yuting (HP Medicine) BII-CN-S" userId="ce8fbb54-122c-426d-b8da-fdcc5e1b5022" providerId="ADAL" clId="{553E2015-683D-41B6-A12E-BA00D0BE9FD7}" dt="2023-11-13T14:44:41.470" v="583" actId="20577"/>
          <ac:spMkLst>
            <pc:docMk/>
            <pc:sldMk cId="2142241799" sldId="2147475011"/>
            <ac:spMk id="3" creationId="{00000000-0000-0000-0000-000000000000}"/>
          </ac:spMkLst>
        </pc:spChg>
        <pc:spChg chg="add mod">
          <ac:chgData name="Li,Yuting (HP Medicine) BII-CN-S" userId="ce8fbb54-122c-426d-b8da-fdcc5e1b5022" providerId="ADAL" clId="{553E2015-683D-41B6-A12E-BA00D0BE9FD7}" dt="2023-11-13T14:47:42.794" v="613" actId="113"/>
          <ac:spMkLst>
            <pc:docMk/>
            <pc:sldMk cId="2142241799" sldId="2147475011"/>
            <ac:spMk id="6" creationId="{8E332CBF-C53D-BA9D-0D27-867CE70CB1EA}"/>
          </ac:spMkLst>
        </pc:spChg>
        <pc:spChg chg="add mod">
          <ac:chgData name="Li,Yuting (HP Medicine) BII-CN-S" userId="ce8fbb54-122c-426d-b8da-fdcc5e1b5022" providerId="ADAL" clId="{553E2015-683D-41B6-A12E-BA00D0BE9FD7}" dt="2023-11-13T14:47:28.995" v="610" actId="14100"/>
          <ac:spMkLst>
            <pc:docMk/>
            <pc:sldMk cId="2142241799" sldId="2147475011"/>
            <ac:spMk id="13" creationId="{C43535E5-A385-B5C1-070A-8E8F52F42355}"/>
          </ac:spMkLst>
        </pc:spChg>
      </pc:sldChg>
      <pc:sldChg chg="modSp mod modNotesTx">
        <pc:chgData name="Li,Yuting (HP Medicine) BII-CN-S" userId="ce8fbb54-122c-426d-b8da-fdcc5e1b5022" providerId="ADAL" clId="{553E2015-683D-41B6-A12E-BA00D0BE9FD7}" dt="2023-11-13T07:58:31.420" v="417" actId="20577"/>
        <pc:sldMkLst>
          <pc:docMk/>
          <pc:sldMk cId="526780032" sldId="2147475012"/>
        </pc:sldMkLst>
        <pc:graphicFrameChg chg="modGraphic">
          <ac:chgData name="Li,Yuting (HP Medicine) BII-CN-S" userId="ce8fbb54-122c-426d-b8da-fdcc5e1b5022" providerId="ADAL" clId="{553E2015-683D-41B6-A12E-BA00D0BE9FD7}" dt="2023-11-13T06:51:17.935" v="70" actId="20577"/>
          <ac:graphicFrameMkLst>
            <pc:docMk/>
            <pc:sldMk cId="526780032" sldId="2147475012"/>
            <ac:graphicFrameMk id="10" creationId="{16D4228C-2959-3FB9-A715-179D4CBF80DF}"/>
          </ac:graphicFrameMkLst>
        </pc:graphicFrameChg>
      </pc:sldChg>
      <pc:sldChg chg="modSp mod">
        <pc:chgData name="Li,Yuting (HP Medicine) BII-CN-S" userId="ce8fbb54-122c-426d-b8da-fdcc5e1b5022" providerId="ADAL" clId="{553E2015-683D-41B6-A12E-BA00D0BE9FD7}" dt="2023-11-14T01:28:50.816" v="614" actId="1076"/>
        <pc:sldMkLst>
          <pc:docMk/>
          <pc:sldMk cId="684366918" sldId="2147475016"/>
        </pc:sldMkLst>
        <pc:spChg chg="mod">
          <ac:chgData name="Li,Yuting (HP Medicine) BII-CN-S" userId="ce8fbb54-122c-426d-b8da-fdcc5e1b5022" providerId="ADAL" clId="{553E2015-683D-41B6-A12E-BA00D0BE9FD7}" dt="2023-11-14T01:28:50.816" v="614" actId="1076"/>
          <ac:spMkLst>
            <pc:docMk/>
            <pc:sldMk cId="684366918" sldId="2147475016"/>
            <ac:spMk id="4" creationId="{DCD16EBE-1F1B-470C-B4A9-EDD6259AB2A7}"/>
          </ac:spMkLst>
        </pc:spChg>
      </pc:sldChg>
      <pc:sldChg chg="del">
        <pc:chgData name="Li,Yuting (HP Medicine) BII-CN-S" userId="ce8fbb54-122c-426d-b8da-fdcc5e1b5022" providerId="ADAL" clId="{553E2015-683D-41B6-A12E-BA00D0BE9FD7}" dt="2023-11-13T09:15:44.501" v="547" actId="47"/>
        <pc:sldMkLst>
          <pc:docMk/>
          <pc:sldMk cId="292129246" sldId="2147475017"/>
        </pc:sldMkLst>
      </pc:sldChg>
      <pc:sldChg chg="del">
        <pc:chgData name="Li,Yuting (HP Medicine) BII-CN-S" userId="ce8fbb54-122c-426d-b8da-fdcc5e1b5022" providerId="ADAL" clId="{553E2015-683D-41B6-A12E-BA00D0BE9FD7}" dt="2023-11-13T09:15:42.338" v="546" actId="47"/>
        <pc:sldMkLst>
          <pc:docMk/>
          <pc:sldMk cId="1161693845" sldId="2147475019"/>
        </pc:sldMkLst>
      </pc:sldChg>
    </pc:docChg>
  </pc:docChgLst>
  <pc:docChgLst>
    <pc:chgData name="Wu,Dan (MED CD&amp;O) BII-CN-S" userId="2543b386-fe23-4572-8b97-7e5aae483288" providerId="ADAL" clId="{EB254B7B-C57A-44BA-88DD-15D2BCEC817F}"/>
    <pc:docChg chg="custSel modSld">
      <pc:chgData name="Wu,Dan (MED CD&amp;O) BII-CN-S" userId="2543b386-fe23-4572-8b97-7e5aae483288" providerId="ADAL" clId="{EB254B7B-C57A-44BA-88DD-15D2BCEC817F}" dt="2023-03-13T09:12:57.836" v="49" actId="14100"/>
      <pc:docMkLst>
        <pc:docMk/>
      </pc:docMkLst>
      <pc:sldChg chg="addSp delSp modSp mod">
        <pc:chgData name="Wu,Dan (MED CD&amp;O) BII-CN-S" userId="2543b386-fe23-4572-8b97-7e5aae483288" providerId="ADAL" clId="{EB254B7B-C57A-44BA-88DD-15D2BCEC817F}" dt="2023-03-13T09:10:21.997" v="22" actId="14100"/>
        <pc:sldMkLst>
          <pc:docMk/>
          <pc:sldMk cId="810833642" sldId="9448"/>
        </pc:sldMkLst>
        <pc:spChg chg="mod">
          <ac:chgData name="Wu,Dan (MED CD&amp;O) BII-CN-S" userId="2543b386-fe23-4572-8b97-7e5aae483288" providerId="ADAL" clId="{EB254B7B-C57A-44BA-88DD-15D2BCEC817F}" dt="2023-03-13T09:10:10.113" v="19" actId="20577"/>
          <ac:spMkLst>
            <pc:docMk/>
            <pc:sldMk cId="810833642" sldId="9448"/>
            <ac:spMk id="2" creationId="{258B1150-3B23-4D74-8634-CE9F7979DC8E}"/>
          </ac:spMkLst>
        </pc:spChg>
        <pc:spChg chg="mod">
          <ac:chgData name="Wu,Dan (MED CD&amp;O) BII-CN-S" userId="2543b386-fe23-4572-8b97-7e5aae483288" providerId="ADAL" clId="{EB254B7B-C57A-44BA-88DD-15D2BCEC817F}" dt="2023-03-13T09:10:21.997" v="22" actId="14100"/>
          <ac:spMkLst>
            <pc:docMk/>
            <pc:sldMk cId="810833642" sldId="9448"/>
            <ac:spMk id="4" creationId="{EE0CD054-31CA-4AAE-BCA8-82B9C8FF38C0}"/>
          </ac:spMkLst>
        </pc:spChg>
        <pc:spChg chg="del">
          <ac:chgData name="Wu,Dan (MED CD&amp;O) BII-CN-S" userId="2543b386-fe23-4572-8b97-7e5aae483288" providerId="ADAL" clId="{EB254B7B-C57A-44BA-88DD-15D2BCEC817F}" dt="2023-03-13T09:10:12.776" v="20" actId="478"/>
          <ac:spMkLst>
            <pc:docMk/>
            <pc:sldMk cId="810833642" sldId="9448"/>
            <ac:spMk id="6" creationId="{BC912247-F6AD-45E2-9181-A9E682BC03AA}"/>
          </ac:spMkLst>
        </pc:spChg>
        <pc:graphicFrameChg chg="modGraphic">
          <ac:chgData name="Wu,Dan (MED CD&amp;O) BII-CN-S" userId="2543b386-fe23-4572-8b97-7e5aae483288" providerId="ADAL" clId="{EB254B7B-C57A-44BA-88DD-15D2BCEC817F}" dt="2023-03-13T09:09:34.419" v="10" actId="20577"/>
          <ac:graphicFrameMkLst>
            <pc:docMk/>
            <pc:sldMk cId="810833642" sldId="9448"/>
            <ac:graphicFrameMk id="7" creationId="{68B695A8-F710-48C2-8E68-03FD32C462CF}"/>
          </ac:graphicFrameMkLst>
        </pc:graphicFrameChg>
        <pc:graphicFrameChg chg="modGraphic">
          <ac:chgData name="Wu,Dan (MED CD&amp;O) BII-CN-S" userId="2543b386-fe23-4572-8b97-7e5aae483288" providerId="ADAL" clId="{EB254B7B-C57A-44BA-88DD-15D2BCEC817F}" dt="2023-03-13T09:09:46.757" v="15" actId="20577"/>
          <ac:graphicFrameMkLst>
            <pc:docMk/>
            <pc:sldMk cId="810833642" sldId="9448"/>
            <ac:graphicFrameMk id="8" creationId="{04BE0399-F2FD-4404-AFC2-5696822B2AA1}"/>
          </ac:graphicFrameMkLst>
        </pc:graphicFrameChg>
        <pc:picChg chg="del">
          <ac:chgData name="Wu,Dan (MED CD&amp;O) BII-CN-S" userId="2543b386-fe23-4572-8b97-7e5aae483288" providerId="ADAL" clId="{EB254B7B-C57A-44BA-88DD-15D2BCEC817F}" dt="2023-03-13T09:09:59.176" v="16" actId="478"/>
          <ac:picMkLst>
            <pc:docMk/>
            <pc:sldMk cId="810833642" sldId="9448"/>
            <ac:picMk id="3" creationId="{58376C19-8BD4-4C96-B83C-4B477619ED1F}"/>
          </ac:picMkLst>
        </pc:picChg>
        <pc:picChg chg="add ord">
          <ac:chgData name="Wu,Dan (MED CD&amp;O) BII-CN-S" userId="2543b386-fe23-4572-8b97-7e5aae483288" providerId="ADAL" clId="{EB254B7B-C57A-44BA-88DD-15D2BCEC817F}" dt="2023-03-13T09:10:07.462" v="18" actId="167"/>
          <ac:picMkLst>
            <pc:docMk/>
            <pc:sldMk cId="810833642" sldId="9448"/>
            <ac:picMk id="5" creationId="{BF16F455-F873-46A7-AA02-25B755CF27C9}"/>
          </ac:picMkLst>
        </pc:picChg>
      </pc:sldChg>
      <pc:sldChg chg="modSp mod">
        <pc:chgData name="Wu,Dan (MED CD&amp;O) BII-CN-S" userId="2543b386-fe23-4572-8b97-7e5aae483288" providerId="ADAL" clId="{EB254B7B-C57A-44BA-88DD-15D2BCEC817F}" dt="2023-03-13T09:12:57.836" v="49" actId="14100"/>
        <pc:sldMkLst>
          <pc:docMk/>
          <pc:sldMk cId="3682361847" sldId="2147471169"/>
        </pc:sldMkLst>
        <pc:spChg chg="mod">
          <ac:chgData name="Wu,Dan (MED CD&amp;O) BII-CN-S" userId="2543b386-fe23-4572-8b97-7e5aae483288" providerId="ADAL" clId="{EB254B7B-C57A-44BA-88DD-15D2BCEC817F}" dt="2023-03-13T09:12:57.836" v="49" actId="14100"/>
          <ac:spMkLst>
            <pc:docMk/>
            <pc:sldMk cId="3682361847" sldId="2147471169"/>
            <ac:spMk id="107" creationId="{7DDA071E-5F80-4527-AE47-F1E7B2DC2A5B}"/>
          </ac:spMkLst>
        </pc:spChg>
      </pc:sldChg>
      <pc:sldChg chg="modSp mod">
        <pc:chgData name="Wu,Dan (MED CD&amp;O) BII-CN-S" userId="2543b386-fe23-4572-8b97-7e5aae483288" providerId="ADAL" clId="{EB254B7B-C57A-44BA-88DD-15D2BCEC817F}" dt="2023-03-13T09:10:55.347" v="36" actId="20577"/>
        <pc:sldMkLst>
          <pc:docMk/>
          <pc:sldMk cId="4022558961" sldId="2147471171"/>
        </pc:sldMkLst>
        <pc:spChg chg="mod">
          <ac:chgData name="Wu,Dan (MED CD&amp;O) BII-CN-S" userId="2543b386-fe23-4572-8b97-7e5aae483288" providerId="ADAL" clId="{EB254B7B-C57A-44BA-88DD-15D2BCEC817F}" dt="2023-03-13T09:10:55.347" v="36" actId="20577"/>
          <ac:spMkLst>
            <pc:docMk/>
            <pc:sldMk cId="4022558961" sldId="2147471171"/>
            <ac:spMk id="52" creationId="{C37AB0AB-396A-4A09-A640-7C9D33588A3C}"/>
          </ac:spMkLst>
        </pc:spChg>
      </pc:sldChg>
    </pc:docChg>
  </pc:docChgLst>
  <pc:docChgLst>
    <pc:chgData name="Wang,Shirley (HP Med RA) BII-CN-B" userId="48b801ce-80b8-42d3-931b-2dcaf726016f" providerId="ADAL" clId="{4719EA98-33BE-46F9-AA66-FC11E0711C7F}"/>
    <pc:docChg chg="custSel modSld">
      <pc:chgData name="Wang,Shirley (HP Med RA) BII-CN-B" userId="48b801ce-80b8-42d3-931b-2dcaf726016f" providerId="ADAL" clId="{4719EA98-33BE-46F9-AA66-FC11E0711C7F}" dt="2023-06-13T07:53:30.538" v="237" actId="1589"/>
      <pc:docMkLst>
        <pc:docMk/>
      </pc:docMkLst>
      <pc:sldChg chg="addCm">
        <pc:chgData name="Wang,Shirley (HP Med RA) BII-CN-B" userId="48b801ce-80b8-42d3-931b-2dcaf726016f" providerId="ADAL" clId="{4719EA98-33BE-46F9-AA66-FC11E0711C7F}" dt="2023-06-13T07:53:30.538" v="237" actId="1589"/>
        <pc:sldMkLst>
          <pc:docMk/>
          <pc:sldMk cId="1001967075" sldId="2147377159"/>
        </pc:sldMkLst>
      </pc:sldChg>
      <pc:sldChg chg="addSp modSp mod">
        <pc:chgData name="Wang,Shirley (HP Med RA) BII-CN-B" userId="48b801ce-80b8-42d3-931b-2dcaf726016f" providerId="ADAL" clId="{4719EA98-33BE-46F9-AA66-FC11E0711C7F}" dt="2023-06-13T07:53:10.663" v="236" actId="14100"/>
        <pc:sldMkLst>
          <pc:docMk/>
          <pc:sldMk cId="288582910" sldId="2147474055"/>
        </pc:sldMkLst>
        <pc:spChg chg="add mod">
          <ac:chgData name="Wang,Shirley (HP Med RA) BII-CN-B" userId="48b801ce-80b8-42d3-931b-2dcaf726016f" providerId="ADAL" clId="{4719EA98-33BE-46F9-AA66-FC11E0711C7F}" dt="2023-06-13T07:53:10.663" v="236" actId="14100"/>
          <ac:spMkLst>
            <pc:docMk/>
            <pc:sldMk cId="288582910" sldId="2147474055"/>
            <ac:spMk id="2" creationId="{0132B0AA-D091-0BE8-151C-54A69B475908}"/>
          </ac:spMkLst>
        </pc:spChg>
        <pc:spChg chg="mod">
          <ac:chgData name="Wang,Shirley (HP Med RA) BII-CN-B" userId="48b801ce-80b8-42d3-931b-2dcaf726016f" providerId="ADAL" clId="{4719EA98-33BE-46F9-AA66-FC11E0711C7F}" dt="2023-06-13T07:52:54.781" v="234" actId="1076"/>
          <ac:spMkLst>
            <pc:docMk/>
            <pc:sldMk cId="288582910" sldId="2147474055"/>
            <ac:spMk id="4" creationId="{A953662A-E05F-BAA0-3072-4B65270CF65C}"/>
          </ac:spMkLst>
        </pc:spChg>
        <pc:spChg chg="mod">
          <ac:chgData name="Wang,Shirley (HP Med RA) BII-CN-B" userId="48b801ce-80b8-42d3-931b-2dcaf726016f" providerId="ADAL" clId="{4719EA98-33BE-46F9-AA66-FC11E0711C7F}" dt="2023-06-13T07:52:50.976" v="233" actId="1076"/>
          <ac:spMkLst>
            <pc:docMk/>
            <pc:sldMk cId="288582910" sldId="2147474055"/>
            <ac:spMk id="117" creationId="{26913622-AD70-4928-9831-18FAE6980EC9}"/>
          </ac:spMkLst>
        </pc:spChg>
        <pc:spChg chg="mod">
          <ac:chgData name="Wang,Shirley (HP Med RA) BII-CN-B" userId="48b801ce-80b8-42d3-931b-2dcaf726016f" providerId="ADAL" clId="{4719EA98-33BE-46F9-AA66-FC11E0711C7F}" dt="2023-06-13T07:52:50.976" v="233" actId="1076"/>
          <ac:spMkLst>
            <pc:docMk/>
            <pc:sldMk cId="288582910" sldId="2147474055"/>
            <ac:spMk id="118" creationId="{014D9D80-E35D-4C26-950A-876F98787C6E}"/>
          </ac:spMkLst>
        </pc:spChg>
        <pc:grpChg chg="mod">
          <ac:chgData name="Wang,Shirley (HP Med RA) BII-CN-B" userId="48b801ce-80b8-42d3-931b-2dcaf726016f" providerId="ADAL" clId="{4719EA98-33BE-46F9-AA66-FC11E0711C7F}" dt="2023-06-13T07:52:50.976" v="233" actId="1076"/>
          <ac:grpSpMkLst>
            <pc:docMk/>
            <pc:sldMk cId="288582910" sldId="2147474055"/>
            <ac:grpSpMk id="116" creationId="{DA596A27-AFFD-48A4-9CC0-31E8D3F3E96B}"/>
          </ac:grpSpMkLst>
        </pc:grpChg>
      </pc:sldChg>
    </pc:docChg>
  </pc:docChgLst>
  <pc:docChgLst>
    <pc:chgData name="Lian,Christina (HP Medicine) BII-CN-S" userId="d3b97c2b-6a0a-46f1-ac75-ab5460a4a2b4" providerId="ADAL" clId="{179B4450-53AE-474D-A0DA-3A9E888493E8}"/>
    <pc:docChg chg="custSel modSld sldOrd">
      <pc:chgData name="Lian,Christina (HP Medicine) BII-CN-S" userId="d3b97c2b-6a0a-46f1-ac75-ab5460a4a2b4" providerId="ADAL" clId="{179B4450-53AE-474D-A0DA-3A9E888493E8}" dt="2023-07-10T12:33:25.138" v="32" actId="1076"/>
      <pc:docMkLst>
        <pc:docMk/>
      </pc:docMkLst>
      <pc:sldChg chg="ord">
        <pc:chgData name="Lian,Christina (HP Medicine) BII-CN-S" userId="d3b97c2b-6a0a-46f1-ac75-ab5460a4a2b4" providerId="ADAL" clId="{179B4450-53AE-474D-A0DA-3A9E888493E8}" dt="2023-07-10T11:51:53.468" v="0" actId="20578"/>
        <pc:sldMkLst>
          <pc:docMk/>
          <pc:sldMk cId="3596583069" sldId="2147471212"/>
        </pc:sldMkLst>
      </pc:sldChg>
      <pc:sldChg chg="delSp modSp mod">
        <pc:chgData name="Lian,Christina (HP Medicine) BII-CN-S" userId="d3b97c2b-6a0a-46f1-ac75-ab5460a4a2b4" providerId="ADAL" clId="{179B4450-53AE-474D-A0DA-3A9E888493E8}" dt="2023-07-10T12:33:25.138" v="32" actId="1076"/>
        <pc:sldMkLst>
          <pc:docMk/>
          <pc:sldMk cId="3691467755" sldId="2147474113"/>
        </pc:sldMkLst>
        <pc:spChg chg="mod">
          <ac:chgData name="Lian,Christina (HP Medicine) BII-CN-S" userId="d3b97c2b-6a0a-46f1-ac75-ab5460a4a2b4" providerId="ADAL" clId="{179B4450-53AE-474D-A0DA-3A9E888493E8}" dt="2023-07-10T12:32:34.873" v="29" actId="14100"/>
          <ac:spMkLst>
            <pc:docMk/>
            <pc:sldMk cId="3691467755" sldId="2147474113"/>
            <ac:spMk id="6" creationId="{25357EA1-1F19-4D1B-9A4E-2EAB26F09BB9}"/>
          </ac:spMkLst>
        </pc:spChg>
        <pc:spChg chg="mod">
          <ac:chgData name="Lian,Christina (HP Medicine) BII-CN-S" userId="d3b97c2b-6a0a-46f1-ac75-ab5460a4a2b4" providerId="ADAL" clId="{179B4450-53AE-474D-A0DA-3A9E888493E8}" dt="2023-07-10T12:29:29.420" v="1" actId="1076"/>
          <ac:spMkLst>
            <pc:docMk/>
            <pc:sldMk cId="3691467755" sldId="2147474113"/>
            <ac:spMk id="7" creationId="{E9DC4527-9B66-4450-86F5-689D3C73A610}"/>
          </ac:spMkLst>
        </pc:spChg>
        <pc:spChg chg="mod">
          <ac:chgData name="Lian,Christina (HP Medicine) BII-CN-S" userId="d3b97c2b-6a0a-46f1-ac75-ab5460a4a2b4" providerId="ADAL" clId="{179B4450-53AE-474D-A0DA-3A9E888493E8}" dt="2023-07-10T12:29:51.806" v="12" actId="1038"/>
          <ac:spMkLst>
            <pc:docMk/>
            <pc:sldMk cId="3691467755" sldId="2147474113"/>
            <ac:spMk id="48" creationId="{1EF987DA-DAB2-2B64-5D0C-CB0161B90EF7}"/>
          </ac:spMkLst>
        </pc:spChg>
        <pc:spChg chg="mod">
          <ac:chgData name="Lian,Christina (HP Medicine) BII-CN-S" userId="d3b97c2b-6a0a-46f1-ac75-ab5460a4a2b4" providerId="ADAL" clId="{179B4450-53AE-474D-A0DA-3A9E888493E8}" dt="2023-07-10T12:29:51.806" v="12" actId="1038"/>
          <ac:spMkLst>
            <pc:docMk/>
            <pc:sldMk cId="3691467755" sldId="2147474113"/>
            <ac:spMk id="61" creationId="{00000000-0000-0000-0000-000000000000}"/>
          </ac:spMkLst>
        </pc:spChg>
        <pc:spChg chg="mod">
          <ac:chgData name="Lian,Christina (HP Medicine) BII-CN-S" userId="d3b97c2b-6a0a-46f1-ac75-ab5460a4a2b4" providerId="ADAL" clId="{179B4450-53AE-474D-A0DA-3A9E888493E8}" dt="2023-07-10T12:29:43.326" v="8" actId="1037"/>
          <ac:spMkLst>
            <pc:docMk/>
            <pc:sldMk cId="3691467755" sldId="2147474113"/>
            <ac:spMk id="62" creationId="{4A258BCD-DABE-44F5-0680-2B460D1F7C14}"/>
          </ac:spMkLst>
        </pc:spChg>
        <pc:spChg chg="del">
          <ac:chgData name="Lian,Christina (HP Medicine) BII-CN-S" userId="d3b97c2b-6a0a-46f1-ac75-ab5460a4a2b4" providerId="ADAL" clId="{179B4450-53AE-474D-A0DA-3A9E888493E8}" dt="2023-07-10T12:33:12.729" v="30" actId="478"/>
          <ac:spMkLst>
            <pc:docMk/>
            <pc:sldMk cId="3691467755" sldId="2147474113"/>
            <ac:spMk id="81" creationId="{03A400FE-16AF-15DC-F7E0-9EF5042F9784}"/>
          </ac:spMkLst>
        </pc:spChg>
        <pc:spChg chg="del">
          <ac:chgData name="Lian,Christina (HP Medicine) BII-CN-S" userId="d3b97c2b-6a0a-46f1-ac75-ab5460a4a2b4" providerId="ADAL" clId="{179B4450-53AE-474D-A0DA-3A9E888493E8}" dt="2023-07-10T12:33:16.104" v="31" actId="478"/>
          <ac:spMkLst>
            <pc:docMk/>
            <pc:sldMk cId="3691467755" sldId="2147474113"/>
            <ac:spMk id="86" creationId="{447E8E63-74CE-9CF6-76B5-8D4A0B83E80C}"/>
          </ac:spMkLst>
        </pc:spChg>
        <pc:spChg chg="mod">
          <ac:chgData name="Lian,Christina (HP Medicine) BII-CN-S" userId="d3b97c2b-6a0a-46f1-ac75-ab5460a4a2b4" providerId="ADAL" clId="{179B4450-53AE-474D-A0DA-3A9E888493E8}" dt="2023-07-10T12:29:54.285" v="14" actId="1037"/>
          <ac:spMkLst>
            <pc:docMk/>
            <pc:sldMk cId="3691467755" sldId="2147474113"/>
            <ac:spMk id="134" creationId="{E6DC675E-0C04-4313-97B8-84D2678DBE97}"/>
          </ac:spMkLst>
        </pc:spChg>
        <pc:spChg chg="mod">
          <ac:chgData name="Lian,Christina (HP Medicine) BII-CN-S" userId="d3b97c2b-6a0a-46f1-ac75-ab5460a4a2b4" providerId="ADAL" clId="{179B4450-53AE-474D-A0DA-3A9E888493E8}" dt="2023-07-10T12:31:07.121" v="24" actId="14100"/>
          <ac:spMkLst>
            <pc:docMk/>
            <pc:sldMk cId="3691467755" sldId="2147474113"/>
            <ac:spMk id="160" creationId="{37CF8D9D-52FB-44D2-887A-5E108CA21D63}"/>
          </ac:spMkLst>
        </pc:spChg>
        <pc:spChg chg="mod">
          <ac:chgData name="Lian,Christina (HP Medicine) BII-CN-S" userId="d3b97c2b-6a0a-46f1-ac75-ab5460a4a2b4" providerId="ADAL" clId="{179B4450-53AE-474D-A0DA-3A9E888493E8}" dt="2023-07-10T12:29:51.806" v="12" actId="1038"/>
          <ac:spMkLst>
            <pc:docMk/>
            <pc:sldMk cId="3691467755" sldId="2147474113"/>
            <ac:spMk id="171" creationId="{9DAEED67-FF51-4933-8DB9-DF126144E833}"/>
          </ac:spMkLst>
        </pc:spChg>
        <pc:spChg chg="mod">
          <ac:chgData name="Lian,Christina (HP Medicine) BII-CN-S" userId="d3b97c2b-6a0a-46f1-ac75-ab5460a4a2b4" providerId="ADAL" clId="{179B4450-53AE-474D-A0DA-3A9E888493E8}" dt="2023-07-10T12:32:31.543" v="28" actId="14100"/>
          <ac:spMkLst>
            <pc:docMk/>
            <pc:sldMk cId="3691467755" sldId="2147474113"/>
            <ac:spMk id="192" creationId="{31193A60-52A8-4E9D-BB69-B3D203C95D66}"/>
          </ac:spMkLst>
        </pc:spChg>
        <pc:picChg chg="mod">
          <ac:chgData name="Lian,Christina (HP Medicine) BII-CN-S" userId="d3b97c2b-6a0a-46f1-ac75-ab5460a4a2b4" providerId="ADAL" clId="{179B4450-53AE-474D-A0DA-3A9E888493E8}" dt="2023-07-10T12:33:25.138" v="32" actId="1076"/>
          <ac:picMkLst>
            <pc:docMk/>
            <pc:sldMk cId="3691467755" sldId="2147474113"/>
            <ac:picMk id="95" creationId="{AA483C91-80D5-49CA-84F9-BDFF6941EB5A}"/>
          </ac:picMkLst>
        </pc:picChg>
      </pc:sldChg>
    </pc:docChg>
  </pc:docChgLst>
  <pc:docChgLst>
    <pc:chgData name="Lin,Julia (MED CD&amp;O) BI-TW-T" userId="S::julia.lin@boehringer-ingelheim.com::2407819e-49bf-4c7b-96f7-ea5422769517" providerId="AD" clId="Web-{B899CEDA-E492-71B0-9808-F8736E190743}"/>
    <pc:docChg chg="modSld">
      <pc:chgData name="Lin,Julia (MED CD&amp;O) BI-TW-T" userId="S::julia.lin@boehringer-ingelheim.com::2407819e-49bf-4c7b-96f7-ea5422769517" providerId="AD" clId="Web-{B899CEDA-E492-71B0-9808-F8736E190743}" dt="2023-04-06T05:21:21.174" v="3"/>
      <pc:docMkLst>
        <pc:docMk/>
      </pc:docMkLst>
      <pc:sldChg chg="modSp">
        <pc:chgData name="Lin,Julia (MED CD&amp;O) BI-TW-T" userId="S::julia.lin@boehringer-ingelheim.com::2407819e-49bf-4c7b-96f7-ea5422769517" providerId="AD" clId="Web-{B899CEDA-E492-71B0-9808-F8736E190743}" dt="2023-04-06T05:21:21.174" v="3"/>
        <pc:sldMkLst>
          <pc:docMk/>
          <pc:sldMk cId="3686398753" sldId="2147471220"/>
        </pc:sldMkLst>
        <pc:graphicFrameChg chg="mod modGraphic">
          <ac:chgData name="Lin,Julia (MED CD&amp;O) BI-TW-T" userId="S::julia.lin@boehringer-ingelheim.com::2407819e-49bf-4c7b-96f7-ea5422769517" providerId="AD" clId="Web-{B899CEDA-E492-71B0-9808-F8736E190743}" dt="2023-04-06T05:21:21.174" v="3"/>
          <ac:graphicFrameMkLst>
            <pc:docMk/>
            <pc:sldMk cId="3686398753" sldId="2147471220"/>
            <ac:graphicFrameMk id="8" creationId="{E882D303-5A05-4993-9B82-3744EFFDB6DC}"/>
          </ac:graphicFrameMkLst>
        </pc:graphicFrameChg>
      </pc:sldChg>
    </pc:docChg>
  </pc:docChgLst>
  <pc:docChgLst>
    <pc:chgData name="Li,Yuting (HP Medicine) BII-CN-S" userId="ce8fbb54-122c-426d-b8da-fdcc5e1b5022" providerId="ADAL" clId="{81CFB443-6D4B-41A4-877B-BDF625AB6F07}"/>
    <pc:docChg chg="undo custSel modSld">
      <pc:chgData name="Li,Yuting (HP Medicine) BII-CN-S" userId="ce8fbb54-122c-426d-b8da-fdcc5e1b5022" providerId="ADAL" clId="{81CFB443-6D4B-41A4-877B-BDF625AB6F07}" dt="2022-09-05T01:00:27.852" v="868" actId="20577"/>
      <pc:docMkLst>
        <pc:docMk/>
      </pc:docMkLst>
      <pc:sldChg chg="modSp mod">
        <pc:chgData name="Li,Yuting (HP Medicine) BII-CN-S" userId="ce8fbb54-122c-426d-b8da-fdcc5e1b5022" providerId="ADAL" clId="{81CFB443-6D4B-41A4-877B-BDF625AB6F07}" dt="2022-09-04T08:36:31.678" v="478" actId="20577"/>
        <pc:sldMkLst>
          <pc:docMk/>
          <pc:sldMk cId="3766878403" sldId="2147377162"/>
        </pc:sldMkLst>
        <pc:graphicFrameChg chg="modGraphic">
          <ac:chgData name="Li,Yuting (HP Medicine) BII-CN-S" userId="ce8fbb54-122c-426d-b8da-fdcc5e1b5022" providerId="ADAL" clId="{81CFB443-6D4B-41A4-877B-BDF625AB6F07}" dt="2022-09-04T08:36:31.678" v="478" actId="20577"/>
          <ac:graphicFrameMkLst>
            <pc:docMk/>
            <pc:sldMk cId="3766878403" sldId="2147377162"/>
            <ac:graphicFrameMk id="10" creationId="{7ED29C9C-0700-480D-B788-68CBB9D31EEE}"/>
          </ac:graphicFrameMkLst>
        </pc:graphicFrameChg>
      </pc:sldChg>
      <pc:sldChg chg="modSp mod">
        <pc:chgData name="Li,Yuting (HP Medicine) BII-CN-S" userId="ce8fbb54-122c-426d-b8da-fdcc5e1b5022" providerId="ADAL" clId="{81CFB443-6D4B-41A4-877B-BDF625AB6F07}" dt="2022-09-04T10:47:25.110" v="560" actId="20577"/>
        <pc:sldMkLst>
          <pc:docMk/>
          <pc:sldMk cId="3074215225" sldId="2147377179"/>
        </pc:sldMkLst>
        <pc:graphicFrameChg chg="mod modGraphic">
          <ac:chgData name="Li,Yuting (HP Medicine) BII-CN-S" userId="ce8fbb54-122c-426d-b8da-fdcc5e1b5022" providerId="ADAL" clId="{81CFB443-6D4B-41A4-877B-BDF625AB6F07}" dt="2022-09-04T10:47:25.110" v="560" actId="20577"/>
          <ac:graphicFrameMkLst>
            <pc:docMk/>
            <pc:sldMk cId="3074215225" sldId="2147377179"/>
            <ac:graphicFrameMk id="9" creationId="{9451AA74-9EEC-4F3E-9EDC-4DA6C151EA9D}"/>
          </ac:graphicFrameMkLst>
        </pc:graphicFrameChg>
      </pc:sldChg>
      <pc:sldChg chg="modSp mod">
        <pc:chgData name="Li,Yuting (HP Medicine) BII-CN-S" userId="ce8fbb54-122c-426d-b8da-fdcc5e1b5022" providerId="ADAL" clId="{81CFB443-6D4B-41A4-877B-BDF625AB6F07}" dt="2022-09-04T11:09:33.221" v="594" actId="20577"/>
        <pc:sldMkLst>
          <pc:docMk/>
          <pc:sldMk cId="2334302692" sldId="2147377262"/>
        </pc:sldMkLst>
        <pc:graphicFrameChg chg="modGraphic">
          <ac:chgData name="Li,Yuting (HP Medicine) BII-CN-S" userId="ce8fbb54-122c-426d-b8da-fdcc5e1b5022" providerId="ADAL" clId="{81CFB443-6D4B-41A4-877B-BDF625AB6F07}" dt="2022-09-04T11:09:33.221" v="594" actId="20577"/>
          <ac:graphicFrameMkLst>
            <pc:docMk/>
            <pc:sldMk cId="2334302692" sldId="2147377262"/>
            <ac:graphicFrameMk id="4" creationId="{CE4F806A-756F-4BE6-8340-EB8D9CD7A174}"/>
          </ac:graphicFrameMkLst>
        </pc:graphicFrameChg>
      </pc:sldChg>
      <pc:sldChg chg="addSp modSp mod">
        <pc:chgData name="Li,Yuting (HP Medicine) BII-CN-S" userId="ce8fbb54-122c-426d-b8da-fdcc5e1b5022" providerId="ADAL" clId="{81CFB443-6D4B-41A4-877B-BDF625AB6F07}" dt="2022-09-05T01:00:27.852" v="868" actId="20577"/>
        <pc:sldMkLst>
          <pc:docMk/>
          <pc:sldMk cId="2654846512" sldId="2147377280"/>
        </pc:sldMkLst>
        <pc:spChg chg="mod">
          <ac:chgData name="Li,Yuting (HP Medicine) BII-CN-S" userId="ce8fbb54-122c-426d-b8da-fdcc5e1b5022" providerId="ADAL" clId="{81CFB443-6D4B-41A4-877B-BDF625AB6F07}" dt="2022-09-04T03:45:04.086" v="70" actId="14100"/>
          <ac:spMkLst>
            <pc:docMk/>
            <pc:sldMk cId="2654846512" sldId="2147377280"/>
            <ac:spMk id="153" creationId="{00000000-0000-0000-0000-000000000000}"/>
          </ac:spMkLst>
        </pc:spChg>
        <pc:spChg chg="mod">
          <ac:chgData name="Li,Yuting (HP Medicine) BII-CN-S" userId="ce8fbb54-122c-426d-b8da-fdcc5e1b5022" providerId="ADAL" clId="{81CFB443-6D4B-41A4-877B-BDF625AB6F07}" dt="2022-09-04T03:44:34.744" v="56" actId="1076"/>
          <ac:spMkLst>
            <pc:docMk/>
            <pc:sldMk cId="2654846512" sldId="2147377280"/>
            <ac:spMk id="159" creationId="{A1E70551-578A-4B35-ACAC-04BA6E603952}"/>
          </ac:spMkLst>
        </pc:spChg>
        <pc:spChg chg="mod">
          <ac:chgData name="Li,Yuting (HP Medicine) BII-CN-S" userId="ce8fbb54-122c-426d-b8da-fdcc5e1b5022" providerId="ADAL" clId="{81CFB443-6D4B-41A4-877B-BDF625AB6F07}" dt="2022-09-04T03:44:42.315" v="58" actId="1076"/>
          <ac:spMkLst>
            <pc:docMk/>
            <pc:sldMk cId="2654846512" sldId="2147377280"/>
            <ac:spMk id="160" creationId="{9224C17E-1AA1-4096-A3FD-25D6FD8BA444}"/>
          </ac:spMkLst>
        </pc:spChg>
        <pc:spChg chg="mod">
          <ac:chgData name="Li,Yuting (HP Medicine) BII-CN-S" userId="ce8fbb54-122c-426d-b8da-fdcc5e1b5022" providerId="ADAL" clId="{81CFB443-6D4B-41A4-877B-BDF625AB6F07}" dt="2022-09-04T03:26:49.930" v="28" actId="1076"/>
          <ac:spMkLst>
            <pc:docMk/>
            <pc:sldMk cId="2654846512" sldId="2147377280"/>
            <ac:spMk id="161" creationId="{B361C849-6669-4EC4-A9AD-EB1BCC463147}"/>
          </ac:spMkLst>
        </pc:spChg>
        <pc:spChg chg="mod">
          <ac:chgData name="Li,Yuting (HP Medicine) BII-CN-S" userId="ce8fbb54-122c-426d-b8da-fdcc5e1b5022" providerId="ADAL" clId="{81CFB443-6D4B-41A4-877B-BDF625AB6F07}" dt="2022-09-04T03:43:56.654" v="37" actId="1076"/>
          <ac:spMkLst>
            <pc:docMk/>
            <pc:sldMk cId="2654846512" sldId="2147377280"/>
            <ac:spMk id="162" creationId="{00000000-0000-0000-0000-000000000000}"/>
          </ac:spMkLst>
        </pc:spChg>
        <pc:spChg chg="mod">
          <ac:chgData name="Li,Yuting (HP Medicine) BII-CN-S" userId="ce8fbb54-122c-426d-b8da-fdcc5e1b5022" providerId="ADAL" clId="{81CFB443-6D4B-41A4-877B-BDF625AB6F07}" dt="2022-09-04T11:09:54.879" v="596" actId="20577"/>
          <ac:spMkLst>
            <pc:docMk/>
            <pc:sldMk cId="2654846512" sldId="2147377280"/>
            <ac:spMk id="178" creationId="{C8A141E8-3A7E-477A-B6F1-59F3BCA948DD}"/>
          </ac:spMkLst>
        </pc:spChg>
        <pc:spChg chg="mod">
          <ac:chgData name="Li,Yuting (HP Medicine) BII-CN-S" userId="ce8fbb54-122c-426d-b8da-fdcc5e1b5022" providerId="ADAL" clId="{81CFB443-6D4B-41A4-877B-BDF625AB6F07}" dt="2022-09-05T01:00:27.852" v="868" actId="20577"/>
          <ac:spMkLst>
            <pc:docMk/>
            <pc:sldMk cId="2654846512" sldId="2147377280"/>
            <ac:spMk id="179" creationId="{76B2B073-55B9-489E-9DB2-DE54D32D033F}"/>
          </ac:spMkLst>
        </pc:spChg>
        <pc:spChg chg="mod">
          <ac:chgData name="Li,Yuting (HP Medicine) BII-CN-S" userId="ce8fbb54-122c-426d-b8da-fdcc5e1b5022" providerId="ADAL" clId="{81CFB443-6D4B-41A4-877B-BDF625AB6F07}" dt="2022-09-04T08:54:31.530" v="504" actId="1035"/>
          <ac:spMkLst>
            <pc:docMk/>
            <pc:sldMk cId="2654846512" sldId="2147377280"/>
            <ac:spMk id="207" creationId="{A1E70551-578A-4B35-ACAC-04BA6E603952}"/>
          </ac:spMkLst>
        </pc:spChg>
        <pc:spChg chg="mod">
          <ac:chgData name="Li,Yuting (HP Medicine) BII-CN-S" userId="ce8fbb54-122c-426d-b8da-fdcc5e1b5022" providerId="ADAL" clId="{81CFB443-6D4B-41A4-877B-BDF625AB6F07}" dt="2022-09-04T08:54:31.530" v="504" actId="1035"/>
          <ac:spMkLst>
            <pc:docMk/>
            <pc:sldMk cId="2654846512" sldId="2147377280"/>
            <ac:spMk id="208" creationId="{B4E8BEE0-0EB3-40D8-9AA2-B2BC6D502A8C}"/>
          </ac:spMkLst>
        </pc:spChg>
        <pc:spChg chg="mod">
          <ac:chgData name="Li,Yuting (HP Medicine) BII-CN-S" userId="ce8fbb54-122c-426d-b8da-fdcc5e1b5022" providerId="ADAL" clId="{81CFB443-6D4B-41A4-877B-BDF625AB6F07}" dt="2022-09-04T08:54:31.530" v="504" actId="1035"/>
          <ac:spMkLst>
            <pc:docMk/>
            <pc:sldMk cId="2654846512" sldId="2147377280"/>
            <ac:spMk id="209" creationId="{B361C849-6669-4EC4-A9AD-EB1BCC463147}"/>
          </ac:spMkLst>
        </pc:spChg>
        <pc:spChg chg="mod">
          <ac:chgData name="Li,Yuting (HP Medicine) BII-CN-S" userId="ce8fbb54-122c-426d-b8da-fdcc5e1b5022" providerId="ADAL" clId="{81CFB443-6D4B-41A4-877B-BDF625AB6F07}" dt="2022-09-04T08:54:31.530" v="504" actId="1035"/>
          <ac:spMkLst>
            <pc:docMk/>
            <pc:sldMk cId="2654846512" sldId="2147377280"/>
            <ac:spMk id="210" creationId="{00000000-0000-0000-0000-000000000000}"/>
          </ac:spMkLst>
        </pc:spChg>
        <pc:spChg chg="mod">
          <ac:chgData name="Li,Yuting (HP Medicine) BII-CN-S" userId="ce8fbb54-122c-426d-b8da-fdcc5e1b5022" providerId="ADAL" clId="{81CFB443-6D4B-41A4-877B-BDF625AB6F07}" dt="2022-09-04T08:54:31.530" v="504" actId="1035"/>
          <ac:spMkLst>
            <pc:docMk/>
            <pc:sldMk cId="2654846512" sldId="2147377280"/>
            <ac:spMk id="211" creationId="{9224C17E-1AA1-4096-A3FD-25D6FD8BA444}"/>
          </ac:spMkLst>
        </pc:spChg>
        <pc:spChg chg="mod">
          <ac:chgData name="Li,Yuting (HP Medicine) BII-CN-S" userId="ce8fbb54-122c-426d-b8da-fdcc5e1b5022" providerId="ADAL" clId="{81CFB443-6D4B-41A4-877B-BDF625AB6F07}" dt="2022-09-04T08:54:31.530" v="504" actId="1035"/>
          <ac:spMkLst>
            <pc:docMk/>
            <pc:sldMk cId="2654846512" sldId="2147377280"/>
            <ac:spMk id="212" creationId="{BB8CA441-CAF3-49DE-9132-10328C7407DA}"/>
          </ac:spMkLst>
        </pc:spChg>
        <pc:spChg chg="mod">
          <ac:chgData name="Li,Yuting (HP Medicine) BII-CN-S" userId="ce8fbb54-122c-426d-b8da-fdcc5e1b5022" providerId="ADAL" clId="{81CFB443-6D4B-41A4-877B-BDF625AB6F07}" dt="2022-09-04T08:54:31.530" v="504" actId="1035"/>
          <ac:spMkLst>
            <pc:docMk/>
            <pc:sldMk cId="2654846512" sldId="2147377280"/>
            <ac:spMk id="213" creationId="{9224C17E-1AA1-4096-A3FD-25D6FD8BA444}"/>
          </ac:spMkLst>
        </pc:spChg>
        <pc:spChg chg="mod">
          <ac:chgData name="Li,Yuting (HP Medicine) BII-CN-S" userId="ce8fbb54-122c-426d-b8da-fdcc5e1b5022" providerId="ADAL" clId="{81CFB443-6D4B-41A4-877B-BDF625AB6F07}" dt="2022-09-04T08:54:31.530" v="504" actId="1035"/>
          <ac:spMkLst>
            <pc:docMk/>
            <pc:sldMk cId="2654846512" sldId="2147377280"/>
            <ac:spMk id="214" creationId="{9224C17E-1AA1-4096-A3FD-25D6FD8BA444}"/>
          </ac:spMkLst>
        </pc:spChg>
        <pc:spChg chg="mod">
          <ac:chgData name="Li,Yuting (HP Medicine) BII-CN-S" userId="ce8fbb54-122c-426d-b8da-fdcc5e1b5022" providerId="ADAL" clId="{81CFB443-6D4B-41A4-877B-BDF625AB6F07}" dt="2022-09-04T08:54:31.530" v="504" actId="1035"/>
          <ac:spMkLst>
            <pc:docMk/>
            <pc:sldMk cId="2654846512" sldId="2147377280"/>
            <ac:spMk id="215" creationId="{B361C849-6669-4EC4-A9AD-EB1BCC463147}"/>
          </ac:spMkLst>
        </pc:spChg>
        <pc:spChg chg="mod">
          <ac:chgData name="Li,Yuting (HP Medicine) BII-CN-S" userId="ce8fbb54-122c-426d-b8da-fdcc5e1b5022" providerId="ADAL" clId="{81CFB443-6D4B-41A4-877B-BDF625AB6F07}" dt="2022-09-04T08:54:31.530" v="504" actId="1035"/>
          <ac:spMkLst>
            <pc:docMk/>
            <pc:sldMk cId="2654846512" sldId="2147377280"/>
            <ac:spMk id="216" creationId="{00000000-0000-0000-0000-000000000000}"/>
          </ac:spMkLst>
        </pc:spChg>
        <pc:spChg chg="mod">
          <ac:chgData name="Li,Yuting (HP Medicine) BII-CN-S" userId="ce8fbb54-122c-426d-b8da-fdcc5e1b5022" providerId="ADAL" clId="{81CFB443-6D4B-41A4-877B-BDF625AB6F07}" dt="2022-09-04T08:54:31.530" v="504" actId="1035"/>
          <ac:spMkLst>
            <pc:docMk/>
            <pc:sldMk cId="2654846512" sldId="2147377280"/>
            <ac:spMk id="218" creationId="{A0625694-4FCE-4EE7-92E6-C9D58783651F}"/>
          </ac:spMkLst>
        </pc:spChg>
        <pc:spChg chg="mod">
          <ac:chgData name="Li,Yuting (HP Medicine) BII-CN-S" userId="ce8fbb54-122c-426d-b8da-fdcc5e1b5022" providerId="ADAL" clId="{81CFB443-6D4B-41A4-877B-BDF625AB6F07}" dt="2022-09-04T08:54:31.530" v="504" actId="1035"/>
          <ac:spMkLst>
            <pc:docMk/>
            <pc:sldMk cId="2654846512" sldId="2147377280"/>
            <ac:spMk id="219" creationId="{90B8C819-3C78-4A88-A866-5DA965418DB0}"/>
          </ac:spMkLst>
        </pc:spChg>
        <pc:spChg chg="mod">
          <ac:chgData name="Li,Yuting (HP Medicine) BII-CN-S" userId="ce8fbb54-122c-426d-b8da-fdcc5e1b5022" providerId="ADAL" clId="{81CFB443-6D4B-41A4-877B-BDF625AB6F07}" dt="2022-09-04T08:54:31.530" v="504" actId="1035"/>
          <ac:spMkLst>
            <pc:docMk/>
            <pc:sldMk cId="2654846512" sldId="2147377280"/>
            <ac:spMk id="220" creationId="{00000000-0000-0000-0000-000000000000}"/>
          </ac:spMkLst>
        </pc:spChg>
        <pc:spChg chg="mod">
          <ac:chgData name="Li,Yuting (HP Medicine) BII-CN-S" userId="ce8fbb54-122c-426d-b8da-fdcc5e1b5022" providerId="ADAL" clId="{81CFB443-6D4B-41A4-877B-BDF625AB6F07}" dt="2022-09-04T08:54:31.530" v="504" actId="1035"/>
          <ac:spMkLst>
            <pc:docMk/>
            <pc:sldMk cId="2654846512" sldId="2147377280"/>
            <ac:spMk id="221" creationId="{B361C849-6669-4EC4-A9AD-EB1BCC463147}"/>
          </ac:spMkLst>
        </pc:spChg>
        <pc:spChg chg="mod">
          <ac:chgData name="Li,Yuting (HP Medicine) BII-CN-S" userId="ce8fbb54-122c-426d-b8da-fdcc5e1b5022" providerId="ADAL" clId="{81CFB443-6D4B-41A4-877B-BDF625AB6F07}" dt="2022-09-04T08:54:31.530" v="504" actId="1035"/>
          <ac:spMkLst>
            <pc:docMk/>
            <pc:sldMk cId="2654846512" sldId="2147377280"/>
            <ac:spMk id="222" creationId="{00000000-0000-0000-0000-000000000000}"/>
          </ac:spMkLst>
        </pc:spChg>
        <pc:spChg chg="mod">
          <ac:chgData name="Li,Yuting (HP Medicine) BII-CN-S" userId="ce8fbb54-122c-426d-b8da-fdcc5e1b5022" providerId="ADAL" clId="{81CFB443-6D4B-41A4-877B-BDF625AB6F07}" dt="2022-09-04T08:54:31.530" v="504" actId="1035"/>
          <ac:spMkLst>
            <pc:docMk/>
            <pc:sldMk cId="2654846512" sldId="2147377280"/>
            <ac:spMk id="223" creationId="{9224C17E-1AA1-4096-A3FD-25D6FD8BA444}"/>
          </ac:spMkLst>
        </pc:spChg>
        <pc:spChg chg="add mod">
          <ac:chgData name="Li,Yuting (HP Medicine) BII-CN-S" userId="ce8fbb54-122c-426d-b8da-fdcc5e1b5022" providerId="ADAL" clId="{81CFB443-6D4B-41A4-877B-BDF625AB6F07}" dt="2022-09-04T11:10:09.247" v="597" actId="1076"/>
          <ac:spMkLst>
            <pc:docMk/>
            <pc:sldMk cId="2654846512" sldId="2147377280"/>
            <ac:spMk id="225" creationId="{D30C0FD1-AD3D-4991-851C-22EC70F5916E}"/>
          </ac:spMkLst>
        </pc:spChg>
        <pc:spChg chg="add mod">
          <ac:chgData name="Li,Yuting (HP Medicine) BII-CN-S" userId="ce8fbb54-122c-426d-b8da-fdcc5e1b5022" providerId="ADAL" clId="{81CFB443-6D4B-41A4-877B-BDF625AB6F07}" dt="2022-09-04T03:44:39.562" v="57" actId="1076"/>
          <ac:spMkLst>
            <pc:docMk/>
            <pc:sldMk cId="2654846512" sldId="2147377280"/>
            <ac:spMk id="240" creationId="{CD6003E6-91F4-4508-A0A1-981584D536A9}"/>
          </ac:spMkLst>
        </pc:spChg>
        <pc:spChg chg="add mod">
          <ac:chgData name="Li,Yuting (HP Medicine) BII-CN-S" userId="ce8fbb54-122c-426d-b8da-fdcc5e1b5022" providerId="ADAL" clId="{81CFB443-6D4B-41A4-877B-BDF625AB6F07}" dt="2022-09-04T03:44:55.315" v="69" actId="20577"/>
          <ac:spMkLst>
            <pc:docMk/>
            <pc:sldMk cId="2654846512" sldId="2147377280"/>
            <ac:spMk id="248" creationId="{E65616C1-3C0D-453E-BDEA-E2076867849A}"/>
          </ac:spMkLst>
        </pc:spChg>
        <pc:grpChg chg="mod">
          <ac:chgData name="Li,Yuting (HP Medicine) BII-CN-S" userId="ce8fbb54-122c-426d-b8da-fdcc5e1b5022" providerId="ADAL" clId="{81CFB443-6D4B-41A4-877B-BDF625AB6F07}" dt="2022-09-04T03:43:32.552" v="31" actId="1076"/>
          <ac:grpSpMkLst>
            <pc:docMk/>
            <pc:sldMk cId="2654846512" sldId="2147377280"/>
            <ac:grpSpMk id="155" creationId="{22D6154F-78E1-4174-AB57-1D26B92FA7AE}"/>
          </ac:grpSpMkLst>
        </pc:grpChg>
        <pc:grpChg chg="mod">
          <ac:chgData name="Li,Yuting (HP Medicine) BII-CN-S" userId="ce8fbb54-122c-426d-b8da-fdcc5e1b5022" providerId="ADAL" clId="{81CFB443-6D4B-41A4-877B-BDF625AB6F07}" dt="2022-09-04T08:54:31.530" v="504" actId="1035"/>
          <ac:grpSpMkLst>
            <pc:docMk/>
            <pc:sldMk cId="2654846512" sldId="2147377280"/>
            <ac:grpSpMk id="217" creationId="{00000000-0000-0000-0000-000000000000}"/>
          </ac:grpSpMkLst>
        </pc:grpChg>
      </pc:sldChg>
      <pc:sldChg chg="modSp mod">
        <pc:chgData name="Li,Yuting (HP Medicine) BII-CN-S" userId="ce8fbb54-122c-426d-b8da-fdcc5e1b5022" providerId="ADAL" clId="{81CFB443-6D4B-41A4-877B-BDF625AB6F07}" dt="2022-09-04T03:45:58.666" v="80" actId="6549"/>
        <pc:sldMkLst>
          <pc:docMk/>
          <pc:sldMk cId="779076496" sldId="2147377281"/>
        </pc:sldMkLst>
        <pc:spChg chg="mod">
          <ac:chgData name="Li,Yuting (HP Medicine) BII-CN-S" userId="ce8fbb54-122c-426d-b8da-fdcc5e1b5022" providerId="ADAL" clId="{81CFB443-6D4B-41A4-877B-BDF625AB6F07}" dt="2022-09-04T03:45:58.666" v="80" actId="6549"/>
          <ac:spMkLst>
            <pc:docMk/>
            <pc:sldMk cId="779076496" sldId="2147377281"/>
            <ac:spMk id="41" creationId="{80672632-5059-4D01-BB59-096554D9CD3A}"/>
          </ac:spMkLst>
        </pc:spChg>
      </pc:sldChg>
      <pc:sldChg chg="mod modShow">
        <pc:chgData name="Li,Yuting (HP Medicine) BII-CN-S" userId="ce8fbb54-122c-426d-b8da-fdcc5e1b5022" providerId="ADAL" clId="{81CFB443-6D4B-41A4-877B-BDF625AB6F07}" dt="2022-09-04T03:47:54.501" v="81" actId="729"/>
        <pc:sldMkLst>
          <pc:docMk/>
          <pc:sldMk cId="3687726199" sldId="2147377284"/>
        </pc:sldMkLst>
      </pc:sldChg>
      <pc:sldChg chg="modSp mod">
        <pc:chgData name="Li,Yuting (HP Medicine) BII-CN-S" userId="ce8fbb54-122c-426d-b8da-fdcc5e1b5022" providerId="ADAL" clId="{81CFB443-6D4B-41A4-877B-BDF625AB6F07}" dt="2022-09-04T11:20:58.268" v="672" actId="1076"/>
        <pc:sldMkLst>
          <pc:docMk/>
          <pc:sldMk cId="508902223" sldId="2147377285"/>
        </pc:sldMkLst>
        <pc:spChg chg="mod">
          <ac:chgData name="Li,Yuting (HP Medicine) BII-CN-S" userId="ce8fbb54-122c-426d-b8da-fdcc5e1b5022" providerId="ADAL" clId="{81CFB443-6D4B-41A4-877B-BDF625AB6F07}" dt="2022-09-04T03:48:07.537" v="89" actId="20577"/>
          <ac:spMkLst>
            <pc:docMk/>
            <pc:sldMk cId="508902223" sldId="2147377285"/>
            <ac:spMk id="3" creationId="{00000000-0000-0000-0000-000000000000}"/>
          </ac:spMkLst>
        </pc:spChg>
        <pc:spChg chg="mod">
          <ac:chgData name="Li,Yuting (HP Medicine) BII-CN-S" userId="ce8fbb54-122c-426d-b8da-fdcc5e1b5022" providerId="ADAL" clId="{81CFB443-6D4B-41A4-877B-BDF625AB6F07}" dt="2022-09-04T11:12:23.052" v="598" actId="1076"/>
          <ac:spMkLst>
            <pc:docMk/>
            <pc:sldMk cId="508902223" sldId="2147377285"/>
            <ac:spMk id="55" creationId="{9224C17E-1AA1-4096-A3FD-25D6FD8BA444}"/>
          </ac:spMkLst>
        </pc:spChg>
        <pc:spChg chg="mod">
          <ac:chgData name="Li,Yuting (HP Medicine) BII-CN-S" userId="ce8fbb54-122c-426d-b8da-fdcc5e1b5022" providerId="ADAL" clId="{81CFB443-6D4B-41A4-877B-BDF625AB6F07}" dt="2022-09-04T11:20:32.785" v="612" actId="20577"/>
          <ac:spMkLst>
            <pc:docMk/>
            <pc:sldMk cId="508902223" sldId="2147377285"/>
            <ac:spMk id="65" creationId="{DCA9C7C2-9FFD-4F3E-84B6-3F0272745DC6}"/>
          </ac:spMkLst>
        </pc:spChg>
        <pc:spChg chg="mod">
          <ac:chgData name="Li,Yuting (HP Medicine) BII-CN-S" userId="ce8fbb54-122c-426d-b8da-fdcc5e1b5022" providerId="ADAL" clId="{81CFB443-6D4B-41A4-877B-BDF625AB6F07}" dt="2022-09-04T11:20:58.268" v="672" actId="1076"/>
          <ac:spMkLst>
            <pc:docMk/>
            <pc:sldMk cId="508902223" sldId="2147377285"/>
            <ac:spMk id="91" creationId="{FD45A3FD-80BA-4AD6-B3CE-25602A6E2FB5}"/>
          </ac:spMkLst>
        </pc:spChg>
        <pc:spChg chg="mod">
          <ac:chgData name="Li,Yuting (HP Medicine) BII-CN-S" userId="ce8fbb54-122c-426d-b8da-fdcc5e1b5022" providerId="ADAL" clId="{81CFB443-6D4B-41A4-877B-BDF625AB6F07}" dt="2022-09-04T11:18:57.239" v="601" actId="1076"/>
          <ac:spMkLst>
            <pc:docMk/>
            <pc:sldMk cId="508902223" sldId="2147377285"/>
            <ac:spMk id="98" creationId="{E9CDEBE6-1B98-49B0-BB3E-4E4742B94638}"/>
          </ac:spMkLst>
        </pc:spChg>
        <pc:spChg chg="mod">
          <ac:chgData name="Li,Yuting (HP Medicine) BII-CN-S" userId="ce8fbb54-122c-426d-b8da-fdcc5e1b5022" providerId="ADAL" clId="{81CFB443-6D4B-41A4-877B-BDF625AB6F07}" dt="2022-09-04T11:19:02.563" v="610" actId="20577"/>
          <ac:spMkLst>
            <pc:docMk/>
            <pc:sldMk cId="508902223" sldId="2147377285"/>
            <ac:spMk id="99" creationId="{60F985A7-AFE4-4927-9447-634719D10FAA}"/>
          </ac:spMkLst>
        </pc:spChg>
        <pc:cxnChg chg="mod">
          <ac:chgData name="Li,Yuting (HP Medicine) BII-CN-S" userId="ce8fbb54-122c-426d-b8da-fdcc5e1b5022" providerId="ADAL" clId="{81CFB443-6D4B-41A4-877B-BDF625AB6F07}" dt="2022-09-04T11:12:33.264" v="599" actId="1076"/>
          <ac:cxnSpMkLst>
            <pc:docMk/>
            <pc:sldMk cId="508902223" sldId="2147377285"/>
            <ac:cxnSpMk id="54" creationId="{9C165100-0114-4167-8FF0-BFF01B293D04}"/>
          </ac:cxnSpMkLst>
        </pc:cxnChg>
      </pc:sldChg>
      <pc:sldChg chg="addSp modSp mod">
        <pc:chgData name="Li,Yuting (HP Medicine) BII-CN-S" userId="ce8fbb54-122c-426d-b8da-fdcc5e1b5022" providerId="ADAL" clId="{81CFB443-6D4B-41A4-877B-BDF625AB6F07}" dt="2022-09-04T09:57:01.187" v="517" actId="20577"/>
        <pc:sldMkLst>
          <pc:docMk/>
          <pc:sldMk cId="1669717787" sldId="2147377286"/>
        </pc:sldMkLst>
        <pc:spChg chg="mod">
          <ac:chgData name="Li,Yuting (HP Medicine) BII-CN-S" userId="ce8fbb54-122c-426d-b8da-fdcc5e1b5022" providerId="ADAL" clId="{81CFB443-6D4B-41A4-877B-BDF625AB6F07}" dt="2022-09-04T09:56:12.241" v="513" actId="20577"/>
          <ac:spMkLst>
            <pc:docMk/>
            <pc:sldMk cId="1669717787" sldId="2147377286"/>
            <ac:spMk id="4" creationId="{00000000-0000-0000-0000-000000000000}"/>
          </ac:spMkLst>
        </pc:spChg>
        <pc:spChg chg="mod">
          <ac:chgData name="Li,Yuting (HP Medicine) BII-CN-S" userId="ce8fbb54-122c-426d-b8da-fdcc5e1b5022" providerId="ADAL" clId="{81CFB443-6D4B-41A4-877B-BDF625AB6F07}" dt="2022-09-04T06:55:50.862" v="221" actId="1076"/>
          <ac:spMkLst>
            <pc:docMk/>
            <pc:sldMk cId="1669717787" sldId="2147377286"/>
            <ac:spMk id="7" creationId="{E9DC4527-9B66-4450-86F5-689D3C73A610}"/>
          </ac:spMkLst>
        </pc:spChg>
        <pc:spChg chg="mod">
          <ac:chgData name="Li,Yuting (HP Medicine) BII-CN-S" userId="ce8fbb54-122c-426d-b8da-fdcc5e1b5022" providerId="ADAL" clId="{81CFB443-6D4B-41A4-877B-BDF625AB6F07}" dt="2022-09-04T06:01:27.730" v="90" actId="14100"/>
          <ac:spMkLst>
            <pc:docMk/>
            <pc:sldMk cId="1669717787" sldId="2147377286"/>
            <ac:spMk id="8" creationId="{751C66A6-4239-4742-B166-DDFB44FD9D59}"/>
          </ac:spMkLst>
        </pc:spChg>
        <pc:spChg chg="mod">
          <ac:chgData name="Li,Yuting (HP Medicine) BII-CN-S" userId="ce8fbb54-122c-426d-b8da-fdcc5e1b5022" providerId="ADAL" clId="{81CFB443-6D4B-41A4-877B-BDF625AB6F07}" dt="2022-09-04T09:57:01.187" v="517" actId="20577"/>
          <ac:spMkLst>
            <pc:docMk/>
            <pc:sldMk cId="1669717787" sldId="2147377286"/>
            <ac:spMk id="25" creationId="{97CE9050-DA11-497A-A5A0-DB0987903F23}"/>
          </ac:spMkLst>
        </pc:spChg>
        <pc:spChg chg="add mod">
          <ac:chgData name="Li,Yuting (HP Medicine) BII-CN-S" userId="ce8fbb54-122c-426d-b8da-fdcc5e1b5022" providerId="ADAL" clId="{81CFB443-6D4B-41A4-877B-BDF625AB6F07}" dt="2022-09-04T06:11:44.863" v="171" actId="207"/>
          <ac:spMkLst>
            <pc:docMk/>
            <pc:sldMk cId="1669717787" sldId="2147377286"/>
            <ac:spMk id="162" creationId="{85E03438-7695-4CCA-B5AE-4592091CA77A}"/>
          </ac:spMkLst>
        </pc:spChg>
        <pc:spChg chg="mod">
          <ac:chgData name="Li,Yuting (HP Medicine) BII-CN-S" userId="ce8fbb54-122c-426d-b8da-fdcc5e1b5022" providerId="ADAL" clId="{81CFB443-6D4B-41A4-877B-BDF625AB6F07}" dt="2022-09-04T06:56:35.672" v="222" actId="20577"/>
          <ac:spMkLst>
            <pc:docMk/>
            <pc:sldMk cId="1669717787" sldId="2147377286"/>
            <ac:spMk id="168" creationId="{65EA3170-CB0D-432D-8631-319933F816A2}"/>
          </ac:spMkLst>
        </pc:spChg>
        <pc:spChg chg="mod">
          <ac:chgData name="Li,Yuting (HP Medicine) BII-CN-S" userId="ce8fbb54-122c-426d-b8da-fdcc5e1b5022" providerId="ADAL" clId="{81CFB443-6D4B-41A4-877B-BDF625AB6F07}" dt="2022-09-04T06:53:53.796" v="184" actId="6549"/>
          <ac:spMkLst>
            <pc:docMk/>
            <pc:sldMk cId="1669717787" sldId="2147377286"/>
            <ac:spMk id="192" creationId="{31193A60-52A8-4E9D-BB69-B3D203C95D66}"/>
          </ac:spMkLst>
        </pc:spChg>
        <pc:spChg chg="add mod">
          <ac:chgData name="Li,Yuting (HP Medicine) BII-CN-S" userId="ce8fbb54-122c-426d-b8da-fdcc5e1b5022" providerId="ADAL" clId="{81CFB443-6D4B-41A4-877B-BDF625AB6F07}" dt="2022-09-04T09:54:00.773" v="512" actId="20577"/>
          <ac:spMkLst>
            <pc:docMk/>
            <pc:sldMk cId="1669717787" sldId="2147377286"/>
            <ac:spMk id="210" creationId="{6A0574E4-9366-44A4-B234-500AE40A94DA}"/>
          </ac:spMkLst>
        </pc:spChg>
      </pc:sldChg>
      <pc:sldChg chg="modSp mod">
        <pc:chgData name="Li,Yuting (HP Medicine) BII-CN-S" userId="ce8fbb54-122c-426d-b8da-fdcc5e1b5022" providerId="ADAL" clId="{81CFB443-6D4B-41A4-877B-BDF625AB6F07}" dt="2022-09-04T11:31:03.569" v="836" actId="20577"/>
        <pc:sldMkLst>
          <pc:docMk/>
          <pc:sldMk cId="2945983659" sldId="2147377289"/>
        </pc:sldMkLst>
        <pc:spChg chg="mod">
          <ac:chgData name="Li,Yuting (HP Medicine) BII-CN-S" userId="ce8fbb54-122c-426d-b8da-fdcc5e1b5022" providerId="ADAL" clId="{81CFB443-6D4B-41A4-877B-BDF625AB6F07}" dt="2022-09-04T11:30:46.612" v="832" actId="20577"/>
          <ac:spMkLst>
            <pc:docMk/>
            <pc:sldMk cId="2945983659" sldId="2147377289"/>
            <ac:spMk id="39" creationId="{6E1B9E34-E718-4D6F-99A2-E2D92006A595}"/>
          </ac:spMkLst>
        </pc:spChg>
        <pc:spChg chg="mod">
          <ac:chgData name="Li,Yuting (HP Medicine) BII-CN-S" userId="ce8fbb54-122c-426d-b8da-fdcc5e1b5022" providerId="ADAL" clId="{81CFB443-6D4B-41A4-877B-BDF625AB6F07}" dt="2022-09-04T11:24:49.769" v="680" actId="20577"/>
          <ac:spMkLst>
            <pc:docMk/>
            <pc:sldMk cId="2945983659" sldId="2147377289"/>
            <ac:spMk id="62" creationId="{34984A34-96B5-4D78-BCB7-9A9DDA32B9E5}"/>
          </ac:spMkLst>
        </pc:spChg>
        <pc:spChg chg="mod">
          <ac:chgData name="Li,Yuting (HP Medicine) BII-CN-S" userId="ce8fbb54-122c-426d-b8da-fdcc5e1b5022" providerId="ADAL" clId="{81CFB443-6D4B-41A4-877B-BDF625AB6F07}" dt="2022-09-04T11:31:03.569" v="836" actId="20577"/>
          <ac:spMkLst>
            <pc:docMk/>
            <pc:sldMk cId="2945983659" sldId="2147377289"/>
            <ac:spMk id="83" creationId="{25D1B44F-B41B-4D37-84BE-70BB9D64C9ED}"/>
          </ac:spMkLst>
        </pc:spChg>
        <pc:spChg chg="mod">
          <ac:chgData name="Li,Yuting (HP Medicine) BII-CN-S" userId="ce8fbb54-122c-426d-b8da-fdcc5e1b5022" providerId="ADAL" clId="{81CFB443-6D4B-41A4-877B-BDF625AB6F07}" dt="2022-09-04T10:08:02.862" v="519" actId="20577"/>
          <ac:spMkLst>
            <pc:docMk/>
            <pc:sldMk cId="2945983659" sldId="2147377289"/>
            <ac:spMk id="89" creationId="{7BD92CFC-0106-4FF4-A530-1AD27981172B}"/>
          </ac:spMkLst>
        </pc:spChg>
        <pc:spChg chg="mod">
          <ac:chgData name="Li,Yuting (HP Medicine) BII-CN-S" userId="ce8fbb54-122c-426d-b8da-fdcc5e1b5022" providerId="ADAL" clId="{81CFB443-6D4B-41A4-877B-BDF625AB6F07}" dt="2022-09-04T11:25:05.469" v="711" actId="20577"/>
          <ac:spMkLst>
            <pc:docMk/>
            <pc:sldMk cId="2945983659" sldId="2147377289"/>
            <ac:spMk id="108" creationId="{5DFEA8EC-7991-4674-8181-76CD550E3CF1}"/>
          </ac:spMkLst>
        </pc:spChg>
        <pc:grpChg chg="mod">
          <ac:chgData name="Li,Yuting (HP Medicine) BII-CN-S" userId="ce8fbb54-122c-426d-b8da-fdcc5e1b5022" providerId="ADAL" clId="{81CFB443-6D4B-41A4-877B-BDF625AB6F07}" dt="2022-09-04T10:09:33.050" v="521" actId="1076"/>
          <ac:grpSpMkLst>
            <pc:docMk/>
            <pc:sldMk cId="2945983659" sldId="2147377289"/>
            <ac:grpSpMk id="94" creationId="{8CA2D186-99EC-466F-9E24-BEA99F2ECDCD}"/>
          </ac:grpSpMkLst>
        </pc:grpChg>
      </pc:sldChg>
      <pc:sldChg chg="addSp modSp mod">
        <pc:chgData name="Li,Yuting (HP Medicine) BII-CN-S" userId="ce8fbb54-122c-426d-b8da-fdcc5e1b5022" providerId="ADAL" clId="{81CFB443-6D4B-41A4-877B-BDF625AB6F07}" dt="2022-09-04T11:28:28.440" v="823" actId="20577"/>
        <pc:sldMkLst>
          <pc:docMk/>
          <pc:sldMk cId="733502872" sldId="2147377290"/>
        </pc:sldMkLst>
        <pc:spChg chg="mod">
          <ac:chgData name="Li,Yuting (HP Medicine) BII-CN-S" userId="ce8fbb54-122c-426d-b8da-fdcc5e1b5022" providerId="ADAL" clId="{81CFB443-6D4B-41A4-877B-BDF625AB6F07}" dt="2022-09-04T11:26:37.165" v="735" actId="20577"/>
          <ac:spMkLst>
            <pc:docMk/>
            <pc:sldMk cId="733502872" sldId="2147377290"/>
            <ac:spMk id="68" creationId="{00000000-0000-0000-0000-000000000000}"/>
          </ac:spMkLst>
        </pc:spChg>
        <pc:spChg chg="mod">
          <ac:chgData name="Li,Yuting (HP Medicine) BII-CN-S" userId="ce8fbb54-122c-426d-b8da-fdcc5e1b5022" providerId="ADAL" clId="{81CFB443-6D4B-41A4-877B-BDF625AB6F07}" dt="2022-09-04T11:26:25.149" v="731" actId="6549"/>
          <ac:spMkLst>
            <pc:docMk/>
            <pc:sldMk cId="733502872" sldId="2147377290"/>
            <ac:spMk id="70" creationId="{00000000-0000-0000-0000-000000000000}"/>
          </ac:spMkLst>
        </pc:spChg>
        <pc:spChg chg="mod">
          <ac:chgData name="Li,Yuting (HP Medicine) BII-CN-S" userId="ce8fbb54-122c-426d-b8da-fdcc5e1b5022" providerId="ADAL" clId="{81CFB443-6D4B-41A4-877B-BDF625AB6F07}" dt="2022-09-04T11:27:16.613" v="751" actId="20577"/>
          <ac:spMkLst>
            <pc:docMk/>
            <pc:sldMk cId="733502872" sldId="2147377290"/>
            <ac:spMk id="89" creationId="{00000000-0000-0000-0000-000000000000}"/>
          </ac:spMkLst>
        </pc:spChg>
        <pc:spChg chg="mod">
          <ac:chgData name="Li,Yuting (HP Medicine) BII-CN-S" userId="ce8fbb54-122c-426d-b8da-fdcc5e1b5022" providerId="ADAL" clId="{81CFB443-6D4B-41A4-877B-BDF625AB6F07}" dt="2022-09-04T11:26:46.231" v="739" actId="20577"/>
          <ac:spMkLst>
            <pc:docMk/>
            <pc:sldMk cId="733502872" sldId="2147377290"/>
            <ac:spMk id="91" creationId="{00000000-0000-0000-0000-000000000000}"/>
          </ac:spMkLst>
        </pc:spChg>
        <pc:spChg chg="mod">
          <ac:chgData name="Li,Yuting (HP Medicine) BII-CN-S" userId="ce8fbb54-122c-426d-b8da-fdcc5e1b5022" providerId="ADAL" clId="{81CFB443-6D4B-41A4-877B-BDF625AB6F07}" dt="2022-09-04T11:26:56.557" v="743" actId="6549"/>
          <ac:spMkLst>
            <pc:docMk/>
            <pc:sldMk cId="733502872" sldId="2147377290"/>
            <ac:spMk id="95" creationId="{BC6A3A5F-ADE2-49BE-B19B-A4EDD9DA156B}"/>
          </ac:spMkLst>
        </pc:spChg>
        <pc:spChg chg="mod">
          <ac:chgData name="Li,Yuting (HP Medicine) BII-CN-S" userId="ce8fbb54-122c-426d-b8da-fdcc5e1b5022" providerId="ADAL" clId="{81CFB443-6D4B-41A4-877B-BDF625AB6F07}" dt="2022-09-04T11:25:33.107" v="714" actId="20577"/>
          <ac:spMkLst>
            <pc:docMk/>
            <pc:sldMk cId="733502872" sldId="2147377290"/>
            <ac:spMk id="99" creationId="{D11E8C8E-EA83-4AF2-B5EA-9A0D5FDC196B}"/>
          </ac:spMkLst>
        </pc:spChg>
        <pc:spChg chg="add mod">
          <ac:chgData name="Li,Yuting (HP Medicine) BII-CN-S" userId="ce8fbb54-122c-426d-b8da-fdcc5e1b5022" providerId="ADAL" clId="{81CFB443-6D4B-41A4-877B-BDF625AB6F07}" dt="2022-09-04T11:28:06.922" v="809" actId="20577"/>
          <ac:spMkLst>
            <pc:docMk/>
            <pc:sldMk cId="733502872" sldId="2147377290"/>
            <ac:spMk id="109" creationId="{6465D155-7FEC-419D-8CAD-C52023B164C0}"/>
          </ac:spMkLst>
        </pc:spChg>
        <pc:spChg chg="mod">
          <ac:chgData name="Li,Yuting (HP Medicine) BII-CN-S" userId="ce8fbb54-122c-426d-b8da-fdcc5e1b5022" providerId="ADAL" clId="{81CFB443-6D4B-41A4-877B-BDF625AB6F07}" dt="2022-09-04T11:27:31.725" v="752" actId="20577"/>
          <ac:spMkLst>
            <pc:docMk/>
            <pc:sldMk cId="733502872" sldId="2147377290"/>
            <ac:spMk id="115" creationId="{34852BE7-ED18-41A7-987A-9CB34FB4DEF9}"/>
          </ac:spMkLst>
        </pc:spChg>
        <pc:spChg chg="mod">
          <ac:chgData name="Li,Yuting (HP Medicine) BII-CN-S" userId="ce8fbb54-122c-426d-b8da-fdcc5e1b5022" providerId="ADAL" clId="{81CFB443-6D4B-41A4-877B-BDF625AB6F07}" dt="2022-09-04T11:27:08.604" v="747" actId="20577"/>
          <ac:spMkLst>
            <pc:docMk/>
            <pc:sldMk cId="733502872" sldId="2147377290"/>
            <ac:spMk id="135" creationId="{82321E30-CCB3-4124-987A-20BAE479DC5C}"/>
          </ac:spMkLst>
        </pc:spChg>
        <pc:spChg chg="mod">
          <ac:chgData name="Li,Yuting (HP Medicine) BII-CN-S" userId="ce8fbb54-122c-426d-b8da-fdcc5e1b5022" providerId="ADAL" clId="{81CFB443-6D4B-41A4-877B-BDF625AB6F07}" dt="2022-09-04T11:28:28.440" v="823" actId="20577"/>
          <ac:spMkLst>
            <pc:docMk/>
            <pc:sldMk cId="733502872" sldId="2147377290"/>
            <ac:spMk id="185" creationId="{794D14E8-313E-4BAC-B79E-A95872421B81}"/>
          </ac:spMkLst>
        </pc:spChg>
        <pc:spChg chg="mod">
          <ac:chgData name="Li,Yuting (HP Medicine) BII-CN-S" userId="ce8fbb54-122c-426d-b8da-fdcc5e1b5022" providerId="ADAL" clId="{81CFB443-6D4B-41A4-877B-BDF625AB6F07}" dt="2022-09-04T11:28:22.414" v="819" actId="20577"/>
          <ac:spMkLst>
            <pc:docMk/>
            <pc:sldMk cId="733502872" sldId="2147377290"/>
            <ac:spMk id="186" creationId="{49D9883D-1B68-405E-9BDD-4022B845E210}"/>
          </ac:spMkLst>
        </pc:spChg>
      </pc:sldChg>
      <pc:sldChg chg="addSp modSp mod modNotesTx">
        <pc:chgData name="Li,Yuting (HP Medicine) BII-CN-S" userId="ce8fbb54-122c-426d-b8da-fdcc5e1b5022" providerId="ADAL" clId="{81CFB443-6D4B-41A4-877B-BDF625AB6F07}" dt="2022-09-04T11:34:16.577" v="864" actId="14100"/>
        <pc:sldMkLst>
          <pc:docMk/>
          <pc:sldMk cId="3639130434" sldId="2147377294"/>
        </pc:sldMkLst>
        <pc:spChg chg="mod">
          <ac:chgData name="Li,Yuting (HP Medicine) BII-CN-S" userId="ce8fbb54-122c-426d-b8da-fdcc5e1b5022" providerId="ADAL" clId="{81CFB443-6D4B-41A4-877B-BDF625AB6F07}" dt="2022-09-04T10:40:35.358" v="531" actId="20577"/>
          <ac:spMkLst>
            <pc:docMk/>
            <pc:sldMk cId="3639130434" sldId="2147377294"/>
            <ac:spMk id="3" creationId="{00000000-0000-0000-0000-000000000000}"/>
          </ac:spMkLst>
        </pc:spChg>
        <pc:spChg chg="mod">
          <ac:chgData name="Li,Yuting (HP Medicine) BII-CN-S" userId="ce8fbb54-122c-426d-b8da-fdcc5e1b5022" providerId="ADAL" clId="{81CFB443-6D4B-41A4-877B-BDF625AB6F07}" dt="2022-09-04T07:30:06.193" v="431" actId="20577"/>
          <ac:spMkLst>
            <pc:docMk/>
            <pc:sldMk cId="3639130434" sldId="2147377294"/>
            <ac:spMk id="6" creationId="{25E9B149-D572-4CFE-AEEE-BB1C81F2D0A9}"/>
          </ac:spMkLst>
        </pc:spChg>
        <pc:spChg chg="mod">
          <ac:chgData name="Li,Yuting (HP Medicine) BII-CN-S" userId="ce8fbb54-122c-426d-b8da-fdcc5e1b5022" providerId="ADAL" clId="{81CFB443-6D4B-41A4-877B-BDF625AB6F07}" dt="2022-09-04T11:31:52.778" v="838" actId="11530"/>
          <ac:spMkLst>
            <pc:docMk/>
            <pc:sldMk cId="3639130434" sldId="2147377294"/>
            <ac:spMk id="53" creationId="{B4E8BEE0-0EB3-40D8-9AA2-B2BC6D502A8C}"/>
          </ac:spMkLst>
        </pc:spChg>
        <pc:spChg chg="mod">
          <ac:chgData name="Li,Yuting (HP Medicine) BII-CN-S" userId="ce8fbb54-122c-426d-b8da-fdcc5e1b5022" providerId="ADAL" clId="{81CFB443-6D4B-41A4-877B-BDF625AB6F07}" dt="2022-09-04T11:33:17.153" v="852" actId="1076"/>
          <ac:spMkLst>
            <pc:docMk/>
            <pc:sldMk cId="3639130434" sldId="2147377294"/>
            <ac:spMk id="62" creationId="{CD85B817-8531-43FF-BC59-76B1A69AEED5}"/>
          </ac:spMkLst>
        </pc:spChg>
        <pc:spChg chg="mod">
          <ac:chgData name="Li,Yuting (HP Medicine) BII-CN-S" userId="ce8fbb54-122c-426d-b8da-fdcc5e1b5022" providerId="ADAL" clId="{81CFB443-6D4B-41A4-877B-BDF625AB6F07}" dt="2022-09-04T11:34:12.520" v="863" actId="14100"/>
          <ac:spMkLst>
            <pc:docMk/>
            <pc:sldMk cId="3639130434" sldId="2147377294"/>
            <ac:spMk id="67" creationId="{91974D9D-A93D-4138-B4F5-14B83E9DE45F}"/>
          </ac:spMkLst>
        </pc:spChg>
        <pc:spChg chg="mod">
          <ac:chgData name="Li,Yuting (HP Medicine) BII-CN-S" userId="ce8fbb54-122c-426d-b8da-fdcc5e1b5022" providerId="ADAL" clId="{81CFB443-6D4B-41A4-877B-BDF625AB6F07}" dt="2022-09-04T11:34:16.577" v="864" actId="14100"/>
          <ac:spMkLst>
            <pc:docMk/>
            <pc:sldMk cId="3639130434" sldId="2147377294"/>
            <ac:spMk id="74" creationId="{09757339-FB64-4FE3-B3F8-D62913619651}"/>
          </ac:spMkLst>
        </pc:spChg>
        <pc:spChg chg="mod">
          <ac:chgData name="Li,Yuting (HP Medicine) BII-CN-S" userId="ce8fbb54-122c-426d-b8da-fdcc5e1b5022" providerId="ADAL" clId="{81CFB443-6D4B-41A4-877B-BDF625AB6F07}" dt="2022-09-04T11:34:06.944" v="862" actId="1076"/>
          <ac:spMkLst>
            <pc:docMk/>
            <pc:sldMk cId="3639130434" sldId="2147377294"/>
            <ac:spMk id="77" creationId="{0DA3DF2D-D0D9-4772-84D6-48F9BF8287AC}"/>
          </ac:spMkLst>
        </pc:spChg>
        <pc:spChg chg="mod">
          <ac:chgData name="Li,Yuting (HP Medicine) BII-CN-S" userId="ce8fbb54-122c-426d-b8da-fdcc5e1b5022" providerId="ADAL" clId="{81CFB443-6D4B-41A4-877B-BDF625AB6F07}" dt="2022-09-04T11:31:52.778" v="838" actId="11530"/>
          <ac:spMkLst>
            <pc:docMk/>
            <pc:sldMk cId="3639130434" sldId="2147377294"/>
            <ac:spMk id="83" creationId="{A1E70551-578A-4B35-ACAC-04BA6E603952}"/>
          </ac:spMkLst>
        </pc:spChg>
        <pc:spChg chg="add mod">
          <ac:chgData name="Li,Yuting (HP Medicine) BII-CN-S" userId="ce8fbb54-122c-426d-b8da-fdcc5e1b5022" providerId="ADAL" clId="{81CFB443-6D4B-41A4-877B-BDF625AB6F07}" dt="2022-09-04T11:33:07.559" v="849" actId="1076"/>
          <ac:spMkLst>
            <pc:docMk/>
            <pc:sldMk cId="3639130434" sldId="2147377294"/>
            <ac:spMk id="86" creationId="{AAD1D292-97F0-4B08-979E-B78ECBF621CA}"/>
          </ac:spMkLst>
        </pc:spChg>
        <pc:spChg chg="mod">
          <ac:chgData name="Li,Yuting (HP Medicine) BII-CN-S" userId="ce8fbb54-122c-426d-b8da-fdcc5e1b5022" providerId="ADAL" clId="{81CFB443-6D4B-41A4-877B-BDF625AB6F07}" dt="2022-09-04T11:33:56.435" v="861" actId="20577"/>
          <ac:spMkLst>
            <pc:docMk/>
            <pc:sldMk cId="3639130434" sldId="2147377294"/>
            <ac:spMk id="92" creationId="{7C55C5F1-7D4F-4971-9BC4-F4E4E5A43C2E}"/>
          </ac:spMkLst>
        </pc:spChg>
        <pc:spChg chg="mod">
          <ac:chgData name="Li,Yuting (HP Medicine) BII-CN-S" userId="ce8fbb54-122c-426d-b8da-fdcc5e1b5022" providerId="ADAL" clId="{81CFB443-6D4B-41A4-877B-BDF625AB6F07}" dt="2022-09-04T11:33:52.236" v="860" actId="20577"/>
          <ac:spMkLst>
            <pc:docMk/>
            <pc:sldMk cId="3639130434" sldId="2147377294"/>
            <ac:spMk id="99" creationId="{60F985A7-AFE4-4927-9447-634719D10FAA}"/>
          </ac:spMkLst>
        </pc:spChg>
        <pc:spChg chg="mod">
          <ac:chgData name="Li,Yuting (HP Medicine) BII-CN-S" userId="ce8fbb54-122c-426d-b8da-fdcc5e1b5022" providerId="ADAL" clId="{81CFB443-6D4B-41A4-877B-BDF625AB6F07}" dt="2022-09-04T11:31:52.778" v="838" actId="11530"/>
          <ac:spMkLst>
            <pc:docMk/>
            <pc:sldMk cId="3639130434" sldId="2147377294"/>
            <ac:spMk id="131" creationId="{BA0DC681-A90C-4B81-9C59-C68D6D4ED922}"/>
          </ac:spMkLst>
        </pc:spChg>
        <pc:spChg chg="mod">
          <ac:chgData name="Li,Yuting (HP Medicine) BII-CN-S" userId="ce8fbb54-122c-426d-b8da-fdcc5e1b5022" providerId="ADAL" clId="{81CFB443-6D4B-41A4-877B-BDF625AB6F07}" dt="2022-09-04T11:31:35.501" v="837" actId="11530"/>
          <ac:spMkLst>
            <pc:docMk/>
            <pc:sldMk cId="3639130434" sldId="2147377294"/>
            <ac:spMk id="181" creationId="{EEA5C35B-8C6C-40D7-AB8F-8B0B207C03C4}"/>
          </ac:spMkLst>
        </pc:spChg>
        <pc:picChg chg="mod">
          <ac:chgData name="Li,Yuting (HP Medicine) BII-CN-S" userId="ce8fbb54-122c-426d-b8da-fdcc5e1b5022" providerId="ADAL" clId="{81CFB443-6D4B-41A4-877B-BDF625AB6F07}" dt="2022-09-04T10:40:57.768" v="532" actId="1076"/>
          <ac:picMkLst>
            <pc:docMk/>
            <pc:sldMk cId="3639130434" sldId="2147377294"/>
            <ac:picMk id="57" creationId="{00000000-0000-0000-0000-000000000000}"/>
          </ac:picMkLst>
        </pc:picChg>
      </pc:sldChg>
    </pc:docChg>
  </pc:docChgLst>
  <pc:docChgLst>
    <pc:chgData name="Wang,Shirley (HP Med RA) BII-CN-B" userId="S::shirley_2.wang@boehringer-ingelheim.com::48b801ce-80b8-42d3-931b-2dcaf726016f" providerId="AD" clId="Web-{BBED519C-DBAC-098F-685F-443A9DE2CE18}"/>
    <pc:docChg chg="modSld">
      <pc:chgData name="Wang,Shirley (HP Med RA) BII-CN-B" userId="S::shirley_2.wang@boehringer-ingelheim.com::48b801ce-80b8-42d3-931b-2dcaf726016f" providerId="AD" clId="Web-{BBED519C-DBAC-098F-685F-443A9DE2CE18}" dt="2023-03-15T02:14:41.305" v="10" actId="20577"/>
      <pc:docMkLst>
        <pc:docMk/>
      </pc:docMkLst>
      <pc:sldChg chg="modSp">
        <pc:chgData name="Wang,Shirley (HP Med RA) BII-CN-B" userId="S::shirley_2.wang@boehringer-ingelheim.com::48b801ce-80b8-42d3-931b-2dcaf726016f" providerId="AD" clId="Web-{BBED519C-DBAC-098F-685F-443A9DE2CE18}" dt="2023-03-15T02:14:41.305" v="10" actId="20577"/>
        <pc:sldMkLst>
          <pc:docMk/>
          <pc:sldMk cId="91123792" sldId="2147471190"/>
        </pc:sldMkLst>
        <pc:spChg chg="mod">
          <ac:chgData name="Wang,Shirley (HP Med RA) BII-CN-B" userId="S::shirley_2.wang@boehringer-ingelheim.com::48b801ce-80b8-42d3-931b-2dcaf726016f" providerId="AD" clId="Web-{BBED519C-DBAC-098F-685F-443A9DE2CE18}" dt="2023-03-15T02:14:41.305" v="10" actId="20577"/>
          <ac:spMkLst>
            <pc:docMk/>
            <pc:sldMk cId="91123792" sldId="2147471190"/>
            <ac:spMk id="111" creationId="{40929094-C8CC-4BCB-B988-FAC9EF24EDE7}"/>
          </ac:spMkLst>
        </pc:spChg>
      </pc:sldChg>
    </pc:docChg>
  </pc:docChgLst>
  <pc:docChgLst>
    <pc:chgData name="Wang,Shirley (HP Med RA) BII-CN-B" userId="48b801ce-80b8-42d3-931b-2dcaf726016f" providerId="ADAL" clId="{1954FC26-839F-49D9-8DBD-A08121D89195}"/>
    <pc:docChg chg="custSel modSld">
      <pc:chgData name="Wang,Shirley (HP Med RA) BII-CN-B" userId="48b801ce-80b8-42d3-931b-2dcaf726016f" providerId="ADAL" clId="{1954FC26-839F-49D9-8DBD-A08121D89195}" dt="2022-09-02T05:22:14.749" v="183" actId="20577"/>
      <pc:docMkLst>
        <pc:docMk/>
      </pc:docMkLst>
      <pc:sldChg chg="modSp mod">
        <pc:chgData name="Wang,Shirley (HP Med RA) BII-CN-B" userId="48b801ce-80b8-42d3-931b-2dcaf726016f" providerId="ADAL" clId="{1954FC26-839F-49D9-8DBD-A08121D89195}" dt="2022-09-02T05:21:21.647" v="124" actId="20577"/>
        <pc:sldMkLst>
          <pc:docMk/>
          <pc:sldMk cId="1001967075" sldId="2147377159"/>
        </pc:sldMkLst>
        <pc:spChg chg="mod">
          <ac:chgData name="Wang,Shirley (HP Med RA) BII-CN-B" userId="48b801ce-80b8-42d3-931b-2dcaf726016f" providerId="ADAL" clId="{1954FC26-839F-49D9-8DBD-A08121D89195}" dt="2022-09-02T05:20:37.182" v="55" actId="20577"/>
          <ac:spMkLst>
            <pc:docMk/>
            <pc:sldMk cId="1001967075" sldId="2147377159"/>
            <ac:spMk id="4" creationId="{F9B88E47-A0BF-4004-846A-CFCCF7D3F419}"/>
          </ac:spMkLst>
        </pc:spChg>
        <pc:spChg chg="mod">
          <ac:chgData name="Wang,Shirley (HP Med RA) BII-CN-B" userId="48b801ce-80b8-42d3-931b-2dcaf726016f" providerId="ADAL" clId="{1954FC26-839F-49D9-8DBD-A08121D89195}" dt="2022-09-02T05:21:21.647" v="124" actId="20577"/>
          <ac:spMkLst>
            <pc:docMk/>
            <pc:sldMk cId="1001967075" sldId="2147377159"/>
            <ac:spMk id="6" creationId="{BE50FAB9-5EAA-4F37-B6AA-DD9B40B9BC4C}"/>
          </ac:spMkLst>
        </pc:spChg>
      </pc:sldChg>
      <pc:sldChg chg="modSp mod">
        <pc:chgData name="Wang,Shirley (HP Med RA) BII-CN-B" userId="48b801ce-80b8-42d3-931b-2dcaf726016f" providerId="ADAL" clId="{1954FC26-839F-49D9-8DBD-A08121D89195}" dt="2022-09-02T05:20:20.623" v="43" actId="207"/>
        <pc:sldMkLst>
          <pc:docMk/>
          <pc:sldMk cId="2334302692" sldId="2147377262"/>
        </pc:sldMkLst>
        <pc:graphicFrameChg chg="mod modGraphic">
          <ac:chgData name="Wang,Shirley (HP Med RA) BII-CN-B" userId="48b801ce-80b8-42d3-931b-2dcaf726016f" providerId="ADAL" clId="{1954FC26-839F-49D9-8DBD-A08121D89195}" dt="2022-09-02T05:20:20.623" v="43" actId="207"/>
          <ac:graphicFrameMkLst>
            <pc:docMk/>
            <pc:sldMk cId="2334302692" sldId="2147377262"/>
            <ac:graphicFrameMk id="4" creationId="{CE4F806A-756F-4BE6-8340-EB8D9CD7A174}"/>
          </ac:graphicFrameMkLst>
        </pc:graphicFrameChg>
      </pc:sldChg>
      <pc:sldChg chg="modSp mod">
        <pc:chgData name="Wang,Shirley (HP Med RA) BII-CN-B" userId="48b801ce-80b8-42d3-931b-2dcaf726016f" providerId="ADAL" clId="{1954FC26-839F-49D9-8DBD-A08121D89195}" dt="2022-09-02T05:22:14.749" v="183" actId="20577"/>
        <pc:sldMkLst>
          <pc:docMk/>
          <pc:sldMk cId="779076496" sldId="2147377281"/>
        </pc:sldMkLst>
        <pc:spChg chg="mod">
          <ac:chgData name="Wang,Shirley (HP Med RA) BII-CN-B" userId="48b801ce-80b8-42d3-931b-2dcaf726016f" providerId="ADAL" clId="{1954FC26-839F-49D9-8DBD-A08121D89195}" dt="2022-09-02T05:22:14.749" v="183" actId="20577"/>
          <ac:spMkLst>
            <pc:docMk/>
            <pc:sldMk cId="779076496" sldId="2147377281"/>
            <ac:spMk id="41" creationId="{80672632-5059-4D01-BB59-096554D9CD3A}"/>
          </ac:spMkLst>
        </pc:spChg>
      </pc:sldChg>
    </pc:docChg>
  </pc:docChgLst>
  <pc:docChgLst>
    <pc:chgData name="Lu,Yixin (MED CD&amp;O) BII-CN-S" userId="6055c963-f18b-4b43-9f26-62c3b4c5f854" providerId="ADAL" clId="{D430C0C3-13EA-480A-9860-1891604B40FF}"/>
    <pc:docChg chg="custSel addSld delSld modSld">
      <pc:chgData name="Lu,Yixin (MED CD&amp;O) BII-CN-S" userId="6055c963-f18b-4b43-9f26-62c3b4c5f854" providerId="ADAL" clId="{D430C0C3-13EA-480A-9860-1891604B40FF}" dt="2023-03-14T06:17:25.060" v="58"/>
      <pc:docMkLst>
        <pc:docMk/>
      </pc:docMkLst>
      <pc:sldChg chg="modSp add del mod delCm">
        <pc:chgData name="Lu,Yixin (MED CD&amp;O) BII-CN-S" userId="6055c963-f18b-4b43-9f26-62c3b4c5f854" providerId="ADAL" clId="{D430C0C3-13EA-480A-9860-1891604B40FF}" dt="2023-03-14T06:17:25.060" v="58"/>
        <pc:sldMkLst>
          <pc:docMk/>
          <pc:sldMk cId="527551734" sldId="2147469264"/>
        </pc:sldMkLst>
        <pc:spChg chg="mod">
          <ac:chgData name="Lu,Yixin (MED CD&amp;O) BII-CN-S" userId="6055c963-f18b-4b43-9f26-62c3b4c5f854" providerId="ADAL" clId="{D430C0C3-13EA-480A-9860-1891604B40FF}" dt="2023-03-14T04:56:17.835" v="39" actId="20577"/>
          <ac:spMkLst>
            <pc:docMk/>
            <pc:sldMk cId="527551734" sldId="2147469264"/>
            <ac:spMk id="2" creationId="{899E9FD5-14F4-46B5-85BD-4B2D5616E6A9}"/>
          </ac:spMkLst>
        </pc:spChg>
        <pc:graphicFrameChg chg="modGraphic">
          <ac:chgData name="Lu,Yixin (MED CD&amp;O) BII-CN-S" userId="6055c963-f18b-4b43-9f26-62c3b4c5f854" providerId="ADAL" clId="{D430C0C3-13EA-480A-9860-1891604B40FF}" dt="2023-03-14T03:27:55.322" v="12" actId="20577"/>
          <ac:graphicFrameMkLst>
            <pc:docMk/>
            <pc:sldMk cId="527551734" sldId="2147469264"/>
            <ac:graphicFrameMk id="7" creationId="{CF93168F-5C7F-40AA-B999-90ABB583D641}"/>
          </ac:graphicFrameMkLst>
        </pc:graphicFrameChg>
      </pc:sldChg>
      <pc:sldChg chg="modSp del mod">
        <pc:chgData name="Lu,Yixin (MED CD&amp;O) BII-CN-S" userId="6055c963-f18b-4b43-9f26-62c3b4c5f854" providerId="ADAL" clId="{D430C0C3-13EA-480A-9860-1891604B40FF}" dt="2023-03-14T06:16:32.293" v="54" actId="2696"/>
        <pc:sldMkLst>
          <pc:docMk/>
          <pc:sldMk cId="1273623890" sldId="2147469265"/>
        </pc:sldMkLst>
        <pc:spChg chg="mod">
          <ac:chgData name="Lu,Yixin (MED CD&amp;O) BII-CN-S" userId="6055c963-f18b-4b43-9f26-62c3b4c5f854" providerId="ADAL" clId="{D430C0C3-13EA-480A-9860-1891604B40FF}" dt="2023-03-14T04:56:23.379" v="43" actId="20577"/>
          <ac:spMkLst>
            <pc:docMk/>
            <pc:sldMk cId="1273623890" sldId="2147469265"/>
            <ac:spMk id="2" creationId="{899E9FD5-14F4-46B5-85BD-4B2D5616E6A9}"/>
          </ac:spMkLst>
        </pc:spChg>
        <pc:graphicFrameChg chg="modGraphic">
          <ac:chgData name="Lu,Yixin (MED CD&amp;O) BII-CN-S" userId="6055c963-f18b-4b43-9f26-62c3b4c5f854" providerId="ADAL" clId="{D430C0C3-13EA-480A-9860-1891604B40FF}" dt="2023-03-14T03:29:13.176" v="20" actId="20577"/>
          <ac:graphicFrameMkLst>
            <pc:docMk/>
            <pc:sldMk cId="1273623890" sldId="2147469265"/>
            <ac:graphicFrameMk id="5" creationId="{E6BE035E-4B35-4AB8-AD36-4B31F6665F19}"/>
          </ac:graphicFrameMkLst>
        </pc:graphicFrameChg>
      </pc:sldChg>
      <pc:sldChg chg="modSp del mod">
        <pc:chgData name="Lu,Yixin (MED CD&amp;O) BII-CN-S" userId="6055c963-f18b-4b43-9f26-62c3b4c5f854" providerId="ADAL" clId="{D430C0C3-13EA-480A-9860-1891604B40FF}" dt="2023-03-14T06:17:01.721" v="56" actId="2696"/>
        <pc:sldMkLst>
          <pc:docMk/>
          <pc:sldMk cId="1394363315" sldId="2147469266"/>
        </pc:sldMkLst>
        <pc:spChg chg="mod">
          <ac:chgData name="Lu,Yixin (MED CD&amp;O) BII-CN-S" userId="6055c963-f18b-4b43-9f26-62c3b4c5f854" providerId="ADAL" clId="{D430C0C3-13EA-480A-9860-1891604B40FF}" dt="2023-03-14T04:56:29.670" v="47" actId="20577"/>
          <ac:spMkLst>
            <pc:docMk/>
            <pc:sldMk cId="1394363315" sldId="2147469266"/>
            <ac:spMk id="2" creationId="{899E9FD5-14F4-46B5-85BD-4B2D5616E6A9}"/>
          </ac:spMkLst>
        </pc:spChg>
        <pc:graphicFrameChg chg="modGraphic">
          <ac:chgData name="Lu,Yixin (MED CD&amp;O) BII-CN-S" userId="6055c963-f18b-4b43-9f26-62c3b4c5f854" providerId="ADAL" clId="{D430C0C3-13EA-480A-9860-1891604B40FF}" dt="2023-03-14T03:30:50.360" v="34" actId="20577"/>
          <ac:graphicFrameMkLst>
            <pc:docMk/>
            <pc:sldMk cId="1394363315" sldId="2147469266"/>
            <ac:graphicFrameMk id="4" creationId="{9112E749-7C40-4207-8D01-56737C164B5A}"/>
          </ac:graphicFrameMkLst>
        </pc:graphicFrameChg>
      </pc:sldChg>
      <pc:sldChg chg="addSp delSp modSp del mod">
        <pc:chgData name="Lu,Yixin (MED CD&amp;O) BII-CN-S" userId="6055c963-f18b-4b43-9f26-62c3b4c5f854" providerId="ADAL" clId="{D430C0C3-13EA-480A-9860-1891604B40FF}" dt="2023-03-14T06:17:06.412" v="57" actId="2696"/>
        <pc:sldMkLst>
          <pc:docMk/>
          <pc:sldMk cId="1500558370" sldId="2147469267"/>
        </pc:sldMkLst>
        <pc:spChg chg="mod">
          <ac:chgData name="Lu,Yixin (MED CD&amp;O) BII-CN-S" userId="6055c963-f18b-4b43-9f26-62c3b4c5f854" providerId="ADAL" clId="{D430C0C3-13EA-480A-9860-1891604B40FF}" dt="2023-03-14T04:56:42.140" v="51" actId="20577"/>
          <ac:spMkLst>
            <pc:docMk/>
            <pc:sldMk cId="1500558370" sldId="2147469267"/>
            <ac:spMk id="2" creationId="{899E9FD5-14F4-46B5-85BD-4B2D5616E6A9}"/>
          </ac:spMkLst>
        </pc:spChg>
        <pc:graphicFrameChg chg="modGraphic">
          <ac:chgData name="Lu,Yixin (MED CD&amp;O) BII-CN-S" userId="6055c963-f18b-4b43-9f26-62c3b4c5f854" providerId="ADAL" clId="{D430C0C3-13EA-480A-9860-1891604B40FF}" dt="2023-03-14T03:30:26.022" v="32" actId="20577"/>
          <ac:graphicFrameMkLst>
            <pc:docMk/>
            <pc:sldMk cId="1500558370" sldId="2147469267"/>
            <ac:graphicFrameMk id="4" creationId="{A61FD5E4-779C-474F-AA04-41A5314F31A4}"/>
          </ac:graphicFrameMkLst>
        </pc:graphicFrameChg>
        <pc:graphicFrameChg chg="add del mod">
          <ac:chgData name="Lu,Yixin (MED CD&amp;O) BII-CN-S" userId="6055c963-f18b-4b43-9f26-62c3b4c5f854" providerId="ADAL" clId="{D430C0C3-13EA-480A-9860-1891604B40FF}" dt="2023-03-14T03:30:07.214" v="28"/>
          <ac:graphicFrameMkLst>
            <pc:docMk/>
            <pc:sldMk cId="1500558370" sldId="2147469267"/>
            <ac:graphicFrameMk id="5" creationId="{D6296438-7396-4B42-8B6D-961251793185}"/>
          </ac:graphicFrameMkLst>
        </pc:graphicFrameChg>
      </pc:sldChg>
      <pc:sldChg chg="add del">
        <pc:chgData name="Lu,Yixin (MED CD&amp;O) BII-CN-S" userId="6055c963-f18b-4b43-9f26-62c3b4c5f854" providerId="ADAL" clId="{D430C0C3-13EA-480A-9860-1891604B40FF}" dt="2023-03-14T06:16:50.018" v="55" actId="2696"/>
        <pc:sldMkLst>
          <pc:docMk/>
          <pc:sldMk cId="1261961617" sldId="2147471208"/>
        </pc:sldMkLst>
      </pc:sldChg>
      <pc:sldChg chg="add">
        <pc:chgData name="Lu,Yixin (MED CD&amp;O) BII-CN-S" userId="6055c963-f18b-4b43-9f26-62c3b4c5f854" providerId="ADAL" clId="{D430C0C3-13EA-480A-9860-1891604B40FF}" dt="2023-03-14T06:16:24.644" v="52"/>
        <pc:sldMkLst>
          <pc:docMk/>
          <pc:sldMk cId="372285521" sldId="2147471209"/>
        </pc:sldMkLst>
      </pc:sldChg>
      <pc:sldChg chg="add">
        <pc:chgData name="Lu,Yixin (MED CD&amp;O) BII-CN-S" userId="6055c963-f18b-4b43-9f26-62c3b4c5f854" providerId="ADAL" clId="{D430C0C3-13EA-480A-9860-1891604B40FF}" dt="2023-03-14T06:16:24.644" v="52"/>
        <pc:sldMkLst>
          <pc:docMk/>
          <pc:sldMk cId="1882570260" sldId="2147471210"/>
        </pc:sldMkLst>
      </pc:sldChg>
      <pc:sldChg chg="add">
        <pc:chgData name="Lu,Yixin (MED CD&amp;O) BII-CN-S" userId="6055c963-f18b-4b43-9f26-62c3b4c5f854" providerId="ADAL" clId="{D430C0C3-13EA-480A-9860-1891604B40FF}" dt="2023-03-14T06:16:24.644" v="52"/>
        <pc:sldMkLst>
          <pc:docMk/>
          <pc:sldMk cId="1797893473" sldId="2147471211"/>
        </pc:sldMkLst>
      </pc:sldChg>
    </pc:docChg>
  </pc:docChgLst>
  <pc:docChgLst>
    <pc:chgData name="Lu,Yixin (MED CD&amp;O) BII-CN-S" userId="S::yixin.lu@boehringer-ingelheim.com::6055c963-f18b-4b43-9f26-62c3b4c5f854" providerId="AD" clId="Web-{F405B83F-23CB-6F20-442D-9B19F63D0AD2}"/>
    <pc:docChg chg="modSld">
      <pc:chgData name="Lu,Yixin (MED CD&amp;O) BII-CN-S" userId="S::yixin.lu@boehringer-ingelheim.com::6055c963-f18b-4b43-9f26-62c3b4c5f854" providerId="AD" clId="Web-{F405B83F-23CB-6F20-442D-9B19F63D0AD2}" dt="2023-05-11T01:20:07.968" v="93" actId="20577"/>
      <pc:docMkLst>
        <pc:docMk/>
      </pc:docMkLst>
      <pc:sldChg chg="modSp">
        <pc:chgData name="Lu,Yixin (MED CD&amp;O) BII-CN-S" userId="S::yixin.lu@boehringer-ingelheim.com::6055c963-f18b-4b43-9f26-62c3b4c5f854" providerId="AD" clId="Web-{F405B83F-23CB-6F20-442D-9B19F63D0AD2}" dt="2023-05-11T01:20:07.968" v="93" actId="20577"/>
        <pc:sldMkLst>
          <pc:docMk/>
          <pc:sldMk cId="1622328060" sldId="283"/>
        </pc:sldMkLst>
        <pc:spChg chg="mod">
          <ac:chgData name="Lu,Yixin (MED CD&amp;O) BII-CN-S" userId="S::yixin.lu@boehringer-ingelheim.com::6055c963-f18b-4b43-9f26-62c3b4c5f854" providerId="AD" clId="Web-{F405B83F-23CB-6F20-442D-9B19F63D0AD2}" dt="2023-05-11T01:20:07.968" v="93" actId="20577"/>
          <ac:spMkLst>
            <pc:docMk/>
            <pc:sldMk cId="1622328060" sldId="283"/>
            <ac:spMk id="10" creationId="{7528FEF5-AEEC-48C6-B931-20A58BB2EB13}"/>
          </ac:spMkLst>
        </pc:spChg>
        <pc:grpChg chg="mod">
          <ac:chgData name="Lu,Yixin (MED CD&amp;O) BII-CN-S" userId="S::yixin.lu@boehringer-ingelheim.com::6055c963-f18b-4b43-9f26-62c3b4c5f854" providerId="AD" clId="Web-{F405B83F-23CB-6F20-442D-9B19F63D0AD2}" dt="2023-05-11T01:17:51.432" v="33" actId="14100"/>
          <ac:grpSpMkLst>
            <pc:docMk/>
            <pc:sldMk cId="1622328060" sldId="283"/>
            <ac:grpSpMk id="23" creationId="{34F85D95-753A-4E9C-9B05-7D88F060E9AA}"/>
          </ac:grpSpMkLst>
        </pc:grpChg>
      </pc:sldChg>
    </pc:docChg>
  </pc:docChgLst>
  <pc:docChgLst>
    <pc:chgData name="Zhang,Ying (MED CD&amp;O) BII-CN-S" userId="S::ying_2.zhang@boehringer-ingelheim.com::456eb1e0-4978-443e-822e-be854341a778" providerId="AD" clId="Web-{AFBD791D-AC59-5B11-A57E-1E679BE5B6A0}"/>
    <pc:docChg chg="modSld">
      <pc:chgData name="Zhang,Ying (MED CD&amp;O) BII-CN-S" userId="S::ying_2.zhang@boehringer-ingelheim.com::456eb1e0-4978-443e-822e-be854341a778" providerId="AD" clId="Web-{AFBD791D-AC59-5B11-A57E-1E679BE5B6A0}" dt="2022-03-10T02:30:51.896" v="46" actId="20577"/>
      <pc:docMkLst>
        <pc:docMk/>
      </pc:docMkLst>
      <pc:sldChg chg="modSp">
        <pc:chgData name="Zhang,Ying (MED CD&amp;O) BII-CN-S" userId="S::ying_2.zhang@boehringer-ingelheim.com::456eb1e0-4978-443e-822e-be854341a778" providerId="AD" clId="Web-{AFBD791D-AC59-5B11-A57E-1E679BE5B6A0}" dt="2022-03-10T02:29:39.394" v="42" actId="20577"/>
        <pc:sldMkLst>
          <pc:docMk/>
          <pc:sldMk cId="3524290913" sldId="887"/>
        </pc:sldMkLst>
        <pc:spChg chg="mod">
          <ac:chgData name="Zhang,Ying (MED CD&amp;O) BII-CN-S" userId="S::ying_2.zhang@boehringer-ingelheim.com::456eb1e0-4978-443e-822e-be854341a778" providerId="AD" clId="Web-{AFBD791D-AC59-5B11-A57E-1E679BE5B6A0}" dt="2022-03-10T02:29:39.394" v="42" actId="20577"/>
          <ac:spMkLst>
            <pc:docMk/>
            <pc:sldMk cId="3524290913" sldId="887"/>
            <ac:spMk id="179" creationId="{76B2B073-55B9-489E-9DB2-DE54D32D033F}"/>
          </ac:spMkLst>
        </pc:spChg>
      </pc:sldChg>
      <pc:sldChg chg="modSp">
        <pc:chgData name="Zhang,Ying (MED CD&amp;O) BII-CN-S" userId="S::ying_2.zhang@boehringer-ingelheim.com::456eb1e0-4978-443e-822e-be854341a778" providerId="AD" clId="Web-{AFBD791D-AC59-5B11-A57E-1E679BE5B6A0}" dt="2022-03-10T02:30:15.973" v="44" actId="20577"/>
        <pc:sldMkLst>
          <pc:docMk/>
          <pc:sldMk cId="669747058" sldId="6596"/>
        </pc:sldMkLst>
        <pc:spChg chg="mod">
          <ac:chgData name="Zhang,Ying (MED CD&amp;O) BII-CN-S" userId="S::ying_2.zhang@boehringer-ingelheim.com::456eb1e0-4978-443e-822e-be854341a778" providerId="AD" clId="Web-{AFBD791D-AC59-5B11-A57E-1E679BE5B6A0}" dt="2022-03-10T02:30:15.973" v="44" actId="20577"/>
          <ac:spMkLst>
            <pc:docMk/>
            <pc:sldMk cId="669747058" sldId="6596"/>
            <ac:spMk id="58" creationId="{F5A6B9FE-5135-46CA-B020-47DC5CCE42EF}"/>
          </ac:spMkLst>
        </pc:spChg>
      </pc:sldChg>
      <pc:sldChg chg="addCm">
        <pc:chgData name="Zhang,Ying (MED CD&amp;O) BII-CN-S" userId="S::ying_2.zhang@boehringer-ingelheim.com::456eb1e0-4978-443e-822e-be854341a778" providerId="AD" clId="Web-{AFBD791D-AC59-5B11-A57E-1E679BE5B6A0}" dt="2022-03-10T01:53:04.205" v="0"/>
        <pc:sldMkLst>
          <pc:docMk/>
          <pc:sldMk cId="2995017813" sldId="2147377135"/>
        </pc:sldMkLst>
      </pc:sldChg>
      <pc:sldChg chg="modSp">
        <pc:chgData name="Zhang,Ying (MED CD&amp;O) BII-CN-S" userId="S::ying_2.zhang@boehringer-ingelheim.com::456eb1e0-4978-443e-822e-be854341a778" providerId="AD" clId="Web-{AFBD791D-AC59-5B11-A57E-1E679BE5B6A0}" dt="2022-03-10T02:30:51.896" v="46" actId="20577"/>
        <pc:sldMkLst>
          <pc:docMk/>
          <pc:sldMk cId="3321039952" sldId="2147377143"/>
        </pc:sldMkLst>
        <pc:spChg chg="mod">
          <ac:chgData name="Zhang,Ying (MED CD&amp;O) BII-CN-S" userId="S::ying_2.zhang@boehringer-ingelheim.com::456eb1e0-4978-443e-822e-be854341a778" providerId="AD" clId="Web-{AFBD791D-AC59-5B11-A57E-1E679BE5B6A0}" dt="2022-03-10T02:30:51.896" v="46" actId="20577"/>
          <ac:spMkLst>
            <pc:docMk/>
            <pc:sldMk cId="3321039952" sldId="2147377143"/>
            <ac:spMk id="6" creationId="{A23B4D5D-81A6-44E7-A875-03A08F7749F9}"/>
          </ac:spMkLst>
        </pc:spChg>
      </pc:sldChg>
    </pc:docChg>
  </pc:docChgLst>
  <pc:docChgLst>
    <pc:chgData name="Li,Yuting (HP Medicine) BII-CN-S" userId="ce8fbb54-122c-426d-b8da-fdcc5e1b5022" providerId="ADAL" clId="{656B108F-1998-4A9F-B344-B258A9C84193}"/>
    <pc:docChg chg="undo custSel addSld delSld modSld sldOrd">
      <pc:chgData name="Li,Yuting (HP Medicine) BII-CN-S" userId="ce8fbb54-122c-426d-b8da-fdcc5e1b5022" providerId="ADAL" clId="{656B108F-1998-4A9F-B344-B258A9C84193}" dt="2023-12-15T09:57:24.537" v="3958"/>
      <pc:docMkLst>
        <pc:docMk/>
      </pc:docMkLst>
      <pc:sldChg chg="del">
        <pc:chgData name="Li,Yuting (HP Medicine) BII-CN-S" userId="ce8fbb54-122c-426d-b8da-fdcc5e1b5022" providerId="ADAL" clId="{656B108F-1998-4A9F-B344-B258A9C84193}" dt="2023-12-07T09:29:34.783" v="46" actId="47"/>
        <pc:sldMkLst>
          <pc:docMk/>
          <pc:sldMk cId="894500421" sldId="257"/>
        </pc:sldMkLst>
      </pc:sldChg>
      <pc:sldChg chg="del">
        <pc:chgData name="Li,Yuting (HP Medicine) BII-CN-S" userId="ce8fbb54-122c-426d-b8da-fdcc5e1b5022" providerId="ADAL" clId="{656B108F-1998-4A9F-B344-B258A9C84193}" dt="2023-12-09T05:26:04.658" v="2156" actId="47"/>
        <pc:sldMkLst>
          <pc:docMk/>
          <pc:sldMk cId="3849207653" sldId="1104"/>
        </pc:sldMkLst>
      </pc:sldChg>
      <pc:sldChg chg="modSp mod">
        <pc:chgData name="Li,Yuting (HP Medicine) BII-CN-S" userId="ce8fbb54-122c-426d-b8da-fdcc5e1b5022" providerId="ADAL" clId="{656B108F-1998-4A9F-B344-B258A9C84193}" dt="2023-12-07T08:09:26.903" v="10" actId="20577"/>
        <pc:sldMkLst>
          <pc:docMk/>
          <pc:sldMk cId="64439630" sldId="6601"/>
        </pc:sldMkLst>
        <pc:spChg chg="mod">
          <ac:chgData name="Li,Yuting (HP Medicine) BII-CN-S" userId="ce8fbb54-122c-426d-b8da-fdcc5e1b5022" providerId="ADAL" clId="{656B108F-1998-4A9F-B344-B258A9C84193}" dt="2023-12-07T08:09:23.390" v="8" actId="20577"/>
          <ac:spMkLst>
            <pc:docMk/>
            <pc:sldMk cId="64439630" sldId="6601"/>
            <ac:spMk id="5" creationId="{00000000-0000-0000-0000-000000000000}"/>
          </ac:spMkLst>
        </pc:spChg>
        <pc:spChg chg="mod">
          <ac:chgData name="Li,Yuting (HP Medicine) BII-CN-S" userId="ce8fbb54-122c-426d-b8da-fdcc5e1b5022" providerId="ADAL" clId="{656B108F-1998-4A9F-B344-B258A9C84193}" dt="2023-12-07T08:09:26.903" v="10" actId="20577"/>
          <ac:spMkLst>
            <pc:docMk/>
            <pc:sldMk cId="64439630" sldId="6601"/>
            <ac:spMk id="6" creationId="{00000000-0000-0000-0000-000000000000}"/>
          </ac:spMkLst>
        </pc:spChg>
      </pc:sldChg>
      <pc:sldChg chg="add del modTransition">
        <pc:chgData name="Li,Yuting (HP Medicine) BII-CN-S" userId="ce8fbb54-122c-426d-b8da-fdcc5e1b5022" providerId="ADAL" clId="{656B108F-1998-4A9F-B344-B258A9C84193}" dt="2023-12-15T03:42:28.403" v="3490"/>
        <pc:sldMkLst>
          <pc:docMk/>
          <pc:sldMk cId="2602360002" sldId="2145705827"/>
        </pc:sldMkLst>
      </pc:sldChg>
      <pc:sldChg chg="del">
        <pc:chgData name="Li,Yuting (HP Medicine) BII-CN-S" userId="ce8fbb54-122c-426d-b8da-fdcc5e1b5022" providerId="ADAL" clId="{656B108F-1998-4A9F-B344-B258A9C84193}" dt="2023-12-09T05:26:14.157" v="2158" actId="47"/>
        <pc:sldMkLst>
          <pc:docMk/>
          <pc:sldMk cId="4123330984" sldId="2147469510"/>
        </pc:sldMkLst>
      </pc:sldChg>
      <pc:sldChg chg="del">
        <pc:chgData name="Li,Yuting (HP Medicine) BII-CN-S" userId="ce8fbb54-122c-426d-b8da-fdcc5e1b5022" providerId="ADAL" clId="{656B108F-1998-4A9F-B344-B258A9C84193}" dt="2023-12-09T05:26:15.081" v="2159" actId="47"/>
        <pc:sldMkLst>
          <pc:docMk/>
          <pc:sldMk cId="3487249628" sldId="2147469511"/>
        </pc:sldMkLst>
      </pc:sldChg>
      <pc:sldChg chg="mod ord modShow">
        <pc:chgData name="Li,Yuting (HP Medicine) BII-CN-S" userId="ce8fbb54-122c-426d-b8da-fdcc5e1b5022" providerId="ADAL" clId="{656B108F-1998-4A9F-B344-B258A9C84193}" dt="2023-12-09T05:28:27.423" v="2176"/>
        <pc:sldMkLst>
          <pc:docMk/>
          <pc:sldMk cId="2890885277" sldId="2147470793"/>
        </pc:sldMkLst>
      </pc:sldChg>
      <pc:sldChg chg="del">
        <pc:chgData name="Li,Yuting (HP Medicine) BII-CN-S" userId="ce8fbb54-122c-426d-b8da-fdcc5e1b5022" providerId="ADAL" clId="{656B108F-1998-4A9F-B344-B258A9C84193}" dt="2023-12-07T09:22:25.159" v="35" actId="47"/>
        <pc:sldMkLst>
          <pc:docMk/>
          <pc:sldMk cId="1381831047" sldId="2147474097"/>
        </pc:sldMkLst>
      </pc:sldChg>
      <pc:sldChg chg="addSp delSp modSp del mod">
        <pc:chgData name="Li,Yuting (HP Medicine) BII-CN-S" userId="ce8fbb54-122c-426d-b8da-fdcc5e1b5022" providerId="ADAL" clId="{656B108F-1998-4A9F-B344-B258A9C84193}" dt="2023-12-15T09:50:25.441" v="3952" actId="47"/>
        <pc:sldMkLst>
          <pc:docMk/>
          <pc:sldMk cId="796264774" sldId="2147474103"/>
        </pc:sldMkLst>
        <pc:spChg chg="add del mod">
          <ac:chgData name="Li,Yuting (HP Medicine) BII-CN-S" userId="ce8fbb54-122c-426d-b8da-fdcc5e1b5022" providerId="ADAL" clId="{656B108F-1998-4A9F-B344-B258A9C84193}" dt="2023-12-15T03:16:40.244" v="3454"/>
          <ac:spMkLst>
            <pc:docMk/>
            <pc:sldMk cId="796264774" sldId="2147474103"/>
            <ac:spMk id="8" creationId="{C0321BA7-B1A7-B144-F2C9-A0A4B21C7A34}"/>
          </ac:spMkLst>
        </pc:spChg>
        <pc:spChg chg="add del mod">
          <ac:chgData name="Li,Yuting (HP Medicine) BII-CN-S" userId="ce8fbb54-122c-426d-b8da-fdcc5e1b5022" providerId="ADAL" clId="{656B108F-1998-4A9F-B344-B258A9C84193}" dt="2023-12-15T03:16:40.244" v="3454"/>
          <ac:spMkLst>
            <pc:docMk/>
            <pc:sldMk cId="796264774" sldId="2147474103"/>
            <ac:spMk id="9" creationId="{70A38649-20A3-26B5-8F84-12119AA0A855}"/>
          </ac:spMkLst>
        </pc:spChg>
        <pc:spChg chg="mod">
          <ac:chgData name="Li,Yuting (HP Medicine) BII-CN-S" userId="ce8fbb54-122c-426d-b8da-fdcc5e1b5022" providerId="ADAL" clId="{656B108F-1998-4A9F-B344-B258A9C84193}" dt="2023-12-09T05:28:12.400" v="2173" actId="404"/>
          <ac:spMkLst>
            <pc:docMk/>
            <pc:sldMk cId="796264774" sldId="2147474103"/>
            <ac:spMk id="12" creationId="{C900F43C-F4FF-4A5F-ADEF-A67452BFB7C9}"/>
          </ac:spMkLst>
        </pc:spChg>
        <pc:cxnChg chg="add del mod">
          <ac:chgData name="Li,Yuting (HP Medicine) BII-CN-S" userId="ce8fbb54-122c-426d-b8da-fdcc5e1b5022" providerId="ADAL" clId="{656B108F-1998-4A9F-B344-B258A9C84193}" dt="2023-12-15T03:16:40.244" v="3454"/>
          <ac:cxnSpMkLst>
            <pc:docMk/>
            <pc:sldMk cId="796264774" sldId="2147474103"/>
            <ac:cxnSpMk id="2" creationId="{EE34ECA1-9005-DEB7-8A37-699053AD76EA}"/>
          </ac:cxnSpMkLst>
        </pc:cxnChg>
      </pc:sldChg>
      <pc:sldChg chg="del">
        <pc:chgData name="Li,Yuting (HP Medicine) BII-CN-S" userId="ce8fbb54-122c-426d-b8da-fdcc5e1b5022" providerId="ADAL" clId="{656B108F-1998-4A9F-B344-B258A9C84193}" dt="2023-12-07T09:22:25.159" v="35" actId="47"/>
        <pc:sldMkLst>
          <pc:docMk/>
          <pc:sldMk cId="980772829" sldId="2147474133"/>
        </pc:sldMkLst>
      </pc:sldChg>
      <pc:sldChg chg="del">
        <pc:chgData name="Li,Yuting (HP Medicine) BII-CN-S" userId="ce8fbb54-122c-426d-b8da-fdcc5e1b5022" providerId="ADAL" clId="{656B108F-1998-4A9F-B344-B258A9C84193}" dt="2023-12-09T05:26:40.800" v="2164" actId="47"/>
        <pc:sldMkLst>
          <pc:docMk/>
          <pc:sldMk cId="3882863577" sldId="2147474138"/>
        </pc:sldMkLst>
      </pc:sldChg>
      <pc:sldChg chg="del">
        <pc:chgData name="Li,Yuting (HP Medicine) BII-CN-S" userId="ce8fbb54-122c-426d-b8da-fdcc5e1b5022" providerId="ADAL" clId="{656B108F-1998-4A9F-B344-B258A9C84193}" dt="2023-12-09T05:26:33.636" v="2163" actId="47"/>
        <pc:sldMkLst>
          <pc:docMk/>
          <pc:sldMk cId="2422094028" sldId="2147474885"/>
        </pc:sldMkLst>
      </pc:sldChg>
      <pc:sldChg chg="del">
        <pc:chgData name="Li,Yuting (HP Medicine) BII-CN-S" userId="ce8fbb54-122c-426d-b8da-fdcc5e1b5022" providerId="ADAL" clId="{656B108F-1998-4A9F-B344-B258A9C84193}" dt="2023-12-09T05:26:19.238" v="2160" actId="47"/>
        <pc:sldMkLst>
          <pc:docMk/>
          <pc:sldMk cId="1603556620" sldId="2147474893"/>
        </pc:sldMkLst>
      </pc:sldChg>
      <pc:sldChg chg="del">
        <pc:chgData name="Li,Yuting (HP Medicine) BII-CN-S" userId="ce8fbb54-122c-426d-b8da-fdcc5e1b5022" providerId="ADAL" clId="{656B108F-1998-4A9F-B344-B258A9C84193}" dt="2023-12-09T05:26:23.764" v="2161" actId="47"/>
        <pc:sldMkLst>
          <pc:docMk/>
          <pc:sldMk cId="1847065983" sldId="2147474908"/>
        </pc:sldMkLst>
      </pc:sldChg>
      <pc:sldChg chg="del">
        <pc:chgData name="Li,Yuting (HP Medicine) BII-CN-S" userId="ce8fbb54-122c-426d-b8da-fdcc5e1b5022" providerId="ADAL" clId="{656B108F-1998-4A9F-B344-B258A9C84193}" dt="2023-12-07T09:13:48.099" v="12" actId="47"/>
        <pc:sldMkLst>
          <pc:docMk/>
          <pc:sldMk cId="3589664966" sldId="2147474910"/>
        </pc:sldMkLst>
      </pc:sldChg>
      <pc:sldChg chg="del">
        <pc:chgData name="Li,Yuting (HP Medicine) BII-CN-S" userId="ce8fbb54-122c-426d-b8da-fdcc5e1b5022" providerId="ADAL" clId="{656B108F-1998-4A9F-B344-B258A9C84193}" dt="2023-12-09T05:26:26.153" v="2162" actId="47"/>
        <pc:sldMkLst>
          <pc:docMk/>
          <pc:sldMk cId="833130929" sldId="2147474923"/>
        </pc:sldMkLst>
      </pc:sldChg>
      <pc:sldChg chg="del">
        <pc:chgData name="Li,Yuting (HP Medicine) BII-CN-S" userId="ce8fbb54-122c-426d-b8da-fdcc5e1b5022" providerId="ADAL" clId="{656B108F-1998-4A9F-B344-B258A9C84193}" dt="2023-12-07T09:18:13.384" v="25" actId="47"/>
        <pc:sldMkLst>
          <pc:docMk/>
          <pc:sldMk cId="2222299455" sldId="2147474969"/>
        </pc:sldMkLst>
      </pc:sldChg>
      <pc:sldChg chg="del">
        <pc:chgData name="Li,Yuting (HP Medicine) BII-CN-S" userId="ce8fbb54-122c-426d-b8da-fdcc5e1b5022" providerId="ADAL" clId="{656B108F-1998-4A9F-B344-B258A9C84193}" dt="2023-12-07T09:18:15.469" v="26" actId="47"/>
        <pc:sldMkLst>
          <pc:docMk/>
          <pc:sldMk cId="1432544709" sldId="2147474970"/>
        </pc:sldMkLst>
      </pc:sldChg>
      <pc:sldChg chg="del">
        <pc:chgData name="Li,Yuting (HP Medicine) BII-CN-S" userId="ce8fbb54-122c-426d-b8da-fdcc5e1b5022" providerId="ADAL" clId="{656B108F-1998-4A9F-B344-B258A9C84193}" dt="2023-12-07T09:18:47.400" v="28" actId="47"/>
        <pc:sldMkLst>
          <pc:docMk/>
          <pc:sldMk cId="2373625051" sldId="2147474971"/>
        </pc:sldMkLst>
      </pc:sldChg>
      <pc:sldChg chg="modSp add del mod">
        <pc:chgData name="Li,Yuting (HP Medicine) BII-CN-S" userId="ce8fbb54-122c-426d-b8da-fdcc5e1b5022" providerId="ADAL" clId="{656B108F-1998-4A9F-B344-B258A9C84193}" dt="2023-12-14T08:50:50.513" v="2583" actId="1076"/>
        <pc:sldMkLst>
          <pc:docMk/>
          <pc:sldMk cId="1647675260" sldId="2147474974"/>
        </pc:sldMkLst>
        <pc:spChg chg="mod">
          <ac:chgData name="Li,Yuting (HP Medicine) BII-CN-S" userId="ce8fbb54-122c-426d-b8da-fdcc5e1b5022" providerId="ADAL" clId="{656B108F-1998-4A9F-B344-B258A9C84193}" dt="2023-12-08T05:07:30.497" v="748" actId="20577"/>
          <ac:spMkLst>
            <pc:docMk/>
            <pc:sldMk cId="1647675260" sldId="2147474974"/>
            <ac:spMk id="62" creationId="{8DB07CF5-ABA1-4C9B-A9DA-0E66E05CDEC6}"/>
          </ac:spMkLst>
        </pc:spChg>
        <pc:cxnChg chg="mod">
          <ac:chgData name="Li,Yuting (HP Medicine) BII-CN-S" userId="ce8fbb54-122c-426d-b8da-fdcc5e1b5022" providerId="ADAL" clId="{656B108F-1998-4A9F-B344-B258A9C84193}" dt="2023-12-14T08:50:50.513" v="2583" actId="1076"/>
          <ac:cxnSpMkLst>
            <pc:docMk/>
            <pc:sldMk cId="1647675260" sldId="2147474974"/>
            <ac:cxnSpMk id="28" creationId="{9C165100-0114-4167-8FF0-BFF01B293D04}"/>
          </ac:cxnSpMkLst>
        </pc:cxnChg>
      </pc:sldChg>
      <pc:sldChg chg="del">
        <pc:chgData name="Li,Yuting (HP Medicine) BII-CN-S" userId="ce8fbb54-122c-426d-b8da-fdcc5e1b5022" providerId="ADAL" clId="{656B108F-1998-4A9F-B344-B258A9C84193}" dt="2023-12-07T09:21:53.156" v="34" actId="47"/>
        <pc:sldMkLst>
          <pc:docMk/>
          <pc:sldMk cId="4190427294" sldId="2147474975"/>
        </pc:sldMkLst>
      </pc:sldChg>
      <pc:sldChg chg="del">
        <pc:chgData name="Li,Yuting (HP Medicine) BII-CN-S" userId="ce8fbb54-122c-426d-b8da-fdcc5e1b5022" providerId="ADAL" clId="{656B108F-1998-4A9F-B344-B258A9C84193}" dt="2023-12-07T09:22:25.159" v="35" actId="47"/>
        <pc:sldMkLst>
          <pc:docMk/>
          <pc:sldMk cId="3295467870" sldId="2147474978"/>
        </pc:sldMkLst>
      </pc:sldChg>
      <pc:sldChg chg="del">
        <pc:chgData name="Li,Yuting (HP Medicine) BII-CN-S" userId="ce8fbb54-122c-426d-b8da-fdcc5e1b5022" providerId="ADAL" clId="{656B108F-1998-4A9F-B344-B258A9C84193}" dt="2023-12-07T09:22:25.159" v="35" actId="47"/>
        <pc:sldMkLst>
          <pc:docMk/>
          <pc:sldMk cId="2080593159" sldId="2147474981"/>
        </pc:sldMkLst>
      </pc:sldChg>
      <pc:sldChg chg="del">
        <pc:chgData name="Li,Yuting (HP Medicine) BII-CN-S" userId="ce8fbb54-122c-426d-b8da-fdcc5e1b5022" providerId="ADAL" clId="{656B108F-1998-4A9F-B344-B258A9C84193}" dt="2023-12-07T09:25:31.096" v="41" actId="47"/>
        <pc:sldMkLst>
          <pc:docMk/>
          <pc:sldMk cId="2896258080" sldId="2147474982"/>
        </pc:sldMkLst>
      </pc:sldChg>
      <pc:sldChg chg="addSp delSp modSp add del mod">
        <pc:chgData name="Li,Yuting (HP Medicine) BII-CN-S" userId="ce8fbb54-122c-426d-b8da-fdcc5e1b5022" providerId="ADAL" clId="{656B108F-1998-4A9F-B344-B258A9C84193}" dt="2023-12-09T05:24:22.520" v="2153" actId="20577"/>
        <pc:sldMkLst>
          <pc:docMk/>
          <pc:sldMk cId="1164879277" sldId="2147474983"/>
        </pc:sldMkLst>
        <pc:spChg chg="mod">
          <ac:chgData name="Li,Yuting (HP Medicine) BII-CN-S" userId="ce8fbb54-122c-426d-b8da-fdcc5e1b5022" providerId="ADAL" clId="{656B108F-1998-4A9F-B344-B258A9C84193}" dt="2023-12-09T05:24:22.520" v="2153" actId="20577"/>
          <ac:spMkLst>
            <pc:docMk/>
            <pc:sldMk cId="1164879277" sldId="2147474983"/>
            <ac:spMk id="2" creationId="{2183922C-E343-FE15-DCB0-52F86DE019F7}"/>
          </ac:spMkLst>
        </pc:spChg>
        <pc:spChg chg="mod">
          <ac:chgData name="Li,Yuting (HP Medicine) BII-CN-S" userId="ce8fbb54-122c-426d-b8da-fdcc5e1b5022" providerId="ADAL" clId="{656B108F-1998-4A9F-B344-B258A9C84193}" dt="2023-12-08T05:17:56.996" v="1186" actId="6549"/>
          <ac:spMkLst>
            <pc:docMk/>
            <pc:sldMk cId="1164879277" sldId="2147474983"/>
            <ac:spMk id="22" creationId="{750767E5-894A-4C1B-AA0D-8DA7EFF6BE74}"/>
          </ac:spMkLst>
        </pc:spChg>
        <pc:spChg chg="del">
          <ac:chgData name="Li,Yuting (HP Medicine) BII-CN-S" userId="ce8fbb54-122c-426d-b8da-fdcc5e1b5022" providerId="ADAL" clId="{656B108F-1998-4A9F-B344-B258A9C84193}" dt="2023-12-08T05:18:14.309" v="1187" actId="478"/>
          <ac:spMkLst>
            <pc:docMk/>
            <pc:sldMk cId="1164879277" sldId="2147474983"/>
            <ac:spMk id="39" creationId="{0C2FCF3D-3510-4DCE-9D43-AB249DBB4614}"/>
          </ac:spMkLst>
        </pc:spChg>
        <pc:spChg chg="del">
          <ac:chgData name="Li,Yuting (HP Medicine) BII-CN-S" userId="ce8fbb54-122c-426d-b8da-fdcc5e1b5022" providerId="ADAL" clId="{656B108F-1998-4A9F-B344-B258A9C84193}" dt="2023-12-08T05:18:14.309" v="1187" actId="478"/>
          <ac:spMkLst>
            <pc:docMk/>
            <pc:sldMk cId="1164879277" sldId="2147474983"/>
            <ac:spMk id="40" creationId="{83C18301-A155-4D74-A621-4D0EFF5B7EA1}"/>
          </ac:spMkLst>
        </pc:spChg>
        <pc:spChg chg="del">
          <ac:chgData name="Li,Yuting (HP Medicine) BII-CN-S" userId="ce8fbb54-122c-426d-b8da-fdcc5e1b5022" providerId="ADAL" clId="{656B108F-1998-4A9F-B344-B258A9C84193}" dt="2023-12-08T05:18:14.309" v="1187" actId="478"/>
          <ac:spMkLst>
            <pc:docMk/>
            <pc:sldMk cId="1164879277" sldId="2147474983"/>
            <ac:spMk id="41" creationId="{5F1D91BA-7EF7-4EC5-8E9F-BB2FC7138961}"/>
          </ac:spMkLst>
        </pc:spChg>
        <pc:spChg chg="del">
          <ac:chgData name="Li,Yuting (HP Medicine) BII-CN-S" userId="ce8fbb54-122c-426d-b8da-fdcc5e1b5022" providerId="ADAL" clId="{656B108F-1998-4A9F-B344-B258A9C84193}" dt="2023-12-08T05:18:14.309" v="1187" actId="478"/>
          <ac:spMkLst>
            <pc:docMk/>
            <pc:sldMk cId="1164879277" sldId="2147474983"/>
            <ac:spMk id="42" creationId="{72B8B4BA-F240-4421-A314-6687BC8D8C11}"/>
          </ac:spMkLst>
        </pc:spChg>
        <pc:graphicFrameChg chg="add del mod">
          <ac:chgData name="Li,Yuting (HP Medicine) BII-CN-S" userId="ce8fbb54-122c-426d-b8da-fdcc5e1b5022" providerId="ADAL" clId="{656B108F-1998-4A9F-B344-B258A9C84193}" dt="2023-12-09T05:24:16.772" v="2149"/>
          <ac:graphicFrameMkLst>
            <pc:docMk/>
            <pc:sldMk cId="1164879277" sldId="2147474983"/>
            <ac:graphicFrameMk id="44" creationId="{4CC45197-9A93-A704-5FB8-77E2819B870A}"/>
          </ac:graphicFrameMkLst>
        </pc:graphicFrameChg>
      </pc:sldChg>
      <pc:sldChg chg="del">
        <pc:chgData name="Li,Yuting (HP Medicine) BII-CN-S" userId="ce8fbb54-122c-426d-b8da-fdcc5e1b5022" providerId="ADAL" clId="{656B108F-1998-4A9F-B344-B258A9C84193}" dt="2023-12-07T09:25:54.605" v="42" actId="47"/>
        <pc:sldMkLst>
          <pc:docMk/>
          <pc:sldMk cId="1911469686" sldId="2147474984"/>
        </pc:sldMkLst>
      </pc:sldChg>
      <pc:sldChg chg="del">
        <pc:chgData name="Li,Yuting (HP Medicine) BII-CN-S" userId="ce8fbb54-122c-426d-b8da-fdcc5e1b5022" providerId="ADAL" clId="{656B108F-1998-4A9F-B344-B258A9C84193}" dt="2023-12-07T09:31:29.851" v="48" actId="47"/>
        <pc:sldMkLst>
          <pc:docMk/>
          <pc:sldMk cId="2734188806" sldId="2147474985"/>
        </pc:sldMkLst>
      </pc:sldChg>
      <pc:sldChg chg="del">
        <pc:chgData name="Li,Yuting (HP Medicine) BII-CN-S" userId="ce8fbb54-122c-426d-b8da-fdcc5e1b5022" providerId="ADAL" clId="{656B108F-1998-4A9F-B344-B258A9C84193}" dt="2023-12-07T09:31:31.130" v="49" actId="47"/>
        <pc:sldMkLst>
          <pc:docMk/>
          <pc:sldMk cId="3898638512" sldId="2147474986"/>
        </pc:sldMkLst>
      </pc:sldChg>
      <pc:sldChg chg="addSp delSp add del mod">
        <pc:chgData name="Li,Yuting (HP Medicine) BII-CN-S" userId="ce8fbb54-122c-426d-b8da-fdcc5e1b5022" providerId="ADAL" clId="{656B108F-1998-4A9F-B344-B258A9C84193}" dt="2023-12-15T03:42:15.085" v="3488" actId="478"/>
        <pc:sldMkLst>
          <pc:docMk/>
          <pc:sldMk cId="1301400117" sldId="2147474987"/>
        </pc:sldMkLst>
        <pc:spChg chg="add del">
          <ac:chgData name="Li,Yuting (HP Medicine) BII-CN-S" userId="ce8fbb54-122c-426d-b8da-fdcc5e1b5022" providerId="ADAL" clId="{656B108F-1998-4A9F-B344-B258A9C84193}" dt="2023-12-15T03:42:15.085" v="3488" actId="478"/>
          <ac:spMkLst>
            <pc:docMk/>
            <pc:sldMk cId="1301400117" sldId="2147474987"/>
            <ac:spMk id="5" creationId="{0F19F494-9B39-7C90-D487-E2BA0641F3BD}"/>
          </ac:spMkLst>
        </pc:spChg>
      </pc:sldChg>
      <pc:sldChg chg="del">
        <pc:chgData name="Li,Yuting (HP Medicine) BII-CN-S" userId="ce8fbb54-122c-426d-b8da-fdcc5e1b5022" providerId="ADAL" clId="{656B108F-1998-4A9F-B344-B258A9C84193}" dt="2023-12-07T09:13:12.483" v="11" actId="47"/>
        <pc:sldMkLst>
          <pc:docMk/>
          <pc:sldMk cId="4011288255" sldId="2147474988"/>
        </pc:sldMkLst>
      </pc:sldChg>
      <pc:sldChg chg="del">
        <pc:chgData name="Li,Yuting (HP Medicine) BII-CN-S" userId="ce8fbb54-122c-426d-b8da-fdcc5e1b5022" providerId="ADAL" clId="{656B108F-1998-4A9F-B344-B258A9C84193}" dt="2023-12-07T09:13:48.099" v="12" actId="47"/>
        <pc:sldMkLst>
          <pc:docMk/>
          <pc:sldMk cId="747048713" sldId="2147474989"/>
        </pc:sldMkLst>
      </pc:sldChg>
      <pc:sldChg chg="del">
        <pc:chgData name="Li,Yuting (HP Medicine) BII-CN-S" userId="ce8fbb54-122c-426d-b8da-fdcc5e1b5022" providerId="ADAL" clId="{656B108F-1998-4A9F-B344-B258A9C84193}" dt="2023-12-07T09:13:48.099" v="12" actId="47"/>
        <pc:sldMkLst>
          <pc:docMk/>
          <pc:sldMk cId="2899279173" sldId="2147474990"/>
        </pc:sldMkLst>
      </pc:sldChg>
      <pc:sldChg chg="del">
        <pc:chgData name="Li,Yuting (HP Medicine) BII-CN-S" userId="ce8fbb54-122c-426d-b8da-fdcc5e1b5022" providerId="ADAL" clId="{656B108F-1998-4A9F-B344-B258A9C84193}" dt="2023-12-07T09:14:32.128" v="14" actId="47"/>
        <pc:sldMkLst>
          <pc:docMk/>
          <pc:sldMk cId="1897984531" sldId="2147474991"/>
        </pc:sldMkLst>
      </pc:sldChg>
      <pc:sldChg chg="del">
        <pc:chgData name="Li,Yuting (HP Medicine) BII-CN-S" userId="ce8fbb54-122c-426d-b8da-fdcc5e1b5022" providerId="ADAL" clId="{656B108F-1998-4A9F-B344-B258A9C84193}" dt="2023-12-07T09:22:25.159" v="35" actId="47"/>
        <pc:sldMkLst>
          <pc:docMk/>
          <pc:sldMk cId="2166860309" sldId="2147474997"/>
        </pc:sldMkLst>
      </pc:sldChg>
      <pc:sldChg chg="del">
        <pc:chgData name="Li,Yuting (HP Medicine) BII-CN-S" userId="ce8fbb54-122c-426d-b8da-fdcc5e1b5022" providerId="ADAL" clId="{656B108F-1998-4A9F-B344-B258A9C84193}" dt="2023-12-07T09:15:59.413" v="16" actId="47"/>
        <pc:sldMkLst>
          <pc:docMk/>
          <pc:sldMk cId="2657153113" sldId="2147474998"/>
        </pc:sldMkLst>
      </pc:sldChg>
      <pc:sldChg chg="del">
        <pc:chgData name="Li,Yuting (HP Medicine) BII-CN-S" userId="ce8fbb54-122c-426d-b8da-fdcc5e1b5022" providerId="ADAL" clId="{656B108F-1998-4A9F-B344-B258A9C84193}" dt="2023-12-07T09:16:02.807" v="17" actId="47"/>
        <pc:sldMkLst>
          <pc:docMk/>
          <pc:sldMk cId="3874840070" sldId="2147474999"/>
        </pc:sldMkLst>
      </pc:sldChg>
      <pc:sldChg chg="modSp mod">
        <pc:chgData name="Li,Yuting (HP Medicine) BII-CN-S" userId="ce8fbb54-122c-426d-b8da-fdcc5e1b5022" providerId="ADAL" clId="{656B108F-1998-4A9F-B344-B258A9C84193}" dt="2023-12-14T06:19:57.613" v="2391" actId="20577"/>
        <pc:sldMkLst>
          <pc:docMk/>
          <pc:sldMk cId="3064430794" sldId="2147475000"/>
        </pc:sldMkLst>
        <pc:spChg chg="mod">
          <ac:chgData name="Li,Yuting (HP Medicine) BII-CN-S" userId="ce8fbb54-122c-426d-b8da-fdcc5e1b5022" providerId="ADAL" clId="{656B108F-1998-4A9F-B344-B258A9C84193}" dt="2023-12-14T06:19:57.613" v="2391" actId="20577"/>
          <ac:spMkLst>
            <pc:docMk/>
            <pc:sldMk cId="3064430794" sldId="2147475000"/>
            <ac:spMk id="41" creationId="{80672632-5059-4D01-BB59-096554D9CD3A}"/>
          </ac:spMkLst>
        </pc:spChg>
        <pc:grpChg chg="mod">
          <ac:chgData name="Li,Yuting (HP Medicine) BII-CN-S" userId="ce8fbb54-122c-426d-b8da-fdcc5e1b5022" providerId="ADAL" clId="{656B108F-1998-4A9F-B344-B258A9C84193}" dt="2023-12-07T09:16:43.276" v="20" actId="1076"/>
          <ac:grpSpMkLst>
            <pc:docMk/>
            <pc:sldMk cId="3064430794" sldId="2147475000"/>
            <ac:grpSpMk id="71" creationId="{00000000-0000-0000-0000-000000000000}"/>
          </ac:grpSpMkLst>
        </pc:grpChg>
      </pc:sldChg>
      <pc:sldChg chg="del">
        <pc:chgData name="Li,Yuting (HP Medicine) BII-CN-S" userId="ce8fbb54-122c-426d-b8da-fdcc5e1b5022" providerId="ADAL" clId="{656B108F-1998-4A9F-B344-B258A9C84193}" dt="2023-12-07T09:17:06.754" v="21" actId="47"/>
        <pc:sldMkLst>
          <pc:docMk/>
          <pc:sldMk cId="2301709870" sldId="2147475002"/>
        </pc:sldMkLst>
      </pc:sldChg>
      <pc:sldChg chg="del">
        <pc:chgData name="Li,Yuting (HP Medicine) BII-CN-S" userId="ce8fbb54-122c-426d-b8da-fdcc5e1b5022" providerId="ADAL" clId="{656B108F-1998-4A9F-B344-B258A9C84193}" dt="2023-12-07T09:17:30.453" v="22" actId="47"/>
        <pc:sldMkLst>
          <pc:docMk/>
          <pc:sldMk cId="681528320" sldId="2147475003"/>
        </pc:sldMkLst>
      </pc:sldChg>
      <pc:sldChg chg="del">
        <pc:chgData name="Li,Yuting (HP Medicine) BII-CN-S" userId="ce8fbb54-122c-426d-b8da-fdcc5e1b5022" providerId="ADAL" clId="{656B108F-1998-4A9F-B344-B258A9C84193}" dt="2023-12-07T09:17:32.818" v="23" actId="47"/>
        <pc:sldMkLst>
          <pc:docMk/>
          <pc:sldMk cId="729251913" sldId="2147475004"/>
        </pc:sldMkLst>
      </pc:sldChg>
      <pc:sldChg chg="del">
        <pc:chgData name="Li,Yuting (HP Medicine) BII-CN-S" userId="ce8fbb54-122c-426d-b8da-fdcc5e1b5022" providerId="ADAL" clId="{656B108F-1998-4A9F-B344-B258A9C84193}" dt="2023-12-07T09:17:55.453" v="24" actId="47"/>
        <pc:sldMkLst>
          <pc:docMk/>
          <pc:sldMk cId="2549160259" sldId="2147475005"/>
        </pc:sldMkLst>
      </pc:sldChg>
      <pc:sldChg chg="del">
        <pc:chgData name="Li,Yuting (HP Medicine) BII-CN-S" userId="ce8fbb54-122c-426d-b8da-fdcc5e1b5022" providerId="ADAL" clId="{656B108F-1998-4A9F-B344-B258A9C84193}" dt="2023-12-07T09:22:25.159" v="35" actId="47"/>
        <pc:sldMkLst>
          <pc:docMk/>
          <pc:sldMk cId="3153346902" sldId="2147475006"/>
        </pc:sldMkLst>
      </pc:sldChg>
      <pc:sldChg chg="del">
        <pc:chgData name="Li,Yuting (HP Medicine) BII-CN-S" userId="ce8fbb54-122c-426d-b8da-fdcc5e1b5022" providerId="ADAL" clId="{656B108F-1998-4A9F-B344-B258A9C84193}" dt="2023-12-07T09:24:21.586" v="37" actId="47"/>
        <pc:sldMkLst>
          <pc:docMk/>
          <pc:sldMk cId="3496718815" sldId="2147475007"/>
        </pc:sldMkLst>
      </pc:sldChg>
      <pc:sldChg chg="del">
        <pc:chgData name="Li,Yuting (HP Medicine) BII-CN-S" userId="ce8fbb54-122c-426d-b8da-fdcc5e1b5022" providerId="ADAL" clId="{656B108F-1998-4A9F-B344-B258A9C84193}" dt="2023-12-07T09:24:30.060" v="38" actId="47"/>
        <pc:sldMkLst>
          <pc:docMk/>
          <pc:sldMk cId="3737015513" sldId="2147475008"/>
        </pc:sldMkLst>
      </pc:sldChg>
      <pc:sldChg chg="del">
        <pc:chgData name="Li,Yuting (HP Medicine) BII-CN-S" userId="ce8fbb54-122c-426d-b8da-fdcc5e1b5022" providerId="ADAL" clId="{656B108F-1998-4A9F-B344-B258A9C84193}" dt="2023-12-07T09:24:32.520" v="39" actId="47"/>
        <pc:sldMkLst>
          <pc:docMk/>
          <pc:sldMk cId="3654113040" sldId="2147475009"/>
        </pc:sldMkLst>
      </pc:sldChg>
      <pc:sldChg chg="del">
        <pc:chgData name="Li,Yuting (HP Medicine) BII-CN-S" userId="ce8fbb54-122c-426d-b8da-fdcc5e1b5022" providerId="ADAL" clId="{656B108F-1998-4A9F-B344-B258A9C84193}" dt="2023-12-07T09:32:18.588" v="51" actId="47"/>
        <pc:sldMkLst>
          <pc:docMk/>
          <pc:sldMk cId="1303711599" sldId="2147475010"/>
        </pc:sldMkLst>
      </pc:sldChg>
      <pc:sldChg chg="del">
        <pc:chgData name="Li,Yuting (HP Medicine) BII-CN-S" userId="ce8fbb54-122c-426d-b8da-fdcc5e1b5022" providerId="ADAL" clId="{656B108F-1998-4A9F-B344-B258A9C84193}" dt="2023-12-07T09:31:11.440" v="47" actId="47"/>
        <pc:sldMkLst>
          <pc:docMk/>
          <pc:sldMk cId="2142241799" sldId="2147475011"/>
        </pc:sldMkLst>
      </pc:sldChg>
      <pc:sldChg chg="del">
        <pc:chgData name="Li,Yuting (HP Medicine) BII-CN-S" userId="ce8fbb54-122c-426d-b8da-fdcc5e1b5022" providerId="ADAL" clId="{656B108F-1998-4A9F-B344-B258A9C84193}" dt="2023-12-07T09:19:44.082" v="33" actId="47"/>
        <pc:sldMkLst>
          <pc:docMk/>
          <pc:sldMk cId="526780032" sldId="2147475012"/>
        </pc:sldMkLst>
      </pc:sldChg>
      <pc:sldChg chg="del">
        <pc:chgData name="Li,Yuting (HP Medicine) BII-CN-S" userId="ce8fbb54-122c-426d-b8da-fdcc5e1b5022" providerId="ADAL" clId="{656B108F-1998-4A9F-B344-B258A9C84193}" dt="2023-12-09T05:26:11.311" v="2157" actId="47"/>
        <pc:sldMkLst>
          <pc:docMk/>
          <pc:sldMk cId="1296475377" sldId="2147475015"/>
        </pc:sldMkLst>
      </pc:sldChg>
      <pc:sldChg chg="del">
        <pc:chgData name="Li,Yuting (HP Medicine) BII-CN-S" userId="ce8fbb54-122c-426d-b8da-fdcc5e1b5022" providerId="ADAL" clId="{656B108F-1998-4A9F-B344-B258A9C84193}" dt="2023-12-07T09:28:50.632" v="44" actId="47"/>
        <pc:sldMkLst>
          <pc:docMk/>
          <pc:sldMk cId="684366918" sldId="2147475016"/>
        </pc:sldMkLst>
      </pc:sldChg>
      <pc:sldChg chg="del">
        <pc:chgData name="Li,Yuting (HP Medicine) BII-CN-S" userId="ce8fbb54-122c-426d-b8da-fdcc5e1b5022" providerId="ADAL" clId="{656B108F-1998-4A9F-B344-B258A9C84193}" dt="2023-12-07T09:13:50.863" v="13" actId="47"/>
        <pc:sldMkLst>
          <pc:docMk/>
          <pc:sldMk cId="2446730081" sldId="2147475018"/>
        </pc:sldMkLst>
      </pc:sldChg>
      <pc:sldChg chg="modSp mod">
        <pc:chgData name="Li,Yuting (HP Medicine) BII-CN-S" userId="ce8fbb54-122c-426d-b8da-fdcc5e1b5022" providerId="ADAL" clId="{656B108F-1998-4A9F-B344-B258A9C84193}" dt="2023-12-09T04:20:13.564" v="1526" actId="108"/>
        <pc:sldMkLst>
          <pc:docMk/>
          <pc:sldMk cId="3642200999" sldId="2147475018"/>
        </pc:sldMkLst>
        <pc:spChg chg="mod">
          <ac:chgData name="Li,Yuting (HP Medicine) BII-CN-S" userId="ce8fbb54-122c-426d-b8da-fdcc5e1b5022" providerId="ADAL" clId="{656B108F-1998-4A9F-B344-B258A9C84193}" dt="2023-12-09T04:20:13.564" v="1526" actId="108"/>
          <ac:spMkLst>
            <pc:docMk/>
            <pc:sldMk cId="3642200999" sldId="2147475018"/>
            <ac:spMk id="2" creationId="{2183922C-E343-FE15-DCB0-52F86DE019F7}"/>
          </ac:spMkLst>
        </pc:spChg>
      </pc:sldChg>
      <pc:sldChg chg="modSp mod">
        <pc:chgData name="Li,Yuting (HP Medicine) BII-CN-S" userId="ce8fbb54-122c-426d-b8da-fdcc5e1b5022" providerId="ADAL" clId="{656B108F-1998-4A9F-B344-B258A9C84193}" dt="2023-12-15T03:36:19.194" v="3486" actId="1076"/>
        <pc:sldMkLst>
          <pc:docMk/>
          <pc:sldMk cId="3129168275" sldId="2147475019"/>
        </pc:sldMkLst>
        <pc:spChg chg="mod">
          <ac:chgData name="Li,Yuting (HP Medicine) BII-CN-S" userId="ce8fbb54-122c-426d-b8da-fdcc5e1b5022" providerId="ADAL" clId="{656B108F-1998-4A9F-B344-B258A9C84193}" dt="2023-12-15T03:36:16.177" v="3485" actId="1076"/>
          <ac:spMkLst>
            <pc:docMk/>
            <pc:sldMk cId="3129168275" sldId="2147475019"/>
            <ac:spMk id="7" creationId="{00000000-0000-0000-0000-000000000000}"/>
          </ac:spMkLst>
        </pc:spChg>
        <pc:spChg chg="mod">
          <ac:chgData name="Li,Yuting (HP Medicine) BII-CN-S" userId="ce8fbb54-122c-426d-b8da-fdcc5e1b5022" providerId="ADAL" clId="{656B108F-1998-4A9F-B344-B258A9C84193}" dt="2023-12-15T03:36:19.194" v="3486" actId="1076"/>
          <ac:spMkLst>
            <pc:docMk/>
            <pc:sldMk cId="3129168275" sldId="2147475019"/>
            <ac:spMk id="19" creationId="{8B347624-7A6D-49C5-A0C1-0C077CF433E9}"/>
          </ac:spMkLst>
        </pc:spChg>
      </pc:sldChg>
      <pc:sldChg chg="modNotesTx">
        <pc:chgData name="Li,Yuting (HP Medicine) BII-CN-S" userId="ce8fbb54-122c-426d-b8da-fdcc5e1b5022" providerId="ADAL" clId="{656B108F-1998-4A9F-B344-B258A9C84193}" dt="2023-12-15T03:46:53.009" v="3531" actId="20577"/>
        <pc:sldMkLst>
          <pc:docMk/>
          <pc:sldMk cId="623892547" sldId="2147475021"/>
        </pc:sldMkLst>
      </pc:sldChg>
      <pc:sldChg chg="mod modShow">
        <pc:chgData name="Li,Yuting (HP Medicine) BII-CN-S" userId="ce8fbb54-122c-426d-b8da-fdcc5e1b5022" providerId="ADAL" clId="{656B108F-1998-4A9F-B344-B258A9C84193}" dt="2023-12-15T03:19:17.966" v="3483" actId="729"/>
        <pc:sldMkLst>
          <pc:docMk/>
          <pc:sldMk cId="898033013" sldId="2147475022"/>
        </pc:sldMkLst>
      </pc:sldChg>
      <pc:sldChg chg="delSp modSp mod modNotesTx">
        <pc:chgData name="Li,Yuting (HP Medicine) BII-CN-S" userId="ce8fbb54-122c-426d-b8da-fdcc5e1b5022" providerId="ADAL" clId="{656B108F-1998-4A9F-B344-B258A9C84193}" dt="2023-12-15T03:51:32.889" v="3534" actId="20577"/>
        <pc:sldMkLst>
          <pc:docMk/>
          <pc:sldMk cId="1713998080" sldId="2147475023"/>
        </pc:sldMkLst>
        <pc:spChg chg="mod">
          <ac:chgData name="Li,Yuting (HP Medicine) BII-CN-S" userId="ce8fbb54-122c-426d-b8da-fdcc5e1b5022" providerId="ADAL" clId="{656B108F-1998-4A9F-B344-B258A9C84193}" dt="2023-12-15T03:51:32.889" v="3534" actId="20577"/>
          <ac:spMkLst>
            <pc:docMk/>
            <pc:sldMk cId="1713998080" sldId="2147475023"/>
            <ac:spMk id="6" creationId="{9D4C3D96-3693-CB52-EE7C-09623DE8E8EA}"/>
          </ac:spMkLst>
        </pc:spChg>
        <pc:spChg chg="del">
          <ac:chgData name="Li,Yuting (HP Medicine) BII-CN-S" userId="ce8fbb54-122c-426d-b8da-fdcc5e1b5022" providerId="ADAL" clId="{656B108F-1998-4A9F-B344-B258A9C84193}" dt="2023-12-07T09:14:42.753" v="15" actId="478"/>
          <ac:spMkLst>
            <pc:docMk/>
            <pc:sldMk cId="1713998080" sldId="2147475023"/>
            <ac:spMk id="12" creationId="{27F67CFA-40A0-E4D8-0B76-1FEF39A6F4EE}"/>
          </ac:spMkLst>
        </pc:spChg>
        <pc:spChg chg="mod">
          <ac:chgData name="Li,Yuting (HP Medicine) BII-CN-S" userId="ce8fbb54-122c-426d-b8da-fdcc5e1b5022" providerId="ADAL" clId="{656B108F-1998-4A9F-B344-B258A9C84193}" dt="2023-12-08T04:47:16.387" v="165" actId="14100"/>
          <ac:spMkLst>
            <pc:docMk/>
            <pc:sldMk cId="1713998080" sldId="2147475023"/>
            <ac:spMk id="157" creationId="{ABF1C8FA-24FE-4186-8317-54D0AE86DBB2}"/>
          </ac:spMkLst>
        </pc:spChg>
        <pc:spChg chg="mod">
          <ac:chgData name="Li,Yuting (HP Medicine) BII-CN-S" userId="ce8fbb54-122c-426d-b8da-fdcc5e1b5022" providerId="ADAL" clId="{656B108F-1998-4A9F-B344-B258A9C84193}" dt="2023-12-07T09:16:25.323" v="19" actId="207"/>
          <ac:spMkLst>
            <pc:docMk/>
            <pc:sldMk cId="1713998080" sldId="2147475023"/>
            <ac:spMk id="211" creationId="{1C41EB08-1924-4349-866B-8A6824998F27}"/>
          </ac:spMkLst>
        </pc:spChg>
        <pc:grpChg chg="mod">
          <ac:chgData name="Li,Yuting (HP Medicine) BII-CN-S" userId="ce8fbb54-122c-426d-b8da-fdcc5e1b5022" providerId="ADAL" clId="{656B108F-1998-4A9F-B344-B258A9C84193}" dt="2023-12-07T09:16:19.682" v="18" actId="1076"/>
          <ac:grpSpMkLst>
            <pc:docMk/>
            <pc:sldMk cId="1713998080" sldId="2147475023"/>
            <ac:grpSpMk id="155" creationId="{22D6154F-78E1-4174-AB57-1D26B92FA7AE}"/>
          </ac:grpSpMkLst>
        </pc:grpChg>
      </pc:sldChg>
      <pc:sldChg chg="modSp mod">
        <pc:chgData name="Li,Yuting (HP Medicine) BII-CN-S" userId="ce8fbb54-122c-426d-b8da-fdcc5e1b5022" providerId="ADAL" clId="{656B108F-1998-4A9F-B344-B258A9C84193}" dt="2023-12-15T07:08:19.161" v="3573" actId="20577"/>
        <pc:sldMkLst>
          <pc:docMk/>
          <pc:sldMk cId="359986624" sldId="2147475025"/>
        </pc:sldMkLst>
        <pc:spChg chg="mod">
          <ac:chgData name="Li,Yuting (HP Medicine) BII-CN-S" userId="ce8fbb54-122c-426d-b8da-fdcc5e1b5022" providerId="ADAL" clId="{656B108F-1998-4A9F-B344-B258A9C84193}" dt="2023-12-14T07:11:57.612" v="2578" actId="1076"/>
          <ac:spMkLst>
            <pc:docMk/>
            <pc:sldMk cId="359986624" sldId="2147475025"/>
            <ac:spMk id="23" creationId="{E07CB76D-5632-93A9-7C3A-1ABBC1DF55DA}"/>
          </ac:spMkLst>
        </pc:spChg>
        <pc:spChg chg="mod">
          <ac:chgData name="Li,Yuting (HP Medicine) BII-CN-S" userId="ce8fbb54-122c-426d-b8da-fdcc5e1b5022" providerId="ADAL" clId="{656B108F-1998-4A9F-B344-B258A9C84193}" dt="2023-12-15T07:08:19.161" v="3573" actId="20577"/>
          <ac:spMkLst>
            <pc:docMk/>
            <pc:sldMk cId="359986624" sldId="2147475025"/>
            <ac:spMk id="107" creationId="{7DDA071E-5F80-4527-AE47-F1E7B2DC2A5B}"/>
          </ac:spMkLst>
        </pc:spChg>
        <pc:spChg chg="mod">
          <ac:chgData name="Li,Yuting (HP Medicine) BII-CN-S" userId="ce8fbb54-122c-426d-b8da-fdcc5e1b5022" providerId="ADAL" clId="{656B108F-1998-4A9F-B344-B258A9C84193}" dt="2023-12-15T07:07:34.818" v="3547" actId="20577"/>
          <ac:spMkLst>
            <pc:docMk/>
            <pc:sldMk cId="359986624" sldId="2147475025"/>
            <ac:spMk id="126" creationId="{6A146A9F-3077-48E6-AD05-74AFFA257DC1}"/>
          </ac:spMkLst>
        </pc:spChg>
        <pc:spChg chg="mod">
          <ac:chgData name="Li,Yuting (HP Medicine) BII-CN-S" userId="ce8fbb54-122c-426d-b8da-fdcc5e1b5022" providerId="ADAL" clId="{656B108F-1998-4A9F-B344-B258A9C84193}" dt="2023-12-14T07:11:57.612" v="2578" actId="1076"/>
          <ac:spMkLst>
            <pc:docMk/>
            <pc:sldMk cId="359986624" sldId="2147475025"/>
            <ac:spMk id="134" creationId="{844E600C-5D80-4D63-8BDB-B09FB6C40804}"/>
          </ac:spMkLst>
        </pc:spChg>
        <pc:grpChg chg="mod">
          <ac:chgData name="Li,Yuting (HP Medicine) BII-CN-S" userId="ce8fbb54-122c-426d-b8da-fdcc5e1b5022" providerId="ADAL" clId="{656B108F-1998-4A9F-B344-B258A9C84193}" dt="2023-12-14T07:11:52.137" v="2577" actId="1076"/>
          <ac:grpSpMkLst>
            <pc:docMk/>
            <pc:sldMk cId="359986624" sldId="2147475025"/>
            <ac:grpSpMk id="50" creationId="{00000000-0000-0000-0000-000000000000}"/>
          </ac:grpSpMkLst>
        </pc:grpChg>
        <pc:cxnChg chg="mod">
          <ac:chgData name="Li,Yuting (HP Medicine) BII-CN-S" userId="ce8fbb54-122c-426d-b8da-fdcc5e1b5022" providerId="ADAL" clId="{656B108F-1998-4A9F-B344-B258A9C84193}" dt="2023-12-14T07:12:09.253" v="2579" actId="14100"/>
          <ac:cxnSpMkLst>
            <pc:docMk/>
            <pc:sldMk cId="359986624" sldId="2147475025"/>
            <ac:cxnSpMk id="140" creationId="{CEB0F669-AF3D-4F9A-BE3C-F598BA2A4693}"/>
          </ac:cxnSpMkLst>
        </pc:cxnChg>
      </pc:sldChg>
      <pc:sldChg chg="modSp mod">
        <pc:chgData name="Li,Yuting (HP Medicine) BII-CN-S" userId="ce8fbb54-122c-426d-b8da-fdcc5e1b5022" providerId="ADAL" clId="{656B108F-1998-4A9F-B344-B258A9C84193}" dt="2023-12-15T07:05:39.520" v="3535" actId="1076"/>
        <pc:sldMkLst>
          <pc:docMk/>
          <pc:sldMk cId="1511557293" sldId="2147475027"/>
        </pc:sldMkLst>
        <pc:spChg chg="mod">
          <ac:chgData name="Li,Yuting (HP Medicine) BII-CN-S" userId="ce8fbb54-122c-426d-b8da-fdcc5e1b5022" providerId="ADAL" clId="{656B108F-1998-4A9F-B344-B258A9C84193}" dt="2023-12-09T05:14:25.762" v="1711" actId="1076"/>
          <ac:spMkLst>
            <pc:docMk/>
            <pc:sldMk cId="1511557293" sldId="2147475027"/>
            <ac:spMk id="5" creationId="{23DB86F8-60A0-6A56-DC74-D2994B3B6CA9}"/>
          </ac:spMkLst>
        </pc:spChg>
        <pc:spChg chg="mod">
          <ac:chgData name="Li,Yuting (HP Medicine) BII-CN-S" userId="ce8fbb54-122c-426d-b8da-fdcc5e1b5022" providerId="ADAL" clId="{656B108F-1998-4A9F-B344-B258A9C84193}" dt="2023-12-09T05:14:19.915" v="1709" actId="14100"/>
          <ac:spMkLst>
            <pc:docMk/>
            <pc:sldMk cId="1511557293" sldId="2147475027"/>
            <ac:spMk id="75" creationId="{23E443ED-C91E-4425-963C-DB47A7F0B19C}"/>
          </ac:spMkLst>
        </pc:spChg>
        <pc:grpChg chg="mod">
          <ac:chgData name="Li,Yuting (HP Medicine) BII-CN-S" userId="ce8fbb54-122c-426d-b8da-fdcc5e1b5022" providerId="ADAL" clId="{656B108F-1998-4A9F-B344-B258A9C84193}" dt="2023-12-15T07:05:39.520" v="3535" actId="1076"/>
          <ac:grpSpMkLst>
            <pc:docMk/>
            <pc:sldMk cId="1511557293" sldId="2147475027"/>
            <ac:grpSpMk id="50" creationId="{00000000-0000-0000-0000-000000000000}"/>
          </ac:grpSpMkLst>
        </pc:grpChg>
      </pc:sldChg>
      <pc:sldChg chg="delSp modSp mod">
        <pc:chgData name="Li,Yuting (HP Medicine) BII-CN-S" userId="ce8fbb54-122c-426d-b8da-fdcc5e1b5022" providerId="ADAL" clId="{656B108F-1998-4A9F-B344-B258A9C84193}" dt="2023-12-15T07:11:44.199" v="3615" actId="1038"/>
        <pc:sldMkLst>
          <pc:docMk/>
          <pc:sldMk cId="1744556511" sldId="2147475030"/>
        </pc:sldMkLst>
        <pc:spChg chg="mod">
          <ac:chgData name="Li,Yuting (HP Medicine) BII-CN-S" userId="ce8fbb54-122c-426d-b8da-fdcc5e1b5022" providerId="ADAL" clId="{656B108F-1998-4A9F-B344-B258A9C84193}" dt="2023-12-15T07:11:32.132" v="3581" actId="20577"/>
          <ac:spMkLst>
            <pc:docMk/>
            <pc:sldMk cId="1744556511" sldId="2147475030"/>
            <ac:spMk id="5" creationId="{D87E9696-5197-C9EC-09B9-2A5A2807C8C7}"/>
          </ac:spMkLst>
        </pc:spChg>
        <pc:spChg chg="mod">
          <ac:chgData name="Li,Yuting (HP Medicine) BII-CN-S" userId="ce8fbb54-122c-426d-b8da-fdcc5e1b5022" providerId="ADAL" clId="{656B108F-1998-4A9F-B344-B258A9C84193}" dt="2023-12-08T05:05:44.118" v="690" actId="20577"/>
          <ac:spMkLst>
            <pc:docMk/>
            <pc:sldMk cId="1744556511" sldId="2147475030"/>
            <ac:spMk id="7" creationId="{6073A84C-061D-6F0E-4FAB-978E00540104}"/>
          </ac:spMkLst>
        </pc:spChg>
        <pc:spChg chg="mod">
          <ac:chgData name="Li,Yuting (HP Medicine) BII-CN-S" userId="ce8fbb54-122c-426d-b8da-fdcc5e1b5022" providerId="ADAL" clId="{656B108F-1998-4A9F-B344-B258A9C84193}" dt="2023-12-15T07:11:35.848" v="3582" actId="1076"/>
          <ac:spMkLst>
            <pc:docMk/>
            <pc:sldMk cId="1744556511" sldId="2147475030"/>
            <ac:spMk id="75" creationId="{0A653FE1-3347-4E3E-9670-2D8BF789A651}"/>
          </ac:spMkLst>
        </pc:spChg>
        <pc:spChg chg="mod">
          <ac:chgData name="Li,Yuting (HP Medicine) BII-CN-S" userId="ce8fbb54-122c-426d-b8da-fdcc5e1b5022" providerId="ADAL" clId="{656B108F-1998-4A9F-B344-B258A9C84193}" dt="2023-12-15T07:11:44.199" v="3615" actId="1038"/>
          <ac:spMkLst>
            <pc:docMk/>
            <pc:sldMk cId="1744556511" sldId="2147475030"/>
            <ac:spMk id="132" creationId="{0EA2C47D-3EFD-4875-99C0-82E1BC867430}"/>
          </ac:spMkLst>
        </pc:spChg>
        <pc:grpChg chg="mod">
          <ac:chgData name="Li,Yuting (HP Medicine) BII-CN-S" userId="ce8fbb54-122c-426d-b8da-fdcc5e1b5022" providerId="ADAL" clId="{656B108F-1998-4A9F-B344-B258A9C84193}" dt="2023-12-14T08:49:28.182" v="2582" actId="1076"/>
          <ac:grpSpMkLst>
            <pc:docMk/>
            <pc:sldMk cId="1744556511" sldId="2147475030"/>
            <ac:grpSpMk id="50" creationId="{00000000-0000-0000-0000-000000000000}"/>
          </ac:grpSpMkLst>
        </pc:grpChg>
        <pc:cxnChg chg="del mod">
          <ac:chgData name="Li,Yuting (HP Medicine) BII-CN-S" userId="ce8fbb54-122c-426d-b8da-fdcc5e1b5022" providerId="ADAL" clId="{656B108F-1998-4A9F-B344-B258A9C84193}" dt="2023-12-14T08:49:21.627" v="2581" actId="478"/>
          <ac:cxnSpMkLst>
            <pc:docMk/>
            <pc:sldMk cId="1744556511" sldId="2147475030"/>
            <ac:cxnSpMk id="13" creationId="{4454FAAE-D6A6-BBCC-D351-ACA35F7B245C}"/>
          </ac:cxnSpMkLst>
        </pc:cxnChg>
      </pc:sldChg>
      <pc:sldChg chg="del">
        <pc:chgData name="Li,Yuting (HP Medicine) BII-CN-S" userId="ce8fbb54-122c-426d-b8da-fdcc5e1b5022" providerId="ADAL" clId="{656B108F-1998-4A9F-B344-B258A9C84193}" dt="2023-12-08T05:06:23.104" v="691" actId="47"/>
        <pc:sldMkLst>
          <pc:docMk/>
          <pc:sldMk cId="217470700" sldId="2147475031"/>
        </pc:sldMkLst>
      </pc:sldChg>
      <pc:sldChg chg="del">
        <pc:chgData name="Li,Yuting (HP Medicine) BII-CN-S" userId="ce8fbb54-122c-426d-b8da-fdcc5e1b5022" providerId="ADAL" clId="{656B108F-1998-4A9F-B344-B258A9C84193}" dt="2023-12-07T09:19:21.288" v="31"/>
        <pc:sldMkLst>
          <pc:docMk/>
          <pc:sldMk cId="3467080587" sldId="2147475031"/>
        </pc:sldMkLst>
      </pc:sldChg>
      <pc:sldChg chg="delSp modSp mod">
        <pc:chgData name="Li,Yuting (HP Medicine) BII-CN-S" userId="ce8fbb54-122c-426d-b8da-fdcc5e1b5022" providerId="ADAL" clId="{656B108F-1998-4A9F-B344-B258A9C84193}" dt="2023-12-15T09:28:33.124" v="3721" actId="1076"/>
        <pc:sldMkLst>
          <pc:docMk/>
          <pc:sldMk cId="3569464794" sldId="2147475032"/>
        </pc:sldMkLst>
        <pc:spChg chg="mod">
          <ac:chgData name="Li,Yuting (HP Medicine) BII-CN-S" userId="ce8fbb54-122c-426d-b8da-fdcc5e1b5022" providerId="ADAL" clId="{656B108F-1998-4A9F-B344-B258A9C84193}" dt="2023-12-14T11:50:24.177" v="2988" actId="20577"/>
          <ac:spMkLst>
            <pc:docMk/>
            <pc:sldMk cId="3569464794" sldId="2147475032"/>
            <ac:spMk id="4" creationId="{00000000-0000-0000-0000-000000000000}"/>
          </ac:spMkLst>
        </pc:spChg>
        <pc:spChg chg="mod">
          <ac:chgData name="Li,Yuting (HP Medicine) BII-CN-S" userId="ce8fbb54-122c-426d-b8da-fdcc5e1b5022" providerId="ADAL" clId="{656B108F-1998-4A9F-B344-B258A9C84193}" dt="2023-12-15T09:11:03.524" v="3616" actId="1076"/>
          <ac:spMkLst>
            <pc:docMk/>
            <pc:sldMk cId="3569464794" sldId="2147475032"/>
            <ac:spMk id="5" creationId="{A5222243-21D5-FBAF-D8C9-8A2EF13F19BB}"/>
          </ac:spMkLst>
        </pc:spChg>
        <pc:spChg chg="mod">
          <ac:chgData name="Li,Yuting (HP Medicine) BII-CN-S" userId="ce8fbb54-122c-426d-b8da-fdcc5e1b5022" providerId="ADAL" clId="{656B108F-1998-4A9F-B344-B258A9C84193}" dt="2023-12-14T08:54:07.431" v="2604" actId="1076"/>
          <ac:spMkLst>
            <pc:docMk/>
            <pc:sldMk cId="3569464794" sldId="2147475032"/>
            <ac:spMk id="6" creationId="{25357EA1-1F19-4D1B-9A4E-2EAB26F09BB9}"/>
          </ac:spMkLst>
        </pc:spChg>
        <pc:spChg chg="mod">
          <ac:chgData name="Li,Yuting (HP Medicine) BII-CN-S" userId="ce8fbb54-122c-426d-b8da-fdcc5e1b5022" providerId="ADAL" clId="{656B108F-1998-4A9F-B344-B258A9C84193}" dt="2023-12-15T09:12:29.657" v="3652" actId="6549"/>
          <ac:spMkLst>
            <pc:docMk/>
            <pc:sldMk cId="3569464794" sldId="2147475032"/>
            <ac:spMk id="7" creationId="{E9DC4527-9B66-4450-86F5-689D3C73A610}"/>
          </ac:spMkLst>
        </pc:spChg>
        <pc:spChg chg="mod">
          <ac:chgData name="Li,Yuting (HP Medicine) BII-CN-S" userId="ce8fbb54-122c-426d-b8da-fdcc5e1b5022" providerId="ADAL" clId="{656B108F-1998-4A9F-B344-B258A9C84193}" dt="2023-12-15T09:13:42.998" v="3673" actId="20577"/>
          <ac:spMkLst>
            <pc:docMk/>
            <pc:sldMk cId="3569464794" sldId="2147475032"/>
            <ac:spMk id="10" creationId="{1A3A5071-FD4F-2F17-5277-6AA4E85C8E77}"/>
          </ac:spMkLst>
        </pc:spChg>
        <pc:spChg chg="mod">
          <ac:chgData name="Li,Yuting (HP Medicine) BII-CN-S" userId="ce8fbb54-122c-426d-b8da-fdcc5e1b5022" providerId="ADAL" clId="{656B108F-1998-4A9F-B344-B258A9C84193}" dt="2023-12-15T09:13:51.555" v="3687" actId="20577"/>
          <ac:spMkLst>
            <pc:docMk/>
            <pc:sldMk cId="3569464794" sldId="2147475032"/>
            <ac:spMk id="16" creationId="{B5D3F992-42E4-8249-6A29-CF25396F4735}"/>
          </ac:spMkLst>
        </pc:spChg>
        <pc:spChg chg="del">
          <ac:chgData name="Li,Yuting (HP Medicine) BII-CN-S" userId="ce8fbb54-122c-426d-b8da-fdcc5e1b5022" providerId="ADAL" clId="{656B108F-1998-4A9F-B344-B258A9C84193}" dt="2023-12-15T09:13:23.242" v="3659" actId="478"/>
          <ac:spMkLst>
            <pc:docMk/>
            <pc:sldMk cId="3569464794" sldId="2147475032"/>
            <ac:spMk id="22" creationId="{28F81411-CD2D-B940-2D79-BED8EB1D832E}"/>
          </ac:spMkLst>
        </pc:spChg>
        <pc:spChg chg="mod">
          <ac:chgData name="Li,Yuting (HP Medicine) BII-CN-S" userId="ce8fbb54-122c-426d-b8da-fdcc5e1b5022" providerId="ADAL" clId="{656B108F-1998-4A9F-B344-B258A9C84193}" dt="2023-12-15T09:28:33.124" v="3721" actId="1076"/>
          <ac:spMkLst>
            <pc:docMk/>
            <pc:sldMk cId="3569464794" sldId="2147475032"/>
            <ac:spMk id="60" creationId="{9224C17E-1AA1-4096-A3FD-25D6FD8BA444}"/>
          </ac:spMkLst>
        </pc:spChg>
        <pc:grpChg chg="mod">
          <ac:chgData name="Li,Yuting (HP Medicine) BII-CN-S" userId="ce8fbb54-122c-426d-b8da-fdcc5e1b5022" providerId="ADAL" clId="{656B108F-1998-4A9F-B344-B258A9C84193}" dt="2023-12-14T08:51:36.020" v="2584" actId="1076"/>
          <ac:grpSpMkLst>
            <pc:docMk/>
            <pc:sldMk cId="3569464794" sldId="2147475032"/>
            <ac:grpSpMk id="203" creationId="{3855D1D5-D3D2-4F97-9E67-F3646B91ACCC}"/>
          </ac:grpSpMkLst>
        </pc:grpChg>
      </pc:sldChg>
      <pc:sldChg chg="modSp mod modShow">
        <pc:chgData name="Li,Yuting (HP Medicine) BII-CN-S" userId="ce8fbb54-122c-426d-b8da-fdcc5e1b5022" providerId="ADAL" clId="{656B108F-1998-4A9F-B344-B258A9C84193}" dt="2023-12-15T09:47:27.406" v="3941" actId="729"/>
        <pc:sldMkLst>
          <pc:docMk/>
          <pc:sldMk cId="3195558913" sldId="2147475033"/>
        </pc:sldMkLst>
        <pc:spChg chg="mod">
          <ac:chgData name="Li,Yuting (HP Medicine) BII-CN-S" userId="ce8fbb54-122c-426d-b8da-fdcc5e1b5022" providerId="ADAL" clId="{656B108F-1998-4A9F-B344-B258A9C84193}" dt="2023-12-09T05:17:47.473" v="1921" actId="1076"/>
          <ac:spMkLst>
            <pc:docMk/>
            <pc:sldMk cId="3195558913" sldId="2147475033"/>
            <ac:spMk id="3" creationId="{B26E41C7-1C3A-9067-4B72-E2E6093FC594}"/>
          </ac:spMkLst>
        </pc:spChg>
      </pc:sldChg>
      <pc:sldChg chg="mod modShow">
        <pc:chgData name="Li,Yuting (HP Medicine) BII-CN-S" userId="ce8fbb54-122c-426d-b8da-fdcc5e1b5022" providerId="ADAL" clId="{656B108F-1998-4A9F-B344-B258A9C84193}" dt="2023-12-15T09:47:27.406" v="3941" actId="729"/>
        <pc:sldMkLst>
          <pc:docMk/>
          <pc:sldMk cId="727175563" sldId="2147475034"/>
        </pc:sldMkLst>
      </pc:sldChg>
      <pc:sldChg chg="mod modShow">
        <pc:chgData name="Li,Yuting (HP Medicine) BII-CN-S" userId="ce8fbb54-122c-426d-b8da-fdcc5e1b5022" providerId="ADAL" clId="{656B108F-1998-4A9F-B344-B258A9C84193}" dt="2023-12-15T09:47:27.406" v="3941" actId="729"/>
        <pc:sldMkLst>
          <pc:docMk/>
          <pc:sldMk cId="3580869922" sldId="2147475035"/>
        </pc:sldMkLst>
      </pc:sldChg>
      <pc:sldChg chg="modSp mod">
        <pc:chgData name="Li,Yuting (HP Medicine) BII-CN-S" userId="ce8fbb54-122c-426d-b8da-fdcc5e1b5022" providerId="ADAL" clId="{656B108F-1998-4A9F-B344-B258A9C84193}" dt="2023-12-15T09:48:10.196" v="3951" actId="20577"/>
        <pc:sldMkLst>
          <pc:docMk/>
          <pc:sldMk cId="1232703207" sldId="2147475036"/>
        </pc:sldMkLst>
        <pc:spChg chg="mod">
          <ac:chgData name="Li,Yuting (HP Medicine) BII-CN-S" userId="ce8fbb54-122c-426d-b8da-fdcc5e1b5022" providerId="ADAL" clId="{656B108F-1998-4A9F-B344-B258A9C84193}" dt="2023-12-15T09:48:10.196" v="3951" actId="20577"/>
          <ac:spMkLst>
            <pc:docMk/>
            <pc:sldMk cId="1232703207" sldId="2147475036"/>
            <ac:spMk id="2" creationId="{899E9FD5-14F4-46B5-85BD-4B2D5616E6A9}"/>
          </ac:spMkLst>
        </pc:spChg>
        <pc:spChg chg="mod">
          <ac:chgData name="Li,Yuting (HP Medicine) BII-CN-S" userId="ce8fbb54-122c-426d-b8da-fdcc5e1b5022" providerId="ADAL" clId="{656B108F-1998-4A9F-B344-B258A9C84193}" dt="2023-12-15T09:47:42.549" v="3947" actId="20577"/>
          <ac:spMkLst>
            <pc:docMk/>
            <pc:sldMk cId="1232703207" sldId="2147475036"/>
            <ac:spMk id="4" creationId="{2613418A-9404-3BFB-9843-472F0D17EE1D}"/>
          </ac:spMkLst>
        </pc:spChg>
      </pc:sldChg>
      <pc:sldChg chg="delSp mod">
        <pc:chgData name="Li,Yuting (HP Medicine) BII-CN-S" userId="ce8fbb54-122c-426d-b8da-fdcc5e1b5022" providerId="ADAL" clId="{656B108F-1998-4A9F-B344-B258A9C84193}" dt="2023-12-15T09:29:41.135" v="3724" actId="478"/>
        <pc:sldMkLst>
          <pc:docMk/>
          <pc:sldMk cId="3713722543" sldId="2147475037"/>
        </pc:sldMkLst>
        <pc:spChg chg="del">
          <ac:chgData name="Li,Yuting (HP Medicine) BII-CN-S" userId="ce8fbb54-122c-426d-b8da-fdcc5e1b5022" providerId="ADAL" clId="{656B108F-1998-4A9F-B344-B258A9C84193}" dt="2023-12-15T09:29:41.135" v="3724" actId="478"/>
          <ac:spMkLst>
            <pc:docMk/>
            <pc:sldMk cId="3713722543" sldId="2147475037"/>
            <ac:spMk id="5" creationId="{1E223676-C9B1-33BE-0D89-FE00421FA66F}"/>
          </ac:spMkLst>
        </pc:spChg>
      </pc:sldChg>
      <pc:sldChg chg="addCm modCm">
        <pc:chgData name="Li,Yuting (HP Medicine) BII-CN-S" userId="ce8fbb54-122c-426d-b8da-fdcc5e1b5022" providerId="ADAL" clId="{656B108F-1998-4A9F-B344-B258A9C84193}" dt="2023-12-09T05:19:10.302" v="1923"/>
        <pc:sldMkLst>
          <pc:docMk/>
          <pc:sldMk cId="1948529012" sldId="2147475038"/>
        </pc:sldMkLst>
      </pc:sldChg>
      <pc:sldChg chg="modSp mod">
        <pc:chgData name="Li,Yuting (HP Medicine) BII-CN-S" userId="ce8fbb54-122c-426d-b8da-fdcc5e1b5022" providerId="ADAL" clId="{656B108F-1998-4A9F-B344-B258A9C84193}" dt="2023-12-09T04:53:22.493" v="1563" actId="20577"/>
        <pc:sldMkLst>
          <pc:docMk/>
          <pc:sldMk cId="40417925" sldId="2147475039"/>
        </pc:sldMkLst>
        <pc:spChg chg="mod">
          <ac:chgData name="Li,Yuting (HP Medicine) BII-CN-S" userId="ce8fbb54-122c-426d-b8da-fdcc5e1b5022" providerId="ADAL" clId="{656B108F-1998-4A9F-B344-B258A9C84193}" dt="2023-12-09T04:53:22.493" v="1563" actId="20577"/>
          <ac:spMkLst>
            <pc:docMk/>
            <pc:sldMk cId="40417925" sldId="2147475039"/>
            <ac:spMk id="30" creationId="{AE1A5680-D133-2FB3-FC32-EF85FAA610D3}"/>
          </ac:spMkLst>
        </pc:spChg>
      </pc:sldChg>
      <pc:sldChg chg="modSp mod">
        <pc:chgData name="Li,Yuting (HP Medicine) BII-CN-S" userId="ce8fbb54-122c-426d-b8da-fdcc5e1b5022" providerId="ADAL" clId="{656B108F-1998-4A9F-B344-B258A9C84193}" dt="2023-12-09T05:23:21.335" v="2136" actId="12"/>
        <pc:sldMkLst>
          <pc:docMk/>
          <pc:sldMk cId="3487272795" sldId="2147475040"/>
        </pc:sldMkLst>
        <pc:spChg chg="mod">
          <ac:chgData name="Li,Yuting (HP Medicine) BII-CN-S" userId="ce8fbb54-122c-426d-b8da-fdcc5e1b5022" providerId="ADAL" clId="{656B108F-1998-4A9F-B344-B258A9C84193}" dt="2023-12-09T05:23:21.335" v="2136" actId="12"/>
          <ac:spMkLst>
            <pc:docMk/>
            <pc:sldMk cId="3487272795" sldId="2147475040"/>
            <ac:spMk id="16" creationId="{397C50CA-40EC-2B76-5DCF-8E4B0390FC5E}"/>
          </ac:spMkLst>
        </pc:spChg>
        <pc:spChg chg="mod">
          <ac:chgData name="Li,Yuting (HP Medicine) BII-CN-S" userId="ce8fbb54-122c-426d-b8da-fdcc5e1b5022" providerId="ADAL" clId="{656B108F-1998-4A9F-B344-B258A9C84193}" dt="2023-12-08T05:15:25.169" v="1063" actId="20577"/>
          <ac:spMkLst>
            <pc:docMk/>
            <pc:sldMk cId="3487272795" sldId="2147475040"/>
            <ac:spMk id="53" creationId="{B4E8BEE0-0EB3-40D8-9AA2-B2BC6D502A8C}"/>
          </ac:spMkLst>
        </pc:spChg>
      </pc:sldChg>
      <pc:sldChg chg="modSp mod">
        <pc:chgData name="Li,Yuting (HP Medicine) BII-CN-S" userId="ce8fbb54-122c-426d-b8da-fdcc5e1b5022" providerId="ADAL" clId="{656B108F-1998-4A9F-B344-B258A9C84193}" dt="2023-12-09T05:23:02.794" v="2130" actId="20577"/>
        <pc:sldMkLst>
          <pc:docMk/>
          <pc:sldMk cId="4130588330" sldId="2147475041"/>
        </pc:sldMkLst>
        <pc:spChg chg="mod">
          <ac:chgData name="Li,Yuting (HP Medicine) BII-CN-S" userId="ce8fbb54-122c-426d-b8da-fdcc5e1b5022" providerId="ADAL" clId="{656B108F-1998-4A9F-B344-B258A9C84193}" dt="2023-12-09T05:22:46.245" v="2108" actId="20577"/>
          <ac:spMkLst>
            <pc:docMk/>
            <pc:sldMk cId="4130588330" sldId="2147475041"/>
            <ac:spMk id="5" creationId="{5582CCE8-956E-6A2C-6E97-F5EB9EAEEF11}"/>
          </ac:spMkLst>
        </pc:spChg>
        <pc:spChg chg="mod">
          <ac:chgData name="Li,Yuting (HP Medicine) BII-CN-S" userId="ce8fbb54-122c-426d-b8da-fdcc5e1b5022" providerId="ADAL" clId="{656B108F-1998-4A9F-B344-B258A9C84193}" dt="2023-12-09T05:23:02.794" v="2130" actId="20577"/>
          <ac:spMkLst>
            <pc:docMk/>
            <pc:sldMk cId="4130588330" sldId="2147475041"/>
            <ac:spMk id="90" creationId="{9466DE8F-DCCC-4688-AD54-68172F2C8E9F}"/>
          </ac:spMkLst>
        </pc:spChg>
      </pc:sldChg>
      <pc:sldChg chg="delSp del mod">
        <pc:chgData name="Li,Yuting (HP Medicine) BII-CN-S" userId="ce8fbb54-122c-426d-b8da-fdcc5e1b5022" providerId="ADAL" clId="{656B108F-1998-4A9F-B344-B258A9C84193}" dt="2023-12-08T05:17:49.741" v="1185" actId="47"/>
        <pc:sldMkLst>
          <pc:docMk/>
          <pc:sldMk cId="714802546" sldId="2147475042"/>
        </pc:sldMkLst>
        <pc:spChg chg="del">
          <ac:chgData name="Li,Yuting (HP Medicine) BII-CN-S" userId="ce8fbb54-122c-426d-b8da-fdcc5e1b5022" providerId="ADAL" clId="{656B108F-1998-4A9F-B344-B258A9C84193}" dt="2023-12-08T05:17:18.060" v="1181" actId="478"/>
          <ac:spMkLst>
            <pc:docMk/>
            <pc:sldMk cId="714802546" sldId="2147475042"/>
            <ac:spMk id="39" creationId="{0C2FCF3D-3510-4DCE-9D43-AB249DBB4614}"/>
          </ac:spMkLst>
        </pc:spChg>
        <pc:spChg chg="del">
          <ac:chgData name="Li,Yuting (HP Medicine) BII-CN-S" userId="ce8fbb54-122c-426d-b8da-fdcc5e1b5022" providerId="ADAL" clId="{656B108F-1998-4A9F-B344-B258A9C84193}" dt="2023-12-08T05:17:23.483" v="1182" actId="478"/>
          <ac:spMkLst>
            <pc:docMk/>
            <pc:sldMk cId="714802546" sldId="2147475042"/>
            <ac:spMk id="41" creationId="{5F1D91BA-7EF7-4EC5-8E9F-BB2FC7138961}"/>
          </ac:spMkLst>
        </pc:spChg>
        <pc:spChg chg="del">
          <ac:chgData name="Li,Yuting (HP Medicine) BII-CN-S" userId="ce8fbb54-122c-426d-b8da-fdcc5e1b5022" providerId="ADAL" clId="{656B108F-1998-4A9F-B344-B258A9C84193}" dt="2023-12-08T05:17:24.396" v="1183" actId="478"/>
          <ac:spMkLst>
            <pc:docMk/>
            <pc:sldMk cId="714802546" sldId="2147475042"/>
            <ac:spMk id="42" creationId="{72B8B4BA-F240-4421-A314-6687BC8D8C11}"/>
          </ac:spMkLst>
        </pc:spChg>
      </pc:sldChg>
      <pc:sldChg chg="del">
        <pc:chgData name="Li,Yuting (HP Medicine) BII-CN-S" userId="ce8fbb54-122c-426d-b8da-fdcc5e1b5022" providerId="ADAL" clId="{656B108F-1998-4A9F-B344-B258A9C84193}" dt="2023-12-07T09:29:25.197" v="45"/>
        <pc:sldMkLst>
          <pc:docMk/>
          <pc:sldMk cId="684366918" sldId="2147475043"/>
        </pc:sldMkLst>
      </pc:sldChg>
      <pc:sldChg chg="ord">
        <pc:chgData name="Li,Yuting (HP Medicine) BII-CN-S" userId="ce8fbb54-122c-426d-b8da-fdcc5e1b5022" providerId="ADAL" clId="{656B108F-1998-4A9F-B344-B258A9C84193}" dt="2023-12-09T05:26:01.428" v="2155"/>
        <pc:sldMkLst>
          <pc:docMk/>
          <pc:sldMk cId="1170527393" sldId="2147475043"/>
        </pc:sldMkLst>
      </pc:sldChg>
      <pc:sldChg chg="del">
        <pc:chgData name="Li,Yuting (HP Medicine) BII-CN-S" userId="ce8fbb54-122c-426d-b8da-fdcc5e1b5022" providerId="ADAL" clId="{656B108F-1998-4A9F-B344-B258A9C84193}" dt="2023-12-08T05:21:07.876" v="1281" actId="47"/>
        <pc:sldMkLst>
          <pc:docMk/>
          <pc:sldMk cId="3872025792" sldId="2147481311"/>
        </pc:sldMkLst>
      </pc:sldChg>
      <pc:sldChg chg="modSp mod">
        <pc:chgData name="Li,Yuting (HP Medicine) BII-CN-S" userId="ce8fbb54-122c-426d-b8da-fdcc5e1b5022" providerId="ADAL" clId="{656B108F-1998-4A9F-B344-B258A9C84193}" dt="2023-12-14T09:21:29.345" v="2952" actId="20577"/>
        <pc:sldMkLst>
          <pc:docMk/>
          <pc:sldMk cId="1109863564" sldId="2147481312"/>
        </pc:sldMkLst>
        <pc:spChg chg="mod">
          <ac:chgData name="Li,Yuting (HP Medicine) BII-CN-S" userId="ce8fbb54-122c-426d-b8da-fdcc5e1b5022" providerId="ADAL" clId="{656B108F-1998-4A9F-B344-B258A9C84193}" dt="2023-12-14T09:21:29.345" v="2952" actId="20577"/>
          <ac:spMkLst>
            <pc:docMk/>
            <pc:sldMk cId="1109863564" sldId="2147481312"/>
            <ac:spMk id="99" creationId="{D11E8C8E-EA83-4AF2-B5EA-9A0D5FDC196B}"/>
          </ac:spMkLst>
        </pc:spChg>
      </pc:sldChg>
      <pc:sldChg chg="modSp mod modShow">
        <pc:chgData name="Li,Yuting (HP Medicine) BII-CN-S" userId="ce8fbb54-122c-426d-b8da-fdcc5e1b5022" providerId="ADAL" clId="{656B108F-1998-4A9F-B344-B258A9C84193}" dt="2023-12-15T09:50:38.569" v="3954" actId="729"/>
        <pc:sldMkLst>
          <pc:docMk/>
          <pc:sldMk cId="3568517833" sldId="2147481313"/>
        </pc:sldMkLst>
        <pc:spChg chg="mod">
          <ac:chgData name="Li,Yuting (HP Medicine) BII-CN-S" userId="ce8fbb54-122c-426d-b8da-fdcc5e1b5022" providerId="ADAL" clId="{656B108F-1998-4A9F-B344-B258A9C84193}" dt="2023-12-09T05:35:43.601" v="2359" actId="20577"/>
          <ac:spMkLst>
            <pc:docMk/>
            <pc:sldMk cId="3568517833" sldId="2147481313"/>
            <ac:spMk id="99" creationId="{D11E8C8E-EA83-4AF2-B5EA-9A0D5FDC196B}"/>
          </ac:spMkLst>
        </pc:spChg>
      </pc:sldChg>
      <pc:sldChg chg="mod modShow">
        <pc:chgData name="Li,Yuting (HP Medicine) BII-CN-S" userId="ce8fbb54-122c-426d-b8da-fdcc5e1b5022" providerId="ADAL" clId="{656B108F-1998-4A9F-B344-B258A9C84193}" dt="2023-12-15T09:50:41.074" v="3955" actId="729"/>
        <pc:sldMkLst>
          <pc:docMk/>
          <pc:sldMk cId="1228258383" sldId="2147481314"/>
        </pc:sldMkLst>
      </pc:sldChg>
      <pc:sldChg chg="del">
        <pc:chgData name="Li,Yuting (HP Medicine) BII-CN-S" userId="ce8fbb54-122c-426d-b8da-fdcc5e1b5022" providerId="ADAL" clId="{656B108F-1998-4A9F-B344-B258A9C84193}" dt="2023-12-08T05:22:51.455" v="1284" actId="47"/>
        <pc:sldMkLst>
          <pc:docMk/>
          <pc:sldMk cId="3459494310" sldId="2147481315"/>
        </pc:sldMkLst>
      </pc:sldChg>
      <pc:sldChg chg="addSp delSp modSp mod modShow">
        <pc:chgData name="Li,Yuting (HP Medicine) BII-CN-S" userId="ce8fbb54-122c-426d-b8da-fdcc5e1b5022" providerId="ADAL" clId="{656B108F-1998-4A9F-B344-B258A9C84193}" dt="2023-12-14T12:09:01.456" v="3111" actId="729"/>
        <pc:sldMkLst>
          <pc:docMk/>
          <pc:sldMk cId="3310519173" sldId="2147481316"/>
        </pc:sldMkLst>
        <pc:spChg chg="add mod">
          <ac:chgData name="Li,Yuting (HP Medicine) BII-CN-S" userId="ce8fbb54-122c-426d-b8da-fdcc5e1b5022" providerId="ADAL" clId="{656B108F-1998-4A9F-B344-B258A9C84193}" dt="2023-12-09T05:21:01.393" v="2051" actId="20577"/>
          <ac:spMkLst>
            <pc:docMk/>
            <pc:sldMk cId="3310519173" sldId="2147481316"/>
            <ac:spMk id="3" creationId="{9F5CB598-DC79-6F07-0278-C6DF29D51DAC}"/>
          </ac:spMkLst>
        </pc:spChg>
        <pc:spChg chg="del">
          <ac:chgData name="Li,Yuting (HP Medicine) BII-CN-S" userId="ce8fbb54-122c-426d-b8da-fdcc5e1b5022" providerId="ADAL" clId="{656B108F-1998-4A9F-B344-B258A9C84193}" dt="2023-12-14T09:15:59.635" v="2839" actId="478"/>
          <ac:spMkLst>
            <pc:docMk/>
            <pc:sldMk cId="3310519173" sldId="2147481316"/>
            <ac:spMk id="8" creationId="{F420ADC8-AA2E-5293-DFFA-CAC8A7ACE401}"/>
          </ac:spMkLst>
        </pc:spChg>
        <pc:spChg chg="add mod">
          <ac:chgData name="Li,Yuting (HP Medicine) BII-CN-S" userId="ce8fbb54-122c-426d-b8da-fdcc5e1b5022" providerId="ADAL" clId="{656B108F-1998-4A9F-B344-B258A9C84193}" dt="2023-12-14T12:06:56.771" v="2999" actId="20577"/>
          <ac:spMkLst>
            <pc:docMk/>
            <pc:sldMk cId="3310519173" sldId="2147481316"/>
            <ac:spMk id="13" creationId="{4BDC75AB-7A0A-8AD7-7D3D-D0213AF0073C}"/>
          </ac:spMkLst>
        </pc:spChg>
        <pc:spChg chg="add mod">
          <ac:chgData name="Li,Yuting (HP Medicine) BII-CN-S" userId="ce8fbb54-122c-426d-b8da-fdcc5e1b5022" providerId="ADAL" clId="{656B108F-1998-4A9F-B344-B258A9C84193}" dt="2023-12-14T12:08:27.870" v="3108" actId="1035"/>
          <ac:spMkLst>
            <pc:docMk/>
            <pc:sldMk cId="3310519173" sldId="2147481316"/>
            <ac:spMk id="14" creationId="{8D7D76D6-6A91-1D52-8BF4-098546F6643F}"/>
          </ac:spMkLst>
        </pc:spChg>
        <pc:spChg chg="mod">
          <ac:chgData name="Li,Yuting (HP Medicine) BII-CN-S" userId="ce8fbb54-122c-426d-b8da-fdcc5e1b5022" providerId="ADAL" clId="{656B108F-1998-4A9F-B344-B258A9C84193}" dt="2023-12-14T12:02:24.014" v="2989" actId="1076"/>
          <ac:spMkLst>
            <pc:docMk/>
            <pc:sldMk cId="3310519173" sldId="2147481316"/>
            <ac:spMk id="15" creationId="{CFB83DC0-5A2E-7510-6D49-D8CEDC885EEB}"/>
          </ac:spMkLst>
        </pc:spChg>
        <pc:spChg chg="del">
          <ac:chgData name="Li,Yuting (HP Medicine) BII-CN-S" userId="ce8fbb54-122c-426d-b8da-fdcc5e1b5022" providerId="ADAL" clId="{656B108F-1998-4A9F-B344-B258A9C84193}" dt="2023-12-09T05:20:31.622" v="2013" actId="478"/>
          <ac:spMkLst>
            <pc:docMk/>
            <pc:sldMk cId="3310519173" sldId="2147481316"/>
            <ac:spMk id="17" creationId="{9224C17E-1AA1-4096-A3FD-25D6FD8BA444}"/>
          </ac:spMkLst>
        </pc:spChg>
        <pc:spChg chg="del">
          <ac:chgData name="Li,Yuting (HP Medicine) BII-CN-S" userId="ce8fbb54-122c-426d-b8da-fdcc5e1b5022" providerId="ADAL" clId="{656B108F-1998-4A9F-B344-B258A9C84193}" dt="2023-12-09T05:20:28.495" v="2012" actId="478"/>
          <ac:spMkLst>
            <pc:docMk/>
            <pc:sldMk cId="3310519173" sldId="2147481316"/>
            <ac:spMk id="20" creationId="{4DDF2D0E-0F2B-463E-42D1-3E0AB0F1BB9D}"/>
          </ac:spMkLst>
        </pc:spChg>
        <pc:spChg chg="mod">
          <ac:chgData name="Li,Yuting (HP Medicine) BII-CN-S" userId="ce8fbb54-122c-426d-b8da-fdcc5e1b5022" providerId="ADAL" clId="{656B108F-1998-4A9F-B344-B258A9C84193}" dt="2023-12-14T09:15:56.060" v="2838" actId="1076"/>
          <ac:spMkLst>
            <pc:docMk/>
            <pc:sldMk cId="3310519173" sldId="2147481316"/>
            <ac:spMk id="31" creationId="{3B6F82DE-F9AC-578D-C45F-342300A4C34B}"/>
          </ac:spMkLst>
        </pc:spChg>
        <pc:spChg chg="mod">
          <ac:chgData name="Li,Yuting (HP Medicine) BII-CN-S" userId="ce8fbb54-122c-426d-b8da-fdcc5e1b5022" providerId="ADAL" clId="{656B108F-1998-4A9F-B344-B258A9C84193}" dt="2023-12-14T09:17:09.388" v="2886" actId="1076"/>
          <ac:spMkLst>
            <pc:docMk/>
            <pc:sldMk cId="3310519173" sldId="2147481316"/>
            <ac:spMk id="36" creationId="{8C1717B8-EAD0-3EA6-6D22-540178F02D0F}"/>
          </ac:spMkLst>
        </pc:spChg>
        <pc:spChg chg="mod">
          <ac:chgData name="Li,Yuting (HP Medicine) BII-CN-S" userId="ce8fbb54-122c-426d-b8da-fdcc5e1b5022" providerId="ADAL" clId="{656B108F-1998-4A9F-B344-B258A9C84193}" dt="2023-12-14T12:08:41.296" v="3109" actId="14100"/>
          <ac:spMkLst>
            <pc:docMk/>
            <pc:sldMk cId="3310519173" sldId="2147481316"/>
            <ac:spMk id="41" creationId="{B1E308F7-A38B-1D2A-DF17-49FBF403CD3E}"/>
          </ac:spMkLst>
        </pc:spChg>
        <pc:spChg chg="mod">
          <ac:chgData name="Li,Yuting (HP Medicine) BII-CN-S" userId="ce8fbb54-122c-426d-b8da-fdcc5e1b5022" providerId="ADAL" clId="{656B108F-1998-4A9F-B344-B258A9C84193}" dt="2023-12-14T09:16:18.230" v="2880" actId="20577"/>
          <ac:spMkLst>
            <pc:docMk/>
            <pc:sldMk cId="3310519173" sldId="2147481316"/>
            <ac:spMk id="46" creationId="{B4E8BEE0-0EB3-40D8-9AA2-B2BC6D502A8C}"/>
          </ac:spMkLst>
        </pc:spChg>
        <pc:spChg chg="mod">
          <ac:chgData name="Li,Yuting (HP Medicine) BII-CN-S" userId="ce8fbb54-122c-426d-b8da-fdcc5e1b5022" providerId="ADAL" clId="{656B108F-1998-4A9F-B344-B258A9C84193}" dt="2023-12-14T12:08:10.350" v="3004" actId="1076"/>
          <ac:spMkLst>
            <pc:docMk/>
            <pc:sldMk cId="3310519173" sldId="2147481316"/>
            <ac:spMk id="58" creationId="{9224C17E-1AA1-4096-A3FD-25D6FD8BA444}"/>
          </ac:spMkLst>
        </pc:spChg>
        <pc:spChg chg="mod">
          <ac:chgData name="Li,Yuting (HP Medicine) BII-CN-S" userId="ce8fbb54-122c-426d-b8da-fdcc5e1b5022" providerId="ADAL" clId="{656B108F-1998-4A9F-B344-B258A9C84193}" dt="2023-12-14T12:08:46.454" v="3110" actId="1076"/>
          <ac:spMkLst>
            <pc:docMk/>
            <pc:sldMk cId="3310519173" sldId="2147481316"/>
            <ac:spMk id="66" creationId="{B269AF80-0CF3-223F-2132-F8EC2C0C16E4}"/>
          </ac:spMkLst>
        </pc:spChg>
        <pc:spChg chg="del mod">
          <ac:chgData name="Li,Yuting (HP Medicine) BII-CN-S" userId="ce8fbb54-122c-426d-b8da-fdcc5e1b5022" providerId="ADAL" clId="{656B108F-1998-4A9F-B344-B258A9C84193}" dt="2023-12-14T09:15:47.394" v="2836" actId="478"/>
          <ac:spMkLst>
            <pc:docMk/>
            <pc:sldMk cId="3310519173" sldId="2147481316"/>
            <ac:spMk id="73" creationId="{9224C17E-1AA1-4096-A3FD-25D6FD8BA444}"/>
          </ac:spMkLst>
        </pc:spChg>
        <pc:spChg chg="del">
          <ac:chgData name="Li,Yuting (HP Medicine) BII-CN-S" userId="ce8fbb54-122c-426d-b8da-fdcc5e1b5022" providerId="ADAL" clId="{656B108F-1998-4A9F-B344-B258A9C84193}" dt="2023-12-09T05:20:34.991" v="2014" actId="478"/>
          <ac:spMkLst>
            <pc:docMk/>
            <pc:sldMk cId="3310519173" sldId="2147481316"/>
            <ac:spMk id="141" creationId="{C528D282-DF6E-4A71-AD30-AB1D347B83D4}"/>
          </ac:spMkLst>
        </pc:spChg>
        <pc:spChg chg="del">
          <ac:chgData name="Li,Yuting (HP Medicine) BII-CN-S" userId="ce8fbb54-122c-426d-b8da-fdcc5e1b5022" providerId="ADAL" clId="{656B108F-1998-4A9F-B344-B258A9C84193}" dt="2023-12-14T09:15:42.896" v="2835" actId="478"/>
          <ac:spMkLst>
            <pc:docMk/>
            <pc:sldMk cId="3310519173" sldId="2147481316"/>
            <ac:spMk id="177" creationId="{718BFF50-FC3B-4CF8-8EB0-766A236EDC49}"/>
          </ac:spMkLst>
        </pc:spChg>
        <pc:cxnChg chg="add del mod">
          <ac:chgData name="Li,Yuting (HP Medicine) BII-CN-S" userId="ce8fbb54-122c-426d-b8da-fdcc5e1b5022" providerId="ADAL" clId="{656B108F-1998-4A9F-B344-B258A9C84193}" dt="2023-12-14T09:16:49.606" v="2883" actId="478"/>
          <ac:cxnSpMkLst>
            <pc:docMk/>
            <pc:sldMk cId="3310519173" sldId="2147481316"/>
            <ac:cxnSpMk id="6" creationId="{BCCD609F-0E9F-E242-325A-68378F486349}"/>
          </ac:cxnSpMkLst>
        </pc:cxnChg>
        <pc:cxnChg chg="add">
          <ac:chgData name="Li,Yuting (HP Medicine) BII-CN-S" userId="ce8fbb54-122c-426d-b8da-fdcc5e1b5022" providerId="ADAL" clId="{656B108F-1998-4A9F-B344-B258A9C84193}" dt="2023-12-14T09:17:05.595" v="2885" actId="11529"/>
          <ac:cxnSpMkLst>
            <pc:docMk/>
            <pc:sldMk cId="3310519173" sldId="2147481316"/>
            <ac:cxnSpMk id="12" creationId="{55B11CC7-37B3-E7FC-7275-A37F9B6E7298}"/>
          </ac:cxnSpMkLst>
        </pc:cxnChg>
      </pc:sldChg>
      <pc:sldChg chg="addSp delSp modSp add mod modShow">
        <pc:chgData name="Li,Yuting (HP Medicine) BII-CN-S" userId="ce8fbb54-122c-426d-b8da-fdcc5e1b5022" providerId="ADAL" clId="{656B108F-1998-4A9F-B344-B258A9C84193}" dt="2023-12-15T09:50:29.543" v="3953" actId="729"/>
        <pc:sldMkLst>
          <pc:docMk/>
          <pc:sldMk cId="2972185904" sldId="2147481317"/>
        </pc:sldMkLst>
        <pc:spChg chg="del mod">
          <ac:chgData name="Li,Yuting (HP Medicine) BII-CN-S" userId="ce8fbb54-122c-426d-b8da-fdcc5e1b5022" providerId="ADAL" clId="{656B108F-1998-4A9F-B344-B258A9C84193}" dt="2023-12-15T03:15:27.718" v="3440" actId="478"/>
          <ac:spMkLst>
            <pc:docMk/>
            <pc:sldMk cId="2972185904" sldId="2147481317"/>
            <ac:spMk id="2" creationId="{ACBBED70-CF08-E42D-03AF-A6E50DC8C605}"/>
          </ac:spMkLst>
        </pc:spChg>
        <pc:spChg chg="mod">
          <ac:chgData name="Li,Yuting (HP Medicine) BII-CN-S" userId="ce8fbb54-122c-426d-b8da-fdcc5e1b5022" providerId="ADAL" clId="{656B108F-1998-4A9F-B344-B258A9C84193}" dt="2023-12-14T13:01:33.128" v="3161"/>
          <ac:spMkLst>
            <pc:docMk/>
            <pc:sldMk cId="2972185904" sldId="2147481317"/>
            <ac:spMk id="3" creationId="{00000000-0000-0000-0000-000000000000}"/>
          </ac:spMkLst>
        </pc:spChg>
        <pc:spChg chg="del mod">
          <ac:chgData name="Li,Yuting (HP Medicine) BII-CN-S" userId="ce8fbb54-122c-426d-b8da-fdcc5e1b5022" providerId="ADAL" clId="{656B108F-1998-4A9F-B344-B258A9C84193}" dt="2023-12-15T03:15:27.718" v="3440" actId="478"/>
          <ac:spMkLst>
            <pc:docMk/>
            <pc:sldMk cId="2972185904" sldId="2147481317"/>
            <ac:spMk id="4" creationId="{FDDBA14A-FC19-C10A-303B-171B2B5B6494}"/>
          </ac:spMkLst>
        </pc:spChg>
        <pc:spChg chg="del mod">
          <ac:chgData name="Li,Yuting (HP Medicine) BII-CN-S" userId="ce8fbb54-122c-426d-b8da-fdcc5e1b5022" providerId="ADAL" clId="{656B108F-1998-4A9F-B344-B258A9C84193}" dt="2023-12-15T03:15:27.718" v="3440" actId="478"/>
          <ac:spMkLst>
            <pc:docMk/>
            <pc:sldMk cId="2972185904" sldId="2147481317"/>
            <ac:spMk id="5" creationId="{5EF2DADE-8CE0-90DD-50A5-AD25661A036C}"/>
          </ac:spMkLst>
        </pc:spChg>
        <pc:spChg chg="mod">
          <ac:chgData name="Li,Yuting (HP Medicine) BII-CN-S" userId="ce8fbb54-122c-426d-b8da-fdcc5e1b5022" providerId="ADAL" clId="{656B108F-1998-4A9F-B344-B258A9C84193}" dt="2023-12-14T13:24:48.351" v="3223" actId="1076"/>
          <ac:spMkLst>
            <pc:docMk/>
            <pc:sldMk cId="2972185904" sldId="2147481317"/>
            <ac:spMk id="8" creationId="{8E2B1E6B-89AD-083A-2E1D-5A152A660D62}"/>
          </ac:spMkLst>
        </pc:spChg>
        <pc:spChg chg="del mod">
          <ac:chgData name="Li,Yuting (HP Medicine) BII-CN-S" userId="ce8fbb54-122c-426d-b8da-fdcc5e1b5022" providerId="ADAL" clId="{656B108F-1998-4A9F-B344-B258A9C84193}" dt="2023-12-15T03:15:27.718" v="3440" actId="478"/>
          <ac:spMkLst>
            <pc:docMk/>
            <pc:sldMk cId="2972185904" sldId="2147481317"/>
            <ac:spMk id="9" creationId="{00000000-0000-0000-0000-000000000000}"/>
          </ac:spMkLst>
        </pc:spChg>
        <pc:spChg chg="del">
          <ac:chgData name="Li,Yuting (HP Medicine) BII-CN-S" userId="ce8fbb54-122c-426d-b8da-fdcc5e1b5022" providerId="ADAL" clId="{656B108F-1998-4A9F-B344-B258A9C84193}" dt="2023-12-14T13:28:45.706" v="3262" actId="478"/>
          <ac:spMkLst>
            <pc:docMk/>
            <pc:sldMk cId="2972185904" sldId="2147481317"/>
            <ac:spMk id="10" creationId="{C7AEDCB8-7482-1788-3225-2743ABEE144B}"/>
          </ac:spMkLst>
        </pc:spChg>
        <pc:spChg chg="del mod">
          <ac:chgData name="Li,Yuting (HP Medicine) BII-CN-S" userId="ce8fbb54-122c-426d-b8da-fdcc5e1b5022" providerId="ADAL" clId="{656B108F-1998-4A9F-B344-B258A9C84193}" dt="2023-12-15T03:15:27.718" v="3440" actId="478"/>
          <ac:spMkLst>
            <pc:docMk/>
            <pc:sldMk cId="2972185904" sldId="2147481317"/>
            <ac:spMk id="11" creationId="{48E13092-1BBB-9B81-E682-1DB11AA996BB}"/>
          </ac:spMkLst>
        </pc:spChg>
        <pc:spChg chg="del mod">
          <ac:chgData name="Li,Yuting (HP Medicine) BII-CN-S" userId="ce8fbb54-122c-426d-b8da-fdcc5e1b5022" providerId="ADAL" clId="{656B108F-1998-4A9F-B344-B258A9C84193}" dt="2023-12-15T03:15:27.718" v="3440" actId="478"/>
          <ac:spMkLst>
            <pc:docMk/>
            <pc:sldMk cId="2972185904" sldId="2147481317"/>
            <ac:spMk id="12" creationId="{EFD4BD1D-8FD9-8793-50B0-2F2191196545}"/>
          </ac:spMkLst>
        </pc:spChg>
        <pc:spChg chg="del mod">
          <ac:chgData name="Li,Yuting (HP Medicine) BII-CN-S" userId="ce8fbb54-122c-426d-b8da-fdcc5e1b5022" providerId="ADAL" clId="{656B108F-1998-4A9F-B344-B258A9C84193}" dt="2023-12-15T03:15:27.718" v="3440" actId="478"/>
          <ac:spMkLst>
            <pc:docMk/>
            <pc:sldMk cId="2972185904" sldId="2147481317"/>
            <ac:spMk id="13" creationId="{C43535E5-A385-B5C1-070A-8E8F52F42355}"/>
          </ac:spMkLst>
        </pc:spChg>
        <pc:spChg chg="add mod">
          <ac:chgData name="Li,Yuting (HP Medicine) BII-CN-S" userId="ce8fbb54-122c-426d-b8da-fdcc5e1b5022" providerId="ADAL" clId="{656B108F-1998-4A9F-B344-B258A9C84193}" dt="2023-12-15T03:13:14.911" v="3374" actId="20577"/>
          <ac:spMkLst>
            <pc:docMk/>
            <pc:sldMk cId="2972185904" sldId="2147481317"/>
            <ac:spMk id="15" creationId="{FD8B900B-B025-7C22-D5B4-1E74CED33FF8}"/>
          </ac:spMkLst>
        </pc:spChg>
        <pc:spChg chg="del mod">
          <ac:chgData name="Li,Yuting (HP Medicine) BII-CN-S" userId="ce8fbb54-122c-426d-b8da-fdcc5e1b5022" providerId="ADAL" clId="{656B108F-1998-4A9F-B344-B258A9C84193}" dt="2023-12-15T03:15:27.718" v="3440" actId="478"/>
          <ac:spMkLst>
            <pc:docMk/>
            <pc:sldMk cId="2972185904" sldId="2147481317"/>
            <ac:spMk id="18" creationId="{34AB082D-6C6F-A8DD-B9D7-6ACCDF9D4A70}"/>
          </ac:spMkLst>
        </pc:spChg>
        <pc:spChg chg="del mod">
          <ac:chgData name="Li,Yuting (HP Medicine) BII-CN-S" userId="ce8fbb54-122c-426d-b8da-fdcc5e1b5022" providerId="ADAL" clId="{656B108F-1998-4A9F-B344-B258A9C84193}" dt="2023-12-15T03:15:27.718" v="3440" actId="478"/>
          <ac:spMkLst>
            <pc:docMk/>
            <pc:sldMk cId="2972185904" sldId="2147481317"/>
            <ac:spMk id="19" creationId="{F5C877B5-8A45-09CA-86AB-DAB8939DB94C}"/>
          </ac:spMkLst>
        </pc:spChg>
        <pc:spChg chg="add mod">
          <ac:chgData name="Li,Yuting (HP Medicine) BII-CN-S" userId="ce8fbb54-122c-426d-b8da-fdcc5e1b5022" providerId="ADAL" clId="{656B108F-1998-4A9F-B344-B258A9C84193}" dt="2023-12-15T03:15:20.313" v="3439" actId="207"/>
          <ac:spMkLst>
            <pc:docMk/>
            <pc:sldMk cId="2972185904" sldId="2147481317"/>
            <ac:spMk id="22" creationId="{BF87323E-116A-84E9-030B-1E73E92EE6F2}"/>
          </ac:spMkLst>
        </pc:spChg>
        <pc:spChg chg="add mod">
          <ac:chgData name="Li,Yuting (HP Medicine) BII-CN-S" userId="ce8fbb54-122c-426d-b8da-fdcc5e1b5022" providerId="ADAL" clId="{656B108F-1998-4A9F-B344-B258A9C84193}" dt="2023-12-15T03:17:09.721" v="3475" actId="1076"/>
          <ac:spMkLst>
            <pc:docMk/>
            <pc:sldMk cId="2972185904" sldId="2147481317"/>
            <ac:spMk id="23" creationId="{E111ED65-D098-4045-DD73-E6BD39EA1F96}"/>
          </ac:spMkLst>
        </pc:spChg>
        <pc:spChg chg="add mod">
          <ac:chgData name="Li,Yuting (HP Medicine) BII-CN-S" userId="ce8fbb54-122c-426d-b8da-fdcc5e1b5022" providerId="ADAL" clId="{656B108F-1998-4A9F-B344-B258A9C84193}" dt="2023-12-15T03:17:32.642" v="3479" actId="207"/>
          <ac:spMkLst>
            <pc:docMk/>
            <pc:sldMk cId="2972185904" sldId="2147481317"/>
            <ac:spMk id="25" creationId="{45B3DB16-668A-2F00-C247-4F83732AA013}"/>
          </ac:spMkLst>
        </pc:spChg>
        <pc:spChg chg="add mod">
          <ac:chgData name="Li,Yuting (HP Medicine) BII-CN-S" userId="ce8fbb54-122c-426d-b8da-fdcc5e1b5022" providerId="ADAL" clId="{656B108F-1998-4A9F-B344-B258A9C84193}" dt="2023-12-15T03:17:42.976" v="3482" actId="14100"/>
          <ac:spMkLst>
            <pc:docMk/>
            <pc:sldMk cId="2972185904" sldId="2147481317"/>
            <ac:spMk id="26" creationId="{1838D877-523B-94F6-6A69-1F1A35174ADE}"/>
          </ac:spMkLst>
        </pc:spChg>
        <pc:spChg chg="add mod">
          <ac:chgData name="Li,Yuting (HP Medicine) BII-CN-S" userId="ce8fbb54-122c-426d-b8da-fdcc5e1b5022" providerId="ADAL" clId="{656B108F-1998-4A9F-B344-B258A9C84193}" dt="2023-12-15T03:16:56.565" v="3457" actId="1076"/>
          <ac:spMkLst>
            <pc:docMk/>
            <pc:sldMk cId="2972185904" sldId="2147481317"/>
            <ac:spMk id="27" creationId="{BD151F00-FFD8-3292-E745-CD91AD27ACDA}"/>
          </ac:spMkLst>
        </pc:spChg>
        <pc:spChg chg="add mod">
          <ac:chgData name="Li,Yuting (HP Medicine) BII-CN-S" userId="ce8fbb54-122c-426d-b8da-fdcc5e1b5022" providerId="ADAL" clId="{656B108F-1998-4A9F-B344-B258A9C84193}" dt="2023-12-15T03:16:56.565" v="3457" actId="1076"/>
          <ac:spMkLst>
            <pc:docMk/>
            <pc:sldMk cId="2972185904" sldId="2147481317"/>
            <ac:spMk id="28" creationId="{643177FA-867A-0637-6F73-107EEF4D9307}"/>
          </ac:spMkLst>
        </pc:spChg>
        <pc:spChg chg="mod">
          <ac:chgData name="Li,Yuting (HP Medicine) BII-CN-S" userId="ce8fbb54-122c-426d-b8da-fdcc5e1b5022" providerId="ADAL" clId="{656B108F-1998-4A9F-B344-B258A9C84193}" dt="2023-12-14T13:03:06.753" v="3169" actId="1035"/>
          <ac:spMkLst>
            <pc:docMk/>
            <pc:sldMk cId="2972185904" sldId="2147481317"/>
            <ac:spMk id="33" creationId="{A4964953-3186-4BE6-959D-00A263283B95}"/>
          </ac:spMkLst>
        </pc:spChg>
        <pc:spChg chg="mod">
          <ac:chgData name="Li,Yuting (HP Medicine) BII-CN-S" userId="ce8fbb54-122c-426d-b8da-fdcc5e1b5022" providerId="ADAL" clId="{656B108F-1998-4A9F-B344-B258A9C84193}" dt="2023-12-14T13:03:45.017" v="3171" actId="14100"/>
          <ac:spMkLst>
            <pc:docMk/>
            <pc:sldMk cId="2972185904" sldId="2147481317"/>
            <ac:spMk id="35" creationId="{23DDCA6C-805E-4775-9002-2C78A3E9DD7B}"/>
          </ac:spMkLst>
        </pc:spChg>
        <pc:spChg chg="mod">
          <ac:chgData name="Li,Yuting (HP Medicine) BII-CN-S" userId="ce8fbb54-122c-426d-b8da-fdcc5e1b5022" providerId="ADAL" clId="{656B108F-1998-4A9F-B344-B258A9C84193}" dt="2023-12-14T13:27:10.243" v="3228" actId="14100"/>
          <ac:spMkLst>
            <pc:docMk/>
            <pc:sldMk cId="2972185904" sldId="2147481317"/>
            <ac:spMk id="41" creationId="{371ED482-FCD9-43D7-BB71-A24786EAE75F}"/>
          </ac:spMkLst>
        </pc:spChg>
        <pc:spChg chg="mod">
          <ac:chgData name="Li,Yuting (HP Medicine) BII-CN-S" userId="ce8fbb54-122c-426d-b8da-fdcc5e1b5022" providerId="ADAL" clId="{656B108F-1998-4A9F-B344-B258A9C84193}" dt="2023-12-14T13:24:31.126" v="3219" actId="1076"/>
          <ac:spMkLst>
            <pc:docMk/>
            <pc:sldMk cId="2972185904" sldId="2147481317"/>
            <ac:spMk id="42" creationId="{89C355A1-7C4E-4FB6-A111-D974557D88EB}"/>
          </ac:spMkLst>
        </pc:spChg>
        <pc:spChg chg="mod">
          <ac:chgData name="Li,Yuting (HP Medicine) BII-CN-S" userId="ce8fbb54-122c-426d-b8da-fdcc5e1b5022" providerId="ADAL" clId="{656B108F-1998-4A9F-B344-B258A9C84193}" dt="2023-12-14T13:24:06.376" v="3213" actId="1076"/>
          <ac:spMkLst>
            <pc:docMk/>
            <pc:sldMk cId="2972185904" sldId="2147481317"/>
            <ac:spMk id="43" creationId="{D23393F2-1003-4EF8-8708-D490A7C332D4}"/>
          </ac:spMkLst>
        </pc:spChg>
        <pc:spChg chg="mod">
          <ac:chgData name="Li,Yuting (HP Medicine) BII-CN-S" userId="ce8fbb54-122c-426d-b8da-fdcc5e1b5022" providerId="ADAL" clId="{656B108F-1998-4A9F-B344-B258A9C84193}" dt="2023-12-14T13:31:02.497" v="3301" actId="1076"/>
          <ac:spMkLst>
            <pc:docMk/>
            <pc:sldMk cId="2972185904" sldId="2147481317"/>
            <ac:spMk id="44" creationId="{100CBE5C-17B7-489E-A752-C98EA539F051}"/>
          </ac:spMkLst>
        </pc:spChg>
        <pc:spChg chg="del">
          <ac:chgData name="Li,Yuting (HP Medicine) BII-CN-S" userId="ce8fbb54-122c-426d-b8da-fdcc5e1b5022" providerId="ADAL" clId="{656B108F-1998-4A9F-B344-B258A9C84193}" dt="2023-12-14T13:28:18.472" v="3260" actId="478"/>
          <ac:spMkLst>
            <pc:docMk/>
            <pc:sldMk cId="2972185904" sldId="2147481317"/>
            <ac:spMk id="45" creationId="{AC3B3234-993B-4A10-B3E4-C17DE956EA17}"/>
          </ac:spMkLst>
        </pc:spChg>
        <pc:spChg chg="del">
          <ac:chgData name="Li,Yuting (HP Medicine) BII-CN-S" userId="ce8fbb54-122c-426d-b8da-fdcc5e1b5022" providerId="ADAL" clId="{656B108F-1998-4A9F-B344-B258A9C84193}" dt="2023-12-14T13:07:31.781" v="3190" actId="478"/>
          <ac:spMkLst>
            <pc:docMk/>
            <pc:sldMk cId="2972185904" sldId="2147481317"/>
            <ac:spMk id="50" creationId="{00000000-0000-0000-0000-000000000000}"/>
          </ac:spMkLst>
        </pc:spChg>
        <pc:spChg chg="mod">
          <ac:chgData name="Li,Yuting (HP Medicine) BII-CN-S" userId="ce8fbb54-122c-426d-b8da-fdcc5e1b5022" providerId="ADAL" clId="{656B108F-1998-4A9F-B344-B258A9C84193}" dt="2023-12-15T03:14:10.700" v="3382" actId="1076"/>
          <ac:spMkLst>
            <pc:docMk/>
            <pc:sldMk cId="2972185904" sldId="2147481317"/>
            <ac:spMk id="51" creationId="{DE65D891-F23C-4DDA-A055-F3F9C40CA97D}"/>
          </ac:spMkLst>
        </pc:spChg>
        <pc:spChg chg="mod">
          <ac:chgData name="Li,Yuting (HP Medicine) BII-CN-S" userId="ce8fbb54-122c-426d-b8da-fdcc5e1b5022" providerId="ADAL" clId="{656B108F-1998-4A9F-B344-B258A9C84193}" dt="2023-12-14T13:02:46.358" v="3162" actId="1076"/>
          <ac:spMkLst>
            <pc:docMk/>
            <pc:sldMk cId="2972185904" sldId="2147481317"/>
            <ac:spMk id="52" creationId="{00000000-0000-0000-0000-000000000000}"/>
          </ac:spMkLst>
        </pc:spChg>
        <pc:spChg chg="del mod">
          <ac:chgData name="Li,Yuting (HP Medicine) BII-CN-S" userId="ce8fbb54-122c-426d-b8da-fdcc5e1b5022" providerId="ADAL" clId="{656B108F-1998-4A9F-B344-B258A9C84193}" dt="2023-12-15T03:15:27.718" v="3440" actId="478"/>
          <ac:spMkLst>
            <pc:docMk/>
            <pc:sldMk cId="2972185904" sldId="2147481317"/>
            <ac:spMk id="55" creationId="{A99D1088-68BC-41A9-8E6F-2678BAC196B2}"/>
          </ac:spMkLst>
        </pc:spChg>
        <pc:spChg chg="del mod">
          <ac:chgData name="Li,Yuting (HP Medicine) BII-CN-S" userId="ce8fbb54-122c-426d-b8da-fdcc5e1b5022" providerId="ADAL" clId="{656B108F-1998-4A9F-B344-B258A9C84193}" dt="2023-12-15T03:13:30.412" v="3375" actId="478"/>
          <ac:spMkLst>
            <pc:docMk/>
            <pc:sldMk cId="2972185904" sldId="2147481317"/>
            <ac:spMk id="68" creationId="{4BF959CE-B140-4839-8158-B35CEFF4646E}"/>
          </ac:spMkLst>
        </pc:spChg>
        <pc:spChg chg="mod">
          <ac:chgData name="Li,Yuting (HP Medicine) BII-CN-S" userId="ce8fbb54-122c-426d-b8da-fdcc5e1b5022" providerId="ADAL" clId="{656B108F-1998-4A9F-B344-B258A9C84193}" dt="2023-12-14T13:24:10.591" v="3214" actId="1076"/>
          <ac:spMkLst>
            <pc:docMk/>
            <pc:sldMk cId="2972185904" sldId="2147481317"/>
            <ac:spMk id="78" creationId="{00000000-0000-0000-0000-000000000000}"/>
          </ac:spMkLst>
        </pc:spChg>
        <pc:spChg chg="del mod">
          <ac:chgData name="Li,Yuting (HP Medicine) BII-CN-S" userId="ce8fbb54-122c-426d-b8da-fdcc5e1b5022" providerId="ADAL" clId="{656B108F-1998-4A9F-B344-B258A9C84193}" dt="2023-12-14T13:28:14.929" v="3259" actId="478"/>
          <ac:spMkLst>
            <pc:docMk/>
            <pc:sldMk cId="2972185904" sldId="2147481317"/>
            <ac:spMk id="79" creationId="{35312632-74E8-414D-9840-08BEB8211CF8}"/>
          </ac:spMkLst>
        </pc:spChg>
        <pc:spChg chg="mod">
          <ac:chgData name="Li,Yuting (HP Medicine) BII-CN-S" userId="ce8fbb54-122c-426d-b8da-fdcc5e1b5022" providerId="ADAL" clId="{656B108F-1998-4A9F-B344-B258A9C84193}" dt="2023-12-14T13:06:49.676" v="3189" actId="14100"/>
          <ac:spMkLst>
            <pc:docMk/>
            <pc:sldMk cId="2972185904" sldId="2147481317"/>
            <ac:spMk id="82" creationId="{00000000-0000-0000-0000-000000000000}"/>
          </ac:spMkLst>
        </pc:spChg>
        <pc:spChg chg="del mod">
          <ac:chgData name="Li,Yuting (HP Medicine) BII-CN-S" userId="ce8fbb54-122c-426d-b8da-fdcc5e1b5022" providerId="ADAL" clId="{656B108F-1998-4A9F-B344-B258A9C84193}" dt="2023-12-14T13:27:00.636" v="3226" actId="478"/>
          <ac:spMkLst>
            <pc:docMk/>
            <pc:sldMk cId="2972185904" sldId="2147481317"/>
            <ac:spMk id="88" creationId="{F8992FBD-04FA-4901-8338-C0A999A1E99C}"/>
          </ac:spMkLst>
        </pc:spChg>
        <pc:spChg chg="del mod">
          <ac:chgData name="Li,Yuting (HP Medicine) BII-CN-S" userId="ce8fbb54-122c-426d-b8da-fdcc5e1b5022" providerId="ADAL" clId="{656B108F-1998-4A9F-B344-B258A9C84193}" dt="2023-12-15T03:15:27.718" v="3440" actId="478"/>
          <ac:spMkLst>
            <pc:docMk/>
            <pc:sldMk cId="2972185904" sldId="2147481317"/>
            <ac:spMk id="99" creationId="{D11E8C8E-EA83-4AF2-B5EA-9A0D5FDC196B}"/>
          </ac:spMkLst>
        </pc:spChg>
        <pc:spChg chg="mod">
          <ac:chgData name="Li,Yuting (HP Medicine) BII-CN-S" userId="ce8fbb54-122c-426d-b8da-fdcc5e1b5022" providerId="ADAL" clId="{656B108F-1998-4A9F-B344-B258A9C84193}" dt="2023-12-14T13:31:56.291" v="3332" actId="20577"/>
          <ac:spMkLst>
            <pc:docMk/>
            <pc:sldMk cId="2972185904" sldId="2147481317"/>
            <ac:spMk id="119" creationId="{00000000-0000-0000-0000-000000000000}"/>
          </ac:spMkLst>
        </pc:spChg>
        <pc:spChg chg="mod">
          <ac:chgData name="Li,Yuting (HP Medicine) BII-CN-S" userId="ce8fbb54-122c-426d-b8da-fdcc5e1b5022" providerId="ADAL" clId="{656B108F-1998-4A9F-B344-B258A9C84193}" dt="2023-12-14T13:31:31.298" v="3322" actId="20577"/>
          <ac:spMkLst>
            <pc:docMk/>
            <pc:sldMk cId="2972185904" sldId="2147481317"/>
            <ac:spMk id="120" creationId="{9224C17E-1AA1-4096-A3FD-25D6FD8BA444}"/>
          </ac:spMkLst>
        </pc:spChg>
        <pc:grpChg chg="del mod">
          <ac:chgData name="Li,Yuting (HP Medicine) BII-CN-S" userId="ce8fbb54-122c-426d-b8da-fdcc5e1b5022" providerId="ADAL" clId="{656B108F-1998-4A9F-B344-B258A9C84193}" dt="2023-12-15T03:15:27.718" v="3440" actId="478"/>
          <ac:grpSpMkLst>
            <pc:docMk/>
            <pc:sldMk cId="2972185904" sldId="2147481317"/>
            <ac:grpSpMk id="69" creationId="{74D3BA44-B340-451F-AADE-FFF646D62AAB}"/>
          </ac:grpSpMkLst>
        </pc:grpChg>
        <pc:grpChg chg="mod">
          <ac:chgData name="Li,Yuting (HP Medicine) BII-CN-S" userId="ce8fbb54-122c-426d-b8da-fdcc5e1b5022" providerId="ADAL" clId="{656B108F-1998-4A9F-B344-B258A9C84193}" dt="2023-12-14T13:32:00.937" v="3333" actId="1076"/>
          <ac:grpSpMkLst>
            <pc:docMk/>
            <pc:sldMk cId="2972185904" sldId="2147481317"/>
            <ac:grpSpMk id="112" creationId="{00000000-0000-0000-0000-000000000000}"/>
          </ac:grpSpMkLst>
        </pc:grpChg>
        <pc:picChg chg="add mod">
          <ac:chgData name="Li,Yuting (HP Medicine) BII-CN-S" userId="ce8fbb54-122c-426d-b8da-fdcc5e1b5022" providerId="ADAL" clId="{656B108F-1998-4A9F-B344-B258A9C84193}" dt="2023-12-15T03:12:55.156" v="3335" actId="1076"/>
          <ac:picMkLst>
            <pc:docMk/>
            <pc:sldMk cId="2972185904" sldId="2147481317"/>
            <ac:picMk id="10" creationId="{163FF9C2-ADAA-A0CE-E8C5-6ADB48521B31}"/>
          </ac:picMkLst>
        </pc:picChg>
        <pc:cxnChg chg="del mod">
          <ac:chgData name="Li,Yuting (HP Medicine) BII-CN-S" userId="ce8fbb54-122c-426d-b8da-fdcc5e1b5022" providerId="ADAL" clId="{656B108F-1998-4A9F-B344-B258A9C84193}" dt="2023-12-15T03:13:42.888" v="3379" actId="478"/>
          <ac:cxnSpMkLst>
            <pc:docMk/>
            <pc:sldMk cId="2972185904" sldId="2147481317"/>
            <ac:cxnSpMk id="14" creationId="{3B50BBF6-A7C2-30B9-22C8-9F0E09D4333F}"/>
          </ac:cxnSpMkLst>
        </pc:cxnChg>
        <pc:cxnChg chg="mod">
          <ac:chgData name="Li,Yuting (HP Medicine) BII-CN-S" userId="ce8fbb54-122c-426d-b8da-fdcc5e1b5022" providerId="ADAL" clId="{656B108F-1998-4A9F-B344-B258A9C84193}" dt="2023-12-14T13:24:38.902" v="3220" actId="1076"/>
          <ac:cxnSpMkLst>
            <pc:docMk/>
            <pc:sldMk cId="2972185904" sldId="2147481317"/>
            <ac:cxnSpMk id="17" creationId="{8980EB0E-99D7-5B63-3B48-2796452DFDAE}"/>
          </ac:cxnSpMkLst>
        </pc:cxnChg>
        <pc:cxnChg chg="add mod">
          <ac:chgData name="Li,Yuting (HP Medicine) BII-CN-S" userId="ce8fbb54-122c-426d-b8da-fdcc5e1b5022" providerId="ADAL" clId="{656B108F-1998-4A9F-B344-B258A9C84193}" dt="2023-12-15T03:14:01.697" v="3381" actId="108"/>
          <ac:cxnSpMkLst>
            <pc:docMk/>
            <pc:sldMk cId="2972185904" sldId="2147481317"/>
            <ac:cxnSpMk id="21" creationId="{189EBF02-3080-48C2-A7C8-121C1963B040}"/>
          </ac:cxnSpMkLst>
        </pc:cxnChg>
        <pc:cxnChg chg="add mod">
          <ac:chgData name="Li,Yuting (HP Medicine) BII-CN-S" userId="ce8fbb54-122c-426d-b8da-fdcc5e1b5022" providerId="ADAL" clId="{656B108F-1998-4A9F-B344-B258A9C84193}" dt="2023-12-15T03:16:45.191" v="3455"/>
          <ac:cxnSpMkLst>
            <pc:docMk/>
            <pc:sldMk cId="2972185904" sldId="2147481317"/>
            <ac:cxnSpMk id="24" creationId="{568206F3-C703-7A83-D1FA-E08A23B7C963}"/>
          </ac:cxnSpMkLst>
        </pc:cxnChg>
        <pc:cxnChg chg="del mod">
          <ac:chgData name="Li,Yuting (HP Medicine) BII-CN-S" userId="ce8fbb54-122c-426d-b8da-fdcc5e1b5022" providerId="ADAL" clId="{656B108F-1998-4A9F-B344-B258A9C84193}" dt="2023-12-15T03:15:31.147" v="3441" actId="478"/>
          <ac:cxnSpMkLst>
            <pc:docMk/>
            <pc:sldMk cId="2972185904" sldId="2147481317"/>
            <ac:cxnSpMk id="72" creationId="{9C165100-0114-4167-8FF0-BFF01B293D04}"/>
          </ac:cxnSpMkLst>
        </pc:cxnChg>
      </pc:sldChg>
      <pc:sldChg chg="addSp delSp modSp new mod modClrScheme addCm modCm chgLayout">
        <pc:chgData name="Li,Yuting (HP Medicine) BII-CN-S" userId="ce8fbb54-122c-426d-b8da-fdcc5e1b5022" providerId="ADAL" clId="{656B108F-1998-4A9F-B344-B258A9C84193}" dt="2023-12-15T09:57:24.537" v="3958"/>
        <pc:sldMkLst>
          <pc:docMk/>
          <pc:sldMk cId="1369075416" sldId="2147481318"/>
        </pc:sldMkLst>
        <pc:spChg chg="mod ord">
          <ac:chgData name="Li,Yuting (HP Medicine) BII-CN-S" userId="ce8fbb54-122c-426d-b8da-fdcc5e1b5022" providerId="ADAL" clId="{656B108F-1998-4A9F-B344-B258A9C84193}" dt="2023-12-15T09:30:57.165" v="3726" actId="700"/>
          <ac:spMkLst>
            <pc:docMk/>
            <pc:sldMk cId="1369075416" sldId="2147481318"/>
            <ac:spMk id="2" creationId="{92BDA250-37EB-3B85-04F6-7428F3E473B6}"/>
          </ac:spMkLst>
        </pc:spChg>
        <pc:spChg chg="mod ord">
          <ac:chgData name="Li,Yuting (HP Medicine) BII-CN-S" userId="ce8fbb54-122c-426d-b8da-fdcc5e1b5022" providerId="ADAL" clId="{656B108F-1998-4A9F-B344-B258A9C84193}" dt="2023-12-15T09:46:42.442" v="3940" actId="14100"/>
          <ac:spMkLst>
            <pc:docMk/>
            <pc:sldMk cId="1369075416" sldId="2147481318"/>
            <ac:spMk id="3" creationId="{1AE0B277-F391-ED23-11C8-D712CD0C1C6C}"/>
          </ac:spMkLst>
        </pc:spChg>
        <pc:spChg chg="del mod ord">
          <ac:chgData name="Li,Yuting (HP Medicine) BII-CN-S" userId="ce8fbb54-122c-426d-b8da-fdcc5e1b5022" providerId="ADAL" clId="{656B108F-1998-4A9F-B344-B258A9C84193}" dt="2023-12-15T09:30:57.165" v="3726" actId="700"/>
          <ac:spMkLst>
            <pc:docMk/>
            <pc:sldMk cId="1369075416" sldId="2147481318"/>
            <ac:spMk id="4" creationId="{D6CD1C23-53EA-480A-4F45-471B2AE128A7}"/>
          </ac:spMkLst>
        </pc:spChg>
        <pc:spChg chg="mod ord">
          <ac:chgData name="Li,Yuting (HP Medicine) BII-CN-S" userId="ce8fbb54-122c-426d-b8da-fdcc5e1b5022" providerId="ADAL" clId="{656B108F-1998-4A9F-B344-B258A9C84193}" dt="2023-12-15T09:30:57.165" v="3726" actId="700"/>
          <ac:spMkLst>
            <pc:docMk/>
            <pc:sldMk cId="1369075416" sldId="2147481318"/>
            <ac:spMk id="5" creationId="{AD4AB31A-D208-E3AF-C367-E2C0526A1923}"/>
          </ac:spMkLst>
        </pc:spChg>
        <pc:spChg chg="mod ord">
          <ac:chgData name="Li,Yuting (HP Medicine) BII-CN-S" userId="ce8fbb54-122c-426d-b8da-fdcc5e1b5022" providerId="ADAL" clId="{656B108F-1998-4A9F-B344-B258A9C84193}" dt="2023-12-15T09:30:57.165" v="3726" actId="700"/>
          <ac:spMkLst>
            <pc:docMk/>
            <pc:sldMk cId="1369075416" sldId="2147481318"/>
            <ac:spMk id="6" creationId="{EECF23C3-5FF0-E59D-9C10-FD393E353EAC}"/>
          </ac:spMkLst>
        </pc:spChg>
        <pc:spChg chg="add del mod">
          <ac:chgData name="Li,Yuting (HP Medicine) BII-CN-S" userId="ce8fbb54-122c-426d-b8da-fdcc5e1b5022" providerId="ADAL" clId="{656B108F-1998-4A9F-B344-B258A9C84193}" dt="2023-12-15T09:28:40.708" v="3723" actId="478"/>
          <ac:spMkLst>
            <pc:docMk/>
            <pc:sldMk cId="1369075416" sldId="2147481318"/>
            <ac:spMk id="7" creationId="{9D3E60B5-739D-593E-3777-B1C953FDD28F}"/>
          </ac:spMkLst>
        </pc:spChg>
        <pc:spChg chg="add mod ord">
          <ac:chgData name="Li,Yuting (HP Medicine) BII-CN-S" userId="ce8fbb54-122c-426d-b8da-fdcc5e1b5022" providerId="ADAL" clId="{656B108F-1998-4A9F-B344-B258A9C84193}" dt="2023-12-15T09:30:57.165" v="3726" actId="700"/>
          <ac:spMkLst>
            <pc:docMk/>
            <pc:sldMk cId="1369075416" sldId="2147481318"/>
            <ac:spMk id="8" creationId="{C7F932E0-BB62-F2DA-8561-40670C871664}"/>
          </ac:spMkLst>
        </pc:spChg>
        <pc:spChg chg="add del mod ord">
          <ac:chgData name="Li,Yuting (HP Medicine) BII-CN-S" userId="ce8fbb54-122c-426d-b8da-fdcc5e1b5022" providerId="ADAL" clId="{656B108F-1998-4A9F-B344-B258A9C84193}" dt="2023-12-15T09:31:30.788" v="3727" actId="3680"/>
          <ac:spMkLst>
            <pc:docMk/>
            <pc:sldMk cId="1369075416" sldId="2147481318"/>
            <ac:spMk id="9" creationId="{2DB8FF69-3149-0BF6-CA85-9F55F5610477}"/>
          </ac:spMkLst>
        </pc:spChg>
        <pc:graphicFrameChg chg="add mod ord modGraphic">
          <ac:chgData name="Li,Yuting (HP Medicine) BII-CN-S" userId="ce8fbb54-122c-426d-b8da-fdcc5e1b5022" providerId="ADAL" clId="{656B108F-1998-4A9F-B344-B258A9C84193}" dt="2023-12-15T09:51:23.873" v="3956" actId="113"/>
          <ac:graphicFrameMkLst>
            <pc:docMk/>
            <pc:sldMk cId="1369075416" sldId="2147481318"/>
            <ac:graphicFrameMk id="10" creationId="{22408AE6-219A-DD2E-0F65-8778054FE972}"/>
          </ac:graphicFrameMkLst>
        </pc:graphicFrameChg>
      </pc:sldChg>
      <pc:sldMasterChg chg="delSldLayout">
        <pc:chgData name="Li,Yuting (HP Medicine) BII-CN-S" userId="ce8fbb54-122c-426d-b8da-fdcc5e1b5022" providerId="ADAL" clId="{656B108F-1998-4A9F-B344-B258A9C84193}" dt="2023-12-09T05:26:19.238" v="2160" actId="47"/>
        <pc:sldMasterMkLst>
          <pc:docMk/>
          <pc:sldMasterMk cId="2265167584" sldId="2147485032"/>
        </pc:sldMasterMkLst>
        <pc:sldLayoutChg chg="del">
          <pc:chgData name="Li,Yuting (HP Medicine) BII-CN-S" userId="ce8fbb54-122c-426d-b8da-fdcc5e1b5022" providerId="ADAL" clId="{656B108F-1998-4A9F-B344-B258A9C84193}" dt="2023-12-09T05:26:19.238" v="2160" actId="47"/>
          <pc:sldLayoutMkLst>
            <pc:docMk/>
            <pc:sldMasterMk cId="2265167584" sldId="2147485032"/>
            <pc:sldLayoutMk cId="1643413525" sldId="2147484846"/>
          </pc:sldLayoutMkLst>
        </pc:sldLayoutChg>
      </pc:sldMasterChg>
    </pc:docChg>
  </pc:docChgLst>
  <pc:docChgLst>
    <pc:chgData name="Wu,Dan (MED CD&amp;O) BII-CN-S" userId="2543b386-fe23-4572-8b97-7e5aae483288" providerId="ADAL" clId="{ED86035E-EE67-4BB6-B61A-E3198CF4D653}"/>
    <pc:docChg chg="modSld">
      <pc:chgData name="Wu,Dan (MED CD&amp;O) BII-CN-S" userId="2543b386-fe23-4572-8b97-7e5aae483288" providerId="ADAL" clId="{ED86035E-EE67-4BB6-B61A-E3198CF4D653}" dt="2023-09-08T01:27:22.487" v="12" actId="20577"/>
      <pc:docMkLst>
        <pc:docMk/>
      </pc:docMkLst>
      <pc:sldChg chg="modSp mod">
        <pc:chgData name="Wu,Dan (MED CD&amp;O) BII-CN-S" userId="2543b386-fe23-4572-8b97-7e5aae483288" providerId="ADAL" clId="{ED86035E-EE67-4BB6-B61A-E3198CF4D653}" dt="2023-09-08T01:27:22.487" v="12" actId="20577"/>
        <pc:sldMkLst>
          <pc:docMk/>
          <pc:sldMk cId="2347641332" sldId="2147474144"/>
        </pc:sldMkLst>
        <pc:spChg chg="mod">
          <ac:chgData name="Wu,Dan (MED CD&amp;O) BII-CN-S" userId="2543b386-fe23-4572-8b97-7e5aae483288" providerId="ADAL" clId="{ED86035E-EE67-4BB6-B61A-E3198CF4D653}" dt="2023-09-08T01:26:19.481" v="0" actId="20577"/>
          <ac:spMkLst>
            <pc:docMk/>
            <pc:sldMk cId="2347641332" sldId="2147474144"/>
            <ac:spMk id="107" creationId="{7DDA071E-5F80-4527-AE47-F1E7B2DC2A5B}"/>
          </ac:spMkLst>
        </pc:spChg>
        <pc:spChg chg="mod">
          <ac:chgData name="Wu,Dan (MED CD&amp;O) BII-CN-S" userId="2543b386-fe23-4572-8b97-7e5aae483288" providerId="ADAL" clId="{ED86035E-EE67-4BB6-B61A-E3198CF4D653}" dt="2023-09-08T01:27:22.487" v="12" actId="20577"/>
          <ac:spMkLst>
            <pc:docMk/>
            <pc:sldMk cId="2347641332" sldId="2147474144"/>
            <ac:spMk id="126" creationId="{6A146A9F-3077-48E6-AD05-74AFFA257DC1}"/>
          </ac:spMkLst>
        </pc:spChg>
      </pc:sldChg>
    </pc:docChg>
  </pc:docChgLst>
  <pc:docChgLst>
    <pc:chgData name="Li,Yuting (HP Medicine) BII-CN-S" userId="ce8fbb54-122c-426d-b8da-fdcc5e1b5022" providerId="ADAL" clId="{0E44D4FF-3FF7-4545-82B9-90FEC7B6CFD3}"/>
    <pc:docChg chg="undo custSel delSld modSld">
      <pc:chgData name="Li,Yuting (HP Medicine) BII-CN-S" userId="ce8fbb54-122c-426d-b8da-fdcc5e1b5022" providerId="ADAL" clId="{0E44D4FF-3FF7-4545-82B9-90FEC7B6CFD3}" dt="2023-09-16T07:15:57.366" v="185" actId="207"/>
      <pc:docMkLst>
        <pc:docMk/>
      </pc:docMkLst>
      <pc:sldChg chg="addSp delSp modSp mod">
        <pc:chgData name="Li,Yuting (HP Medicine) BII-CN-S" userId="ce8fbb54-122c-426d-b8da-fdcc5e1b5022" providerId="ADAL" clId="{0E44D4FF-3FF7-4545-82B9-90FEC7B6CFD3}" dt="2023-09-16T07:15:57.366" v="185" actId="207"/>
        <pc:sldMkLst>
          <pc:docMk/>
          <pc:sldMk cId="3296939094" sldId="2147474107"/>
        </pc:sldMkLst>
        <pc:spChg chg="add mod">
          <ac:chgData name="Li,Yuting (HP Medicine) BII-CN-S" userId="ce8fbb54-122c-426d-b8da-fdcc5e1b5022" providerId="ADAL" clId="{0E44D4FF-3FF7-4545-82B9-90FEC7B6CFD3}" dt="2023-09-16T07:15:57.366" v="185" actId="207"/>
          <ac:spMkLst>
            <pc:docMk/>
            <pc:sldMk cId="3296939094" sldId="2147474107"/>
            <ac:spMk id="2" creationId="{1AE0E140-99FF-5B7F-D93E-8409CCD5DF7D}"/>
          </ac:spMkLst>
        </pc:spChg>
        <pc:spChg chg="mod topLvl">
          <ac:chgData name="Li,Yuting (HP Medicine) BII-CN-S" userId="ce8fbb54-122c-426d-b8da-fdcc5e1b5022" providerId="ADAL" clId="{0E44D4FF-3FF7-4545-82B9-90FEC7B6CFD3}" dt="2023-09-15T04:05:24.994" v="41" actId="1038"/>
          <ac:spMkLst>
            <pc:docMk/>
            <pc:sldMk cId="3296939094" sldId="2147474107"/>
            <ac:spMk id="17" creationId="{62B6E203-676C-4E4D-8C00-AE1D7A89656A}"/>
          </ac:spMkLst>
        </pc:spChg>
        <pc:spChg chg="mod topLvl">
          <ac:chgData name="Li,Yuting (HP Medicine) BII-CN-S" userId="ce8fbb54-122c-426d-b8da-fdcc5e1b5022" providerId="ADAL" clId="{0E44D4FF-3FF7-4545-82B9-90FEC7B6CFD3}" dt="2023-09-15T04:04:48.072" v="21" actId="165"/>
          <ac:spMkLst>
            <pc:docMk/>
            <pc:sldMk cId="3296939094" sldId="2147474107"/>
            <ac:spMk id="18" creationId="{027B5E6F-74D8-42DC-AFFD-3763F5DCB79A}"/>
          </ac:spMkLst>
        </pc:spChg>
        <pc:spChg chg="mod topLvl">
          <ac:chgData name="Li,Yuting (HP Medicine) BII-CN-S" userId="ce8fbb54-122c-426d-b8da-fdcc5e1b5022" providerId="ADAL" clId="{0E44D4FF-3FF7-4545-82B9-90FEC7B6CFD3}" dt="2023-09-15T04:05:24.994" v="41" actId="1038"/>
          <ac:spMkLst>
            <pc:docMk/>
            <pc:sldMk cId="3296939094" sldId="2147474107"/>
            <ac:spMk id="19" creationId="{8B347624-7A6D-49C5-A0C1-0C077CF433E9}"/>
          </ac:spMkLst>
        </pc:spChg>
        <pc:spChg chg="mod topLvl">
          <ac:chgData name="Li,Yuting (HP Medicine) BII-CN-S" userId="ce8fbb54-122c-426d-b8da-fdcc5e1b5022" providerId="ADAL" clId="{0E44D4FF-3FF7-4545-82B9-90FEC7B6CFD3}" dt="2023-09-15T04:04:48.072" v="21" actId="165"/>
          <ac:spMkLst>
            <pc:docMk/>
            <pc:sldMk cId="3296939094" sldId="2147474107"/>
            <ac:spMk id="20" creationId="{442DAE15-AAF0-41D5-87E2-2E384B8D4005}"/>
          </ac:spMkLst>
        </pc:spChg>
        <pc:spChg chg="mod topLvl">
          <ac:chgData name="Li,Yuting (HP Medicine) BII-CN-S" userId="ce8fbb54-122c-426d-b8da-fdcc5e1b5022" providerId="ADAL" clId="{0E44D4FF-3FF7-4545-82B9-90FEC7B6CFD3}" dt="2023-09-15T04:04:48.072" v="21" actId="165"/>
          <ac:spMkLst>
            <pc:docMk/>
            <pc:sldMk cId="3296939094" sldId="2147474107"/>
            <ac:spMk id="21" creationId="{B46731AF-10A3-4748-9463-247B7DEC4963}"/>
          </ac:spMkLst>
        </pc:spChg>
        <pc:spChg chg="mod topLvl">
          <ac:chgData name="Li,Yuting (HP Medicine) BII-CN-S" userId="ce8fbb54-122c-426d-b8da-fdcc5e1b5022" providerId="ADAL" clId="{0E44D4FF-3FF7-4545-82B9-90FEC7B6CFD3}" dt="2023-09-15T04:05:30.585" v="42" actId="1076"/>
          <ac:spMkLst>
            <pc:docMk/>
            <pc:sldMk cId="3296939094" sldId="2147474107"/>
            <ac:spMk id="22" creationId="{48EC2FC3-8256-4BA8-AFB9-0C0F2B45F8BE}"/>
          </ac:spMkLst>
        </pc:spChg>
        <pc:grpChg chg="del mod">
          <ac:chgData name="Li,Yuting (HP Medicine) BII-CN-S" userId="ce8fbb54-122c-426d-b8da-fdcc5e1b5022" providerId="ADAL" clId="{0E44D4FF-3FF7-4545-82B9-90FEC7B6CFD3}" dt="2023-09-15T04:04:48.072" v="21" actId="165"/>
          <ac:grpSpMkLst>
            <pc:docMk/>
            <pc:sldMk cId="3296939094" sldId="2147474107"/>
            <ac:grpSpMk id="16" creationId="{94D4EBE3-7949-4EEB-8C1B-96B6BD5C4391}"/>
          </ac:grpSpMkLst>
        </pc:grpChg>
        <pc:graphicFrameChg chg="modGraphic">
          <ac:chgData name="Li,Yuting (HP Medicine) BII-CN-S" userId="ce8fbb54-122c-426d-b8da-fdcc5e1b5022" providerId="ADAL" clId="{0E44D4FF-3FF7-4545-82B9-90FEC7B6CFD3}" dt="2023-09-15T06:09:41.033" v="57" actId="14734"/>
          <ac:graphicFrameMkLst>
            <pc:docMk/>
            <pc:sldMk cId="3296939094" sldId="2147474107"/>
            <ac:graphicFrameMk id="10" creationId="{7ED29C9C-0700-480D-B788-68CBB9D31EEE}"/>
          </ac:graphicFrameMkLst>
        </pc:graphicFrameChg>
      </pc:sldChg>
      <pc:sldChg chg="del delCm">
        <pc:chgData name="Li,Yuting (HP Medicine) BII-CN-S" userId="ce8fbb54-122c-426d-b8da-fdcc5e1b5022" providerId="ADAL" clId="{0E44D4FF-3FF7-4545-82B9-90FEC7B6CFD3}" dt="2023-09-15T03:40:15.318" v="14" actId="47"/>
        <pc:sldMkLst>
          <pc:docMk/>
          <pc:sldMk cId="1242751369" sldId="2147474112"/>
        </pc:sldMkLst>
      </pc:sldChg>
      <pc:sldChg chg="del">
        <pc:chgData name="Li,Yuting (HP Medicine) BII-CN-S" userId="ce8fbb54-122c-426d-b8da-fdcc5e1b5022" providerId="ADAL" clId="{0E44D4FF-3FF7-4545-82B9-90FEC7B6CFD3}" dt="2023-09-15T03:40:27.106" v="15" actId="47"/>
        <pc:sldMkLst>
          <pc:docMk/>
          <pc:sldMk cId="2867152820" sldId="2147474146"/>
        </pc:sldMkLst>
      </pc:sldChg>
      <pc:sldChg chg="delCm">
        <pc:chgData name="Li,Yuting (HP Medicine) BII-CN-S" userId="ce8fbb54-122c-426d-b8da-fdcc5e1b5022" providerId="ADAL" clId="{0E44D4FF-3FF7-4545-82B9-90FEC7B6CFD3}" dt="2023-09-15T03:39:49.013" v="1" actId="1592"/>
        <pc:sldMkLst>
          <pc:docMk/>
          <pc:sldMk cId="1593330367" sldId="2147474233"/>
        </pc:sldMkLst>
      </pc:sldChg>
      <pc:sldChg chg="delCm">
        <pc:chgData name="Li,Yuting (HP Medicine) BII-CN-S" userId="ce8fbb54-122c-426d-b8da-fdcc5e1b5022" providerId="ADAL" clId="{0E44D4FF-3FF7-4545-82B9-90FEC7B6CFD3}" dt="2023-09-15T03:39:49.021" v="3" actId="1592"/>
        <pc:sldMkLst>
          <pc:docMk/>
          <pc:sldMk cId="3528017325" sldId="2147474235"/>
        </pc:sldMkLst>
      </pc:sldChg>
      <pc:sldChg chg="delCm">
        <pc:chgData name="Li,Yuting (HP Medicine) BII-CN-S" userId="ce8fbb54-122c-426d-b8da-fdcc5e1b5022" providerId="ADAL" clId="{0E44D4FF-3FF7-4545-82B9-90FEC7B6CFD3}" dt="2023-09-15T03:39:49.024" v="9" actId="1592"/>
        <pc:sldMkLst>
          <pc:docMk/>
          <pc:sldMk cId="1573724795" sldId="2147474244"/>
        </pc:sldMkLst>
      </pc:sldChg>
      <pc:sldChg chg="delCm">
        <pc:chgData name="Li,Yuting (HP Medicine) BII-CN-S" userId="ce8fbb54-122c-426d-b8da-fdcc5e1b5022" providerId="ADAL" clId="{0E44D4FF-3FF7-4545-82B9-90FEC7B6CFD3}" dt="2023-09-15T03:39:49.004" v="0" actId="1592"/>
        <pc:sldMkLst>
          <pc:docMk/>
          <pc:sldMk cId="3300509917" sldId="2147474246"/>
        </pc:sldMkLst>
      </pc:sldChg>
      <pc:sldChg chg="delCm">
        <pc:chgData name="Li,Yuting (HP Medicine) BII-CN-S" userId="ce8fbb54-122c-426d-b8da-fdcc5e1b5022" providerId="ADAL" clId="{0E44D4FF-3FF7-4545-82B9-90FEC7B6CFD3}" dt="2023-09-15T03:39:49.020" v="2" actId="1592"/>
        <pc:sldMkLst>
          <pc:docMk/>
          <pc:sldMk cId="1603556620" sldId="2147474893"/>
        </pc:sldMkLst>
      </pc:sldChg>
      <pc:sldChg chg="del">
        <pc:chgData name="Li,Yuting (HP Medicine) BII-CN-S" userId="ce8fbb54-122c-426d-b8da-fdcc5e1b5022" providerId="ADAL" clId="{0E44D4FF-3FF7-4545-82B9-90FEC7B6CFD3}" dt="2023-09-15T03:40:13.254" v="13" actId="47"/>
        <pc:sldMkLst>
          <pc:docMk/>
          <pc:sldMk cId="1149180138" sldId="2147474895"/>
        </pc:sldMkLst>
      </pc:sldChg>
      <pc:sldChg chg="delCm">
        <pc:chgData name="Li,Yuting (HP Medicine) BII-CN-S" userId="ce8fbb54-122c-426d-b8da-fdcc5e1b5022" providerId="ADAL" clId="{0E44D4FF-3FF7-4545-82B9-90FEC7B6CFD3}" dt="2023-09-15T03:39:49.022" v="4" actId="1592"/>
        <pc:sldMkLst>
          <pc:docMk/>
          <pc:sldMk cId="3922719897" sldId="2147474896"/>
        </pc:sldMkLst>
      </pc:sldChg>
      <pc:sldChg chg="delCm">
        <pc:chgData name="Li,Yuting (HP Medicine) BII-CN-S" userId="ce8fbb54-122c-426d-b8da-fdcc5e1b5022" providerId="ADAL" clId="{0E44D4FF-3FF7-4545-82B9-90FEC7B6CFD3}" dt="2023-09-15T03:39:49.022" v="5" actId="1592"/>
        <pc:sldMkLst>
          <pc:docMk/>
          <pc:sldMk cId="175194850" sldId="2147474909"/>
        </pc:sldMkLst>
      </pc:sldChg>
      <pc:sldChg chg="delCm">
        <pc:chgData name="Li,Yuting (HP Medicine) BII-CN-S" userId="ce8fbb54-122c-426d-b8da-fdcc5e1b5022" providerId="ADAL" clId="{0E44D4FF-3FF7-4545-82B9-90FEC7B6CFD3}" dt="2023-09-15T03:39:49.025" v="10" actId="1592"/>
        <pc:sldMkLst>
          <pc:docMk/>
          <pc:sldMk cId="4135589616" sldId="2147474912"/>
        </pc:sldMkLst>
      </pc:sldChg>
      <pc:sldChg chg="delCm">
        <pc:chgData name="Li,Yuting (HP Medicine) BII-CN-S" userId="ce8fbb54-122c-426d-b8da-fdcc5e1b5022" providerId="ADAL" clId="{0E44D4FF-3FF7-4545-82B9-90FEC7B6CFD3}" dt="2023-09-15T03:39:49.024" v="8" actId="1592"/>
        <pc:sldMkLst>
          <pc:docMk/>
          <pc:sldMk cId="2135626461" sldId="2147474913"/>
        </pc:sldMkLst>
      </pc:sldChg>
      <pc:sldChg chg="delCm">
        <pc:chgData name="Li,Yuting (HP Medicine) BII-CN-S" userId="ce8fbb54-122c-426d-b8da-fdcc5e1b5022" providerId="ADAL" clId="{0E44D4FF-3FF7-4545-82B9-90FEC7B6CFD3}" dt="2023-09-15T03:39:49.026" v="12" actId="1592"/>
        <pc:sldMkLst>
          <pc:docMk/>
          <pc:sldMk cId="4092131156" sldId="2147474917"/>
        </pc:sldMkLst>
      </pc:sldChg>
      <pc:sldChg chg="delCm">
        <pc:chgData name="Li,Yuting (HP Medicine) BII-CN-S" userId="ce8fbb54-122c-426d-b8da-fdcc5e1b5022" providerId="ADAL" clId="{0E44D4FF-3FF7-4545-82B9-90FEC7B6CFD3}" dt="2023-09-15T03:39:49.023" v="7" actId="1592"/>
        <pc:sldMkLst>
          <pc:docMk/>
          <pc:sldMk cId="2048577046" sldId="2147474919"/>
        </pc:sldMkLst>
      </pc:sldChg>
      <pc:sldChg chg="delCm">
        <pc:chgData name="Li,Yuting (HP Medicine) BII-CN-S" userId="ce8fbb54-122c-426d-b8da-fdcc5e1b5022" providerId="ADAL" clId="{0E44D4FF-3FF7-4545-82B9-90FEC7B6CFD3}" dt="2023-09-15T03:39:49.023" v="6" actId="1592"/>
        <pc:sldMkLst>
          <pc:docMk/>
          <pc:sldMk cId="954744658" sldId="2147474920"/>
        </pc:sldMkLst>
      </pc:sldChg>
    </pc:docChg>
  </pc:docChgLst>
  <pc:docChgLst>
    <pc:chgData name="Lin,Julia (MED CD&amp;O) BI-TW-T" userId="2407819e-49bf-4c7b-96f7-ea5422769517" providerId="ADAL" clId="{80F55B35-11B2-4F00-8D3C-9991365F360D}"/>
    <pc:docChg chg="undo custSel delSld modSld">
      <pc:chgData name="Lin,Julia (MED CD&amp;O) BI-TW-T" userId="2407819e-49bf-4c7b-96f7-ea5422769517" providerId="ADAL" clId="{80F55B35-11B2-4F00-8D3C-9991365F360D}" dt="2023-06-13T02:59:24.217" v="46" actId="20577"/>
      <pc:docMkLst>
        <pc:docMk/>
      </pc:docMkLst>
      <pc:sldChg chg="modSp mod addCm">
        <pc:chgData name="Lin,Julia (MED CD&amp;O) BI-TW-T" userId="2407819e-49bf-4c7b-96f7-ea5422769517" providerId="ADAL" clId="{80F55B35-11B2-4F00-8D3C-9991365F360D}" dt="2023-06-13T02:59:24.217" v="46" actId="20577"/>
        <pc:sldMkLst>
          <pc:docMk/>
          <pc:sldMk cId="1632743858" sldId="2147474066"/>
        </pc:sldMkLst>
        <pc:spChg chg="mod">
          <ac:chgData name="Lin,Julia (MED CD&amp;O) BI-TW-T" userId="2407819e-49bf-4c7b-96f7-ea5422769517" providerId="ADAL" clId="{80F55B35-11B2-4F00-8D3C-9991365F360D}" dt="2023-06-13T02:53:48.948" v="13" actId="20577"/>
          <ac:spMkLst>
            <pc:docMk/>
            <pc:sldMk cId="1632743858" sldId="2147474066"/>
            <ac:spMk id="5" creationId="{ED313FD7-3429-45C7-99CF-22A9E776C723}"/>
          </ac:spMkLst>
        </pc:spChg>
        <pc:spChg chg="mod">
          <ac:chgData name="Lin,Julia (MED CD&amp;O) BI-TW-T" userId="2407819e-49bf-4c7b-96f7-ea5422769517" providerId="ADAL" clId="{80F55B35-11B2-4F00-8D3C-9991365F360D}" dt="2023-06-13T02:59:24.217" v="46" actId="20577"/>
          <ac:spMkLst>
            <pc:docMk/>
            <pc:sldMk cId="1632743858" sldId="2147474066"/>
            <ac:spMk id="11" creationId="{6D9E3815-FD13-463D-95BE-F776DC416B70}"/>
          </ac:spMkLst>
        </pc:spChg>
        <pc:graphicFrameChg chg="modGraphic">
          <ac:chgData name="Lin,Julia (MED CD&amp;O) BI-TW-T" userId="2407819e-49bf-4c7b-96f7-ea5422769517" providerId="ADAL" clId="{80F55B35-11B2-4F00-8D3C-9991365F360D}" dt="2023-06-13T02:58:46.403" v="39" actId="20577"/>
          <ac:graphicFrameMkLst>
            <pc:docMk/>
            <pc:sldMk cId="1632743858" sldId="2147474066"/>
            <ac:graphicFrameMk id="10" creationId="{E40AA420-8AA8-47DC-81DD-D65CDDA6BD5A}"/>
          </ac:graphicFrameMkLst>
        </pc:graphicFrameChg>
      </pc:sldChg>
      <pc:sldChg chg="del">
        <pc:chgData name="Lin,Julia (MED CD&amp;O) BI-TW-T" userId="2407819e-49bf-4c7b-96f7-ea5422769517" providerId="ADAL" clId="{80F55B35-11B2-4F00-8D3C-9991365F360D}" dt="2023-06-13T02:53:18.962" v="0" actId="47"/>
        <pc:sldMkLst>
          <pc:docMk/>
          <pc:sldMk cId="1158228554" sldId="2147474067"/>
        </pc:sldMkLst>
      </pc:sldChg>
      <pc:sldChg chg="modSp mod">
        <pc:chgData name="Lin,Julia (MED CD&amp;O) BI-TW-T" userId="2407819e-49bf-4c7b-96f7-ea5422769517" providerId="ADAL" clId="{80F55B35-11B2-4F00-8D3C-9991365F360D}" dt="2023-06-13T02:53:28.326" v="7" actId="20577"/>
        <pc:sldMkLst>
          <pc:docMk/>
          <pc:sldMk cId="2971451852" sldId="2147474084"/>
        </pc:sldMkLst>
        <pc:spChg chg="mod">
          <ac:chgData name="Lin,Julia (MED CD&amp;O) BI-TW-T" userId="2407819e-49bf-4c7b-96f7-ea5422769517" providerId="ADAL" clId="{80F55B35-11B2-4F00-8D3C-9991365F360D}" dt="2023-06-13T02:53:28.326" v="7" actId="20577"/>
          <ac:spMkLst>
            <pc:docMk/>
            <pc:sldMk cId="2971451852" sldId="2147474084"/>
            <ac:spMk id="10" creationId="{F4C6B61C-982F-46D1-BDD3-32EC9C1D272D}"/>
          </ac:spMkLst>
        </pc:spChg>
      </pc:sldChg>
    </pc:docChg>
  </pc:docChgLst>
  <pc:docChgLst>
    <pc:chgData name="Li,Yuting (HP Medicine) BII-CN-S" userId="ce8fbb54-122c-426d-b8da-fdcc5e1b5022" providerId="ADAL" clId="{8CAD632A-F90D-473A-B84B-96B51667546C}"/>
    <pc:docChg chg="undo custSel addSld delSld modSld sldOrd">
      <pc:chgData name="Li,Yuting (HP Medicine) BII-CN-S" userId="ce8fbb54-122c-426d-b8da-fdcc5e1b5022" providerId="ADAL" clId="{8CAD632A-F90D-473A-B84B-96B51667546C}" dt="2023-06-14T14:32:01.476" v="6035"/>
      <pc:docMkLst>
        <pc:docMk/>
      </pc:docMkLst>
      <pc:sldChg chg="modSp mod delCm">
        <pc:chgData name="Li,Yuting (HP Medicine) BII-CN-S" userId="ce8fbb54-122c-426d-b8da-fdcc5e1b5022" providerId="ADAL" clId="{8CAD632A-F90D-473A-B84B-96B51667546C}" dt="2023-06-14T14:30:01.909" v="6015" actId="20577"/>
        <pc:sldMkLst>
          <pc:docMk/>
          <pc:sldMk cId="1865359290" sldId="258"/>
        </pc:sldMkLst>
        <pc:spChg chg="mod">
          <ac:chgData name="Li,Yuting (HP Medicine) BII-CN-S" userId="ce8fbb54-122c-426d-b8da-fdcc5e1b5022" providerId="ADAL" clId="{8CAD632A-F90D-473A-B84B-96B51667546C}" dt="2023-06-09T07:09:21.368" v="3979" actId="20577"/>
          <ac:spMkLst>
            <pc:docMk/>
            <pc:sldMk cId="1865359290" sldId="258"/>
            <ac:spMk id="2" creationId="{99443C39-2DF3-58A9-CB66-6B84D2EF7B48}"/>
          </ac:spMkLst>
        </pc:spChg>
        <pc:graphicFrameChg chg="modGraphic">
          <ac:chgData name="Li,Yuting (HP Medicine) BII-CN-S" userId="ce8fbb54-122c-426d-b8da-fdcc5e1b5022" providerId="ADAL" clId="{8CAD632A-F90D-473A-B84B-96B51667546C}" dt="2023-06-14T14:30:01.909" v="6015" actId="20577"/>
          <ac:graphicFrameMkLst>
            <pc:docMk/>
            <pc:sldMk cId="1865359290" sldId="258"/>
            <ac:graphicFrameMk id="4" creationId="{2017D1AD-AD02-B06C-4E56-61E30A48A125}"/>
          </ac:graphicFrameMkLst>
        </pc:graphicFrameChg>
      </pc:sldChg>
      <pc:sldChg chg="modSp mod">
        <pc:chgData name="Li,Yuting (HP Medicine) BII-CN-S" userId="ce8fbb54-122c-426d-b8da-fdcc5e1b5022" providerId="ADAL" clId="{8CAD632A-F90D-473A-B84B-96B51667546C}" dt="2023-06-09T07:09:05.438" v="3968" actId="2165"/>
        <pc:sldMkLst>
          <pc:docMk/>
          <pc:sldMk cId="2376252415" sldId="261"/>
        </pc:sldMkLst>
        <pc:spChg chg="mod">
          <ac:chgData name="Li,Yuting (HP Medicine) BII-CN-S" userId="ce8fbb54-122c-426d-b8da-fdcc5e1b5022" providerId="ADAL" clId="{8CAD632A-F90D-473A-B84B-96B51667546C}" dt="2023-06-09T07:08:47.250" v="3963" actId="20577"/>
          <ac:spMkLst>
            <pc:docMk/>
            <pc:sldMk cId="2376252415" sldId="261"/>
            <ac:spMk id="2" creationId="{10F17FA0-90BA-B6C3-B2DC-13BBF6B4C818}"/>
          </ac:spMkLst>
        </pc:spChg>
        <pc:graphicFrameChg chg="modGraphic">
          <ac:chgData name="Li,Yuting (HP Medicine) BII-CN-S" userId="ce8fbb54-122c-426d-b8da-fdcc5e1b5022" providerId="ADAL" clId="{8CAD632A-F90D-473A-B84B-96B51667546C}" dt="2023-06-09T07:09:05.438" v="3968" actId="2165"/>
          <ac:graphicFrameMkLst>
            <pc:docMk/>
            <pc:sldMk cId="2376252415" sldId="261"/>
            <ac:graphicFrameMk id="4" creationId="{2017D1AD-AD02-B06C-4E56-61E30A48A125}"/>
          </ac:graphicFrameMkLst>
        </pc:graphicFrameChg>
      </pc:sldChg>
      <pc:sldChg chg="del addCm">
        <pc:chgData name="Li,Yuting (HP Medicine) BII-CN-S" userId="ce8fbb54-122c-426d-b8da-fdcc5e1b5022" providerId="ADAL" clId="{8CAD632A-F90D-473A-B84B-96B51667546C}" dt="2023-06-06T03:24:39.191" v="1820" actId="2696"/>
        <pc:sldMkLst>
          <pc:docMk/>
          <pc:sldMk cId="1622328060" sldId="283"/>
        </pc:sldMkLst>
      </pc:sldChg>
      <pc:sldChg chg="del">
        <pc:chgData name="Li,Yuting (HP Medicine) BII-CN-S" userId="ce8fbb54-122c-426d-b8da-fdcc5e1b5022" providerId="ADAL" clId="{8CAD632A-F90D-473A-B84B-96B51667546C}" dt="2023-06-06T03:23:08.955" v="1818" actId="47"/>
        <pc:sldMkLst>
          <pc:docMk/>
          <pc:sldMk cId="1117386255" sldId="291"/>
        </pc:sldMkLst>
      </pc:sldChg>
      <pc:sldChg chg="modSp mod">
        <pc:chgData name="Li,Yuting (HP Medicine) BII-CN-S" userId="ce8fbb54-122c-426d-b8da-fdcc5e1b5022" providerId="ADAL" clId="{8CAD632A-F90D-473A-B84B-96B51667546C}" dt="2023-06-06T02:14:18.202" v="8" actId="20577"/>
        <pc:sldMkLst>
          <pc:docMk/>
          <pc:sldMk cId="64439630" sldId="6601"/>
        </pc:sldMkLst>
        <pc:spChg chg="mod">
          <ac:chgData name="Li,Yuting (HP Medicine) BII-CN-S" userId="ce8fbb54-122c-426d-b8da-fdcc5e1b5022" providerId="ADAL" clId="{8CAD632A-F90D-473A-B84B-96B51667546C}" dt="2023-06-06T02:14:18.202" v="8" actId="20577"/>
          <ac:spMkLst>
            <pc:docMk/>
            <pc:sldMk cId="64439630" sldId="6601"/>
            <ac:spMk id="5" creationId="{00000000-0000-0000-0000-000000000000}"/>
          </ac:spMkLst>
        </pc:spChg>
      </pc:sldChg>
      <pc:sldChg chg="addSp modSp del mod addCm modCm">
        <pc:chgData name="Li,Yuting (HP Medicine) BII-CN-S" userId="ce8fbb54-122c-426d-b8da-fdcc5e1b5022" providerId="ADAL" clId="{8CAD632A-F90D-473A-B84B-96B51667546C}" dt="2023-06-13T14:13:08.647" v="4187" actId="13822"/>
        <pc:sldMkLst>
          <pc:docMk/>
          <pc:sldMk cId="1001967075" sldId="2147377159"/>
        </pc:sldMkLst>
        <pc:spChg chg="add mod">
          <ac:chgData name="Li,Yuting (HP Medicine) BII-CN-S" userId="ce8fbb54-122c-426d-b8da-fdcc5e1b5022" providerId="ADAL" clId="{8CAD632A-F90D-473A-B84B-96B51667546C}" dt="2023-06-13T14:13:08.647" v="4187" actId="13822"/>
          <ac:spMkLst>
            <pc:docMk/>
            <pc:sldMk cId="1001967075" sldId="2147377159"/>
            <ac:spMk id="2" creationId="{266E8C48-30A0-B640-F485-1158C7B7E091}"/>
          </ac:spMkLst>
        </pc:spChg>
      </pc:sldChg>
      <pc:sldChg chg="del">
        <pc:chgData name="Li,Yuting (HP Medicine) BII-CN-S" userId="ce8fbb54-122c-426d-b8da-fdcc5e1b5022" providerId="ADAL" clId="{8CAD632A-F90D-473A-B84B-96B51667546C}" dt="2023-06-06T07:18:17.197" v="3516" actId="47"/>
        <pc:sldMkLst>
          <pc:docMk/>
          <pc:sldMk cId="241983310" sldId="2147377327"/>
        </pc:sldMkLst>
      </pc:sldChg>
      <pc:sldChg chg="del">
        <pc:chgData name="Li,Yuting (HP Medicine) BII-CN-S" userId="ce8fbb54-122c-426d-b8da-fdcc5e1b5022" providerId="ADAL" clId="{8CAD632A-F90D-473A-B84B-96B51667546C}" dt="2023-06-06T07:18:25.427" v="3517" actId="47"/>
        <pc:sldMkLst>
          <pc:docMk/>
          <pc:sldMk cId="3497211928" sldId="2147469225"/>
        </pc:sldMkLst>
      </pc:sldChg>
      <pc:sldChg chg="del">
        <pc:chgData name="Li,Yuting (HP Medicine) BII-CN-S" userId="ce8fbb54-122c-426d-b8da-fdcc5e1b5022" providerId="ADAL" clId="{8CAD632A-F90D-473A-B84B-96B51667546C}" dt="2023-06-06T07:18:33.997" v="3518" actId="47"/>
        <pc:sldMkLst>
          <pc:docMk/>
          <pc:sldMk cId="3353804123" sldId="2147471180"/>
        </pc:sldMkLst>
      </pc:sldChg>
      <pc:sldChg chg="modSp mod">
        <pc:chgData name="Li,Yuting (HP Medicine) BII-CN-S" userId="ce8fbb54-122c-426d-b8da-fdcc5e1b5022" providerId="ADAL" clId="{8CAD632A-F90D-473A-B84B-96B51667546C}" dt="2023-06-09T06:59:17.900" v="3842" actId="1076"/>
        <pc:sldMkLst>
          <pc:docMk/>
          <pc:sldMk cId="648276360" sldId="2147471194"/>
        </pc:sldMkLst>
        <pc:spChg chg="mod">
          <ac:chgData name="Li,Yuting (HP Medicine) BII-CN-S" userId="ce8fbb54-122c-426d-b8da-fdcc5e1b5022" providerId="ADAL" clId="{8CAD632A-F90D-473A-B84B-96B51667546C}" dt="2023-06-09T06:53:10.546" v="3824" actId="14100"/>
          <ac:spMkLst>
            <pc:docMk/>
            <pc:sldMk cId="648276360" sldId="2147471194"/>
            <ac:spMk id="41" creationId="{371ED482-FCD9-43D7-BB71-A24786EAE75F}"/>
          </ac:spMkLst>
        </pc:spChg>
        <pc:spChg chg="mod">
          <ac:chgData name="Li,Yuting (HP Medicine) BII-CN-S" userId="ce8fbb54-122c-426d-b8da-fdcc5e1b5022" providerId="ADAL" clId="{8CAD632A-F90D-473A-B84B-96B51667546C}" dt="2023-06-09T06:59:15.703" v="3841" actId="14100"/>
          <ac:spMkLst>
            <pc:docMk/>
            <pc:sldMk cId="648276360" sldId="2147471194"/>
            <ac:spMk id="44" creationId="{100CBE5C-17B7-489E-A752-C98EA539F051}"/>
          </ac:spMkLst>
        </pc:spChg>
        <pc:spChg chg="mod">
          <ac:chgData name="Li,Yuting (HP Medicine) BII-CN-S" userId="ce8fbb54-122c-426d-b8da-fdcc5e1b5022" providerId="ADAL" clId="{8CAD632A-F90D-473A-B84B-96B51667546C}" dt="2023-06-09T06:58:57.220" v="3836" actId="20577"/>
          <ac:spMkLst>
            <pc:docMk/>
            <pc:sldMk cId="648276360" sldId="2147471194"/>
            <ac:spMk id="45" creationId="{AC3B3234-993B-4A10-B3E4-C17DE956EA17}"/>
          </ac:spMkLst>
        </pc:spChg>
        <pc:spChg chg="mod">
          <ac:chgData name="Li,Yuting (HP Medicine) BII-CN-S" userId="ce8fbb54-122c-426d-b8da-fdcc5e1b5022" providerId="ADAL" clId="{8CAD632A-F90D-473A-B84B-96B51667546C}" dt="2023-06-09T06:59:17.900" v="3842" actId="1076"/>
          <ac:spMkLst>
            <pc:docMk/>
            <pc:sldMk cId="648276360" sldId="2147471194"/>
            <ac:spMk id="46" creationId="{C4E89E5F-94EE-4CA6-9C3B-E3C158741EF9}"/>
          </ac:spMkLst>
        </pc:spChg>
        <pc:spChg chg="mod">
          <ac:chgData name="Li,Yuting (HP Medicine) BII-CN-S" userId="ce8fbb54-122c-426d-b8da-fdcc5e1b5022" providerId="ADAL" clId="{8CAD632A-F90D-473A-B84B-96B51667546C}" dt="2023-06-09T06:52:40.806" v="3823" actId="20577"/>
          <ac:spMkLst>
            <pc:docMk/>
            <pc:sldMk cId="648276360" sldId="2147471194"/>
            <ac:spMk id="68" creationId="{4BF959CE-B140-4839-8158-B35CEFF4646E}"/>
          </ac:spMkLst>
        </pc:spChg>
        <pc:spChg chg="mod">
          <ac:chgData name="Li,Yuting (HP Medicine) BII-CN-S" userId="ce8fbb54-122c-426d-b8da-fdcc5e1b5022" providerId="ADAL" clId="{8CAD632A-F90D-473A-B84B-96B51667546C}" dt="2023-06-09T06:53:23.274" v="3831" actId="20577"/>
          <ac:spMkLst>
            <pc:docMk/>
            <pc:sldMk cId="648276360" sldId="2147471194"/>
            <ac:spMk id="79" creationId="{35312632-74E8-414D-9840-08BEB8211CF8}"/>
          </ac:spMkLst>
        </pc:spChg>
      </pc:sldChg>
      <pc:sldChg chg="del">
        <pc:chgData name="Li,Yuting (HP Medicine) BII-CN-S" userId="ce8fbb54-122c-426d-b8da-fdcc5e1b5022" providerId="ADAL" clId="{8CAD632A-F90D-473A-B84B-96B51667546C}" dt="2023-06-06T03:23:08.955" v="1818" actId="47"/>
        <pc:sldMkLst>
          <pc:docMk/>
          <pc:sldMk cId="3948094717" sldId="2147471196"/>
        </pc:sldMkLst>
      </pc:sldChg>
      <pc:sldChg chg="addSp modSp mod">
        <pc:chgData name="Li,Yuting (HP Medicine) BII-CN-S" userId="ce8fbb54-122c-426d-b8da-fdcc5e1b5022" providerId="ADAL" clId="{8CAD632A-F90D-473A-B84B-96B51667546C}" dt="2023-06-13T14:11:27.709" v="4180" actId="207"/>
        <pc:sldMkLst>
          <pc:docMk/>
          <pc:sldMk cId="3596583069" sldId="2147471212"/>
        </pc:sldMkLst>
        <pc:spChg chg="add mod">
          <ac:chgData name="Li,Yuting (HP Medicine) BII-CN-S" userId="ce8fbb54-122c-426d-b8da-fdcc5e1b5022" providerId="ADAL" clId="{8CAD632A-F90D-473A-B84B-96B51667546C}" dt="2023-06-12T08:38:27.911" v="4086" actId="1076"/>
          <ac:spMkLst>
            <pc:docMk/>
            <pc:sldMk cId="3596583069" sldId="2147471212"/>
            <ac:spMk id="2" creationId="{282ABC5D-32AE-6DA4-BD36-5C0F3891F6DF}"/>
          </ac:spMkLst>
        </pc:spChg>
        <pc:spChg chg="mod">
          <ac:chgData name="Li,Yuting (HP Medicine) BII-CN-S" userId="ce8fbb54-122c-426d-b8da-fdcc5e1b5022" providerId="ADAL" clId="{8CAD632A-F90D-473A-B84B-96B51667546C}" dt="2023-06-06T03:18:04.188" v="1647" actId="1076"/>
          <ac:spMkLst>
            <pc:docMk/>
            <pc:sldMk cId="3596583069" sldId="2147471212"/>
            <ac:spMk id="15" creationId="{B07CADB2-822A-48C2-8CC2-E9D107FDA606}"/>
          </ac:spMkLst>
        </pc:spChg>
        <pc:graphicFrameChg chg="mod modGraphic">
          <ac:chgData name="Li,Yuting (HP Medicine) BII-CN-S" userId="ce8fbb54-122c-426d-b8da-fdcc5e1b5022" providerId="ADAL" clId="{8CAD632A-F90D-473A-B84B-96B51667546C}" dt="2023-06-13T14:11:27.709" v="4180" actId="207"/>
          <ac:graphicFrameMkLst>
            <pc:docMk/>
            <pc:sldMk cId="3596583069" sldId="2147471212"/>
            <ac:graphicFrameMk id="10" creationId="{7ED29C9C-0700-480D-B788-68CBB9D31EEE}"/>
          </ac:graphicFrameMkLst>
        </pc:graphicFrameChg>
      </pc:sldChg>
      <pc:sldChg chg="del">
        <pc:chgData name="Li,Yuting (HP Medicine) BII-CN-S" userId="ce8fbb54-122c-426d-b8da-fdcc5e1b5022" providerId="ADAL" clId="{8CAD632A-F90D-473A-B84B-96B51667546C}" dt="2023-06-06T02:15:23.397" v="11" actId="47"/>
        <pc:sldMkLst>
          <pc:docMk/>
          <pc:sldMk cId="1855604625" sldId="2147471228"/>
        </pc:sldMkLst>
      </pc:sldChg>
      <pc:sldChg chg="modSp mod addCm modCm">
        <pc:chgData name="Li,Yuting (HP Medicine) BII-CN-S" userId="ce8fbb54-122c-426d-b8da-fdcc5e1b5022" providerId="ADAL" clId="{8CAD632A-F90D-473A-B84B-96B51667546C}" dt="2023-06-06T03:07:38.365" v="1198" actId="20577"/>
        <pc:sldMkLst>
          <pc:docMk/>
          <pc:sldMk cId="1481600618" sldId="2147471230"/>
        </pc:sldMkLst>
        <pc:spChg chg="mod">
          <ac:chgData name="Li,Yuting (HP Medicine) BII-CN-S" userId="ce8fbb54-122c-426d-b8da-fdcc5e1b5022" providerId="ADAL" clId="{8CAD632A-F90D-473A-B84B-96B51667546C}" dt="2023-06-06T02:49:41.419" v="837" actId="1076"/>
          <ac:spMkLst>
            <pc:docMk/>
            <pc:sldMk cId="1481600618" sldId="2147471230"/>
            <ac:spMk id="55" creationId="{9224C17E-1AA1-4096-A3FD-25D6FD8BA444}"/>
          </ac:spMkLst>
        </pc:spChg>
        <pc:spChg chg="mod">
          <ac:chgData name="Li,Yuting (HP Medicine) BII-CN-S" userId="ce8fbb54-122c-426d-b8da-fdcc5e1b5022" providerId="ADAL" clId="{8CAD632A-F90D-473A-B84B-96B51667546C}" dt="2023-06-06T03:07:38.365" v="1198" actId="20577"/>
          <ac:spMkLst>
            <pc:docMk/>
            <pc:sldMk cId="1481600618" sldId="2147471230"/>
            <ac:spMk id="107" creationId="{7DDA071E-5F80-4527-AE47-F1E7B2DC2A5B}"/>
          </ac:spMkLst>
        </pc:spChg>
        <pc:spChg chg="mod">
          <ac:chgData name="Li,Yuting (HP Medicine) BII-CN-S" userId="ce8fbb54-122c-426d-b8da-fdcc5e1b5022" providerId="ADAL" clId="{8CAD632A-F90D-473A-B84B-96B51667546C}" dt="2023-06-06T02:51:49.338" v="912" actId="20577"/>
          <ac:spMkLst>
            <pc:docMk/>
            <pc:sldMk cId="1481600618" sldId="2147471230"/>
            <ac:spMk id="126" creationId="{6A146A9F-3077-48E6-AD05-74AFFA257DC1}"/>
          </ac:spMkLst>
        </pc:spChg>
        <pc:cxnChg chg="mod">
          <ac:chgData name="Li,Yuting (HP Medicine) BII-CN-S" userId="ce8fbb54-122c-426d-b8da-fdcc5e1b5022" providerId="ADAL" clId="{8CAD632A-F90D-473A-B84B-96B51667546C}" dt="2023-06-06T02:49:45.780" v="838" actId="1076"/>
          <ac:cxnSpMkLst>
            <pc:docMk/>
            <pc:sldMk cId="1481600618" sldId="2147471230"/>
            <ac:cxnSpMk id="54" creationId="{9C165100-0114-4167-8FF0-BFF01B293D04}"/>
          </ac:cxnSpMkLst>
        </pc:cxnChg>
      </pc:sldChg>
      <pc:sldChg chg="addSp modSp mod modShow">
        <pc:chgData name="Li,Yuting (HP Medicine) BII-CN-S" userId="ce8fbb54-122c-426d-b8da-fdcc5e1b5022" providerId="ADAL" clId="{8CAD632A-F90D-473A-B84B-96B51667546C}" dt="2023-06-09T06:42:09.401" v="3810" actId="1076"/>
        <pc:sldMkLst>
          <pc:docMk/>
          <pc:sldMk cId="3038356871" sldId="2147471239"/>
        </pc:sldMkLst>
        <pc:spChg chg="add mod">
          <ac:chgData name="Li,Yuting (HP Medicine) BII-CN-S" userId="ce8fbb54-122c-426d-b8da-fdcc5e1b5022" providerId="ADAL" clId="{8CAD632A-F90D-473A-B84B-96B51667546C}" dt="2023-06-09T06:42:00.764" v="3808" actId="1076"/>
          <ac:spMkLst>
            <pc:docMk/>
            <pc:sldMk cId="3038356871" sldId="2147471239"/>
            <ac:spMk id="5" creationId="{693BA5D2-FC52-85AD-FAF8-FA007B074DAC}"/>
          </ac:spMkLst>
        </pc:spChg>
        <pc:spChg chg="mod">
          <ac:chgData name="Li,Yuting (HP Medicine) BII-CN-S" userId="ce8fbb54-122c-426d-b8da-fdcc5e1b5022" providerId="ADAL" clId="{8CAD632A-F90D-473A-B84B-96B51667546C}" dt="2023-06-09T06:37:44.845" v="3794" actId="20577"/>
          <ac:spMkLst>
            <pc:docMk/>
            <pc:sldMk cId="3038356871" sldId="2147471239"/>
            <ac:spMk id="86" creationId="{AAD1D292-97F0-4B08-979E-B78ECBF621CA}"/>
          </ac:spMkLst>
        </pc:spChg>
        <pc:spChg chg="mod">
          <ac:chgData name="Li,Yuting (HP Medicine) BII-CN-S" userId="ce8fbb54-122c-426d-b8da-fdcc5e1b5022" providerId="ADAL" clId="{8CAD632A-F90D-473A-B84B-96B51667546C}" dt="2023-06-06T06:58:36.905" v="2371" actId="14100"/>
          <ac:spMkLst>
            <pc:docMk/>
            <pc:sldMk cId="3038356871" sldId="2147471239"/>
            <ac:spMk id="90" creationId="{9466DE8F-DCCC-4688-AD54-68172F2C8E9F}"/>
          </ac:spMkLst>
        </pc:spChg>
        <pc:spChg chg="mod">
          <ac:chgData name="Li,Yuting (HP Medicine) BII-CN-S" userId="ce8fbb54-122c-426d-b8da-fdcc5e1b5022" providerId="ADAL" clId="{8CAD632A-F90D-473A-B84B-96B51667546C}" dt="2023-06-09T06:37:20.108" v="3789" actId="14100"/>
          <ac:spMkLst>
            <pc:docMk/>
            <pc:sldMk cId="3038356871" sldId="2147471239"/>
            <ac:spMk id="157" creationId="{83AE17D1-044B-4E09-A946-5D7AB7449FC4}"/>
          </ac:spMkLst>
        </pc:spChg>
        <pc:spChg chg="mod">
          <ac:chgData name="Li,Yuting (HP Medicine) BII-CN-S" userId="ce8fbb54-122c-426d-b8da-fdcc5e1b5022" providerId="ADAL" clId="{8CAD632A-F90D-473A-B84B-96B51667546C}" dt="2023-06-09T06:42:05.720" v="3809" actId="1076"/>
          <ac:spMkLst>
            <pc:docMk/>
            <pc:sldMk cId="3038356871" sldId="2147471239"/>
            <ac:spMk id="159" creationId="{8FE32EC3-3CF8-432E-AD3B-66E01719D1D9}"/>
          </ac:spMkLst>
        </pc:spChg>
        <pc:spChg chg="mod">
          <ac:chgData name="Li,Yuting (HP Medicine) BII-CN-S" userId="ce8fbb54-122c-426d-b8da-fdcc5e1b5022" providerId="ADAL" clId="{8CAD632A-F90D-473A-B84B-96B51667546C}" dt="2023-06-09T06:42:09.401" v="3810" actId="1076"/>
          <ac:spMkLst>
            <pc:docMk/>
            <pc:sldMk cId="3038356871" sldId="2147471239"/>
            <ac:spMk id="168" creationId="{4DB12822-D323-4E0B-AE96-3644EF7C47E3}"/>
          </ac:spMkLst>
        </pc:spChg>
      </pc:sldChg>
      <pc:sldChg chg="del">
        <pc:chgData name="Li,Yuting (HP Medicine) BII-CN-S" userId="ce8fbb54-122c-426d-b8da-fdcc5e1b5022" providerId="ADAL" clId="{8CAD632A-F90D-473A-B84B-96B51667546C}" dt="2023-06-06T02:15:22.033" v="10" actId="47"/>
        <pc:sldMkLst>
          <pc:docMk/>
          <pc:sldMk cId="1617310969" sldId="2147474018"/>
        </pc:sldMkLst>
      </pc:sldChg>
      <pc:sldChg chg="del">
        <pc:chgData name="Li,Yuting (HP Medicine) BII-CN-S" userId="ce8fbb54-122c-426d-b8da-fdcc5e1b5022" providerId="ADAL" clId="{8CAD632A-F90D-473A-B84B-96B51667546C}" dt="2023-06-06T02:15:45.614" v="12" actId="47"/>
        <pc:sldMkLst>
          <pc:docMk/>
          <pc:sldMk cId="4208219063" sldId="2147474020"/>
        </pc:sldMkLst>
      </pc:sldChg>
      <pc:sldChg chg="modSp mod modShow">
        <pc:chgData name="Li,Yuting (HP Medicine) BII-CN-S" userId="ce8fbb54-122c-426d-b8da-fdcc5e1b5022" providerId="ADAL" clId="{8CAD632A-F90D-473A-B84B-96B51667546C}" dt="2023-06-06T02:46:49.151" v="697" actId="729"/>
        <pc:sldMkLst>
          <pc:docMk/>
          <pc:sldMk cId="3666047214" sldId="2147474021"/>
        </pc:sldMkLst>
        <pc:grpChg chg="mod">
          <ac:chgData name="Li,Yuting (HP Medicine) BII-CN-S" userId="ce8fbb54-122c-426d-b8da-fdcc5e1b5022" providerId="ADAL" clId="{8CAD632A-F90D-473A-B84B-96B51667546C}" dt="2023-06-06T02:46:31.740" v="696" actId="1076"/>
          <ac:grpSpMkLst>
            <pc:docMk/>
            <pc:sldMk cId="3666047214" sldId="2147474021"/>
            <ac:grpSpMk id="71" creationId="{00000000-0000-0000-0000-000000000000}"/>
          </ac:grpSpMkLst>
        </pc:grpChg>
      </pc:sldChg>
      <pc:sldChg chg="del">
        <pc:chgData name="Li,Yuting (HP Medicine) BII-CN-S" userId="ce8fbb54-122c-426d-b8da-fdcc5e1b5022" providerId="ADAL" clId="{8CAD632A-F90D-473A-B84B-96B51667546C}" dt="2023-06-06T03:08:19.720" v="1199" actId="47"/>
        <pc:sldMkLst>
          <pc:docMk/>
          <pc:sldMk cId="1754274489" sldId="2147474022"/>
        </pc:sldMkLst>
      </pc:sldChg>
      <pc:sldChg chg="del">
        <pc:chgData name="Li,Yuting (HP Medicine) BII-CN-S" userId="ce8fbb54-122c-426d-b8da-fdcc5e1b5022" providerId="ADAL" clId="{8CAD632A-F90D-473A-B84B-96B51667546C}" dt="2023-06-06T03:18:41.810" v="1650" actId="47"/>
        <pc:sldMkLst>
          <pc:docMk/>
          <pc:sldMk cId="603432166" sldId="2147474023"/>
        </pc:sldMkLst>
      </pc:sldChg>
      <pc:sldChg chg="del">
        <pc:chgData name="Li,Yuting (HP Medicine) BII-CN-S" userId="ce8fbb54-122c-426d-b8da-fdcc5e1b5022" providerId="ADAL" clId="{8CAD632A-F90D-473A-B84B-96B51667546C}" dt="2023-06-06T03:22:55.655" v="1817" actId="47"/>
        <pc:sldMkLst>
          <pc:docMk/>
          <pc:sldMk cId="2985323759" sldId="2147474024"/>
        </pc:sldMkLst>
      </pc:sldChg>
      <pc:sldChg chg="del">
        <pc:chgData name="Li,Yuting (HP Medicine) BII-CN-S" userId="ce8fbb54-122c-426d-b8da-fdcc5e1b5022" providerId="ADAL" clId="{8CAD632A-F90D-473A-B84B-96B51667546C}" dt="2023-06-06T03:22:55.655" v="1817" actId="47"/>
        <pc:sldMkLst>
          <pc:docMk/>
          <pc:sldMk cId="1788561112" sldId="2147474025"/>
        </pc:sldMkLst>
      </pc:sldChg>
      <pc:sldChg chg="del">
        <pc:chgData name="Li,Yuting (HP Medicine) BII-CN-S" userId="ce8fbb54-122c-426d-b8da-fdcc5e1b5022" providerId="ADAL" clId="{8CAD632A-F90D-473A-B84B-96B51667546C}" dt="2023-06-06T03:23:08.955" v="1818" actId="47"/>
        <pc:sldMkLst>
          <pc:docMk/>
          <pc:sldMk cId="1394418717" sldId="2147474027"/>
        </pc:sldMkLst>
      </pc:sldChg>
      <pc:sldChg chg="del">
        <pc:chgData name="Li,Yuting (HP Medicine) BII-CN-S" userId="ce8fbb54-122c-426d-b8da-fdcc5e1b5022" providerId="ADAL" clId="{8CAD632A-F90D-473A-B84B-96B51667546C}" dt="2023-06-06T07:00:19.306" v="2376" actId="47"/>
        <pc:sldMkLst>
          <pc:docMk/>
          <pc:sldMk cId="2727252520" sldId="2147474028"/>
        </pc:sldMkLst>
      </pc:sldChg>
      <pc:sldChg chg="del">
        <pc:chgData name="Li,Yuting (HP Medicine) BII-CN-S" userId="ce8fbb54-122c-426d-b8da-fdcc5e1b5022" providerId="ADAL" clId="{8CAD632A-F90D-473A-B84B-96B51667546C}" dt="2023-06-06T07:15:12.964" v="3386" actId="47"/>
        <pc:sldMkLst>
          <pc:docMk/>
          <pc:sldMk cId="803344466" sldId="2147474030"/>
        </pc:sldMkLst>
      </pc:sldChg>
      <pc:sldChg chg="del">
        <pc:chgData name="Li,Yuting (HP Medicine) BII-CN-S" userId="ce8fbb54-122c-426d-b8da-fdcc5e1b5022" providerId="ADAL" clId="{8CAD632A-F90D-473A-B84B-96B51667546C}" dt="2023-06-06T07:04:43.162" v="2493" actId="47"/>
        <pc:sldMkLst>
          <pc:docMk/>
          <pc:sldMk cId="1728900075" sldId="2147474043"/>
        </pc:sldMkLst>
      </pc:sldChg>
      <pc:sldChg chg="mod modShow">
        <pc:chgData name="Li,Yuting (HP Medicine) BII-CN-S" userId="ce8fbb54-122c-426d-b8da-fdcc5e1b5022" providerId="ADAL" clId="{8CAD632A-F90D-473A-B84B-96B51667546C}" dt="2023-06-06T03:12:03.573" v="1367" actId="729"/>
        <pc:sldMkLst>
          <pc:docMk/>
          <pc:sldMk cId="2636951252" sldId="2147474045"/>
        </pc:sldMkLst>
      </pc:sldChg>
      <pc:sldChg chg="add del">
        <pc:chgData name="Li,Yuting (HP Medicine) BII-CN-S" userId="ce8fbb54-122c-426d-b8da-fdcc5e1b5022" providerId="ADAL" clId="{8CAD632A-F90D-473A-B84B-96B51667546C}" dt="2023-06-06T03:13:01.444" v="1371" actId="47"/>
        <pc:sldMkLst>
          <pc:docMk/>
          <pc:sldMk cId="2847275191" sldId="2147474046"/>
        </pc:sldMkLst>
      </pc:sldChg>
      <pc:sldChg chg="mod modShow">
        <pc:chgData name="Li,Yuting (HP Medicine) BII-CN-S" userId="ce8fbb54-122c-426d-b8da-fdcc5e1b5022" providerId="ADAL" clId="{8CAD632A-F90D-473A-B84B-96B51667546C}" dt="2023-06-06T03:13:10.582" v="1372" actId="729"/>
        <pc:sldMkLst>
          <pc:docMk/>
          <pc:sldMk cId="2920773161" sldId="2147474047"/>
        </pc:sldMkLst>
      </pc:sldChg>
      <pc:sldChg chg="del">
        <pc:chgData name="Li,Yuting (HP Medicine) BII-CN-S" userId="ce8fbb54-122c-426d-b8da-fdcc5e1b5022" providerId="ADAL" clId="{8CAD632A-F90D-473A-B84B-96B51667546C}" dt="2023-06-06T03:22:55.655" v="1817" actId="47"/>
        <pc:sldMkLst>
          <pc:docMk/>
          <pc:sldMk cId="99707753" sldId="2147474048"/>
        </pc:sldMkLst>
      </pc:sldChg>
      <pc:sldChg chg="del">
        <pc:chgData name="Li,Yuting (HP Medicine) BII-CN-S" userId="ce8fbb54-122c-426d-b8da-fdcc5e1b5022" providerId="ADAL" clId="{8CAD632A-F90D-473A-B84B-96B51667546C}" dt="2023-06-06T03:23:08.955" v="1818" actId="47"/>
        <pc:sldMkLst>
          <pc:docMk/>
          <pc:sldMk cId="2196787557" sldId="2147474049"/>
        </pc:sldMkLst>
      </pc:sldChg>
      <pc:sldChg chg="del">
        <pc:chgData name="Li,Yuting (HP Medicine) BII-CN-S" userId="ce8fbb54-122c-426d-b8da-fdcc5e1b5022" providerId="ADAL" clId="{8CAD632A-F90D-473A-B84B-96B51667546C}" dt="2023-06-06T06:32:32.803" v="1827" actId="47"/>
        <pc:sldMkLst>
          <pc:docMk/>
          <pc:sldMk cId="2246301567" sldId="2147474050"/>
        </pc:sldMkLst>
      </pc:sldChg>
      <pc:sldChg chg="del">
        <pc:chgData name="Li,Yuting (HP Medicine) BII-CN-S" userId="ce8fbb54-122c-426d-b8da-fdcc5e1b5022" providerId="ADAL" clId="{8CAD632A-F90D-473A-B84B-96B51667546C}" dt="2023-06-06T06:42:33.381" v="1958" actId="47"/>
        <pc:sldMkLst>
          <pc:docMk/>
          <pc:sldMk cId="3472126166" sldId="2147474051"/>
        </pc:sldMkLst>
      </pc:sldChg>
      <pc:sldChg chg="del">
        <pc:chgData name="Li,Yuting (HP Medicine) BII-CN-S" userId="ce8fbb54-122c-426d-b8da-fdcc5e1b5022" providerId="ADAL" clId="{8CAD632A-F90D-473A-B84B-96B51667546C}" dt="2023-06-06T06:42:34.366" v="1959" actId="47"/>
        <pc:sldMkLst>
          <pc:docMk/>
          <pc:sldMk cId="3996077414" sldId="2147474052"/>
        </pc:sldMkLst>
      </pc:sldChg>
      <pc:sldChg chg="del">
        <pc:chgData name="Li,Yuting (HP Medicine) BII-CN-S" userId="ce8fbb54-122c-426d-b8da-fdcc5e1b5022" providerId="ADAL" clId="{8CAD632A-F90D-473A-B84B-96B51667546C}" dt="2023-06-06T03:23:08.955" v="1818" actId="47"/>
        <pc:sldMkLst>
          <pc:docMk/>
          <pc:sldMk cId="2122557118" sldId="2147474053"/>
        </pc:sldMkLst>
      </pc:sldChg>
      <pc:sldChg chg="mod ord modShow">
        <pc:chgData name="Li,Yuting (HP Medicine) BII-CN-S" userId="ce8fbb54-122c-426d-b8da-fdcc5e1b5022" providerId="ADAL" clId="{8CAD632A-F90D-473A-B84B-96B51667546C}" dt="2023-06-06T07:02:47.923" v="2484"/>
        <pc:sldMkLst>
          <pc:docMk/>
          <pc:sldMk cId="3280788501" sldId="2147474054"/>
        </pc:sldMkLst>
      </pc:sldChg>
      <pc:sldChg chg="delSp del mod">
        <pc:chgData name="Li,Yuting (HP Medicine) BII-CN-S" userId="ce8fbb54-122c-426d-b8da-fdcc5e1b5022" providerId="ADAL" clId="{8CAD632A-F90D-473A-B84B-96B51667546C}" dt="2023-06-13T14:13:16.901" v="4188" actId="478"/>
        <pc:sldMkLst>
          <pc:docMk/>
          <pc:sldMk cId="288582910" sldId="2147474055"/>
        </pc:sldMkLst>
        <pc:spChg chg="del">
          <ac:chgData name="Li,Yuting (HP Medicine) BII-CN-S" userId="ce8fbb54-122c-426d-b8da-fdcc5e1b5022" providerId="ADAL" clId="{8CAD632A-F90D-473A-B84B-96B51667546C}" dt="2023-06-13T14:13:16.901" v="4188" actId="478"/>
          <ac:spMkLst>
            <pc:docMk/>
            <pc:sldMk cId="288582910" sldId="2147474055"/>
            <ac:spMk id="2" creationId="{0132B0AA-D091-0BE8-151C-54A69B475908}"/>
          </ac:spMkLst>
        </pc:spChg>
      </pc:sldChg>
      <pc:sldChg chg="del">
        <pc:chgData name="Li,Yuting (HP Medicine) BII-CN-S" userId="ce8fbb54-122c-426d-b8da-fdcc5e1b5022" providerId="ADAL" clId="{8CAD632A-F90D-473A-B84B-96B51667546C}" dt="2023-06-06T02:15:15.349" v="9"/>
        <pc:sldMkLst>
          <pc:docMk/>
          <pc:sldMk cId="3431349212" sldId="2147474056"/>
        </pc:sldMkLst>
      </pc:sldChg>
      <pc:sldChg chg="addSp delSp modSp mod addCm delCm modCm modNotesTx">
        <pc:chgData name="Li,Yuting (HP Medicine) BII-CN-S" userId="ce8fbb54-122c-426d-b8da-fdcc5e1b5022" providerId="ADAL" clId="{8CAD632A-F90D-473A-B84B-96B51667546C}" dt="2023-06-14T12:22:17.657" v="5540" actId="14100"/>
        <pc:sldMkLst>
          <pc:docMk/>
          <pc:sldMk cId="2749195822" sldId="2147474057"/>
        </pc:sldMkLst>
        <pc:spChg chg="add del mod">
          <ac:chgData name="Li,Yuting (HP Medicine) BII-CN-S" userId="ce8fbb54-122c-426d-b8da-fdcc5e1b5022" providerId="ADAL" clId="{8CAD632A-F90D-473A-B84B-96B51667546C}" dt="2023-06-13T14:17:48.792" v="4192" actId="478"/>
          <ac:spMkLst>
            <pc:docMk/>
            <pc:sldMk cId="2749195822" sldId="2147474057"/>
            <ac:spMk id="6" creationId="{20320EFD-E70D-A8EA-3817-DCD76D512FE5}"/>
          </ac:spMkLst>
        </pc:spChg>
        <pc:spChg chg="add mod">
          <ac:chgData name="Li,Yuting (HP Medicine) BII-CN-S" userId="ce8fbb54-122c-426d-b8da-fdcc5e1b5022" providerId="ADAL" clId="{8CAD632A-F90D-473A-B84B-96B51667546C}" dt="2023-06-06T02:19:03.636" v="33" actId="20577"/>
          <ac:spMkLst>
            <pc:docMk/>
            <pc:sldMk cId="2749195822" sldId="2147474057"/>
            <ac:spMk id="7" creationId="{54355AE8-442F-94F6-8CA0-1A82113EEB69}"/>
          </ac:spMkLst>
        </pc:spChg>
        <pc:spChg chg="mod">
          <ac:chgData name="Li,Yuting (HP Medicine) BII-CN-S" userId="ce8fbb54-122c-426d-b8da-fdcc5e1b5022" providerId="ADAL" clId="{8CAD632A-F90D-473A-B84B-96B51667546C}" dt="2023-06-06T02:23:52.574" v="198" actId="20577"/>
          <ac:spMkLst>
            <pc:docMk/>
            <pc:sldMk cId="2749195822" sldId="2147474057"/>
            <ac:spMk id="132" creationId="{9224C17E-1AA1-4096-A3FD-25D6FD8BA444}"/>
          </ac:spMkLst>
        </pc:spChg>
        <pc:spChg chg="mod">
          <ac:chgData name="Li,Yuting (HP Medicine) BII-CN-S" userId="ce8fbb54-122c-426d-b8da-fdcc5e1b5022" providerId="ADAL" clId="{8CAD632A-F90D-473A-B84B-96B51667546C}" dt="2023-06-06T02:40:36.946" v="690" actId="14100"/>
          <ac:spMkLst>
            <pc:docMk/>
            <pc:sldMk cId="2749195822" sldId="2147474057"/>
            <ac:spMk id="143" creationId="{BB8CA441-CAF3-49DE-9132-10328C7407DA}"/>
          </ac:spMkLst>
        </pc:spChg>
        <pc:spChg chg="mod">
          <ac:chgData name="Li,Yuting (HP Medicine) BII-CN-S" userId="ce8fbb54-122c-426d-b8da-fdcc5e1b5022" providerId="ADAL" clId="{8CAD632A-F90D-473A-B84B-96B51667546C}" dt="2023-06-06T02:36:48.288" v="651" actId="20577"/>
          <ac:spMkLst>
            <pc:docMk/>
            <pc:sldMk cId="2749195822" sldId="2147474057"/>
            <ac:spMk id="150" creationId="{F7531027-2F9B-4F94-B2A7-7886CE883500}"/>
          </ac:spMkLst>
        </pc:spChg>
        <pc:spChg chg="mod">
          <ac:chgData name="Li,Yuting (HP Medicine) BII-CN-S" userId="ce8fbb54-122c-426d-b8da-fdcc5e1b5022" providerId="ADAL" clId="{8CAD632A-F90D-473A-B84B-96B51667546C}" dt="2023-06-06T02:40:44.018" v="692" actId="1076"/>
          <ac:spMkLst>
            <pc:docMk/>
            <pc:sldMk cId="2749195822" sldId="2147474057"/>
            <ac:spMk id="151" creationId="{00000000-0000-0000-0000-000000000000}"/>
          </ac:spMkLst>
        </pc:spChg>
        <pc:spChg chg="mod">
          <ac:chgData name="Li,Yuting (HP Medicine) BII-CN-S" userId="ce8fbb54-122c-426d-b8da-fdcc5e1b5022" providerId="ADAL" clId="{8CAD632A-F90D-473A-B84B-96B51667546C}" dt="2023-06-06T02:40:49.407" v="694" actId="1076"/>
          <ac:spMkLst>
            <pc:docMk/>
            <pc:sldMk cId="2749195822" sldId="2147474057"/>
            <ac:spMk id="153" creationId="{00000000-0000-0000-0000-000000000000}"/>
          </ac:spMkLst>
        </pc:spChg>
        <pc:spChg chg="mod">
          <ac:chgData name="Li,Yuting (HP Medicine) BII-CN-S" userId="ce8fbb54-122c-426d-b8da-fdcc5e1b5022" providerId="ADAL" clId="{8CAD632A-F90D-473A-B84B-96B51667546C}" dt="2023-06-06T02:40:41.479" v="691" actId="1076"/>
          <ac:spMkLst>
            <pc:docMk/>
            <pc:sldMk cId="2749195822" sldId="2147474057"/>
            <ac:spMk id="154" creationId="{9224C17E-1AA1-4096-A3FD-25D6FD8BA444}"/>
          </ac:spMkLst>
        </pc:spChg>
        <pc:spChg chg="mod">
          <ac:chgData name="Li,Yuting (HP Medicine) BII-CN-S" userId="ce8fbb54-122c-426d-b8da-fdcc5e1b5022" providerId="ADAL" clId="{8CAD632A-F90D-473A-B84B-96B51667546C}" dt="2023-06-12T08:41:30.881" v="4146" actId="20577"/>
          <ac:spMkLst>
            <pc:docMk/>
            <pc:sldMk cId="2749195822" sldId="2147474057"/>
            <ac:spMk id="157" creationId="{ABF1C8FA-24FE-4186-8317-54D0AE86DBB2}"/>
          </ac:spMkLst>
        </pc:spChg>
        <pc:spChg chg="mod">
          <ac:chgData name="Li,Yuting (HP Medicine) BII-CN-S" userId="ce8fbb54-122c-426d-b8da-fdcc5e1b5022" providerId="ADAL" clId="{8CAD632A-F90D-473A-B84B-96B51667546C}" dt="2023-06-06T02:43:54.989" v="695"/>
          <ac:spMkLst>
            <pc:docMk/>
            <pc:sldMk cId="2749195822" sldId="2147474057"/>
            <ac:spMk id="168" creationId="{292D059F-1772-4A1B-A880-182E2E12EAEF}"/>
          </ac:spMkLst>
        </pc:spChg>
        <pc:spChg chg="mod">
          <ac:chgData name="Li,Yuting (HP Medicine) BII-CN-S" userId="ce8fbb54-122c-426d-b8da-fdcc5e1b5022" providerId="ADAL" clId="{8CAD632A-F90D-473A-B84B-96B51667546C}" dt="2023-06-06T02:37:15.464" v="655"/>
          <ac:spMkLst>
            <pc:docMk/>
            <pc:sldMk cId="2749195822" sldId="2147474057"/>
            <ac:spMk id="171" creationId="{7F940181-8F5A-4AAA-B7BE-63BD2A6C5FD1}"/>
          </ac:spMkLst>
        </pc:spChg>
        <pc:spChg chg="mod">
          <ac:chgData name="Li,Yuting (HP Medicine) BII-CN-S" userId="ce8fbb54-122c-426d-b8da-fdcc5e1b5022" providerId="ADAL" clId="{8CAD632A-F90D-473A-B84B-96B51667546C}" dt="2023-06-09T05:47:13.887" v="3551" actId="14100"/>
          <ac:spMkLst>
            <pc:docMk/>
            <pc:sldMk cId="2749195822" sldId="2147474057"/>
            <ac:spMk id="178" creationId="{C8A141E8-3A7E-477A-B6F1-59F3BCA948DD}"/>
          </ac:spMkLst>
        </pc:spChg>
        <pc:spChg chg="mod">
          <ac:chgData name="Li,Yuting (HP Medicine) BII-CN-S" userId="ce8fbb54-122c-426d-b8da-fdcc5e1b5022" providerId="ADAL" clId="{8CAD632A-F90D-473A-B84B-96B51667546C}" dt="2023-06-06T02:17:25.254" v="20" actId="1076"/>
          <ac:spMkLst>
            <pc:docMk/>
            <pc:sldMk cId="2749195822" sldId="2147474057"/>
            <ac:spMk id="212" creationId="{1C08790F-B8AC-4A3B-8949-6F732EC8D11E}"/>
          </ac:spMkLst>
        </pc:spChg>
        <pc:spChg chg="mod">
          <ac:chgData name="Li,Yuting (HP Medicine) BII-CN-S" userId="ce8fbb54-122c-426d-b8da-fdcc5e1b5022" providerId="ADAL" clId="{8CAD632A-F90D-473A-B84B-96B51667546C}" dt="2023-06-06T02:17:03.401" v="19" actId="20577"/>
          <ac:spMkLst>
            <pc:docMk/>
            <pc:sldMk cId="2749195822" sldId="2147474057"/>
            <ac:spMk id="213" creationId="{B427511A-3010-432E-9562-21332D534662}"/>
          </ac:spMkLst>
        </pc:spChg>
        <pc:spChg chg="mod">
          <ac:chgData name="Li,Yuting (HP Medicine) BII-CN-S" userId="ce8fbb54-122c-426d-b8da-fdcc5e1b5022" providerId="ADAL" clId="{8CAD632A-F90D-473A-B84B-96B51667546C}" dt="2023-06-06T02:37:52.634" v="659" actId="20577"/>
          <ac:spMkLst>
            <pc:docMk/>
            <pc:sldMk cId="2749195822" sldId="2147474057"/>
            <ac:spMk id="218" creationId="{7FE2E463-E7C5-4D50-8ECE-163E054A0089}"/>
          </ac:spMkLst>
        </pc:spChg>
        <pc:spChg chg="mod">
          <ac:chgData name="Li,Yuting (HP Medicine) BII-CN-S" userId="ce8fbb54-122c-426d-b8da-fdcc5e1b5022" providerId="ADAL" clId="{8CAD632A-F90D-473A-B84B-96B51667546C}" dt="2023-06-06T02:38:28.812" v="678" actId="14100"/>
          <ac:spMkLst>
            <pc:docMk/>
            <pc:sldMk cId="2749195822" sldId="2147474057"/>
            <ac:spMk id="219" creationId="{07E42ACD-A2F8-4728-B6CF-C04ED2C88E64}"/>
          </ac:spMkLst>
        </pc:spChg>
        <pc:spChg chg="mod">
          <ac:chgData name="Li,Yuting (HP Medicine) BII-CN-S" userId="ce8fbb54-122c-426d-b8da-fdcc5e1b5022" providerId="ADAL" clId="{8CAD632A-F90D-473A-B84B-96B51667546C}" dt="2023-06-06T02:38:41.457" v="681" actId="1076"/>
          <ac:spMkLst>
            <pc:docMk/>
            <pc:sldMk cId="2749195822" sldId="2147474057"/>
            <ac:spMk id="220" creationId="{85854CED-8EBC-491B-8F53-C160A5483E89}"/>
          </ac:spMkLst>
        </pc:spChg>
        <pc:spChg chg="mod">
          <ac:chgData name="Li,Yuting (HP Medicine) BII-CN-S" userId="ce8fbb54-122c-426d-b8da-fdcc5e1b5022" providerId="ADAL" clId="{8CAD632A-F90D-473A-B84B-96B51667546C}" dt="2023-06-06T02:38:38.190" v="680" actId="1076"/>
          <ac:spMkLst>
            <pc:docMk/>
            <pc:sldMk cId="2749195822" sldId="2147474057"/>
            <ac:spMk id="221" creationId="{18727A83-7F20-4077-AC28-1B750E5264FE}"/>
          </ac:spMkLst>
        </pc:spChg>
        <pc:spChg chg="mod">
          <ac:chgData name="Li,Yuting (HP Medicine) BII-CN-S" userId="ce8fbb54-122c-426d-b8da-fdcc5e1b5022" providerId="ADAL" clId="{8CAD632A-F90D-473A-B84B-96B51667546C}" dt="2023-06-06T02:38:33.495" v="679" actId="1076"/>
          <ac:spMkLst>
            <pc:docMk/>
            <pc:sldMk cId="2749195822" sldId="2147474057"/>
            <ac:spMk id="222" creationId="{FF564742-0533-44CF-8BF5-D2F5873D4213}"/>
          </ac:spMkLst>
        </pc:spChg>
        <pc:spChg chg="mod">
          <ac:chgData name="Li,Yuting (HP Medicine) BII-CN-S" userId="ce8fbb54-122c-426d-b8da-fdcc5e1b5022" providerId="ADAL" clId="{8CAD632A-F90D-473A-B84B-96B51667546C}" dt="2023-06-06T02:39:14.220" v="686" actId="14100"/>
          <ac:spMkLst>
            <pc:docMk/>
            <pc:sldMk cId="2749195822" sldId="2147474057"/>
            <ac:spMk id="223" creationId="{EF758A7D-1836-40A7-B7D9-18C8AA9B7390}"/>
          </ac:spMkLst>
        </pc:spChg>
        <pc:spChg chg="mod">
          <ac:chgData name="Li,Yuting (HP Medicine) BII-CN-S" userId="ce8fbb54-122c-426d-b8da-fdcc5e1b5022" providerId="ADAL" clId="{8CAD632A-F90D-473A-B84B-96B51667546C}" dt="2023-06-06T02:37:58.134" v="663" actId="20577"/>
          <ac:spMkLst>
            <pc:docMk/>
            <pc:sldMk cId="2749195822" sldId="2147474057"/>
            <ac:spMk id="264" creationId="{6EF491F0-0E73-478D-B5BA-3548CEDE7765}"/>
          </ac:spMkLst>
        </pc:spChg>
        <pc:spChg chg="mod">
          <ac:chgData name="Li,Yuting (HP Medicine) BII-CN-S" userId="ce8fbb54-122c-426d-b8da-fdcc5e1b5022" providerId="ADAL" clId="{8CAD632A-F90D-473A-B84B-96B51667546C}" dt="2023-06-06T02:39:11.378" v="685" actId="1076"/>
          <ac:spMkLst>
            <pc:docMk/>
            <pc:sldMk cId="2749195822" sldId="2147474057"/>
            <ac:spMk id="265" creationId="{46CC9CA2-278C-49E1-B80F-EA56E7581890}"/>
          </ac:spMkLst>
        </pc:spChg>
        <pc:spChg chg="mod">
          <ac:chgData name="Li,Yuting (HP Medicine) BII-CN-S" userId="ce8fbb54-122c-426d-b8da-fdcc5e1b5022" providerId="ADAL" clId="{8CAD632A-F90D-473A-B84B-96B51667546C}" dt="2023-06-06T02:39:08.272" v="684" actId="1076"/>
          <ac:spMkLst>
            <pc:docMk/>
            <pc:sldMk cId="2749195822" sldId="2147474057"/>
            <ac:spMk id="266" creationId="{3A1128E6-6B0F-43B9-A21A-70444E1B0684}"/>
          </ac:spMkLst>
        </pc:spChg>
        <pc:spChg chg="mod">
          <ac:chgData name="Li,Yuting (HP Medicine) BII-CN-S" userId="ce8fbb54-122c-426d-b8da-fdcc5e1b5022" providerId="ADAL" clId="{8CAD632A-F90D-473A-B84B-96B51667546C}" dt="2023-06-06T02:39:06.112" v="683" actId="1076"/>
          <ac:spMkLst>
            <pc:docMk/>
            <pc:sldMk cId="2749195822" sldId="2147474057"/>
            <ac:spMk id="267" creationId="{B4D8554B-5A60-4189-883D-80BAEAA4C0A0}"/>
          </ac:spMkLst>
        </pc:spChg>
        <pc:spChg chg="mod">
          <ac:chgData name="Li,Yuting (HP Medicine) BII-CN-S" userId="ce8fbb54-122c-426d-b8da-fdcc5e1b5022" providerId="ADAL" clId="{8CAD632A-F90D-473A-B84B-96B51667546C}" dt="2023-06-14T12:22:17.657" v="5540" actId="14100"/>
          <ac:spMkLst>
            <pc:docMk/>
            <pc:sldMk cId="2749195822" sldId="2147474057"/>
            <ac:spMk id="271" creationId="{14E6ADFD-B085-42C1-9820-CFF6A3810E9C}"/>
          </ac:spMkLst>
        </pc:spChg>
        <pc:grpChg chg="mod">
          <ac:chgData name="Li,Yuting (HP Medicine) BII-CN-S" userId="ce8fbb54-122c-426d-b8da-fdcc5e1b5022" providerId="ADAL" clId="{8CAD632A-F90D-473A-B84B-96B51667546C}" dt="2023-06-06T02:16:12.152" v="13" actId="1076"/>
          <ac:grpSpMkLst>
            <pc:docMk/>
            <pc:sldMk cId="2749195822" sldId="2147474057"/>
            <ac:grpSpMk id="155" creationId="{22D6154F-78E1-4174-AB57-1D26B92FA7AE}"/>
          </ac:grpSpMkLst>
        </pc:grpChg>
        <pc:cxnChg chg="del mod">
          <ac:chgData name="Li,Yuting (HP Medicine) BII-CN-S" userId="ce8fbb54-122c-426d-b8da-fdcc5e1b5022" providerId="ADAL" clId="{8CAD632A-F90D-473A-B84B-96B51667546C}" dt="2023-06-06T02:18:33.123" v="21" actId="478"/>
          <ac:cxnSpMkLst>
            <pc:docMk/>
            <pc:sldMk cId="2749195822" sldId="2147474057"/>
            <ac:cxnSpMk id="6" creationId="{A1A8C1FA-5FC3-4DE8-99CB-415888DDF251}"/>
          </ac:cxnSpMkLst>
        </pc:cxnChg>
        <pc:cxnChg chg="mod">
          <ac:chgData name="Li,Yuting (HP Medicine) BII-CN-S" userId="ce8fbb54-122c-426d-b8da-fdcc5e1b5022" providerId="ADAL" clId="{8CAD632A-F90D-473A-B84B-96B51667546C}" dt="2023-06-06T02:40:36.946" v="690" actId="14100"/>
          <ac:cxnSpMkLst>
            <pc:docMk/>
            <pc:sldMk cId="2749195822" sldId="2147474057"/>
            <ac:cxnSpMk id="144" creationId="{9C165100-0114-4167-8FF0-BFF01B293D04}"/>
          </ac:cxnSpMkLst>
        </pc:cxnChg>
      </pc:sldChg>
      <pc:sldChg chg="addSp modSp mod">
        <pc:chgData name="Li,Yuting (HP Medicine) BII-CN-S" userId="ce8fbb54-122c-426d-b8da-fdcc5e1b5022" providerId="ADAL" clId="{8CAD632A-F90D-473A-B84B-96B51667546C}" dt="2023-06-14T13:58:40.069" v="5951" actId="20577"/>
        <pc:sldMkLst>
          <pc:docMk/>
          <pc:sldMk cId="3411998416" sldId="2147474058"/>
        </pc:sldMkLst>
        <pc:spChg chg="add mod">
          <ac:chgData name="Li,Yuting (HP Medicine) BII-CN-S" userId="ce8fbb54-122c-426d-b8da-fdcc5e1b5022" providerId="ADAL" clId="{8CAD632A-F90D-473A-B84B-96B51667546C}" dt="2023-06-14T13:58:12.782" v="5935" actId="1076"/>
          <ac:spMkLst>
            <pc:docMk/>
            <pc:sldMk cId="3411998416" sldId="2147474058"/>
            <ac:spMk id="5" creationId="{23DB86F8-60A0-6A56-DC74-D2994B3B6CA9}"/>
          </ac:spMkLst>
        </pc:spChg>
        <pc:spChg chg="mod">
          <ac:chgData name="Li,Yuting (HP Medicine) BII-CN-S" userId="ce8fbb54-122c-426d-b8da-fdcc5e1b5022" providerId="ADAL" clId="{8CAD632A-F90D-473A-B84B-96B51667546C}" dt="2023-06-09T09:14:17.469" v="4080" actId="14100"/>
          <ac:spMkLst>
            <pc:docMk/>
            <pc:sldMk cId="3411998416" sldId="2147474058"/>
            <ac:spMk id="75" creationId="{23E443ED-C91E-4425-963C-DB47A7F0B19C}"/>
          </ac:spMkLst>
        </pc:spChg>
        <pc:spChg chg="mod">
          <ac:chgData name="Li,Yuting (HP Medicine) BII-CN-S" userId="ce8fbb54-122c-426d-b8da-fdcc5e1b5022" providerId="ADAL" clId="{8CAD632A-F90D-473A-B84B-96B51667546C}" dt="2023-06-14T13:57:55.916" v="5921" actId="1076"/>
          <ac:spMkLst>
            <pc:docMk/>
            <pc:sldMk cId="3411998416" sldId="2147474058"/>
            <ac:spMk id="83" creationId="{A1E70551-578A-4B35-ACAC-04BA6E603952}"/>
          </ac:spMkLst>
        </pc:spChg>
        <pc:spChg chg="mod">
          <ac:chgData name="Li,Yuting (HP Medicine) BII-CN-S" userId="ce8fbb54-122c-426d-b8da-fdcc5e1b5022" providerId="ADAL" clId="{8CAD632A-F90D-473A-B84B-96B51667546C}" dt="2023-06-14T13:58:01.318" v="5934" actId="1038"/>
          <ac:spMkLst>
            <pc:docMk/>
            <pc:sldMk cId="3411998416" sldId="2147474058"/>
            <ac:spMk id="85" creationId="{B361C849-6669-4EC4-A9AD-EB1BCC463147}"/>
          </ac:spMkLst>
        </pc:spChg>
        <pc:spChg chg="mod">
          <ac:chgData name="Li,Yuting (HP Medicine) BII-CN-S" userId="ce8fbb54-122c-426d-b8da-fdcc5e1b5022" providerId="ADAL" clId="{8CAD632A-F90D-473A-B84B-96B51667546C}" dt="2023-06-14T13:58:40.069" v="5951" actId="20577"/>
          <ac:spMkLst>
            <pc:docMk/>
            <pc:sldMk cId="3411998416" sldId="2147474058"/>
            <ac:spMk id="88" creationId="{9224C17E-1AA1-4096-A3FD-25D6FD8BA444}"/>
          </ac:spMkLst>
        </pc:spChg>
        <pc:spChg chg="mod">
          <ac:chgData name="Li,Yuting (HP Medicine) BII-CN-S" userId="ce8fbb54-122c-426d-b8da-fdcc5e1b5022" providerId="ADAL" clId="{8CAD632A-F90D-473A-B84B-96B51667546C}" dt="2023-06-06T03:11:48.598" v="1365" actId="20577"/>
          <ac:spMkLst>
            <pc:docMk/>
            <pc:sldMk cId="3411998416" sldId="2147474058"/>
            <ac:spMk id="91" creationId="{FD45A3FD-80BA-4AD6-B3CE-25602A6E2FB5}"/>
          </ac:spMkLst>
        </pc:spChg>
        <pc:spChg chg="mod">
          <ac:chgData name="Li,Yuting (HP Medicine) BII-CN-S" userId="ce8fbb54-122c-426d-b8da-fdcc5e1b5022" providerId="ADAL" clId="{8CAD632A-F90D-473A-B84B-96B51667546C}" dt="2023-06-14T12:40:12.034" v="5748" actId="1076"/>
          <ac:spMkLst>
            <pc:docMk/>
            <pc:sldMk cId="3411998416" sldId="2147474058"/>
            <ac:spMk id="107" creationId="{FD43DEAD-0A6B-403E-9224-705A3FF31589}"/>
          </ac:spMkLst>
        </pc:spChg>
        <pc:grpChg chg="mod">
          <ac:chgData name="Li,Yuting (HP Medicine) BII-CN-S" userId="ce8fbb54-122c-426d-b8da-fdcc5e1b5022" providerId="ADAL" clId="{8CAD632A-F90D-473A-B84B-96B51667546C}" dt="2023-06-06T03:11:56.932" v="1366" actId="1076"/>
          <ac:grpSpMkLst>
            <pc:docMk/>
            <pc:sldMk cId="3411998416" sldId="2147474058"/>
            <ac:grpSpMk id="50" creationId="{00000000-0000-0000-0000-000000000000}"/>
          </ac:grpSpMkLst>
        </pc:grpChg>
      </pc:sldChg>
      <pc:sldChg chg="modSp mod modShow">
        <pc:chgData name="Li,Yuting (HP Medicine) BII-CN-S" userId="ce8fbb54-122c-426d-b8da-fdcc5e1b5022" providerId="ADAL" clId="{8CAD632A-F90D-473A-B84B-96B51667546C}" dt="2023-06-13T14:18:24.745" v="4193" actId="729"/>
        <pc:sldMkLst>
          <pc:docMk/>
          <pc:sldMk cId="1297387823" sldId="2147474059"/>
        </pc:sldMkLst>
        <pc:spChg chg="mod">
          <ac:chgData name="Li,Yuting (HP Medicine) BII-CN-S" userId="ce8fbb54-122c-426d-b8da-fdcc5e1b5022" providerId="ADAL" clId="{8CAD632A-F90D-473A-B84B-96B51667546C}" dt="2023-06-06T03:13:56.512" v="1399" actId="1076"/>
          <ac:spMkLst>
            <pc:docMk/>
            <pc:sldMk cId="1297387823" sldId="2147474059"/>
            <ac:spMk id="29" creationId="{9224C17E-1AA1-4096-A3FD-25D6FD8BA444}"/>
          </ac:spMkLst>
        </pc:spChg>
        <pc:spChg chg="mod">
          <ac:chgData name="Li,Yuting (HP Medicine) BII-CN-S" userId="ce8fbb54-122c-426d-b8da-fdcc5e1b5022" providerId="ADAL" clId="{8CAD632A-F90D-473A-B84B-96B51667546C}" dt="2023-06-06T05:51:22.894" v="1824" actId="6549"/>
          <ac:spMkLst>
            <pc:docMk/>
            <pc:sldMk cId="1297387823" sldId="2147474059"/>
            <ac:spMk id="62" creationId="{8DB07CF5-ABA1-4C9B-A9DA-0E66E05CDEC6}"/>
          </ac:spMkLst>
        </pc:spChg>
        <pc:cxnChg chg="mod">
          <ac:chgData name="Li,Yuting (HP Medicine) BII-CN-S" userId="ce8fbb54-122c-426d-b8da-fdcc5e1b5022" providerId="ADAL" clId="{8CAD632A-F90D-473A-B84B-96B51667546C}" dt="2023-06-06T03:14:05.115" v="1400" actId="1076"/>
          <ac:cxnSpMkLst>
            <pc:docMk/>
            <pc:sldMk cId="1297387823" sldId="2147474059"/>
            <ac:cxnSpMk id="28" creationId="{9C165100-0114-4167-8FF0-BFF01B293D04}"/>
          </ac:cxnSpMkLst>
        </pc:cxnChg>
      </pc:sldChg>
      <pc:sldChg chg="del">
        <pc:chgData name="Li,Yuting (HP Medicine) BII-CN-S" userId="ce8fbb54-122c-426d-b8da-fdcc5e1b5022" providerId="ADAL" clId="{8CAD632A-F90D-473A-B84B-96B51667546C}" dt="2023-06-06T03:12:47.879" v="1370"/>
        <pc:sldMkLst>
          <pc:docMk/>
          <pc:sldMk cId="4225257817" sldId="2147474059"/>
        </pc:sldMkLst>
      </pc:sldChg>
      <pc:sldChg chg="addSp modSp mod delCm modNotesTx">
        <pc:chgData name="Li,Yuting (HP Medicine) BII-CN-S" userId="ce8fbb54-122c-426d-b8da-fdcc5e1b5022" providerId="ADAL" clId="{8CAD632A-F90D-473A-B84B-96B51667546C}" dt="2023-06-14T14:01:22.834" v="5952" actId="20578"/>
        <pc:sldMkLst>
          <pc:docMk/>
          <pc:sldMk cId="288407488" sldId="2147474061"/>
        </pc:sldMkLst>
        <pc:spChg chg="mod">
          <ac:chgData name="Li,Yuting (HP Medicine) BII-CN-S" userId="ce8fbb54-122c-426d-b8da-fdcc5e1b5022" providerId="ADAL" clId="{8CAD632A-F90D-473A-B84B-96B51667546C}" dt="2023-06-14T14:01:22.834" v="5952" actId="20578"/>
          <ac:spMkLst>
            <pc:docMk/>
            <pc:sldMk cId="288407488" sldId="2147474061"/>
            <ac:spMk id="6" creationId="{25357EA1-1F19-4D1B-9A4E-2EAB26F09BB9}"/>
          </ac:spMkLst>
        </pc:spChg>
        <pc:spChg chg="add mod">
          <ac:chgData name="Li,Yuting (HP Medicine) BII-CN-S" userId="ce8fbb54-122c-426d-b8da-fdcc5e1b5022" providerId="ADAL" clId="{8CAD632A-F90D-473A-B84B-96B51667546C}" dt="2023-06-14T12:30:25.006" v="5595" actId="1076"/>
          <ac:spMkLst>
            <pc:docMk/>
            <pc:sldMk cId="288407488" sldId="2147474061"/>
            <ac:spMk id="15" creationId="{C995BBD0-3EB3-27C9-963B-A0F9567F48B7}"/>
          </ac:spMkLst>
        </pc:spChg>
        <pc:spChg chg="add mod">
          <ac:chgData name="Li,Yuting (HP Medicine) BII-CN-S" userId="ce8fbb54-122c-426d-b8da-fdcc5e1b5022" providerId="ADAL" clId="{8CAD632A-F90D-473A-B84B-96B51667546C}" dt="2023-06-14T12:30:15.734" v="5592" actId="1076"/>
          <ac:spMkLst>
            <pc:docMk/>
            <pc:sldMk cId="288407488" sldId="2147474061"/>
            <ac:spMk id="20" creationId="{4DDF2D0E-0F2B-463E-42D1-3E0AB0F1BB9D}"/>
          </ac:spMkLst>
        </pc:spChg>
        <pc:spChg chg="add mod">
          <ac:chgData name="Li,Yuting (HP Medicine) BII-CN-S" userId="ce8fbb54-122c-426d-b8da-fdcc5e1b5022" providerId="ADAL" clId="{8CAD632A-F90D-473A-B84B-96B51667546C}" dt="2023-06-14T12:30:30.072" v="5606" actId="1037"/>
          <ac:spMkLst>
            <pc:docMk/>
            <pc:sldMk cId="288407488" sldId="2147474061"/>
            <ac:spMk id="23" creationId="{08FAF2A8-6CEB-8734-0FCB-96E294F871DE}"/>
          </ac:spMkLst>
        </pc:spChg>
        <pc:spChg chg="add mod">
          <ac:chgData name="Li,Yuting (HP Medicine) BII-CN-S" userId="ce8fbb54-122c-426d-b8da-fdcc5e1b5022" providerId="ADAL" clId="{8CAD632A-F90D-473A-B84B-96B51667546C}" dt="2023-06-14T12:30:20.317" v="5594" actId="1076"/>
          <ac:spMkLst>
            <pc:docMk/>
            <pc:sldMk cId="288407488" sldId="2147474061"/>
            <ac:spMk id="24" creationId="{8B72DDFF-2ED8-98C8-FABC-75BB04F8FC0F}"/>
          </ac:spMkLst>
        </pc:spChg>
        <pc:spChg chg="mod">
          <ac:chgData name="Li,Yuting (HP Medicine) BII-CN-S" userId="ce8fbb54-122c-426d-b8da-fdcc5e1b5022" providerId="ADAL" clId="{8CAD632A-F90D-473A-B84B-96B51667546C}" dt="2023-06-06T03:20:15.309" v="1654" actId="1076"/>
          <ac:spMkLst>
            <pc:docMk/>
            <pc:sldMk cId="288407488" sldId="2147474061"/>
            <ac:spMk id="157" creationId="{B0CE4069-8EAE-4A17-ABA2-E0CD5232A7CD}"/>
          </ac:spMkLst>
        </pc:spChg>
        <pc:spChg chg="mod">
          <ac:chgData name="Li,Yuting (HP Medicine) BII-CN-S" userId="ce8fbb54-122c-426d-b8da-fdcc5e1b5022" providerId="ADAL" clId="{8CAD632A-F90D-473A-B84B-96B51667546C}" dt="2023-06-12T09:03:58.060" v="4148" actId="20577"/>
          <ac:spMkLst>
            <pc:docMk/>
            <pc:sldMk cId="288407488" sldId="2147474061"/>
            <ac:spMk id="160" creationId="{37CF8D9D-52FB-44D2-887A-5E108CA21D63}"/>
          </ac:spMkLst>
        </pc:spChg>
        <pc:spChg chg="mod">
          <ac:chgData name="Li,Yuting (HP Medicine) BII-CN-S" userId="ce8fbb54-122c-426d-b8da-fdcc5e1b5022" providerId="ADAL" clId="{8CAD632A-F90D-473A-B84B-96B51667546C}" dt="2023-06-14T12:28:09.430" v="5550" actId="20577"/>
          <ac:spMkLst>
            <pc:docMk/>
            <pc:sldMk cId="288407488" sldId="2147474061"/>
            <ac:spMk id="175" creationId="{8C9854DC-0DCD-46ED-BAB7-E76341141C87}"/>
          </ac:spMkLst>
        </pc:spChg>
        <pc:spChg chg="mod">
          <ac:chgData name="Li,Yuting (HP Medicine) BII-CN-S" userId="ce8fbb54-122c-426d-b8da-fdcc5e1b5022" providerId="ADAL" clId="{8CAD632A-F90D-473A-B84B-96B51667546C}" dt="2023-06-06T03:20:08.714" v="1653" actId="1076"/>
          <ac:spMkLst>
            <pc:docMk/>
            <pc:sldMk cId="288407488" sldId="2147474061"/>
            <ac:spMk id="181" creationId="{027EAF24-5C8B-4E99-BBC9-EBA7F47C0C77}"/>
          </ac:spMkLst>
        </pc:spChg>
        <pc:grpChg chg="mod">
          <ac:chgData name="Li,Yuting (HP Medicine) BII-CN-S" userId="ce8fbb54-122c-426d-b8da-fdcc5e1b5022" providerId="ADAL" clId="{8CAD632A-F90D-473A-B84B-96B51667546C}" dt="2023-06-14T12:28:44.333" v="5552" actId="1076"/>
          <ac:grpSpMkLst>
            <pc:docMk/>
            <pc:sldMk cId="288407488" sldId="2147474061"/>
            <ac:grpSpMk id="203" creationId="{3855D1D5-D3D2-4F97-9E67-F3646B91ACCC}"/>
          </ac:grpSpMkLst>
        </pc:grpChg>
      </pc:sldChg>
      <pc:sldChg chg="del">
        <pc:chgData name="Li,Yuting (HP Medicine) BII-CN-S" userId="ce8fbb54-122c-426d-b8da-fdcc5e1b5022" providerId="ADAL" clId="{8CAD632A-F90D-473A-B84B-96B51667546C}" dt="2023-06-06T03:22:29.627" v="1816"/>
        <pc:sldMkLst>
          <pc:docMk/>
          <pc:sldMk cId="603432166" sldId="2147474062"/>
        </pc:sldMkLst>
      </pc:sldChg>
      <pc:sldChg chg="modSp mod">
        <pc:chgData name="Li,Yuting (HP Medicine) BII-CN-S" userId="ce8fbb54-122c-426d-b8da-fdcc5e1b5022" providerId="ADAL" clId="{8CAD632A-F90D-473A-B84B-96B51667546C}" dt="2023-06-14T14:02:16.847" v="5973" actId="404"/>
        <pc:sldMkLst>
          <pc:docMk/>
          <pc:sldMk cId="3420136281" sldId="2147474062"/>
        </pc:sldMkLst>
        <pc:spChg chg="mod">
          <ac:chgData name="Li,Yuting (HP Medicine) BII-CN-S" userId="ce8fbb54-122c-426d-b8da-fdcc5e1b5022" providerId="ADAL" clId="{8CAD632A-F90D-473A-B84B-96B51667546C}" dt="2023-06-14T14:02:16.847" v="5973" actId="404"/>
          <ac:spMkLst>
            <pc:docMk/>
            <pc:sldMk cId="3420136281" sldId="2147474062"/>
            <ac:spMk id="2" creationId="{899E9FD5-14F4-46B5-85BD-4B2D5616E6A9}"/>
          </ac:spMkLst>
        </pc:spChg>
      </pc:sldChg>
      <pc:sldChg chg="del">
        <pc:chgData name="Li,Yuting (HP Medicine) BII-CN-S" userId="ce8fbb54-122c-426d-b8da-fdcc5e1b5022" providerId="ADAL" clId="{8CAD632A-F90D-473A-B84B-96B51667546C}" dt="2023-06-06T03:22:29.627" v="1816"/>
        <pc:sldMkLst>
          <pc:docMk/>
          <pc:sldMk cId="3420136281" sldId="2147474063"/>
        </pc:sldMkLst>
      </pc:sldChg>
      <pc:sldChg chg="addSp delSp modSp mod">
        <pc:chgData name="Li,Yuting (HP Medicine) BII-CN-S" userId="ce8fbb54-122c-426d-b8da-fdcc5e1b5022" providerId="ADAL" clId="{8CAD632A-F90D-473A-B84B-96B51667546C}" dt="2023-06-14T14:05:47.524" v="5997" actId="478"/>
        <pc:sldMkLst>
          <pc:docMk/>
          <pc:sldMk cId="3825196918" sldId="2147474063"/>
        </pc:sldMkLst>
        <pc:spChg chg="mod">
          <ac:chgData name="Li,Yuting (HP Medicine) BII-CN-S" userId="ce8fbb54-122c-426d-b8da-fdcc5e1b5022" providerId="ADAL" clId="{8CAD632A-F90D-473A-B84B-96B51667546C}" dt="2023-06-14T14:02:37.096" v="5981" actId="404"/>
          <ac:spMkLst>
            <pc:docMk/>
            <pc:sldMk cId="3825196918" sldId="2147474063"/>
            <ac:spMk id="2" creationId="{899E9FD5-14F4-46B5-85BD-4B2D5616E6A9}"/>
          </ac:spMkLst>
        </pc:spChg>
        <pc:spChg chg="add mod">
          <ac:chgData name="Li,Yuting (HP Medicine) BII-CN-S" userId="ce8fbb54-122c-426d-b8da-fdcc5e1b5022" providerId="ADAL" clId="{8CAD632A-F90D-473A-B84B-96B51667546C}" dt="2023-06-09T06:00:25.192" v="3585" actId="20577"/>
          <ac:spMkLst>
            <pc:docMk/>
            <pc:sldMk cId="3825196918" sldId="2147474063"/>
            <ac:spMk id="3" creationId="{0DFA393C-7BEB-0277-C023-E1440554D8EC}"/>
          </ac:spMkLst>
        </pc:spChg>
        <pc:spChg chg="add del mod">
          <ac:chgData name="Li,Yuting (HP Medicine) BII-CN-S" userId="ce8fbb54-122c-426d-b8da-fdcc5e1b5022" providerId="ADAL" clId="{8CAD632A-F90D-473A-B84B-96B51667546C}" dt="2023-06-14T14:05:47.524" v="5997" actId="478"/>
          <ac:spMkLst>
            <pc:docMk/>
            <pc:sldMk cId="3825196918" sldId="2147474063"/>
            <ac:spMk id="9" creationId="{1A7687A8-05C5-8B39-25D6-F223FA6C9966}"/>
          </ac:spMkLst>
        </pc:spChg>
      </pc:sldChg>
      <pc:sldChg chg="del">
        <pc:chgData name="Li,Yuting (HP Medicine) BII-CN-S" userId="ce8fbb54-122c-426d-b8da-fdcc5e1b5022" providerId="ADAL" clId="{8CAD632A-F90D-473A-B84B-96B51667546C}" dt="2023-06-06T03:22:29.627" v="1816"/>
        <pc:sldMkLst>
          <pc:docMk/>
          <pc:sldMk cId="1274940802" sldId="2147474064"/>
        </pc:sldMkLst>
      </pc:sldChg>
      <pc:sldChg chg="addSp modSp mod addCm modCm">
        <pc:chgData name="Li,Yuting (HP Medicine) BII-CN-S" userId="ce8fbb54-122c-426d-b8da-fdcc5e1b5022" providerId="ADAL" clId="{8CAD632A-F90D-473A-B84B-96B51667546C}" dt="2023-06-14T14:05:55.511" v="5998" actId="404"/>
        <pc:sldMkLst>
          <pc:docMk/>
          <pc:sldMk cId="1655944972" sldId="2147474064"/>
        </pc:sldMkLst>
        <pc:spChg chg="mod">
          <ac:chgData name="Li,Yuting (HP Medicine) BII-CN-S" userId="ce8fbb54-122c-426d-b8da-fdcc5e1b5022" providerId="ADAL" clId="{8CAD632A-F90D-473A-B84B-96B51667546C}" dt="2023-06-14T14:05:55.511" v="5998" actId="404"/>
          <ac:spMkLst>
            <pc:docMk/>
            <pc:sldMk cId="1655944972" sldId="2147474064"/>
            <ac:spMk id="2" creationId="{899E9FD5-14F4-46B5-85BD-4B2D5616E6A9}"/>
          </ac:spMkLst>
        </pc:spChg>
        <pc:spChg chg="add mod">
          <ac:chgData name="Li,Yuting (HP Medicine) BII-CN-S" userId="ce8fbb54-122c-426d-b8da-fdcc5e1b5022" providerId="ADAL" clId="{8CAD632A-F90D-473A-B84B-96B51667546C}" dt="2023-06-13T14:26:06.306" v="4578" actId="20577"/>
          <ac:spMkLst>
            <pc:docMk/>
            <pc:sldMk cId="1655944972" sldId="2147474064"/>
            <ac:spMk id="4" creationId="{5A74492E-2589-1B68-5A60-348CD6528FE8}"/>
          </ac:spMkLst>
        </pc:spChg>
      </pc:sldChg>
      <pc:sldChg chg="modSp mod">
        <pc:chgData name="Li,Yuting (HP Medicine) BII-CN-S" userId="ce8fbb54-122c-426d-b8da-fdcc5e1b5022" providerId="ADAL" clId="{8CAD632A-F90D-473A-B84B-96B51667546C}" dt="2023-06-14T14:13:45.983" v="6000" actId="404"/>
        <pc:sldMkLst>
          <pc:docMk/>
          <pc:sldMk cId="1079775058" sldId="2147474065"/>
        </pc:sldMkLst>
        <pc:spChg chg="mod">
          <ac:chgData name="Li,Yuting (HP Medicine) BII-CN-S" userId="ce8fbb54-122c-426d-b8da-fdcc5e1b5022" providerId="ADAL" clId="{8CAD632A-F90D-473A-B84B-96B51667546C}" dt="2023-06-14T14:13:45.983" v="6000" actId="404"/>
          <ac:spMkLst>
            <pc:docMk/>
            <pc:sldMk cId="1079775058" sldId="2147474065"/>
            <ac:spMk id="2" creationId="{899E9FD5-14F4-46B5-85BD-4B2D5616E6A9}"/>
          </ac:spMkLst>
        </pc:spChg>
      </pc:sldChg>
      <pc:sldChg chg="del">
        <pc:chgData name="Li,Yuting (HP Medicine) BII-CN-S" userId="ce8fbb54-122c-426d-b8da-fdcc5e1b5022" providerId="ADAL" clId="{8CAD632A-F90D-473A-B84B-96B51667546C}" dt="2023-06-06T03:22:29.627" v="1816"/>
        <pc:sldMkLst>
          <pc:docMk/>
          <pc:sldMk cId="3419458793" sldId="2147474065"/>
        </pc:sldMkLst>
      </pc:sldChg>
      <pc:sldChg chg="del">
        <pc:chgData name="Li,Yuting (HP Medicine) BII-CN-S" userId="ce8fbb54-122c-426d-b8da-fdcc5e1b5022" providerId="ADAL" clId="{8CAD632A-F90D-473A-B84B-96B51667546C}" dt="2023-06-06T03:22:29.627" v="1816"/>
        <pc:sldMkLst>
          <pc:docMk/>
          <pc:sldMk cId="298682495" sldId="2147474066"/>
        </pc:sldMkLst>
      </pc:sldChg>
      <pc:sldChg chg="modSp mod ord">
        <pc:chgData name="Li,Yuting (HP Medicine) BII-CN-S" userId="ce8fbb54-122c-426d-b8da-fdcc5e1b5022" providerId="ADAL" clId="{8CAD632A-F90D-473A-B84B-96B51667546C}" dt="2023-06-14T14:09:16.753" v="5999" actId="404"/>
        <pc:sldMkLst>
          <pc:docMk/>
          <pc:sldMk cId="1632743858" sldId="2147474066"/>
        </pc:sldMkLst>
        <pc:spChg chg="mod">
          <ac:chgData name="Li,Yuting (HP Medicine) BII-CN-S" userId="ce8fbb54-122c-426d-b8da-fdcc5e1b5022" providerId="ADAL" clId="{8CAD632A-F90D-473A-B84B-96B51667546C}" dt="2023-06-14T14:09:16.753" v="5999" actId="404"/>
          <ac:spMkLst>
            <pc:docMk/>
            <pc:sldMk cId="1632743858" sldId="2147474066"/>
            <ac:spMk id="5" creationId="{ED313FD7-3429-45C7-99CF-22A9E776C723}"/>
          </ac:spMkLst>
        </pc:spChg>
      </pc:sldChg>
      <pc:sldChg chg="del">
        <pc:chgData name="Li,Yuting (HP Medicine) BII-CN-S" userId="ce8fbb54-122c-426d-b8da-fdcc5e1b5022" providerId="ADAL" clId="{8CAD632A-F90D-473A-B84B-96B51667546C}" dt="2023-06-06T03:22:29.627" v="1816"/>
        <pc:sldMkLst>
          <pc:docMk/>
          <pc:sldMk cId="931875289" sldId="2147474067"/>
        </pc:sldMkLst>
      </pc:sldChg>
      <pc:sldChg chg="modSp new mod addCm modCm">
        <pc:chgData name="Li,Yuting (HP Medicine) BII-CN-S" userId="ce8fbb54-122c-426d-b8da-fdcc5e1b5022" providerId="ADAL" clId="{8CAD632A-F90D-473A-B84B-96B51667546C}" dt="2023-06-06T07:17:58.661" v="3515" actId="20577"/>
        <pc:sldMkLst>
          <pc:docMk/>
          <pc:sldMk cId="990989320" sldId="2147474068"/>
        </pc:sldMkLst>
        <pc:spChg chg="mod">
          <ac:chgData name="Li,Yuting (HP Medicine) BII-CN-S" userId="ce8fbb54-122c-426d-b8da-fdcc5e1b5022" providerId="ADAL" clId="{8CAD632A-F90D-473A-B84B-96B51667546C}" dt="2023-06-06T07:17:58.661" v="3515" actId="20577"/>
          <ac:spMkLst>
            <pc:docMk/>
            <pc:sldMk cId="990989320" sldId="2147474068"/>
            <ac:spMk id="4" creationId="{2E24E0FE-E8BE-4153-624F-BA4E4D1E3A15}"/>
          </ac:spMkLst>
        </pc:spChg>
      </pc:sldChg>
      <pc:sldChg chg="del">
        <pc:chgData name="Li,Yuting (HP Medicine) BII-CN-S" userId="ce8fbb54-122c-426d-b8da-fdcc5e1b5022" providerId="ADAL" clId="{8CAD632A-F90D-473A-B84B-96B51667546C}" dt="2023-06-06T03:22:29.627" v="1816"/>
        <pc:sldMkLst>
          <pc:docMk/>
          <pc:sldMk cId="2382937474" sldId="2147474068"/>
        </pc:sldMkLst>
      </pc:sldChg>
      <pc:sldChg chg="modSp add del mod">
        <pc:chgData name="Li,Yuting (HP Medicine) BII-CN-S" userId="ce8fbb54-122c-426d-b8da-fdcc5e1b5022" providerId="ADAL" clId="{8CAD632A-F90D-473A-B84B-96B51667546C}" dt="2023-06-09T06:36:15.546" v="3783" actId="5793"/>
        <pc:sldMkLst>
          <pc:docMk/>
          <pc:sldMk cId="4225257817" sldId="2147474069"/>
        </pc:sldMkLst>
        <pc:spChg chg="mod">
          <ac:chgData name="Li,Yuting (HP Medicine) BII-CN-S" userId="ce8fbb54-122c-426d-b8da-fdcc5e1b5022" providerId="ADAL" clId="{8CAD632A-F90D-473A-B84B-96B51667546C}" dt="2023-06-06T06:39:34.336" v="1956" actId="1076"/>
          <ac:spMkLst>
            <pc:docMk/>
            <pc:sldMk cId="4225257817" sldId="2147474069"/>
            <ac:spMk id="108" creationId="{5DFEA8EC-7991-4674-8181-76CD550E3CF1}"/>
          </ac:spMkLst>
        </pc:spChg>
        <pc:spChg chg="mod">
          <ac:chgData name="Li,Yuting (HP Medicine) BII-CN-S" userId="ce8fbb54-122c-426d-b8da-fdcc5e1b5022" providerId="ADAL" clId="{8CAD632A-F90D-473A-B84B-96B51667546C}" dt="2023-06-09T06:36:15.546" v="3783" actId="5793"/>
          <ac:spMkLst>
            <pc:docMk/>
            <pc:sldMk cId="4225257817" sldId="2147474069"/>
            <ac:spMk id="111" creationId="{40929094-C8CC-4BCB-B988-FAC9EF24EDE7}"/>
          </ac:spMkLst>
        </pc:spChg>
      </pc:sldChg>
      <pc:sldChg chg="addSp delSp modSp mod addCm modCm">
        <pc:chgData name="Li,Yuting (HP Medicine) BII-CN-S" userId="ce8fbb54-122c-426d-b8da-fdcc5e1b5022" providerId="ADAL" clId="{8CAD632A-F90D-473A-B84B-96B51667546C}" dt="2023-06-14T14:20:14.233" v="6003" actId="14100"/>
        <pc:sldMkLst>
          <pc:docMk/>
          <pc:sldMk cId="612364259" sldId="2147474070"/>
        </pc:sldMkLst>
        <pc:spChg chg="add del mod">
          <ac:chgData name="Li,Yuting (HP Medicine) BII-CN-S" userId="ce8fbb54-122c-426d-b8da-fdcc5e1b5022" providerId="ADAL" clId="{8CAD632A-F90D-473A-B84B-96B51667546C}" dt="2023-06-06T06:42:54.552" v="1962"/>
          <ac:spMkLst>
            <pc:docMk/>
            <pc:sldMk cId="612364259" sldId="2147474070"/>
            <ac:spMk id="3" creationId="{9C668806-677D-0704-51D4-77446DBADC60}"/>
          </ac:spMkLst>
        </pc:spChg>
        <pc:spChg chg="add mod">
          <ac:chgData name="Li,Yuting (HP Medicine) BII-CN-S" userId="ce8fbb54-122c-426d-b8da-fdcc5e1b5022" providerId="ADAL" clId="{8CAD632A-F90D-473A-B84B-96B51667546C}" dt="2023-06-06T06:46:18.884" v="1965" actId="767"/>
          <ac:spMkLst>
            <pc:docMk/>
            <pc:sldMk cId="612364259" sldId="2147474070"/>
            <ac:spMk id="6" creationId="{2347D816-7793-9CBC-73AE-820AFD41CF8B}"/>
          </ac:spMkLst>
        </pc:spChg>
        <pc:spChg chg="add mod">
          <ac:chgData name="Li,Yuting (HP Medicine) BII-CN-S" userId="ce8fbb54-122c-426d-b8da-fdcc5e1b5022" providerId="ADAL" clId="{8CAD632A-F90D-473A-B84B-96B51667546C}" dt="2023-06-14T14:20:14.233" v="6003" actId="14100"/>
          <ac:spMkLst>
            <pc:docMk/>
            <pc:sldMk cId="612364259" sldId="2147474070"/>
            <ac:spMk id="7" creationId="{903A62CF-15B9-3CAE-44E3-670F2DC6C24C}"/>
          </ac:spMkLst>
        </pc:spChg>
      </pc:sldChg>
      <pc:sldChg chg="modSp mod">
        <pc:chgData name="Li,Yuting (HP Medicine) BII-CN-S" userId="ce8fbb54-122c-426d-b8da-fdcc5e1b5022" providerId="ADAL" clId="{8CAD632A-F90D-473A-B84B-96B51667546C}" dt="2023-06-14T12:56:36.561" v="5778" actId="20577"/>
        <pc:sldMkLst>
          <pc:docMk/>
          <pc:sldMk cId="112041081" sldId="2147474071"/>
        </pc:sldMkLst>
        <pc:spChg chg="mod">
          <ac:chgData name="Li,Yuting (HP Medicine) BII-CN-S" userId="ce8fbb54-122c-426d-b8da-fdcc5e1b5022" providerId="ADAL" clId="{8CAD632A-F90D-473A-B84B-96B51667546C}" dt="2023-06-14T12:56:36.561" v="5778" actId="20577"/>
          <ac:spMkLst>
            <pc:docMk/>
            <pc:sldMk cId="112041081" sldId="2147474071"/>
            <ac:spMk id="12" creationId="{C900F43C-F4FF-4A5F-ADEF-A67452BFB7C9}"/>
          </ac:spMkLst>
        </pc:spChg>
      </pc:sldChg>
      <pc:sldChg chg="modSp mod">
        <pc:chgData name="Li,Yuting (HP Medicine) BII-CN-S" userId="ce8fbb54-122c-426d-b8da-fdcc5e1b5022" providerId="ADAL" clId="{8CAD632A-F90D-473A-B84B-96B51667546C}" dt="2023-06-06T07:17:36.892" v="3480" actId="20577"/>
        <pc:sldMkLst>
          <pc:docMk/>
          <pc:sldMk cId="1142586059" sldId="2147474074"/>
        </pc:sldMkLst>
        <pc:graphicFrameChg chg="modGraphic">
          <ac:chgData name="Li,Yuting (HP Medicine) BII-CN-S" userId="ce8fbb54-122c-426d-b8da-fdcc5e1b5022" providerId="ADAL" clId="{8CAD632A-F90D-473A-B84B-96B51667546C}" dt="2023-06-06T07:17:36.892" v="3480" actId="20577"/>
          <ac:graphicFrameMkLst>
            <pc:docMk/>
            <pc:sldMk cId="1142586059" sldId="2147474074"/>
            <ac:graphicFrameMk id="12" creationId="{EE24276D-C300-4706-ACD2-32E108653E2B}"/>
          </ac:graphicFrameMkLst>
        </pc:graphicFrameChg>
      </pc:sldChg>
      <pc:sldChg chg="addSp delSp modSp mod modShow addCm delCm">
        <pc:chgData name="Li,Yuting (HP Medicine) BII-CN-S" userId="ce8fbb54-122c-426d-b8da-fdcc5e1b5022" providerId="ADAL" clId="{8CAD632A-F90D-473A-B84B-96B51667546C}" dt="2023-06-13T14:39:30.520" v="4601" actId="729"/>
        <pc:sldMkLst>
          <pc:docMk/>
          <pc:sldMk cId="730220175" sldId="2147474075"/>
        </pc:sldMkLst>
        <pc:spChg chg="mod">
          <ac:chgData name="Li,Yuting (HP Medicine) BII-CN-S" userId="ce8fbb54-122c-426d-b8da-fdcc5e1b5022" providerId="ADAL" clId="{8CAD632A-F90D-473A-B84B-96B51667546C}" dt="2023-06-06T07:05:21.059" v="2516" actId="6549"/>
          <ac:spMkLst>
            <pc:docMk/>
            <pc:sldMk cId="730220175" sldId="2147474075"/>
            <ac:spMk id="2" creationId="{80A2D539-34EF-0E1B-904B-FE0C3DA6C1B1}"/>
          </ac:spMkLst>
        </pc:spChg>
        <pc:spChg chg="mod">
          <ac:chgData name="Li,Yuting (HP Medicine) BII-CN-S" userId="ce8fbb54-122c-426d-b8da-fdcc5e1b5022" providerId="ADAL" clId="{8CAD632A-F90D-473A-B84B-96B51667546C}" dt="2023-06-06T07:05:46.755" v="2517" actId="1076"/>
          <ac:spMkLst>
            <pc:docMk/>
            <pc:sldMk cId="730220175" sldId="2147474075"/>
            <ac:spMk id="5" creationId="{C126C808-450F-6619-7EC4-8004FCC1EA79}"/>
          </ac:spMkLst>
        </pc:spChg>
        <pc:spChg chg="mod">
          <ac:chgData name="Li,Yuting (HP Medicine) BII-CN-S" userId="ce8fbb54-122c-426d-b8da-fdcc5e1b5022" providerId="ADAL" clId="{8CAD632A-F90D-473A-B84B-96B51667546C}" dt="2023-06-06T07:05:53.130" v="2520" actId="404"/>
          <ac:spMkLst>
            <pc:docMk/>
            <pc:sldMk cId="730220175" sldId="2147474075"/>
            <ac:spMk id="8" creationId="{AE447600-E403-ABA8-595E-A73B62B1261B}"/>
          </ac:spMkLst>
        </pc:spChg>
        <pc:spChg chg="mod">
          <ac:chgData name="Li,Yuting (HP Medicine) BII-CN-S" userId="ce8fbb54-122c-426d-b8da-fdcc5e1b5022" providerId="ADAL" clId="{8CAD632A-F90D-473A-B84B-96B51667546C}" dt="2023-06-06T07:06:05.816" v="2524" actId="1076"/>
          <ac:spMkLst>
            <pc:docMk/>
            <pc:sldMk cId="730220175" sldId="2147474075"/>
            <ac:spMk id="10" creationId="{3281BF19-28B9-92B3-76E4-1AF48F812863}"/>
          </ac:spMkLst>
        </pc:spChg>
        <pc:spChg chg="mod">
          <ac:chgData name="Li,Yuting (HP Medicine) BII-CN-S" userId="ce8fbb54-122c-426d-b8da-fdcc5e1b5022" providerId="ADAL" clId="{8CAD632A-F90D-473A-B84B-96B51667546C}" dt="2023-06-06T07:06:31.552" v="2528" actId="1076"/>
          <ac:spMkLst>
            <pc:docMk/>
            <pc:sldMk cId="730220175" sldId="2147474075"/>
            <ac:spMk id="12" creationId="{A111E687-57B2-7A65-9CC4-7F35BC89C2AF}"/>
          </ac:spMkLst>
        </pc:spChg>
        <pc:spChg chg="mod">
          <ac:chgData name="Li,Yuting (HP Medicine) BII-CN-S" userId="ce8fbb54-122c-426d-b8da-fdcc5e1b5022" providerId="ADAL" clId="{8CAD632A-F90D-473A-B84B-96B51667546C}" dt="2023-06-06T07:07:38.270" v="2541" actId="14100"/>
          <ac:spMkLst>
            <pc:docMk/>
            <pc:sldMk cId="730220175" sldId="2147474075"/>
            <ac:spMk id="19" creationId="{401BB098-31CB-2604-3BE6-225E038ACD9A}"/>
          </ac:spMkLst>
        </pc:spChg>
        <pc:spChg chg="mod">
          <ac:chgData name="Li,Yuting (HP Medicine) BII-CN-S" userId="ce8fbb54-122c-426d-b8da-fdcc5e1b5022" providerId="ADAL" clId="{8CAD632A-F90D-473A-B84B-96B51667546C}" dt="2023-06-06T07:07:42.081" v="2542" actId="1076"/>
          <ac:spMkLst>
            <pc:docMk/>
            <pc:sldMk cId="730220175" sldId="2147474075"/>
            <ac:spMk id="38" creationId="{79EBE9D6-EF43-80A0-D0DC-AFC775839F8D}"/>
          </ac:spMkLst>
        </pc:spChg>
        <pc:spChg chg="mod">
          <ac:chgData name="Li,Yuting (HP Medicine) BII-CN-S" userId="ce8fbb54-122c-426d-b8da-fdcc5e1b5022" providerId="ADAL" clId="{8CAD632A-F90D-473A-B84B-96B51667546C}" dt="2023-06-06T07:08:42.510" v="2564" actId="404"/>
          <ac:spMkLst>
            <pc:docMk/>
            <pc:sldMk cId="730220175" sldId="2147474075"/>
            <ac:spMk id="41" creationId="{876BD550-6FF7-203C-C307-756CCDDA8D63}"/>
          </ac:spMkLst>
        </pc:spChg>
        <pc:spChg chg="mod">
          <ac:chgData name="Li,Yuting (HP Medicine) BII-CN-S" userId="ce8fbb54-122c-426d-b8da-fdcc5e1b5022" providerId="ADAL" clId="{8CAD632A-F90D-473A-B84B-96B51667546C}" dt="2023-06-06T07:08:36.155" v="2563" actId="404"/>
          <ac:spMkLst>
            <pc:docMk/>
            <pc:sldMk cId="730220175" sldId="2147474075"/>
            <ac:spMk id="44" creationId="{7A98F61A-9618-538E-F069-2FE7FD2E9030}"/>
          </ac:spMkLst>
        </pc:spChg>
        <pc:spChg chg="mod">
          <ac:chgData name="Li,Yuting (HP Medicine) BII-CN-S" userId="ce8fbb54-122c-426d-b8da-fdcc5e1b5022" providerId="ADAL" clId="{8CAD632A-F90D-473A-B84B-96B51667546C}" dt="2023-06-06T07:09:48.456" v="2572" actId="1035"/>
          <ac:spMkLst>
            <pc:docMk/>
            <pc:sldMk cId="730220175" sldId="2147474075"/>
            <ac:spMk id="46" creationId="{E1967F0C-786B-5FAE-1814-13FF86CF32BF}"/>
          </ac:spMkLst>
        </pc:spChg>
        <pc:spChg chg="mod">
          <ac:chgData name="Li,Yuting (HP Medicine) BII-CN-S" userId="ce8fbb54-122c-426d-b8da-fdcc5e1b5022" providerId="ADAL" clId="{8CAD632A-F90D-473A-B84B-96B51667546C}" dt="2023-06-06T07:07:11.682" v="2534" actId="1076"/>
          <ac:spMkLst>
            <pc:docMk/>
            <pc:sldMk cId="730220175" sldId="2147474075"/>
            <ac:spMk id="60" creationId="{3895085A-ADD1-518B-3AA2-D296EA4EB32B}"/>
          </ac:spMkLst>
        </pc:spChg>
        <pc:cxnChg chg="mod">
          <ac:chgData name="Li,Yuting (HP Medicine) BII-CN-S" userId="ce8fbb54-122c-426d-b8da-fdcc5e1b5022" providerId="ADAL" clId="{8CAD632A-F90D-473A-B84B-96B51667546C}" dt="2023-06-06T07:05:46.755" v="2517" actId="1076"/>
          <ac:cxnSpMkLst>
            <pc:docMk/>
            <pc:sldMk cId="730220175" sldId="2147474075"/>
            <ac:cxnSpMk id="9" creationId="{65E9FF89-BC2D-BB6A-983E-39025D3F4F10}"/>
          </ac:cxnSpMkLst>
        </pc:cxnChg>
        <pc:cxnChg chg="mod">
          <ac:chgData name="Li,Yuting (HP Medicine) BII-CN-S" userId="ce8fbb54-122c-426d-b8da-fdcc5e1b5022" providerId="ADAL" clId="{8CAD632A-F90D-473A-B84B-96B51667546C}" dt="2023-06-06T07:06:31.552" v="2528" actId="1076"/>
          <ac:cxnSpMkLst>
            <pc:docMk/>
            <pc:sldMk cId="730220175" sldId="2147474075"/>
            <ac:cxnSpMk id="14" creationId="{EE39EF61-6DDD-D467-A3D5-6D5F4C26F4FB}"/>
          </ac:cxnSpMkLst>
        </pc:cxnChg>
        <pc:cxnChg chg="mod">
          <ac:chgData name="Li,Yuting (HP Medicine) BII-CN-S" userId="ce8fbb54-122c-426d-b8da-fdcc5e1b5022" providerId="ADAL" clId="{8CAD632A-F90D-473A-B84B-96B51667546C}" dt="2023-06-06T07:06:31.552" v="2528" actId="1076"/>
          <ac:cxnSpMkLst>
            <pc:docMk/>
            <pc:sldMk cId="730220175" sldId="2147474075"/>
            <ac:cxnSpMk id="18" creationId="{7DE59985-40D8-534E-1F0E-710864392F07}"/>
          </ac:cxnSpMkLst>
        </pc:cxnChg>
        <pc:cxnChg chg="mod">
          <ac:chgData name="Li,Yuting (HP Medicine) BII-CN-S" userId="ce8fbb54-122c-426d-b8da-fdcc5e1b5022" providerId="ADAL" clId="{8CAD632A-F90D-473A-B84B-96B51667546C}" dt="2023-06-06T07:07:38.270" v="2541" actId="14100"/>
          <ac:cxnSpMkLst>
            <pc:docMk/>
            <pc:sldMk cId="730220175" sldId="2147474075"/>
            <ac:cxnSpMk id="22" creationId="{5E60A363-C361-31BB-04A9-8E993945C634}"/>
          </ac:cxnSpMkLst>
        </pc:cxnChg>
        <pc:cxnChg chg="del mod">
          <ac:chgData name="Li,Yuting (HP Medicine) BII-CN-S" userId="ce8fbb54-122c-426d-b8da-fdcc5e1b5022" providerId="ADAL" clId="{8CAD632A-F90D-473A-B84B-96B51667546C}" dt="2023-06-06T07:07:52.117" v="2545" actId="478"/>
          <ac:cxnSpMkLst>
            <pc:docMk/>
            <pc:sldMk cId="730220175" sldId="2147474075"/>
            <ac:cxnSpMk id="24" creationId="{0C4A2D4F-6C2E-2211-585C-7FE85490120B}"/>
          </ac:cxnSpMkLst>
        </pc:cxnChg>
        <pc:cxnChg chg="del mod">
          <ac:chgData name="Li,Yuting (HP Medicine) BII-CN-S" userId="ce8fbb54-122c-426d-b8da-fdcc5e1b5022" providerId="ADAL" clId="{8CAD632A-F90D-473A-B84B-96B51667546C}" dt="2023-06-06T07:09:11.717" v="2565" actId="478"/>
          <ac:cxnSpMkLst>
            <pc:docMk/>
            <pc:sldMk cId="730220175" sldId="2147474075"/>
            <ac:cxnSpMk id="26" creationId="{8DB42772-7980-E66B-ED62-D07B4544A696}"/>
          </ac:cxnSpMkLst>
        </pc:cxnChg>
        <pc:cxnChg chg="add">
          <ac:chgData name="Li,Yuting (HP Medicine) BII-CN-S" userId="ce8fbb54-122c-426d-b8da-fdcc5e1b5022" providerId="ADAL" clId="{8CAD632A-F90D-473A-B84B-96B51667546C}" dt="2023-06-06T07:06:52.463" v="2531" actId="11529"/>
          <ac:cxnSpMkLst>
            <pc:docMk/>
            <pc:sldMk cId="730220175" sldId="2147474075"/>
            <ac:cxnSpMk id="29" creationId="{9FD1BA86-EFEB-AA44-0430-7F9E902BB33B}"/>
          </ac:cxnSpMkLst>
        </pc:cxnChg>
        <pc:cxnChg chg="add del mod">
          <ac:chgData name="Li,Yuting (HP Medicine) BII-CN-S" userId="ce8fbb54-122c-426d-b8da-fdcc5e1b5022" providerId="ADAL" clId="{8CAD632A-F90D-473A-B84B-96B51667546C}" dt="2023-06-06T07:08:11.507" v="2549" actId="478"/>
          <ac:cxnSpMkLst>
            <pc:docMk/>
            <pc:sldMk cId="730220175" sldId="2147474075"/>
            <ac:cxnSpMk id="35" creationId="{AF027CFD-9DB4-4A62-58C3-4EEADD033C19}"/>
          </ac:cxnSpMkLst>
        </pc:cxnChg>
        <pc:cxnChg chg="add mod">
          <ac:chgData name="Li,Yuting (HP Medicine) BII-CN-S" userId="ce8fbb54-122c-426d-b8da-fdcc5e1b5022" providerId="ADAL" clId="{8CAD632A-F90D-473A-B84B-96B51667546C}" dt="2023-06-06T07:08:27.474" v="2561" actId="1036"/>
          <ac:cxnSpMkLst>
            <pc:docMk/>
            <pc:sldMk cId="730220175" sldId="2147474075"/>
            <ac:cxnSpMk id="42" creationId="{7BCB73B2-A575-465F-2943-7F655FC2E2C1}"/>
          </ac:cxnSpMkLst>
        </pc:cxnChg>
        <pc:cxnChg chg="mod">
          <ac:chgData name="Li,Yuting (HP Medicine) BII-CN-S" userId="ce8fbb54-122c-426d-b8da-fdcc5e1b5022" providerId="ADAL" clId="{8CAD632A-F90D-473A-B84B-96B51667546C}" dt="2023-06-06T07:07:49.216" v="2544" actId="14100"/>
          <ac:cxnSpMkLst>
            <pc:docMk/>
            <pc:sldMk cId="730220175" sldId="2147474075"/>
            <ac:cxnSpMk id="43" creationId="{23ABAA3B-D6B2-E53A-512A-145EE015694B}"/>
          </ac:cxnSpMkLst>
        </pc:cxnChg>
        <pc:cxnChg chg="add">
          <ac:chgData name="Li,Yuting (HP Medicine) BII-CN-S" userId="ce8fbb54-122c-426d-b8da-fdcc5e1b5022" providerId="ADAL" clId="{8CAD632A-F90D-473A-B84B-96B51667546C}" dt="2023-06-06T07:09:23.934" v="2566" actId="11529"/>
          <ac:cxnSpMkLst>
            <pc:docMk/>
            <pc:sldMk cId="730220175" sldId="2147474075"/>
            <ac:cxnSpMk id="47" creationId="{427AE039-A5B5-6D8B-26EB-FEB4FB8C33CD}"/>
          </ac:cxnSpMkLst>
        </pc:cxnChg>
        <pc:cxnChg chg="del mod">
          <ac:chgData name="Li,Yuting (HP Medicine) BII-CN-S" userId="ce8fbb54-122c-426d-b8da-fdcc5e1b5022" providerId="ADAL" clId="{8CAD632A-F90D-473A-B84B-96B51667546C}" dt="2023-06-06T07:09:27.610" v="2567" actId="478"/>
          <ac:cxnSpMkLst>
            <pc:docMk/>
            <pc:sldMk cId="730220175" sldId="2147474075"/>
            <ac:cxnSpMk id="48" creationId="{CBC39A92-620E-42C0-D2A4-F3B1BB85D501}"/>
          </ac:cxnSpMkLst>
        </pc:cxnChg>
        <pc:cxnChg chg="add mod">
          <ac:chgData name="Li,Yuting (HP Medicine) BII-CN-S" userId="ce8fbb54-122c-426d-b8da-fdcc5e1b5022" providerId="ADAL" clId="{8CAD632A-F90D-473A-B84B-96B51667546C}" dt="2023-06-06T07:09:52.798" v="2573" actId="14100"/>
          <ac:cxnSpMkLst>
            <pc:docMk/>
            <pc:sldMk cId="730220175" sldId="2147474075"/>
            <ac:cxnSpMk id="50" creationId="{D25DC0C7-43B5-61AC-DE0F-A7CA19F1A176}"/>
          </ac:cxnSpMkLst>
        </pc:cxnChg>
        <pc:cxnChg chg="del mod">
          <ac:chgData name="Li,Yuting (HP Medicine) BII-CN-S" userId="ce8fbb54-122c-426d-b8da-fdcc5e1b5022" providerId="ADAL" clId="{8CAD632A-F90D-473A-B84B-96B51667546C}" dt="2023-06-06T07:06:42.860" v="2530" actId="478"/>
          <ac:cxnSpMkLst>
            <pc:docMk/>
            <pc:sldMk cId="730220175" sldId="2147474075"/>
            <ac:cxnSpMk id="58" creationId="{991FC8F8-A17E-34F7-CADA-255295EB931D}"/>
          </ac:cxnSpMkLst>
        </pc:cxnChg>
      </pc:sldChg>
      <pc:sldChg chg="addSp delSp modSp mod replTag delTag">
        <pc:chgData name="Li,Yuting (HP Medicine) BII-CN-S" userId="ce8fbb54-122c-426d-b8da-fdcc5e1b5022" providerId="ADAL" clId="{8CAD632A-F90D-473A-B84B-96B51667546C}" dt="2023-06-14T14:32:01.476" v="6035"/>
        <pc:sldMkLst>
          <pc:docMk/>
          <pc:sldMk cId="3325815629" sldId="2147474076"/>
        </pc:sldMkLst>
        <pc:spChg chg="mod ord">
          <ac:chgData name="Li,Yuting (HP Medicine) BII-CN-S" userId="ce8fbb54-122c-426d-b8da-fdcc5e1b5022" providerId="ADAL" clId="{8CAD632A-F90D-473A-B84B-96B51667546C}" dt="2023-06-06T07:13:30.244" v="3379"/>
          <ac:spMkLst>
            <pc:docMk/>
            <pc:sldMk cId="3325815629" sldId="2147474076"/>
            <ac:spMk id="2" creationId="{1B08D429-AB16-D0ED-288E-12C7E329BB5F}"/>
          </ac:spMkLst>
        </pc:spChg>
        <pc:spChg chg="mod ord">
          <ac:chgData name="Li,Yuting (HP Medicine) BII-CN-S" userId="ce8fbb54-122c-426d-b8da-fdcc5e1b5022" providerId="ADAL" clId="{8CAD632A-F90D-473A-B84B-96B51667546C}" dt="2023-06-14T12:11:44.530" v="5110" actId="1035"/>
          <ac:spMkLst>
            <pc:docMk/>
            <pc:sldMk cId="3325815629" sldId="2147474076"/>
            <ac:spMk id="4" creationId="{66D506AE-DE87-9AE7-709A-110E8E339397}"/>
          </ac:spMkLst>
        </pc:spChg>
        <pc:spChg chg="mod">
          <ac:chgData name="Li,Yuting (HP Medicine) BII-CN-S" userId="ce8fbb54-122c-426d-b8da-fdcc5e1b5022" providerId="ADAL" clId="{8CAD632A-F90D-473A-B84B-96B51667546C}" dt="2023-06-14T12:11:44.530" v="5110" actId="1035"/>
          <ac:spMkLst>
            <pc:docMk/>
            <pc:sldMk cId="3325815629" sldId="2147474076"/>
            <ac:spMk id="5" creationId="{E00EBDED-8C0E-2BEF-D0FA-85C6CA7777AA}"/>
          </ac:spMkLst>
        </pc:spChg>
        <pc:spChg chg="mod">
          <ac:chgData name="Li,Yuting (HP Medicine) BII-CN-S" userId="ce8fbb54-122c-426d-b8da-fdcc5e1b5022" providerId="ADAL" clId="{8CAD632A-F90D-473A-B84B-96B51667546C}" dt="2023-06-14T12:11:44.530" v="5110" actId="1035"/>
          <ac:spMkLst>
            <pc:docMk/>
            <pc:sldMk cId="3325815629" sldId="2147474076"/>
            <ac:spMk id="6" creationId="{5012B5BF-DE88-3E55-6EBD-4547836E75AA}"/>
          </ac:spMkLst>
        </pc:spChg>
        <pc:spChg chg="mod">
          <ac:chgData name="Li,Yuting (HP Medicine) BII-CN-S" userId="ce8fbb54-122c-426d-b8da-fdcc5e1b5022" providerId="ADAL" clId="{8CAD632A-F90D-473A-B84B-96B51667546C}" dt="2023-06-14T12:11:44.530" v="5110" actId="1035"/>
          <ac:spMkLst>
            <pc:docMk/>
            <pc:sldMk cId="3325815629" sldId="2147474076"/>
            <ac:spMk id="7" creationId="{7BC3B33D-B3BD-8CD8-C41C-6AAC9963E91E}"/>
          </ac:spMkLst>
        </pc:spChg>
        <pc:spChg chg="mod ord">
          <ac:chgData name="Li,Yuting (HP Medicine) BII-CN-S" userId="ce8fbb54-122c-426d-b8da-fdcc5e1b5022" providerId="ADAL" clId="{8CAD632A-F90D-473A-B84B-96B51667546C}" dt="2023-06-14T12:11:44.530" v="5110" actId="1035"/>
          <ac:spMkLst>
            <pc:docMk/>
            <pc:sldMk cId="3325815629" sldId="2147474076"/>
            <ac:spMk id="8" creationId="{1259AD34-5E9B-2EA7-88AF-1E8E82806EEF}"/>
          </ac:spMkLst>
        </pc:spChg>
        <pc:spChg chg="mod ord">
          <ac:chgData name="Li,Yuting (HP Medicine) BII-CN-S" userId="ce8fbb54-122c-426d-b8da-fdcc5e1b5022" providerId="ADAL" clId="{8CAD632A-F90D-473A-B84B-96B51667546C}" dt="2023-06-14T12:11:44.530" v="5110" actId="1035"/>
          <ac:spMkLst>
            <pc:docMk/>
            <pc:sldMk cId="3325815629" sldId="2147474076"/>
            <ac:spMk id="9" creationId="{B5D6D69C-65BE-AF26-3F9B-12742CB1A8E1}"/>
          </ac:spMkLst>
        </pc:spChg>
        <pc:spChg chg="mod ord">
          <ac:chgData name="Li,Yuting (HP Medicine) BII-CN-S" userId="ce8fbb54-122c-426d-b8da-fdcc5e1b5022" providerId="ADAL" clId="{8CAD632A-F90D-473A-B84B-96B51667546C}" dt="2023-06-14T12:11:44.530" v="5110" actId="1035"/>
          <ac:spMkLst>
            <pc:docMk/>
            <pc:sldMk cId="3325815629" sldId="2147474076"/>
            <ac:spMk id="10" creationId="{A225F644-9A44-C1A6-9A12-B03DF58ED7BE}"/>
          </ac:spMkLst>
        </pc:spChg>
        <pc:spChg chg="mod ord">
          <ac:chgData name="Li,Yuting (HP Medicine) BII-CN-S" userId="ce8fbb54-122c-426d-b8da-fdcc5e1b5022" providerId="ADAL" clId="{8CAD632A-F90D-473A-B84B-96B51667546C}" dt="2023-06-14T12:11:44.530" v="5110" actId="1035"/>
          <ac:spMkLst>
            <pc:docMk/>
            <pc:sldMk cId="3325815629" sldId="2147474076"/>
            <ac:spMk id="11" creationId="{CF66E930-1079-BAB6-E7F0-8152A4D85799}"/>
          </ac:spMkLst>
        </pc:spChg>
        <pc:spChg chg="mod ord">
          <ac:chgData name="Li,Yuting (HP Medicine) BII-CN-S" userId="ce8fbb54-122c-426d-b8da-fdcc5e1b5022" providerId="ADAL" clId="{8CAD632A-F90D-473A-B84B-96B51667546C}" dt="2023-06-14T12:11:44.530" v="5110" actId="1035"/>
          <ac:spMkLst>
            <pc:docMk/>
            <pc:sldMk cId="3325815629" sldId="2147474076"/>
            <ac:spMk id="12" creationId="{5711F07E-E2E5-D67C-542A-166B87CED8C3}"/>
          </ac:spMkLst>
        </pc:spChg>
        <pc:spChg chg="mod ord">
          <ac:chgData name="Li,Yuting (HP Medicine) BII-CN-S" userId="ce8fbb54-122c-426d-b8da-fdcc5e1b5022" providerId="ADAL" clId="{8CAD632A-F90D-473A-B84B-96B51667546C}" dt="2023-06-14T12:11:44.530" v="5110" actId="1035"/>
          <ac:spMkLst>
            <pc:docMk/>
            <pc:sldMk cId="3325815629" sldId="2147474076"/>
            <ac:spMk id="13" creationId="{9135F75F-403A-DF7A-0386-9D5F0AE180CC}"/>
          </ac:spMkLst>
        </pc:spChg>
        <pc:spChg chg="mod">
          <ac:chgData name="Li,Yuting (HP Medicine) BII-CN-S" userId="ce8fbb54-122c-426d-b8da-fdcc5e1b5022" providerId="ADAL" clId="{8CAD632A-F90D-473A-B84B-96B51667546C}" dt="2023-06-06T07:13:30.130" v="3140"/>
          <ac:spMkLst>
            <pc:docMk/>
            <pc:sldMk cId="3325815629" sldId="2147474076"/>
            <ac:spMk id="14" creationId="{C134C39B-A9CB-B2A6-C422-689EE29340F7}"/>
          </ac:spMkLst>
        </pc:spChg>
        <pc:spChg chg="mod">
          <ac:chgData name="Li,Yuting (HP Medicine) BII-CN-S" userId="ce8fbb54-122c-426d-b8da-fdcc5e1b5022" providerId="ADAL" clId="{8CAD632A-F90D-473A-B84B-96B51667546C}" dt="2023-06-14T12:11:44.530" v="5110" actId="1035"/>
          <ac:spMkLst>
            <pc:docMk/>
            <pc:sldMk cId="3325815629" sldId="2147474076"/>
            <ac:spMk id="15" creationId="{DED77A5F-C19A-F6B2-FDDD-75C016E70CE0}"/>
          </ac:spMkLst>
        </pc:spChg>
        <pc:spChg chg="mod ord">
          <ac:chgData name="Li,Yuting (HP Medicine) BII-CN-S" userId="ce8fbb54-122c-426d-b8da-fdcc5e1b5022" providerId="ADAL" clId="{8CAD632A-F90D-473A-B84B-96B51667546C}" dt="2023-06-14T12:11:44.530" v="5110" actId="1035"/>
          <ac:spMkLst>
            <pc:docMk/>
            <pc:sldMk cId="3325815629" sldId="2147474076"/>
            <ac:spMk id="16" creationId="{356E3C76-BED1-302C-FA3E-3689C9866F14}"/>
          </ac:spMkLst>
        </pc:spChg>
        <pc:spChg chg="mod">
          <ac:chgData name="Li,Yuting (HP Medicine) BII-CN-S" userId="ce8fbb54-122c-426d-b8da-fdcc5e1b5022" providerId="ADAL" clId="{8CAD632A-F90D-473A-B84B-96B51667546C}" dt="2023-06-14T12:11:44.530" v="5110" actId="1035"/>
          <ac:spMkLst>
            <pc:docMk/>
            <pc:sldMk cId="3325815629" sldId="2147474076"/>
            <ac:spMk id="17" creationId="{0A000DBE-3417-EB66-1E9B-7EAC2F9893B4}"/>
          </ac:spMkLst>
        </pc:spChg>
        <pc:spChg chg="mod">
          <ac:chgData name="Li,Yuting (HP Medicine) BII-CN-S" userId="ce8fbb54-122c-426d-b8da-fdcc5e1b5022" providerId="ADAL" clId="{8CAD632A-F90D-473A-B84B-96B51667546C}" dt="2023-06-14T12:11:44.530" v="5110" actId="1035"/>
          <ac:spMkLst>
            <pc:docMk/>
            <pc:sldMk cId="3325815629" sldId="2147474076"/>
            <ac:spMk id="18" creationId="{2979A1FB-AF58-2CCC-D6AF-E70A0AC5FEEA}"/>
          </ac:spMkLst>
        </pc:spChg>
        <pc:spChg chg="mod ord">
          <ac:chgData name="Li,Yuting (HP Medicine) BII-CN-S" userId="ce8fbb54-122c-426d-b8da-fdcc5e1b5022" providerId="ADAL" clId="{8CAD632A-F90D-473A-B84B-96B51667546C}" dt="2023-06-14T12:11:44.530" v="5110" actId="1035"/>
          <ac:spMkLst>
            <pc:docMk/>
            <pc:sldMk cId="3325815629" sldId="2147474076"/>
            <ac:spMk id="19" creationId="{3B2D0363-C491-6900-474B-73AB134AFC02}"/>
          </ac:spMkLst>
        </pc:spChg>
        <pc:spChg chg="mod">
          <ac:chgData name="Li,Yuting (HP Medicine) BII-CN-S" userId="ce8fbb54-122c-426d-b8da-fdcc5e1b5022" providerId="ADAL" clId="{8CAD632A-F90D-473A-B84B-96B51667546C}" dt="2023-06-14T12:11:44.530" v="5110" actId="1035"/>
          <ac:spMkLst>
            <pc:docMk/>
            <pc:sldMk cId="3325815629" sldId="2147474076"/>
            <ac:spMk id="20" creationId="{7133BDD5-13D8-9AEA-96DA-B7C569CFB9A8}"/>
          </ac:spMkLst>
        </pc:spChg>
        <pc:spChg chg="mod ord">
          <ac:chgData name="Li,Yuting (HP Medicine) BII-CN-S" userId="ce8fbb54-122c-426d-b8da-fdcc5e1b5022" providerId="ADAL" clId="{8CAD632A-F90D-473A-B84B-96B51667546C}" dt="2023-06-14T12:11:44.530" v="5110" actId="1035"/>
          <ac:spMkLst>
            <pc:docMk/>
            <pc:sldMk cId="3325815629" sldId="2147474076"/>
            <ac:spMk id="21" creationId="{304FEB4E-5D6E-C934-A802-5AFA985CADE2}"/>
          </ac:spMkLst>
        </pc:spChg>
        <pc:spChg chg="mod">
          <ac:chgData name="Li,Yuting (HP Medicine) BII-CN-S" userId="ce8fbb54-122c-426d-b8da-fdcc5e1b5022" providerId="ADAL" clId="{8CAD632A-F90D-473A-B84B-96B51667546C}" dt="2023-06-14T12:11:44.530" v="5110" actId="1035"/>
          <ac:spMkLst>
            <pc:docMk/>
            <pc:sldMk cId="3325815629" sldId="2147474076"/>
            <ac:spMk id="22" creationId="{9C297637-FF22-4A64-399C-09CAD3FF72D7}"/>
          </ac:spMkLst>
        </pc:spChg>
        <pc:spChg chg="mod ord">
          <ac:chgData name="Li,Yuting (HP Medicine) BII-CN-S" userId="ce8fbb54-122c-426d-b8da-fdcc5e1b5022" providerId="ADAL" clId="{8CAD632A-F90D-473A-B84B-96B51667546C}" dt="2023-06-14T13:18:02.037" v="5852" actId="20577"/>
          <ac:spMkLst>
            <pc:docMk/>
            <pc:sldMk cId="3325815629" sldId="2147474076"/>
            <ac:spMk id="23" creationId="{FDBE862F-7464-CDC0-FF26-38FA563117A3}"/>
          </ac:spMkLst>
        </pc:spChg>
        <pc:spChg chg="del mod">
          <ac:chgData name="Li,Yuting (HP Medicine) BII-CN-S" userId="ce8fbb54-122c-426d-b8da-fdcc5e1b5022" providerId="ADAL" clId="{8CAD632A-F90D-473A-B84B-96B51667546C}" dt="2023-06-06T07:13:18.643" v="3091" actId="478"/>
          <ac:spMkLst>
            <pc:docMk/>
            <pc:sldMk cId="3325815629" sldId="2147474076"/>
            <ac:spMk id="24" creationId="{B0A1D084-C8D1-2B3C-BF07-45130118128A}"/>
          </ac:spMkLst>
        </pc:spChg>
        <pc:spChg chg="del mod">
          <ac:chgData name="Li,Yuting (HP Medicine) BII-CN-S" userId="ce8fbb54-122c-426d-b8da-fdcc5e1b5022" providerId="ADAL" clId="{8CAD632A-F90D-473A-B84B-96B51667546C}" dt="2023-06-06T07:13:29.227" v="3101" actId="478"/>
          <ac:spMkLst>
            <pc:docMk/>
            <pc:sldMk cId="3325815629" sldId="2147474076"/>
            <ac:spMk id="25" creationId="{86F4D453-A52F-5E6D-CDB3-8E74AC6AE4A3}"/>
          </ac:spMkLst>
        </pc:spChg>
        <pc:spChg chg="add mod">
          <ac:chgData name="Li,Yuting (HP Medicine) BII-CN-S" userId="ce8fbb54-122c-426d-b8da-fdcc5e1b5022" providerId="ADAL" clId="{8CAD632A-F90D-473A-B84B-96B51667546C}" dt="2023-06-14T13:26:49.386" v="5894" actId="1076"/>
          <ac:spMkLst>
            <pc:docMk/>
            <pc:sldMk cId="3325815629" sldId="2147474076"/>
            <ac:spMk id="25" creationId="{AB620DDE-ECDE-7920-316A-55D5BE2E7BA2}"/>
          </ac:spMkLst>
        </pc:spChg>
        <pc:spChg chg="del mod ord">
          <ac:chgData name="Li,Yuting (HP Medicine) BII-CN-S" userId="ce8fbb54-122c-426d-b8da-fdcc5e1b5022" providerId="ADAL" clId="{8CAD632A-F90D-473A-B84B-96B51667546C}" dt="2023-06-06T07:13:30.198" v="3367"/>
          <ac:spMkLst>
            <pc:docMk/>
            <pc:sldMk cId="3325815629" sldId="2147474076"/>
            <ac:spMk id="26" creationId="{5723BB21-87BE-604D-06B4-13DD7C3B94E4}"/>
          </ac:spMkLst>
        </pc:spChg>
        <pc:spChg chg="mod ord">
          <ac:chgData name="Li,Yuting (HP Medicine) BII-CN-S" userId="ce8fbb54-122c-426d-b8da-fdcc5e1b5022" providerId="ADAL" clId="{8CAD632A-F90D-473A-B84B-96B51667546C}" dt="2023-06-14T12:11:44.530" v="5110" actId="1035"/>
          <ac:spMkLst>
            <pc:docMk/>
            <pc:sldMk cId="3325815629" sldId="2147474076"/>
            <ac:spMk id="27" creationId="{C81C9AA1-8E64-A82C-1AFD-2D8E864D096E}"/>
          </ac:spMkLst>
        </pc:spChg>
        <pc:spChg chg="mod ord">
          <ac:chgData name="Li,Yuting (HP Medicine) BII-CN-S" userId="ce8fbb54-122c-426d-b8da-fdcc5e1b5022" providerId="ADAL" clId="{8CAD632A-F90D-473A-B84B-96B51667546C}" dt="2023-06-14T12:11:44.530" v="5110" actId="1035"/>
          <ac:spMkLst>
            <pc:docMk/>
            <pc:sldMk cId="3325815629" sldId="2147474076"/>
            <ac:spMk id="28" creationId="{CD71FFD1-BA2C-6102-2D71-235E4F1E1729}"/>
          </ac:spMkLst>
        </pc:spChg>
        <pc:spChg chg="mod ord">
          <ac:chgData name="Li,Yuting (HP Medicine) BII-CN-S" userId="ce8fbb54-122c-426d-b8da-fdcc5e1b5022" providerId="ADAL" clId="{8CAD632A-F90D-473A-B84B-96B51667546C}" dt="2023-06-14T12:17:57.576" v="5490" actId="14100"/>
          <ac:spMkLst>
            <pc:docMk/>
            <pc:sldMk cId="3325815629" sldId="2147474076"/>
            <ac:spMk id="29" creationId="{FA2199C3-DF8E-14BB-9F79-6C5F3A34FE7D}"/>
          </ac:spMkLst>
        </pc:spChg>
        <pc:spChg chg="mod ord">
          <ac:chgData name="Li,Yuting (HP Medicine) BII-CN-S" userId="ce8fbb54-122c-426d-b8da-fdcc5e1b5022" providerId="ADAL" clId="{8CAD632A-F90D-473A-B84B-96B51667546C}" dt="2023-06-14T12:11:44.530" v="5110" actId="1035"/>
          <ac:spMkLst>
            <pc:docMk/>
            <pc:sldMk cId="3325815629" sldId="2147474076"/>
            <ac:spMk id="30" creationId="{C28320AF-969F-34E4-BCA7-F53D85E8EDF4}"/>
          </ac:spMkLst>
        </pc:spChg>
        <pc:spChg chg="mod">
          <ac:chgData name="Li,Yuting (HP Medicine) BII-CN-S" userId="ce8fbb54-122c-426d-b8da-fdcc5e1b5022" providerId="ADAL" clId="{8CAD632A-F90D-473A-B84B-96B51667546C}" dt="2023-06-06T07:13:30.145" v="3182"/>
          <ac:spMkLst>
            <pc:docMk/>
            <pc:sldMk cId="3325815629" sldId="2147474076"/>
            <ac:spMk id="31" creationId="{157F62B3-9357-018E-59E4-543E12145D20}"/>
          </ac:spMkLst>
        </pc:spChg>
        <pc:spChg chg="mod ord">
          <ac:chgData name="Li,Yuting (HP Medicine) BII-CN-S" userId="ce8fbb54-122c-426d-b8da-fdcc5e1b5022" providerId="ADAL" clId="{8CAD632A-F90D-473A-B84B-96B51667546C}" dt="2023-06-14T12:18:17.926" v="5527" actId="14100"/>
          <ac:spMkLst>
            <pc:docMk/>
            <pc:sldMk cId="3325815629" sldId="2147474076"/>
            <ac:spMk id="36" creationId="{9EE9BC71-DD72-AFF4-6779-74E3E268A795}"/>
          </ac:spMkLst>
        </pc:spChg>
        <pc:spChg chg="mod ord">
          <ac:chgData name="Li,Yuting (HP Medicine) BII-CN-S" userId="ce8fbb54-122c-426d-b8da-fdcc5e1b5022" providerId="ADAL" clId="{8CAD632A-F90D-473A-B84B-96B51667546C}" dt="2023-06-14T12:11:44.530" v="5110" actId="1035"/>
          <ac:spMkLst>
            <pc:docMk/>
            <pc:sldMk cId="3325815629" sldId="2147474076"/>
            <ac:spMk id="37" creationId="{E0C79BA4-58FE-03FA-A48D-1EB145E61EDC}"/>
          </ac:spMkLst>
        </pc:spChg>
        <pc:spChg chg="mod">
          <ac:chgData name="Li,Yuting (HP Medicine) BII-CN-S" userId="ce8fbb54-122c-426d-b8da-fdcc5e1b5022" providerId="ADAL" clId="{8CAD632A-F90D-473A-B84B-96B51667546C}" dt="2023-06-06T07:13:30.148" v="3191"/>
          <ac:spMkLst>
            <pc:docMk/>
            <pc:sldMk cId="3325815629" sldId="2147474076"/>
            <ac:spMk id="38" creationId="{52E6D71A-0597-8483-2864-23AC57CFF328}"/>
          </ac:spMkLst>
        </pc:spChg>
        <pc:spChg chg="mod">
          <ac:chgData name="Li,Yuting (HP Medicine) BII-CN-S" userId="ce8fbb54-122c-426d-b8da-fdcc5e1b5022" providerId="ADAL" clId="{8CAD632A-F90D-473A-B84B-96B51667546C}" dt="2023-06-06T07:13:30.149" v="3194"/>
          <ac:spMkLst>
            <pc:docMk/>
            <pc:sldMk cId="3325815629" sldId="2147474076"/>
            <ac:spMk id="39" creationId="{766C81D5-2AB7-C03C-F435-45B1C961E7E2}"/>
          </ac:spMkLst>
        </pc:spChg>
        <pc:spChg chg="mod">
          <ac:chgData name="Li,Yuting (HP Medicine) BII-CN-S" userId="ce8fbb54-122c-426d-b8da-fdcc5e1b5022" providerId="ADAL" clId="{8CAD632A-F90D-473A-B84B-96B51667546C}" dt="2023-06-06T07:13:30.149" v="3196"/>
          <ac:spMkLst>
            <pc:docMk/>
            <pc:sldMk cId="3325815629" sldId="2147474076"/>
            <ac:spMk id="40" creationId="{A9A278EB-56F1-4EB8-6238-B83CF177F022}"/>
          </ac:spMkLst>
        </pc:spChg>
        <pc:spChg chg="mod">
          <ac:chgData name="Li,Yuting (HP Medicine) BII-CN-S" userId="ce8fbb54-122c-426d-b8da-fdcc5e1b5022" providerId="ADAL" clId="{8CAD632A-F90D-473A-B84B-96B51667546C}" dt="2023-06-14T12:11:44.530" v="5110" actId="1035"/>
          <ac:spMkLst>
            <pc:docMk/>
            <pc:sldMk cId="3325815629" sldId="2147474076"/>
            <ac:spMk id="44" creationId="{191C5397-A2BB-7C6D-0AC1-59A05335A4B6}"/>
          </ac:spMkLst>
        </pc:spChg>
        <pc:spChg chg="mod">
          <ac:chgData name="Li,Yuting (HP Medicine) BII-CN-S" userId="ce8fbb54-122c-426d-b8da-fdcc5e1b5022" providerId="ADAL" clId="{8CAD632A-F90D-473A-B84B-96B51667546C}" dt="2023-06-06T07:13:30.156" v="3212"/>
          <ac:spMkLst>
            <pc:docMk/>
            <pc:sldMk cId="3325815629" sldId="2147474076"/>
            <ac:spMk id="45" creationId="{8E112C74-C887-547A-96E2-48702ACE6B0E}"/>
          </ac:spMkLst>
        </pc:spChg>
        <pc:spChg chg="mod ord">
          <ac:chgData name="Li,Yuting (HP Medicine) BII-CN-S" userId="ce8fbb54-122c-426d-b8da-fdcc5e1b5022" providerId="ADAL" clId="{8CAD632A-F90D-473A-B84B-96B51667546C}" dt="2023-06-14T12:16:02.335" v="5293" actId="6549"/>
          <ac:spMkLst>
            <pc:docMk/>
            <pc:sldMk cId="3325815629" sldId="2147474076"/>
            <ac:spMk id="50" creationId="{61FB03B4-EB27-D743-1F7D-D9868ED7411A}"/>
          </ac:spMkLst>
        </pc:spChg>
        <pc:spChg chg="mod ord">
          <ac:chgData name="Li,Yuting (HP Medicine) BII-CN-S" userId="ce8fbb54-122c-426d-b8da-fdcc5e1b5022" providerId="ADAL" clId="{8CAD632A-F90D-473A-B84B-96B51667546C}" dt="2023-06-14T12:11:44.530" v="5110" actId="1035"/>
          <ac:spMkLst>
            <pc:docMk/>
            <pc:sldMk cId="3325815629" sldId="2147474076"/>
            <ac:spMk id="51" creationId="{1677B07A-1973-4613-BFBB-6311C719C8EF}"/>
          </ac:spMkLst>
        </pc:spChg>
        <pc:spChg chg="mod">
          <ac:chgData name="Li,Yuting (HP Medicine) BII-CN-S" userId="ce8fbb54-122c-426d-b8da-fdcc5e1b5022" providerId="ADAL" clId="{8CAD632A-F90D-473A-B84B-96B51667546C}" dt="2023-06-14T12:11:44.530" v="5110" actId="1035"/>
          <ac:spMkLst>
            <pc:docMk/>
            <pc:sldMk cId="3325815629" sldId="2147474076"/>
            <ac:spMk id="52" creationId="{31CAC555-E1FC-659A-31D9-BC2D4003BEC7}"/>
          </ac:spMkLst>
        </pc:spChg>
        <pc:spChg chg="mod">
          <ac:chgData name="Li,Yuting (HP Medicine) BII-CN-S" userId="ce8fbb54-122c-426d-b8da-fdcc5e1b5022" providerId="ADAL" clId="{8CAD632A-F90D-473A-B84B-96B51667546C}" dt="2023-06-06T07:13:30.162" v="3224"/>
          <ac:spMkLst>
            <pc:docMk/>
            <pc:sldMk cId="3325815629" sldId="2147474076"/>
            <ac:spMk id="53" creationId="{54BBBD3C-51FB-4F7A-A6CE-72F8B415C852}"/>
          </ac:spMkLst>
        </pc:spChg>
        <pc:spChg chg="mod ord">
          <ac:chgData name="Li,Yuting (HP Medicine) BII-CN-S" userId="ce8fbb54-122c-426d-b8da-fdcc5e1b5022" providerId="ADAL" clId="{8CAD632A-F90D-473A-B84B-96B51667546C}" dt="2023-06-14T12:16:13.314" v="5317" actId="20577"/>
          <ac:spMkLst>
            <pc:docMk/>
            <pc:sldMk cId="3325815629" sldId="2147474076"/>
            <ac:spMk id="58" creationId="{00DBC991-A587-3692-0777-2F0026C4CC06}"/>
          </ac:spMkLst>
        </pc:spChg>
        <pc:spChg chg="mod ord">
          <ac:chgData name="Li,Yuting (HP Medicine) BII-CN-S" userId="ce8fbb54-122c-426d-b8da-fdcc5e1b5022" providerId="ADAL" clId="{8CAD632A-F90D-473A-B84B-96B51667546C}" dt="2023-06-14T12:11:44.530" v="5110" actId="1035"/>
          <ac:spMkLst>
            <pc:docMk/>
            <pc:sldMk cId="3325815629" sldId="2147474076"/>
            <ac:spMk id="59" creationId="{F4DEAA5B-BB05-91C1-FA88-B7C7ABD8E751}"/>
          </ac:spMkLst>
        </pc:spChg>
        <pc:spChg chg="mod">
          <ac:chgData name="Li,Yuting (HP Medicine) BII-CN-S" userId="ce8fbb54-122c-426d-b8da-fdcc5e1b5022" providerId="ADAL" clId="{8CAD632A-F90D-473A-B84B-96B51667546C}" dt="2023-06-14T12:11:44.530" v="5110" actId="1035"/>
          <ac:spMkLst>
            <pc:docMk/>
            <pc:sldMk cId="3325815629" sldId="2147474076"/>
            <ac:spMk id="60" creationId="{5B326D15-F602-6901-B883-86D15E22E407}"/>
          </ac:spMkLst>
        </pc:spChg>
        <pc:spChg chg="mod">
          <ac:chgData name="Li,Yuting (HP Medicine) BII-CN-S" userId="ce8fbb54-122c-426d-b8da-fdcc5e1b5022" providerId="ADAL" clId="{8CAD632A-F90D-473A-B84B-96B51667546C}" dt="2023-06-06T07:13:30.166" v="3236"/>
          <ac:spMkLst>
            <pc:docMk/>
            <pc:sldMk cId="3325815629" sldId="2147474076"/>
            <ac:spMk id="61" creationId="{630D9735-D5DB-CE5B-EA57-E58B25DADB97}"/>
          </ac:spMkLst>
        </pc:spChg>
        <pc:spChg chg="mod ord">
          <ac:chgData name="Li,Yuting (HP Medicine) BII-CN-S" userId="ce8fbb54-122c-426d-b8da-fdcc5e1b5022" providerId="ADAL" clId="{8CAD632A-F90D-473A-B84B-96B51667546C}" dt="2023-06-14T12:16:22.212" v="5338" actId="20577"/>
          <ac:spMkLst>
            <pc:docMk/>
            <pc:sldMk cId="3325815629" sldId="2147474076"/>
            <ac:spMk id="66" creationId="{A2AEBED0-8EF6-C9C9-3B98-9698A6F3FFA7}"/>
          </ac:spMkLst>
        </pc:spChg>
        <pc:spChg chg="mod ord">
          <ac:chgData name="Li,Yuting (HP Medicine) BII-CN-S" userId="ce8fbb54-122c-426d-b8da-fdcc5e1b5022" providerId="ADAL" clId="{8CAD632A-F90D-473A-B84B-96B51667546C}" dt="2023-06-14T12:11:44.530" v="5110" actId="1035"/>
          <ac:spMkLst>
            <pc:docMk/>
            <pc:sldMk cId="3325815629" sldId="2147474076"/>
            <ac:spMk id="67" creationId="{DAB87DAC-C45F-83D9-387A-7D9E94B74C67}"/>
          </ac:spMkLst>
        </pc:spChg>
        <pc:spChg chg="mod">
          <ac:chgData name="Li,Yuting (HP Medicine) BII-CN-S" userId="ce8fbb54-122c-426d-b8da-fdcc5e1b5022" providerId="ADAL" clId="{8CAD632A-F90D-473A-B84B-96B51667546C}" dt="2023-06-14T12:11:44.530" v="5110" actId="1035"/>
          <ac:spMkLst>
            <pc:docMk/>
            <pc:sldMk cId="3325815629" sldId="2147474076"/>
            <ac:spMk id="68" creationId="{D47EF838-8C5B-3462-2D4C-72580DDFF3FC}"/>
          </ac:spMkLst>
        </pc:spChg>
        <pc:spChg chg="mod ord">
          <ac:chgData name="Li,Yuting (HP Medicine) BII-CN-S" userId="ce8fbb54-122c-426d-b8da-fdcc5e1b5022" providerId="ADAL" clId="{8CAD632A-F90D-473A-B84B-96B51667546C}" dt="2023-06-14T12:11:44.530" v="5110" actId="1035"/>
          <ac:spMkLst>
            <pc:docMk/>
            <pc:sldMk cId="3325815629" sldId="2147474076"/>
            <ac:spMk id="69" creationId="{80A07DD4-B5A2-3CEB-F0C3-90425B2F1CD1}"/>
          </ac:spMkLst>
        </pc:spChg>
        <pc:spChg chg="mod ord">
          <ac:chgData name="Li,Yuting (HP Medicine) BII-CN-S" userId="ce8fbb54-122c-426d-b8da-fdcc5e1b5022" providerId="ADAL" clId="{8CAD632A-F90D-473A-B84B-96B51667546C}" dt="2023-06-14T12:16:56.916" v="5414" actId="14100"/>
          <ac:spMkLst>
            <pc:docMk/>
            <pc:sldMk cId="3325815629" sldId="2147474076"/>
            <ac:spMk id="70" creationId="{43E975A2-20DD-0596-AC64-8B506F5BA5AC}"/>
          </ac:spMkLst>
        </pc:spChg>
        <pc:spChg chg="mod">
          <ac:chgData name="Li,Yuting (HP Medicine) BII-CN-S" userId="ce8fbb54-122c-426d-b8da-fdcc5e1b5022" providerId="ADAL" clId="{8CAD632A-F90D-473A-B84B-96B51667546C}" dt="2023-06-14T12:11:44.530" v="5110" actId="1035"/>
          <ac:spMkLst>
            <pc:docMk/>
            <pc:sldMk cId="3325815629" sldId="2147474076"/>
            <ac:spMk id="71" creationId="{603EAD45-7D01-9BEA-185B-E8098EC22547}"/>
          </ac:spMkLst>
        </pc:spChg>
        <pc:spChg chg="mod">
          <ac:chgData name="Li,Yuting (HP Medicine) BII-CN-S" userId="ce8fbb54-122c-426d-b8da-fdcc5e1b5022" providerId="ADAL" clId="{8CAD632A-F90D-473A-B84B-96B51667546C}" dt="2023-06-06T07:13:30.173" v="3258"/>
          <ac:spMkLst>
            <pc:docMk/>
            <pc:sldMk cId="3325815629" sldId="2147474076"/>
            <ac:spMk id="72" creationId="{34D25418-44DF-13A9-587B-A786858DCC99}"/>
          </ac:spMkLst>
        </pc:spChg>
        <pc:spChg chg="mod ord">
          <ac:chgData name="Li,Yuting (HP Medicine) BII-CN-S" userId="ce8fbb54-122c-426d-b8da-fdcc5e1b5022" providerId="ADAL" clId="{8CAD632A-F90D-473A-B84B-96B51667546C}" dt="2023-06-14T12:16:52.174" v="5409" actId="20577"/>
          <ac:spMkLst>
            <pc:docMk/>
            <pc:sldMk cId="3325815629" sldId="2147474076"/>
            <ac:spMk id="77" creationId="{D6ACD879-F51F-CA12-90E2-65511F6D1D4A}"/>
          </ac:spMkLst>
        </pc:spChg>
        <pc:spChg chg="mod ord">
          <ac:chgData name="Li,Yuting (HP Medicine) BII-CN-S" userId="ce8fbb54-122c-426d-b8da-fdcc5e1b5022" providerId="ADAL" clId="{8CAD632A-F90D-473A-B84B-96B51667546C}" dt="2023-06-14T12:11:44.530" v="5110" actId="1035"/>
          <ac:spMkLst>
            <pc:docMk/>
            <pc:sldMk cId="3325815629" sldId="2147474076"/>
            <ac:spMk id="78" creationId="{708FAEB7-2D10-16DB-A6DC-B87485BAF601}"/>
          </ac:spMkLst>
        </pc:spChg>
        <pc:spChg chg="mod">
          <ac:chgData name="Li,Yuting (HP Medicine) BII-CN-S" userId="ce8fbb54-122c-426d-b8da-fdcc5e1b5022" providerId="ADAL" clId="{8CAD632A-F90D-473A-B84B-96B51667546C}" dt="2023-06-14T12:11:44.530" v="5110" actId="1035"/>
          <ac:spMkLst>
            <pc:docMk/>
            <pc:sldMk cId="3325815629" sldId="2147474076"/>
            <ac:spMk id="79" creationId="{84FA218C-16A5-C240-38B4-59991D27032D}"/>
          </ac:spMkLst>
        </pc:spChg>
        <pc:spChg chg="mod">
          <ac:chgData name="Li,Yuting (HP Medicine) BII-CN-S" userId="ce8fbb54-122c-426d-b8da-fdcc5e1b5022" providerId="ADAL" clId="{8CAD632A-F90D-473A-B84B-96B51667546C}" dt="2023-06-06T07:13:30.178" v="3270"/>
          <ac:spMkLst>
            <pc:docMk/>
            <pc:sldMk cId="3325815629" sldId="2147474076"/>
            <ac:spMk id="80" creationId="{0F3BAE9D-E139-7C00-3E1F-5DF7FFBBE779}"/>
          </ac:spMkLst>
        </pc:spChg>
        <pc:spChg chg="mod ord">
          <ac:chgData name="Li,Yuting (HP Medicine) BII-CN-S" userId="ce8fbb54-122c-426d-b8da-fdcc5e1b5022" providerId="ADAL" clId="{8CAD632A-F90D-473A-B84B-96B51667546C}" dt="2023-06-14T12:17:37.320" v="5472" actId="14100"/>
          <ac:spMkLst>
            <pc:docMk/>
            <pc:sldMk cId="3325815629" sldId="2147474076"/>
            <ac:spMk id="85" creationId="{BD097031-BF64-2811-41D5-D5AE9082DC1C}"/>
          </ac:spMkLst>
        </pc:spChg>
        <pc:spChg chg="mod ord">
          <ac:chgData name="Li,Yuting (HP Medicine) BII-CN-S" userId="ce8fbb54-122c-426d-b8da-fdcc5e1b5022" providerId="ADAL" clId="{8CAD632A-F90D-473A-B84B-96B51667546C}" dt="2023-06-14T12:11:44.530" v="5110" actId="1035"/>
          <ac:spMkLst>
            <pc:docMk/>
            <pc:sldMk cId="3325815629" sldId="2147474076"/>
            <ac:spMk id="86" creationId="{A550BCE1-88F0-8065-6DC7-D0D75FBA62FA}"/>
          </ac:spMkLst>
        </pc:spChg>
        <pc:spChg chg="del mod">
          <ac:chgData name="Li,Yuting (HP Medicine) BII-CN-S" userId="ce8fbb54-122c-426d-b8da-fdcc5e1b5022" providerId="ADAL" clId="{8CAD632A-F90D-473A-B84B-96B51667546C}" dt="2023-06-06T07:13:30.198" v="3369"/>
          <ac:spMkLst>
            <pc:docMk/>
            <pc:sldMk cId="3325815629" sldId="2147474076"/>
            <ac:spMk id="91" creationId="{C6EDEB73-1FF3-1FBE-30F1-CAB4DE69F19C}"/>
          </ac:spMkLst>
        </pc:spChg>
        <pc:spChg chg="mod ord">
          <ac:chgData name="Li,Yuting (HP Medicine) BII-CN-S" userId="ce8fbb54-122c-426d-b8da-fdcc5e1b5022" providerId="ADAL" clId="{8CAD632A-F90D-473A-B84B-96B51667546C}" dt="2023-06-14T12:14:27.631" v="5166" actId="20577"/>
          <ac:spMkLst>
            <pc:docMk/>
            <pc:sldMk cId="3325815629" sldId="2147474076"/>
            <ac:spMk id="92" creationId="{EB3E5EED-47FA-F239-84A0-AC5196C06270}"/>
          </ac:spMkLst>
        </pc:spChg>
        <pc:spChg chg="del mod">
          <ac:chgData name="Li,Yuting (HP Medicine) BII-CN-S" userId="ce8fbb54-122c-426d-b8da-fdcc5e1b5022" providerId="ADAL" clId="{8CAD632A-F90D-473A-B84B-96B51667546C}" dt="2023-06-06T07:13:30.197" v="3365"/>
          <ac:spMkLst>
            <pc:docMk/>
            <pc:sldMk cId="3325815629" sldId="2147474076"/>
            <ac:spMk id="93" creationId="{957705EB-AC4F-2E79-7089-F817E79A2AC1}"/>
          </ac:spMkLst>
        </pc:spChg>
        <pc:spChg chg="del mod">
          <ac:chgData name="Li,Yuting (HP Medicine) BII-CN-S" userId="ce8fbb54-122c-426d-b8da-fdcc5e1b5022" providerId="ADAL" clId="{8CAD632A-F90D-473A-B84B-96B51667546C}" dt="2023-06-06T07:13:30.198" v="3368"/>
          <ac:spMkLst>
            <pc:docMk/>
            <pc:sldMk cId="3325815629" sldId="2147474076"/>
            <ac:spMk id="94" creationId="{300FFEDC-0BA2-716D-34C8-B4D39A5694F0}"/>
          </ac:spMkLst>
        </pc:spChg>
        <pc:spChg chg="mod ord">
          <ac:chgData name="Li,Yuting (HP Medicine) BII-CN-S" userId="ce8fbb54-122c-426d-b8da-fdcc5e1b5022" providerId="ADAL" clId="{8CAD632A-F90D-473A-B84B-96B51667546C}" dt="2023-06-14T12:11:44.530" v="5110" actId="1035"/>
          <ac:spMkLst>
            <pc:docMk/>
            <pc:sldMk cId="3325815629" sldId="2147474076"/>
            <ac:spMk id="95" creationId="{78839E46-A2EE-AE42-ACE2-C1BCE5A24A81}"/>
          </ac:spMkLst>
        </pc:spChg>
        <pc:spChg chg="mod ord">
          <ac:chgData name="Li,Yuting (HP Medicine) BII-CN-S" userId="ce8fbb54-122c-426d-b8da-fdcc5e1b5022" providerId="ADAL" clId="{8CAD632A-F90D-473A-B84B-96B51667546C}" dt="2023-06-14T12:11:44.530" v="5110" actId="1035"/>
          <ac:spMkLst>
            <pc:docMk/>
            <pc:sldMk cId="3325815629" sldId="2147474076"/>
            <ac:spMk id="96" creationId="{8A62EC4A-2536-7D07-566E-8C83B1E2BD6E}"/>
          </ac:spMkLst>
        </pc:spChg>
        <pc:spChg chg="mod">
          <ac:chgData name="Li,Yuting (HP Medicine) BII-CN-S" userId="ce8fbb54-122c-426d-b8da-fdcc5e1b5022" providerId="ADAL" clId="{8CAD632A-F90D-473A-B84B-96B51667546C}" dt="2023-06-14T12:11:44.530" v="5110" actId="1035"/>
          <ac:spMkLst>
            <pc:docMk/>
            <pc:sldMk cId="3325815629" sldId="2147474076"/>
            <ac:spMk id="97" creationId="{F77F225C-8192-277F-06D9-EFF36DFD86E9}"/>
          </ac:spMkLst>
        </pc:spChg>
        <pc:spChg chg="mod">
          <ac:chgData name="Li,Yuting (HP Medicine) BII-CN-S" userId="ce8fbb54-122c-426d-b8da-fdcc5e1b5022" providerId="ADAL" clId="{8CAD632A-F90D-473A-B84B-96B51667546C}" dt="2023-06-06T07:13:30.151" v="3200"/>
          <ac:spMkLst>
            <pc:docMk/>
            <pc:sldMk cId="3325815629" sldId="2147474076"/>
            <ac:spMk id="98" creationId="{C87F0D9A-4CD6-D4EA-59F9-4355EE7B68D4}"/>
          </ac:spMkLst>
        </pc:spChg>
        <pc:spChg chg="mod ord">
          <ac:chgData name="Li,Yuting (HP Medicine) BII-CN-S" userId="ce8fbb54-122c-426d-b8da-fdcc5e1b5022" providerId="ADAL" clId="{8CAD632A-F90D-473A-B84B-96B51667546C}" dt="2023-06-14T12:15:22.275" v="5215" actId="20577"/>
          <ac:spMkLst>
            <pc:docMk/>
            <pc:sldMk cId="3325815629" sldId="2147474076"/>
            <ac:spMk id="103" creationId="{E44CD3A3-189F-9FC6-71A0-4B2E9F08436B}"/>
          </ac:spMkLst>
        </pc:spChg>
        <pc:spChg chg="mod ord">
          <ac:chgData name="Li,Yuting (HP Medicine) BII-CN-S" userId="ce8fbb54-122c-426d-b8da-fdcc5e1b5022" providerId="ADAL" clId="{8CAD632A-F90D-473A-B84B-96B51667546C}" dt="2023-06-14T12:11:44.530" v="5110" actId="1035"/>
          <ac:spMkLst>
            <pc:docMk/>
            <pc:sldMk cId="3325815629" sldId="2147474076"/>
            <ac:spMk id="104" creationId="{DB3E0B3A-0D2C-3F22-4C88-2CB19F5CDE44}"/>
          </ac:spMkLst>
        </pc:spChg>
        <pc:cxnChg chg="mod ord">
          <ac:chgData name="Li,Yuting (HP Medicine) BII-CN-S" userId="ce8fbb54-122c-426d-b8da-fdcc5e1b5022" providerId="ADAL" clId="{8CAD632A-F90D-473A-B84B-96B51667546C}" dt="2023-06-14T12:11:44.530" v="5110" actId="1035"/>
          <ac:cxnSpMkLst>
            <pc:docMk/>
            <pc:sldMk cId="3325815629" sldId="2147474076"/>
            <ac:cxnSpMk id="87" creationId="{B8CBD4E1-019C-FC63-B165-7F1D40FBBB6A}"/>
          </ac:cxnSpMkLst>
        </pc:cxnChg>
        <pc:cxnChg chg="mod ord">
          <ac:chgData name="Li,Yuting (HP Medicine) BII-CN-S" userId="ce8fbb54-122c-426d-b8da-fdcc5e1b5022" providerId="ADAL" clId="{8CAD632A-F90D-473A-B84B-96B51667546C}" dt="2023-06-14T12:11:44.530" v="5110" actId="1035"/>
          <ac:cxnSpMkLst>
            <pc:docMk/>
            <pc:sldMk cId="3325815629" sldId="2147474076"/>
            <ac:cxnSpMk id="88" creationId="{23C7AEF7-EC4D-1A49-9250-708EEC113B1F}"/>
          </ac:cxnSpMkLst>
        </pc:cxnChg>
        <pc:cxnChg chg="mod ord">
          <ac:chgData name="Li,Yuting (HP Medicine) BII-CN-S" userId="ce8fbb54-122c-426d-b8da-fdcc5e1b5022" providerId="ADAL" clId="{8CAD632A-F90D-473A-B84B-96B51667546C}" dt="2023-06-14T12:11:44.530" v="5110" actId="1035"/>
          <ac:cxnSpMkLst>
            <pc:docMk/>
            <pc:sldMk cId="3325815629" sldId="2147474076"/>
            <ac:cxnSpMk id="89" creationId="{1EC97413-4C62-63D2-9067-0200EE6F32F7}"/>
          </ac:cxnSpMkLst>
        </pc:cxnChg>
        <pc:cxnChg chg="mod ord">
          <ac:chgData name="Li,Yuting (HP Medicine) BII-CN-S" userId="ce8fbb54-122c-426d-b8da-fdcc5e1b5022" providerId="ADAL" clId="{8CAD632A-F90D-473A-B84B-96B51667546C}" dt="2023-06-14T12:11:44.530" v="5110" actId="1035"/>
          <ac:cxnSpMkLst>
            <pc:docMk/>
            <pc:sldMk cId="3325815629" sldId="2147474076"/>
            <ac:cxnSpMk id="90" creationId="{0BBC9EC9-40E0-C472-AF74-EB1F7693E7FA}"/>
          </ac:cxnSpMkLst>
        </pc:cxnChg>
      </pc:sldChg>
      <pc:sldChg chg="delSp modSp mod">
        <pc:chgData name="Li,Yuting (HP Medicine) BII-CN-S" userId="ce8fbb54-122c-426d-b8da-fdcc5e1b5022" providerId="ADAL" clId="{8CAD632A-F90D-473A-B84B-96B51667546C}" dt="2023-06-14T12:44:52.810" v="5758" actId="1076"/>
        <pc:sldMkLst>
          <pc:docMk/>
          <pc:sldMk cId="1949589662" sldId="2147474082"/>
        </pc:sldMkLst>
        <pc:spChg chg="mod">
          <ac:chgData name="Li,Yuting (HP Medicine) BII-CN-S" userId="ce8fbb54-122c-426d-b8da-fdcc5e1b5022" providerId="ADAL" clId="{8CAD632A-F90D-473A-B84B-96B51667546C}" dt="2023-06-09T06:44:36.914" v="3812" actId="20577"/>
          <ac:spMkLst>
            <pc:docMk/>
            <pc:sldMk cId="1949589662" sldId="2147474082"/>
            <ac:spMk id="43" creationId="{7DB58F02-0904-48E2-8535-EDAA523AEE6B}"/>
          </ac:spMkLst>
        </pc:spChg>
        <pc:spChg chg="del">
          <ac:chgData name="Li,Yuting (HP Medicine) BII-CN-S" userId="ce8fbb54-122c-426d-b8da-fdcc5e1b5022" providerId="ADAL" clId="{8CAD632A-F90D-473A-B84B-96B51667546C}" dt="2023-06-14T12:00:44.900" v="4626" actId="478"/>
          <ac:spMkLst>
            <pc:docMk/>
            <pc:sldMk cId="1949589662" sldId="2147474082"/>
            <ac:spMk id="44" creationId="{C528FEA3-BBC8-4FC4-99E4-E5FEAC909DE5}"/>
          </ac:spMkLst>
        </pc:spChg>
        <pc:grpChg chg="mod">
          <ac:chgData name="Li,Yuting (HP Medicine) BII-CN-S" userId="ce8fbb54-122c-426d-b8da-fdcc5e1b5022" providerId="ADAL" clId="{8CAD632A-F90D-473A-B84B-96B51667546C}" dt="2023-06-14T12:44:52.810" v="5758" actId="1076"/>
          <ac:grpSpMkLst>
            <pc:docMk/>
            <pc:sldMk cId="1949589662" sldId="2147474082"/>
            <ac:grpSpMk id="16" creationId="{D5E57F42-5769-4C25-BD97-B26E532D9DE8}"/>
          </ac:grpSpMkLst>
        </pc:grpChg>
      </pc:sldChg>
      <pc:sldChg chg="modSp mod modShow">
        <pc:chgData name="Li,Yuting (HP Medicine) BII-CN-S" userId="ce8fbb54-122c-426d-b8da-fdcc5e1b5022" providerId="ADAL" clId="{8CAD632A-F90D-473A-B84B-96B51667546C}" dt="2023-06-13T02:39:37.313" v="4150" actId="729"/>
        <pc:sldMkLst>
          <pc:docMk/>
          <pc:sldMk cId="4136533107" sldId="2147474083"/>
        </pc:sldMkLst>
        <pc:picChg chg="mod">
          <ac:chgData name="Li,Yuting (HP Medicine) BII-CN-S" userId="ce8fbb54-122c-426d-b8da-fdcc5e1b5022" providerId="ADAL" clId="{8CAD632A-F90D-473A-B84B-96B51667546C}" dt="2023-06-09T07:17:11.270" v="3980" actId="14100"/>
          <ac:picMkLst>
            <pc:docMk/>
            <pc:sldMk cId="4136533107" sldId="2147474083"/>
            <ac:picMk id="8" creationId="{783DF517-C817-935C-0EA8-1ACFF99B06F4}"/>
          </ac:picMkLst>
        </pc:picChg>
      </pc:sldChg>
      <pc:sldChg chg="modSp mod">
        <pc:chgData name="Li,Yuting (HP Medicine) BII-CN-S" userId="ce8fbb54-122c-426d-b8da-fdcc5e1b5022" providerId="ADAL" clId="{8CAD632A-F90D-473A-B84B-96B51667546C}" dt="2023-06-14T14:14:55.861" v="6002" actId="404"/>
        <pc:sldMkLst>
          <pc:docMk/>
          <pc:sldMk cId="2971451852" sldId="2147474084"/>
        </pc:sldMkLst>
        <pc:spChg chg="mod">
          <ac:chgData name="Li,Yuting (HP Medicine) BII-CN-S" userId="ce8fbb54-122c-426d-b8da-fdcc5e1b5022" providerId="ADAL" clId="{8CAD632A-F90D-473A-B84B-96B51667546C}" dt="2023-06-14T14:14:55.861" v="6002" actId="404"/>
          <ac:spMkLst>
            <pc:docMk/>
            <pc:sldMk cId="2971451852" sldId="2147474084"/>
            <ac:spMk id="10" creationId="{F4C6B61C-982F-46D1-BDD3-32EC9C1D272D}"/>
          </ac:spMkLst>
        </pc:spChg>
      </pc:sldChg>
    </pc:docChg>
  </pc:docChgLst>
  <pc:docChgLst>
    <pc:chgData name="Li,Yuting (HP Medicine) BII-CN-S" userId="ce8fbb54-122c-426d-b8da-fdcc5e1b5022" providerId="ADAL" clId="{635E1FF7-4D89-47D2-9E44-E652C803D7B4}"/>
    <pc:docChg chg="undo custSel addSld delSld modSld">
      <pc:chgData name="Li,Yuting (HP Medicine) BII-CN-S" userId="ce8fbb54-122c-426d-b8da-fdcc5e1b5022" providerId="ADAL" clId="{635E1FF7-4D89-47D2-9E44-E652C803D7B4}" dt="2024-01-15T12:33:31.066" v="746" actId="12"/>
      <pc:docMkLst>
        <pc:docMk/>
      </pc:docMkLst>
      <pc:sldChg chg="mod modShow">
        <pc:chgData name="Li,Yuting (HP Medicine) BII-CN-S" userId="ce8fbb54-122c-426d-b8da-fdcc5e1b5022" providerId="ADAL" clId="{635E1FF7-4D89-47D2-9E44-E652C803D7B4}" dt="2024-01-11T08:17:56.517" v="90" actId="729"/>
        <pc:sldMkLst>
          <pc:docMk/>
          <pc:sldMk cId="3184264583" sldId="346"/>
        </pc:sldMkLst>
      </pc:sldChg>
      <pc:sldChg chg="modSp mod modShow">
        <pc:chgData name="Li,Yuting (HP Medicine) BII-CN-S" userId="ce8fbb54-122c-426d-b8da-fdcc5e1b5022" providerId="ADAL" clId="{635E1FF7-4D89-47D2-9E44-E652C803D7B4}" dt="2024-01-11T08:17:56.517" v="90" actId="729"/>
        <pc:sldMkLst>
          <pc:docMk/>
          <pc:sldMk cId="1286555060" sldId="354"/>
        </pc:sldMkLst>
        <pc:spChg chg="mod">
          <ac:chgData name="Li,Yuting (HP Medicine) BII-CN-S" userId="ce8fbb54-122c-426d-b8da-fdcc5e1b5022" providerId="ADAL" clId="{635E1FF7-4D89-47D2-9E44-E652C803D7B4}" dt="2024-01-11T07:29:55.813" v="7" actId="1076"/>
          <ac:spMkLst>
            <pc:docMk/>
            <pc:sldMk cId="1286555060" sldId="354"/>
            <ac:spMk id="5" creationId="{1D1FC23A-E801-2273-FE8C-2F8A369493EB}"/>
          </ac:spMkLst>
        </pc:spChg>
        <pc:graphicFrameChg chg="mod modGraphic">
          <ac:chgData name="Li,Yuting (HP Medicine) BII-CN-S" userId="ce8fbb54-122c-426d-b8da-fdcc5e1b5022" providerId="ADAL" clId="{635E1FF7-4D89-47D2-9E44-E652C803D7B4}" dt="2024-01-11T07:32:05.273" v="11" actId="20577"/>
          <ac:graphicFrameMkLst>
            <pc:docMk/>
            <pc:sldMk cId="1286555060" sldId="354"/>
            <ac:graphicFrameMk id="6" creationId="{FABCBF2D-C34F-0B80-03CA-A37D00964B23}"/>
          </ac:graphicFrameMkLst>
        </pc:graphicFrameChg>
      </pc:sldChg>
      <pc:sldChg chg="del">
        <pc:chgData name="Li,Yuting (HP Medicine) BII-CN-S" userId="ce8fbb54-122c-426d-b8da-fdcc5e1b5022" providerId="ADAL" clId="{635E1FF7-4D89-47D2-9E44-E652C803D7B4}" dt="2024-01-12T08:38:36.953" v="696" actId="47"/>
        <pc:sldMkLst>
          <pc:docMk/>
          <pc:sldMk cId="4064854266" sldId="2145705817"/>
        </pc:sldMkLst>
      </pc:sldChg>
      <pc:sldChg chg="modSp mod">
        <pc:chgData name="Li,Yuting (HP Medicine) BII-CN-S" userId="ce8fbb54-122c-426d-b8da-fdcc5e1b5022" providerId="ADAL" clId="{635E1FF7-4D89-47D2-9E44-E652C803D7B4}" dt="2024-01-12T08:39:54.008" v="699" actId="20577"/>
        <pc:sldMkLst>
          <pc:docMk/>
          <pc:sldMk cId="533113754" sldId="2147481320"/>
        </pc:sldMkLst>
        <pc:spChg chg="mod">
          <ac:chgData name="Li,Yuting (HP Medicine) BII-CN-S" userId="ce8fbb54-122c-426d-b8da-fdcc5e1b5022" providerId="ADAL" clId="{635E1FF7-4D89-47D2-9E44-E652C803D7B4}" dt="2024-01-12T00:10:38.447" v="582" actId="20577"/>
          <ac:spMkLst>
            <pc:docMk/>
            <pc:sldMk cId="533113754" sldId="2147481320"/>
            <ac:spMk id="6" creationId="{25E9B149-D572-4CFE-AEEE-BB1C81F2D0A9}"/>
          </ac:spMkLst>
        </pc:spChg>
        <pc:spChg chg="mod">
          <ac:chgData name="Li,Yuting (HP Medicine) BII-CN-S" userId="ce8fbb54-122c-426d-b8da-fdcc5e1b5022" providerId="ADAL" clId="{635E1FF7-4D89-47D2-9E44-E652C803D7B4}" dt="2024-01-12T08:39:54.008" v="699" actId="20577"/>
          <ac:spMkLst>
            <pc:docMk/>
            <pc:sldMk cId="533113754" sldId="2147481320"/>
            <ac:spMk id="107" creationId="{7DDA071E-5F80-4527-AE47-F1E7B2DC2A5B}"/>
          </ac:spMkLst>
        </pc:spChg>
      </pc:sldChg>
      <pc:sldChg chg="modSp mod">
        <pc:chgData name="Li,Yuting (HP Medicine) BII-CN-S" userId="ce8fbb54-122c-426d-b8da-fdcc5e1b5022" providerId="ADAL" clId="{635E1FF7-4D89-47D2-9E44-E652C803D7B4}" dt="2024-01-11T15:21:04.245" v="568" actId="242"/>
        <pc:sldMkLst>
          <pc:docMk/>
          <pc:sldMk cId="4072964452" sldId="2147481322"/>
        </pc:sldMkLst>
        <pc:graphicFrameChg chg="mod modGraphic">
          <ac:chgData name="Li,Yuting (HP Medicine) BII-CN-S" userId="ce8fbb54-122c-426d-b8da-fdcc5e1b5022" providerId="ADAL" clId="{635E1FF7-4D89-47D2-9E44-E652C803D7B4}" dt="2024-01-11T15:21:04.245" v="568" actId="242"/>
          <ac:graphicFrameMkLst>
            <pc:docMk/>
            <pc:sldMk cId="4072964452" sldId="2147481322"/>
            <ac:graphicFrameMk id="10" creationId="{1A643741-1EC8-E4EA-A5FF-9EF8EEDDDCDE}"/>
          </ac:graphicFrameMkLst>
        </pc:graphicFrameChg>
      </pc:sldChg>
      <pc:sldChg chg="modSp mod delCm">
        <pc:chgData name="Li,Yuting (HP Medicine) BII-CN-S" userId="ce8fbb54-122c-426d-b8da-fdcc5e1b5022" providerId="ADAL" clId="{635E1FF7-4D89-47D2-9E44-E652C803D7B4}" dt="2024-01-11T15:09:58.198" v="561" actId="20577"/>
        <pc:sldMkLst>
          <pc:docMk/>
          <pc:sldMk cId="3660926687" sldId="2147481326"/>
        </pc:sldMkLst>
        <pc:spChg chg="mod">
          <ac:chgData name="Li,Yuting (HP Medicine) BII-CN-S" userId="ce8fbb54-122c-426d-b8da-fdcc5e1b5022" providerId="ADAL" clId="{635E1FF7-4D89-47D2-9E44-E652C803D7B4}" dt="2024-01-11T15:09:58.198" v="561" actId="20577"/>
          <ac:spMkLst>
            <pc:docMk/>
            <pc:sldMk cId="3660926687" sldId="2147481326"/>
            <ac:spMk id="62" creationId="{8DB07CF5-ABA1-4C9B-A9DA-0E66E05CDEC6}"/>
          </ac:spMkLst>
        </pc:spChg>
      </pc:sldChg>
      <pc:sldChg chg="delCm modNotesTx">
        <pc:chgData name="Li,Yuting (HP Medicine) BII-CN-S" userId="ce8fbb54-122c-426d-b8da-fdcc5e1b5022" providerId="ADAL" clId="{635E1FF7-4D89-47D2-9E44-E652C803D7B4}" dt="2024-01-11T12:47:43.329" v="169"/>
        <pc:sldMkLst>
          <pc:docMk/>
          <pc:sldMk cId="1730592404" sldId="2147481329"/>
        </pc:sldMkLst>
      </pc:sldChg>
      <pc:sldChg chg="addSp modSp mod">
        <pc:chgData name="Li,Yuting (HP Medicine) BII-CN-S" userId="ce8fbb54-122c-426d-b8da-fdcc5e1b5022" providerId="ADAL" clId="{635E1FF7-4D89-47D2-9E44-E652C803D7B4}" dt="2024-01-11T15:17:08.476" v="564" actId="20577"/>
        <pc:sldMkLst>
          <pc:docMk/>
          <pc:sldMk cId="41282380" sldId="2147481332"/>
        </pc:sldMkLst>
        <pc:spChg chg="mod">
          <ac:chgData name="Li,Yuting (HP Medicine) BII-CN-S" userId="ce8fbb54-122c-426d-b8da-fdcc5e1b5022" providerId="ADAL" clId="{635E1FF7-4D89-47D2-9E44-E652C803D7B4}" dt="2024-01-11T14:44:43.444" v="503" actId="20577"/>
          <ac:spMkLst>
            <pc:docMk/>
            <pc:sldMk cId="41282380" sldId="2147481332"/>
            <ac:spMk id="2" creationId="{2183922C-E343-FE15-DCB0-52F86DE019F7}"/>
          </ac:spMkLst>
        </pc:spChg>
        <pc:spChg chg="add mod">
          <ac:chgData name="Li,Yuting (HP Medicine) BII-CN-S" userId="ce8fbb54-122c-426d-b8da-fdcc5e1b5022" providerId="ADAL" clId="{635E1FF7-4D89-47D2-9E44-E652C803D7B4}" dt="2024-01-11T13:57:12.436" v="415" actId="6549"/>
          <ac:spMkLst>
            <pc:docMk/>
            <pc:sldMk cId="41282380" sldId="2147481332"/>
            <ac:spMk id="11" creationId="{092AA1F3-E360-44B0-7988-AAC479AC8EAB}"/>
          </ac:spMkLst>
        </pc:spChg>
        <pc:spChg chg="mod">
          <ac:chgData name="Li,Yuting (HP Medicine) BII-CN-S" userId="ce8fbb54-122c-426d-b8da-fdcc5e1b5022" providerId="ADAL" clId="{635E1FF7-4D89-47D2-9E44-E652C803D7B4}" dt="2024-01-11T15:17:08.476" v="564" actId="20577"/>
          <ac:spMkLst>
            <pc:docMk/>
            <pc:sldMk cId="41282380" sldId="2147481332"/>
            <ac:spMk id="39" creationId="{3D8443B3-9E6B-09DB-6CF8-C1F69166E0A3}"/>
          </ac:spMkLst>
        </pc:spChg>
      </pc:sldChg>
      <pc:sldChg chg="addSp modSp mod">
        <pc:chgData name="Li,Yuting (HP Medicine) BII-CN-S" userId="ce8fbb54-122c-426d-b8da-fdcc5e1b5022" providerId="ADAL" clId="{635E1FF7-4D89-47D2-9E44-E652C803D7B4}" dt="2024-01-12T08:41:09.913" v="737" actId="14100"/>
        <pc:sldMkLst>
          <pc:docMk/>
          <pc:sldMk cId="1506953747" sldId="2147481335"/>
        </pc:sldMkLst>
        <pc:spChg chg="add mod">
          <ac:chgData name="Li,Yuting (HP Medicine) BII-CN-S" userId="ce8fbb54-122c-426d-b8da-fdcc5e1b5022" providerId="ADAL" clId="{635E1FF7-4D89-47D2-9E44-E652C803D7B4}" dt="2024-01-12T02:02:36.909" v="636"/>
          <ac:spMkLst>
            <pc:docMk/>
            <pc:sldMk cId="1506953747" sldId="2147481335"/>
            <ac:spMk id="4" creationId="{1E975532-0200-534E-42C6-9D8E34761737}"/>
          </ac:spMkLst>
        </pc:spChg>
        <pc:spChg chg="mod">
          <ac:chgData name="Li,Yuting (HP Medicine) BII-CN-S" userId="ce8fbb54-122c-426d-b8da-fdcc5e1b5022" providerId="ADAL" clId="{635E1FF7-4D89-47D2-9E44-E652C803D7B4}" dt="2024-01-12T08:41:09.913" v="737" actId="14100"/>
          <ac:spMkLst>
            <pc:docMk/>
            <pc:sldMk cId="1506953747" sldId="2147481335"/>
            <ac:spMk id="23" creationId="{E111ED65-D098-4045-DD73-E6BD39EA1F96}"/>
          </ac:spMkLst>
        </pc:spChg>
      </pc:sldChg>
      <pc:sldChg chg="modSp mod modShow">
        <pc:chgData name="Li,Yuting (HP Medicine) BII-CN-S" userId="ce8fbb54-122c-426d-b8da-fdcc5e1b5022" providerId="ADAL" clId="{635E1FF7-4D89-47D2-9E44-E652C803D7B4}" dt="2024-01-12T08:40:33.559" v="731" actId="20577"/>
        <pc:sldMkLst>
          <pc:docMk/>
          <pc:sldMk cId="2275812724" sldId="2147481337"/>
        </pc:sldMkLst>
        <pc:spChg chg="mod">
          <ac:chgData name="Li,Yuting (HP Medicine) BII-CN-S" userId="ce8fbb54-122c-426d-b8da-fdcc5e1b5022" providerId="ADAL" clId="{635E1FF7-4D89-47D2-9E44-E652C803D7B4}" dt="2024-01-12T08:40:33.559" v="731" actId="20577"/>
          <ac:spMkLst>
            <pc:docMk/>
            <pc:sldMk cId="2275812724" sldId="2147481337"/>
            <ac:spMk id="2" creationId="{2183922C-E343-FE15-DCB0-52F86DE019F7}"/>
          </ac:spMkLst>
        </pc:spChg>
        <pc:spChg chg="mod">
          <ac:chgData name="Li,Yuting (HP Medicine) BII-CN-S" userId="ce8fbb54-122c-426d-b8da-fdcc5e1b5022" providerId="ADAL" clId="{635E1FF7-4D89-47D2-9E44-E652C803D7B4}" dt="2024-01-12T02:01:30.968" v="628" actId="20577"/>
          <ac:spMkLst>
            <pc:docMk/>
            <pc:sldMk cId="2275812724" sldId="2147481337"/>
            <ac:spMk id="23" creationId="{59975B3F-0832-494B-856B-2416FB723111}"/>
          </ac:spMkLst>
        </pc:spChg>
      </pc:sldChg>
      <pc:sldChg chg="modSp mod">
        <pc:chgData name="Li,Yuting (HP Medicine) BII-CN-S" userId="ce8fbb54-122c-426d-b8da-fdcc5e1b5022" providerId="ADAL" clId="{635E1FF7-4D89-47D2-9E44-E652C803D7B4}" dt="2024-01-12T02:07:10.753" v="638" actId="1076"/>
        <pc:sldMkLst>
          <pc:docMk/>
          <pc:sldMk cId="3370242844" sldId="2147481343"/>
        </pc:sldMkLst>
        <pc:graphicFrameChg chg="mod">
          <ac:chgData name="Li,Yuting (HP Medicine) BII-CN-S" userId="ce8fbb54-122c-426d-b8da-fdcc5e1b5022" providerId="ADAL" clId="{635E1FF7-4D89-47D2-9E44-E652C803D7B4}" dt="2024-01-12T02:07:10.753" v="638" actId="1076"/>
          <ac:graphicFrameMkLst>
            <pc:docMk/>
            <pc:sldMk cId="3370242844" sldId="2147481343"/>
            <ac:graphicFrameMk id="12" creationId="{EE24276D-C300-4706-ACD2-32E108653E2B}"/>
          </ac:graphicFrameMkLst>
        </pc:graphicFrameChg>
      </pc:sldChg>
      <pc:sldChg chg="del">
        <pc:chgData name="Li,Yuting (HP Medicine) BII-CN-S" userId="ce8fbb54-122c-426d-b8da-fdcc5e1b5022" providerId="ADAL" clId="{635E1FF7-4D89-47D2-9E44-E652C803D7B4}" dt="2024-01-12T08:38:38.046" v="697" actId="47"/>
        <pc:sldMkLst>
          <pc:docMk/>
          <pc:sldMk cId="2102404303" sldId="2147481346"/>
        </pc:sldMkLst>
      </pc:sldChg>
      <pc:sldChg chg="modSp mod delCm">
        <pc:chgData name="Li,Yuting (HP Medicine) BII-CN-S" userId="ce8fbb54-122c-426d-b8da-fdcc5e1b5022" providerId="ADAL" clId="{635E1FF7-4D89-47D2-9E44-E652C803D7B4}" dt="2024-01-11T07:43:31.148" v="79" actId="20577"/>
        <pc:sldMkLst>
          <pc:docMk/>
          <pc:sldMk cId="617639038" sldId="2147481371"/>
        </pc:sldMkLst>
        <pc:spChg chg="mod">
          <ac:chgData name="Li,Yuting (HP Medicine) BII-CN-S" userId="ce8fbb54-122c-426d-b8da-fdcc5e1b5022" providerId="ADAL" clId="{635E1FF7-4D89-47D2-9E44-E652C803D7B4}" dt="2024-01-11T07:42:29.906" v="76" actId="20577"/>
          <ac:spMkLst>
            <pc:docMk/>
            <pc:sldMk cId="617639038" sldId="2147481371"/>
            <ac:spMk id="10" creationId="{63F61382-D084-FD7E-B7B4-A0E6CA745690}"/>
          </ac:spMkLst>
        </pc:spChg>
        <pc:spChg chg="mod">
          <ac:chgData name="Li,Yuting (HP Medicine) BII-CN-S" userId="ce8fbb54-122c-426d-b8da-fdcc5e1b5022" providerId="ADAL" clId="{635E1FF7-4D89-47D2-9E44-E652C803D7B4}" dt="2024-01-11T07:43:31.148" v="79" actId="20577"/>
          <ac:spMkLst>
            <pc:docMk/>
            <pc:sldMk cId="617639038" sldId="2147481371"/>
            <ac:spMk id="157" creationId="{ABF1C8FA-24FE-4186-8317-54D0AE86DBB2}"/>
          </ac:spMkLst>
        </pc:spChg>
      </pc:sldChg>
      <pc:sldChg chg="modSp mod">
        <pc:chgData name="Li,Yuting (HP Medicine) BII-CN-S" userId="ce8fbb54-122c-426d-b8da-fdcc5e1b5022" providerId="ADAL" clId="{635E1FF7-4D89-47D2-9E44-E652C803D7B4}" dt="2024-01-11T08:00:11.085" v="89" actId="20577"/>
        <pc:sldMkLst>
          <pc:docMk/>
          <pc:sldMk cId="2201209374" sldId="2147481372"/>
        </pc:sldMkLst>
        <pc:spChg chg="mod">
          <ac:chgData name="Li,Yuting (HP Medicine) BII-CN-S" userId="ce8fbb54-122c-426d-b8da-fdcc5e1b5022" providerId="ADAL" clId="{635E1FF7-4D89-47D2-9E44-E652C803D7B4}" dt="2024-01-11T08:00:11.085" v="89" actId="20577"/>
          <ac:spMkLst>
            <pc:docMk/>
            <pc:sldMk cId="2201209374" sldId="2147481372"/>
            <ac:spMk id="41" creationId="{80672632-5059-4D01-BB59-096554D9CD3A}"/>
          </ac:spMkLst>
        </pc:spChg>
      </pc:sldChg>
      <pc:sldChg chg="modSp mod">
        <pc:chgData name="Li,Yuting (HP Medicine) BII-CN-S" userId="ce8fbb54-122c-426d-b8da-fdcc5e1b5022" providerId="ADAL" clId="{635E1FF7-4D89-47D2-9E44-E652C803D7B4}" dt="2024-01-11T12:29:37.454" v="122" actId="14100"/>
        <pc:sldMkLst>
          <pc:docMk/>
          <pc:sldMk cId="1927358786" sldId="2147481373"/>
        </pc:sldMkLst>
        <pc:spChg chg="mod">
          <ac:chgData name="Li,Yuting (HP Medicine) BII-CN-S" userId="ce8fbb54-122c-426d-b8da-fdcc5e1b5022" providerId="ADAL" clId="{635E1FF7-4D89-47D2-9E44-E652C803D7B4}" dt="2024-01-11T12:29:37.454" v="122" actId="14100"/>
          <ac:spMkLst>
            <pc:docMk/>
            <pc:sldMk cId="1927358786" sldId="2147481373"/>
            <ac:spMk id="5" creationId="{23DB86F8-60A0-6A56-DC74-D2994B3B6CA9}"/>
          </ac:spMkLst>
        </pc:spChg>
      </pc:sldChg>
      <pc:sldChg chg="modSp mod">
        <pc:chgData name="Li,Yuting (HP Medicine) BII-CN-S" userId="ce8fbb54-122c-426d-b8da-fdcc5e1b5022" providerId="ADAL" clId="{635E1FF7-4D89-47D2-9E44-E652C803D7B4}" dt="2024-01-11T15:09:12.142" v="560" actId="14100"/>
        <pc:sldMkLst>
          <pc:docMk/>
          <pc:sldMk cId="497805760" sldId="2147481375"/>
        </pc:sldMkLst>
        <pc:spChg chg="mod">
          <ac:chgData name="Li,Yuting (HP Medicine) BII-CN-S" userId="ce8fbb54-122c-426d-b8da-fdcc5e1b5022" providerId="ADAL" clId="{635E1FF7-4D89-47D2-9E44-E652C803D7B4}" dt="2024-01-11T15:09:12.142" v="560" actId="14100"/>
          <ac:spMkLst>
            <pc:docMk/>
            <pc:sldMk cId="497805760" sldId="2147481375"/>
            <ac:spMk id="21" creationId="{ED44244A-FEB0-586B-E598-E28225954DC1}"/>
          </ac:spMkLst>
        </pc:spChg>
      </pc:sldChg>
      <pc:sldChg chg="delSp modSp mod">
        <pc:chgData name="Li,Yuting (HP Medicine) BII-CN-S" userId="ce8fbb54-122c-426d-b8da-fdcc5e1b5022" providerId="ADAL" clId="{635E1FF7-4D89-47D2-9E44-E652C803D7B4}" dt="2024-01-11T07:20:32.020" v="4" actId="1076"/>
        <pc:sldMkLst>
          <pc:docMk/>
          <pc:sldMk cId="3834472517" sldId="2147481376"/>
        </pc:sldMkLst>
        <pc:spChg chg="del">
          <ac:chgData name="Li,Yuting (HP Medicine) BII-CN-S" userId="ce8fbb54-122c-426d-b8da-fdcc5e1b5022" providerId="ADAL" clId="{635E1FF7-4D89-47D2-9E44-E652C803D7B4}" dt="2024-01-11T07:20:23.193" v="1" actId="478"/>
          <ac:spMkLst>
            <pc:docMk/>
            <pc:sldMk cId="3834472517" sldId="2147481376"/>
            <ac:spMk id="16" creationId="{A5579805-3F90-FA25-3BE1-4C9834F50F4A}"/>
          </ac:spMkLst>
        </pc:spChg>
        <pc:spChg chg="del">
          <ac:chgData name="Li,Yuting (HP Medicine) BII-CN-S" userId="ce8fbb54-122c-426d-b8da-fdcc5e1b5022" providerId="ADAL" clId="{635E1FF7-4D89-47D2-9E44-E652C803D7B4}" dt="2024-01-11T07:20:18.665" v="0" actId="478"/>
          <ac:spMkLst>
            <pc:docMk/>
            <pc:sldMk cId="3834472517" sldId="2147481376"/>
            <ac:spMk id="17" creationId="{CE74BDC0-2DF2-5208-D02D-D2AE5E389155}"/>
          </ac:spMkLst>
        </pc:spChg>
        <pc:picChg chg="del">
          <ac:chgData name="Li,Yuting (HP Medicine) BII-CN-S" userId="ce8fbb54-122c-426d-b8da-fdcc5e1b5022" providerId="ADAL" clId="{635E1FF7-4D89-47D2-9E44-E652C803D7B4}" dt="2024-01-11T07:20:18.665" v="0" actId="478"/>
          <ac:picMkLst>
            <pc:docMk/>
            <pc:sldMk cId="3834472517" sldId="2147481376"/>
            <ac:picMk id="13" creationId="{97D9E8E8-72F0-A359-D394-7C967D878AA6}"/>
          </ac:picMkLst>
        </pc:picChg>
        <pc:picChg chg="mod">
          <ac:chgData name="Li,Yuting (HP Medicine) BII-CN-S" userId="ce8fbb54-122c-426d-b8da-fdcc5e1b5022" providerId="ADAL" clId="{635E1FF7-4D89-47D2-9E44-E652C803D7B4}" dt="2024-01-11T07:20:32.020" v="4" actId="1076"/>
          <ac:picMkLst>
            <pc:docMk/>
            <pc:sldMk cId="3834472517" sldId="2147481376"/>
            <ac:picMk id="1026" creationId="{6E4CF5DB-31F6-6584-1536-3C0A1AC7A3EB}"/>
          </ac:picMkLst>
        </pc:picChg>
      </pc:sldChg>
      <pc:sldChg chg="addSp delSp modSp mod delCm">
        <pc:chgData name="Li,Yuting (HP Medicine) BII-CN-S" userId="ce8fbb54-122c-426d-b8da-fdcc5e1b5022" providerId="ADAL" clId="{635E1FF7-4D89-47D2-9E44-E652C803D7B4}" dt="2024-01-15T12:33:31.066" v="746" actId="12"/>
        <pc:sldMkLst>
          <pc:docMk/>
          <pc:sldMk cId="896140667" sldId="2147481377"/>
        </pc:sldMkLst>
        <pc:spChg chg="mod">
          <ac:chgData name="Li,Yuting (HP Medicine) BII-CN-S" userId="ce8fbb54-122c-426d-b8da-fdcc5e1b5022" providerId="ADAL" clId="{635E1FF7-4D89-47D2-9E44-E652C803D7B4}" dt="2024-01-15T12:33:31.066" v="746" actId="12"/>
          <ac:spMkLst>
            <pc:docMk/>
            <pc:sldMk cId="896140667" sldId="2147481377"/>
            <ac:spMk id="6" creationId="{25357EA1-1F19-4D1B-9A4E-2EAB26F09BB9}"/>
          </ac:spMkLst>
        </pc:spChg>
        <pc:spChg chg="mod">
          <ac:chgData name="Li,Yuting (HP Medicine) BII-CN-S" userId="ce8fbb54-122c-426d-b8da-fdcc5e1b5022" providerId="ADAL" clId="{635E1FF7-4D89-47D2-9E44-E652C803D7B4}" dt="2024-01-12T00:11:43.926" v="589" actId="20577"/>
          <ac:spMkLst>
            <pc:docMk/>
            <pc:sldMk cId="896140667" sldId="2147481377"/>
            <ac:spMk id="7" creationId="{E9DC4527-9B66-4450-86F5-689D3C73A610}"/>
          </ac:spMkLst>
        </pc:spChg>
        <pc:picChg chg="del">
          <ac:chgData name="Li,Yuting (HP Medicine) BII-CN-S" userId="ce8fbb54-122c-426d-b8da-fdcc5e1b5022" providerId="ADAL" clId="{635E1FF7-4D89-47D2-9E44-E652C803D7B4}" dt="2024-01-12T08:35:19.221" v="684" actId="478"/>
          <ac:picMkLst>
            <pc:docMk/>
            <pc:sldMk cId="896140667" sldId="2147481377"/>
            <ac:picMk id="95" creationId="{AA483C91-80D5-49CA-84F9-BDFF6941EB5A}"/>
          </ac:picMkLst>
        </pc:picChg>
        <pc:picChg chg="add mod">
          <ac:chgData name="Li,Yuting (HP Medicine) BII-CN-S" userId="ce8fbb54-122c-426d-b8da-fdcc5e1b5022" providerId="ADAL" clId="{635E1FF7-4D89-47D2-9E44-E652C803D7B4}" dt="2024-01-12T08:35:31.112" v="688" actId="1076"/>
          <ac:picMkLst>
            <pc:docMk/>
            <pc:sldMk cId="896140667" sldId="2147481377"/>
            <ac:picMk id="1026" creationId="{96FE39C5-911E-8302-0BCE-FC84182C84AC}"/>
          </ac:picMkLst>
        </pc:picChg>
      </pc:sldChg>
      <pc:sldChg chg="modSp mod">
        <pc:chgData name="Li,Yuting (HP Medicine) BII-CN-S" userId="ce8fbb54-122c-426d-b8da-fdcc5e1b5022" providerId="ADAL" clId="{635E1FF7-4D89-47D2-9E44-E652C803D7B4}" dt="2024-01-11T13:30:31.846" v="282" actId="20577"/>
        <pc:sldMkLst>
          <pc:docMk/>
          <pc:sldMk cId="4175518287" sldId="2147481378"/>
        </pc:sldMkLst>
        <pc:spChg chg="mod">
          <ac:chgData name="Li,Yuting (HP Medicine) BII-CN-S" userId="ce8fbb54-122c-426d-b8da-fdcc5e1b5022" providerId="ADAL" clId="{635E1FF7-4D89-47D2-9E44-E652C803D7B4}" dt="2024-01-11T13:30:31.846" v="282" actId="20577"/>
          <ac:spMkLst>
            <pc:docMk/>
            <pc:sldMk cId="4175518287" sldId="2147481378"/>
            <ac:spMk id="30" creationId="{AE1A5680-D133-2FB3-FC32-EF85FAA610D3}"/>
          </ac:spMkLst>
        </pc:spChg>
      </pc:sldChg>
      <pc:sldChg chg="modSp mod">
        <pc:chgData name="Li,Yuting (HP Medicine) BII-CN-S" userId="ce8fbb54-122c-426d-b8da-fdcc5e1b5022" providerId="ADAL" clId="{635E1FF7-4D89-47D2-9E44-E652C803D7B4}" dt="2024-01-11T13:36:04.209" v="283" actId="6549"/>
        <pc:sldMkLst>
          <pc:docMk/>
          <pc:sldMk cId="4250654269" sldId="2147481381"/>
        </pc:sldMkLst>
        <pc:spChg chg="mod">
          <ac:chgData name="Li,Yuting (HP Medicine) BII-CN-S" userId="ce8fbb54-122c-426d-b8da-fdcc5e1b5022" providerId="ADAL" clId="{635E1FF7-4D89-47D2-9E44-E652C803D7B4}" dt="2024-01-11T13:36:04.209" v="283" actId="6549"/>
          <ac:spMkLst>
            <pc:docMk/>
            <pc:sldMk cId="4250654269" sldId="2147481381"/>
            <ac:spMk id="16" creationId="{397C50CA-40EC-2B76-5DCF-8E4B0390FC5E}"/>
          </ac:spMkLst>
        </pc:spChg>
      </pc:sldChg>
      <pc:sldChg chg="modSp mod">
        <pc:chgData name="Li,Yuting (HP Medicine) BII-CN-S" userId="ce8fbb54-122c-426d-b8da-fdcc5e1b5022" providerId="ADAL" clId="{635E1FF7-4D89-47D2-9E44-E652C803D7B4}" dt="2024-01-11T07:45:59.085" v="80" actId="1076"/>
        <pc:sldMkLst>
          <pc:docMk/>
          <pc:sldMk cId="3100377490" sldId="2147481388"/>
        </pc:sldMkLst>
        <pc:spChg chg="mod">
          <ac:chgData name="Li,Yuting (HP Medicine) BII-CN-S" userId="ce8fbb54-122c-426d-b8da-fdcc5e1b5022" providerId="ADAL" clId="{635E1FF7-4D89-47D2-9E44-E652C803D7B4}" dt="2024-01-11T07:45:59.085" v="80" actId="1076"/>
          <ac:spMkLst>
            <pc:docMk/>
            <pc:sldMk cId="3100377490" sldId="2147481388"/>
            <ac:spMk id="15" creationId="{B01AB53E-9E55-46BB-7F88-2E3A74A0557A}"/>
          </ac:spMkLst>
        </pc:spChg>
      </pc:sldChg>
      <pc:sldChg chg="modSp new mod">
        <pc:chgData name="Li,Yuting (HP Medicine) BII-CN-S" userId="ce8fbb54-122c-426d-b8da-fdcc5e1b5022" providerId="ADAL" clId="{635E1FF7-4D89-47D2-9E44-E652C803D7B4}" dt="2024-01-12T08:34:08.722" v="678" actId="108"/>
        <pc:sldMkLst>
          <pc:docMk/>
          <pc:sldMk cId="2663030580" sldId="2147481389"/>
        </pc:sldMkLst>
        <pc:spChg chg="mod">
          <ac:chgData name="Li,Yuting (HP Medicine) BII-CN-S" userId="ce8fbb54-122c-426d-b8da-fdcc5e1b5022" providerId="ADAL" clId="{635E1FF7-4D89-47D2-9E44-E652C803D7B4}" dt="2024-01-12T08:34:08.722" v="678" actId="108"/>
          <ac:spMkLst>
            <pc:docMk/>
            <pc:sldMk cId="2663030580" sldId="2147481389"/>
            <ac:spMk id="2" creationId="{2F3EEC15-FBDE-730A-EDA7-714B9FEA4605}"/>
          </ac:spMkLst>
        </pc:spChg>
        <pc:spChg chg="mod">
          <ac:chgData name="Li,Yuting (HP Medicine) BII-CN-S" userId="ce8fbb54-122c-426d-b8da-fdcc5e1b5022" providerId="ADAL" clId="{635E1FF7-4D89-47D2-9E44-E652C803D7B4}" dt="2024-01-12T08:33:20.068" v="663"/>
          <ac:spMkLst>
            <pc:docMk/>
            <pc:sldMk cId="2663030580" sldId="2147481389"/>
            <ac:spMk id="3" creationId="{4E4A978C-6FF1-A6F4-5CCD-93C31D6F4128}"/>
          </ac:spMkLst>
        </pc:spChg>
      </pc:sldChg>
    </pc:docChg>
  </pc:docChgLst>
  <pc:docChgLst>
    <pc:chgData name="Lin,Julia (MED CD&amp;O) BI-TW-T" userId="S::julia.lin@boehringer-ingelheim.com::2407819e-49bf-4c7b-96f7-ea5422769517" providerId="AD" clId="Web-{A25EDC4B-B2E5-9489-E217-42DCEDC1D534}"/>
    <pc:docChg chg="modSld">
      <pc:chgData name="Lin,Julia (MED CD&amp;O) BI-TW-T" userId="S::julia.lin@boehringer-ingelheim.com::2407819e-49bf-4c7b-96f7-ea5422769517" providerId="AD" clId="Web-{A25EDC4B-B2E5-9489-E217-42DCEDC1D534}" dt="2023-05-09T04:16:34.221" v="2"/>
      <pc:docMkLst>
        <pc:docMk/>
      </pc:docMkLst>
      <pc:sldChg chg="modSp addCm">
        <pc:chgData name="Lin,Julia (MED CD&amp;O) BI-TW-T" userId="S::julia.lin@boehringer-ingelheim.com::2407819e-49bf-4c7b-96f7-ea5422769517" providerId="AD" clId="Web-{A25EDC4B-B2E5-9489-E217-42DCEDC1D534}" dt="2023-05-09T04:16:34.221" v="2"/>
        <pc:sldMkLst>
          <pc:docMk/>
          <pc:sldMk cId="3275380510" sldId="2147474026"/>
        </pc:sldMkLst>
        <pc:spChg chg="mod">
          <ac:chgData name="Lin,Julia (MED CD&amp;O) BI-TW-T" userId="S::julia.lin@boehringer-ingelheim.com::2407819e-49bf-4c7b-96f7-ea5422769517" providerId="AD" clId="Web-{A25EDC4B-B2E5-9489-E217-42DCEDC1D534}" dt="2023-05-09T04:15:07.531" v="0" actId="20577"/>
          <ac:spMkLst>
            <pc:docMk/>
            <pc:sldMk cId="3275380510" sldId="2147474026"/>
            <ac:spMk id="5" creationId="{ED313FD7-3429-45C7-99CF-22A9E776C723}"/>
          </ac:spMkLst>
        </pc:spChg>
      </pc:sldChg>
      <pc:sldChg chg="modSp">
        <pc:chgData name="Lin,Julia (MED CD&amp;O) BI-TW-T" userId="S::julia.lin@boehringer-ingelheim.com::2407819e-49bf-4c7b-96f7-ea5422769517" providerId="AD" clId="Web-{A25EDC4B-B2E5-9489-E217-42DCEDC1D534}" dt="2023-05-09T04:15:14.969" v="1" actId="20577"/>
        <pc:sldMkLst>
          <pc:docMk/>
          <pc:sldMk cId="1394418717" sldId="2147474027"/>
        </pc:sldMkLst>
        <pc:spChg chg="mod">
          <ac:chgData name="Lin,Julia (MED CD&amp;O) BI-TW-T" userId="S::julia.lin@boehringer-ingelheim.com::2407819e-49bf-4c7b-96f7-ea5422769517" providerId="AD" clId="Web-{A25EDC4B-B2E5-9489-E217-42DCEDC1D534}" dt="2023-05-09T04:15:14.969" v="1" actId="20577"/>
          <ac:spMkLst>
            <pc:docMk/>
            <pc:sldMk cId="1394418717" sldId="2147474027"/>
            <ac:spMk id="10" creationId="{F4C6B61C-982F-46D1-BDD3-32EC9C1D272D}"/>
          </ac:spMkLst>
        </pc:spChg>
      </pc:sldChg>
    </pc:docChg>
  </pc:docChgLst>
  <pc:docChgLst>
    <pc:chgData name="Li,Fengqiong (HP Med RA) BII-CN-B" userId="dae7b85d-6b67-4faa-a5b6-30ff5e066a0d" providerId="ADAL" clId="{8CBAB257-ED6A-4FBE-A6E2-29C43313E487}"/>
    <pc:docChg chg="undo custSel modSld">
      <pc:chgData name="Li,Fengqiong (HP Med RA) BII-CN-B" userId="dae7b85d-6b67-4faa-a5b6-30ff5e066a0d" providerId="ADAL" clId="{8CBAB257-ED6A-4FBE-A6E2-29C43313E487}" dt="2023-07-05T02:31:44.205" v="58" actId="20577"/>
      <pc:docMkLst>
        <pc:docMk/>
      </pc:docMkLst>
      <pc:sldChg chg="modSp mod">
        <pc:chgData name="Li,Fengqiong (HP Med RA) BII-CN-B" userId="dae7b85d-6b67-4faa-a5b6-30ff5e066a0d" providerId="ADAL" clId="{8CBAB257-ED6A-4FBE-A6E2-29C43313E487}" dt="2023-07-05T02:31:44.205" v="58" actId="20577"/>
        <pc:sldMkLst>
          <pc:docMk/>
          <pc:sldMk cId="3691467755" sldId="2147474113"/>
        </pc:sldMkLst>
        <pc:spChg chg="mod">
          <ac:chgData name="Li,Fengqiong (HP Med RA) BII-CN-B" userId="dae7b85d-6b67-4faa-a5b6-30ff5e066a0d" providerId="ADAL" clId="{8CBAB257-ED6A-4FBE-A6E2-29C43313E487}" dt="2023-07-05T02:31:44.205" v="58" actId="20577"/>
          <ac:spMkLst>
            <pc:docMk/>
            <pc:sldMk cId="3691467755" sldId="2147474113"/>
            <ac:spMk id="6" creationId="{25357EA1-1F19-4D1B-9A4E-2EAB26F09BB9}"/>
          </ac:spMkLst>
        </pc:spChg>
      </pc:sldChg>
    </pc:docChg>
  </pc:docChgLst>
  <pc:docChgLst>
    <pc:chgData name="Lin,Julia (MED CD&amp;O) BI-TW-T" userId="S::julia.lin@boehringer-ingelheim.com::2407819e-49bf-4c7b-96f7-ea5422769517" providerId="AD" clId="Web-{97F22259-FA0F-7771-DCBD-39BC65324553}"/>
    <pc:docChg chg="modSld">
      <pc:chgData name="Lin,Julia (MED CD&amp;O) BI-TW-T" userId="S::julia.lin@boehringer-ingelheim.com::2407819e-49bf-4c7b-96f7-ea5422769517" providerId="AD" clId="Web-{97F22259-FA0F-7771-DCBD-39BC65324553}" dt="2023-05-09T04:02:36.700" v="9" actId="20577"/>
      <pc:docMkLst>
        <pc:docMk/>
      </pc:docMkLst>
      <pc:sldChg chg="modSp">
        <pc:chgData name="Lin,Julia (MED CD&amp;O) BI-TW-T" userId="S::julia.lin@boehringer-ingelheim.com::2407819e-49bf-4c7b-96f7-ea5422769517" providerId="AD" clId="Web-{97F22259-FA0F-7771-DCBD-39BC65324553}" dt="2023-05-09T04:02:36.700" v="9" actId="20577"/>
        <pc:sldMkLst>
          <pc:docMk/>
          <pc:sldMk cId="3275380510" sldId="2147474026"/>
        </pc:sldMkLst>
        <pc:spChg chg="mod">
          <ac:chgData name="Lin,Julia (MED CD&amp;O) BI-TW-T" userId="S::julia.lin@boehringer-ingelheim.com::2407819e-49bf-4c7b-96f7-ea5422769517" providerId="AD" clId="Web-{97F22259-FA0F-7771-DCBD-39BC65324553}" dt="2023-05-09T04:02:09.606" v="6" actId="20577"/>
          <ac:spMkLst>
            <pc:docMk/>
            <pc:sldMk cId="3275380510" sldId="2147474026"/>
            <ac:spMk id="5" creationId="{ED313FD7-3429-45C7-99CF-22A9E776C723}"/>
          </ac:spMkLst>
        </pc:spChg>
        <pc:spChg chg="mod">
          <ac:chgData name="Lin,Julia (MED CD&amp;O) BI-TW-T" userId="S::julia.lin@boehringer-ingelheim.com::2407819e-49bf-4c7b-96f7-ea5422769517" providerId="AD" clId="Web-{97F22259-FA0F-7771-DCBD-39BC65324553}" dt="2023-05-09T04:02:36.700" v="9" actId="20577"/>
          <ac:spMkLst>
            <pc:docMk/>
            <pc:sldMk cId="3275380510" sldId="2147474026"/>
            <ac:spMk id="11" creationId="{6D9E3815-FD13-463D-95BE-F776DC416B70}"/>
          </ac:spMkLst>
        </pc:spChg>
      </pc:sldChg>
    </pc:docChg>
  </pc:docChgLst>
  <pc:docChgLst>
    <pc:chgData name="Wang,Shirley (HP Med RA) BII-CN-B" userId="S::shirley_2.wang@boehringer-ingelheim.com::48b801ce-80b8-42d3-931b-2dcaf726016f" providerId="AD" clId="Web-{4F7DC8A2-3FC6-E6E8-6498-16AF24E92830}"/>
    <pc:docChg chg="modSld">
      <pc:chgData name="Wang,Shirley (HP Med RA) BII-CN-B" userId="S::shirley_2.wang@boehringer-ingelheim.com::48b801ce-80b8-42d3-931b-2dcaf726016f" providerId="AD" clId="Web-{4F7DC8A2-3FC6-E6E8-6498-16AF24E92830}" dt="2023-04-07T06:01:09.946" v="14"/>
      <pc:docMkLst>
        <pc:docMk/>
      </pc:docMkLst>
      <pc:sldChg chg="modSp">
        <pc:chgData name="Wang,Shirley (HP Med RA) BII-CN-B" userId="S::shirley_2.wang@boehringer-ingelheim.com::48b801ce-80b8-42d3-931b-2dcaf726016f" providerId="AD" clId="Web-{4F7DC8A2-3FC6-E6E8-6498-16AF24E92830}" dt="2023-04-07T06:01:09.946" v="14"/>
        <pc:sldMkLst>
          <pc:docMk/>
          <pc:sldMk cId="1855604625" sldId="2147471228"/>
        </pc:sldMkLst>
        <pc:graphicFrameChg chg="mod modGraphic">
          <ac:chgData name="Wang,Shirley (HP Med RA) BII-CN-B" userId="S::shirley_2.wang@boehringer-ingelheim.com::48b801ce-80b8-42d3-931b-2dcaf726016f" providerId="AD" clId="Web-{4F7DC8A2-3FC6-E6E8-6498-16AF24E92830}" dt="2023-04-07T06:01:09.946" v="14"/>
          <ac:graphicFrameMkLst>
            <pc:docMk/>
            <pc:sldMk cId="1855604625" sldId="2147471228"/>
            <ac:graphicFrameMk id="3" creationId="{11AE3040-3184-4C5F-87F2-D328CD8202AC}"/>
          </ac:graphicFrameMkLst>
        </pc:graphicFrameChg>
      </pc:sldChg>
    </pc:docChg>
  </pc:docChgLst>
  <pc:docChgLst>
    <pc:chgData name="Li,Fengqiong (HP Med RA) BII-CN-B" userId="S::fengqiong.li@boehringer-ingelheim.com::dae7b85d-6b67-4faa-a5b6-30ff5e066a0d" providerId="AD" clId="Web-{B2433CE6-40D4-8751-75D0-2A0AC75B3D3C}"/>
    <pc:docChg chg="modSld">
      <pc:chgData name="Li,Fengqiong (HP Med RA) BII-CN-B" userId="S::fengqiong.li@boehringer-ingelheim.com::dae7b85d-6b67-4faa-a5b6-30ff5e066a0d" providerId="AD" clId="Web-{B2433CE6-40D4-8751-75D0-2A0AC75B3D3C}" dt="2022-04-11T02:37:42.242" v="2" actId="20577"/>
      <pc:docMkLst>
        <pc:docMk/>
      </pc:docMkLst>
      <pc:sldChg chg="modSp">
        <pc:chgData name="Li,Fengqiong (HP Med RA) BII-CN-B" userId="S::fengqiong.li@boehringer-ingelheim.com::dae7b85d-6b67-4faa-a5b6-30ff5e066a0d" providerId="AD" clId="Web-{B2433CE6-40D4-8751-75D0-2A0AC75B3D3C}" dt="2022-04-11T02:37:42.242" v="2" actId="20577"/>
        <pc:sldMkLst>
          <pc:docMk/>
          <pc:sldMk cId="4267623655" sldId="2141414117"/>
        </pc:sldMkLst>
        <pc:spChg chg="mod">
          <ac:chgData name="Li,Fengqiong (HP Med RA) BII-CN-B" userId="S::fengqiong.li@boehringer-ingelheim.com::dae7b85d-6b67-4faa-a5b6-30ff5e066a0d" providerId="AD" clId="Web-{B2433CE6-40D4-8751-75D0-2A0AC75B3D3C}" dt="2022-04-11T02:37:42.242" v="2" actId="20577"/>
          <ac:spMkLst>
            <pc:docMk/>
            <pc:sldMk cId="4267623655" sldId="2141414117"/>
            <ac:spMk id="192" creationId="{31193A60-52A8-4E9D-BB69-B3D203C95D66}"/>
          </ac:spMkLst>
        </pc:spChg>
      </pc:sldChg>
    </pc:docChg>
  </pc:docChgLst>
  <pc:docChgLst>
    <pc:chgData name="Wu,Dan (MED CD&amp;O) BII-CN-S" userId="2543b386-fe23-4572-8b97-7e5aae483288" providerId="ADAL" clId="{CA1C0FA9-2EEA-44DD-8ED4-6427D6276670}"/>
    <pc:docChg chg="custSel modSld delMainMaster">
      <pc:chgData name="Wu,Dan (MED CD&amp;O) BII-CN-S" userId="2543b386-fe23-4572-8b97-7e5aae483288" providerId="ADAL" clId="{CA1C0FA9-2EEA-44DD-8ED4-6427D6276670}" dt="2023-04-06T07:51:05.812" v="653" actId="20577"/>
      <pc:docMkLst>
        <pc:docMk/>
      </pc:docMkLst>
      <pc:sldChg chg="modSp mod">
        <pc:chgData name="Wu,Dan (MED CD&amp;O) BII-CN-S" userId="2543b386-fe23-4572-8b97-7e5aae483288" providerId="ADAL" clId="{CA1C0FA9-2EEA-44DD-8ED4-6427D6276670}" dt="2023-04-06T07:51:05.812" v="653" actId="20577"/>
        <pc:sldMkLst>
          <pc:docMk/>
          <pc:sldMk cId="2074525452" sldId="2147471232"/>
        </pc:sldMkLst>
        <pc:spChg chg="mod">
          <ac:chgData name="Wu,Dan (MED CD&amp;O) BII-CN-S" userId="2543b386-fe23-4572-8b97-7e5aae483288" providerId="ADAL" clId="{CA1C0FA9-2EEA-44DD-8ED4-6427D6276670}" dt="2023-04-06T07:51:05.812" v="653" actId="20577"/>
          <ac:spMkLst>
            <pc:docMk/>
            <pc:sldMk cId="2074525452" sldId="2147471232"/>
            <ac:spMk id="62" creationId="{8DB07CF5-ABA1-4C9B-A9DA-0E66E05CDEC6}"/>
          </ac:spMkLst>
        </pc:spChg>
      </pc:sldChg>
      <pc:sldChg chg="addSp delSp modSp mod">
        <pc:chgData name="Wu,Dan (MED CD&amp;O) BII-CN-S" userId="2543b386-fe23-4572-8b97-7e5aae483288" providerId="ADAL" clId="{CA1C0FA9-2EEA-44DD-8ED4-6427D6276670}" dt="2023-04-06T07:50:23.515" v="620" actId="14100"/>
        <pc:sldMkLst>
          <pc:docMk/>
          <pc:sldMk cId="2668428287" sldId="2147471233"/>
        </pc:sldMkLst>
        <pc:spChg chg="mod">
          <ac:chgData name="Wu,Dan (MED CD&amp;O) BII-CN-S" userId="2543b386-fe23-4572-8b97-7e5aae483288" providerId="ADAL" clId="{CA1C0FA9-2EEA-44DD-8ED4-6427D6276670}" dt="2023-04-04T05:02:38.618" v="49" actId="20577"/>
          <ac:spMkLst>
            <pc:docMk/>
            <pc:sldMk cId="2668428287" sldId="2147471233"/>
            <ac:spMk id="2" creationId="{258B1150-3B23-4D74-8634-CE9F7979DC8E}"/>
          </ac:spMkLst>
        </pc:spChg>
        <pc:spChg chg="mod">
          <ac:chgData name="Wu,Dan (MED CD&amp;O) BII-CN-S" userId="2543b386-fe23-4572-8b97-7e5aae483288" providerId="ADAL" clId="{CA1C0FA9-2EEA-44DD-8ED4-6427D6276670}" dt="2023-04-06T07:50:23.515" v="620" actId="14100"/>
          <ac:spMkLst>
            <pc:docMk/>
            <pc:sldMk cId="2668428287" sldId="2147471233"/>
            <ac:spMk id="4" creationId="{EE0CD054-31CA-4AAE-BCA8-82B9C8FF38C0}"/>
          </ac:spMkLst>
        </pc:spChg>
        <pc:graphicFrameChg chg="mod modGraphic">
          <ac:chgData name="Wu,Dan (MED CD&amp;O) BII-CN-S" userId="2543b386-fe23-4572-8b97-7e5aae483288" providerId="ADAL" clId="{CA1C0FA9-2EEA-44DD-8ED4-6427D6276670}" dt="2023-04-06T07:49:46.735" v="611" actId="20577"/>
          <ac:graphicFrameMkLst>
            <pc:docMk/>
            <pc:sldMk cId="2668428287" sldId="2147471233"/>
            <ac:graphicFrameMk id="7" creationId="{68B695A8-F710-48C2-8E68-03FD32C462CF}"/>
          </ac:graphicFrameMkLst>
        </pc:graphicFrameChg>
        <pc:graphicFrameChg chg="modGraphic">
          <ac:chgData name="Wu,Dan (MED CD&amp;O) BII-CN-S" userId="2543b386-fe23-4572-8b97-7e5aae483288" providerId="ADAL" clId="{CA1C0FA9-2EEA-44DD-8ED4-6427D6276670}" dt="2023-04-06T07:49:51.446" v="614" actId="20577"/>
          <ac:graphicFrameMkLst>
            <pc:docMk/>
            <pc:sldMk cId="2668428287" sldId="2147471233"/>
            <ac:graphicFrameMk id="8" creationId="{04BE0399-F2FD-4404-AFC2-5696822B2AA1}"/>
          </ac:graphicFrameMkLst>
        </pc:graphicFrameChg>
        <pc:picChg chg="add del mod ord">
          <ac:chgData name="Wu,Dan (MED CD&amp;O) BII-CN-S" userId="2543b386-fe23-4572-8b97-7e5aae483288" providerId="ADAL" clId="{CA1C0FA9-2EEA-44DD-8ED4-6427D6276670}" dt="2023-04-06T07:50:08.693" v="615" actId="478"/>
          <ac:picMkLst>
            <pc:docMk/>
            <pc:sldMk cId="2668428287" sldId="2147471233"/>
            <ac:picMk id="3" creationId="{AAEA1379-CB0A-4528-AB2C-CE8D91B30854}"/>
          </ac:picMkLst>
        </pc:picChg>
        <pc:picChg chg="add del mod ord">
          <ac:chgData name="Wu,Dan (MED CD&amp;O) BII-CN-S" userId="2543b386-fe23-4572-8b97-7e5aae483288" providerId="ADAL" clId="{CA1C0FA9-2EEA-44DD-8ED4-6427D6276670}" dt="2023-04-04T05:01:42.024" v="30" actId="478"/>
          <ac:picMkLst>
            <pc:docMk/>
            <pc:sldMk cId="2668428287" sldId="2147471233"/>
            <ac:picMk id="5" creationId="{AF5DF268-EEA1-41A5-9473-A119D6A51149}"/>
          </ac:picMkLst>
        </pc:picChg>
        <pc:picChg chg="add mod ord">
          <ac:chgData name="Wu,Dan (MED CD&amp;O) BII-CN-S" userId="2543b386-fe23-4572-8b97-7e5aae483288" providerId="ADAL" clId="{CA1C0FA9-2EEA-44DD-8ED4-6427D6276670}" dt="2023-04-06T07:50:19.398" v="618" actId="1076"/>
          <ac:picMkLst>
            <pc:docMk/>
            <pc:sldMk cId="2668428287" sldId="2147471233"/>
            <ac:picMk id="5" creationId="{CA90A468-BE72-4E9C-B61F-8FF5E65A0656}"/>
          </ac:picMkLst>
        </pc:picChg>
        <pc:picChg chg="add del mod ord">
          <ac:chgData name="Wu,Dan (MED CD&amp;O) BII-CN-S" userId="2543b386-fe23-4572-8b97-7e5aae483288" providerId="ADAL" clId="{CA1C0FA9-2EEA-44DD-8ED4-6427D6276670}" dt="2023-04-06T05:23:06.784" v="591" actId="478"/>
          <ac:picMkLst>
            <pc:docMk/>
            <pc:sldMk cId="2668428287" sldId="2147471233"/>
            <ac:picMk id="6" creationId="{A3B04899-90EA-44DC-8E35-F589CBD4A1A8}"/>
          </ac:picMkLst>
        </pc:picChg>
      </pc:sldChg>
      <pc:sldMasterChg chg="del delSldLayout">
        <pc:chgData name="Wu,Dan (MED CD&amp;O) BII-CN-S" userId="2543b386-fe23-4572-8b97-7e5aae483288" providerId="ADAL" clId="{CA1C0FA9-2EEA-44DD-8ED4-6427D6276670}" dt="2023-04-06T05:22:22.345" v="571" actId="2696"/>
        <pc:sldMasterMkLst>
          <pc:docMk/>
          <pc:sldMasterMk cId="753736432" sldId="2147483785"/>
        </pc:sldMasterMkLst>
        <pc:sldLayoutChg chg="del">
          <pc:chgData name="Wu,Dan (MED CD&amp;O) BII-CN-S" userId="2543b386-fe23-4572-8b97-7e5aae483288" providerId="ADAL" clId="{CA1C0FA9-2EEA-44DD-8ED4-6427D6276670}" dt="2023-04-06T05:22:22.254" v="566" actId="2696"/>
          <pc:sldLayoutMkLst>
            <pc:docMk/>
            <pc:sldMasterMk cId="753736432" sldId="2147483785"/>
            <pc:sldLayoutMk cId="2546274625" sldId="2147483786"/>
          </pc:sldLayoutMkLst>
        </pc:sldLayoutChg>
        <pc:sldLayoutChg chg="del">
          <pc:chgData name="Wu,Dan (MED CD&amp;O) BII-CN-S" userId="2543b386-fe23-4572-8b97-7e5aae483288" providerId="ADAL" clId="{CA1C0FA9-2EEA-44DD-8ED4-6427D6276670}" dt="2023-04-06T05:22:22.276" v="567" actId="2696"/>
          <pc:sldLayoutMkLst>
            <pc:docMk/>
            <pc:sldMasterMk cId="753736432" sldId="2147483785"/>
            <pc:sldLayoutMk cId="2284950965" sldId="2147483787"/>
          </pc:sldLayoutMkLst>
        </pc:sldLayoutChg>
        <pc:sldLayoutChg chg="del">
          <pc:chgData name="Wu,Dan (MED CD&amp;O) BII-CN-S" userId="2543b386-fe23-4572-8b97-7e5aae483288" providerId="ADAL" clId="{CA1C0FA9-2EEA-44DD-8ED4-6427D6276670}" dt="2023-04-06T05:22:22.296" v="568" actId="2696"/>
          <pc:sldLayoutMkLst>
            <pc:docMk/>
            <pc:sldMasterMk cId="753736432" sldId="2147483785"/>
            <pc:sldLayoutMk cId="657344527" sldId="2147483788"/>
          </pc:sldLayoutMkLst>
        </pc:sldLayoutChg>
        <pc:sldLayoutChg chg="del">
          <pc:chgData name="Wu,Dan (MED CD&amp;O) BII-CN-S" userId="2543b386-fe23-4572-8b97-7e5aae483288" providerId="ADAL" clId="{CA1C0FA9-2EEA-44DD-8ED4-6427D6276670}" dt="2023-04-06T05:22:22.312" v="569" actId="2696"/>
          <pc:sldLayoutMkLst>
            <pc:docMk/>
            <pc:sldMasterMk cId="753736432" sldId="2147483785"/>
            <pc:sldLayoutMk cId="3751374035" sldId="2147483789"/>
          </pc:sldLayoutMkLst>
        </pc:sldLayoutChg>
        <pc:sldLayoutChg chg="del">
          <pc:chgData name="Wu,Dan (MED CD&amp;O) BII-CN-S" userId="2543b386-fe23-4572-8b97-7e5aae483288" providerId="ADAL" clId="{CA1C0FA9-2EEA-44DD-8ED4-6427D6276670}" dt="2023-04-06T05:22:22.314" v="570" actId="2696"/>
          <pc:sldLayoutMkLst>
            <pc:docMk/>
            <pc:sldMasterMk cId="753736432" sldId="2147483785"/>
            <pc:sldLayoutMk cId="3767879871" sldId="2147483790"/>
          </pc:sldLayoutMkLst>
        </pc:sldLayoutChg>
      </pc:sldMasterChg>
      <pc:sldMasterChg chg="del delSldLayout">
        <pc:chgData name="Wu,Dan (MED CD&amp;O) BII-CN-S" userId="2543b386-fe23-4572-8b97-7e5aae483288" providerId="ADAL" clId="{CA1C0FA9-2EEA-44DD-8ED4-6427D6276670}" dt="2023-04-06T05:22:17.814" v="111" actId="2696"/>
        <pc:sldMasterMkLst>
          <pc:docMk/>
          <pc:sldMasterMk cId="333160943" sldId="2147483791"/>
        </pc:sldMasterMkLst>
        <pc:sldLayoutChg chg="del">
          <pc:chgData name="Wu,Dan (MED CD&amp;O) BII-CN-S" userId="2543b386-fe23-4572-8b97-7e5aae483288" providerId="ADAL" clId="{CA1C0FA9-2EEA-44DD-8ED4-6427D6276670}" dt="2023-04-06T05:22:17.752" v="83" actId="2696"/>
          <pc:sldLayoutMkLst>
            <pc:docMk/>
            <pc:sldMasterMk cId="333160943" sldId="2147483791"/>
            <pc:sldLayoutMk cId="288699045" sldId="2147483792"/>
          </pc:sldLayoutMkLst>
        </pc:sldLayoutChg>
        <pc:sldLayoutChg chg="del">
          <pc:chgData name="Wu,Dan (MED CD&amp;O) BII-CN-S" userId="2543b386-fe23-4572-8b97-7e5aae483288" providerId="ADAL" clId="{CA1C0FA9-2EEA-44DD-8ED4-6427D6276670}" dt="2023-04-06T05:22:17.753" v="84" actId="2696"/>
          <pc:sldLayoutMkLst>
            <pc:docMk/>
            <pc:sldMasterMk cId="333160943" sldId="2147483791"/>
            <pc:sldLayoutMk cId="1503440562" sldId="2147483793"/>
          </pc:sldLayoutMkLst>
        </pc:sldLayoutChg>
        <pc:sldLayoutChg chg="del">
          <pc:chgData name="Wu,Dan (MED CD&amp;O) BII-CN-S" userId="2543b386-fe23-4572-8b97-7e5aae483288" providerId="ADAL" clId="{CA1C0FA9-2EEA-44DD-8ED4-6427D6276670}" dt="2023-04-06T05:22:17.754" v="85" actId="2696"/>
          <pc:sldLayoutMkLst>
            <pc:docMk/>
            <pc:sldMasterMk cId="333160943" sldId="2147483791"/>
            <pc:sldLayoutMk cId="3669536259" sldId="2147483794"/>
          </pc:sldLayoutMkLst>
        </pc:sldLayoutChg>
        <pc:sldLayoutChg chg="del">
          <pc:chgData name="Wu,Dan (MED CD&amp;O) BII-CN-S" userId="2543b386-fe23-4572-8b97-7e5aae483288" providerId="ADAL" clId="{CA1C0FA9-2EEA-44DD-8ED4-6427D6276670}" dt="2023-04-06T05:22:17.756" v="86" actId="2696"/>
          <pc:sldLayoutMkLst>
            <pc:docMk/>
            <pc:sldMasterMk cId="333160943" sldId="2147483791"/>
            <pc:sldLayoutMk cId="2805498658" sldId="2147483795"/>
          </pc:sldLayoutMkLst>
        </pc:sldLayoutChg>
        <pc:sldLayoutChg chg="del">
          <pc:chgData name="Wu,Dan (MED CD&amp;O) BII-CN-S" userId="2543b386-fe23-4572-8b97-7e5aae483288" providerId="ADAL" clId="{CA1C0FA9-2EEA-44DD-8ED4-6427D6276670}" dt="2023-04-06T05:22:17.758" v="87" actId="2696"/>
          <pc:sldLayoutMkLst>
            <pc:docMk/>
            <pc:sldMasterMk cId="333160943" sldId="2147483791"/>
            <pc:sldLayoutMk cId="1887320088" sldId="2147483796"/>
          </pc:sldLayoutMkLst>
        </pc:sldLayoutChg>
        <pc:sldLayoutChg chg="del">
          <pc:chgData name="Wu,Dan (MED CD&amp;O) BII-CN-S" userId="2543b386-fe23-4572-8b97-7e5aae483288" providerId="ADAL" clId="{CA1C0FA9-2EEA-44DD-8ED4-6427D6276670}" dt="2023-04-06T05:22:17.759" v="88" actId="2696"/>
          <pc:sldLayoutMkLst>
            <pc:docMk/>
            <pc:sldMasterMk cId="333160943" sldId="2147483791"/>
            <pc:sldLayoutMk cId="3211025643" sldId="2147483797"/>
          </pc:sldLayoutMkLst>
        </pc:sldLayoutChg>
        <pc:sldLayoutChg chg="del">
          <pc:chgData name="Wu,Dan (MED CD&amp;O) BII-CN-S" userId="2543b386-fe23-4572-8b97-7e5aae483288" providerId="ADAL" clId="{CA1C0FA9-2EEA-44DD-8ED4-6427D6276670}" dt="2023-04-06T05:22:17.761" v="89" actId="2696"/>
          <pc:sldLayoutMkLst>
            <pc:docMk/>
            <pc:sldMasterMk cId="333160943" sldId="2147483791"/>
            <pc:sldLayoutMk cId="1433279373" sldId="2147483798"/>
          </pc:sldLayoutMkLst>
        </pc:sldLayoutChg>
        <pc:sldLayoutChg chg="del">
          <pc:chgData name="Wu,Dan (MED CD&amp;O) BII-CN-S" userId="2543b386-fe23-4572-8b97-7e5aae483288" providerId="ADAL" clId="{CA1C0FA9-2EEA-44DD-8ED4-6427D6276670}" dt="2023-04-06T05:22:17.762" v="90" actId="2696"/>
          <pc:sldLayoutMkLst>
            <pc:docMk/>
            <pc:sldMasterMk cId="333160943" sldId="2147483791"/>
            <pc:sldLayoutMk cId="2917310952" sldId="2147483799"/>
          </pc:sldLayoutMkLst>
        </pc:sldLayoutChg>
        <pc:sldLayoutChg chg="del">
          <pc:chgData name="Wu,Dan (MED CD&amp;O) BII-CN-S" userId="2543b386-fe23-4572-8b97-7e5aae483288" providerId="ADAL" clId="{CA1C0FA9-2EEA-44DD-8ED4-6427D6276670}" dt="2023-04-06T05:22:17.764" v="91" actId="2696"/>
          <pc:sldLayoutMkLst>
            <pc:docMk/>
            <pc:sldMasterMk cId="333160943" sldId="2147483791"/>
            <pc:sldLayoutMk cId="635252967" sldId="2147483800"/>
          </pc:sldLayoutMkLst>
        </pc:sldLayoutChg>
        <pc:sldLayoutChg chg="del">
          <pc:chgData name="Wu,Dan (MED CD&amp;O) BII-CN-S" userId="2543b386-fe23-4572-8b97-7e5aae483288" providerId="ADAL" clId="{CA1C0FA9-2EEA-44DD-8ED4-6427D6276670}" dt="2023-04-06T05:22:17.765" v="92" actId="2696"/>
          <pc:sldLayoutMkLst>
            <pc:docMk/>
            <pc:sldMasterMk cId="333160943" sldId="2147483791"/>
            <pc:sldLayoutMk cId="988286237" sldId="2147483801"/>
          </pc:sldLayoutMkLst>
        </pc:sldLayoutChg>
        <pc:sldLayoutChg chg="del">
          <pc:chgData name="Wu,Dan (MED CD&amp;O) BII-CN-S" userId="2543b386-fe23-4572-8b97-7e5aae483288" providerId="ADAL" clId="{CA1C0FA9-2EEA-44DD-8ED4-6427D6276670}" dt="2023-04-06T05:22:17.766" v="93" actId="2696"/>
          <pc:sldLayoutMkLst>
            <pc:docMk/>
            <pc:sldMasterMk cId="333160943" sldId="2147483791"/>
            <pc:sldLayoutMk cId="1175053715" sldId="2147483802"/>
          </pc:sldLayoutMkLst>
        </pc:sldLayoutChg>
        <pc:sldLayoutChg chg="del">
          <pc:chgData name="Wu,Dan (MED CD&amp;O) BII-CN-S" userId="2543b386-fe23-4572-8b97-7e5aae483288" providerId="ADAL" clId="{CA1C0FA9-2EEA-44DD-8ED4-6427D6276670}" dt="2023-04-06T05:22:17.767" v="94" actId="2696"/>
          <pc:sldLayoutMkLst>
            <pc:docMk/>
            <pc:sldMasterMk cId="333160943" sldId="2147483791"/>
            <pc:sldLayoutMk cId="973722629" sldId="2147483803"/>
          </pc:sldLayoutMkLst>
        </pc:sldLayoutChg>
        <pc:sldLayoutChg chg="del">
          <pc:chgData name="Wu,Dan (MED CD&amp;O) BII-CN-S" userId="2543b386-fe23-4572-8b97-7e5aae483288" providerId="ADAL" clId="{CA1C0FA9-2EEA-44DD-8ED4-6427D6276670}" dt="2023-04-06T05:22:17.768" v="95" actId="2696"/>
          <pc:sldLayoutMkLst>
            <pc:docMk/>
            <pc:sldMasterMk cId="333160943" sldId="2147483791"/>
            <pc:sldLayoutMk cId="2913139337" sldId="2147483804"/>
          </pc:sldLayoutMkLst>
        </pc:sldLayoutChg>
        <pc:sldLayoutChg chg="del">
          <pc:chgData name="Wu,Dan (MED CD&amp;O) BII-CN-S" userId="2543b386-fe23-4572-8b97-7e5aae483288" providerId="ADAL" clId="{CA1C0FA9-2EEA-44DD-8ED4-6427D6276670}" dt="2023-04-06T05:22:17.769" v="96" actId="2696"/>
          <pc:sldLayoutMkLst>
            <pc:docMk/>
            <pc:sldMasterMk cId="333160943" sldId="2147483791"/>
            <pc:sldLayoutMk cId="2371463017" sldId="2147483805"/>
          </pc:sldLayoutMkLst>
        </pc:sldLayoutChg>
        <pc:sldLayoutChg chg="del">
          <pc:chgData name="Wu,Dan (MED CD&amp;O) BII-CN-S" userId="2543b386-fe23-4572-8b97-7e5aae483288" providerId="ADAL" clId="{CA1C0FA9-2EEA-44DD-8ED4-6427D6276670}" dt="2023-04-06T05:22:17.770" v="97" actId="2696"/>
          <pc:sldLayoutMkLst>
            <pc:docMk/>
            <pc:sldMasterMk cId="333160943" sldId="2147483791"/>
            <pc:sldLayoutMk cId="2709511433" sldId="2147483806"/>
          </pc:sldLayoutMkLst>
        </pc:sldLayoutChg>
        <pc:sldLayoutChg chg="del">
          <pc:chgData name="Wu,Dan (MED CD&amp;O) BII-CN-S" userId="2543b386-fe23-4572-8b97-7e5aae483288" providerId="ADAL" clId="{CA1C0FA9-2EEA-44DD-8ED4-6427D6276670}" dt="2023-04-06T05:22:17.771" v="98" actId="2696"/>
          <pc:sldLayoutMkLst>
            <pc:docMk/>
            <pc:sldMasterMk cId="333160943" sldId="2147483791"/>
            <pc:sldLayoutMk cId="3918982934" sldId="2147483807"/>
          </pc:sldLayoutMkLst>
        </pc:sldLayoutChg>
        <pc:sldLayoutChg chg="del">
          <pc:chgData name="Wu,Dan (MED CD&amp;O) BII-CN-S" userId="2543b386-fe23-4572-8b97-7e5aae483288" providerId="ADAL" clId="{CA1C0FA9-2EEA-44DD-8ED4-6427D6276670}" dt="2023-04-06T05:22:17.773" v="99" actId="2696"/>
          <pc:sldLayoutMkLst>
            <pc:docMk/>
            <pc:sldMasterMk cId="333160943" sldId="2147483791"/>
            <pc:sldLayoutMk cId="4005152867" sldId="2147483808"/>
          </pc:sldLayoutMkLst>
        </pc:sldLayoutChg>
        <pc:sldLayoutChg chg="del">
          <pc:chgData name="Wu,Dan (MED CD&amp;O) BII-CN-S" userId="2543b386-fe23-4572-8b97-7e5aae483288" providerId="ADAL" clId="{CA1C0FA9-2EEA-44DD-8ED4-6427D6276670}" dt="2023-04-06T05:22:17.774" v="100" actId="2696"/>
          <pc:sldLayoutMkLst>
            <pc:docMk/>
            <pc:sldMasterMk cId="333160943" sldId="2147483791"/>
            <pc:sldLayoutMk cId="1803639529" sldId="2147483809"/>
          </pc:sldLayoutMkLst>
        </pc:sldLayoutChg>
        <pc:sldLayoutChg chg="del">
          <pc:chgData name="Wu,Dan (MED CD&amp;O) BII-CN-S" userId="2543b386-fe23-4572-8b97-7e5aae483288" providerId="ADAL" clId="{CA1C0FA9-2EEA-44DD-8ED4-6427D6276670}" dt="2023-04-06T05:22:17.777" v="101" actId="2696"/>
          <pc:sldLayoutMkLst>
            <pc:docMk/>
            <pc:sldMasterMk cId="333160943" sldId="2147483791"/>
            <pc:sldLayoutMk cId="2837384546" sldId="2147483810"/>
          </pc:sldLayoutMkLst>
        </pc:sldLayoutChg>
        <pc:sldLayoutChg chg="del">
          <pc:chgData name="Wu,Dan (MED CD&amp;O) BII-CN-S" userId="2543b386-fe23-4572-8b97-7e5aae483288" providerId="ADAL" clId="{CA1C0FA9-2EEA-44DD-8ED4-6427D6276670}" dt="2023-04-06T05:22:17.779" v="102" actId="2696"/>
          <pc:sldLayoutMkLst>
            <pc:docMk/>
            <pc:sldMasterMk cId="333160943" sldId="2147483791"/>
            <pc:sldLayoutMk cId="801440925" sldId="2147483811"/>
          </pc:sldLayoutMkLst>
        </pc:sldLayoutChg>
        <pc:sldLayoutChg chg="del">
          <pc:chgData name="Wu,Dan (MED CD&amp;O) BII-CN-S" userId="2543b386-fe23-4572-8b97-7e5aae483288" providerId="ADAL" clId="{CA1C0FA9-2EEA-44DD-8ED4-6427D6276670}" dt="2023-04-06T05:22:17.781" v="103" actId="2696"/>
          <pc:sldLayoutMkLst>
            <pc:docMk/>
            <pc:sldMasterMk cId="333160943" sldId="2147483791"/>
            <pc:sldLayoutMk cId="3753518627" sldId="2147483812"/>
          </pc:sldLayoutMkLst>
        </pc:sldLayoutChg>
        <pc:sldLayoutChg chg="del">
          <pc:chgData name="Wu,Dan (MED CD&amp;O) BII-CN-S" userId="2543b386-fe23-4572-8b97-7e5aae483288" providerId="ADAL" clId="{CA1C0FA9-2EEA-44DD-8ED4-6427D6276670}" dt="2023-04-06T05:22:17.783" v="104" actId="2696"/>
          <pc:sldLayoutMkLst>
            <pc:docMk/>
            <pc:sldMasterMk cId="333160943" sldId="2147483791"/>
            <pc:sldLayoutMk cId="3578338052" sldId="2147483813"/>
          </pc:sldLayoutMkLst>
        </pc:sldLayoutChg>
        <pc:sldLayoutChg chg="del">
          <pc:chgData name="Wu,Dan (MED CD&amp;O) BII-CN-S" userId="2543b386-fe23-4572-8b97-7e5aae483288" providerId="ADAL" clId="{CA1C0FA9-2EEA-44DD-8ED4-6427D6276670}" dt="2023-04-06T05:22:17.785" v="105" actId="2696"/>
          <pc:sldLayoutMkLst>
            <pc:docMk/>
            <pc:sldMasterMk cId="333160943" sldId="2147483791"/>
            <pc:sldLayoutMk cId="3221702546" sldId="2147483814"/>
          </pc:sldLayoutMkLst>
        </pc:sldLayoutChg>
        <pc:sldLayoutChg chg="del">
          <pc:chgData name="Wu,Dan (MED CD&amp;O) BII-CN-S" userId="2543b386-fe23-4572-8b97-7e5aae483288" providerId="ADAL" clId="{CA1C0FA9-2EEA-44DD-8ED4-6427D6276670}" dt="2023-04-06T05:22:17.787" v="106" actId="2696"/>
          <pc:sldLayoutMkLst>
            <pc:docMk/>
            <pc:sldMasterMk cId="333160943" sldId="2147483791"/>
            <pc:sldLayoutMk cId="1183755054" sldId="2147483815"/>
          </pc:sldLayoutMkLst>
        </pc:sldLayoutChg>
        <pc:sldLayoutChg chg="del">
          <pc:chgData name="Wu,Dan (MED CD&amp;O) BII-CN-S" userId="2543b386-fe23-4572-8b97-7e5aae483288" providerId="ADAL" clId="{CA1C0FA9-2EEA-44DD-8ED4-6427D6276670}" dt="2023-04-06T05:22:17.790" v="107" actId="2696"/>
          <pc:sldLayoutMkLst>
            <pc:docMk/>
            <pc:sldMasterMk cId="333160943" sldId="2147483791"/>
            <pc:sldLayoutMk cId="441504708" sldId="2147483816"/>
          </pc:sldLayoutMkLst>
        </pc:sldLayoutChg>
        <pc:sldLayoutChg chg="del">
          <pc:chgData name="Wu,Dan (MED CD&amp;O) BII-CN-S" userId="2543b386-fe23-4572-8b97-7e5aae483288" providerId="ADAL" clId="{CA1C0FA9-2EEA-44DD-8ED4-6427D6276670}" dt="2023-04-06T05:22:17.801" v="108" actId="2696"/>
          <pc:sldLayoutMkLst>
            <pc:docMk/>
            <pc:sldMasterMk cId="333160943" sldId="2147483791"/>
            <pc:sldLayoutMk cId="2015374585" sldId="2147483817"/>
          </pc:sldLayoutMkLst>
        </pc:sldLayoutChg>
        <pc:sldLayoutChg chg="del">
          <pc:chgData name="Wu,Dan (MED CD&amp;O) BII-CN-S" userId="2543b386-fe23-4572-8b97-7e5aae483288" providerId="ADAL" clId="{CA1C0FA9-2EEA-44DD-8ED4-6427D6276670}" dt="2023-04-06T05:22:17.810" v="109" actId="2696"/>
          <pc:sldLayoutMkLst>
            <pc:docMk/>
            <pc:sldMasterMk cId="333160943" sldId="2147483791"/>
            <pc:sldLayoutMk cId="1918670965" sldId="2147483818"/>
          </pc:sldLayoutMkLst>
        </pc:sldLayoutChg>
        <pc:sldLayoutChg chg="del">
          <pc:chgData name="Wu,Dan (MED CD&amp;O) BII-CN-S" userId="2543b386-fe23-4572-8b97-7e5aae483288" providerId="ADAL" clId="{CA1C0FA9-2EEA-44DD-8ED4-6427D6276670}" dt="2023-04-06T05:22:17.811" v="110" actId="2696"/>
          <pc:sldLayoutMkLst>
            <pc:docMk/>
            <pc:sldMasterMk cId="333160943" sldId="2147483791"/>
            <pc:sldLayoutMk cId="3289510010" sldId="2147483819"/>
          </pc:sldLayoutMkLst>
        </pc:sldLayoutChg>
      </pc:sldMasterChg>
      <pc:sldMasterChg chg="del delSldLayout">
        <pc:chgData name="Wu,Dan (MED CD&amp;O) BII-CN-S" userId="2543b386-fe23-4572-8b97-7e5aae483288" providerId="ADAL" clId="{CA1C0FA9-2EEA-44DD-8ED4-6427D6276670}" dt="2023-04-06T05:22:21.719" v="486" actId="2696"/>
        <pc:sldMasterMkLst>
          <pc:docMk/>
          <pc:sldMasterMk cId="3768203352" sldId="2147483820"/>
        </pc:sldMasterMkLst>
        <pc:sldLayoutChg chg="del">
          <pc:chgData name="Wu,Dan (MED CD&amp;O) BII-CN-S" userId="2543b386-fe23-4572-8b97-7e5aae483288" providerId="ADAL" clId="{CA1C0FA9-2EEA-44DD-8ED4-6427D6276670}" dt="2023-04-06T05:22:21.664" v="459" actId="2696"/>
          <pc:sldLayoutMkLst>
            <pc:docMk/>
            <pc:sldMasterMk cId="3768203352" sldId="2147483820"/>
            <pc:sldLayoutMk cId="1792301591" sldId="2147483821"/>
          </pc:sldLayoutMkLst>
        </pc:sldLayoutChg>
        <pc:sldLayoutChg chg="del">
          <pc:chgData name="Wu,Dan (MED CD&amp;O) BII-CN-S" userId="2543b386-fe23-4572-8b97-7e5aae483288" providerId="ADAL" clId="{CA1C0FA9-2EEA-44DD-8ED4-6427D6276670}" dt="2023-04-06T05:22:21.666" v="460" actId="2696"/>
          <pc:sldLayoutMkLst>
            <pc:docMk/>
            <pc:sldMasterMk cId="3768203352" sldId="2147483820"/>
            <pc:sldLayoutMk cId="1672215603" sldId="2147483822"/>
          </pc:sldLayoutMkLst>
        </pc:sldLayoutChg>
        <pc:sldLayoutChg chg="del">
          <pc:chgData name="Wu,Dan (MED CD&amp;O) BII-CN-S" userId="2543b386-fe23-4572-8b97-7e5aae483288" providerId="ADAL" clId="{CA1C0FA9-2EEA-44DD-8ED4-6427D6276670}" dt="2023-04-06T05:22:21.668" v="461" actId="2696"/>
          <pc:sldLayoutMkLst>
            <pc:docMk/>
            <pc:sldMasterMk cId="3768203352" sldId="2147483820"/>
            <pc:sldLayoutMk cId="337759545" sldId="2147483823"/>
          </pc:sldLayoutMkLst>
        </pc:sldLayoutChg>
        <pc:sldLayoutChg chg="del">
          <pc:chgData name="Wu,Dan (MED CD&amp;O) BII-CN-S" userId="2543b386-fe23-4572-8b97-7e5aae483288" providerId="ADAL" clId="{CA1C0FA9-2EEA-44DD-8ED4-6427D6276670}" dt="2023-04-06T05:22:21.669" v="462" actId="2696"/>
          <pc:sldLayoutMkLst>
            <pc:docMk/>
            <pc:sldMasterMk cId="3768203352" sldId="2147483820"/>
            <pc:sldLayoutMk cId="2018511980" sldId="2147483824"/>
          </pc:sldLayoutMkLst>
        </pc:sldLayoutChg>
        <pc:sldLayoutChg chg="del">
          <pc:chgData name="Wu,Dan (MED CD&amp;O) BII-CN-S" userId="2543b386-fe23-4572-8b97-7e5aae483288" providerId="ADAL" clId="{CA1C0FA9-2EEA-44DD-8ED4-6427D6276670}" dt="2023-04-06T05:22:21.671" v="463" actId="2696"/>
          <pc:sldLayoutMkLst>
            <pc:docMk/>
            <pc:sldMasterMk cId="3768203352" sldId="2147483820"/>
            <pc:sldLayoutMk cId="2694957662" sldId="2147483825"/>
          </pc:sldLayoutMkLst>
        </pc:sldLayoutChg>
        <pc:sldLayoutChg chg="del">
          <pc:chgData name="Wu,Dan (MED CD&amp;O) BII-CN-S" userId="2543b386-fe23-4572-8b97-7e5aae483288" providerId="ADAL" clId="{CA1C0FA9-2EEA-44DD-8ED4-6427D6276670}" dt="2023-04-06T05:22:21.672" v="464" actId="2696"/>
          <pc:sldLayoutMkLst>
            <pc:docMk/>
            <pc:sldMasterMk cId="3768203352" sldId="2147483820"/>
            <pc:sldLayoutMk cId="912266063" sldId="2147483826"/>
          </pc:sldLayoutMkLst>
        </pc:sldLayoutChg>
        <pc:sldLayoutChg chg="del">
          <pc:chgData name="Wu,Dan (MED CD&amp;O) BII-CN-S" userId="2543b386-fe23-4572-8b97-7e5aae483288" providerId="ADAL" clId="{CA1C0FA9-2EEA-44DD-8ED4-6427D6276670}" dt="2023-04-06T05:22:21.675" v="465" actId="2696"/>
          <pc:sldLayoutMkLst>
            <pc:docMk/>
            <pc:sldMasterMk cId="3768203352" sldId="2147483820"/>
            <pc:sldLayoutMk cId="1590431835" sldId="2147483827"/>
          </pc:sldLayoutMkLst>
        </pc:sldLayoutChg>
        <pc:sldLayoutChg chg="del">
          <pc:chgData name="Wu,Dan (MED CD&amp;O) BII-CN-S" userId="2543b386-fe23-4572-8b97-7e5aae483288" providerId="ADAL" clId="{CA1C0FA9-2EEA-44DD-8ED4-6427D6276670}" dt="2023-04-06T05:22:21.675" v="466" actId="2696"/>
          <pc:sldLayoutMkLst>
            <pc:docMk/>
            <pc:sldMasterMk cId="3768203352" sldId="2147483820"/>
            <pc:sldLayoutMk cId="1340250993" sldId="2147483828"/>
          </pc:sldLayoutMkLst>
        </pc:sldLayoutChg>
        <pc:sldLayoutChg chg="del">
          <pc:chgData name="Wu,Dan (MED CD&amp;O) BII-CN-S" userId="2543b386-fe23-4572-8b97-7e5aae483288" providerId="ADAL" clId="{CA1C0FA9-2EEA-44DD-8ED4-6427D6276670}" dt="2023-04-06T05:22:21.676" v="467" actId="2696"/>
          <pc:sldLayoutMkLst>
            <pc:docMk/>
            <pc:sldMasterMk cId="3768203352" sldId="2147483820"/>
            <pc:sldLayoutMk cId="570574923" sldId="2147483829"/>
          </pc:sldLayoutMkLst>
        </pc:sldLayoutChg>
        <pc:sldLayoutChg chg="del">
          <pc:chgData name="Wu,Dan (MED CD&amp;O) BII-CN-S" userId="2543b386-fe23-4572-8b97-7e5aae483288" providerId="ADAL" clId="{CA1C0FA9-2EEA-44DD-8ED4-6427D6276670}" dt="2023-04-06T05:22:21.678" v="468" actId="2696"/>
          <pc:sldLayoutMkLst>
            <pc:docMk/>
            <pc:sldMasterMk cId="3768203352" sldId="2147483820"/>
            <pc:sldLayoutMk cId="2936718807" sldId="2147483830"/>
          </pc:sldLayoutMkLst>
        </pc:sldLayoutChg>
        <pc:sldLayoutChg chg="del">
          <pc:chgData name="Wu,Dan (MED CD&amp;O) BII-CN-S" userId="2543b386-fe23-4572-8b97-7e5aae483288" providerId="ADAL" clId="{CA1C0FA9-2EEA-44DD-8ED4-6427D6276670}" dt="2023-04-06T05:22:21.679" v="469" actId="2696"/>
          <pc:sldLayoutMkLst>
            <pc:docMk/>
            <pc:sldMasterMk cId="3768203352" sldId="2147483820"/>
            <pc:sldLayoutMk cId="2511753155" sldId="2147483831"/>
          </pc:sldLayoutMkLst>
        </pc:sldLayoutChg>
        <pc:sldLayoutChg chg="del">
          <pc:chgData name="Wu,Dan (MED CD&amp;O) BII-CN-S" userId="2543b386-fe23-4572-8b97-7e5aae483288" providerId="ADAL" clId="{CA1C0FA9-2EEA-44DD-8ED4-6427D6276670}" dt="2023-04-06T05:22:21.680" v="470" actId="2696"/>
          <pc:sldLayoutMkLst>
            <pc:docMk/>
            <pc:sldMasterMk cId="3768203352" sldId="2147483820"/>
            <pc:sldLayoutMk cId="1728851116" sldId="2147483832"/>
          </pc:sldLayoutMkLst>
        </pc:sldLayoutChg>
        <pc:sldLayoutChg chg="del">
          <pc:chgData name="Wu,Dan (MED CD&amp;O) BII-CN-S" userId="2543b386-fe23-4572-8b97-7e5aae483288" providerId="ADAL" clId="{CA1C0FA9-2EEA-44DD-8ED4-6427D6276670}" dt="2023-04-06T05:22:21.681" v="471" actId="2696"/>
          <pc:sldLayoutMkLst>
            <pc:docMk/>
            <pc:sldMasterMk cId="3768203352" sldId="2147483820"/>
            <pc:sldLayoutMk cId="3107548484" sldId="2147483833"/>
          </pc:sldLayoutMkLst>
        </pc:sldLayoutChg>
        <pc:sldLayoutChg chg="del">
          <pc:chgData name="Wu,Dan (MED CD&amp;O) BII-CN-S" userId="2543b386-fe23-4572-8b97-7e5aae483288" providerId="ADAL" clId="{CA1C0FA9-2EEA-44DD-8ED4-6427D6276670}" dt="2023-04-06T05:22:21.682" v="472" actId="2696"/>
          <pc:sldLayoutMkLst>
            <pc:docMk/>
            <pc:sldMasterMk cId="3768203352" sldId="2147483820"/>
            <pc:sldLayoutMk cId="1656941122" sldId="2147483834"/>
          </pc:sldLayoutMkLst>
        </pc:sldLayoutChg>
        <pc:sldLayoutChg chg="del">
          <pc:chgData name="Wu,Dan (MED CD&amp;O) BII-CN-S" userId="2543b386-fe23-4572-8b97-7e5aae483288" providerId="ADAL" clId="{CA1C0FA9-2EEA-44DD-8ED4-6427D6276670}" dt="2023-04-06T05:22:21.683" v="473" actId="2696"/>
          <pc:sldLayoutMkLst>
            <pc:docMk/>
            <pc:sldMasterMk cId="3768203352" sldId="2147483820"/>
            <pc:sldLayoutMk cId="3609610551" sldId="2147483835"/>
          </pc:sldLayoutMkLst>
        </pc:sldLayoutChg>
        <pc:sldLayoutChg chg="del">
          <pc:chgData name="Wu,Dan (MED CD&amp;O) BII-CN-S" userId="2543b386-fe23-4572-8b97-7e5aae483288" providerId="ADAL" clId="{CA1C0FA9-2EEA-44DD-8ED4-6427D6276670}" dt="2023-04-06T05:22:21.684" v="474" actId="2696"/>
          <pc:sldLayoutMkLst>
            <pc:docMk/>
            <pc:sldMasterMk cId="3768203352" sldId="2147483820"/>
            <pc:sldLayoutMk cId="1755667529" sldId="2147483836"/>
          </pc:sldLayoutMkLst>
        </pc:sldLayoutChg>
        <pc:sldLayoutChg chg="del">
          <pc:chgData name="Wu,Dan (MED CD&amp;O) BII-CN-S" userId="2543b386-fe23-4572-8b97-7e5aae483288" providerId="ADAL" clId="{CA1C0FA9-2EEA-44DD-8ED4-6427D6276670}" dt="2023-04-06T05:22:21.685" v="475" actId="2696"/>
          <pc:sldLayoutMkLst>
            <pc:docMk/>
            <pc:sldMasterMk cId="3768203352" sldId="2147483820"/>
            <pc:sldLayoutMk cId="1438207690" sldId="2147483837"/>
          </pc:sldLayoutMkLst>
        </pc:sldLayoutChg>
        <pc:sldLayoutChg chg="del">
          <pc:chgData name="Wu,Dan (MED CD&amp;O) BII-CN-S" userId="2543b386-fe23-4572-8b97-7e5aae483288" providerId="ADAL" clId="{CA1C0FA9-2EEA-44DD-8ED4-6427D6276670}" dt="2023-04-06T05:22:21.686" v="476" actId="2696"/>
          <pc:sldLayoutMkLst>
            <pc:docMk/>
            <pc:sldMasterMk cId="3768203352" sldId="2147483820"/>
            <pc:sldLayoutMk cId="178837263" sldId="2147483838"/>
          </pc:sldLayoutMkLst>
        </pc:sldLayoutChg>
        <pc:sldLayoutChg chg="del">
          <pc:chgData name="Wu,Dan (MED CD&amp;O) BII-CN-S" userId="2543b386-fe23-4572-8b97-7e5aae483288" providerId="ADAL" clId="{CA1C0FA9-2EEA-44DD-8ED4-6427D6276670}" dt="2023-04-06T05:22:21.689" v="477" actId="2696"/>
          <pc:sldLayoutMkLst>
            <pc:docMk/>
            <pc:sldMasterMk cId="3768203352" sldId="2147483820"/>
            <pc:sldLayoutMk cId="1517742301" sldId="2147483839"/>
          </pc:sldLayoutMkLst>
        </pc:sldLayoutChg>
        <pc:sldLayoutChg chg="del">
          <pc:chgData name="Wu,Dan (MED CD&amp;O) BII-CN-S" userId="2543b386-fe23-4572-8b97-7e5aae483288" providerId="ADAL" clId="{CA1C0FA9-2EEA-44DD-8ED4-6427D6276670}" dt="2023-04-06T05:22:21.691" v="478" actId="2696"/>
          <pc:sldLayoutMkLst>
            <pc:docMk/>
            <pc:sldMasterMk cId="3768203352" sldId="2147483820"/>
            <pc:sldLayoutMk cId="2272483237" sldId="2147483840"/>
          </pc:sldLayoutMkLst>
        </pc:sldLayoutChg>
        <pc:sldLayoutChg chg="del">
          <pc:chgData name="Wu,Dan (MED CD&amp;O) BII-CN-S" userId="2543b386-fe23-4572-8b97-7e5aae483288" providerId="ADAL" clId="{CA1C0FA9-2EEA-44DD-8ED4-6427D6276670}" dt="2023-04-06T05:22:21.693" v="479" actId="2696"/>
          <pc:sldLayoutMkLst>
            <pc:docMk/>
            <pc:sldMasterMk cId="3768203352" sldId="2147483820"/>
            <pc:sldLayoutMk cId="1443176771" sldId="2147483841"/>
          </pc:sldLayoutMkLst>
        </pc:sldLayoutChg>
        <pc:sldLayoutChg chg="del">
          <pc:chgData name="Wu,Dan (MED CD&amp;O) BII-CN-S" userId="2543b386-fe23-4572-8b97-7e5aae483288" providerId="ADAL" clId="{CA1C0FA9-2EEA-44DD-8ED4-6427D6276670}" dt="2023-04-06T05:22:21.695" v="480" actId="2696"/>
          <pc:sldLayoutMkLst>
            <pc:docMk/>
            <pc:sldMasterMk cId="3768203352" sldId="2147483820"/>
            <pc:sldLayoutMk cId="3949983708" sldId="2147483842"/>
          </pc:sldLayoutMkLst>
        </pc:sldLayoutChg>
        <pc:sldLayoutChg chg="del">
          <pc:chgData name="Wu,Dan (MED CD&amp;O) BII-CN-S" userId="2543b386-fe23-4572-8b97-7e5aae483288" providerId="ADAL" clId="{CA1C0FA9-2EEA-44DD-8ED4-6427D6276670}" dt="2023-04-06T05:22:21.697" v="481" actId="2696"/>
          <pc:sldLayoutMkLst>
            <pc:docMk/>
            <pc:sldMasterMk cId="3768203352" sldId="2147483820"/>
            <pc:sldLayoutMk cId="3622816988" sldId="2147483843"/>
          </pc:sldLayoutMkLst>
        </pc:sldLayoutChg>
        <pc:sldLayoutChg chg="del">
          <pc:chgData name="Wu,Dan (MED CD&amp;O) BII-CN-S" userId="2543b386-fe23-4572-8b97-7e5aae483288" providerId="ADAL" clId="{CA1C0FA9-2EEA-44DD-8ED4-6427D6276670}" dt="2023-04-06T05:22:21.699" v="482" actId="2696"/>
          <pc:sldLayoutMkLst>
            <pc:docMk/>
            <pc:sldMasterMk cId="3768203352" sldId="2147483820"/>
            <pc:sldLayoutMk cId="3720426180" sldId="2147483844"/>
          </pc:sldLayoutMkLst>
        </pc:sldLayoutChg>
        <pc:sldLayoutChg chg="del">
          <pc:chgData name="Wu,Dan (MED CD&amp;O) BII-CN-S" userId="2543b386-fe23-4572-8b97-7e5aae483288" providerId="ADAL" clId="{CA1C0FA9-2EEA-44DD-8ED4-6427D6276670}" dt="2023-04-06T05:22:21.700" v="483" actId="2696"/>
          <pc:sldLayoutMkLst>
            <pc:docMk/>
            <pc:sldMasterMk cId="3768203352" sldId="2147483820"/>
            <pc:sldLayoutMk cId="3584082825" sldId="2147483845"/>
          </pc:sldLayoutMkLst>
        </pc:sldLayoutChg>
        <pc:sldLayoutChg chg="del">
          <pc:chgData name="Wu,Dan (MED CD&amp;O) BII-CN-S" userId="2543b386-fe23-4572-8b97-7e5aae483288" providerId="ADAL" clId="{CA1C0FA9-2EEA-44DD-8ED4-6427D6276670}" dt="2023-04-06T05:22:21.708" v="484" actId="2696"/>
          <pc:sldLayoutMkLst>
            <pc:docMk/>
            <pc:sldMasterMk cId="3768203352" sldId="2147483820"/>
            <pc:sldLayoutMk cId="3452497682" sldId="2147483846"/>
          </pc:sldLayoutMkLst>
        </pc:sldLayoutChg>
        <pc:sldLayoutChg chg="del">
          <pc:chgData name="Wu,Dan (MED CD&amp;O) BII-CN-S" userId="2543b386-fe23-4572-8b97-7e5aae483288" providerId="ADAL" clId="{CA1C0FA9-2EEA-44DD-8ED4-6427D6276670}" dt="2023-04-06T05:22:21.717" v="485" actId="2696"/>
          <pc:sldLayoutMkLst>
            <pc:docMk/>
            <pc:sldMasterMk cId="3768203352" sldId="2147483820"/>
            <pc:sldLayoutMk cId="2553783087" sldId="2147483847"/>
          </pc:sldLayoutMkLst>
        </pc:sldLayoutChg>
      </pc:sldMasterChg>
      <pc:sldMasterChg chg="del delSldLayout">
        <pc:chgData name="Wu,Dan (MED CD&amp;O) BII-CN-S" userId="2543b386-fe23-4572-8b97-7e5aae483288" providerId="ADAL" clId="{CA1C0FA9-2EEA-44DD-8ED4-6427D6276670}" dt="2023-04-06T05:22:20.321" v="167" actId="2696"/>
        <pc:sldMasterMkLst>
          <pc:docMk/>
          <pc:sldMasterMk cId="2710880105" sldId="2147483848"/>
        </pc:sldMasterMkLst>
        <pc:sldLayoutChg chg="del">
          <pc:chgData name="Wu,Dan (MED CD&amp;O) BII-CN-S" userId="2543b386-fe23-4572-8b97-7e5aae483288" providerId="ADAL" clId="{CA1C0FA9-2EEA-44DD-8ED4-6427D6276670}" dt="2023-04-06T05:22:17.887" v="146" actId="2696"/>
          <pc:sldLayoutMkLst>
            <pc:docMk/>
            <pc:sldMasterMk cId="2710880105" sldId="2147483848"/>
            <pc:sldLayoutMk cId="3911541064" sldId="2147483849"/>
          </pc:sldLayoutMkLst>
        </pc:sldLayoutChg>
        <pc:sldLayoutChg chg="del">
          <pc:chgData name="Wu,Dan (MED CD&amp;O) BII-CN-S" userId="2543b386-fe23-4572-8b97-7e5aae483288" providerId="ADAL" clId="{CA1C0FA9-2EEA-44DD-8ED4-6427D6276670}" dt="2023-04-06T05:22:17.888" v="147" actId="2696"/>
          <pc:sldLayoutMkLst>
            <pc:docMk/>
            <pc:sldMasterMk cId="2710880105" sldId="2147483848"/>
            <pc:sldLayoutMk cId="2376214149" sldId="2147483850"/>
          </pc:sldLayoutMkLst>
        </pc:sldLayoutChg>
        <pc:sldLayoutChg chg="del">
          <pc:chgData name="Wu,Dan (MED CD&amp;O) BII-CN-S" userId="2543b386-fe23-4572-8b97-7e5aae483288" providerId="ADAL" clId="{CA1C0FA9-2EEA-44DD-8ED4-6427D6276670}" dt="2023-04-06T05:22:17.889" v="148" actId="2696"/>
          <pc:sldLayoutMkLst>
            <pc:docMk/>
            <pc:sldMasterMk cId="2710880105" sldId="2147483848"/>
            <pc:sldLayoutMk cId="963493287" sldId="2147483851"/>
          </pc:sldLayoutMkLst>
        </pc:sldLayoutChg>
        <pc:sldLayoutChg chg="del">
          <pc:chgData name="Wu,Dan (MED CD&amp;O) BII-CN-S" userId="2543b386-fe23-4572-8b97-7e5aae483288" providerId="ADAL" clId="{CA1C0FA9-2EEA-44DD-8ED4-6427D6276670}" dt="2023-04-06T05:22:17.891" v="149" actId="2696"/>
          <pc:sldLayoutMkLst>
            <pc:docMk/>
            <pc:sldMasterMk cId="2710880105" sldId="2147483848"/>
            <pc:sldLayoutMk cId="3147561295" sldId="2147483852"/>
          </pc:sldLayoutMkLst>
        </pc:sldLayoutChg>
        <pc:sldLayoutChg chg="del">
          <pc:chgData name="Wu,Dan (MED CD&amp;O) BII-CN-S" userId="2543b386-fe23-4572-8b97-7e5aae483288" providerId="ADAL" clId="{CA1C0FA9-2EEA-44DD-8ED4-6427D6276670}" dt="2023-04-06T05:22:17.892" v="150" actId="2696"/>
          <pc:sldLayoutMkLst>
            <pc:docMk/>
            <pc:sldMasterMk cId="2710880105" sldId="2147483848"/>
            <pc:sldLayoutMk cId="2000535288" sldId="2147483853"/>
          </pc:sldLayoutMkLst>
        </pc:sldLayoutChg>
        <pc:sldLayoutChg chg="del">
          <pc:chgData name="Wu,Dan (MED CD&amp;O) BII-CN-S" userId="2543b386-fe23-4572-8b97-7e5aae483288" providerId="ADAL" clId="{CA1C0FA9-2EEA-44DD-8ED4-6427D6276670}" dt="2023-04-06T05:22:20.289" v="151" actId="2696"/>
          <pc:sldLayoutMkLst>
            <pc:docMk/>
            <pc:sldMasterMk cId="2710880105" sldId="2147483848"/>
            <pc:sldLayoutMk cId="2261089442" sldId="2147483854"/>
          </pc:sldLayoutMkLst>
        </pc:sldLayoutChg>
        <pc:sldLayoutChg chg="del">
          <pc:chgData name="Wu,Dan (MED CD&amp;O) BII-CN-S" userId="2543b386-fe23-4572-8b97-7e5aae483288" providerId="ADAL" clId="{CA1C0FA9-2EEA-44DD-8ED4-6427D6276670}" dt="2023-04-06T05:22:20.291" v="152" actId="2696"/>
          <pc:sldLayoutMkLst>
            <pc:docMk/>
            <pc:sldMasterMk cId="2710880105" sldId="2147483848"/>
            <pc:sldLayoutMk cId="683043734" sldId="2147483855"/>
          </pc:sldLayoutMkLst>
        </pc:sldLayoutChg>
        <pc:sldLayoutChg chg="del">
          <pc:chgData name="Wu,Dan (MED CD&amp;O) BII-CN-S" userId="2543b386-fe23-4572-8b97-7e5aae483288" providerId="ADAL" clId="{CA1C0FA9-2EEA-44DD-8ED4-6427D6276670}" dt="2023-04-06T05:22:20.292" v="153" actId="2696"/>
          <pc:sldLayoutMkLst>
            <pc:docMk/>
            <pc:sldMasterMk cId="2710880105" sldId="2147483848"/>
            <pc:sldLayoutMk cId="1326666098" sldId="2147483856"/>
          </pc:sldLayoutMkLst>
        </pc:sldLayoutChg>
        <pc:sldLayoutChg chg="del">
          <pc:chgData name="Wu,Dan (MED CD&amp;O) BII-CN-S" userId="2543b386-fe23-4572-8b97-7e5aae483288" providerId="ADAL" clId="{CA1C0FA9-2EEA-44DD-8ED4-6427D6276670}" dt="2023-04-06T05:22:20.293" v="154" actId="2696"/>
          <pc:sldLayoutMkLst>
            <pc:docMk/>
            <pc:sldMasterMk cId="2710880105" sldId="2147483848"/>
            <pc:sldLayoutMk cId="2728546320" sldId="2147483857"/>
          </pc:sldLayoutMkLst>
        </pc:sldLayoutChg>
        <pc:sldLayoutChg chg="del">
          <pc:chgData name="Wu,Dan (MED CD&amp;O) BII-CN-S" userId="2543b386-fe23-4572-8b97-7e5aae483288" providerId="ADAL" clId="{CA1C0FA9-2EEA-44DD-8ED4-6427D6276670}" dt="2023-04-06T05:22:20.294" v="155" actId="2696"/>
          <pc:sldLayoutMkLst>
            <pc:docMk/>
            <pc:sldMasterMk cId="2710880105" sldId="2147483848"/>
            <pc:sldLayoutMk cId="3067944817" sldId="2147483858"/>
          </pc:sldLayoutMkLst>
        </pc:sldLayoutChg>
        <pc:sldLayoutChg chg="del">
          <pc:chgData name="Wu,Dan (MED CD&amp;O) BII-CN-S" userId="2543b386-fe23-4572-8b97-7e5aae483288" providerId="ADAL" clId="{CA1C0FA9-2EEA-44DD-8ED4-6427D6276670}" dt="2023-04-06T05:22:20.296" v="156" actId="2696"/>
          <pc:sldLayoutMkLst>
            <pc:docMk/>
            <pc:sldMasterMk cId="2710880105" sldId="2147483848"/>
            <pc:sldLayoutMk cId="1833914979" sldId="2147483859"/>
          </pc:sldLayoutMkLst>
        </pc:sldLayoutChg>
        <pc:sldLayoutChg chg="del">
          <pc:chgData name="Wu,Dan (MED CD&amp;O) BII-CN-S" userId="2543b386-fe23-4572-8b97-7e5aae483288" providerId="ADAL" clId="{CA1C0FA9-2EEA-44DD-8ED4-6427D6276670}" dt="2023-04-06T05:22:20.297" v="157" actId="2696"/>
          <pc:sldLayoutMkLst>
            <pc:docMk/>
            <pc:sldMasterMk cId="2710880105" sldId="2147483848"/>
            <pc:sldLayoutMk cId="3394061165" sldId="2147483860"/>
          </pc:sldLayoutMkLst>
        </pc:sldLayoutChg>
        <pc:sldLayoutChg chg="del">
          <pc:chgData name="Wu,Dan (MED CD&amp;O) BII-CN-S" userId="2543b386-fe23-4572-8b97-7e5aae483288" providerId="ADAL" clId="{CA1C0FA9-2EEA-44DD-8ED4-6427D6276670}" dt="2023-04-06T05:22:20.298" v="158" actId="2696"/>
          <pc:sldLayoutMkLst>
            <pc:docMk/>
            <pc:sldMasterMk cId="2710880105" sldId="2147483848"/>
            <pc:sldLayoutMk cId="2749925585" sldId="2147483861"/>
          </pc:sldLayoutMkLst>
        </pc:sldLayoutChg>
        <pc:sldLayoutChg chg="del">
          <pc:chgData name="Wu,Dan (MED CD&amp;O) BII-CN-S" userId="2543b386-fe23-4572-8b97-7e5aae483288" providerId="ADAL" clId="{CA1C0FA9-2EEA-44DD-8ED4-6427D6276670}" dt="2023-04-06T05:22:20.299" v="159" actId="2696"/>
          <pc:sldLayoutMkLst>
            <pc:docMk/>
            <pc:sldMasterMk cId="2710880105" sldId="2147483848"/>
            <pc:sldLayoutMk cId="1498401339" sldId="2147483862"/>
          </pc:sldLayoutMkLst>
        </pc:sldLayoutChg>
        <pc:sldLayoutChg chg="del">
          <pc:chgData name="Wu,Dan (MED CD&amp;O) BII-CN-S" userId="2543b386-fe23-4572-8b97-7e5aae483288" providerId="ADAL" clId="{CA1C0FA9-2EEA-44DD-8ED4-6427D6276670}" dt="2023-04-06T05:22:20.300" v="160" actId="2696"/>
          <pc:sldLayoutMkLst>
            <pc:docMk/>
            <pc:sldMasterMk cId="2710880105" sldId="2147483848"/>
            <pc:sldLayoutMk cId="534253966" sldId="2147483863"/>
          </pc:sldLayoutMkLst>
        </pc:sldLayoutChg>
        <pc:sldLayoutChg chg="del">
          <pc:chgData name="Wu,Dan (MED CD&amp;O) BII-CN-S" userId="2543b386-fe23-4572-8b97-7e5aae483288" providerId="ADAL" clId="{CA1C0FA9-2EEA-44DD-8ED4-6427D6276670}" dt="2023-04-06T05:22:20.301" v="161" actId="2696"/>
          <pc:sldLayoutMkLst>
            <pc:docMk/>
            <pc:sldMasterMk cId="2710880105" sldId="2147483848"/>
            <pc:sldLayoutMk cId="1598055693" sldId="2147483864"/>
          </pc:sldLayoutMkLst>
        </pc:sldLayoutChg>
        <pc:sldLayoutChg chg="del">
          <pc:chgData name="Wu,Dan (MED CD&amp;O) BII-CN-S" userId="2543b386-fe23-4572-8b97-7e5aae483288" providerId="ADAL" clId="{CA1C0FA9-2EEA-44DD-8ED4-6427D6276670}" dt="2023-04-06T05:22:20.303" v="162" actId="2696"/>
          <pc:sldLayoutMkLst>
            <pc:docMk/>
            <pc:sldMasterMk cId="2710880105" sldId="2147483848"/>
            <pc:sldLayoutMk cId="2247219191" sldId="2147483865"/>
          </pc:sldLayoutMkLst>
        </pc:sldLayoutChg>
        <pc:sldLayoutChg chg="del">
          <pc:chgData name="Wu,Dan (MED CD&amp;O) BII-CN-S" userId="2543b386-fe23-4572-8b97-7e5aae483288" providerId="ADAL" clId="{CA1C0FA9-2EEA-44DD-8ED4-6427D6276670}" dt="2023-04-06T05:22:20.303" v="163" actId="2696"/>
          <pc:sldLayoutMkLst>
            <pc:docMk/>
            <pc:sldMasterMk cId="2710880105" sldId="2147483848"/>
            <pc:sldLayoutMk cId="2578818067" sldId="2147483866"/>
          </pc:sldLayoutMkLst>
        </pc:sldLayoutChg>
        <pc:sldLayoutChg chg="del">
          <pc:chgData name="Wu,Dan (MED CD&amp;O) BII-CN-S" userId="2543b386-fe23-4572-8b97-7e5aae483288" providerId="ADAL" clId="{CA1C0FA9-2EEA-44DD-8ED4-6427D6276670}" dt="2023-04-06T05:22:20.304" v="164" actId="2696"/>
          <pc:sldLayoutMkLst>
            <pc:docMk/>
            <pc:sldMasterMk cId="2710880105" sldId="2147483848"/>
            <pc:sldLayoutMk cId="468434643" sldId="2147483867"/>
          </pc:sldLayoutMkLst>
        </pc:sldLayoutChg>
        <pc:sldLayoutChg chg="del">
          <pc:chgData name="Wu,Dan (MED CD&amp;O) BII-CN-S" userId="2543b386-fe23-4572-8b97-7e5aae483288" providerId="ADAL" clId="{CA1C0FA9-2EEA-44DD-8ED4-6427D6276670}" dt="2023-04-06T05:22:20.305" v="165" actId="2696"/>
          <pc:sldLayoutMkLst>
            <pc:docMk/>
            <pc:sldMasterMk cId="2710880105" sldId="2147483848"/>
            <pc:sldLayoutMk cId="1014371589" sldId="2147483868"/>
          </pc:sldLayoutMkLst>
        </pc:sldLayoutChg>
        <pc:sldLayoutChg chg="del">
          <pc:chgData name="Wu,Dan (MED CD&amp;O) BII-CN-S" userId="2543b386-fe23-4572-8b97-7e5aae483288" providerId="ADAL" clId="{CA1C0FA9-2EEA-44DD-8ED4-6427D6276670}" dt="2023-04-06T05:22:20.308" v="166" actId="2696"/>
          <pc:sldLayoutMkLst>
            <pc:docMk/>
            <pc:sldMasterMk cId="2710880105" sldId="2147483848"/>
            <pc:sldLayoutMk cId="545296394" sldId="2147483869"/>
          </pc:sldLayoutMkLst>
        </pc:sldLayoutChg>
      </pc:sldMasterChg>
      <pc:sldMasterChg chg="del delSldLayout">
        <pc:chgData name="Wu,Dan (MED CD&amp;O) BII-CN-S" userId="2543b386-fe23-4572-8b97-7e5aae483288" providerId="ADAL" clId="{CA1C0FA9-2EEA-44DD-8ED4-6427D6276670}" dt="2023-04-06T05:22:21.502" v="404" actId="2696"/>
        <pc:sldMasterMkLst>
          <pc:docMk/>
          <pc:sldMasterMk cId="2786205193" sldId="2147483870"/>
        </pc:sldMasterMkLst>
        <pc:sldLayoutChg chg="del">
          <pc:chgData name="Wu,Dan (MED CD&amp;O) BII-CN-S" userId="2543b386-fe23-4572-8b97-7e5aae483288" providerId="ADAL" clId="{CA1C0FA9-2EEA-44DD-8ED4-6427D6276670}" dt="2023-04-06T05:22:21.173" v="363" actId="2696"/>
          <pc:sldLayoutMkLst>
            <pc:docMk/>
            <pc:sldMasterMk cId="2786205193" sldId="2147483870"/>
            <pc:sldLayoutMk cId="4191243960" sldId="2147483871"/>
          </pc:sldLayoutMkLst>
        </pc:sldLayoutChg>
        <pc:sldLayoutChg chg="del">
          <pc:chgData name="Wu,Dan (MED CD&amp;O) BII-CN-S" userId="2543b386-fe23-4572-8b97-7e5aae483288" providerId="ADAL" clId="{CA1C0FA9-2EEA-44DD-8ED4-6427D6276670}" dt="2023-04-06T05:22:21.175" v="364" actId="2696"/>
          <pc:sldLayoutMkLst>
            <pc:docMk/>
            <pc:sldMasterMk cId="2786205193" sldId="2147483870"/>
            <pc:sldLayoutMk cId="886604099" sldId="2147483872"/>
          </pc:sldLayoutMkLst>
        </pc:sldLayoutChg>
        <pc:sldLayoutChg chg="del">
          <pc:chgData name="Wu,Dan (MED CD&amp;O) BII-CN-S" userId="2543b386-fe23-4572-8b97-7e5aae483288" providerId="ADAL" clId="{CA1C0FA9-2EEA-44DD-8ED4-6427D6276670}" dt="2023-04-06T05:22:21.177" v="365" actId="2696"/>
          <pc:sldLayoutMkLst>
            <pc:docMk/>
            <pc:sldMasterMk cId="2786205193" sldId="2147483870"/>
            <pc:sldLayoutMk cId="2832148579" sldId="2147483873"/>
          </pc:sldLayoutMkLst>
        </pc:sldLayoutChg>
        <pc:sldLayoutChg chg="del">
          <pc:chgData name="Wu,Dan (MED CD&amp;O) BII-CN-S" userId="2543b386-fe23-4572-8b97-7e5aae483288" providerId="ADAL" clId="{CA1C0FA9-2EEA-44DD-8ED4-6427D6276670}" dt="2023-04-06T05:22:21.180" v="366" actId="2696"/>
          <pc:sldLayoutMkLst>
            <pc:docMk/>
            <pc:sldMasterMk cId="2786205193" sldId="2147483870"/>
            <pc:sldLayoutMk cId="4215021561" sldId="2147483874"/>
          </pc:sldLayoutMkLst>
        </pc:sldLayoutChg>
        <pc:sldLayoutChg chg="del">
          <pc:chgData name="Wu,Dan (MED CD&amp;O) BII-CN-S" userId="2543b386-fe23-4572-8b97-7e5aae483288" providerId="ADAL" clId="{CA1C0FA9-2EEA-44DD-8ED4-6427D6276670}" dt="2023-04-06T05:22:21.182" v="367" actId="2696"/>
          <pc:sldLayoutMkLst>
            <pc:docMk/>
            <pc:sldMasterMk cId="2786205193" sldId="2147483870"/>
            <pc:sldLayoutMk cId="1236959272" sldId="2147483875"/>
          </pc:sldLayoutMkLst>
        </pc:sldLayoutChg>
        <pc:sldLayoutChg chg="del">
          <pc:chgData name="Wu,Dan (MED CD&amp;O) BII-CN-S" userId="2543b386-fe23-4572-8b97-7e5aae483288" providerId="ADAL" clId="{CA1C0FA9-2EEA-44DD-8ED4-6427D6276670}" dt="2023-04-06T05:22:21.184" v="368" actId="2696"/>
          <pc:sldLayoutMkLst>
            <pc:docMk/>
            <pc:sldMasterMk cId="2786205193" sldId="2147483870"/>
            <pc:sldLayoutMk cId="1738827690" sldId="2147483876"/>
          </pc:sldLayoutMkLst>
        </pc:sldLayoutChg>
        <pc:sldLayoutChg chg="del">
          <pc:chgData name="Wu,Dan (MED CD&amp;O) BII-CN-S" userId="2543b386-fe23-4572-8b97-7e5aae483288" providerId="ADAL" clId="{CA1C0FA9-2EEA-44DD-8ED4-6427D6276670}" dt="2023-04-06T05:22:21.186" v="369" actId="2696"/>
          <pc:sldLayoutMkLst>
            <pc:docMk/>
            <pc:sldMasterMk cId="2786205193" sldId="2147483870"/>
            <pc:sldLayoutMk cId="329266652" sldId="2147483877"/>
          </pc:sldLayoutMkLst>
        </pc:sldLayoutChg>
        <pc:sldLayoutChg chg="del">
          <pc:chgData name="Wu,Dan (MED CD&amp;O) BII-CN-S" userId="2543b386-fe23-4572-8b97-7e5aae483288" providerId="ADAL" clId="{CA1C0FA9-2EEA-44DD-8ED4-6427D6276670}" dt="2023-04-06T05:22:21.210" v="370" actId="2696"/>
          <pc:sldLayoutMkLst>
            <pc:docMk/>
            <pc:sldMasterMk cId="2786205193" sldId="2147483870"/>
            <pc:sldLayoutMk cId="1190903602" sldId="2147483878"/>
          </pc:sldLayoutMkLst>
        </pc:sldLayoutChg>
        <pc:sldLayoutChg chg="del">
          <pc:chgData name="Wu,Dan (MED CD&amp;O) BII-CN-S" userId="2543b386-fe23-4572-8b97-7e5aae483288" providerId="ADAL" clId="{CA1C0FA9-2EEA-44DD-8ED4-6427D6276670}" dt="2023-04-06T05:22:21.214" v="371" actId="2696"/>
          <pc:sldLayoutMkLst>
            <pc:docMk/>
            <pc:sldMasterMk cId="2786205193" sldId="2147483870"/>
            <pc:sldLayoutMk cId="833320301" sldId="2147483879"/>
          </pc:sldLayoutMkLst>
        </pc:sldLayoutChg>
        <pc:sldLayoutChg chg="del">
          <pc:chgData name="Wu,Dan (MED CD&amp;O) BII-CN-S" userId="2543b386-fe23-4572-8b97-7e5aae483288" providerId="ADAL" clId="{CA1C0FA9-2EEA-44DD-8ED4-6427D6276670}" dt="2023-04-06T05:22:21.216" v="372" actId="2696"/>
          <pc:sldLayoutMkLst>
            <pc:docMk/>
            <pc:sldMasterMk cId="2786205193" sldId="2147483870"/>
            <pc:sldLayoutMk cId="1639919330" sldId="2147483880"/>
          </pc:sldLayoutMkLst>
        </pc:sldLayoutChg>
        <pc:sldLayoutChg chg="del">
          <pc:chgData name="Wu,Dan (MED CD&amp;O) BII-CN-S" userId="2543b386-fe23-4572-8b97-7e5aae483288" providerId="ADAL" clId="{CA1C0FA9-2EEA-44DD-8ED4-6427D6276670}" dt="2023-04-06T05:22:21.218" v="373" actId="2696"/>
          <pc:sldLayoutMkLst>
            <pc:docMk/>
            <pc:sldMasterMk cId="2786205193" sldId="2147483870"/>
            <pc:sldLayoutMk cId="4193836785" sldId="2147483881"/>
          </pc:sldLayoutMkLst>
        </pc:sldLayoutChg>
        <pc:sldLayoutChg chg="del">
          <pc:chgData name="Wu,Dan (MED CD&amp;O) BII-CN-S" userId="2543b386-fe23-4572-8b97-7e5aae483288" providerId="ADAL" clId="{CA1C0FA9-2EEA-44DD-8ED4-6427D6276670}" dt="2023-04-06T05:22:21.220" v="374" actId="2696"/>
          <pc:sldLayoutMkLst>
            <pc:docMk/>
            <pc:sldMasterMk cId="2786205193" sldId="2147483870"/>
            <pc:sldLayoutMk cId="2481324382" sldId="2147483882"/>
          </pc:sldLayoutMkLst>
        </pc:sldLayoutChg>
        <pc:sldLayoutChg chg="del">
          <pc:chgData name="Wu,Dan (MED CD&amp;O) BII-CN-S" userId="2543b386-fe23-4572-8b97-7e5aae483288" providerId="ADAL" clId="{CA1C0FA9-2EEA-44DD-8ED4-6427D6276670}" dt="2023-04-06T05:22:21.221" v="375" actId="2696"/>
          <pc:sldLayoutMkLst>
            <pc:docMk/>
            <pc:sldMasterMk cId="2786205193" sldId="2147483870"/>
            <pc:sldLayoutMk cId="277278017" sldId="2147483883"/>
          </pc:sldLayoutMkLst>
        </pc:sldLayoutChg>
        <pc:sldLayoutChg chg="del">
          <pc:chgData name="Wu,Dan (MED CD&amp;O) BII-CN-S" userId="2543b386-fe23-4572-8b97-7e5aae483288" providerId="ADAL" clId="{CA1C0FA9-2EEA-44DD-8ED4-6427D6276670}" dt="2023-04-06T05:22:21.242" v="376" actId="2696"/>
          <pc:sldLayoutMkLst>
            <pc:docMk/>
            <pc:sldMasterMk cId="2786205193" sldId="2147483870"/>
            <pc:sldLayoutMk cId="2665802839" sldId="2147483884"/>
          </pc:sldLayoutMkLst>
        </pc:sldLayoutChg>
        <pc:sldLayoutChg chg="del">
          <pc:chgData name="Wu,Dan (MED CD&amp;O) BII-CN-S" userId="2543b386-fe23-4572-8b97-7e5aae483288" providerId="ADAL" clId="{CA1C0FA9-2EEA-44DD-8ED4-6427D6276670}" dt="2023-04-06T05:22:21.243" v="377" actId="2696"/>
          <pc:sldLayoutMkLst>
            <pc:docMk/>
            <pc:sldMasterMk cId="2786205193" sldId="2147483870"/>
            <pc:sldLayoutMk cId="2864631242" sldId="2147483885"/>
          </pc:sldLayoutMkLst>
        </pc:sldLayoutChg>
        <pc:sldLayoutChg chg="del">
          <pc:chgData name="Wu,Dan (MED CD&amp;O) BII-CN-S" userId="2543b386-fe23-4572-8b97-7e5aae483288" providerId="ADAL" clId="{CA1C0FA9-2EEA-44DD-8ED4-6427D6276670}" dt="2023-04-06T05:22:21.262" v="378" actId="2696"/>
          <pc:sldLayoutMkLst>
            <pc:docMk/>
            <pc:sldMasterMk cId="2786205193" sldId="2147483870"/>
            <pc:sldLayoutMk cId="4256332066" sldId="2147483886"/>
          </pc:sldLayoutMkLst>
        </pc:sldLayoutChg>
        <pc:sldLayoutChg chg="del">
          <pc:chgData name="Wu,Dan (MED CD&amp;O) BII-CN-S" userId="2543b386-fe23-4572-8b97-7e5aae483288" providerId="ADAL" clId="{CA1C0FA9-2EEA-44DD-8ED4-6427D6276670}" dt="2023-04-06T05:22:21.263" v="379" actId="2696"/>
          <pc:sldLayoutMkLst>
            <pc:docMk/>
            <pc:sldMasterMk cId="2786205193" sldId="2147483870"/>
            <pc:sldLayoutMk cId="3313939869" sldId="2147483887"/>
          </pc:sldLayoutMkLst>
        </pc:sldLayoutChg>
        <pc:sldLayoutChg chg="del">
          <pc:chgData name="Wu,Dan (MED CD&amp;O) BII-CN-S" userId="2543b386-fe23-4572-8b97-7e5aae483288" providerId="ADAL" clId="{CA1C0FA9-2EEA-44DD-8ED4-6427D6276670}" dt="2023-04-06T05:22:21.265" v="380" actId="2696"/>
          <pc:sldLayoutMkLst>
            <pc:docMk/>
            <pc:sldMasterMk cId="2786205193" sldId="2147483870"/>
            <pc:sldLayoutMk cId="1162543307" sldId="2147483888"/>
          </pc:sldLayoutMkLst>
        </pc:sldLayoutChg>
        <pc:sldLayoutChg chg="del">
          <pc:chgData name="Wu,Dan (MED CD&amp;O) BII-CN-S" userId="2543b386-fe23-4572-8b97-7e5aae483288" providerId="ADAL" clId="{CA1C0FA9-2EEA-44DD-8ED4-6427D6276670}" dt="2023-04-06T05:22:21.266" v="381" actId="2696"/>
          <pc:sldLayoutMkLst>
            <pc:docMk/>
            <pc:sldMasterMk cId="2786205193" sldId="2147483870"/>
            <pc:sldLayoutMk cId="3695405590" sldId="2147483889"/>
          </pc:sldLayoutMkLst>
        </pc:sldLayoutChg>
        <pc:sldLayoutChg chg="del">
          <pc:chgData name="Wu,Dan (MED CD&amp;O) BII-CN-S" userId="2543b386-fe23-4572-8b97-7e5aae483288" providerId="ADAL" clId="{CA1C0FA9-2EEA-44DD-8ED4-6427D6276670}" dt="2023-04-06T05:22:21.267" v="382" actId="2696"/>
          <pc:sldLayoutMkLst>
            <pc:docMk/>
            <pc:sldMasterMk cId="2786205193" sldId="2147483870"/>
            <pc:sldLayoutMk cId="1342510621" sldId="2147483890"/>
          </pc:sldLayoutMkLst>
        </pc:sldLayoutChg>
        <pc:sldLayoutChg chg="del">
          <pc:chgData name="Wu,Dan (MED CD&amp;O) BII-CN-S" userId="2543b386-fe23-4572-8b97-7e5aae483288" providerId="ADAL" clId="{CA1C0FA9-2EEA-44DD-8ED4-6427D6276670}" dt="2023-04-06T05:22:21.280" v="383" actId="2696"/>
          <pc:sldLayoutMkLst>
            <pc:docMk/>
            <pc:sldMasterMk cId="2786205193" sldId="2147483870"/>
            <pc:sldLayoutMk cId="1502349715" sldId="2147483891"/>
          </pc:sldLayoutMkLst>
        </pc:sldLayoutChg>
        <pc:sldLayoutChg chg="del">
          <pc:chgData name="Wu,Dan (MED CD&amp;O) BII-CN-S" userId="2543b386-fe23-4572-8b97-7e5aae483288" providerId="ADAL" clId="{CA1C0FA9-2EEA-44DD-8ED4-6427D6276670}" dt="2023-04-06T05:22:21.281" v="384" actId="2696"/>
          <pc:sldLayoutMkLst>
            <pc:docMk/>
            <pc:sldMasterMk cId="2786205193" sldId="2147483870"/>
            <pc:sldLayoutMk cId="1218416196" sldId="2147483892"/>
          </pc:sldLayoutMkLst>
        </pc:sldLayoutChg>
        <pc:sldLayoutChg chg="del">
          <pc:chgData name="Wu,Dan (MED CD&amp;O) BII-CN-S" userId="2543b386-fe23-4572-8b97-7e5aae483288" providerId="ADAL" clId="{CA1C0FA9-2EEA-44DD-8ED4-6427D6276670}" dt="2023-04-06T05:22:21.282" v="385" actId="2696"/>
          <pc:sldLayoutMkLst>
            <pc:docMk/>
            <pc:sldMasterMk cId="2786205193" sldId="2147483870"/>
            <pc:sldLayoutMk cId="1651433449" sldId="2147483893"/>
          </pc:sldLayoutMkLst>
        </pc:sldLayoutChg>
        <pc:sldLayoutChg chg="del">
          <pc:chgData name="Wu,Dan (MED CD&amp;O) BII-CN-S" userId="2543b386-fe23-4572-8b97-7e5aae483288" providerId="ADAL" clId="{CA1C0FA9-2EEA-44DD-8ED4-6427D6276670}" dt="2023-04-06T05:22:21.301" v="386" actId="2696"/>
          <pc:sldLayoutMkLst>
            <pc:docMk/>
            <pc:sldMasterMk cId="2786205193" sldId="2147483870"/>
            <pc:sldLayoutMk cId="3281596050" sldId="2147483894"/>
          </pc:sldLayoutMkLst>
        </pc:sldLayoutChg>
        <pc:sldLayoutChg chg="del">
          <pc:chgData name="Wu,Dan (MED CD&amp;O) BII-CN-S" userId="2543b386-fe23-4572-8b97-7e5aae483288" providerId="ADAL" clId="{CA1C0FA9-2EEA-44DD-8ED4-6427D6276670}" dt="2023-04-06T05:22:21.320" v="387" actId="2696"/>
          <pc:sldLayoutMkLst>
            <pc:docMk/>
            <pc:sldMasterMk cId="2786205193" sldId="2147483870"/>
            <pc:sldLayoutMk cId="3515933723" sldId="2147483895"/>
          </pc:sldLayoutMkLst>
        </pc:sldLayoutChg>
        <pc:sldLayoutChg chg="del">
          <pc:chgData name="Wu,Dan (MED CD&amp;O) BII-CN-S" userId="2543b386-fe23-4572-8b97-7e5aae483288" providerId="ADAL" clId="{CA1C0FA9-2EEA-44DD-8ED4-6427D6276670}" dt="2023-04-06T05:22:21.337" v="388" actId="2696"/>
          <pc:sldLayoutMkLst>
            <pc:docMk/>
            <pc:sldMasterMk cId="2786205193" sldId="2147483870"/>
            <pc:sldLayoutMk cId="3158506191" sldId="2147483896"/>
          </pc:sldLayoutMkLst>
        </pc:sldLayoutChg>
        <pc:sldLayoutChg chg="del">
          <pc:chgData name="Wu,Dan (MED CD&amp;O) BII-CN-S" userId="2543b386-fe23-4572-8b97-7e5aae483288" providerId="ADAL" clId="{CA1C0FA9-2EEA-44DD-8ED4-6427D6276670}" dt="2023-04-06T05:22:21.338" v="389" actId="2696"/>
          <pc:sldLayoutMkLst>
            <pc:docMk/>
            <pc:sldMasterMk cId="2786205193" sldId="2147483870"/>
            <pc:sldLayoutMk cId="4106288262" sldId="2147483897"/>
          </pc:sldLayoutMkLst>
        </pc:sldLayoutChg>
        <pc:sldLayoutChg chg="del">
          <pc:chgData name="Wu,Dan (MED CD&amp;O) BII-CN-S" userId="2543b386-fe23-4572-8b97-7e5aae483288" providerId="ADAL" clId="{CA1C0FA9-2EEA-44DD-8ED4-6427D6276670}" dt="2023-04-06T05:22:21.340" v="390" actId="2696"/>
          <pc:sldLayoutMkLst>
            <pc:docMk/>
            <pc:sldMasterMk cId="2786205193" sldId="2147483870"/>
            <pc:sldLayoutMk cId="3914953167" sldId="2147483898"/>
          </pc:sldLayoutMkLst>
        </pc:sldLayoutChg>
        <pc:sldLayoutChg chg="del">
          <pc:chgData name="Wu,Dan (MED CD&amp;O) BII-CN-S" userId="2543b386-fe23-4572-8b97-7e5aae483288" providerId="ADAL" clId="{CA1C0FA9-2EEA-44DD-8ED4-6427D6276670}" dt="2023-04-06T05:22:21.361" v="391" actId="2696"/>
          <pc:sldLayoutMkLst>
            <pc:docMk/>
            <pc:sldMasterMk cId="2786205193" sldId="2147483870"/>
            <pc:sldLayoutMk cId="3072758920" sldId="2147483899"/>
          </pc:sldLayoutMkLst>
        </pc:sldLayoutChg>
        <pc:sldLayoutChg chg="del">
          <pc:chgData name="Wu,Dan (MED CD&amp;O) BII-CN-S" userId="2543b386-fe23-4572-8b97-7e5aae483288" providerId="ADAL" clId="{CA1C0FA9-2EEA-44DD-8ED4-6427D6276670}" dt="2023-04-06T05:22:21.379" v="392" actId="2696"/>
          <pc:sldLayoutMkLst>
            <pc:docMk/>
            <pc:sldMasterMk cId="2786205193" sldId="2147483870"/>
            <pc:sldLayoutMk cId="1316011119" sldId="2147483900"/>
          </pc:sldLayoutMkLst>
        </pc:sldLayoutChg>
        <pc:sldLayoutChg chg="del">
          <pc:chgData name="Wu,Dan (MED CD&amp;O) BII-CN-S" userId="2543b386-fe23-4572-8b97-7e5aae483288" providerId="ADAL" clId="{CA1C0FA9-2EEA-44DD-8ED4-6427D6276670}" dt="2023-04-06T05:22:21.382" v="393" actId="2696"/>
          <pc:sldLayoutMkLst>
            <pc:docMk/>
            <pc:sldMasterMk cId="2786205193" sldId="2147483870"/>
            <pc:sldLayoutMk cId="1548105123" sldId="2147483901"/>
          </pc:sldLayoutMkLst>
        </pc:sldLayoutChg>
        <pc:sldLayoutChg chg="del">
          <pc:chgData name="Wu,Dan (MED CD&amp;O) BII-CN-S" userId="2543b386-fe23-4572-8b97-7e5aae483288" providerId="ADAL" clId="{CA1C0FA9-2EEA-44DD-8ED4-6427D6276670}" dt="2023-04-06T05:22:21.385" v="394" actId="2696"/>
          <pc:sldLayoutMkLst>
            <pc:docMk/>
            <pc:sldMasterMk cId="2786205193" sldId="2147483870"/>
            <pc:sldLayoutMk cId="2975887103" sldId="2147483902"/>
          </pc:sldLayoutMkLst>
        </pc:sldLayoutChg>
        <pc:sldLayoutChg chg="del">
          <pc:chgData name="Wu,Dan (MED CD&amp;O) BII-CN-S" userId="2543b386-fe23-4572-8b97-7e5aae483288" providerId="ADAL" clId="{CA1C0FA9-2EEA-44DD-8ED4-6427D6276670}" dt="2023-04-06T05:22:21.403" v="395" actId="2696"/>
          <pc:sldLayoutMkLst>
            <pc:docMk/>
            <pc:sldMasterMk cId="2786205193" sldId="2147483870"/>
            <pc:sldLayoutMk cId="1443376361" sldId="2147483903"/>
          </pc:sldLayoutMkLst>
        </pc:sldLayoutChg>
        <pc:sldLayoutChg chg="del">
          <pc:chgData name="Wu,Dan (MED CD&amp;O) BII-CN-S" userId="2543b386-fe23-4572-8b97-7e5aae483288" providerId="ADAL" clId="{CA1C0FA9-2EEA-44DD-8ED4-6427D6276670}" dt="2023-04-06T05:22:21.405" v="396" actId="2696"/>
          <pc:sldLayoutMkLst>
            <pc:docMk/>
            <pc:sldMasterMk cId="2786205193" sldId="2147483870"/>
            <pc:sldLayoutMk cId="187597815" sldId="2147483904"/>
          </pc:sldLayoutMkLst>
        </pc:sldLayoutChg>
        <pc:sldLayoutChg chg="del">
          <pc:chgData name="Wu,Dan (MED CD&amp;O) BII-CN-S" userId="2543b386-fe23-4572-8b97-7e5aae483288" providerId="ADAL" clId="{CA1C0FA9-2EEA-44DD-8ED4-6427D6276670}" dt="2023-04-06T05:22:21.418" v="397" actId="2696"/>
          <pc:sldLayoutMkLst>
            <pc:docMk/>
            <pc:sldMasterMk cId="2786205193" sldId="2147483870"/>
            <pc:sldLayoutMk cId="4017160654" sldId="2147483905"/>
          </pc:sldLayoutMkLst>
        </pc:sldLayoutChg>
        <pc:sldLayoutChg chg="del">
          <pc:chgData name="Wu,Dan (MED CD&amp;O) BII-CN-S" userId="2543b386-fe23-4572-8b97-7e5aae483288" providerId="ADAL" clId="{CA1C0FA9-2EEA-44DD-8ED4-6427D6276670}" dt="2023-04-06T05:22:21.419" v="398" actId="2696"/>
          <pc:sldLayoutMkLst>
            <pc:docMk/>
            <pc:sldMasterMk cId="2786205193" sldId="2147483870"/>
            <pc:sldLayoutMk cId="2224599342" sldId="2147483906"/>
          </pc:sldLayoutMkLst>
        </pc:sldLayoutChg>
        <pc:sldLayoutChg chg="del">
          <pc:chgData name="Wu,Dan (MED CD&amp;O) BII-CN-S" userId="2543b386-fe23-4572-8b97-7e5aae483288" providerId="ADAL" clId="{CA1C0FA9-2EEA-44DD-8ED4-6427D6276670}" dt="2023-04-06T05:22:21.438" v="399" actId="2696"/>
          <pc:sldLayoutMkLst>
            <pc:docMk/>
            <pc:sldMasterMk cId="2786205193" sldId="2147483870"/>
            <pc:sldLayoutMk cId="1592920421" sldId="2147483907"/>
          </pc:sldLayoutMkLst>
        </pc:sldLayoutChg>
        <pc:sldLayoutChg chg="del">
          <pc:chgData name="Wu,Dan (MED CD&amp;O) BII-CN-S" userId="2543b386-fe23-4572-8b97-7e5aae483288" providerId="ADAL" clId="{CA1C0FA9-2EEA-44DD-8ED4-6427D6276670}" dt="2023-04-06T05:22:21.452" v="400" actId="2696"/>
          <pc:sldLayoutMkLst>
            <pc:docMk/>
            <pc:sldMasterMk cId="2786205193" sldId="2147483870"/>
            <pc:sldLayoutMk cId="4080138039" sldId="2147483908"/>
          </pc:sldLayoutMkLst>
        </pc:sldLayoutChg>
        <pc:sldLayoutChg chg="del">
          <pc:chgData name="Wu,Dan (MED CD&amp;O) BII-CN-S" userId="2543b386-fe23-4572-8b97-7e5aae483288" providerId="ADAL" clId="{CA1C0FA9-2EEA-44DD-8ED4-6427D6276670}" dt="2023-04-06T05:22:21.469" v="401" actId="2696"/>
          <pc:sldLayoutMkLst>
            <pc:docMk/>
            <pc:sldMasterMk cId="2786205193" sldId="2147483870"/>
            <pc:sldLayoutMk cId="1990596218" sldId="2147483909"/>
          </pc:sldLayoutMkLst>
        </pc:sldLayoutChg>
        <pc:sldLayoutChg chg="del">
          <pc:chgData name="Wu,Dan (MED CD&amp;O) BII-CN-S" userId="2543b386-fe23-4572-8b97-7e5aae483288" providerId="ADAL" clId="{CA1C0FA9-2EEA-44DD-8ED4-6427D6276670}" dt="2023-04-06T05:22:21.484" v="402" actId="2696"/>
          <pc:sldLayoutMkLst>
            <pc:docMk/>
            <pc:sldMasterMk cId="2786205193" sldId="2147483870"/>
            <pc:sldLayoutMk cId="4162089988" sldId="2147483910"/>
          </pc:sldLayoutMkLst>
        </pc:sldLayoutChg>
        <pc:sldLayoutChg chg="del">
          <pc:chgData name="Wu,Dan (MED CD&amp;O) BII-CN-S" userId="2543b386-fe23-4572-8b97-7e5aae483288" providerId="ADAL" clId="{CA1C0FA9-2EEA-44DD-8ED4-6427D6276670}" dt="2023-04-06T05:22:21.485" v="403" actId="2696"/>
          <pc:sldLayoutMkLst>
            <pc:docMk/>
            <pc:sldMasterMk cId="2786205193" sldId="2147483870"/>
            <pc:sldLayoutMk cId="3769232394" sldId="2147483911"/>
          </pc:sldLayoutMkLst>
        </pc:sldLayoutChg>
      </pc:sldMasterChg>
      <pc:sldMasterChg chg="del delSldLayout">
        <pc:chgData name="Wu,Dan (MED CD&amp;O) BII-CN-S" userId="2543b386-fe23-4572-8b97-7e5aae483288" providerId="ADAL" clId="{CA1C0FA9-2EEA-44DD-8ED4-6427D6276670}" dt="2023-04-06T05:22:20.502" v="258" actId="2696"/>
        <pc:sldMasterMkLst>
          <pc:docMk/>
          <pc:sldMasterMk cId="3256750490" sldId="2147483913"/>
        </pc:sldMasterMkLst>
        <pc:sldLayoutChg chg="del">
          <pc:chgData name="Wu,Dan (MED CD&amp;O) BII-CN-S" userId="2543b386-fe23-4572-8b97-7e5aae483288" providerId="ADAL" clId="{CA1C0FA9-2EEA-44DD-8ED4-6427D6276670}" dt="2023-04-06T05:22:20.447" v="231" actId="2696"/>
          <pc:sldLayoutMkLst>
            <pc:docMk/>
            <pc:sldMasterMk cId="3256750490" sldId="2147483913"/>
            <pc:sldLayoutMk cId="1532105109" sldId="2147483914"/>
          </pc:sldLayoutMkLst>
        </pc:sldLayoutChg>
        <pc:sldLayoutChg chg="del">
          <pc:chgData name="Wu,Dan (MED CD&amp;O) BII-CN-S" userId="2543b386-fe23-4572-8b97-7e5aae483288" providerId="ADAL" clId="{CA1C0FA9-2EEA-44DD-8ED4-6427D6276670}" dt="2023-04-06T05:22:20.448" v="232" actId="2696"/>
          <pc:sldLayoutMkLst>
            <pc:docMk/>
            <pc:sldMasterMk cId="3256750490" sldId="2147483913"/>
            <pc:sldLayoutMk cId="3311164852" sldId="2147483915"/>
          </pc:sldLayoutMkLst>
        </pc:sldLayoutChg>
        <pc:sldLayoutChg chg="del">
          <pc:chgData name="Wu,Dan (MED CD&amp;O) BII-CN-S" userId="2543b386-fe23-4572-8b97-7e5aae483288" providerId="ADAL" clId="{CA1C0FA9-2EEA-44DD-8ED4-6427D6276670}" dt="2023-04-06T05:22:20.449" v="233" actId="2696"/>
          <pc:sldLayoutMkLst>
            <pc:docMk/>
            <pc:sldMasterMk cId="3256750490" sldId="2147483913"/>
            <pc:sldLayoutMk cId="3261327815" sldId="2147483916"/>
          </pc:sldLayoutMkLst>
        </pc:sldLayoutChg>
        <pc:sldLayoutChg chg="del">
          <pc:chgData name="Wu,Dan (MED CD&amp;O) BII-CN-S" userId="2543b386-fe23-4572-8b97-7e5aae483288" providerId="ADAL" clId="{CA1C0FA9-2EEA-44DD-8ED4-6427D6276670}" dt="2023-04-06T05:22:20.450" v="234" actId="2696"/>
          <pc:sldLayoutMkLst>
            <pc:docMk/>
            <pc:sldMasterMk cId="3256750490" sldId="2147483913"/>
            <pc:sldLayoutMk cId="7407110" sldId="2147483917"/>
          </pc:sldLayoutMkLst>
        </pc:sldLayoutChg>
        <pc:sldLayoutChg chg="del">
          <pc:chgData name="Wu,Dan (MED CD&amp;O) BII-CN-S" userId="2543b386-fe23-4572-8b97-7e5aae483288" providerId="ADAL" clId="{CA1C0FA9-2EEA-44DD-8ED4-6427D6276670}" dt="2023-04-06T05:22:20.452" v="235" actId="2696"/>
          <pc:sldLayoutMkLst>
            <pc:docMk/>
            <pc:sldMasterMk cId="3256750490" sldId="2147483913"/>
            <pc:sldLayoutMk cId="1843085233" sldId="2147483918"/>
          </pc:sldLayoutMkLst>
        </pc:sldLayoutChg>
        <pc:sldLayoutChg chg="del">
          <pc:chgData name="Wu,Dan (MED CD&amp;O) BII-CN-S" userId="2543b386-fe23-4572-8b97-7e5aae483288" providerId="ADAL" clId="{CA1C0FA9-2EEA-44DD-8ED4-6427D6276670}" dt="2023-04-06T05:22:20.453" v="236" actId="2696"/>
          <pc:sldLayoutMkLst>
            <pc:docMk/>
            <pc:sldMasterMk cId="3256750490" sldId="2147483913"/>
            <pc:sldLayoutMk cId="2844519784" sldId="2147483919"/>
          </pc:sldLayoutMkLst>
        </pc:sldLayoutChg>
        <pc:sldLayoutChg chg="del">
          <pc:chgData name="Wu,Dan (MED CD&amp;O) BII-CN-S" userId="2543b386-fe23-4572-8b97-7e5aae483288" providerId="ADAL" clId="{CA1C0FA9-2EEA-44DD-8ED4-6427D6276670}" dt="2023-04-06T05:22:20.454" v="237" actId="2696"/>
          <pc:sldLayoutMkLst>
            <pc:docMk/>
            <pc:sldMasterMk cId="3256750490" sldId="2147483913"/>
            <pc:sldLayoutMk cId="942987152" sldId="2147483920"/>
          </pc:sldLayoutMkLst>
        </pc:sldLayoutChg>
        <pc:sldLayoutChg chg="del">
          <pc:chgData name="Wu,Dan (MED CD&amp;O) BII-CN-S" userId="2543b386-fe23-4572-8b97-7e5aae483288" providerId="ADAL" clId="{CA1C0FA9-2EEA-44DD-8ED4-6427D6276670}" dt="2023-04-06T05:22:20.455" v="238" actId="2696"/>
          <pc:sldLayoutMkLst>
            <pc:docMk/>
            <pc:sldMasterMk cId="3256750490" sldId="2147483913"/>
            <pc:sldLayoutMk cId="4268562094" sldId="2147483921"/>
          </pc:sldLayoutMkLst>
        </pc:sldLayoutChg>
        <pc:sldLayoutChg chg="del">
          <pc:chgData name="Wu,Dan (MED CD&amp;O) BII-CN-S" userId="2543b386-fe23-4572-8b97-7e5aae483288" providerId="ADAL" clId="{CA1C0FA9-2EEA-44DD-8ED4-6427D6276670}" dt="2023-04-06T05:22:20.457" v="239" actId="2696"/>
          <pc:sldLayoutMkLst>
            <pc:docMk/>
            <pc:sldMasterMk cId="3256750490" sldId="2147483913"/>
            <pc:sldLayoutMk cId="4220170742" sldId="2147483922"/>
          </pc:sldLayoutMkLst>
        </pc:sldLayoutChg>
        <pc:sldLayoutChg chg="del">
          <pc:chgData name="Wu,Dan (MED CD&amp;O) BII-CN-S" userId="2543b386-fe23-4572-8b97-7e5aae483288" providerId="ADAL" clId="{CA1C0FA9-2EEA-44DD-8ED4-6427D6276670}" dt="2023-04-06T05:22:20.459" v="240" actId="2696"/>
          <pc:sldLayoutMkLst>
            <pc:docMk/>
            <pc:sldMasterMk cId="3256750490" sldId="2147483913"/>
            <pc:sldLayoutMk cId="1151062703" sldId="2147483923"/>
          </pc:sldLayoutMkLst>
        </pc:sldLayoutChg>
        <pc:sldLayoutChg chg="del">
          <pc:chgData name="Wu,Dan (MED CD&amp;O) BII-CN-S" userId="2543b386-fe23-4572-8b97-7e5aae483288" providerId="ADAL" clId="{CA1C0FA9-2EEA-44DD-8ED4-6427D6276670}" dt="2023-04-06T05:22:20.460" v="241" actId="2696"/>
          <pc:sldLayoutMkLst>
            <pc:docMk/>
            <pc:sldMasterMk cId="3256750490" sldId="2147483913"/>
            <pc:sldLayoutMk cId="2510699674" sldId="2147483924"/>
          </pc:sldLayoutMkLst>
        </pc:sldLayoutChg>
        <pc:sldLayoutChg chg="del">
          <pc:chgData name="Wu,Dan (MED CD&amp;O) BII-CN-S" userId="2543b386-fe23-4572-8b97-7e5aae483288" providerId="ADAL" clId="{CA1C0FA9-2EEA-44DD-8ED4-6427D6276670}" dt="2023-04-06T05:22:20.461" v="242" actId="2696"/>
          <pc:sldLayoutMkLst>
            <pc:docMk/>
            <pc:sldMasterMk cId="3256750490" sldId="2147483913"/>
            <pc:sldLayoutMk cId="2958314499" sldId="2147483925"/>
          </pc:sldLayoutMkLst>
        </pc:sldLayoutChg>
        <pc:sldLayoutChg chg="del">
          <pc:chgData name="Wu,Dan (MED CD&amp;O) BII-CN-S" userId="2543b386-fe23-4572-8b97-7e5aae483288" providerId="ADAL" clId="{CA1C0FA9-2EEA-44DD-8ED4-6427D6276670}" dt="2023-04-06T05:22:20.462" v="243" actId="2696"/>
          <pc:sldLayoutMkLst>
            <pc:docMk/>
            <pc:sldMasterMk cId="3256750490" sldId="2147483913"/>
            <pc:sldLayoutMk cId="3658228694" sldId="2147483926"/>
          </pc:sldLayoutMkLst>
        </pc:sldLayoutChg>
        <pc:sldLayoutChg chg="del">
          <pc:chgData name="Wu,Dan (MED CD&amp;O) BII-CN-S" userId="2543b386-fe23-4572-8b97-7e5aae483288" providerId="ADAL" clId="{CA1C0FA9-2EEA-44DD-8ED4-6427D6276670}" dt="2023-04-06T05:22:20.463" v="244" actId="2696"/>
          <pc:sldLayoutMkLst>
            <pc:docMk/>
            <pc:sldMasterMk cId="3256750490" sldId="2147483913"/>
            <pc:sldLayoutMk cId="2521792787" sldId="2147483927"/>
          </pc:sldLayoutMkLst>
        </pc:sldLayoutChg>
        <pc:sldLayoutChg chg="del">
          <pc:chgData name="Wu,Dan (MED CD&amp;O) BII-CN-S" userId="2543b386-fe23-4572-8b97-7e5aae483288" providerId="ADAL" clId="{CA1C0FA9-2EEA-44DD-8ED4-6427D6276670}" dt="2023-04-06T05:22:20.464" v="245" actId="2696"/>
          <pc:sldLayoutMkLst>
            <pc:docMk/>
            <pc:sldMasterMk cId="3256750490" sldId="2147483913"/>
            <pc:sldLayoutMk cId="437225490" sldId="2147483928"/>
          </pc:sldLayoutMkLst>
        </pc:sldLayoutChg>
        <pc:sldLayoutChg chg="del">
          <pc:chgData name="Wu,Dan (MED CD&amp;O) BII-CN-S" userId="2543b386-fe23-4572-8b97-7e5aae483288" providerId="ADAL" clId="{CA1C0FA9-2EEA-44DD-8ED4-6427D6276670}" dt="2023-04-06T05:22:20.465" v="246" actId="2696"/>
          <pc:sldLayoutMkLst>
            <pc:docMk/>
            <pc:sldMasterMk cId="3256750490" sldId="2147483913"/>
            <pc:sldLayoutMk cId="470619792" sldId="2147483929"/>
          </pc:sldLayoutMkLst>
        </pc:sldLayoutChg>
        <pc:sldLayoutChg chg="del">
          <pc:chgData name="Wu,Dan (MED CD&amp;O) BII-CN-S" userId="2543b386-fe23-4572-8b97-7e5aae483288" providerId="ADAL" clId="{CA1C0FA9-2EEA-44DD-8ED4-6427D6276670}" dt="2023-04-06T05:22:20.465" v="247" actId="2696"/>
          <pc:sldLayoutMkLst>
            <pc:docMk/>
            <pc:sldMasterMk cId="3256750490" sldId="2147483913"/>
            <pc:sldLayoutMk cId="3176706944" sldId="2147483930"/>
          </pc:sldLayoutMkLst>
        </pc:sldLayoutChg>
        <pc:sldLayoutChg chg="del">
          <pc:chgData name="Wu,Dan (MED CD&amp;O) BII-CN-S" userId="2543b386-fe23-4572-8b97-7e5aae483288" providerId="ADAL" clId="{CA1C0FA9-2EEA-44DD-8ED4-6427D6276670}" dt="2023-04-06T05:22:20.466" v="248" actId="2696"/>
          <pc:sldLayoutMkLst>
            <pc:docMk/>
            <pc:sldMasterMk cId="3256750490" sldId="2147483913"/>
            <pc:sldLayoutMk cId="3652989455" sldId="2147483931"/>
          </pc:sldLayoutMkLst>
        </pc:sldLayoutChg>
        <pc:sldLayoutChg chg="del">
          <pc:chgData name="Wu,Dan (MED CD&amp;O) BII-CN-S" userId="2543b386-fe23-4572-8b97-7e5aae483288" providerId="ADAL" clId="{CA1C0FA9-2EEA-44DD-8ED4-6427D6276670}" dt="2023-04-06T05:22:20.468" v="249" actId="2696"/>
          <pc:sldLayoutMkLst>
            <pc:docMk/>
            <pc:sldMasterMk cId="3256750490" sldId="2147483913"/>
            <pc:sldLayoutMk cId="1479175329" sldId="2147483932"/>
          </pc:sldLayoutMkLst>
        </pc:sldLayoutChg>
        <pc:sldLayoutChg chg="del">
          <pc:chgData name="Wu,Dan (MED CD&amp;O) BII-CN-S" userId="2543b386-fe23-4572-8b97-7e5aae483288" providerId="ADAL" clId="{CA1C0FA9-2EEA-44DD-8ED4-6427D6276670}" dt="2023-04-06T05:22:20.470" v="250" actId="2696"/>
          <pc:sldLayoutMkLst>
            <pc:docMk/>
            <pc:sldMasterMk cId="3256750490" sldId="2147483913"/>
            <pc:sldLayoutMk cId="1575095696" sldId="2147483933"/>
          </pc:sldLayoutMkLst>
        </pc:sldLayoutChg>
        <pc:sldLayoutChg chg="del">
          <pc:chgData name="Wu,Dan (MED CD&amp;O) BII-CN-S" userId="2543b386-fe23-4572-8b97-7e5aae483288" providerId="ADAL" clId="{CA1C0FA9-2EEA-44DD-8ED4-6427D6276670}" dt="2023-04-06T05:22:20.473" v="251" actId="2696"/>
          <pc:sldLayoutMkLst>
            <pc:docMk/>
            <pc:sldMasterMk cId="3256750490" sldId="2147483913"/>
            <pc:sldLayoutMk cId="3476577922" sldId="2147483934"/>
          </pc:sldLayoutMkLst>
        </pc:sldLayoutChg>
        <pc:sldLayoutChg chg="del">
          <pc:chgData name="Wu,Dan (MED CD&amp;O) BII-CN-S" userId="2543b386-fe23-4572-8b97-7e5aae483288" providerId="ADAL" clId="{CA1C0FA9-2EEA-44DD-8ED4-6427D6276670}" dt="2023-04-06T05:22:20.475" v="252" actId="2696"/>
          <pc:sldLayoutMkLst>
            <pc:docMk/>
            <pc:sldMasterMk cId="3256750490" sldId="2147483913"/>
            <pc:sldLayoutMk cId="1191434585" sldId="2147483935"/>
          </pc:sldLayoutMkLst>
        </pc:sldLayoutChg>
        <pc:sldLayoutChg chg="del">
          <pc:chgData name="Wu,Dan (MED CD&amp;O) BII-CN-S" userId="2543b386-fe23-4572-8b97-7e5aae483288" providerId="ADAL" clId="{CA1C0FA9-2EEA-44DD-8ED4-6427D6276670}" dt="2023-04-06T05:22:20.478" v="253" actId="2696"/>
          <pc:sldLayoutMkLst>
            <pc:docMk/>
            <pc:sldMasterMk cId="3256750490" sldId="2147483913"/>
            <pc:sldLayoutMk cId="1300395712" sldId="2147483936"/>
          </pc:sldLayoutMkLst>
        </pc:sldLayoutChg>
        <pc:sldLayoutChg chg="del">
          <pc:chgData name="Wu,Dan (MED CD&amp;O) BII-CN-S" userId="2543b386-fe23-4572-8b97-7e5aae483288" providerId="ADAL" clId="{CA1C0FA9-2EEA-44DD-8ED4-6427D6276670}" dt="2023-04-06T05:22:20.480" v="254" actId="2696"/>
          <pc:sldLayoutMkLst>
            <pc:docMk/>
            <pc:sldMasterMk cId="3256750490" sldId="2147483913"/>
            <pc:sldLayoutMk cId="288550970" sldId="2147483937"/>
          </pc:sldLayoutMkLst>
        </pc:sldLayoutChg>
        <pc:sldLayoutChg chg="del">
          <pc:chgData name="Wu,Dan (MED CD&amp;O) BII-CN-S" userId="2543b386-fe23-4572-8b97-7e5aae483288" providerId="ADAL" clId="{CA1C0FA9-2EEA-44DD-8ED4-6427D6276670}" dt="2023-04-06T05:22:20.482" v="255" actId="2696"/>
          <pc:sldLayoutMkLst>
            <pc:docMk/>
            <pc:sldMasterMk cId="3256750490" sldId="2147483913"/>
            <pc:sldLayoutMk cId="3537765471" sldId="2147483938"/>
          </pc:sldLayoutMkLst>
        </pc:sldLayoutChg>
        <pc:sldLayoutChg chg="del">
          <pc:chgData name="Wu,Dan (MED CD&amp;O) BII-CN-S" userId="2543b386-fe23-4572-8b97-7e5aae483288" providerId="ADAL" clId="{CA1C0FA9-2EEA-44DD-8ED4-6427D6276670}" dt="2023-04-06T05:22:20.490" v="256" actId="2696"/>
          <pc:sldLayoutMkLst>
            <pc:docMk/>
            <pc:sldMasterMk cId="3256750490" sldId="2147483913"/>
            <pc:sldLayoutMk cId="2055012792" sldId="2147483939"/>
          </pc:sldLayoutMkLst>
        </pc:sldLayoutChg>
        <pc:sldLayoutChg chg="del">
          <pc:chgData name="Wu,Dan (MED CD&amp;O) BII-CN-S" userId="2543b386-fe23-4572-8b97-7e5aae483288" providerId="ADAL" clId="{CA1C0FA9-2EEA-44DD-8ED4-6427D6276670}" dt="2023-04-06T05:22:20.500" v="257" actId="2696"/>
          <pc:sldLayoutMkLst>
            <pc:docMk/>
            <pc:sldMasterMk cId="3256750490" sldId="2147483913"/>
            <pc:sldLayoutMk cId="1010345962" sldId="2147483940"/>
          </pc:sldLayoutMkLst>
        </pc:sldLayoutChg>
      </pc:sldMasterChg>
      <pc:sldMasterChg chg="del delSldLayout">
        <pc:chgData name="Wu,Dan (MED CD&amp;O) BII-CN-S" userId="2543b386-fe23-4572-8b97-7e5aae483288" providerId="ADAL" clId="{CA1C0FA9-2EEA-44DD-8ED4-6427D6276670}" dt="2023-04-06T05:22:21.170" v="362" actId="2696"/>
        <pc:sldMasterMkLst>
          <pc:docMk/>
          <pc:sldMasterMk cId="635065472" sldId="2147484029"/>
        </pc:sldMasterMkLst>
        <pc:sldLayoutChg chg="del">
          <pc:chgData name="Wu,Dan (MED CD&amp;O) BII-CN-S" userId="2543b386-fe23-4572-8b97-7e5aae483288" providerId="ADAL" clId="{CA1C0FA9-2EEA-44DD-8ED4-6427D6276670}" dt="2023-04-06T05:22:20.716" v="321" actId="2696"/>
          <pc:sldLayoutMkLst>
            <pc:docMk/>
            <pc:sldMasterMk cId="635065472" sldId="2147484029"/>
            <pc:sldLayoutMk cId="3886380894" sldId="2147484030"/>
          </pc:sldLayoutMkLst>
        </pc:sldLayoutChg>
        <pc:sldLayoutChg chg="del">
          <pc:chgData name="Wu,Dan (MED CD&amp;O) BII-CN-S" userId="2543b386-fe23-4572-8b97-7e5aae483288" providerId="ADAL" clId="{CA1C0FA9-2EEA-44DD-8ED4-6427D6276670}" dt="2023-04-06T05:22:20.719" v="322" actId="2696"/>
          <pc:sldLayoutMkLst>
            <pc:docMk/>
            <pc:sldMasterMk cId="635065472" sldId="2147484029"/>
            <pc:sldLayoutMk cId="958078865" sldId="2147484031"/>
          </pc:sldLayoutMkLst>
        </pc:sldLayoutChg>
        <pc:sldLayoutChg chg="del">
          <pc:chgData name="Wu,Dan (MED CD&amp;O) BII-CN-S" userId="2543b386-fe23-4572-8b97-7e5aae483288" providerId="ADAL" clId="{CA1C0FA9-2EEA-44DD-8ED4-6427D6276670}" dt="2023-04-06T05:22:20.722" v="323" actId="2696"/>
          <pc:sldLayoutMkLst>
            <pc:docMk/>
            <pc:sldMasterMk cId="635065472" sldId="2147484029"/>
            <pc:sldLayoutMk cId="608739090" sldId="2147484032"/>
          </pc:sldLayoutMkLst>
        </pc:sldLayoutChg>
        <pc:sldLayoutChg chg="del">
          <pc:chgData name="Wu,Dan (MED CD&amp;O) BII-CN-S" userId="2543b386-fe23-4572-8b97-7e5aae483288" providerId="ADAL" clId="{CA1C0FA9-2EEA-44DD-8ED4-6427D6276670}" dt="2023-04-06T05:22:20.724" v="324" actId="2696"/>
          <pc:sldLayoutMkLst>
            <pc:docMk/>
            <pc:sldMasterMk cId="635065472" sldId="2147484029"/>
            <pc:sldLayoutMk cId="3141556079" sldId="2147484033"/>
          </pc:sldLayoutMkLst>
        </pc:sldLayoutChg>
        <pc:sldLayoutChg chg="del">
          <pc:chgData name="Wu,Dan (MED CD&amp;O) BII-CN-S" userId="2543b386-fe23-4572-8b97-7e5aae483288" providerId="ADAL" clId="{CA1C0FA9-2EEA-44DD-8ED4-6427D6276670}" dt="2023-04-06T05:22:20.725" v="325" actId="2696"/>
          <pc:sldLayoutMkLst>
            <pc:docMk/>
            <pc:sldMasterMk cId="635065472" sldId="2147484029"/>
            <pc:sldLayoutMk cId="1188617417" sldId="2147484034"/>
          </pc:sldLayoutMkLst>
        </pc:sldLayoutChg>
        <pc:sldLayoutChg chg="del">
          <pc:chgData name="Wu,Dan (MED CD&amp;O) BII-CN-S" userId="2543b386-fe23-4572-8b97-7e5aae483288" providerId="ADAL" clId="{CA1C0FA9-2EEA-44DD-8ED4-6427D6276670}" dt="2023-04-06T05:22:20.726" v="326" actId="2696"/>
          <pc:sldLayoutMkLst>
            <pc:docMk/>
            <pc:sldMasterMk cId="635065472" sldId="2147484029"/>
            <pc:sldLayoutMk cId="1999756959" sldId="2147484035"/>
          </pc:sldLayoutMkLst>
        </pc:sldLayoutChg>
        <pc:sldLayoutChg chg="del">
          <pc:chgData name="Wu,Dan (MED CD&amp;O) BII-CN-S" userId="2543b386-fe23-4572-8b97-7e5aae483288" providerId="ADAL" clId="{CA1C0FA9-2EEA-44DD-8ED4-6427D6276670}" dt="2023-04-06T05:22:20.728" v="327" actId="2696"/>
          <pc:sldLayoutMkLst>
            <pc:docMk/>
            <pc:sldMasterMk cId="635065472" sldId="2147484029"/>
            <pc:sldLayoutMk cId="307277126" sldId="2147484036"/>
          </pc:sldLayoutMkLst>
        </pc:sldLayoutChg>
        <pc:sldLayoutChg chg="del">
          <pc:chgData name="Wu,Dan (MED CD&amp;O) BII-CN-S" userId="2543b386-fe23-4572-8b97-7e5aae483288" providerId="ADAL" clId="{CA1C0FA9-2EEA-44DD-8ED4-6427D6276670}" dt="2023-04-06T05:22:20.749" v="328" actId="2696"/>
          <pc:sldLayoutMkLst>
            <pc:docMk/>
            <pc:sldMasterMk cId="635065472" sldId="2147484029"/>
            <pc:sldLayoutMk cId="2706247623" sldId="2147484037"/>
          </pc:sldLayoutMkLst>
        </pc:sldLayoutChg>
        <pc:sldLayoutChg chg="del">
          <pc:chgData name="Wu,Dan (MED CD&amp;O) BII-CN-S" userId="2543b386-fe23-4572-8b97-7e5aae483288" providerId="ADAL" clId="{CA1C0FA9-2EEA-44DD-8ED4-6427D6276670}" dt="2023-04-06T05:22:20.751" v="329" actId="2696"/>
          <pc:sldLayoutMkLst>
            <pc:docMk/>
            <pc:sldMasterMk cId="635065472" sldId="2147484029"/>
            <pc:sldLayoutMk cId="1207717638" sldId="2147484038"/>
          </pc:sldLayoutMkLst>
        </pc:sldLayoutChg>
        <pc:sldLayoutChg chg="del">
          <pc:chgData name="Wu,Dan (MED CD&amp;O) BII-CN-S" userId="2543b386-fe23-4572-8b97-7e5aae483288" providerId="ADAL" clId="{CA1C0FA9-2EEA-44DD-8ED4-6427D6276670}" dt="2023-04-06T05:22:20.753" v="330" actId="2696"/>
          <pc:sldLayoutMkLst>
            <pc:docMk/>
            <pc:sldMasterMk cId="635065472" sldId="2147484029"/>
            <pc:sldLayoutMk cId="2944045770" sldId="2147484039"/>
          </pc:sldLayoutMkLst>
        </pc:sldLayoutChg>
        <pc:sldLayoutChg chg="del">
          <pc:chgData name="Wu,Dan (MED CD&amp;O) BII-CN-S" userId="2543b386-fe23-4572-8b97-7e5aae483288" providerId="ADAL" clId="{CA1C0FA9-2EEA-44DD-8ED4-6427D6276670}" dt="2023-04-06T05:22:20.755" v="331" actId="2696"/>
          <pc:sldLayoutMkLst>
            <pc:docMk/>
            <pc:sldMasterMk cId="635065472" sldId="2147484029"/>
            <pc:sldLayoutMk cId="156724029" sldId="2147484040"/>
          </pc:sldLayoutMkLst>
        </pc:sldLayoutChg>
        <pc:sldLayoutChg chg="del">
          <pc:chgData name="Wu,Dan (MED CD&amp;O) BII-CN-S" userId="2543b386-fe23-4572-8b97-7e5aae483288" providerId="ADAL" clId="{CA1C0FA9-2EEA-44DD-8ED4-6427D6276670}" dt="2023-04-06T05:22:20.757" v="332" actId="2696"/>
          <pc:sldLayoutMkLst>
            <pc:docMk/>
            <pc:sldMasterMk cId="635065472" sldId="2147484029"/>
            <pc:sldLayoutMk cId="402703244" sldId="2147484041"/>
          </pc:sldLayoutMkLst>
        </pc:sldLayoutChg>
        <pc:sldLayoutChg chg="del">
          <pc:chgData name="Wu,Dan (MED CD&amp;O) BII-CN-S" userId="2543b386-fe23-4572-8b97-7e5aae483288" providerId="ADAL" clId="{CA1C0FA9-2EEA-44DD-8ED4-6427D6276670}" dt="2023-04-06T05:22:20.758" v="333" actId="2696"/>
          <pc:sldLayoutMkLst>
            <pc:docMk/>
            <pc:sldMasterMk cId="635065472" sldId="2147484029"/>
            <pc:sldLayoutMk cId="3388720309" sldId="2147484042"/>
          </pc:sldLayoutMkLst>
        </pc:sldLayoutChg>
        <pc:sldLayoutChg chg="del">
          <pc:chgData name="Wu,Dan (MED CD&amp;O) BII-CN-S" userId="2543b386-fe23-4572-8b97-7e5aae483288" providerId="ADAL" clId="{CA1C0FA9-2EEA-44DD-8ED4-6427D6276670}" dt="2023-04-06T05:22:20.780" v="334" actId="2696"/>
          <pc:sldLayoutMkLst>
            <pc:docMk/>
            <pc:sldMasterMk cId="635065472" sldId="2147484029"/>
            <pc:sldLayoutMk cId="582677470" sldId="2147484043"/>
          </pc:sldLayoutMkLst>
        </pc:sldLayoutChg>
        <pc:sldLayoutChg chg="del">
          <pc:chgData name="Wu,Dan (MED CD&amp;O) BII-CN-S" userId="2543b386-fe23-4572-8b97-7e5aae483288" providerId="ADAL" clId="{CA1C0FA9-2EEA-44DD-8ED4-6427D6276670}" dt="2023-04-06T05:22:20.782" v="335" actId="2696"/>
          <pc:sldLayoutMkLst>
            <pc:docMk/>
            <pc:sldMasterMk cId="635065472" sldId="2147484029"/>
            <pc:sldLayoutMk cId="136837965" sldId="2147484044"/>
          </pc:sldLayoutMkLst>
        </pc:sldLayoutChg>
        <pc:sldLayoutChg chg="del">
          <pc:chgData name="Wu,Dan (MED CD&amp;O) BII-CN-S" userId="2543b386-fe23-4572-8b97-7e5aae483288" providerId="ADAL" clId="{CA1C0FA9-2EEA-44DD-8ED4-6427D6276670}" dt="2023-04-06T05:22:20.802" v="336" actId="2696"/>
          <pc:sldLayoutMkLst>
            <pc:docMk/>
            <pc:sldMasterMk cId="635065472" sldId="2147484029"/>
            <pc:sldLayoutMk cId="829074604" sldId="2147484045"/>
          </pc:sldLayoutMkLst>
        </pc:sldLayoutChg>
        <pc:sldLayoutChg chg="del">
          <pc:chgData name="Wu,Dan (MED CD&amp;O) BII-CN-S" userId="2543b386-fe23-4572-8b97-7e5aae483288" providerId="ADAL" clId="{CA1C0FA9-2EEA-44DD-8ED4-6427D6276670}" dt="2023-04-06T05:22:20.804" v="337" actId="2696"/>
          <pc:sldLayoutMkLst>
            <pc:docMk/>
            <pc:sldMasterMk cId="635065472" sldId="2147484029"/>
            <pc:sldLayoutMk cId="3200916498" sldId="2147484046"/>
          </pc:sldLayoutMkLst>
        </pc:sldLayoutChg>
        <pc:sldLayoutChg chg="del">
          <pc:chgData name="Wu,Dan (MED CD&amp;O) BII-CN-S" userId="2543b386-fe23-4572-8b97-7e5aae483288" providerId="ADAL" clId="{CA1C0FA9-2EEA-44DD-8ED4-6427D6276670}" dt="2023-04-06T05:22:20.807" v="338" actId="2696"/>
          <pc:sldLayoutMkLst>
            <pc:docMk/>
            <pc:sldMasterMk cId="635065472" sldId="2147484029"/>
            <pc:sldLayoutMk cId="3471403276" sldId="2147484047"/>
          </pc:sldLayoutMkLst>
        </pc:sldLayoutChg>
        <pc:sldLayoutChg chg="del">
          <pc:chgData name="Wu,Dan (MED CD&amp;O) BII-CN-S" userId="2543b386-fe23-4572-8b97-7e5aae483288" providerId="ADAL" clId="{CA1C0FA9-2EEA-44DD-8ED4-6427D6276670}" dt="2023-04-06T05:22:20.809" v="339" actId="2696"/>
          <pc:sldLayoutMkLst>
            <pc:docMk/>
            <pc:sldMasterMk cId="635065472" sldId="2147484029"/>
            <pc:sldLayoutMk cId="4155101132" sldId="2147484048"/>
          </pc:sldLayoutMkLst>
        </pc:sldLayoutChg>
        <pc:sldLayoutChg chg="del">
          <pc:chgData name="Wu,Dan (MED CD&amp;O) BII-CN-S" userId="2543b386-fe23-4572-8b97-7e5aae483288" providerId="ADAL" clId="{CA1C0FA9-2EEA-44DD-8ED4-6427D6276670}" dt="2023-04-06T05:22:20.811" v="340" actId="2696"/>
          <pc:sldLayoutMkLst>
            <pc:docMk/>
            <pc:sldMasterMk cId="635065472" sldId="2147484029"/>
            <pc:sldLayoutMk cId="1406099758" sldId="2147484049"/>
          </pc:sldLayoutMkLst>
        </pc:sldLayoutChg>
        <pc:sldLayoutChg chg="del">
          <pc:chgData name="Wu,Dan (MED CD&amp;O) BII-CN-S" userId="2543b386-fe23-4572-8b97-7e5aae483288" providerId="ADAL" clId="{CA1C0FA9-2EEA-44DD-8ED4-6427D6276670}" dt="2023-04-06T05:22:20.835" v="341" actId="2696"/>
          <pc:sldLayoutMkLst>
            <pc:docMk/>
            <pc:sldMasterMk cId="635065472" sldId="2147484029"/>
            <pc:sldLayoutMk cId="3766171836" sldId="2147484050"/>
          </pc:sldLayoutMkLst>
        </pc:sldLayoutChg>
        <pc:sldLayoutChg chg="del">
          <pc:chgData name="Wu,Dan (MED CD&amp;O) BII-CN-S" userId="2543b386-fe23-4572-8b97-7e5aae483288" providerId="ADAL" clId="{CA1C0FA9-2EEA-44DD-8ED4-6427D6276670}" dt="2023-04-06T05:22:20.837" v="342" actId="2696"/>
          <pc:sldLayoutMkLst>
            <pc:docMk/>
            <pc:sldMasterMk cId="635065472" sldId="2147484029"/>
            <pc:sldLayoutMk cId="2571679137" sldId="2147484051"/>
          </pc:sldLayoutMkLst>
        </pc:sldLayoutChg>
        <pc:sldLayoutChg chg="del">
          <pc:chgData name="Wu,Dan (MED CD&amp;O) BII-CN-S" userId="2543b386-fe23-4572-8b97-7e5aae483288" providerId="ADAL" clId="{CA1C0FA9-2EEA-44DD-8ED4-6427D6276670}" dt="2023-04-06T05:22:20.839" v="343" actId="2696"/>
          <pc:sldLayoutMkLst>
            <pc:docMk/>
            <pc:sldMasterMk cId="635065472" sldId="2147484029"/>
            <pc:sldLayoutMk cId="63013881" sldId="2147484052"/>
          </pc:sldLayoutMkLst>
        </pc:sldLayoutChg>
        <pc:sldLayoutChg chg="del">
          <pc:chgData name="Wu,Dan (MED CD&amp;O) BII-CN-S" userId="2543b386-fe23-4572-8b97-7e5aae483288" providerId="ADAL" clId="{CA1C0FA9-2EEA-44DD-8ED4-6427D6276670}" dt="2023-04-06T05:22:20.854" v="344" actId="2696"/>
          <pc:sldLayoutMkLst>
            <pc:docMk/>
            <pc:sldMasterMk cId="635065472" sldId="2147484029"/>
            <pc:sldLayoutMk cId="1905763327" sldId="2147484053"/>
          </pc:sldLayoutMkLst>
        </pc:sldLayoutChg>
        <pc:sldLayoutChg chg="del">
          <pc:chgData name="Wu,Dan (MED CD&amp;O) BII-CN-S" userId="2543b386-fe23-4572-8b97-7e5aae483288" providerId="ADAL" clId="{CA1C0FA9-2EEA-44DD-8ED4-6427D6276670}" dt="2023-04-06T05:22:20.874" v="345" actId="2696"/>
          <pc:sldLayoutMkLst>
            <pc:docMk/>
            <pc:sldMasterMk cId="635065472" sldId="2147484029"/>
            <pc:sldLayoutMk cId="45346896" sldId="2147484054"/>
          </pc:sldLayoutMkLst>
        </pc:sldLayoutChg>
        <pc:sldLayoutChg chg="del">
          <pc:chgData name="Wu,Dan (MED CD&amp;O) BII-CN-S" userId="2543b386-fe23-4572-8b97-7e5aae483288" providerId="ADAL" clId="{CA1C0FA9-2EEA-44DD-8ED4-6427D6276670}" dt="2023-04-06T05:22:20.901" v="346" actId="2696"/>
          <pc:sldLayoutMkLst>
            <pc:docMk/>
            <pc:sldMasterMk cId="635065472" sldId="2147484029"/>
            <pc:sldLayoutMk cId="1223780832" sldId="2147484055"/>
          </pc:sldLayoutMkLst>
        </pc:sldLayoutChg>
        <pc:sldLayoutChg chg="del">
          <pc:chgData name="Wu,Dan (MED CD&amp;O) BII-CN-S" userId="2543b386-fe23-4572-8b97-7e5aae483288" providerId="ADAL" clId="{CA1C0FA9-2EEA-44DD-8ED4-6427D6276670}" dt="2023-04-06T05:22:20.902" v="347" actId="2696"/>
          <pc:sldLayoutMkLst>
            <pc:docMk/>
            <pc:sldMasterMk cId="635065472" sldId="2147484029"/>
            <pc:sldLayoutMk cId="2137909728" sldId="2147484056"/>
          </pc:sldLayoutMkLst>
        </pc:sldLayoutChg>
        <pc:sldLayoutChg chg="del">
          <pc:chgData name="Wu,Dan (MED CD&amp;O) BII-CN-S" userId="2543b386-fe23-4572-8b97-7e5aae483288" providerId="ADAL" clId="{CA1C0FA9-2EEA-44DD-8ED4-6427D6276670}" dt="2023-04-06T05:22:20.904" v="348" actId="2696"/>
          <pc:sldLayoutMkLst>
            <pc:docMk/>
            <pc:sldMasterMk cId="635065472" sldId="2147484029"/>
            <pc:sldLayoutMk cId="3839630212" sldId="2147484057"/>
          </pc:sldLayoutMkLst>
        </pc:sldLayoutChg>
        <pc:sldLayoutChg chg="del">
          <pc:chgData name="Wu,Dan (MED CD&amp;O) BII-CN-S" userId="2543b386-fe23-4572-8b97-7e5aae483288" providerId="ADAL" clId="{CA1C0FA9-2EEA-44DD-8ED4-6427D6276670}" dt="2023-04-06T05:22:20.932" v="349" actId="2696"/>
          <pc:sldLayoutMkLst>
            <pc:docMk/>
            <pc:sldMasterMk cId="635065472" sldId="2147484029"/>
            <pc:sldLayoutMk cId="3197487171" sldId="2147484058"/>
          </pc:sldLayoutMkLst>
        </pc:sldLayoutChg>
        <pc:sldLayoutChg chg="del">
          <pc:chgData name="Wu,Dan (MED CD&amp;O) BII-CN-S" userId="2543b386-fe23-4572-8b97-7e5aae483288" providerId="ADAL" clId="{CA1C0FA9-2EEA-44DD-8ED4-6427D6276670}" dt="2023-04-06T05:22:20.962" v="350" actId="2696"/>
          <pc:sldLayoutMkLst>
            <pc:docMk/>
            <pc:sldMasterMk cId="635065472" sldId="2147484029"/>
            <pc:sldLayoutMk cId="2394323034" sldId="2147484059"/>
          </pc:sldLayoutMkLst>
        </pc:sldLayoutChg>
        <pc:sldLayoutChg chg="del">
          <pc:chgData name="Wu,Dan (MED CD&amp;O) BII-CN-S" userId="2543b386-fe23-4572-8b97-7e5aae483288" providerId="ADAL" clId="{CA1C0FA9-2EEA-44DD-8ED4-6427D6276670}" dt="2023-04-06T05:22:20.963" v="351" actId="2696"/>
          <pc:sldLayoutMkLst>
            <pc:docMk/>
            <pc:sldMasterMk cId="635065472" sldId="2147484029"/>
            <pc:sldLayoutMk cId="1253592757" sldId="2147484060"/>
          </pc:sldLayoutMkLst>
        </pc:sldLayoutChg>
        <pc:sldLayoutChg chg="del">
          <pc:chgData name="Wu,Dan (MED CD&amp;O) BII-CN-S" userId="2543b386-fe23-4572-8b97-7e5aae483288" providerId="ADAL" clId="{CA1C0FA9-2EEA-44DD-8ED4-6427D6276670}" dt="2023-04-06T05:22:20.966" v="352" actId="2696"/>
          <pc:sldLayoutMkLst>
            <pc:docMk/>
            <pc:sldMasterMk cId="635065472" sldId="2147484029"/>
            <pc:sldLayoutMk cId="3079049624" sldId="2147484061"/>
          </pc:sldLayoutMkLst>
        </pc:sldLayoutChg>
        <pc:sldLayoutChg chg="del">
          <pc:chgData name="Wu,Dan (MED CD&amp;O) BII-CN-S" userId="2543b386-fe23-4572-8b97-7e5aae483288" providerId="ADAL" clId="{CA1C0FA9-2EEA-44DD-8ED4-6427D6276670}" dt="2023-04-06T05:22:21.005" v="353" actId="2696"/>
          <pc:sldLayoutMkLst>
            <pc:docMk/>
            <pc:sldMasterMk cId="635065472" sldId="2147484029"/>
            <pc:sldLayoutMk cId="980663335" sldId="2147484062"/>
          </pc:sldLayoutMkLst>
        </pc:sldLayoutChg>
        <pc:sldLayoutChg chg="del">
          <pc:chgData name="Wu,Dan (MED CD&amp;O) BII-CN-S" userId="2543b386-fe23-4572-8b97-7e5aae483288" providerId="ADAL" clId="{CA1C0FA9-2EEA-44DD-8ED4-6427D6276670}" dt="2023-04-06T05:22:21.008" v="354" actId="2696"/>
          <pc:sldLayoutMkLst>
            <pc:docMk/>
            <pc:sldMasterMk cId="635065472" sldId="2147484029"/>
            <pc:sldLayoutMk cId="678024085" sldId="2147484063"/>
          </pc:sldLayoutMkLst>
        </pc:sldLayoutChg>
        <pc:sldLayoutChg chg="del">
          <pc:chgData name="Wu,Dan (MED CD&amp;O) BII-CN-S" userId="2543b386-fe23-4572-8b97-7e5aae483288" providerId="ADAL" clId="{CA1C0FA9-2EEA-44DD-8ED4-6427D6276670}" dt="2023-04-06T05:22:21.034" v="355" actId="2696"/>
          <pc:sldLayoutMkLst>
            <pc:docMk/>
            <pc:sldMasterMk cId="635065472" sldId="2147484029"/>
            <pc:sldLayoutMk cId="1741440216" sldId="2147484064"/>
          </pc:sldLayoutMkLst>
        </pc:sldLayoutChg>
        <pc:sldLayoutChg chg="del">
          <pc:chgData name="Wu,Dan (MED CD&amp;O) BII-CN-S" userId="2543b386-fe23-4572-8b97-7e5aae483288" providerId="ADAL" clId="{CA1C0FA9-2EEA-44DD-8ED4-6427D6276670}" dt="2023-04-06T05:22:21.035" v="356" actId="2696"/>
          <pc:sldLayoutMkLst>
            <pc:docMk/>
            <pc:sldMasterMk cId="635065472" sldId="2147484029"/>
            <pc:sldLayoutMk cId="1371963165" sldId="2147484065"/>
          </pc:sldLayoutMkLst>
        </pc:sldLayoutChg>
        <pc:sldLayoutChg chg="del">
          <pc:chgData name="Wu,Dan (MED CD&amp;O) BII-CN-S" userId="2543b386-fe23-4572-8b97-7e5aae483288" providerId="ADAL" clId="{CA1C0FA9-2EEA-44DD-8ED4-6427D6276670}" dt="2023-04-06T05:22:21.066" v="357" actId="2696"/>
          <pc:sldLayoutMkLst>
            <pc:docMk/>
            <pc:sldMasterMk cId="635065472" sldId="2147484029"/>
            <pc:sldLayoutMk cId="2706025440" sldId="2147484066"/>
          </pc:sldLayoutMkLst>
        </pc:sldLayoutChg>
        <pc:sldLayoutChg chg="del">
          <pc:chgData name="Wu,Dan (MED CD&amp;O) BII-CN-S" userId="2543b386-fe23-4572-8b97-7e5aae483288" providerId="ADAL" clId="{CA1C0FA9-2EEA-44DD-8ED4-6427D6276670}" dt="2023-04-06T05:22:21.099" v="358" actId="2696"/>
          <pc:sldLayoutMkLst>
            <pc:docMk/>
            <pc:sldMasterMk cId="635065472" sldId="2147484029"/>
            <pc:sldLayoutMk cId="3642896301" sldId="2147484067"/>
          </pc:sldLayoutMkLst>
        </pc:sldLayoutChg>
        <pc:sldLayoutChg chg="del">
          <pc:chgData name="Wu,Dan (MED CD&amp;O) BII-CN-S" userId="2543b386-fe23-4572-8b97-7e5aae483288" providerId="ADAL" clId="{CA1C0FA9-2EEA-44DD-8ED4-6427D6276670}" dt="2023-04-06T05:22:21.118" v="359" actId="2696"/>
          <pc:sldLayoutMkLst>
            <pc:docMk/>
            <pc:sldMasterMk cId="635065472" sldId="2147484029"/>
            <pc:sldLayoutMk cId="503087185" sldId="2147484068"/>
          </pc:sldLayoutMkLst>
        </pc:sldLayoutChg>
        <pc:sldLayoutChg chg="del">
          <pc:chgData name="Wu,Dan (MED CD&amp;O) BII-CN-S" userId="2543b386-fe23-4572-8b97-7e5aae483288" providerId="ADAL" clId="{CA1C0FA9-2EEA-44DD-8ED4-6427D6276670}" dt="2023-04-06T05:22:21.143" v="360" actId="2696"/>
          <pc:sldLayoutMkLst>
            <pc:docMk/>
            <pc:sldMasterMk cId="635065472" sldId="2147484029"/>
            <pc:sldLayoutMk cId="3175423093" sldId="2147484069"/>
          </pc:sldLayoutMkLst>
        </pc:sldLayoutChg>
        <pc:sldLayoutChg chg="del">
          <pc:chgData name="Wu,Dan (MED CD&amp;O) BII-CN-S" userId="2543b386-fe23-4572-8b97-7e5aae483288" providerId="ADAL" clId="{CA1C0FA9-2EEA-44DD-8ED4-6427D6276670}" dt="2023-04-06T05:22:21.147" v="361" actId="2696"/>
          <pc:sldLayoutMkLst>
            <pc:docMk/>
            <pc:sldMasterMk cId="635065472" sldId="2147484029"/>
            <pc:sldLayoutMk cId="2347418093" sldId="2147484070"/>
          </pc:sldLayoutMkLst>
        </pc:sldLayoutChg>
      </pc:sldMasterChg>
      <pc:sldMasterChg chg="del delSldLayout">
        <pc:chgData name="Wu,Dan (MED CD&amp;O) BII-CN-S" userId="2543b386-fe23-4572-8b97-7e5aae483288" providerId="ADAL" clId="{CA1C0FA9-2EEA-44DD-8ED4-6427D6276670}" dt="2023-04-06T05:22:20.577" v="288" actId="2696"/>
        <pc:sldMasterMkLst>
          <pc:docMk/>
          <pc:sldMasterMk cId="3065838185" sldId="2147484073"/>
        </pc:sldMasterMkLst>
        <pc:sldLayoutChg chg="del">
          <pc:chgData name="Wu,Dan (MED CD&amp;O) BII-CN-S" userId="2543b386-fe23-4572-8b97-7e5aae483288" providerId="ADAL" clId="{CA1C0FA9-2EEA-44DD-8ED4-6427D6276670}" dt="2023-04-06T05:22:20.503" v="259" actId="2696"/>
          <pc:sldLayoutMkLst>
            <pc:docMk/>
            <pc:sldMasterMk cId="3065838185" sldId="2147484073"/>
            <pc:sldLayoutMk cId="2928006703" sldId="2147484074"/>
          </pc:sldLayoutMkLst>
        </pc:sldLayoutChg>
        <pc:sldLayoutChg chg="del">
          <pc:chgData name="Wu,Dan (MED CD&amp;O) BII-CN-S" userId="2543b386-fe23-4572-8b97-7e5aae483288" providerId="ADAL" clId="{CA1C0FA9-2EEA-44DD-8ED4-6427D6276670}" dt="2023-04-06T05:22:20.503" v="260" actId="2696"/>
          <pc:sldLayoutMkLst>
            <pc:docMk/>
            <pc:sldMasterMk cId="3065838185" sldId="2147484073"/>
            <pc:sldLayoutMk cId="1283091169" sldId="2147484075"/>
          </pc:sldLayoutMkLst>
        </pc:sldLayoutChg>
        <pc:sldLayoutChg chg="del">
          <pc:chgData name="Wu,Dan (MED CD&amp;O) BII-CN-S" userId="2543b386-fe23-4572-8b97-7e5aae483288" providerId="ADAL" clId="{CA1C0FA9-2EEA-44DD-8ED4-6427D6276670}" dt="2023-04-06T05:22:20.504" v="261" actId="2696"/>
          <pc:sldLayoutMkLst>
            <pc:docMk/>
            <pc:sldMasterMk cId="3065838185" sldId="2147484073"/>
            <pc:sldLayoutMk cId="3858970761" sldId="2147484076"/>
          </pc:sldLayoutMkLst>
        </pc:sldLayoutChg>
        <pc:sldLayoutChg chg="del">
          <pc:chgData name="Wu,Dan (MED CD&amp;O) BII-CN-S" userId="2543b386-fe23-4572-8b97-7e5aae483288" providerId="ADAL" clId="{CA1C0FA9-2EEA-44DD-8ED4-6427D6276670}" dt="2023-04-06T05:22:20.506" v="262" actId="2696"/>
          <pc:sldLayoutMkLst>
            <pc:docMk/>
            <pc:sldMasterMk cId="3065838185" sldId="2147484073"/>
            <pc:sldLayoutMk cId="3206083058" sldId="2147484077"/>
          </pc:sldLayoutMkLst>
        </pc:sldLayoutChg>
        <pc:sldLayoutChg chg="del">
          <pc:chgData name="Wu,Dan (MED CD&amp;O) BII-CN-S" userId="2543b386-fe23-4572-8b97-7e5aae483288" providerId="ADAL" clId="{CA1C0FA9-2EEA-44DD-8ED4-6427D6276670}" dt="2023-04-06T05:22:20.508" v="263" actId="2696"/>
          <pc:sldLayoutMkLst>
            <pc:docMk/>
            <pc:sldMasterMk cId="3065838185" sldId="2147484073"/>
            <pc:sldLayoutMk cId="4002373365" sldId="2147484078"/>
          </pc:sldLayoutMkLst>
        </pc:sldLayoutChg>
        <pc:sldLayoutChg chg="del">
          <pc:chgData name="Wu,Dan (MED CD&amp;O) BII-CN-S" userId="2543b386-fe23-4572-8b97-7e5aae483288" providerId="ADAL" clId="{CA1C0FA9-2EEA-44DD-8ED4-6427D6276670}" dt="2023-04-06T05:22:20.509" v="264" actId="2696"/>
          <pc:sldLayoutMkLst>
            <pc:docMk/>
            <pc:sldMasterMk cId="3065838185" sldId="2147484073"/>
            <pc:sldLayoutMk cId="2348119810" sldId="2147484079"/>
          </pc:sldLayoutMkLst>
        </pc:sldLayoutChg>
        <pc:sldLayoutChg chg="del">
          <pc:chgData name="Wu,Dan (MED CD&amp;O) BII-CN-S" userId="2543b386-fe23-4572-8b97-7e5aae483288" providerId="ADAL" clId="{CA1C0FA9-2EEA-44DD-8ED4-6427D6276670}" dt="2023-04-06T05:22:20.510" v="265" actId="2696"/>
          <pc:sldLayoutMkLst>
            <pc:docMk/>
            <pc:sldMasterMk cId="3065838185" sldId="2147484073"/>
            <pc:sldLayoutMk cId="3184606530" sldId="2147484080"/>
          </pc:sldLayoutMkLst>
        </pc:sldLayoutChg>
        <pc:sldLayoutChg chg="del">
          <pc:chgData name="Wu,Dan (MED CD&amp;O) BII-CN-S" userId="2543b386-fe23-4572-8b97-7e5aae483288" providerId="ADAL" clId="{CA1C0FA9-2EEA-44DD-8ED4-6427D6276670}" dt="2023-04-06T05:22:20.512" v="266" actId="2696"/>
          <pc:sldLayoutMkLst>
            <pc:docMk/>
            <pc:sldMasterMk cId="3065838185" sldId="2147484073"/>
            <pc:sldLayoutMk cId="3290005314" sldId="2147484081"/>
          </pc:sldLayoutMkLst>
        </pc:sldLayoutChg>
        <pc:sldLayoutChg chg="del">
          <pc:chgData name="Wu,Dan (MED CD&amp;O) BII-CN-S" userId="2543b386-fe23-4572-8b97-7e5aae483288" providerId="ADAL" clId="{CA1C0FA9-2EEA-44DD-8ED4-6427D6276670}" dt="2023-04-06T05:22:20.514" v="267" actId="2696"/>
          <pc:sldLayoutMkLst>
            <pc:docMk/>
            <pc:sldMasterMk cId="3065838185" sldId="2147484073"/>
            <pc:sldLayoutMk cId="688233112" sldId="2147484082"/>
          </pc:sldLayoutMkLst>
        </pc:sldLayoutChg>
        <pc:sldLayoutChg chg="del">
          <pc:chgData name="Wu,Dan (MED CD&amp;O) BII-CN-S" userId="2543b386-fe23-4572-8b97-7e5aae483288" providerId="ADAL" clId="{CA1C0FA9-2EEA-44DD-8ED4-6427D6276670}" dt="2023-04-06T05:22:20.516" v="268" actId="2696"/>
          <pc:sldLayoutMkLst>
            <pc:docMk/>
            <pc:sldMasterMk cId="3065838185" sldId="2147484073"/>
            <pc:sldLayoutMk cId="3733695272" sldId="2147484083"/>
          </pc:sldLayoutMkLst>
        </pc:sldLayoutChg>
        <pc:sldLayoutChg chg="del">
          <pc:chgData name="Wu,Dan (MED CD&amp;O) BII-CN-S" userId="2543b386-fe23-4572-8b97-7e5aae483288" providerId="ADAL" clId="{CA1C0FA9-2EEA-44DD-8ED4-6427D6276670}" dt="2023-04-06T05:22:20.518" v="269" actId="2696"/>
          <pc:sldLayoutMkLst>
            <pc:docMk/>
            <pc:sldMasterMk cId="3065838185" sldId="2147484073"/>
            <pc:sldLayoutMk cId="3239407444" sldId="2147484084"/>
          </pc:sldLayoutMkLst>
        </pc:sldLayoutChg>
        <pc:sldLayoutChg chg="del">
          <pc:chgData name="Wu,Dan (MED CD&amp;O) BII-CN-S" userId="2543b386-fe23-4572-8b97-7e5aae483288" providerId="ADAL" clId="{CA1C0FA9-2EEA-44DD-8ED4-6427D6276670}" dt="2023-04-06T05:22:20.520" v="270" actId="2696"/>
          <pc:sldLayoutMkLst>
            <pc:docMk/>
            <pc:sldMasterMk cId="3065838185" sldId="2147484073"/>
            <pc:sldLayoutMk cId="30998921" sldId="2147484085"/>
          </pc:sldLayoutMkLst>
        </pc:sldLayoutChg>
        <pc:sldLayoutChg chg="del">
          <pc:chgData name="Wu,Dan (MED CD&amp;O) BII-CN-S" userId="2543b386-fe23-4572-8b97-7e5aae483288" providerId="ADAL" clId="{CA1C0FA9-2EEA-44DD-8ED4-6427D6276670}" dt="2023-04-06T05:22:20.521" v="271" actId="2696"/>
          <pc:sldLayoutMkLst>
            <pc:docMk/>
            <pc:sldMasterMk cId="3065838185" sldId="2147484073"/>
            <pc:sldLayoutMk cId="3713288077" sldId="2147484086"/>
          </pc:sldLayoutMkLst>
        </pc:sldLayoutChg>
        <pc:sldLayoutChg chg="del">
          <pc:chgData name="Wu,Dan (MED CD&amp;O) BII-CN-S" userId="2543b386-fe23-4572-8b97-7e5aae483288" providerId="ADAL" clId="{CA1C0FA9-2EEA-44DD-8ED4-6427D6276670}" dt="2023-04-06T05:22:20.522" v="272" actId="2696"/>
          <pc:sldLayoutMkLst>
            <pc:docMk/>
            <pc:sldMasterMk cId="3065838185" sldId="2147484073"/>
            <pc:sldLayoutMk cId="1949349726" sldId="2147484087"/>
          </pc:sldLayoutMkLst>
        </pc:sldLayoutChg>
        <pc:sldLayoutChg chg="del">
          <pc:chgData name="Wu,Dan (MED CD&amp;O) BII-CN-S" userId="2543b386-fe23-4572-8b97-7e5aae483288" providerId="ADAL" clId="{CA1C0FA9-2EEA-44DD-8ED4-6427D6276670}" dt="2023-04-06T05:22:20.524" v="273" actId="2696"/>
          <pc:sldLayoutMkLst>
            <pc:docMk/>
            <pc:sldMasterMk cId="3065838185" sldId="2147484073"/>
            <pc:sldLayoutMk cId="912858770" sldId="2147484088"/>
          </pc:sldLayoutMkLst>
        </pc:sldLayoutChg>
        <pc:sldLayoutChg chg="del">
          <pc:chgData name="Wu,Dan (MED CD&amp;O) BII-CN-S" userId="2543b386-fe23-4572-8b97-7e5aae483288" providerId="ADAL" clId="{CA1C0FA9-2EEA-44DD-8ED4-6427D6276670}" dt="2023-04-06T05:22:20.526" v="274" actId="2696"/>
          <pc:sldLayoutMkLst>
            <pc:docMk/>
            <pc:sldMasterMk cId="3065838185" sldId="2147484073"/>
            <pc:sldLayoutMk cId="1196083557" sldId="2147484089"/>
          </pc:sldLayoutMkLst>
        </pc:sldLayoutChg>
        <pc:sldLayoutChg chg="del">
          <pc:chgData name="Wu,Dan (MED CD&amp;O) BII-CN-S" userId="2543b386-fe23-4572-8b97-7e5aae483288" providerId="ADAL" clId="{CA1C0FA9-2EEA-44DD-8ED4-6427D6276670}" dt="2023-04-06T05:22:20.527" v="275" actId="2696"/>
          <pc:sldLayoutMkLst>
            <pc:docMk/>
            <pc:sldMasterMk cId="3065838185" sldId="2147484073"/>
            <pc:sldLayoutMk cId="3307025659" sldId="2147484090"/>
          </pc:sldLayoutMkLst>
        </pc:sldLayoutChg>
        <pc:sldLayoutChg chg="del">
          <pc:chgData name="Wu,Dan (MED CD&amp;O) BII-CN-S" userId="2543b386-fe23-4572-8b97-7e5aae483288" providerId="ADAL" clId="{CA1C0FA9-2EEA-44DD-8ED4-6427D6276670}" dt="2023-04-06T05:22:20.528" v="276" actId="2696"/>
          <pc:sldLayoutMkLst>
            <pc:docMk/>
            <pc:sldMasterMk cId="3065838185" sldId="2147484073"/>
            <pc:sldLayoutMk cId="2587188649" sldId="2147484091"/>
          </pc:sldLayoutMkLst>
        </pc:sldLayoutChg>
        <pc:sldLayoutChg chg="del">
          <pc:chgData name="Wu,Dan (MED CD&amp;O) BII-CN-S" userId="2543b386-fe23-4572-8b97-7e5aae483288" providerId="ADAL" clId="{CA1C0FA9-2EEA-44DD-8ED4-6427D6276670}" dt="2023-04-06T05:22:20.530" v="277" actId="2696"/>
          <pc:sldLayoutMkLst>
            <pc:docMk/>
            <pc:sldMasterMk cId="3065838185" sldId="2147484073"/>
            <pc:sldLayoutMk cId="602759216" sldId="2147484092"/>
          </pc:sldLayoutMkLst>
        </pc:sldLayoutChg>
        <pc:sldLayoutChg chg="del">
          <pc:chgData name="Wu,Dan (MED CD&amp;O) BII-CN-S" userId="2543b386-fe23-4572-8b97-7e5aae483288" providerId="ADAL" clId="{CA1C0FA9-2EEA-44DD-8ED4-6427D6276670}" dt="2023-04-06T05:22:20.531" v="278" actId="2696"/>
          <pc:sldLayoutMkLst>
            <pc:docMk/>
            <pc:sldMasterMk cId="3065838185" sldId="2147484073"/>
            <pc:sldLayoutMk cId="1329492994" sldId="2147484093"/>
          </pc:sldLayoutMkLst>
        </pc:sldLayoutChg>
        <pc:sldLayoutChg chg="del">
          <pc:chgData name="Wu,Dan (MED CD&amp;O) BII-CN-S" userId="2543b386-fe23-4572-8b97-7e5aae483288" providerId="ADAL" clId="{CA1C0FA9-2EEA-44DD-8ED4-6427D6276670}" dt="2023-04-06T05:22:20.534" v="279" actId="2696"/>
          <pc:sldLayoutMkLst>
            <pc:docMk/>
            <pc:sldMasterMk cId="3065838185" sldId="2147484073"/>
            <pc:sldLayoutMk cId="2837007365" sldId="2147484094"/>
          </pc:sldLayoutMkLst>
        </pc:sldLayoutChg>
        <pc:sldLayoutChg chg="del">
          <pc:chgData name="Wu,Dan (MED CD&amp;O) BII-CN-S" userId="2543b386-fe23-4572-8b97-7e5aae483288" providerId="ADAL" clId="{CA1C0FA9-2EEA-44DD-8ED4-6427D6276670}" dt="2023-04-06T05:22:20.537" v="280" actId="2696"/>
          <pc:sldLayoutMkLst>
            <pc:docMk/>
            <pc:sldMasterMk cId="3065838185" sldId="2147484073"/>
            <pc:sldLayoutMk cId="4265530528" sldId="2147484095"/>
          </pc:sldLayoutMkLst>
        </pc:sldLayoutChg>
        <pc:sldLayoutChg chg="del">
          <pc:chgData name="Wu,Dan (MED CD&amp;O) BII-CN-S" userId="2543b386-fe23-4572-8b97-7e5aae483288" providerId="ADAL" clId="{CA1C0FA9-2EEA-44DD-8ED4-6427D6276670}" dt="2023-04-06T05:22:20.540" v="281" actId="2696"/>
          <pc:sldLayoutMkLst>
            <pc:docMk/>
            <pc:sldMasterMk cId="3065838185" sldId="2147484073"/>
            <pc:sldLayoutMk cId="3425805373" sldId="2147484096"/>
          </pc:sldLayoutMkLst>
        </pc:sldLayoutChg>
        <pc:sldLayoutChg chg="del">
          <pc:chgData name="Wu,Dan (MED CD&amp;O) BII-CN-S" userId="2543b386-fe23-4572-8b97-7e5aae483288" providerId="ADAL" clId="{CA1C0FA9-2EEA-44DD-8ED4-6427D6276670}" dt="2023-04-06T05:22:20.543" v="282" actId="2696"/>
          <pc:sldLayoutMkLst>
            <pc:docMk/>
            <pc:sldMasterMk cId="3065838185" sldId="2147484073"/>
            <pc:sldLayoutMk cId="113940074" sldId="2147484097"/>
          </pc:sldLayoutMkLst>
        </pc:sldLayoutChg>
        <pc:sldLayoutChg chg="del">
          <pc:chgData name="Wu,Dan (MED CD&amp;O) BII-CN-S" userId="2543b386-fe23-4572-8b97-7e5aae483288" providerId="ADAL" clId="{CA1C0FA9-2EEA-44DD-8ED4-6427D6276670}" dt="2023-04-06T05:22:20.546" v="283" actId="2696"/>
          <pc:sldLayoutMkLst>
            <pc:docMk/>
            <pc:sldMasterMk cId="3065838185" sldId="2147484073"/>
            <pc:sldLayoutMk cId="2725974276" sldId="2147484098"/>
          </pc:sldLayoutMkLst>
        </pc:sldLayoutChg>
        <pc:sldLayoutChg chg="del">
          <pc:chgData name="Wu,Dan (MED CD&amp;O) BII-CN-S" userId="2543b386-fe23-4572-8b97-7e5aae483288" providerId="ADAL" clId="{CA1C0FA9-2EEA-44DD-8ED4-6427D6276670}" dt="2023-04-06T05:22:20.549" v="284" actId="2696"/>
          <pc:sldLayoutMkLst>
            <pc:docMk/>
            <pc:sldMasterMk cId="3065838185" sldId="2147484073"/>
            <pc:sldLayoutMk cId="2377514391" sldId="2147484099"/>
          </pc:sldLayoutMkLst>
        </pc:sldLayoutChg>
        <pc:sldLayoutChg chg="del">
          <pc:chgData name="Wu,Dan (MED CD&amp;O) BII-CN-S" userId="2543b386-fe23-4572-8b97-7e5aae483288" providerId="ADAL" clId="{CA1C0FA9-2EEA-44DD-8ED4-6427D6276670}" dt="2023-04-06T05:22:20.552" v="285" actId="2696"/>
          <pc:sldLayoutMkLst>
            <pc:docMk/>
            <pc:sldMasterMk cId="3065838185" sldId="2147484073"/>
            <pc:sldLayoutMk cId="665053814" sldId="2147484100"/>
          </pc:sldLayoutMkLst>
        </pc:sldLayoutChg>
        <pc:sldLayoutChg chg="del">
          <pc:chgData name="Wu,Dan (MED CD&amp;O) BII-CN-S" userId="2543b386-fe23-4572-8b97-7e5aae483288" providerId="ADAL" clId="{CA1C0FA9-2EEA-44DD-8ED4-6427D6276670}" dt="2023-04-06T05:22:20.563" v="286" actId="2696"/>
          <pc:sldLayoutMkLst>
            <pc:docMk/>
            <pc:sldMasterMk cId="3065838185" sldId="2147484073"/>
            <pc:sldLayoutMk cId="3668937149" sldId="2147484101"/>
          </pc:sldLayoutMkLst>
        </pc:sldLayoutChg>
        <pc:sldLayoutChg chg="del">
          <pc:chgData name="Wu,Dan (MED CD&amp;O) BII-CN-S" userId="2543b386-fe23-4572-8b97-7e5aae483288" providerId="ADAL" clId="{CA1C0FA9-2EEA-44DD-8ED4-6427D6276670}" dt="2023-04-06T05:22:20.574" v="287" actId="2696"/>
          <pc:sldLayoutMkLst>
            <pc:docMk/>
            <pc:sldMasterMk cId="3065838185" sldId="2147484073"/>
            <pc:sldLayoutMk cId="4279851082" sldId="2147484102"/>
          </pc:sldLayoutMkLst>
        </pc:sldLayoutChg>
      </pc:sldMasterChg>
      <pc:sldMasterChg chg="del delSldLayout">
        <pc:chgData name="Wu,Dan (MED CD&amp;O) BII-CN-S" userId="2543b386-fe23-4572-8b97-7e5aae483288" providerId="ADAL" clId="{CA1C0FA9-2EEA-44DD-8ED4-6427D6276670}" dt="2023-04-06T05:22:22.384" v="590" actId="2696"/>
        <pc:sldMasterMkLst>
          <pc:docMk/>
          <pc:sldMasterMk cId="2955746177" sldId="2147484103"/>
        </pc:sldMasterMkLst>
        <pc:sldLayoutChg chg="del">
          <pc:chgData name="Wu,Dan (MED CD&amp;O) BII-CN-S" userId="2543b386-fe23-4572-8b97-7e5aae483288" providerId="ADAL" clId="{CA1C0FA9-2EEA-44DD-8ED4-6427D6276670}" dt="2023-04-06T05:22:22.347" v="572" actId="2696"/>
          <pc:sldLayoutMkLst>
            <pc:docMk/>
            <pc:sldMasterMk cId="2955746177" sldId="2147484103"/>
            <pc:sldLayoutMk cId="1147781874" sldId="2147484104"/>
          </pc:sldLayoutMkLst>
        </pc:sldLayoutChg>
        <pc:sldLayoutChg chg="del">
          <pc:chgData name="Wu,Dan (MED CD&amp;O) BII-CN-S" userId="2543b386-fe23-4572-8b97-7e5aae483288" providerId="ADAL" clId="{CA1C0FA9-2EEA-44DD-8ED4-6427D6276670}" dt="2023-04-06T05:22:22.349" v="573" actId="2696"/>
          <pc:sldLayoutMkLst>
            <pc:docMk/>
            <pc:sldMasterMk cId="2955746177" sldId="2147484103"/>
            <pc:sldLayoutMk cId="4256519607" sldId="2147484105"/>
          </pc:sldLayoutMkLst>
        </pc:sldLayoutChg>
        <pc:sldLayoutChg chg="del">
          <pc:chgData name="Wu,Dan (MED CD&amp;O) BII-CN-S" userId="2543b386-fe23-4572-8b97-7e5aae483288" providerId="ADAL" clId="{CA1C0FA9-2EEA-44DD-8ED4-6427D6276670}" dt="2023-04-06T05:22:22.350" v="574" actId="2696"/>
          <pc:sldLayoutMkLst>
            <pc:docMk/>
            <pc:sldMasterMk cId="2955746177" sldId="2147484103"/>
            <pc:sldLayoutMk cId="1008907882" sldId="2147484106"/>
          </pc:sldLayoutMkLst>
        </pc:sldLayoutChg>
        <pc:sldLayoutChg chg="del">
          <pc:chgData name="Wu,Dan (MED CD&amp;O) BII-CN-S" userId="2543b386-fe23-4572-8b97-7e5aae483288" providerId="ADAL" clId="{CA1C0FA9-2EEA-44DD-8ED4-6427D6276670}" dt="2023-04-06T05:22:22.353" v="575" actId="2696"/>
          <pc:sldLayoutMkLst>
            <pc:docMk/>
            <pc:sldMasterMk cId="2955746177" sldId="2147484103"/>
            <pc:sldLayoutMk cId="3565967870" sldId="2147484107"/>
          </pc:sldLayoutMkLst>
        </pc:sldLayoutChg>
        <pc:sldLayoutChg chg="del">
          <pc:chgData name="Wu,Dan (MED CD&amp;O) BII-CN-S" userId="2543b386-fe23-4572-8b97-7e5aae483288" providerId="ADAL" clId="{CA1C0FA9-2EEA-44DD-8ED4-6427D6276670}" dt="2023-04-06T05:22:22.356" v="576" actId="2696"/>
          <pc:sldLayoutMkLst>
            <pc:docMk/>
            <pc:sldMasterMk cId="2955746177" sldId="2147484103"/>
            <pc:sldLayoutMk cId="2227853024" sldId="2147484108"/>
          </pc:sldLayoutMkLst>
        </pc:sldLayoutChg>
        <pc:sldLayoutChg chg="del">
          <pc:chgData name="Wu,Dan (MED CD&amp;O) BII-CN-S" userId="2543b386-fe23-4572-8b97-7e5aae483288" providerId="ADAL" clId="{CA1C0FA9-2EEA-44DD-8ED4-6427D6276670}" dt="2023-04-06T05:22:22.358" v="577" actId="2696"/>
          <pc:sldLayoutMkLst>
            <pc:docMk/>
            <pc:sldMasterMk cId="2955746177" sldId="2147484103"/>
            <pc:sldLayoutMk cId="1166102185" sldId="2147484109"/>
          </pc:sldLayoutMkLst>
        </pc:sldLayoutChg>
        <pc:sldLayoutChg chg="del">
          <pc:chgData name="Wu,Dan (MED CD&amp;O) BII-CN-S" userId="2543b386-fe23-4572-8b97-7e5aae483288" providerId="ADAL" clId="{CA1C0FA9-2EEA-44DD-8ED4-6427D6276670}" dt="2023-04-06T05:22:22.361" v="578" actId="2696"/>
          <pc:sldLayoutMkLst>
            <pc:docMk/>
            <pc:sldMasterMk cId="2955746177" sldId="2147484103"/>
            <pc:sldLayoutMk cId="2354401386" sldId="2147484110"/>
          </pc:sldLayoutMkLst>
        </pc:sldLayoutChg>
        <pc:sldLayoutChg chg="del">
          <pc:chgData name="Wu,Dan (MED CD&amp;O) BII-CN-S" userId="2543b386-fe23-4572-8b97-7e5aae483288" providerId="ADAL" clId="{CA1C0FA9-2EEA-44DD-8ED4-6427D6276670}" dt="2023-04-06T05:22:22.362" v="579" actId="2696"/>
          <pc:sldLayoutMkLst>
            <pc:docMk/>
            <pc:sldMasterMk cId="2955746177" sldId="2147484103"/>
            <pc:sldLayoutMk cId="4291846309" sldId="2147484111"/>
          </pc:sldLayoutMkLst>
        </pc:sldLayoutChg>
        <pc:sldLayoutChg chg="del">
          <pc:chgData name="Wu,Dan (MED CD&amp;O) BII-CN-S" userId="2543b386-fe23-4572-8b97-7e5aae483288" providerId="ADAL" clId="{CA1C0FA9-2EEA-44DD-8ED4-6427D6276670}" dt="2023-04-06T05:22:22.364" v="580" actId="2696"/>
          <pc:sldLayoutMkLst>
            <pc:docMk/>
            <pc:sldMasterMk cId="2955746177" sldId="2147484103"/>
            <pc:sldLayoutMk cId="1458854330" sldId="2147484112"/>
          </pc:sldLayoutMkLst>
        </pc:sldLayoutChg>
        <pc:sldLayoutChg chg="del">
          <pc:chgData name="Wu,Dan (MED CD&amp;O) BII-CN-S" userId="2543b386-fe23-4572-8b97-7e5aae483288" providerId="ADAL" clId="{CA1C0FA9-2EEA-44DD-8ED4-6427D6276670}" dt="2023-04-06T05:22:22.366" v="581" actId="2696"/>
          <pc:sldLayoutMkLst>
            <pc:docMk/>
            <pc:sldMasterMk cId="2955746177" sldId="2147484103"/>
            <pc:sldLayoutMk cId="1711436076" sldId="2147484113"/>
          </pc:sldLayoutMkLst>
        </pc:sldLayoutChg>
        <pc:sldLayoutChg chg="del">
          <pc:chgData name="Wu,Dan (MED CD&amp;O) BII-CN-S" userId="2543b386-fe23-4572-8b97-7e5aae483288" providerId="ADAL" clId="{CA1C0FA9-2EEA-44DD-8ED4-6427D6276670}" dt="2023-04-06T05:22:22.368" v="582" actId="2696"/>
          <pc:sldLayoutMkLst>
            <pc:docMk/>
            <pc:sldMasterMk cId="2955746177" sldId="2147484103"/>
            <pc:sldLayoutMk cId="2888130087" sldId="2147484114"/>
          </pc:sldLayoutMkLst>
        </pc:sldLayoutChg>
        <pc:sldLayoutChg chg="del">
          <pc:chgData name="Wu,Dan (MED CD&amp;O) BII-CN-S" userId="2543b386-fe23-4572-8b97-7e5aae483288" providerId="ADAL" clId="{CA1C0FA9-2EEA-44DD-8ED4-6427D6276670}" dt="2023-04-06T05:22:22.369" v="583" actId="2696"/>
          <pc:sldLayoutMkLst>
            <pc:docMk/>
            <pc:sldMasterMk cId="2955746177" sldId="2147484103"/>
            <pc:sldLayoutMk cId="2214668136" sldId="2147484115"/>
          </pc:sldLayoutMkLst>
        </pc:sldLayoutChg>
        <pc:sldLayoutChg chg="del">
          <pc:chgData name="Wu,Dan (MED CD&amp;O) BII-CN-S" userId="2543b386-fe23-4572-8b97-7e5aae483288" providerId="ADAL" clId="{CA1C0FA9-2EEA-44DD-8ED4-6427D6276670}" dt="2023-04-06T05:22:22.371" v="584" actId="2696"/>
          <pc:sldLayoutMkLst>
            <pc:docMk/>
            <pc:sldMasterMk cId="2955746177" sldId="2147484103"/>
            <pc:sldLayoutMk cId="47068860" sldId="2147484116"/>
          </pc:sldLayoutMkLst>
        </pc:sldLayoutChg>
        <pc:sldLayoutChg chg="del">
          <pc:chgData name="Wu,Dan (MED CD&amp;O) BII-CN-S" userId="2543b386-fe23-4572-8b97-7e5aae483288" providerId="ADAL" clId="{CA1C0FA9-2EEA-44DD-8ED4-6427D6276670}" dt="2023-04-06T05:22:22.372" v="585" actId="2696"/>
          <pc:sldLayoutMkLst>
            <pc:docMk/>
            <pc:sldMasterMk cId="2955746177" sldId="2147484103"/>
            <pc:sldLayoutMk cId="1751323967" sldId="2147484117"/>
          </pc:sldLayoutMkLst>
        </pc:sldLayoutChg>
        <pc:sldLayoutChg chg="del">
          <pc:chgData name="Wu,Dan (MED CD&amp;O) BII-CN-S" userId="2543b386-fe23-4572-8b97-7e5aae483288" providerId="ADAL" clId="{CA1C0FA9-2EEA-44DD-8ED4-6427D6276670}" dt="2023-04-06T05:22:22.373" v="586" actId="2696"/>
          <pc:sldLayoutMkLst>
            <pc:docMk/>
            <pc:sldMasterMk cId="2955746177" sldId="2147484103"/>
            <pc:sldLayoutMk cId="2072598601" sldId="2147484118"/>
          </pc:sldLayoutMkLst>
        </pc:sldLayoutChg>
        <pc:sldLayoutChg chg="del">
          <pc:chgData name="Wu,Dan (MED CD&amp;O) BII-CN-S" userId="2543b386-fe23-4572-8b97-7e5aae483288" providerId="ADAL" clId="{CA1C0FA9-2EEA-44DD-8ED4-6427D6276670}" dt="2023-04-06T05:22:22.375" v="587" actId="2696"/>
          <pc:sldLayoutMkLst>
            <pc:docMk/>
            <pc:sldMasterMk cId="2955746177" sldId="2147484103"/>
            <pc:sldLayoutMk cId="227873632" sldId="2147484119"/>
          </pc:sldLayoutMkLst>
        </pc:sldLayoutChg>
        <pc:sldLayoutChg chg="del">
          <pc:chgData name="Wu,Dan (MED CD&amp;O) BII-CN-S" userId="2543b386-fe23-4572-8b97-7e5aae483288" providerId="ADAL" clId="{CA1C0FA9-2EEA-44DD-8ED4-6427D6276670}" dt="2023-04-06T05:22:22.378" v="588" actId="2696"/>
          <pc:sldLayoutMkLst>
            <pc:docMk/>
            <pc:sldMasterMk cId="2955746177" sldId="2147484103"/>
            <pc:sldLayoutMk cId="2739228327" sldId="2147484120"/>
          </pc:sldLayoutMkLst>
        </pc:sldLayoutChg>
        <pc:sldLayoutChg chg="del">
          <pc:chgData name="Wu,Dan (MED CD&amp;O) BII-CN-S" userId="2543b386-fe23-4572-8b97-7e5aae483288" providerId="ADAL" clId="{CA1C0FA9-2EEA-44DD-8ED4-6427D6276670}" dt="2023-04-06T05:22:22.379" v="589" actId="2696"/>
          <pc:sldLayoutMkLst>
            <pc:docMk/>
            <pc:sldMasterMk cId="2955746177" sldId="2147484103"/>
            <pc:sldLayoutMk cId="1972304312" sldId="2147484121"/>
          </pc:sldLayoutMkLst>
        </pc:sldLayoutChg>
      </pc:sldMasterChg>
      <pc:sldMasterChg chg="del delSldLayout">
        <pc:chgData name="Wu,Dan (MED CD&amp;O) BII-CN-S" userId="2543b386-fe23-4572-8b97-7e5aae483288" providerId="ADAL" clId="{CA1C0FA9-2EEA-44DD-8ED4-6427D6276670}" dt="2023-04-06T05:22:20.418" v="214" actId="2696"/>
        <pc:sldMasterMkLst>
          <pc:docMk/>
          <pc:sldMasterMk cId="50543734" sldId="2147484168"/>
        </pc:sldMasterMkLst>
        <pc:sldLayoutChg chg="del">
          <pc:chgData name="Wu,Dan (MED CD&amp;O) BII-CN-S" userId="2543b386-fe23-4572-8b97-7e5aae483288" providerId="ADAL" clId="{CA1C0FA9-2EEA-44DD-8ED4-6427D6276670}" dt="2023-04-06T05:22:20.368" v="186" actId="2696"/>
          <pc:sldLayoutMkLst>
            <pc:docMk/>
            <pc:sldMasterMk cId="50543734" sldId="2147484168"/>
            <pc:sldLayoutMk cId="3240194741" sldId="2147484169"/>
          </pc:sldLayoutMkLst>
        </pc:sldLayoutChg>
        <pc:sldLayoutChg chg="del">
          <pc:chgData name="Wu,Dan (MED CD&amp;O) BII-CN-S" userId="2543b386-fe23-4572-8b97-7e5aae483288" providerId="ADAL" clId="{CA1C0FA9-2EEA-44DD-8ED4-6427D6276670}" dt="2023-04-06T05:22:20.369" v="187" actId="2696"/>
          <pc:sldLayoutMkLst>
            <pc:docMk/>
            <pc:sldMasterMk cId="50543734" sldId="2147484168"/>
            <pc:sldLayoutMk cId="280941657" sldId="2147484170"/>
          </pc:sldLayoutMkLst>
        </pc:sldLayoutChg>
        <pc:sldLayoutChg chg="del">
          <pc:chgData name="Wu,Dan (MED CD&amp;O) BII-CN-S" userId="2543b386-fe23-4572-8b97-7e5aae483288" providerId="ADAL" clId="{CA1C0FA9-2EEA-44DD-8ED4-6427D6276670}" dt="2023-04-06T05:22:20.370" v="188" actId="2696"/>
          <pc:sldLayoutMkLst>
            <pc:docMk/>
            <pc:sldMasterMk cId="50543734" sldId="2147484168"/>
            <pc:sldLayoutMk cId="3539975857" sldId="2147484171"/>
          </pc:sldLayoutMkLst>
        </pc:sldLayoutChg>
        <pc:sldLayoutChg chg="del">
          <pc:chgData name="Wu,Dan (MED CD&amp;O) BII-CN-S" userId="2543b386-fe23-4572-8b97-7e5aae483288" providerId="ADAL" clId="{CA1C0FA9-2EEA-44DD-8ED4-6427D6276670}" dt="2023-04-06T05:22:20.371" v="189" actId="2696"/>
          <pc:sldLayoutMkLst>
            <pc:docMk/>
            <pc:sldMasterMk cId="50543734" sldId="2147484168"/>
            <pc:sldLayoutMk cId="322214793" sldId="2147484172"/>
          </pc:sldLayoutMkLst>
        </pc:sldLayoutChg>
        <pc:sldLayoutChg chg="del">
          <pc:chgData name="Wu,Dan (MED CD&amp;O) BII-CN-S" userId="2543b386-fe23-4572-8b97-7e5aae483288" providerId="ADAL" clId="{CA1C0FA9-2EEA-44DD-8ED4-6427D6276670}" dt="2023-04-06T05:22:20.372" v="190" actId="2696"/>
          <pc:sldLayoutMkLst>
            <pc:docMk/>
            <pc:sldMasterMk cId="50543734" sldId="2147484168"/>
            <pc:sldLayoutMk cId="4178160376" sldId="2147484173"/>
          </pc:sldLayoutMkLst>
        </pc:sldLayoutChg>
        <pc:sldLayoutChg chg="del">
          <pc:chgData name="Wu,Dan (MED CD&amp;O) BII-CN-S" userId="2543b386-fe23-4572-8b97-7e5aae483288" providerId="ADAL" clId="{CA1C0FA9-2EEA-44DD-8ED4-6427D6276670}" dt="2023-04-06T05:22:20.374" v="191" actId="2696"/>
          <pc:sldLayoutMkLst>
            <pc:docMk/>
            <pc:sldMasterMk cId="50543734" sldId="2147484168"/>
            <pc:sldLayoutMk cId="298984948" sldId="2147484174"/>
          </pc:sldLayoutMkLst>
        </pc:sldLayoutChg>
        <pc:sldLayoutChg chg="del">
          <pc:chgData name="Wu,Dan (MED CD&amp;O) BII-CN-S" userId="2543b386-fe23-4572-8b97-7e5aae483288" providerId="ADAL" clId="{CA1C0FA9-2EEA-44DD-8ED4-6427D6276670}" dt="2023-04-06T05:22:20.375" v="192" actId="2696"/>
          <pc:sldLayoutMkLst>
            <pc:docMk/>
            <pc:sldMasterMk cId="50543734" sldId="2147484168"/>
            <pc:sldLayoutMk cId="3233607521" sldId="2147484175"/>
          </pc:sldLayoutMkLst>
        </pc:sldLayoutChg>
        <pc:sldLayoutChg chg="del">
          <pc:chgData name="Wu,Dan (MED CD&amp;O) BII-CN-S" userId="2543b386-fe23-4572-8b97-7e5aae483288" providerId="ADAL" clId="{CA1C0FA9-2EEA-44DD-8ED4-6427D6276670}" dt="2023-04-06T05:22:20.376" v="193" actId="2696"/>
          <pc:sldLayoutMkLst>
            <pc:docMk/>
            <pc:sldMasterMk cId="50543734" sldId="2147484168"/>
            <pc:sldLayoutMk cId="4042601228" sldId="2147484176"/>
          </pc:sldLayoutMkLst>
        </pc:sldLayoutChg>
        <pc:sldLayoutChg chg="del">
          <pc:chgData name="Wu,Dan (MED CD&amp;O) BII-CN-S" userId="2543b386-fe23-4572-8b97-7e5aae483288" providerId="ADAL" clId="{CA1C0FA9-2EEA-44DD-8ED4-6427D6276670}" dt="2023-04-06T05:22:20.377" v="194" actId="2696"/>
          <pc:sldLayoutMkLst>
            <pc:docMk/>
            <pc:sldMasterMk cId="50543734" sldId="2147484168"/>
            <pc:sldLayoutMk cId="2267214130" sldId="2147484177"/>
          </pc:sldLayoutMkLst>
        </pc:sldLayoutChg>
        <pc:sldLayoutChg chg="del">
          <pc:chgData name="Wu,Dan (MED CD&amp;O) BII-CN-S" userId="2543b386-fe23-4572-8b97-7e5aae483288" providerId="ADAL" clId="{CA1C0FA9-2EEA-44DD-8ED4-6427D6276670}" dt="2023-04-06T05:22:20.378" v="195" actId="2696"/>
          <pc:sldLayoutMkLst>
            <pc:docMk/>
            <pc:sldMasterMk cId="50543734" sldId="2147484168"/>
            <pc:sldLayoutMk cId="2281598983" sldId="2147484178"/>
          </pc:sldLayoutMkLst>
        </pc:sldLayoutChg>
        <pc:sldLayoutChg chg="del">
          <pc:chgData name="Wu,Dan (MED CD&amp;O) BII-CN-S" userId="2543b386-fe23-4572-8b97-7e5aae483288" providerId="ADAL" clId="{CA1C0FA9-2EEA-44DD-8ED4-6427D6276670}" dt="2023-04-06T05:22:20.380" v="196" actId="2696"/>
          <pc:sldLayoutMkLst>
            <pc:docMk/>
            <pc:sldMasterMk cId="50543734" sldId="2147484168"/>
            <pc:sldLayoutMk cId="202277837" sldId="2147484179"/>
          </pc:sldLayoutMkLst>
        </pc:sldLayoutChg>
        <pc:sldLayoutChg chg="del">
          <pc:chgData name="Wu,Dan (MED CD&amp;O) BII-CN-S" userId="2543b386-fe23-4572-8b97-7e5aae483288" providerId="ADAL" clId="{CA1C0FA9-2EEA-44DD-8ED4-6427D6276670}" dt="2023-04-06T05:22:20.381" v="197" actId="2696"/>
          <pc:sldLayoutMkLst>
            <pc:docMk/>
            <pc:sldMasterMk cId="50543734" sldId="2147484168"/>
            <pc:sldLayoutMk cId="1312990279" sldId="2147484180"/>
          </pc:sldLayoutMkLst>
        </pc:sldLayoutChg>
        <pc:sldLayoutChg chg="del">
          <pc:chgData name="Wu,Dan (MED CD&amp;O) BII-CN-S" userId="2543b386-fe23-4572-8b97-7e5aae483288" providerId="ADAL" clId="{CA1C0FA9-2EEA-44DD-8ED4-6427D6276670}" dt="2023-04-06T05:22:20.381" v="198" actId="2696"/>
          <pc:sldLayoutMkLst>
            <pc:docMk/>
            <pc:sldMasterMk cId="50543734" sldId="2147484168"/>
            <pc:sldLayoutMk cId="1037306043" sldId="2147484181"/>
          </pc:sldLayoutMkLst>
        </pc:sldLayoutChg>
        <pc:sldLayoutChg chg="del">
          <pc:chgData name="Wu,Dan (MED CD&amp;O) BII-CN-S" userId="2543b386-fe23-4572-8b97-7e5aae483288" providerId="ADAL" clId="{CA1C0FA9-2EEA-44DD-8ED4-6427D6276670}" dt="2023-04-06T05:22:20.382" v="199" actId="2696"/>
          <pc:sldLayoutMkLst>
            <pc:docMk/>
            <pc:sldMasterMk cId="50543734" sldId="2147484168"/>
            <pc:sldLayoutMk cId="404364840" sldId="2147484182"/>
          </pc:sldLayoutMkLst>
        </pc:sldLayoutChg>
        <pc:sldLayoutChg chg="del">
          <pc:chgData name="Wu,Dan (MED CD&amp;O) BII-CN-S" userId="2543b386-fe23-4572-8b97-7e5aae483288" providerId="ADAL" clId="{CA1C0FA9-2EEA-44DD-8ED4-6427D6276670}" dt="2023-04-06T05:22:20.383" v="200" actId="2696"/>
          <pc:sldLayoutMkLst>
            <pc:docMk/>
            <pc:sldMasterMk cId="50543734" sldId="2147484168"/>
            <pc:sldLayoutMk cId="183082784" sldId="2147484183"/>
          </pc:sldLayoutMkLst>
        </pc:sldLayoutChg>
        <pc:sldLayoutChg chg="del">
          <pc:chgData name="Wu,Dan (MED CD&amp;O) BII-CN-S" userId="2543b386-fe23-4572-8b97-7e5aae483288" providerId="ADAL" clId="{CA1C0FA9-2EEA-44DD-8ED4-6427D6276670}" dt="2023-04-06T05:22:20.384" v="201" actId="2696"/>
          <pc:sldLayoutMkLst>
            <pc:docMk/>
            <pc:sldMasterMk cId="50543734" sldId="2147484168"/>
            <pc:sldLayoutMk cId="3612926674" sldId="2147484184"/>
          </pc:sldLayoutMkLst>
        </pc:sldLayoutChg>
        <pc:sldLayoutChg chg="del">
          <pc:chgData name="Wu,Dan (MED CD&amp;O) BII-CN-S" userId="2543b386-fe23-4572-8b97-7e5aae483288" providerId="ADAL" clId="{CA1C0FA9-2EEA-44DD-8ED4-6427D6276670}" dt="2023-04-06T05:22:20.385" v="202" actId="2696"/>
          <pc:sldLayoutMkLst>
            <pc:docMk/>
            <pc:sldMasterMk cId="50543734" sldId="2147484168"/>
            <pc:sldLayoutMk cId="1467619702" sldId="2147484185"/>
          </pc:sldLayoutMkLst>
        </pc:sldLayoutChg>
        <pc:sldLayoutChg chg="del">
          <pc:chgData name="Wu,Dan (MED CD&amp;O) BII-CN-S" userId="2543b386-fe23-4572-8b97-7e5aae483288" providerId="ADAL" clId="{CA1C0FA9-2EEA-44DD-8ED4-6427D6276670}" dt="2023-04-06T05:22:20.386" v="203" actId="2696"/>
          <pc:sldLayoutMkLst>
            <pc:docMk/>
            <pc:sldMasterMk cId="50543734" sldId="2147484168"/>
            <pc:sldLayoutMk cId="53831004" sldId="2147484186"/>
          </pc:sldLayoutMkLst>
        </pc:sldLayoutChg>
        <pc:sldLayoutChg chg="del">
          <pc:chgData name="Wu,Dan (MED CD&amp;O) BII-CN-S" userId="2543b386-fe23-4572-8b97-7e5aae483288" providerId="ADAL" clId="{CA1C0FA9-2EEA-44DD-8ED4-6427D6276670}" dt="2023-04-06T05:22:20.388" v="204" actId="2696"/>
          <pc:sldLayoutMkLst>
            <pc:docMk/>
            <pc:sldMasterMk cId="50543734" sldId="2147484168"/>
            <pc:sldLayoutMk cId="437942313" sldId="2147484187"/>
          </pc:sldLayoutMkLst>
        </pc:sldLayoutChg>
        <pc:sldLayoutChg chg="del">
          <pc:chgData name="Wu,Dan (MED CD&amp;O) BII-CN-S" userId="2543b386-fe23-4572-8b97-7e5aae483288" providerId="ADAL" clId="{CA1C0FA9-2EEA-44DD-8ED4-6427D6276670}" dt="2023-04-06T05:22:20.391" v="205" actId="2696"/>
          <pc:sldLayoutMkLst>
            <pc:docMk/>
            <pc:sldMasterMk cId="50543734" sldId="2147484168"/>
            <pc:sldLayoutMk cId="3765868478" sldId="2147484188"/>
          </pc:sldLayoutMkLst>
        </pc:sldLayoutChg>
        <pc:sldLayoutChg chg="del">
          <pc:chgData name="Wu,Dan (MED CD&amp;O) BII-CN-S" userId="2543b386-fe23-4572-8b97-7e5aae483288" providerId="ADAL" clId="{CA1C0FA9-2EEA-44DD-8ED4-6427D6276670}" dt="2023-04-06T05:22:20.393" v="206" actId="2696"/>
          <pc:sldLayoutMkLst>
            <pc:docMk/>
            <pc:sldMasterMk cId="50543734" sldId="2147484168"/>
            <pc:sldLayoutMk cId="328541788" sldId="2147484189"/>
          </pc:sldLayoutMkLst>
        </pc:sldLayoutChg>
        <pc:sldLayoutChg chg="del">
          <pc:chgData name="Wu,Dan (MED CD&amp;O) BII-CN-S" userId="2543b386-fe23-4572-8b97-7e5aae483288" providerId="ADAL" clId="{CA1C0FA9-2EEA-44DD-8ED4-6427D6276670}" dt="2023-04-06T05:22:20.395" v="207" actId="2696"/>
          <pc:sldLayoutMkLst>
            <pc:docMk/>
            <pc:sldMasterMk cId="50543734" sldId="2147484168"/>
            <pc:sldLayoutMk cId="271709748" sldId="2147484190"/>
          </pc:sldLayoutMkLst>
        </pc:sldLayoutChg>
        <pc:sldLayoutChg chg="del">
          <pc:chgData name="Wu,Dan (MED CD&amp;O) BII-CN-S" userId="2543b386-fe23-4572-8b97-7e5aae483288" providerId="ADAL" clId="{CA1C0FA9-2EEA-44DD-8ED4-6427D6276670}" dt="2023-04-06T05:22:20.397" v="208" actId="2696"/>
          <pc:sldLayoutMkLst>
            <pc:docMk/>
            <pc:sldMasterMk cId="50543734" sldId="2147484168"/>
            <pc:sldLayoutMk cId="1775602504" sldId="2147484191"/>
          </pc:sldLayoutMkLst>
        </pc:sldLayoutChg>
        <pc:sldLayoutChg chg="del">
          <pc:chgData name="Wu,Dan (MED CD&amp;O) BII-CN-S" userId="2543b386-fe23-4572-8b97-7e5aae483288" providerId="ADAL" clId="{CA1C0FA9-2EEA-44DD-8ED4-6427D6276670}" dt="2023-04-06T05:22:20.399" v="209" actId="2696"/>
          <pc:sldLayoutMkLst>
            <pc:docMk/>
            <pc:sldMasterMk cId="50543734" sldId="2147484168"/>
            <pc:sldLayoutMk cId="2874525147" sldId="2147484192"/>
          </pc:sldLayoutMkLst>
        </pc:sldLayoutChg>
        <pc:sldLayoutChg chg="del">
          <pc:chgData name="Wu,Dan (MED CD&amp;O) BII-CN-S" userId="2543b386-fe23-4572-8b97-7e5aae483288" providerId="ADAL" clId="{CA1C0FA9-2EEA-44DD-8ED4-6427D6276670}" dt="2023-04-06T05:22:20.401" v="210" actId="2696"/>
          <pc:sldLayoutMkLst>
            <pc:docMk/>
            <pc:sldMasterMk cId="50543734" sldId="2147484168"/>
            <pc:sldLayoutMk cId="2360186540" sldId="2147484193"/>
          </pc:sldLayoutMkLst>
        </pc:sldLayoutChg>
        <pc:sldLayoutChg chg="del">
          <pc:chgData name="Wu,Dan (MED CD&amp;O) BII-CN-S" userId="2543b386-fe23-4572-8b97-7e5aae483288" providerId="ADAL" clId="{CA1C0FA9-2EEA-44DD-8ED4-6427D6276670}" dt="2023-04-06T05:22:20.408" v="211" actId="2696"/>
          <pc:sldLayoutMkLst>
            <pc:docMk/>
            <pc:sldMasterMk cId="50543734" sldId="2147484168"/>
            <pc:sldLayoutMk cId="3754692831" sldId="2147484194"/>
          </pc:sldLayoutMkLst>
        </pc:sldLayoutChg>
        <pc:sldLayoutChg chg="del">
          <pc:chgData name="Wu,Dan (MED CD&amp;O) BII-CN-S" userId="2543b386-fe23-4572-8b97-7e5aae483288" providerId="ADAL" clId="{CA1C0FA9-2EEA-44DD-8ED4-6427D6276670}" dt="2023-04-06T05:22:20.416" v="212" actId="2696"/>
          <pc:sldLayoutMkLst>
            <pc:docMk/>
            <pc:sldMasterMk cId="50543734" sldId="2147484168"/>
            <pc:sldLayoutMk cId="2892699902" sldId="2147484195"/>
          </pc:sldLayoutMkLst>
        </pc:sldLayoutChg>
        <pc:sldLayoutChg chg="del">
          <pc:chgData name="Wu,Dan (MED CD&amp;O) BII-CN-S" userId="2543b386-fe23-4572-8b97-7e5aae483288" providerId="ADAL" clId="{CA1C0FA9-2EEA-44DD-8ED4-6427D6276670}" dt="2023-04-06T05:22:20.417" v="213" actId="2696"/>
          <pc:sldLayoutMkLst>
            <pc:docMk/>
            <pc:sldMasterMk cId="50543734" sldId="2147484168"/>
            <pc:sldLayoutMk cId="1112791936" sldId="2147484196"/>
          </pc:sldLayoutMkLst>
        </pc:sldLayoutChg>
      </pc:sldMasterChg>
      <pc:sldMasterChg chg="del delSldLayout">
        <pc:chgData name="Wu,Dan (MED CD&amp;O) BII-CN-S" userId="2543b386-fe23-4572-8b97-7e5aae483288" providerId="ADAL" clId="{CA1C0FA9-2EEA-44DD-8ED4-6427D6276670}" dt="2023-04-06T05:22:22.224" v="560" actId="2696"/>
        <pc:sldMasterMkLst>
          <pc:docMk/>
          <pc:sldMasterMk cId="417166421" sldId="2147484197"/>
        </pc:sldMasterMkLst>
        <pc:sldLayoutChg chg="del">
          <pc:chgData name="Wu,Dan (MED CD&amp;O) BII-CN-S" userId="2543b386-fe23-4572-8b97-7e5aae483288" providerId="ADAL" clId="{CA1C0FA9-2EEA-44DD-8ED4-6427D6276670}" dt="2023-04-06T05:22:21.797" v="517" actId="2696"/>
          <pc:sldLayoutMkLst>
            <pc:docMk/>
            <pc:sldMasterMk cId="417166421" sldId="2147484197"/>
            <pc:sldLayoutMk cId="23202085" sldId="2147484198"/>
          </pc:sldLayoutMkLst>
        </pc:sldLayoutChg>
        <pc:sldLayoutChg chg="del">
          <pc:chgData name="Wu,Dan (MED CD&amp;O) BII-CN-S" userId="2543b386-fe23-4572-8b97-7e5aae483288" providerId="ADAL" clId="{CA1C0FA9-2EEA-44DD-8ED4-6427D6276670}" dt="2023-04-06T05:22:21.798" v="518" actId="2696"/>
          <pc:sldLayoutMkLst>
            <pc:docMk/>
            <pc:sldMasterMk cId="417166421" sldId="2147484197"/>
            <pc:sldLayoutMk cId="547603228" sldId="2147484199"/>
          </pc:sldLayoutMkLst>
        </pc:sldLayoutChg>
        <pc:sldLayoutChg chg="del">
          <pc:chgData name="Wu,Dan (MED CD&amp;O) BII-CN-S" userId="2543b386-fe23-4572-8b97-7e5aae483288" providerId="ADAL" clId="{CA1C0FA9-2EEA-44DD-8ED4-6427D6276670}" dt="2023-04-06T05:22:21.810" v="519" actId="2696"/>
          <pc:sldLayoutMkLst>
            <pc:docMk/>
            <pc:sldMasterMk cId="417166421" sldId="2147484197"/>
            <pc:sldLayoutMk cId="882570371" sldId="2147484200"/>
          </pc:sldLayoutMkLst>
        </pc:sldLayoutChg>
        <pc:sldLayoutChg chg="del">
          <pc:chgData name="Wu,Dan (MED CD&amp;O) BII-CN-S" userId="2543b386-fe23-4572-8b97-7e5aae483288" providerId="ADAL" clId="{CA1C0FA9-2EEA-44DD-8ED4-6427D6276670}" dt="2023-04-06T05:22:21.814" v="520" actId="2696"/>
          <pc:sldLayoutMkLst>
            <pc:docMk/>
            <pc:sldMasterMk cId="417166421" sldId="2147484197"/>
            <pc:sldLayoutMk cId="3835611486" sldId="2147484201"/>
          </pc:sldLayoutMkLst>
        </pc:sldLayoutChg>
        <pc:sldLayoutChg chg="del">
          <pc:chgData name="Wu,Dan (MED CD&amp;O) BII-CN-S" userId="2543b386-fe23-4572-8b97-7e5aae483288" providerId="ADAL" clId="{CA1C0FA9-2EEA-44DD-8ED4-6427D6276670}" dt="2023-04-06T05:22:21.815" v="521" actId="2696"/>
          <pc:sldLayoutMkLst>
            <pc:docMk/>
            <pc:sldMasterMk cId="417166421" sldId="2147484197"/>
            <pc:sldLayoutMk cId="1093769439" sldId="2147484202"/>
          </pc:sldLayoutMkLst>
        </pc:sldLayoutChg>
        <pc:sldLayoutChg chg="del">
          <pc:chgData name="Wu,Dan (MED CD&amp;O) BII-CN-S" userId="2543b386-fe23-4572-8b97-7e5aae483288" providerId="ADAL" clId="{CA1C0FA9-2EEA-44DD-8ED4-6427D6276670}" dt="2023-04-06T05:22:21.817" v="522" actId="2696"/>
          <pc:sldLayoutMkLst>
            <pc:docMk/>
            <pc:sldMasterMk cId="417166421" sldId="2147484197"/>
            <pc:sldLayoutMk cId="2294274112" sldId="2147484203"/>
          </pc:sldLayoutMkLst>
        </pc:sldLayoutChg>
        <pc:sldLayoutChg chg="del">
          <pc:chgData name="Wu,Dan (MED CD&amp;O) BII-CN-S" userId="2543b386-fe23-4572-8b97-7e5aae483288" providerId="ADAL" clId="{CA1C0FA9-2EEA-44DD-8ED4-6427D6276670}" dt="2023-04-06T05:22:21.832" v="523" actId="2696"/>
          <pc:sldLayoutMkLst>
            <pc:docMk/>
            <pc:sldMasterMk cId="417166421" sldId="2147484197"/>
            <pc:sldLayoutMk cId="737156848" sldId="2147484204"/>
          </pc:sldLayoutMkLst>
        </pc:sldLayoutChg>
        <pc:sldLayoutChg chg="del">
          <pc:chgData name="Wu,Dan (MED CD&amp;O) BII-CN-S" userId="2543b386-fe23-4572-8b97-7e5aae483288" providerId="ADAL" clId="{CA1C0FA9-2EEA-44DD-8ED4-6427D6276670}" dt="2023-04-06T05:22:21.854" v="524" actId="2696"/>
          <pc:sldLayoutMkLst>
            <pc:docMk/>
            <pc:sldMasterMk cId="417166421" sldId="2147484197"/>
            <pc:sldLayoutMk cId="738324561" sldId="2147484205"/>
          </pc:sldLayoutMkLst>
        </pc:sldLayoutChg>
        <pc:sldLayoutChg chg="del">
          <pc:chgData name="Wu,Dan (MED CD&amp;O) BII-CN-S" userId="2543b386-fe23-4572-8b97-7e5aae483288" providerId="ADAL" clId="{CA1C0FA9-2EEA-44DD-8ED4-6427D6276670}" dt="2023-04-06T05:22:21.857" v="525" actId="2696"/>
          <pc:sldLayoutMkLst>
            <pc:docMk/>
            <pc:sldMasterMk cId="417166421" sldId="2147484197"/>
            <pc:sldLayoutMk cId="1297522307" sldId="2147484206"/>
          </pc:sldLayoutMkLst>
        </pc:sldLayoutChg>
        <pc:sldLayoutChg chg="del">
          <pc:chgData name="Wu,Dan (MED CD&amp;O) BII-CN-S" userId="2543b386-fe23-4572-8b97-7e5aae483288" providerId="ADAL" clId="{CA1C0FA9-2EEA-44DD-8ED4-6427D6276670}" dt="2023-04-06T05:22:21.862" v="526" actId="2696"/>
          <pc:sldLayoutMkLst>
            <pc:docMk/>
            <pc:sldMasterMk cId="417166421" sldId="2147484197"/>
            <pc:sldLayoutMk cId="2205959864" sldId="2147484207"/>
          </pc:sldLayoutMkLst>
        </pc:sldLayoutChg>
        <pc:sldLayoutChg chg="del">
          <pc:chgData name="Wu,Dan (MED CD&amp;O) BII-CN-S" userId="2543b386-fe23-4572-8b97-7e5aae483288" providerId="ADAL" clId="{CA1C0FA9-2EEA-44DD-8ED4-6427D6276670}" dt="2023-04-06T05:22:21.866" v="527" actId="2696"/>
          <pc:sldLayoutMkLst>
            <pc:docMk/>
            <pc:sldMasterMk cId="417166421" sldId="2147484197"/>
            <pc:sldLayoutMk cId="3993625240" sldId="2147484208"/>
          </pc:sldLayoutMkLst>
        </pc:sldLayoutChg>
        <pc:sldLayoutChg chg="del">
          <pc:chgData name="Wu,Dan (MED CD&amp;O) BII-CN-S" userId="2543b386-fe23-4572-8b97-7e5aae483288" providerId="ADAL" clId="{CA1C0FA9-2EEA-44DD-8ED4-6427D6276670}" dt="2023-04-06T05:22:21.867" v="528" actId="2696"/>
          <pc:sldLayoutMkLst>
            <pc:docMk/>
            <pc:sldMasterMk cId="417166421" sldId="2147484197"/>
            <pc:sldLayoutMk cId="375496881" sldId="2147484209"/>
          </pc:sldLayoutMkLst>
        </pc:sldLayoutChg>
        <pc:sldLayoutChg chg="del">
          <pc:chgData name="Wu,Dan (MED CD&amp;O) BII-CN-S" userId="2543b386-fe23-4572-8b97-7e5aae483288" providerId="ADAL" clId="{CA1C0FA9-2EEA-44DD-8ED4-6427D6276670}" dt="2023-04-06T05:22:21.869" v="529" actId="2696"/>
          <pc:sldLayoutMkLst>
            <pc:docMk/>
            <pc:sldMasterMk cId="417166421" sldId="2147484197"/>
            <pc:sldLayoutMk cId="3893915859" sldId="2147484210"/>
          </pc:sldLayoutMkLst>
        </pc:sldLayoutChg>
        <pc:sldLayoutChg chg="del">
          <pc:chgData name="Wu,Dan (MED CD&amp;O) BII-CN-S" userId="2543b386-fe23-4572-8b97-7e5aae483288" providerId="ADAL" clId="{CA1C0FA9-2EEA-44DD-8ED4-6427D6276670}" dt="2023-04-06T05:22:21.902" v="530" actId="2696"/>
          <pc:sldLayoutMkLst>
            <pc:docMk/>
            <pc:sldMasterMk cId="417166421" sldId="2147484197"/>
            <pc:sldLayoutMk cId="735193602" sldId="2147484211"/>
          </pc:sldLayoutMkLst>
        </pc:sldLayoutChg>
        <pc:sldLayoutChg chg="del">
          <pc:chgData name="Wu,Dan (MED CD&amp;O) BII-CN-S" userId="2543b386-fe23-4572-8b97-7e5aae483288" providerId="ADAL" clId="{CA1C0FA9-2EEA-44DD-8ED4-6427D6276670}" dt="2023-04-06T05:22:21.903" v="531" actId="2696"/>
          <pc:sldLayoutMkLst>
            <pc:docMk/>
            <pc:sldMasterMk cId="417166421" sldId="2147484197"/>
            <pc:sldLayoutMk cId="2674677752" sldId="2147484212"/>
          </pc:sldLayoutMkLst>
        </pc:sldLayoutChg>
        <pc:sldLayoutChg chg="del">
          <pc:chgData name="Wu,Dan (MED CD&amp;O) BII-CN-S" userId="2543b386-fe23-4572-8b97-7e5aae483288" providerId="ADAL" clId="{CA1C0FA9-2EEA-44DD-8ED4-6427D6276670}" dt="2023-04-06T05:22:21.925" v="532" actId="2696"/>
          <pc:sldLayoutMkLst>
            <pc:docMk/>
            <pc:sldMasterMk cId="417166421" sldId="2147484197"/>
            <pc:sldLayoutMk cId="3474658642" sldId="2147484213"/>
          </pc:sldLayoutMkLst>
        </pc:sldLayoutChg>
        <pc:sldLayoutChg chg="del">
          <pc:chgData name="Wu,Dan (MED CD&amp;O) BII-CN-S" userId="2543b386-fe23-4572-8b97-7e5aae483288" providerId="ADAL" clId="{CA1C0FA9-2EEA-44DD-8ED4-6427D6276670}" dt="2023-04-06T05:22:21.927" v="533" actId="2696"/>
          <pc:sldLayoutMkLst>
            <pc:docMk/>
            <pc:sldMasterMk cId="417166421" sldId="2147484197"/>
            <pc:sldLayoutMk cId="3409580824" sldId="2147484214"/>
          </pc:sldLayoutMkLst>
        </pc:sldLayoutChg>
        <pc:sldLayoutChg chg="del">
          <pc:chgData name="Wu,Dan (MED CD&amp;O) BII-CN-S" userId="2543b386-fe23-4572-8b97-7e5aae483288" providerId="ADAL" clId="{CA1C0FA9-2EEA-44DD-8ED4-6427D6276670}" dt="2023-04-06T05:22:21.932" v="534" actId="2696"/>
          <pc:sldLayoutMkLst>
            <pc:docMk/>
            <pc:sldMasterMk cId="417166421" sldId="2147484197"/>
            <pc:sldLayoutMk cId="720232027" sldId="2147484215"/>
          </pc:sldLayoutMkLst>
        </pc:sldLayoutChg>
        <pc:sldLayoutChg chg="del">
          <pc:chgData name="Wu,Dan (MED CD&amp;O) BII-CN-S" userId="2543b386-fe23-4572-8b97-7e5aae483288" providerId="ADAL" clId="{CA1C0FA9-2EEA-44DD-8ED4-6427D6276670}" dt="2023-04-06T05:22:21.935" v="535" actId="2696"/>
          <pc:sldLayoutMkLst>
            <pc:docMk/>
            <pc:sldMasterMk cId="417166421" sldId="2147484197"/>
            <pc:sldLayoutMk cId="1957511101" sldId="2147484216"/>
          </pc:sldLayoutMkLst>
        </pc:sldLayoutChg>
        <pc:sldLayoutChg chg="del">
          <pc:chgData name="Wu,Dan (MED CD&amp;O) BII-CN-S" userId="2543b386-fe23-4572-8b97-7e5aae483288" providerId="ADAL" clId="{CA1C0FA9-2EEA-44DD-8ED4-6427D6276670}" dt="2023-04-06T05:22:21.936" v="536" actId="2696"/>
          <pc:sldLayoutMkLst>
            <pc:docMk/>
            <pc:sldMasterMk cId="417166421" sldId="2147484197"/>
            <pc:sldLayoutMk cId="3762637191" sldId="2147484217"/>
          </pc:sldLayoutMkLst>
        </pc:sldLayoutChg>
        <pc:sldLayoutChg chg="del">
          <pc:chgData name="Wu,Dan (MED CD&amp;O) BII-CN-S" userId="2543b386-fe23-4572-8b97-7e5aae483288" providerId="ADAL" clId="{CA1C0FA9-2EEA-44DD-8ED4-6427D6276670}" dt="2023-04-06T05:22:21.954" v="537" actId="2696"/>
          <pc:sldLayoutMkLst>
            <pc:docMk/>
            <pc:sldMasterMk cId="417166421" sldId="2147484197"/>
            <pc:sldLayoutMk cId="1213075931" sldId="2147484218"/>
          </pc:sldLayoutMkLst>
        </pc:sldLayoutChg>
        <pc:sldLayoutChg chg="del">
          <pc:chgData name="Wu,Dan (MED CD&amp;O) BII-CN-S" userId="2543b386-fe23-4572-8b97-7e5aae483288" providerId="ADAL" clId="{CA1C0FA9-2EEA-44DD-8ED4-6427D6276670}" dt="2023-04-06T05:22:21.957" v="538" actId="2696"/>
          <pc:sldLayoutMkLst>
            <pc:docMk/>
            <pc:sldMasterMk cId="417166421" sldId="2147484197"/>
            <pc:sldLayoutMk cId="3432561534" sldId="2147484219"/>
          </pc:sldLayoutMkLst>
        </pc:sldLayoutChg>
        <pc:sldLayoutChg chg="del">
          <pc:chgData name="Wu,Dan (MED CD&amp;O) BII-CN-S" userId="2543b386-fe23-4572-8b97-7e5aae483288" providerId="ADAL" clId="{CA1C0FA9-2EEA-44DD-8ED4-6427D6276670}" dt="2023-04-06T05:22:21.958" v="539" actId="2696"/>
          <pc:sldLayoutMkLst>
            <pc:docMk/>
            <pc:sldMasterMk cId="417166421" sldId="2147484197"/>
            <pc:sldLayoutMk cId="2310871866" sldId="2147484220"/>
          </pc:sldLayoutMkLst>
        </pc:sldLayoutChg>
        <pc:sldLayoutChg chg="del">
          <pc:chgData name="Wu,Dan (MED CD&amp;O) BII-CN-S" userId="2543b386-fe23-4572-8b97-7e5aae483288" providerId="ADAL" clId="{CA1C0FA9-2EEA-44DD-8ED4-6427D6276670}" dt="2023-04-06T05:22:21.984" v="540" actId="2696"/>
          <pc:sldLayoutMkLst>
            <pc:docMk/>
            <pc:sldMasterMk cId="417166421" sldId="2147484197"/>
            <pc:sldLayoutMk cId="921462716" sldId="2147484221"/>
          </pc:sldLayoutMkLst>
        </pc:sldLayoutChg>
        <pc:sldLayoutChg chg="del">
          <pc:chgData name="Wu,Dan (MED CD&amp;O) BII-CN-S" userId="2543b386-fe23-4572-8b97-7e5aae483288" providerId="ADAL" clId="{CA1C0FA9-2EEA-44DD-8ED4-6427D6276670}" dt="2023-04-06T05:22:22.009" v="541" actId="2696"/>
          <pc:sldLayoutMkLst>
            <pc:docMk/>
            <pc:sldMasterMk cId="417166421" sldId="2147484197"/>
            <pc:sldLayoutMk cId="2343957929" sldId="2147484222"/>
          </pc:sldLayoutMkLst>
        </pc:sldLayoutChg>
        <pc:sldLayoutChg chg="del">
          <pc:chgData name="Wu,Dan (MED CD&amp;O) BII-CN-S" userId="2543b386-fe23-4572-8b97-7e5aae483288" providerId="ADAL" clId="{CA1C0FA9-2EEA-44DD-8ED4-6427D6276670}" dt="2023-04-06T05:22:22.030" v="542" actId="2696"/>
          <pc:sldLayoutMkLst>
            <pc:docMk/>
            <pc:sldMasterMk cId="417166421" sldId="2147484197"/>
            <pc:sldLayoutMk cId="1846637642" sldId="2147484223"/>
          </pc:sldLayoutMkLst>
        </pc:sldLayoutChg>
        <pc:sldLayoutChg chg="del">
          <pc:chgData name="Wu,Dan (MED CD&amp;O) BII-CN-S" userId="2543b386-fe23-4572-8b97-7e5aae483288" providerId="ADAL" clId="{CA1C0FA9-2EEA-44DD-8ED4-6427D6276670}" dt="2023-04-06T05:22:22.031" v="543" actId="2696"/>
          <pc:sldLayoutMkLst>
            <pc:docMk/>
            <pc:sldMasterMk cId="417166421" sldId="2147484197"/>
            <pc:sldLayoutMk cId="356529454" sldId="2147484224"/>
          </pc:sldLayoutMkLst>
        </pc:sldLayoutChg>
        <pc:sldLayoutChg chg="del">
          <pc:chgData name="Wu,Dan (MED CD&amp;O) BII-CN-S" userId="2543b386-fe23-4572-8b97-7e5aae483288" providerId="ADAL" clId="{CA1C0FA9-2EEA-44DD-8ED4-6427D6276670}" dt="2023-04-06T05:22:22.032" v="544" actId="2696"/>
          <pc:sldLayoutMkLst>
            <pc:docMk/>
            <pc:sldMasterMk cId="417166421" sldId="2147484197"/>
            <pc:sldLayoutMk cId="361725979" sldId="2147484225"/>
          </pc:sldLayoutMkLst>
        </pc:sldLayoutChg>
        <pc:sldLayoutChg chg="del">
          <pc:chgData name="Wu,Dan (MED CD&amp;O) BII-CN-S" userId="2543b386-fe23-4572-8b97-7e5aae483288" providerId="ADAL" clId="{CA1C0FA9-2EEA-44DD-8ED4-6427D6276670}" dt="2023-04-06T05:22:22.062" v="545" actId="2696"/>
          <pc:sldLayoutMkLst>
            <pc:docMk/>
            <pc:sldMasterMk cId="417166421" sldId="2147484197"/>
            <pc:sldLayoutMk cId="3736898205" sldId="2147484226"/>
          </pc:sldLayoutMkLst>
        </pc:sldLayoutChg>
        <pc:sldLayoutChg chg="del">
          <pc:chgData name="Wu,Dan (MED CD&amp;O) BII-CN-S" userId="2543b386-fe23-4572-8b97-7e5aae483288" providerId="ADAL" clId="{CA1C0FA9-2EEA-44DD-8ED4-6427D6276670}" dt="2023-04-06T05:22:22.088" v="546" actId="2696"/>
          <pc:sldLayoutMkLst>
            <pc:docMk/>
            <pc:sldMasterMk cId="417166421" sldId="2147484197"/>
            <pc:sldLayoutMk cId="52632162" sldId="2147484227"/>
          </pc:sldLayoutMkLst>
        </pc:sldLayoutChg>
        <pc:sldLayoutChg chg="del">
          <pc:chgData name="Wu,Dan (MED CD&amp;O) BII-CN-S" userId="2543b386-fe23-4572-8b97-7e5aae483288" providerId="ADAL" clId="{CA1C0FA9-2EEA-44DD-8ED4-6427D6276670}" dt="2023-04-06T05:22:22.088" v="547" actId="2696"/>
          <pc:sldLayoutMkLst>
            <pc:docMk/>
            <pc:sldMasterMk cId="417166421" sldId="2147484197"/>
            <pc:sldLayoutMk cId="3279228793" sldId="2147484228"/>
          </pc:sldLayoutMkLst>
        </pc:sldLayoutChg>
        <pc:sldLayoutChg chg="del">
          <pc:chgData name="Wu,Dan (MED CD&amp;O) BII-CN-S" userId="2543b386-fe23-4572-8b97-7e5aae483288" providerId="ADAL" clId="{CA1C0FA9-2EEA-44DD-8ED4-6427D6276670}" dt="2023-04-06T05:22:22.089" v="548" actId="2696"/>
          <pc:sldLayoutMkLst>
            <pc:docMk/>
            <pc:sldMasterMk cId="417166421" sldId="2147484197"/>
            <pc:sldLayoutMk cId="3591900478" sldId="2147484229"/>
          </pc:sldLayoutMkLst>
        </pc:sldLayoutChg>
        <pc:sldLayoutChg chg="del">
          <pc:chgData name="Wu,Dan (MED CD&amp;O) BII-CN-S" userId="2543b386-fe23-4572-8b97-7e5aae483288" providerId="ADAL" clId="{CA1C0FA9-2EEA-44DD-8ED4-6427D6276670}" dt="2023-04-06T05:22:22.105" v="549" actId="2696"/>
          <pc:sldLayoutMkLst>
            <pc:docMk/>
            <pc:sldMasterMk cId="417166421" sldId="2147484197"/>
            <pc:sldLayoutMk cId="3663782791" sldId="2147484230"/>
          </pc:sldLayoutMkLst>
        </pc:sldLayoutChg>
        <pc:sldLayoutChg chg="del">
          <pc:chgData name="Wu,Dan (MED CD&amp;O) BII-CN-S" userId="2543b386-fe23-4572-8b97-7e5aae483288" providerId="ADAL" clId="{CA1C0FA9-2EEA-44DD-8ED4-6427D6276670}" dt="2023-04-06T05:22:22.107" v="550" actId="2696"/>
          <pc:sldLayoutMkLst>
            <pc:docMk/>
            <pc:sldMasterMk cId="417166421" sldId="2147484197"/>
            <pc:sldLayoutMk cId="2233161581" sldId="2147484231"/>
          </pc:sldLayoutMkLst>
        </pc:sldLayoutChg>
        <pc:sldLayoutChg chg="del">
          <pc:chgData name="Wu,Dan (MED CD&amp;O) BII-CN-S" userId="2543b386-fe23-4572-8b97-7e5aae483288" providerId="ADAL" clId="{CA1C0FA9-2EEA-44DD-8ED4-6427D6276670}" dt="2023-04-06T05:22:22.126" v="551" actId="2696"/>
          <pc:sldLayoutMkLst>
            <pc:docMk/>
            <pc:sldMasterMk cId="417166421" sldId="2147484197"/>
            <pc:sldLayoutMk cId="3320866041" sldId="2147484232"/>
          </pc:sldLayoutMkLst>
        </pc:sldLayoutChg>
        <pc:sldLayoutChg chg="del">
          <pc:chgData name="Wu,Dan (MED CD&amp;O) BII-CN-S" userId="2543b386-fe23-4572-8b97-7e5aae483288" providerId="ADAL" clId="{CA1C0FA9-2EEA-44DD-8ED4-6427D6276670}" dt="2023-04-06T05:22:22.127" v="552" actId="2696"/>
          <pc:sldLayoutMkLst>
            <pc:docMk/>
            <pc:sldMasterMk cId="417166421" sldId="2147484197"/>
            <pc:sldLayoutMk cId="3055410985" sldId="2147484233"/>
          </pc:sldLayoutMkLst>
        </pc:sldLayoutChg>
        <pc:sldLayoutChg chg="del">
          <pc:chgData name="Wu,Dan (MED CD&amp;O) BII-CN-S" userId="2543b386-fe23-4572-8b97-7e5aae483288" providerId="ADAL" clId="{CA1C0FA9-2EEA-44DD-8ED4-6427D6276670}" dt="2023-04-06T05:22:22.142" v="553" actId="2696"/>
          <pc:sldLayoutMkLst>
            <pc:docMk/>
            <pc:sldMasterMk cId="417166421" sldId="2147484197"/>
            <pc:sldLayoutMk cId="2299484903" sldId="2147484234"/>
          </pc:sldLayoutMkLst>
        </pc:sldLayoutChg>
        <pc:sldLayoutChg chg="del">
          <pc:chgData name="Wu,Dan (MED CD&amp;O) BII-CN-S" userId="2543b386-fe23-4572-8b97-7e5aae483288" providerId="ADAL" clId="{CA1C0FA9-2EEA-44DD-8ED4-6427D6276670}" dt="2023-04-06T05:22:22.159" v="554" actId="2696"/>
          <pc:sldLayoutMkLst>
            <pc:docMk/>
            <pc:sldMasterMk cId="417166421" sldId="2147484197"/>
            <pc:sldLayoutMk cId="3608622106" sldId="2147484235"/>
          </pc:sldLayoutMkLst>
        </pc:sldLayoutChg>
        <pc:sldLayoutChg chg="del">
          <pc:chgData name="Wu,Dan (MED CD&amp;O) BII-CN-S" userId="2543b386-fe23-4572-8b97-7e5aae483288" providerId="ADAL" clId="{CA1C0FA9-2EEA-44DD-8ED4-6427D6276670}" dt="2023-04-06T05:22:22.178" v="555" actId="2696"/>
          <pc:sldLayoutMkLst>
            <pc:docMk/>
            <pc:sldMasterMk cId="417166421" sldId="2147484197"/>
            <pc:sldLayoutMk cId="271743556" sldId="2147484236"/>
          </pc:sldLayoutMkLst>
        </pc:sldLayoutChg>
        <pc:sldLayoutChg chg="del">
          <pc:chgData name="Wu,Dan (MED CD&amp;O) BII-CN-S" userId="2543b386-fe23-4572-8b97-7e5aae483288" providerId="ADAL" clId="{CA1C0FA9-2EEA-44DD-8ED4-6427D6276670}" dt="2023-04-06T05:22:22.196" v="556" actId="2696"/>
          <pc:sldLayoutMkLst>
            <pc:docMk/>
            <pc:sldMasterMk cId="417166421" sldId="2147484197"/>
            <pc:sldLayoutMk cId="3959946019" sldId="2147484237"/>
          </pc:sldLayoutMkLst>
        </pc:sldLayoutChg>
        <pc:sldLayoutChg chg="del">
          <pc:chgData name="Wu,Dan (MED CD&amp;O) BII-CN-S" userId="2543b386-fe23-4572-8b97-7e5aae483288" providerId="ADAL" clId="{CA1C0FA9-2EEA-44DD-8ED4-6427D6276670}" dt="2023-04-06T05:22:22.198" v="557" actId="2696"/>
          <pc:sldLayoutMkLst>
            <pc:docMk/>
            <pc:sldMasterMk cId="417166421" sldId="2147484197"/>
            <pc:sldLayoutMk cId="1933908930" sldId="2147484238"/>
          </pc:sldLayoutMkLst>
        </pc:sldLayoutChg>
        <pc:sldLayoutChg chg="del">
          <pc:chgData name="Wu,Dan (MED CD&amp;O) BII-CN-S" userId="2543b386-fe23-4572-8b97-7e5aae483288" providerId="ADAL" clId="{CA1C0FA9-2EEA-44DD-8ED4-6427D6276670}" dt="2023-04-06T05:22:22.200" v="558" actId="2696"/>
          <pc:sldLayoutMkLst>
            <pc:docMk/>
            <pc:sldMasterMk cId="417166421" sldId="2147484197"/>
            <pc:sldLayoutMk cId="1536113883" sldId="2147484240"/>
          </pc:sldLayoutMkLst>
        </pc:sldLayoutChg>
        <pc:sldLayoutChg chg="del">
          <pc:chgData name="Wu,Dan (MED CD&amp;O) BII-CN-S" userId="2543b386-fe23-4572-8b97-7e5aae483288" providerId="ADAL" clId="{CA1C0FA9-2EEA-44DD-8ED4-6427D6276670}" dt="2023-04-06T05:22:22.201" v="559" actId="2696"/>
          <pc:sldLayoutMkLst>
            <pc:docMk/>
            <pc:sldMasterMk cId="417166421" sldId="2147484197"/>
            <pc:sldLayoutMk cId="3856591325" sldId="2147484241"/>
          </pc:sldLayoutMkLst>
        </pc:sldLayoutChg>
      </pc:sldMasterChg>
      <pc:sldMasterChg chg="del delSldLayout">
        <pc:chgData name="Wu,Dan (MED CD&amp;O) BII-CN-S" userId="2543b386-fe23-4572-8b97-7e5aae483288" providerId="ADAL" clId="{CA1C0FA9-2EEA-44DD-8ED4-6427D6276670}" dt="2023-04-06T05:22:21.661" v="458" actId="2696"/>
        <pc:sldMasterMkLst>
          <pc:docMk/>
          <pc:sldMasterMk cId="3377519847" sldId="2147484242"/>
        </pc:sldMasterMkLst>
        <pc:sldLayoutChg chg="del">
          <pc:chgData name="Wu,Dan (MED CD&amp;O) BII-CN-S" userId="2543b386-fe23-4572-8b97-7e5aae483288" providerId="ADAL" clId="{CA1C0FA9-2EEA-44DD-8ED4-6427D6276670}" dt="2023-04-06T05:22:21.634" v="437" actId="2696"/>
          <pc:sldLayoutMkLst>
            <pc:docMk/>
            <pc:sldMasterMk cId="3377519847" sldId="2147484242"/>
            <pc:sldLayoutMk cId="4144355111" sldId="2147484243"/>
          </pc:sldLayoutMkLst>
        </pc:sldLayoutChg>
        <pc:sldLayoutChg chg="del">
          <pc:chgData name="Wu,Dan (MED CD&amp;O) BII-CN-S" userId="2543b386-fe23-4572-8b97-7e5aae483288" providerId="ADAL" clId="{CA1C0FA9-2EEA-44DD-8ED4-6427D6276670}" dt="2023-04-06T05:22:21.635" v="438" actId="2696"/>
          <pc:sldLayoutMkLst>
            <pc:docMk/>
            <pc:sldMasterMk cId="3377519847" sldId="2147484242"/>
            <pc:sldLayoutMk cId="1415549032" sldId="2147484244"/>
          </pc:sldLayoutMkLst>
        </pc:sldLayoutChg>
        <pc:sldLayoutChg chg="del">
          <pc:chgData name="Wu,Dan (MED CD&amp;O) BII-CN-S" userId="2543b386-fe23-4572-8b97-7e5aae483288" providerId="ADAL" clId="{CA1C0FA9-2EEA-44DD-8ED4-6427D6276670}" dt="2023-04-06T05:22:21.637" v="439" actId="2696"/>
          <pc:sldLayoutMkLst>
            <pc:docMk/>
            <pc:sldMasterMk cId="3377519847" sldId="2147484242"/>
            <pc:sldLayoutMk cId="1343908262" sldId="2147484245"/>
          </pc:sldLayoutMkLst>
        </pc:sldLayoutChg>
        <pc:sldLayoutChg chg="del">
          <pc:chgData name="Wu,Dan (MED CD&amp;O) BII-CN-S" userId="2543b386-fe23-4572-8b97-7e5aae483288" providerId="ADAL" clId="{CA1C0FA9-2EEA-44DD-8ED4-6427D6276670}" dt="2023-04-06T05:22:21.638" v="440" actId="2696"/>
          <pc:sldLayoutMkLst>
            <pc:docMk/>
            <pc:sldMasterMk cId="3377519847" sldId="2147484242"/>
            <pc:sldLayoutMk cId="1337786853" sldId="2147484246"/>
          </pc:sldLayoutMkLst>
        </pc:sldLayoutChg>
        <pc:sldLayoutChg chg="del">
          <pc:chgData name="Wu,Dan (MED CD&amp;O) BII-CN-S" userId="2543b386-fe23-4572-8b97-7e5aae483288" providerId="ADAL" clId="{CA1C0FA9-2EEA-44DD-8ED4-6427D6276670}" dt="2023-04-06T05:22:21.639" v="441" actId="2696"/>
          <pc:sldLayoutMkLst>
            <pc:docMk/>
            <pc:sldMasterMk cId="3377519847" sldId="2147484242"/>
            <pc:sldLayoutMk cId="426980654" sldId="2147484247"/>
          </pc:sldLayoutMkLst>
        </pc:sldLayoutChg>
        <pc:sldLayoutChg chg="del">
          <pc:chgData name="Wu,Dan (MED CD&amp;O) BII-CN-S" userId="2543b386-fe23-4572-8b97-7e5aae483288" providerId="ADAL" clId="{CA1C0FA9-2EEA-44DD-8ED4-6427D6276670}" dt="2023-04-06T05:22:21.641" v="442" actId="2696"/>
          <pc:sldLayoutMkLst>
            <pc:docMk/>
            <pc:sldMasterMk cId="3377519847" sldId="2147484242"/>
            <pc:sldLayoutMk cId="3317365580" sldId="2147484248"/>
          </pc:sldLayoutMkLst>
        </pc:sldLayoutChg>
        <pc:sldLayoutChg chg="del">
          <pc:chgData name="Wu,Dan (MED CD&amp;O) BII-CN-S" userId="2543b386-fe23-4572-8b97-7e5aae483288" providerId="ADAL" clId="{CA1C0FA9-2EEA-44DD-8ED4-6427D6276670}" dt="2023-04-06T05:22:21.641" v="443" actId="2696"/>
          <pc:sldLayoutMkLst>
            <pc:docMk/>
            <pc:sldMasterMk cId="3377519847" sldId="2147484242"/>
            <pc:sldLayoutMk cId="3871924323" sldId="2147484249"/>
          </pc:sldLayoutMkLst>
        </pc:sldLayoutChg>
        <pc:sldLayoutChg chg="del">
          <pc:chgData name="Wu,Dan (MED CD&amp;O) BII-CN-S" userId="2543b386-fe23-4572-8b97-7e5aae483288" providerId="ADAL" clId="{CA1C0FA9-2EEA-44DD-8ED4-6427D6276670}" dt="2023-04-06T05:22:21.642" v="444" actId="2696"/>
          <pc:sldLayoutMkLst>
            <pc:docMk/>
            <pc:sldMasterMk cId="3377519847" sldId="2147484242"/>
            <pc:sldLayoutMk cId="10914303" sldId="2147484250"/>
          </pc:sldLayoutMkLst>
        </pc:sldLayoutChg>
        <pc:sldLayoutChg chg="del">
          <pc:chgData name="Wu,Dan (MED CD&amp;O) BII-CN-S" userId="2543b386-fe23-4572-8b97-7e5aae483288" providerId="ADAL" clId="{CA1C0FA9-2EEA-44DD-8ED4-6427D6276670}" dt="2023-04-06T05:22:21.643" v="445" actId="2696"/>
          <pc:sldLayoutMkLst>
            <pc:docMk/>
            <pc:sldMasterMk cId="3377519847" sldId="2147484242"/>
            <pc:sldLayoutMk cId="1783179738" sldId="2147484251"/>
          </pc:sldLayoutMkLst>
        </pc:sldLayoutChg>
        <pc:sldLayoutChg chg="del">
          <pc:chgData name="Wu,Dan (MED CD&amp;O) BII-CN-S" userId="2543b386-fe23-4572-8b97-7e5aae483288" providerId="ADAL" clId="{CA1C0FA9-2EEA-44DD-8ED4-6427D6276670}" dt="2023-04-06T05:22:21.645" v="446" actId="2696"/>
          <pc:sldLayoutMkLst>
            <pc:docMk/>
            <pc:sldMasterMk cId="3377519847" sldId="2147484242"/>
            <pc:sldLayoutMk cId="3188671846" sldId="2147484252"/>
          </pc:sldLayoutMkLst>
        </pc:sldLayoutChg>
        <pc:sldLayoutChg chg="del">
          <pc:chgData name="Wu,Dan (MED CD&amp;O) BII-CN-S" userId="2543b386-fe23-4572-8b97-7e5aae483288" providerId="ADAL" clId="{CA1C0FA9-2EEA-44DD-8ED4-6427D6276670}" dt="2023-04-06T05:22:21.646" v="447" actId="2696"/>
          <pc:sldLayoutMkLst>
            <pc:docMk/>
            <pc:sldMasterMk cId="3377519847" sldId="2147484242"/>
            <pc:sldLayoutMk cId="3113708120" sldId="2147484253"/>
          </pc:sldLayoutMkLst>
        </pc:sldLayoutChg>
        <pc:sldLayoutChg chg="del">
          <pc:chgData name="Wu,Dan (MED CD&amp;O) BII-CN-S" userId="2543b386-fe23-4572-8b97-7e5aae483288" providerId="ADAL" clId="{CA1C0FA9-2EEA-44DD-8ED4-6427D6276670}" dt="2023-04-06T05:22:21.648" v="448" actId="2696"/>
          <pc:sldLayoutMkLst>
            <pc:docMk/>
            <pc:sldMasterMk cId="3377519847" sldId="2147484242"/>
            <pc:sldLayoutMk cId="13737193" sldId="2147484254"/>
          </pc:sldLayoutMkLst>
        </pc:sldLayoutChg>
        <pc:sldLayoutChg chg="del">
          <pc:chgData name="Wu,Dan (MED CD&amp;O) BII-CN-S" userId="2543b386-fe23-4572-8b97-7e5aae483288" providerId="ADAL" clId="{CA1C0FA9-2EEA-44DD-8ED4-6427D6276670}" dt="2023-04-06T05:22:21.648" v="449" actId="2696"/>
          <pc:sldLayoutMkLst>
            <pc:docMk/>
            <pc:sldMasterMk cId="3377519847" sldId="2147484242"/>
            <pc:sldLayoutMk cId="1292173259" sldId="2147484255"/>
          </pc:sldLayoutMkLst>
        </pc:sldLayoutChg>
        <pc:sldLayoutChg chg="del">
          <pc:chgData name="Wu,Dan (MED CD&amp;O) BII-CN-S" userId="2543b386-fe23-4572-8b97-7e5aae483288" providerId="ADAL" clId="{CA1C0FA9-2EEA-44DD-8ED4-6427D6276670}" dt="2023-04-06T05:22:21.649" v="450" actId="2696"/>
          <pc:sldLayoutMkLst>
            <pc:docMk/>
            <pc:sldMasterMk cId="3377519847" sldId="2147484242"/>
            <pc:sldLayoutMk cId="2972286391" sldId="2147484256"/>
          </pc:sldLayoutMkLst>
        </pc:sldLayoutChg>
        <pc:sldLayoutChg chg="del">
          <pc:chgData name="Wu,Dan (MED CD&amp;O) BII-CN-S" userId="2543b386-fe23-4572-8b97-7e5aae483288" providerId="ADAL" clId="{CA1C0FA9-2EEA-44DD-8ED4-6427D6276670}" dt="2023-04-06T05:22:21.650" v="451" actId="2696"/>
          <pc:sldLayoutMkLst>
            <pc:docMk/>
            <pc:sldMasterMk cId="3377519847" sldId="2147484242"/>
            <pc:sldLayoutMk cId="2438150561" sldId="2147484257"/>
          </pc:sldLayoutMkLst>
        </pc:sldLayoutChg>
        <pc:sldLayoutChg chg="del">
          <pc:chgData name="Wu,Dan (MED CD&amp;O) BII-CN-S" userId="2543b386-fe23-4572-8b97-7e5aae483288" providerId="ADAL" clId="{CA1C0FA9-2EEA-44DD-8ED4-6427D6276670}" dt="2023-04-06T05:22:21.652" v="452" actId="2696"/>
          <pc:sldLayoutMkLst>
            <pc:docMk/>
            <pc:sldMasterMk cId="3377519847" sldId="2147484242"/>
            <pc:sldLayoutMk cId="3908944839" sldId="2147484258"/>
          </pc:sldLayoutMkLst>
        </pc:sldLayoutChg>
        <pc:sldLayoutChg chg="del">
          <pc:chgData name="Wu,Dan (MED CD&amp;O) BII-CN-S" userId="2543b386-fe23-4572-8b97-7e5aae483288" providerId="ADAL" clId="{CA1C0FA9-2EEA-44DD-8ED4-6427D6276670}" dt="2023-04-06T05:22:21.653" v="453" actId="2696"/>
          <pc:sldLayoutMkLst>
            <pc:docMk/>
            <pc:sldMasterMk cId="3377519847" sldId="2147484242"/>
            <pc:sldLayoutMk cId="3833512882" sldId="2147484259"/>
          </pc:sldLayoutMkLst>
        </pc:sldLayoutChg>
        <pc:sldLayoutChg chg="del">
          <pc:chgData name="Wu,Dan (MED CD&amp;O) BII-CN-S" userId="2543b386-fe23-4572-8b97-7e5aae483288" providerId="ADAL" clId="{CA1C0FA9-2EEA-44DD-8ED4-6427D6276670}" dt="2023-04-06T05:22:21.653" v="454" actId="2696"/>
          <pc:sldLayoutMkLst>
            <pc:docMk/>
            <pc:sldMasterMk cId="3377519847" sldId="2147484242"/>
            <pc:sldLayoutMk cId="643751666" sldId="2147484260"/>
          </pc:sldLayoutMkLst>
        </pc:sldLayoutChg>
        <pc:sldLayoutChg chg="del">
          <pc:chgData name="Wu,Dan (MED CD&amp;O) BII-CN-S" userId="2543b386-fe23-4572-8b97-7e5aae483288" providerId="ADAL" clId="{CA1C0FA9-2EEA-44DD-8ED4-6427D6276670}" dt="2023-04-06T05:22:21.654" v="455" actId="2696"/>
          <pc:sldLayoutMkLst>
            <pc:docMk/>
            <pc:sldMasterMk cId="3377519847" sldId="2147484242"/>
            <pc:sldLayoutMk cId="3617655887" sldId="2147484261"/>
          </pc:sldLayoutMkLst>
        </pc:sldLayoutChg>
        <pc:sldLayoutChg chg="del">
          <pc:chgData name="Wu,Dan (MED CD&amp;O) BII-CN-S" userId="2543b386-fe23-4572-8b97-7e5aae483288" providerId="ADAL" clId="{CA1C0FA9-2EEA-44DD-8ED4-6427D6276670}" dt="2023-04-06T05:22:21.655" v="456" actId="2696"/>
          <pc:sldLayoutMkLst>
            <pc:docMk/>
            <pc:sldMasterMk cId="3377519847" sldId="2147484242"/>
            <pc:sldLayoutMk cId="4081594712" sldId="2147484262"/>
          </pc:sldLayoutMkLst>
        </pc:sldLayoutChg>
        <pc:sldLayoutChg chg="del">
          <pc:chgData name="Wu,Dan (MED CD&amp;O) BII-CN-S" userId="2543b386-fe23-4572-8b97-7e5aae483288" providerId="ADAL" clId="{CA1C0FA9-2EEA-44DD-8ED4-6427D6276670}" dt="2023-04-06T05:22:21.658" v="457" actId="2696"/>
          <pc:sldLayoutMkLst>
            <pc:docMk/>
            <pc:sldMasterMk cId="3377519847" sldId="2147484242"/>
            <pc:sldLayoutMk cId="1439590135" sldId="2147484263"/>
          </pc:sldLayoutMkLst>
        </pc:sldLayoutChg>
      </pc:sldMasterChg>
      <pc:sldMasterChg chg="del delSldLayout">
        <pc:chgData name="Wu,Dan (MED CD&amp;O) BII-CN-S" userId="2543b386-fe23-4572-8b97-7e5aae483288" providerId="ADAL" clId="{CA1C0FA9-2EEA-44DD-8ED4-6427D6276670}" dt="2023-04-06T05:22:17.750" v="82" actId="2696"/>
        <pc:sldMasterMkLst>
          <pc:docMk/>
          <pc:sldMasterMk cId="2594269485" sldId="2147484265"/>
        </pc:sldMasterMkLst>
        <pc:sldLayoutChg chg="del">
          <pc:chgData name="Wu,Dan (MED CD&amp;O) BII-CN-S" userId="2543b386-fe23-4572-8b97-7e5aae483288" providerId="ADAL" clId="{CA1C0FA9-2EEA-44DD-8ED4-6427D6276670}" dt="2023-04-06T05:22:17.686" v="54" actId="2696"/>
          <pc:sldLayoutMkLst>
            <pc:docMk/>
            <pc:sldMasterMk cId="2594269485" sldId="2147484265"/>
            <pc:sldLayoutMk cId="4003413638" sldId="2147484266"/>
          </pc:sldLayoutMkLst>
        </pc:sldLayoutChg>
        <pc:sldLayoutChg chg="del">
          <pc:chgData name="Wu,Dan (MED CD&amp;O) BII-CN-S" userId="2543b386-fe23-4572-8b97-7e5aae483288" providerId="ADAL" clId="{CA1C0FA9-2EEA-44DD-8ED4-6427D6276670}" dt="2023-04-06T05:22:17.688" v="55" actId="2696"/>
          <pc:sldLayoutMkLst>
            <pc:docMk/>
            <pc:sldMasterMk cId="2594269485" sldId="2147484265"/>
            <pc:sldLayoutMk cId="714912160" sldId="2147484267"/>
          </pc:sldLayoutMkLst>
        </pc:sldLayoutChg>
        <pc:sldLayoutChg chg="del">
          <pc:chgData name="Wu,Dan (MED CD&amp;O) BII-CN-S" userId="2543b386-fe23-4572-8b97-7e5aae483288" providerId="ADAL" clId="{CA1C0FA9-2EEA-44DD-8ED4-6427D6276670}" dt="2023-04-06T05:22:17.690" v="56" actId="2696"/>
          <pc:sldLayoutMkLst>
            <pc:docMk/>
            <pc:sldMasterMk cId="2594269485" sldId="2147484265"/>
            <pc:sldLayoutMk cId="1048176679" sldId="2147484268"/>
          </pc:sldLayoutMkLst>
        </pc:sldLayoutChg>
        <pc:sldLayoutChg chg="del">
          <pc:chgData name="Wu,Dan (MED CD&amp;O) BII-CN-S" userId="2543b386-fe23-4572-8b97-7e5aae483288" providerId="ADAL" clId="{CA1C0FA9-2EEA-44DD-8ED4-6427D6276670}" dt="2023-04-06T05:22:17.692" v="57" actId="2696"/>
          <pc:sldLayoutMkLst>
            <pc:docMk/>
            <pc:sldMasterMk cId="2594269485" sldId="2147484265"/>
            <pc:sldLayoutMk cId="1917100009" sldId="2147484269"/>
          </pc:sldLayoutMkLst>
        </pc:sldLayoutChg>
        <pc:sldLayoutChg chg="del">
          <pc:chgData name="Wu,Dan (MED CD&amp;O) BII-CN-S" userId="2543b386-fe23-4572-8b97-7e5aae483288" providerId="ADAL" clId="{CA1C0FA9-2EEA-44DD-8ED4-6427D6276670}" dt="2023-04-06T05:22:17.694" v="58" actId="2696"/>
          <pc:sldLayoutMkLst>
            <pc:docMk/>
            <pc:sldMasterMk cId="2594269485" sldId="2147484265"/>
            <pc:sldLayoutMk cId="1455892240" sldId="2147484270"/>
          </pc:sldLayoutMkLst>
        </pc:sldLayoutChg>
        <pc:sldLayoutChg chg="del">
          <pc:chgData name="Wu,Dan (MED CD&amp;O) BII-CN-S" userId="2543b386-fe23-4572-8b97-7e5aae483288" providerId="ADAL" clId="{CA1C0FA9-2EEA-44DD-8ED4-6427D6276670}" dt="2023-04-06T05:22:17.695" v="59" actId="2696"/>
          <pc:sldLayoutMkLst>
            <pc:docMk/>
            <pc:sldMasterMk cId="2594269485" sldId="2147484265"/>
            <pc:sldLayoutMk cId="1309752433" sldId="2147484271"/>
          </pc:sldLayoutMkLst>
        </pc:sldLayoutChg>
        <pc:sldLayoutChg chg="del">
          <pc:chgData name="Wu,Dan (MED CD&amp;O) BII-CN-S" userId="2543b386-fe23-4572-8b97-7e5aae483288" providerId="ADAL" clId="{CA1C0FA9-2EEA-44DD-8ED4-6427D6276670}" dt="2023-04-06T05:22:17.696" v="60" actId="2696"/>
          <pc:sldLayoutMkLst>
            <pc:docMk/>
            <pc:sldMasterMk cId="2594269485" sldId="2147484265"/>
            <pc:sldLayoutMk cId="2323534953" sldId="2147484272"/>
          </pc:sldLayoutMkLst>
        </pc:sldLayoutChg>
        <pc:sldLayoutChg chg="del">
          <pc:chgData name="Wu,Dan (MED CD&amp;O) BII-CN-S" userId="2543b386-fe23-4572-8b97-7e5aae483288" providerId="ADAL" clId="{CA1C0FA9-2EEA-44DD-8ED4-6427D6276670}" dt="2023-04-06T05:22:17.698" v="61" actId="2696"/>
          <pc:sldLayoutMkLst>
            <pc:docMk/>
            <pc:sldMasterMk cId="2594269485" sldId="2147484265"/>
            <pc:sldLayoutMk cId="3686372366" sldId="2147484273"/>
          </pc:sldLayoutMkLst>
        </pc:sldLayoutChg>
        <pc:sldLayoutChg chg="del">
          <pc:chgData name="Wu,Dan (MED CD&amp;O) BII-CN-S" userId="2543b386-fe23-4572-8b97-7e5aae483288" providerId="ADAL" clId="{CA1C0FA9-2EEA-44DD-8ED4-6427D6276670}" dt="2023-04-06T05:22:17.699" v="62" actId="2696"/>
          <pc:sldLayoutMkLst>
            <pc:docMk/>
            <pc:sldMasterMk cId="2594269485" sldId="2147484265"/>
            <pc:sldLayoutMk cId="2031897983" sldId="2147484274"/>
          </pc:sldLayoutMkLst>
        </pc:sldLayoutChg>
        <pc:sldLayoutChg chg="del">
          <pc:chgData name="Wu,Dan (MED CD&amp;O) BII-CN-S" userId="2543b386-fe23-4572-8b97-7e5aae483288" providerId="ADAL" clId="{CA1C0FA9-2EEA-44DD-8ED4-6427D6276670}" dt="2023-04-06T05:22:17.700" v="63" actId="2696"/>
          <pc:sldLayoutMkLst>
            <pc:docMk/>
            <pc:sldMasterMk cId="2594269485" sldId="2147484265"/>
            <pc:sldLayoutMk cId="1402269600" sldId="2147484275"/>
          </pc:sldLayoutMkLst>
        </pc:sldLayoutChg>
        <pc:sldLayoutChg chg="del">
          <pc:chgData name="Wu,Dan (MED CD&amp;O) BII-CN-S" userId="2543b386-fe23-4572-8b97-7e5aae483288" providerId="ADAL" clId="{CA1C0FA9-2EEA-44DD-8ED4-6427D6276670}" dt="2023-04-06T05:22:17.701" v="64" actId="2696"/>
          <pc:sldLayoutMkLst>
            <pc:docMk/>
            <pc:sldMasterMk cId="2594269485" sldId="2147484265"/>
            <pc:sldLayoutMk cId="987039734" sldId="2147484276"/>
          </pc:sldLayoutMkLst>
        </pc:sldLayoutChg>
        <pc:sldLayoutChg chg="del">
          <pc:chgData name="Wu,Dan (MED CD&amp;O) BII-CN-S" userId="2543b386-fe23-4572-8b97-7e5aae483288" providerId="ADAL" clId="{CA1C0FA9-2EEA-44DD-8ED4-6427D6276670}" dt="2023-04-06T05:22:17.702" v="65" actId="2696"/>
          <pc:sldLayoutMkLst>
            <pc:docMk/>
            <pc:sldMasterMk cId="2594269485" sldId="2147484265"/>
            <pc:sldLayoutMk cId="1057365452" sldId="2147484277"/>
          </pc:sldLayoutMkLst>
        </pc:sldLayoutChg>
        <pc:sldLayoutChg chg="del">
          <pc:chgData name="Wu,Dan (MED CD&amp;O) BII-CN-S" userId="2543b386-fe23-4572-8b97-7e5aae483288" providerId="ADAL" clId="{CA1C0FA9-2EEA-44DD-8ED4-6427D6276670}" dt="2023-04-06T05:22:17.703" v="66" actId="2696"/>
          <pc:sldLayoutMkLst>
            <pc:docMk/>
            <pc:sldMasterMk cId="2594269485" sldId="2147484265"/>
            <pc:sldLayoutMk cId="2001621198" sldId="2147484278"/>
          </pc:sldLayoutMkLst>
        </pc:sldLayoutChg>
        <pc:sldLayoutChg chg="del">
          <pc:chgData name="Wu,Dan (MED CD&amp;O) BII-CN-S" userId="2543b386-fe23-4572-8b97-7e5aae483288" providerId="ADAL" clId="{CA1C0FA9-2EEA-44DD-8ED4-6427D6276670}" dt="2023-04-06T05:22:17.704" v="67" actId="2696"/>
          <pc:sldLayoutMkLst>
            <pc:docMk/>
            <pc:sldMasterMk cId="2594269485" sldId="2147484265"/>
            <pc:sldLayoutMk cId="4254037523" sldId="2147484279"/>
          </pc:sldLayoutMkLst>
        </pc:sldLayoutChg>
        <pc:sldLayoutChg chg="del">
          <pc:chgData name="Wu,Dan (MED CD&amp;O) BII-CN-S" userId="2543b386-fe23-4572-8b97-7e5aae483288" providerId="ADAL" clId="{CA1C0FA9-2EEA-44DD-8ED4-6427D6276670}" dt="2023-04-06T05:22:17.705" v="68" actId="2696"/>
          <pc:sldLayoutMkLst>
            <pc:docMk/>
            <pc:sldMasterMk cId="2594269485" sldId="2147484265"/>
            <pc:sldLayoutMk cId="1673852566" sldId="2147484280"/>
          </pc:sldLayoutMkLst>
        </pc:sldLayoutChg>
        <pc:sldLayoutChg chg="del">
          <pc:chgData name="Wu,Dan (MED CD&amp;O) BII-CN-S" userId="2543b386-fe23-4572-8b97-7e5aae483288" providerId="ADAL" clId="{CA1C0FA9-2EEA-44DD-8ED4-6427D6276670}" dt="2023-04-06T05:22:17.707" v="69" actId="2696"/>
          <pc:sldLayoutMkLst>
            <pc:docMk/>
            <pc:sldMasterMk cId="2594269485" sldId="2147484265"/>
            <pc:sldLayoutMk cId="335046074" sldId="2147484281"/>
          </pc:sldLayoutMkLst>
        </pc:sldLayoutChg>
        <pc:sldLayoutChg chg="del">
          <pc:chgData name="Wu,Dan (MED CD&amp;O) BII-CN-S" userId="2543b386-fe23-4572-8b97-7e5aae483288" providerId="ADAL" clId="{CA1C0FA9-2EEA-44DD-8ED4-6427D6276670}" dt="2023-04-06T05:22:17.709" v="70" actId="2696"/>
          <pc:sldLayoutMkLst>
            <pc:docMk/>
            <pc:sldMasterMk cId="2594269485" sldId="2147484265"/>
            <pc:sldLayoutMk cId="2310738014" sldId="2147484282"/>
          </pc:sldLayoutMkLst>
        </pc:sldLayoutChg>
        <pc:sldLayoutChg chg="del">
          <pc:chgData name="Wu,Dan (MED CD&amp;O) BII-CN-S" userId="2543b386-fe23-4572-8b97-7e5aae483288" providerId="ADAL" clId="{CA1C0FA9-2EEA-44DD-8ED4-6427D6276670}" dt="2023-04-06T05:22:17.711" v="71" actId="2696"/>
          <pc:sldLayoutMkLst>
            <pc:docMk/>
            <pc:sldMasterMk cId="2594269485" sldId="2147484265"/>
            <pc:sldLayoutMk cId="3121401888" sldId="2147484283"/>
          </pc:sldLayoutMkLst>
        </pc:sldLayoutChg>
        <pc:sldLayoutChg chg="del">
          <pc:chgData name="Wu,Dan (MED CD&amp;O) BII-CN-S" userId="2543b386-fe23-4572-8b97-7e5aae483288" providerId="ADAL" clId="{CA1C0FA9-2EEA-44DD-8ED4-6427D6276670}" dt="2023-04-06T05:22:17.714" v="72" actId="2696"/>
          <pc:sldLayoutMkLst>
            <pc:docMk/>
            <pc:sldMasterMk cId="2594269485" sldId="2147484265"/>
            <pc:sldLayoutMk cId="668006347" sldId="2147484284"/>
          </pc:sldLayoutMkLst>
        </pc:sldLayoutChg>
        <pc:sldLayoutChg chg="del">
          <pc:chgData name="Wu,Dan (MED CD&amp;O) BII-CN-S" userId="2543b386-fe23-4572-8b97-7e5aae483288" providerId="ADAL" clId="{CA1C0FA9-2EEA-44DD-8ED4-6427D6276670}" dt="2023-04-06T05:22:17.716" v="73" actId="2696"/>
          <pc:sldLayoutMkLst>
            <pc:docMk/>
            <pc:sldMasterMk cId="2594269485" sldId="2147484265"/>
            <pc:sldLayoutMk cId="4151091058" sldId="2147484285"/>
          </pc:sldLayoutMkLst>
        </pc:sldLayoutChg>
        <pc:sldLayoutChg chg="del">
          <pc:chgData name="Wu,Dan (MED CD&amp;O) BII-CN-S" userId="2543b386-fe23-4572-8b97-7e5aae483288" providerId="ADAL" clId="{CA1C0FA9-2EEA-44DD-8ED4-6427D6276670}" dt="2023-04-06T05:22:17.719" v="74" actId="2696"/>
          <pc:sldLayoutMkLst>
            <pc:docMk/>
            <pc:sldMasterMk cId="2594269485" sldId="2147484265"/>
            <pc:sldLayoutMk cId="2369217802" sldId="2147484286"/>
          </pc:sldLayoutMkLst>
        </pc:sldLayoutChg>
        <pc:sldLayoutChg chg="del">
          <pc:chgData name="Wu,Dan (MED CD&amp;O) BII-CN-S" userId="2543b386-fe23-4572-8b97-7e5aae483288" providerId="ADAL" clId="{CA1C0FA9-2EEA-44DD-8ED4-6427D6276670}" dt="2023-04-06T05:22:17.722" v="75" actId="2696"/>
          <pc:sldLayoutMkLst>
            <pc:docMk/>
            <pc:sldMasterMk cId="2594269485" sldId="2147484265"/>
            <pc:sldLayoutMk cId="1006071894" sldId="2147484287"/>
          </pc:sldLayoutMkLst>
        </pc:sldLayoutChg>
        <pc:sldLayoutChg chg="del">
          <pc:chgData name="Wu,Dan (MED CD&amp;O) BII-CN-S" userId="2543b386-fe23-4572-8b97-7e5aae483288" providerId="ADAL" clId="{CA1C0FA9-2EEA-44DD-8ED4-6427D6276670}" dt="2023-04-06T05:22:17.725" v="76" actId="2696"/>
          <pc:sldLayoutMkLst>
            <pc:docMk/>
            <pc:sldMasterMk cId="2594269485" sldId="2147484265"/>
            <pc:sldLayoutMk cId="3411184659" sldId="2147484288"/>
          </pc:sldLayoutMkLst>
        </pc:sldLayoutChg>
        <pc:sldLayoutChg chg="del">
          <pc:chgData name="Wu,Dan (MED CD&amp;O) BII-CN-S" userId="2543b386-fe23-4572-8b97-7e5aae483288" providerId="ADAL" clId="{CA1C0FA9-2EEA-44DD-8ED4-6427D6276670}" dt="2023-04-06T05:22:17.728" v="77" actId="2696"/>
          <pc:sldLayoutMkLst>
            <pc:docMk/>
            <pc:sldMasterMk cId="2594269485" sldId="2147484265"/>
            <pc:sldLayoutMk cId="3027674877" sldId="2147484289"/>
          </pc:sldLayoutMkLst>
        </pc:sldLayoutChg>
        <pc:sldLayoutChg chg="del">
          <pc:chgData name="Wu,Dan (MED CD&amp;O) BII-CN-S" userId="2543b386-fe23-4572-8b97-7e5aae483288" providerId="ADAL" clId="{CA1C0FA9-2EEA-44DD-8ED4-6427D6276670}" dt="2023-04-06T05:22:17.730" v="78" actId="2696"/>
          <pc:sldLayoutMkLst>
            <pc:docMk/>
            <pc:sldMasterMk cId="2594269485" sldId="2147484265"/>
            <pc:sldLayoutMk cId="3278378304" sldId="2147484290"/>
          </pc:sldLayoutMkLst>
        </pc:sldLayoutChg>
        <pc:sldLayoutChg chg="del">
          <pc:chgData name="Wu,Dan (MED CD&amp;O) BII-CN-S" userId="2543b386-fe23-4572-8b97-7e5aae483288" providerId="ADAL" clId="{CA1C0FA9-2EEA-44DD-8ED4-6427D6276670}" dt="2023-04-06T05:22:17.737" v="79" actId="2696"/>
          <pc:sldLayoutMkLst>
            <pc:docMk/>
            <pc:sldMasterMk cId="2594269485" sldId="2147484265"/>
            <pc:sldLayoutMk cId="1115674696" sldId="2147484291"/>
          </pc:sldLayoutMkLst>
        </pc:sldLayoutChg>
        <pc:sldLayoutChg chg="del">
          <pc:chgData name="Wu,Dan (MED CD&amp;O) BII-CN-S" userId="2543b386-fe23-4572-8b97-7e5aae483288" providerId="ADAL" clId="{CA1C0FA9-2EEA-44DD-8ED4-6427D6276670}" dt="2023-04-06T05:22:17.747" v="80" actId="2696"/>
          <pc:sldLayoutMkLst>
            <pc:docMk/>
            <pc:sldMasterMk cId="2594269485" sldId="2147484265"/>
            <pc:sldLayoutMk cId="1797959068" sldId="2147484292"/>
          </pc:sldLayoutMkLst>
        </pc:sldLayoutChg>
        <pc:sldLayoutChg chg="del">
          <pc:chgData name="Wu,Dan (MED CD&amp;O) BII-CN-S" userId="2543b386-fe23-4572-8b97-7e5aae483288" providerId="ADAL" clId="{CA1C0FA9-2EEA-44DD-8ED4-6427D6276670}" dt="2023-04-06T05:22:17.748" v="81" actId="2696"/>
          <pc:sldLayoutMkLst>
            <pc:docMk/>
            <pc:sldMasterMk cId="2594269485" sldId="2147484265"/>
            <pc:sldLayoutMk cId="1234835720" sldId="2147484293"/>
          </pc:sldLayoutMkLst>
        </pc:sldLayoutChg>
      </pc:sldMasterChg>
      <pc:sldMasterChg chg="del delSldLayout">
        <pc:chgData name="Wu,Dan (MED CD&amp;O) BII-CN-S" userId="2543b386-fe23-4572-8b97-7e5aae483288" providerId="ADAL" clId="{CA1C0FA9-2EEA-44DD-8ED4-6427D6276670}" dt="2023-04-06T05:22:21.632" v="436" actId="2696"/>
        <pc:sldMasterMkLst>
          <pc:docMk/>
          <pc:sldMasterMk cId="1501998402" sldId="2147484295"/>
        </pc:sldMasterMkLst>
        <pc:sldLayoutChg chg="del">
          <pc:chgData name="Wu,Dan (MED CD&amp;O) BII-CN-S" userId="2543b386-fe23-4572-8b97-7e5aae483288" providerId="ADAL" clId="{CA1C0FA9-2EEA-44DD-8ED4-6427D6276670}" dt="2023-04-06T05:22:21.504" v="405" actId="2696"/>
          <pc:sldLayoutMkLst>
            <pc:docMk/>
            <pc:sldMasterMk cId="1501998402" sldId="2147484295"/>
            <pc:sldLayoutMk cId="2704592685" sldId="2147484296"/>
          </pc:sldLayoutMkLst>
        </pc:sldLayoutChg>
        <pc:sldLayoutChg chg="del">
          <pc:chgData name="Wu,Dan (MED CD&amp;O) BII-CN-S" userId="2543b386-fe23-4572-8b97-7e5aae483288" providerId="ADAL" clId="{CA1C0FA9-2EEA-44DD-8ED4-6427D6276670}" dt="2023-04-06T05:22:21.506" v="406" actId="2696"/>
          <pc:sldLayoutMkLst>
            <pc:docMk/>
            <pc:sldMasterMk cId="1501998402" sldId="2147484295"/>
            <pc:sldLayoutMk cId="298148128" sldId="2147484297"/>
          </pc:sldLayoutMkLst>
        </pc:sldLayoutChg>
        <pc:sldLayoutChg chg="del">
          <pc:chgData name="Wu,Dan (MED CD&amp;O) BII-CN-S" userId="2543b386-fe23-4572-8b97-7e5aae483288" providerId="ADAL" clId="{CA1C0FA9-2EEA-44DD-8ED4-6427D6276670}" dt="2023-04-06T05:22:21.507" v="407" actId="2696"/>
          <pc:sldLayoutMkLst>
            <pc:docMk/>
            <pc:sldMasterMk cId="1501998402" sldId="2147484295"/>
            <pc:sldLayoutMk cId="3672128782" sldId="2147484298"/>
          </pc:sldLayoutMkLst>
        </pc:sldLayoutChg>
        <pc:sldLayoutChg chg="del">
          <pc:chgData name="Wu,Dan (MED CD&amp;O) BII-CN-S" userId="2543b386-fe23-4572-8b97-7e5aae483288" providerId="ADAL" clId="{CA1C0FA9-2EEA-44DD-8ED4-6427D6276670}" dt="2023-04-06T05:22:21.508" v="408" actId="2696"/>
          <pc:sldLayoutMkLst>
            <pc:docMk/>
            <pc:sldMasterMk cId="1501998402" sldId="2147484295"/>
            <pc:sldLayoutMk cId="201805821" sldId="2147484299"/>
          </pc:sldLayoutMkLst>
        </pc:sldLayoutChg>
        <pc:sldLayoutChg chg="del">
          <pc:chgData name="Wu,Dan (MED CD&amp;O) BII-CN-S" userId="2543b386-fe23-4572-8b97-7e5aae483288" providerId="ADAL" clId="{CA1C0FA9-2EEA-44DD-8ED4-6427D6276670}" dt="2023-04-06T05:22:21.510" v="409" actId="2696"/>
          <pc:sldLayoutMkLst>
            <pc:docMk/>
            <pc:sldMasterMk cId="1501998402" sldId="2147484295"/>
            <pc:sldLayoutMk cId="1069445379" sldId="2147484300"/>
          </pc:sldLayoutMkLst>
        </pc:sldLayoutChg>
        <pc:sldLayoutChg chg="del">
          <pc:chgData name="Wu,Dan (MED CD&amp;O) BII-CN-S" userId="2543b386-fe23-4572-8b97-7e5aae483288" providerId="ADAL" clId="{CA1C0FA9-2EEA-44DD-8ED4-6427D6276670}" dt="2023-04-06T05:22:21.531" v="410" actId="2696"/>
          <pc:sldLayoutMkLst>
            <pc:docMk/>
            <pc:sldMasterMk cId="1501998402" sldId="2147484295"/>
            <pc:sldLayoutMk cId="1700211599" sldId="2147484301"/>
          </pc:sldLayoutMkLst>
        </pc:sldLayoutChg>
        <pc:sldLayoutChg chg="del">
          <pc:chgData name="Wu,Dan (MED CD&amp;O) BII-CN-S" userId="2543b386-fe23-4572-8b97-7e5aae483288" providerId="ADAL" clId="{CA1C0FA9-2EEA-44DD-8ED4-6427D6276670}" dt="2023-04-06T05:22:21.532" v="411" actId="2696"/>
          <pc:sldLayoutMkLst>
            <pc:docMk/>
            <pc:sldMasterMk cId="1501998402" sldId="2147484295"/>
            <pc:sldLayoutMk cId="530044400" sldId="2147484302"/>
          </pc:sldLayoutMkLst>
        </pc:sldLayoutChg>
        <pc:sldLayoutChg chg="del">
          <pc:chgData name="Wu,Dan (MED CD&amp;O) BII-CN-S" userId="2543b386-fe23-4572-8b97-7e5aae483288" providerId="ADAL" clId="{CA1C0FA9-2EEA-44DD-8ED4-6427D6276670}" dt="2023-04-06T05:22:21.534" v="412" actId="2696"/>
          <pc:sldLayoutMkLst>
            <pc:docMk/>
            <pc:sldMasterMk cId="1501998402" sldId="2147484295"/>
            <pc:sldLayoutMk cId="3575487358" sldId="2147484303"/>
          </pc:sldLayoutMkLst>
        </pc:sldLayoutChg>
        <pc:sldLayoutChg chg="del">
          <pc:chgData name="Wu,Dan (MED CD&amp;O) BII-CN-S" userId="2543b386-fe23-4572-8b97-7e5aae483288" providerId="ADAL" clId="{CA1C0FA9-2EEA-44DD-8ED4-6427D6276670}" dt="2023-04-06T05:22:21.535" v="413" actId="2696"/>
          <pc:sldLayoutMkLst>
            <pc:docMk/>
            <pc:sldMasterMk cId="1501998402" sldId="2147484295"/>
            <pc:sldLayoutMk cId="1868335537" sldId="2147484304"/>
          </pc:sldLayoutMkLst>
        </pc:sldLayoutChg>
        <pc:sldLayoutChg chg="del">
          <pc:chgData name="Wu,Dan (MED CD&amp;O) BII-CN-S" userId="2543b386-fe23-4572-8b97-7e5aae483288" providerId="ADAL" clId="{CA1C0FA9-2EEA-44DD-8ED4-6427D6276670}" dt="2023-04-06T05:22:21.537" v="414" actId="2696"/>
          <pc:sldLayoutMkLst>
            <pc:docMk/>
            <pc:sldMasterMk cId="1501998402" sldId="2147484295"/>
            <pc:sldLayoutMk cId="3851010683" sldId="2147484305"/>
          </pc:sldLayoutMkLst>
        </pc:sldLayoutChg>
        <pc:sldLayoutChg chg="del">
          <pc:chgData name="Wu,Dan (MED CD&amp;O) BII-CN-S" userId="2543b386-fe23-4572-8b97-7e5aae483288" providerId="ADAL" clId="{CA1C0FA9-2EEA-44DD-8ED4-6427D6276670}" dt="2023-04-06T05:22:21.539" v="415" actId="2696"/>
          <pc:sldLayoutMkLst>
            <pc:docMk/>
            <pc:sldMasterMk cId="1501998402" sldId="2147484295"/>
            <pc:sldLayoutMk cId="3419302146" sldId="2147484306"/>
          </pc:sldLayoutMkLst>
        </pc:sldLayoutChg>
        <pc:sldLayoutChg chg="del">
          <pc:chgData name="Wu,Dan (MED CD&amp;O) BII-CN-S" userId="2543b386-fe23-4572-8b97-7e5aae483288" providerId="ADAL" clId="{CA1C0FA9-2EEA-44DD-8ED4-6427D6276670}" dt="2023-04-06T05:22:21.540" v="416" actId="2696"/>
          <pc:sldLayoutMkLst>
            <pc:docMk/>
            <pc:sldMasterMk cId="1501998402" sldId="2147484295"/>
            <pc:sldLayoutMk cId="1146732978" sldId="2147484307"/>
          </pc:sldLayoutMkLst>
        </pc:sldLayoutChg>
        <pc:sldLayoutChg chg="del">
          <pc:chgData name="Wu,Dan (MED CD&amp;O) BII-CN-S" userId="2543b386-fe23-4572-8b97-7e5aae483288" providerId="ADAL" clId="{CA1C0FA9-2EEA-44DD-8ED4-6427D6276670}" dt="2023-04-06T05:22:21.541" v="417" actId="2696"/>
          <pc:sldLayoutMkLst>
            <pc:docMk/>
            <pc:sldMasterMk cId="1501998402" sldId="2147484295"/>
            <pc:sldLayoutMk cId="136162352" sldId="2147484308"/>
          </pc:sldLayoutMkLst>
        </pc:sldLayoutChg>
        <pc:sldLayoutChg chg="del">
          <pc:chgData name="Wu,Dan (MED CD&amp;O) BII-CN-S" userId="2543b386-fe23-4572-8b97-7e5aae483288" providerId="ADAL" clId="{CA1C0FA9-2EEA-44DD-8ED4-6427D6276670}" dt="2023-04-06T05:22:21.542" v="418" actId="2696"/>
          <pc:sldLayoutMkLst>
            <pc:docMk/>
            <pc:sldMasterMk cId="1501998402" sldId="2147484295"/>
            <pc:sldLayoutMk cId="3104338450" sldId="2147484309"/>
          </pc:sldLayoutMkLst>
        </pc:sldLayoutChg>
        <pc:sldLayoutChg chg="del">
          <pc:chgData name="Wu,Dan (MED CD&amp;O) BII-CN-S" userId="2543b386-fe23-4572-8b97-7e5aae483288" providerId="ADAL" clId="{CA1C0FA9-2EEA-44DD-8ED4-6427D6276670}" dt="2023-04-06T05:22:21.543" v="419" actId="2696"/>
          <pc:sldLayoutMkLst>
            <pc:docMk/>
            <pc:sldMasterMk cId="1501998402" sldId="2147484295"/>
            <pc:sldLayoutMk cId="1318420770" sldId="2147484310"/>
          </pc:sldLayoutMkLst>
        </pc:sldLayoutChg>
        <pc:sldLayoutChg chg="del">
          <pc:chgData name="Wu,Dan (MED CD&amp;O) BII-CN-S" userId="2543b386-fe23-4572-8b97-7e5aae483288" providerId="ADAL" clId="{CA1C0FA9-2EEA-44DD-8ED4-6427D6276670}" dt="2023-04-06T05:22:21.544" v="420" actId="2696"/>
          <pc:sldLayoutMkLst>
            <pc:docMk/>
            <pc:sldMasterMk cId="1501998402" sldId="2147484295"/>
            <pc:sldLayoutMk cId="2047470130" sldId="2147484311"/>
          </pc:sldLayoutMkLst>
        </pc:sldLayoutChg>
        <pc:sldLayoutChg chg="del">
          <pc:chgData name="Wu,Dan (MED CD&amp;O) BII-CN-S" userId="2543b386-fe23-4572-8b97-7e5aae483288" providerId="ADAL" clId="{CA1C0FA9-2EEA-44DD-8ED4-6427D6276670}" dt="2023-04-06T05:22:21.545" v="421" actId="2696"/>
          <pc:sldLayoutMkLst>
            <pc:docMk/>
            <pc:sldMasterMk cId="1501998402" sldId="2147484295"/>
            <pc:sldLayoutMk cId="210242630" sldId="2147484312"/>
          </pc:sldLayoutMkLst>
        </pc:sldLayoutChg>
        <pc:sldLayoutChg chg="del">
          <pc:chgData name="Wu,Dan (MED CD&amp;O) BII-CN-S" userId="2543b386-fe23-4572-8b97-7e5aae483288" providerId="ADAL" clId="{CA1C0FA9-2EEA-44DD-8ED4-6427D6276670}" dt="2023-04-06T05:22:21.546" v="422" actId="2696"/>
          <pc:sldLayoutMkLst>
            <pc:docMk/>
            <pc:sldMasterMk cId="1501998402" sldId="2147484295"/>
            <pc:sldLayoutMk cId="2565021698" sldId="2147484313"/>
          </pc:sldLayoutMkLst>
        </pc:sldLayoutChg>
        <pc:sldLayoutChg chg="del">
          <pc:chgData name="Wu,Dan (MED CD&amp;O) BII-CN-S" userId="2543b386-fe23-4572-8b97-7e5aae483288" providerId="ADAL" clId="{CA1C0FA9-2EEA-44DD-8ED4-6427D6276670}" dt="2023-04-06T05:22:21.561" v="423" actId="2696"/>
          <pc:sldLayoutMkLst>
            <pc:docMk/>
            <pc:sldMasterMk cId="1501998402" sldId="2147484295"/>
            <pc:sldLayoutMk cId="10194969" sldId="2147484314"/>
          </pc:sldLayoutMkLst>
        </pc:sldLayoutChg>
        <pc:sldLayoutChg chg="del">
          <pc:chgData name="Wu,Dan (MED CD&amp;O) BII-CN-S" userId="2543b386-fe23-4572-8b97-7e5aae483288" providerId="ADAL" clId="{CA1C0FA9-2EEA-44DD-8ED4-6427D6276670}" dt="2023-04-06T05:22:21.578" v="424" actId="2696"/>
          <pc:sldLayoutMkLst>
            <pc:docMk/>
            <pc:sldMasterMk cId="1501998402" sldId="2147484295"/>
            <pc:sldLayoutMk cId="4147493391" sldId="2147484315"/>
          </pc:sldLayoutMkLst>
        </pc:sldLayoutChg>
        <pc:sldLayoutChg chg="del">
          <pc:chgData name="Wu,Dan (MED CD&amp;O) BII-CN-S" userId="2543b386-fe23-4572-8b97-7e5aae483288" providerId="ADAL" clId="{CA1C0FA9-2EEA-44DD-8ED4-6427D6276670}" dt="2023-04-06T05:22:21.578" v="425" actId="2696"/>
          <pc:sldLayoutMkLst>
            <pc:docMk/>
            <pc:sldMasterMk cId="1501998402" sldId="2147484295"/>
            <pc:sldLayoutMk cId="2840607602" sldId="2147484316"/>
          </pc:sldLayoutMkLst>
        </pc:sldLayoutChg>
        <pc:sldLayoutChg chg="del">
          <pc:chgData name="Wu,Dan (MED CD&amp;O) BII-CN-S" userId="2543b386-fe23-4572-8b97-7e5aae483288" providerId="ADAL" clId="{CA1C0FA9-2EEA-44DD-8ED4-6427D6276670}" dt="2023-04-06T05:22:21.594" v="426" actId="2696"/>
          <pc:sldLayoutMkLst>
            <pc:docMk/>
            <pc:sldMasterMk cId="1501998402" sldId="2147484295"/>
            <pc:sldLayoutMk cId="4280744048" sldId="2147484317"/>
          </pc:sldLayoutMkLst>
        </pc:sldLayoutChg>
        <pc:sldLayoutChg chg="del">
          <pc:chgData name="Wu,Dan (MED CD&amp;O) BII-CN-S" userId="2543b386-fe23-4572-8b97-7e5aae483288" providerId="ADAL" clId="{CA1C0FA9-2EEA-44DD-8ED4-6427D6276670}" dt="2023-04-06T05:22:21.607" v="427" actId="2696"/>
          <pc:sldLayoutMkLst>
            <pc:docMk/>
            <pc:sldMasterMk cId="1501998402" sldId="2147484295"/>
            <pc:sldLayoutMk cId="2452329175" sldId="2147484318"/>
          </pc:sldLayoutMkLst>
        </pc:sldLayoutChg>
        <pc:sldLayoutChg chg="del">
          <pc:chgData name="Wu,Dan (MED CD&amp;O) BII-CN-S" userId="2543b386-fe23-4572-8b97-7e5aae483288" providerId="ADAL" clId="{CA1C0FA9-2EEA-44DD-8ED4-6427D6276670}" dt="2023-04-06T05:22:21.609" v="428" actId="2696"/>
          <pc:sldLayoutMkLst>
            <pc:docMk/>
            <pc:sldMasterMk cId="1501998402" sldId="2147484295"/>
            <pc:sldLayoutMk cId="280748857" sldId="2147484319"/>
          </pc:sldLayoutMkLst>
        </pc:sldLayoutChg>
        <pc:sldLayoutChg chg="del">
          <pc:chgData name="Wu,Dan (MED CD&amp;O) BII-CN-S" userId="2543b386-fe23-4572-8b97-7e5aae483288" providerId="ADAL" clId="{CA1C0FA9-2EEA-44DD-8ED4-6427D6276670}" dt="2023-04-06T05:22:21.610" v="429" actId="2696"/>
          <pc:sldLayoutMkLst>
            <pc:docMk/>
            <pc:sldMasterMk cId="1501998402" sldId="2147484295"/>
            <pc:sldLayoutMk cId="3956454094" sldId="2147484320"/>
          </pc:sldLayoutMkLst>
        </pc:sldLayoutChg>
        <pc:sldLayoutChg chg="del">
          <pc:chgData name="Wu,Dan (MED CD&amp;O) BII-CN-S" userId="2543b386-fe23-4572-8b97-7e5aae483288" providerId="ADAL" clId="{CA1C0FA9-2EEA-44DD-8ED4-6427D6276670}" dt="2023-04-06T05:22:21.611" v="430" actId="2696"/>
          <pc:sldLayoutMkLst>
            <pc:docMk/>
            <pc:sldMasterMk cId="1501998402" sldId="2147484295"/>
            <pc:sldLayoutMk cId="2317876801" sldId="2147484321"/>
          </pc:sldLayoutMkLst>
        </pc:sldLayoutChg>
        <pc:sldLayoutChg chg="del">
          <pc:chgData name="Wu,Dan (MED CD&amp;O) BII-CN-S" userId="2543b386-fe23-4572-8b97-7e5aae483288" providerId="ADAL" clId="{CA1C0FA9-2EEA-44DD-8ED4-6427D6276670}" dt="2023-04-06T05:22:21.612" v="431" actId="2696"/>
          <pc:sldLayoutMkLst>
            <pc:docMk/>
            <pc:sldMasterMk cId="1501998402" sldId="2147484295"/>
            <pc:sldLayoutMk cId="2618975589" sldId="2147484322"/>
          </pc:sldLayoutMkLst>
        </pc:sldLayoutChg>
        <pc:sldLayoutChg chg="del">
          <pc:chgData name="Wu,Dan (MED CD&amp;O) BII-CN-S" userId="2543b386-fe23-4572-8b97-7e5aae483288" providerId="ADAL" clId="{CA1C0FA9-2EEA-44DD-8ED4-6427D6276670}" dt="2023-04-06T05:22:21.612" v="432" actId="2696"/>
          <pc:sldLayoutMkLst>
            <pc:docMk/>
            <pc:sldMasterMk cId="1501998402" sldId="2147484295"/>
            <pc:sldLayoutMk cId="574493128" sldId="2147484323"/>
          </pc:sldLayoutMkLst>
        </pc:sldLayoutChg>
        <pc:sldLayoutChg chg="del">
          <pc:chgData name="Wu,Dan (MED CD&amp;O) BII-CN-S" userId="2543b386-fe23-4572-8b97-7e5aae483288" providerId="ADAL" clId="{CA1C0FA9-2EEA-44DD-8ED4-6427D6276670}" dt="2023-04-06T05:22:21.613" v="433" actId="2696"/>
          <pc:sldLayoutMkLst>
            <pc:docMk/>
            <pc:sldMasterMk cId="1501998402" sldId="2147484295"/>
            <pc:sldLayoutMk cId="2738498126" sldId="2147484324"/>
          </pc:sldLayoutMkLst>
        </pc:sldLayoutChg>
        <pc:sldLayoutChg chg="del">
          <pc:chgData name="Wu,Dan (MED CD&amp;O) BII-CN-S" userId="2543b386-fe23-4572-8b97-7e5aae483288" providerId="ADAL" clId="{CA1C0FA9-2EEA-44DD-8ED4-6427D6276670}" dt="2023-04-06T05:22:21.614" v="434" actId="2696"/>
          <pc:sldLayoutMkLst>
            <pc:docMk/>
            <pc:sldMasterMk cId="1501998402" sldId="2147484295"/>
            <pc:sldLayoutMk cId="2740358008" sldId="2147484325"/>
          </pc:sldLayoutMkLst>
        </pc:sldLayoutChg>
        <pc:sldLayoutChg chg="del">
          <pc:chgData name="Wu,Dan (MED CD&amp;O) BII-CN-S" userId="2543b386-fe23-4572-8b97-7e5aae483288" providerId="ADAL" clId="{CA1C0FA9-2EEA-44DD-8ED4-6427D6276670}" dt="2023-04-06T05:22:21.616" v="435" actId="2696"/>
          <pc:sldLayoutMkLst>
            <pc:docMk/>
            <pc:sldMasterMk cId="1501998402" sldId="2147484295"/>
            <pc:sldLayoutMk cId="4030555984" sldId="2147484326"/>
          </pc:sldLayoutMkLst>
        </pc:sldLayoutChg>
      </pc:sldMasterChg>
      <pc:sldMasterChg chg="del delSldLayout">
        <pc:chgData name="Wu,Dan (MED CD&amp;O) BII-CN-S" userId="2543b386-fe23-4572-8b97-7e5aae483288" providerId="ADAL" clId="{CA1C0FA9-2EEA-44DD-8ED4-6427D6276670}" dt="2023-04-06T05:22:20.446" v="230" actId="2696"/>
        <pc:sldMasterMkLst>
          <pc:docMk/>
          <pc:sldMasterMk cId="822765824" sldId="2147484327"/>
        </pc:sldMasterMkLst>
        <pc:sldLayoutChg chg="del">
          <pc:chgData name="Wu,Dan (MED CD&amp;O) BII-CN-S" userId="2543b386-fe23-4572-8b97-7e5aae483288" providerId="ADAL" clId="{CA1C0FA9-2EEA-44DD-8ED4-6427D6276670}" dt="2023-04-06T05:22:20.420" v="215" actId="2696"/>
          <pc:sldLayoutMkLst>
            <pc:docMk/>
            <pc:sldMasterMk cId="822765824" sldId="2147484327"/>
            <pc:sldLayoutMk cId="2248947500" sldId="2147484328"/>
          </pc:sldLayoutMkLst>
        </pc:sldLayoutChg>
        <pc:sldLayoutChg chg="del">
          <pc:chgData name="Wu,Dan (MED CD&amp;O) BII-CN-S" userId="2543b386-fe23-4572-8b97-7e5aae483288" providerId="ADAL" clId="{CA1C0FA9-2EEA-44DD-8ED4-6427D6276670}" dt="2023-04-06T05:22:20.422" v="216" actId="2696"/>
          <pc:sldLayoutMkLst>
            <pc:docMk/>
            <pc:sldMasterMk cId="822765824" sldId="2147484327"/>
            <pc:sldLayoutMk cId="1329426158" sldId="2147484329"/>
          </pc:sldLayoutMkLst>
        </pc:sldLayoutChg>
        <pc:sldLayoutChg chg="del">
          <pc:chgData name="Wu,Dan (MED CD&amp;O) BII-CN-S" userId="2543b386-fe23-4572-8b97-7e5aae483288" providerId="ADAL" clId="{CA1C0FA9-2EEA-44DD-8ED4-6427D6276670}" dt="2023-04-06T05:22:20.426" v="217" actId="2696"/>
          <pc:sldLayoutMkLst>
            <pc:docMk/>
            <pc:sldMasterMk cId="822765824" sldId="2147484327"/>
            <pc:sldLayoutMk cId="2067762735" sldId="2147484330"/>
          </pc:sldLayoutMkLst>
        </pc:sldLayoutChg>
        <pc:sldLayoutChg chg="del">
          <pc:chgData name="Wu,Dan (MED CD&amp;O) BII-CN-S" userId="2543b386-fe23-4572-8b97-7e5aae483288" providerId="ADAL" clId="{CA1C0FA9-2EEA-44DD-8ED4-6427D6276670}" dt="2023-04-06T05:22:20.428" v="218" actId="2696"/>
          <pc:sldLayoutMkLst>
            <pc:docMk/>
            <pc:sldMasterMk cId="822765824" sldId="2147484327"/>
            <pc:sldLayoutMk cId="3728077140" sldId="2147484331"/>
          </pc:sldLayoutMkLst>
        </pc:sldLayoutChg>
        <pc:sldLayoutChg chg="del">
          <pc:chgData name="Wu,Dan (MED CD&amp;O) BII-CN-S" userId="2543b386-fe23-4572-8b97-7e5aae483288" providerId="ADAL" clId="{CA1C0FA9-2EEA-44DD-8ED4-6427D6276670}" dt="2023-04-06T05:22:20.430" v="219" actId="2696"/>
          <pc:sldLayoutMkLst>
            <pc:docMk/>
            <pc:sldMasterMk cId="822765824" sldId="2147484327"/>
            <pc:sldLayoutMk cId="3847651908" sldId="2147484332"/>
          </pc:sldLayoutMkLst>
        </pc:sldLayoutChg>
        <pc:sldLayoutChg chg="del">
          <pc:chgData name="Wu,Dan (MED CD&amp;O) BII-CN-S" userId="2543b386-fe23-4572-8b97-7e5aae483288" providerId="ADAL" clId="{CA1C0FA9-2EEA-44DD-8ED4-6427D6276670}" dt="2023-04-06T05:22:20.431" v="220" actId="2696"/>
          <pc:sldLayoutMkLst>
            <pc:docMk/>
            <pc:sldMasterMk cId="822765824" sldId="2147484327"/>
            <pc:sldLayoutMk cId="523313934" sldId="2147484333"/>
          </pc:sldLayoutMkLst>
        </pc:sldLayoutChg>
        <pc:sldLayoutChg chg="del">
          <pc:chgData name="Wu,Dan (MED CD&amp;O) BII-CN-S" userId="2543b386-fe23-4572-8b97-7e5aae483288" providerId="ADAL" clId="{CA1C0FA9-2EEA-44DD-8ED4-6427D6276670}" dt="2023-04-06T05:22:20.433" v="221" actId="2696"/>
          <pc:sldLayoutMkLst>
            <pc:docMk/>
            <pc:sldMasterMk cId="822765824" sldId="2147484327"/>
            <pc:sldLayoutMk cId="1026750992" sldId="2147484334"/>
          </pc:sldLayoutMkLst>
        </pc:sldLayoutChg>
        <pc:sldLayoutChg chg="del">
          <pc:chgData name="Wu,Dan (MED CD&amp;O) BII-CN-S" userId="2543b386-fe23-4572-8b97-7e5aae483288" providerId="ADAL" clId="{CA1C0FA9-2EEA-44DD-8ED4-6427D6276670}" dt="2023-04-06T05:22:20.434" v="222" actId="2696"/>
          <pc:sldLayoutMkLst>
            <pc:docMk/>
            <pc:sldMasterMk cId="822765824" sldId="2147484327"/>
            <pc:sldLayoutMk cId="2866242639" sldId="2147484335"/>
          </pc:sldLayoutMkLst>
        </pc:sldLayoutChg>
        <pc:sldLayoutChg chg="del">
          <pc:chgData name="Wu,Dan (MED CD&amp;O) BII-CN-S" userId="2543b386-fe23-4572-8b97-7e5aae483288" providerId="ADAL" clId="{CA1C0FA9-2EEA-44DD-8ED4-6427D6276670}" dt="2023-04-06T05:22:20.435" v="223" actId="2696"/>
          <pc:sldLayoutMkLst>
            <pc:docMk/>
            <pc:sldMasterMk cId="822765824" sldId="2147484327"/>
            <pc:sldLayoutMk cId="2688130842" sldId="2147484336"/>
          </pc:sldLayoutMkLst>
        </pc:sldLayoutChg>
        <pc:sldLayoutChg chg="del">
          <pc:chgData name="Wu,Dan (MED CD&amp;O) BII-CN-S" userId="2543b386-fe23-4572-8b97-7e5aae483288" providerId="ADAL" clId="{CA1C0FA9-2EEA-44DD-8ED4-6427D6276670}" dt="2023-04-06T05:22:20.436" v="224" actId="2696"/>
          <pc:sldLayoutMkLst>
            <pc:docMk/>
            <pc:sldMasterMk cId="822765824" sldId="2147484327"/>
            <pc:sldLayoutMk cId="2904272133" sldId="2147484337"/>
          </pc:sldLayoutMkLst>
        </pc:sldLayoutChg>
        <pc:sldLayoutChg chg="del">
          <pc:chgData name="Wu,Dan (MED CD&amp;O) BII-CN-S" userId="2543b386-fe23-4572-8b97-7e5aae483288" providerId="ADAL" clId="{CA1C0FA9-2EEA-44DD-8ED4-6427D6276670}" dt="2023-04-06T05:22:20.437" v="225" actId="2696"/>
          <pc:sldLayoutMkLst>
            <pc:docMk/>
            <pc:sldMasterMk cId="822765824" sldId="2147484327"/>
            <pc:sldLayoutMk cId="1226026523" sldId="2147484338"/>
          </pc:sldLayoutMkLst>
        </pc:sldLayoutChg>
        <pc:sldLayoutChg chg="del">
          <pc:chgData name="Wu,Dan (MED CD&amp;O) BII-CN-S" userId="2543b386-fe23-4572-8b97-7e5aae483288" providerId="ADAL" clId="{CA1C0FA9-2EEA-44DD-8ED4-6427D6276670}" dt="2023-04-06T05:22:20.439" v="226" actId="2696"/>
          <pc:sldLayoutMkLst>
            <pc:docMk/>
            <pc:sldMasterMk cId="822765824" sldId="2147484327"/>
            <pc:sldLayoutMk cId="1973099716" sldId="2147484339"/>
          </pc:sldLayoutMkLst>
        </pc:sldLayoutChg>
        <pc:sldLayoutChg chg="del">
          <pc:chgData name="Wu,Dan (MED CD&amp;O) BII-CN-S" userId="2543b386-fe23-4572-8b97-7e5aae483288" providerId="ADAL" clId="{CA1C0FA9-2EEA-44DD-8ED4-6427D6276670}" dt="2023-04-06T05:22:20.440" v="227" actId="2696"/>
          <pc:sldLayoutMkLst>
            <pc:docMk/>
            <pc:sldMasterMk cId="822765824" sldId="2147484327"/>
            <pc:sldLayoutMk cId="62585376" sldId="2147484340"/>
          </pc:sldLayoutMkLst>
        </pc:sldLayoutChg>
        <pc:sldLayoutChg chg="del">
          <pc:chgData name="Wu,Dan (MED CD&amp;O) BII-CN-S" userId="2543b386-fe23-4572-8b97-7e5aae483288" providerId="ADAL" clId="{CA1C0FA9-2EEA-44DD-8ED4-6427D6276670}" dt="2023-04-06T05:22:20.442" v="228" actId="2696"/>
          <pc:sldLayoutMkLst>
            <pc:docMk/>
            <pc:sldMasterMk cId="822765824" sldId="2147484327"/>
            <pc:sldLayoutMk cId="1608842318" sldId="2147484341"/>
          </pc:sldLayoutMkLst>
        </pc:sldLayoutChg>
        <pc:sldLayoutChg chg="del">
          <pc:chgData name="Wu,Dan (MED CD&amp;O) BII-CN-S" userId="2543b386-fe23-4572-8b97-7e5aae483288" providerId="ADAL" clId="{CA1C0FA9-2EEA-44DD-8ED4-6427D6276670}" dt="2023-04-06T05:22:20.443" v="229" actId="2696"/>
          <pc:sldLayoutMkLst>
            <pc:docMk/>
            <pc:sldMasterMk cId="822765824" sldId="2147484327"/>
            <pc:sldLayoutMk cId="3452863689" sldId="2147484342"/>
          </pc:sldLayoutMkLst>
        </pc:sldLayoutChg>
      </pc:sldMasterChg>
      <pc:sldMasterChg chg="del delSldLayout">
        <pc:chgData name="Wu,Dan (MED CD&amp;O) BII-CN-S" userId="2543b386-fe23-4572-8b97-7e5aae483288" providerId="ADAL" clId="{CA1C0FA9-2EEA-44DD-8ED4-6427D6276670}" dt="2023-04-06T05:22:20.713" v="320" actId="2696"/>
        <pc:sldMasterMkLst>
          <pc:docMk/>
          <pc:sldMasterMk cId="3002878753" sldId="2147484343"/>
        </pc:sldMasterMkLst>
        <pc:sldLayoutChg chg="del">
          <pc:chgData name="Wu,Dan (MED CD&amp;O) BII-CN-S" userId="2543b386-fe23-4572-8b97-7e5aae483288" providerId="ADAL" clId="{CA1C0FA9-2EEA-44DD-8ED4-6427D6276670}" dt="2023-04-06T05:22:20.579" v="289" actId="2696"/>
          <pc:sldLayoutMkLst>
            <pc:docMk/>
            <pc:sldMasterMk cId="3002878753" sldId="2147484343"/>
            <pc:sldLayoutMk cId="1995066136" sldId="2147484344"/>
          </pc:sldLayoutMkLst>
        </pc:sldLayoutChg>
        <pc:sldLayoutChg chg="del">
          <pc:chgData name="Wu,Dan (MED CD&amp;O) BII-CN-S" userId="2543b386-fe23-4572-8b97-7e5aae483288" providerId="ADAL" clId="{CA1C0FA9-2EEA-44DD-8ED4-6427D6276670}" dt="2023-04-06T05:22:20.581" v="290" actId="2696"/>
          <pc:sldLayoutMkLst>
            <pc:docMk/>
            <pc:sldMasterMk cId="3002878753" sldId="2147484343"/>
            <pc:sldLayoutMk cId="1640378981" sldId="2147484345"/>
          </pc:sldLayoutMkLst>
        </pc:sldLayoutChg>
        <pc:sldLayoutChg chg="del">
          <pc:chgData name="Wu,Dan (MED CD&amp;O) BII-CN-S" userId="2543b386-fe23-4572-8b97-7e5aae483288" providerId="ADAL" clId="{CA1C0FA9-2EEA-44DD-8ED4-6427D6276670}" dt="2023-04-06T05:22:20.582" v="291" actId="2696"/>
          <pc:sldLayoutMkLst>
            <pc:docMk/>
            <pc:sldMasterMk cId="3002878753" sldId="2147484343"/>
            <pc:sldLayoutMk cId="3875998555" sldId="2147484346"/>
          </pc:sldLayoutMkLst>
        </pc:sldLayoutChg>
        <pc:sldLayoutChg chg="del">
          <pc:chgData name="Wu,Dan (MED CD&amp;O) BII-CN-S" userId="2543b386-fe23-4572-8b97-7e5aae483288" providerId="ADAL" clId="{CA1C0FA9-2EEA-44DD-8ED4-6427D6276670}" dt="2023-04-06T05:22:20.584" v="292" actId="2696"/>
          <pc:sldLayoutMkLst>
            <pc:docMk/>
            <pc:sldMasterMk cId="3002878753" sldId="2147484343"/>
            <pc:sldLayoutMk cId="485300895" sldId="2147484347"/>
          </pc:sldLayoutMkLst>
        </pc:sldLayoutChg>
        <pc:sldLayoutChg chg="del">
          <pc:chgData name="Wu,Dan (MED CD&amp;O) BII-CN-S" userId="2543b386-fe23-4572-8b97-7e5aae483288" providerId="ADAL" clId="{CA1C0FA9-2EEA-44DD-8ED4-6427D6276670}" dt="2023-04-06T05:22:20.586" v="293" actId="2696"/>
          <pc:sldLayoutMkLst>
            <pc:docMk/>
            <pc:sldMasterMk cId="3002878753" sldId="2147484343"/>
            <pc:sldLayoutMk cId="3178108252" sldId="2147484348"/>
          </pc:sldLayoutMkLst>
        </pc:sldLayoutChg>
        <pc:sldLayoutChg chg="del">
          <pc:chgData name="Wu,Dan (MED CD&amp;O) BII-CN-S" userId="2543b386-fe23-4572-8b97-7e5aae483288" providerId="ADAL" clId="{CA1C0FA9-2EEA-44DD-8ED4-6427D6276670}" dt="2023-04-06T05:22:20.606" v="294" actId="2696"/>
          <pc:sldLayoutMkLst>
            <pc:docMk/>
            <pc:sldMasterMk cId="3002878753" sldId="2147484343"/>
            <pc:sldLayoutMk cId="1531738311" sldId="2147484349"/>
          </pc:sldLayoutMkLst>
        </pc:sldLayoutChg>
        <pc:sldLayoutChg chg="del">
          <pc:chgData name="Wu,Dan (MED CD&amp;O) BII-CN-S" userId="2543b386-fe23-4572-8b97-7e5aae483288" providerId="ADAL" clId="{CA1C0FA9-2EEA-44DD-8ED4-6427D6276670}" dt="2023-04-06T05:22:20.609" v="295" actId="2696"/>
          <pc:sldLayoutMkLst>
            <pc:docMk/>
            <pc:sldMasterMk cId="3002878753" sldId="2147484343"/>
            <pc:sldLayoutMk cId="3387571617" sldId="2147484350"/>
          </pc:sldLayoutMkLst>
        </pc:sldLayoutChg>
        <pc:sldLayoutChg chg="del">
          <pc:chgData name="Wu,Dan (MED CD&amp;O) BII-CN-S" userId="2543b386-fe23-4572-8b97-7e5aae483288" providerId="ADAL" clId="{CA1C0FA9-2EEA-44DD-8ED4-6427D6276670}" dt="2023-04-06T05:22:20.612" v="296" actId="2696"/>
          <pc:sldLayoutMkLst>
            <pc:docMk/>
            <pc:sldMasterMk cId="3002878753" sldId="2147484343"/>
            <pc:sldLayoutMk cId="4411191" sldId="2147484351"/>
          </pc:sldLayoutMkLst>
        </pc:sldLayoutChg>
        <pc:sldLayoutChg chg="del">
          <pc:chgData name="Wu,Dan (MED CD&amp;O) BII-CN-S" userId="2543b386-fe23-4572-8b97-7e5aae483288" providerId="ADAL" clId="{CA1C0FA9-2EEA-44DD-8ED4-6427D6276670}" dt="2023-04-06T05:22:20.613" v="297" actId="2696"/>
          <pc:sldLayoutMkLst>
            <pc:docMk/>
            <pc:sldMasterMk cId="3002878753" sldId="2147484343"/>
            <pc:sldLayoutMk cId="1254044366" sldId="2147484352"/>
          </pc:sldLayoutMkLst>
        </pc:sldLayoutChg>
        <pc:sldLayoutChg chg="del">
          <pc:chgData name="Wu,Dan (MED CD&amp;O) BII-CN-S" userId="2543b386-fe23-4572-8b97-7e5aae483288" providerId="ADAL" clId="{CA1C0FA9-2EEA-44DD-8ED4-6427D6276670}" dt="2023-04-06T05:22:20.615" v="298" actId="2696"/>
          <pc:sldLayoutMkLst>
            <pc:docMk/>
            <pc:sldMasterMk cId="3002878753" sldId="2147484343"/>
            <pc:sldLayoutMk cId="3376103158" sldId="2147484353"/>
          </pc:sldLayoutMkLst>
        </pc:sldLayoutChg>
        <pc:sldLayoutChg chg="del">
          <pc:chgData name="Wu,Dan (MED CD&amp;O) BII-CN-S" userId="2543b386-fe23-4572-8b97-7e5aae483288" providerId="ADAL" clId="{CA1C0FA9-2EEA-44DD-8ED4-6427D6276670}" dt="2023-04-06T05:22:20.616" v="299" actId="2696"/>
          <pc:sldLayoutMkLst>
            <pc:docMk/>
            <pc:sldMasterMk cId="3002878753" sldId="2147484343"/>
            <pc:sldLayoutMk cId="1963819269" sldId="2147484354"/>
          </pc:sldLayoutMkLst>
        </pc:sldLayoutChg>
        <pc:sldLayoutChg chg="del">
          <pc:chgData name="Wu,Dan (MED CD&amp;O) BII-CN-S" userId="2543b386-fe23-4572-8b97-7e5aae483288" providerId="ADAL" clId="{CA1C0FA9-2EEA-44DD-8ED4-6427D6276670}" dt="2023-04-06T05:22:20.618" v="300" actId="2696"/>
          <pc:sldLayoutMkLst>
            <pc:docMk/>
            <pc:sldMasterMk cId="3002878753" sldId="2147484343"/>
            <pc:sldLayoutMk cId="2496182143" sldId="2147484355"/>
          </pc:sldLayoutMkLst>
        </pc:sldLayoutChg>
        <pc:sldLayoutChg chg="del">
          <pc:chgData name="Wu,Dan (MED CD&amp;O) BII-CN-S" userId="2543b386-fe23-4572-8b97-7e5aae483288" providerId="ADAL" clId="{CA1C0FA9-2EEA-44DD-8ED4-6427D6276670}" dt="2023-04-06T05:22:20.619" v="301" actId="2696"/>
          <pc:sldLayoutMkLst>
            <pc:docMk/>
            <pc:sldMasterMk cId="3002878753" sldId="2147484343"/>
            <pc:sldLayoutMk cId="2476682868" sldId="2147484356"/>
          </pc:sldLayoutMkLst>
        </pc:sldLayoutChg>
        <pc:sldLayoutChg chg="del">
          <pc:chgData name="Wu,Dan (MED CD&amp;O) BII-CN-S" userId="2543b386-fe23-4572-8b97-7e5aae483288" providerId="ADAL" clId="{CA1C0FA9-2EEA-44DD-8ED4-6427D6276670}" dt="2023-04-06T05:22:20.620" v="302" actId="2696"/>
          <pc:sldLayoutMkLst>
            <pc:docMk/>
            <pc:sldMasterMk cId="3002878753" sldId="2147484343"/>
            <pc:sldLayoutMk cId="2142139742" sldId="2147484357"/>
          </pc:sldLayoutMkLst>
        </pc:sldLayoutChg>
        <pc:sldLayoutChg chg="del">
          <pc:chgData name="Wu,Dan (MED CD&amp;O) BII-CN-S" userId="2543b386-fe23-4572-8b97-7e5aae483288" providerId="ADAL" clId="{CA1C0FA9-2EEA-44DD-8ED4-6427D6276670}" dt="2023-04-06T05:22:20.621" v="303" actId="2696"/>
          <pc:sldLayoutMkLst>
            <pc:docMk/>
            <pc:sldMasterMk cId="3002878753" sldId="2147484343"/>
            <pc:sldLayoutMk cId="3558369279" sldId="2147484358"/>
          </pc:sldLayoutMkLst>
        </pc:sldLayoutChg>
        <pc:sldLayoutChg chg="del">
          <pc:chgData name="Wu,Dan (MED CD&amp;O) BII-CN-S" userId="2543b386-fe23-4572-8b97-7e5aae483288" providerId="ADAL" clId="{CA1C0FA9-2EEA-44DD-8ED4-6427D6276670}" dt="2023-04-06T05:22:20.624" v="304" actId="2696"/>
          <pc:sldLayoutMkLst>
            <pc:docMk/>
            <pc:sldMasterMk cId="3002878753" sldId="2147484343"/>
            <pc:sldLayoutMk cId="2290929931" sldId="2147484359"/>
          </pc:sldLayoutMkLst>
        </pc:sldLayoutChg>
        <pc:sldLayoutChg chg="del">
          <pc:chgData name="Wu,Dan (MED CD&amp;O) BII-CN-S" userId="2543b386-fe23-4572-8b97-7e5aae483288" providerId="ADAL" clId="{CA1C0FA9-2EEA-44DD-8ED4-6427D6276670}" dt="2023-04-06T05:22:20.625" v="305" actId="2696"/>
          <pc:sldLayoutMkLst>
            <pc:docMk/>
            <pc:sldMasterMk cId="3002878753" sldId="2147484343"/>
            <pc:sldLayoutMk cId="2860690331" sldId="2147484360"/>
          </pc:sldLayoutMkLst>
        </pc:sldLayoutChg>
        <pc:sldLayoutChg chg="del">
          <pc:chgData name="Wu,Dan (MED CD&amp;O) BII-CN-S" userId="2543b386-fe23-4572-8b97-7e5aae483288" providerId="ADAL" clId="{CA1C0FA9-2EEA-44DD-8ED4-6427D6276670}" dt="2023-04-06T05:22:20.626" v="306" actId="2696"/>
          <pc:sldLayoutMkLst>
            <pc:docMk/>
            <pc:sldMasterMk cId="3002878753" sldId="2147484343"/>
            <pc:sldLayoutMk cId="1156930265" sldId="2147484361"/>
          </pc:sldLayoutMkLst>
        </pc:sldLayoutChg>
        <pc:sldLayoutChg chg="del">
          <pc:chgData name="Wu,Dan (MED CD&amp;O) BII-CN-S" userId="2543b386-fe23-4572-8b97-7e5aae483288" providerId="ADAL" clId="{CA1C0FA9-2EEA-44DD-8ED4-6427D6276670}" dt="2023-04-06T05:22:20.641" v="307" actId="2696"/>
          <pc:sldLayoutMkLst>
            <pc:docMk/>
            <pc:sldMasterMk cId="3002878753" sldId="2147484343"/>
            <pc:sldLayoutMk cId="1689715743" sldId="2147484362"/>
          </pc:sldLayoutMkLst>
        </pc:sldLayoutChg>
        <pc:sldLayoutChg chg="del">
          <pc:chgData name="Wu,Dan (MED CD&amp;O) BII-CN-S" userId="2543b386-fe23-4572-8b97-7e5aae483288" providerId="ADAL" clId="{CA1C0FA9-2EEA-44DD-8ED4-6427D6276670}" dt="2023-04-06T05:22:20.657" v="308" actId="2696"/>
          <pc:sldLayoutMkLst>
            <pc:docMk/>
            <pc:sldMasterMk cId="3002878753" sldId="2147484343"/>
            <pc:sldLayoutMk cId="2509568358" sldId="2147484363"/>
          </pc:sldLayoutMkLst>
        </pc:sldLayoutChg>
        <pc:sldLayoutChg chg="del">
          <pc:chgData name="Wu,Dan (MED CD&amp;O) BII-CN-S" userId="2543b386-fe23-4572-8b97-7e5aae483288" providerId="ADAL" clId="{CA1C0FA9-2EEA-44DD-8ED4-6427D6276670}" dt="2023-04-06T05:22:20.658" v="309" actId="2696"/>
          <pc:sldLayoutMkLst>
            <pc:docMk/>
            <pc:sldMasterMk cId="3002878753" sldId="2147484343"/>
            <pc:sldLayoutMk cId="2033060960" sldId="2147484364"/>
          </pc:sldLayoutMkLst>
        </pc:sldLayoutChg>
        <pc:sldLayoutChg chg="del">
          <pc:chgData name="Wu,Dan (MED CD&amp;O) BII-CN-S" userId="2543b386-fe23-4572-8b97-7e5aae483288" providerId="ADAL" clId="{CA1C0FA9-2EEA-44DD-8ED4-6427D6276670}" dt="2023-04-06T05:22:20.673" v="310" actId="2696"/>
          <pc:sldLayoutMkLst>
            <pc:docMk/>
            <pc:sldMasterMk cId="3002878753" sldId="2147484343"/>
            <pc:sldLayoutMk cId="1183129752" sldId="2147484365"/>
          </pc:sldLayoutMkLst>
        </pc:sldLayoutChg>
        <pc:sldLayoutChg chg="del">
          <pc:chgData name="Wu,Dan (MED CD&amp;O) BII-CN-S" userId="2543b386-fe23-4572-8b97-7e5aae483288" providerId="ADAL" clId="{CA1C0FA9-2EEA-44DD-8ED4-6427D6276670}" dt="2023-04-06T05:22:20.686" v="311" actId="2696"/>
          <pc:sldLayoutMkLst>
            <pc:docMk/>
            <pc:sldMasterMk cId="3002878753" sldId="2147484343"/>
            <pc:sldLayoutMk cId="731709415" sldId="2147484366"/>
          </pc:sldLayoutMkLst>
        </pc:sldLayoutChg>
        <pc:sldLayoutChg chg="del">
          <pc:chgData name="Wu,Dan (MED CD&amp;O) BII-CN-S" userId="2543b386-fe23-4572-8b97-7e5aae483288" providerId="ADAL" clId="{CA1C0FA9-2EEA-44DD-8ED4-6427D6276670}" dt="2023-04-06T05:22:20.687" v="312" actId="2696"/>
          <pc:sldLayoutMkLst>
            <pc:docMk/>
            <pc:sldMasterMk cId="3002878753" sldId="2147484343"/>
            <pc:sldLayoutMk cId="95753299" sldId="2147484367"/>
          </pc:sldLayoutMkLst>
        </pc:sldLayoutChg>
        <pc:sldLayoutChg chg="del">
          <pc:chgData name="Wu,Dan (MED CD&amp;O) BII-CN-S" userId="2543b386-fe23-4572-8b97-7e5aae483288" providerId="ADAL" clId="{CA1C0FA9-2EEA-44DD-8ED4-6427D6276670}" dt="2023-04-06T05:22:20.689" v="313" actId="2696"/>
          <pc:sldLayoutMkLst>
            <pc:docMk/>
            <pc:sldMasterMk cId="3002878753" sldId="2147484343"/>
            <pc:sldLayoutMk cId="1941314171" sldId="2147484368"/>
          </pc:sldLayoutMkLst>
        </pc:sldLayoutChg>
        <pc:sldLayoutChg chg="del">
          <pc:chgData name="Wu,Dan (MED CD&amp;O) BII-CN-S" userId="2543b386-fe23-4572-8b97-7e5aae483288" providerId="ADAL" clId="{CA1C0FA9-2EEA-44DD-8ED4-6427D6276670}" dt="2023-04-06T05:22:20.691" v="314" actId="2696"/>
          <pc:sldLayoutMkLst>
            <pc:docMk/>
            <pc:sldMasterMk cId="3002878753" sldId="2147484343"/>
            <pc:sldLayoutMk cId="2834908359" sldId="2147484369"/>
          </pc:sldLayoutMkLst>
        </pc:sldLayoutChg>
        <pc:sldLayoutChg chg="del">
          <pc:chgData name="Wu,Dan (MED CD&amp;O) BII-CN-S" userId="2543b386-fe23-4572-8b97-7e5aae483288" providerId="ADAL" clId="{CA1C0FA9-2EEA-44DD-8ED4-6427D6276670}" dt="2023-04-06T05:22:20.692" v="315" actId="2696"/>
          <pc:sldLayoutMkLst>
            <pc:docMk/>
            <pc:sldMasterMk cId="3002878753" sldId="2147484343"/>
            <pc:sldLayoutMk cId="3569604567" sldId="2147484370"/>
          </pc:sldLayoutMkLst>
        </pc:sldLayoutChg>
        <pc:sldLayoutChg chg="del">
          <pc:chgData name="Wu,Dan (MED CD&amp;O) BII-CN-S" userId="2543b386-fe23-4572-8b97-7e5aae483288" providerId="ADAL" clId="{CA1C0FA9-2EEA-44DD-8ED4-6427D6276670}" dt="2023-04-06T05:22:20.692" v="316" actId="2696"/>
          <pc:sldLayoutMkLst>
            <pc:docMk/>
            <pc:sldMasterMk cId="3002878753" sldId="2147484343"/>
            <pc:sldLayoutMk cId="3287980295" sldId="2147484371"/>
          </pc:sldLayoutMkLst>
        </pc:sldLayoutChg>
        <pc:sldLayoutChg chg="del">
          <pc:chgData name="Wu,Dan (MED CD&amp;O) BII-CN-S" userId="2543b386-fe23-4572-8b97-7e5aae483288" providerId="ADAL" clId="{CA1C0FA9-2EEA-44DD-8ED4-6427D6276670}" dt="2023-04-06T05:22:20.694" v="317" actId="2696"/>
          <pc:sldLayoutMkLst>
            <pc:docMk/>
            <pc:sldMasterMk cId="3002878753" sldId="2147484343"/>
            <pc:sldLayoutMk cId="709981574" sldId="2147484372"/>
          </pc:sldLayoutMkLst>
        </pc:sldLayoutChg>
        <pc:sldLayoutChg chg="del">
          <pc:chgData name="Wu,Dan (MED CD&amp;O) BII-CN-S" userId="2543b386-fe23-4572-8b97-7e5aae483288" providerId="ADAL" clId="{CA1C0FA9-2EEA-44DD-8ED4-6427D6276670}" dt="2023-04-06T05:22:20.695" v="318" actId="2696"/>
          <pc:sldLayoutMkLst>
            <pc:docMk/>
            <pc:sldMasterMk cId="3002878753" sldId="2147484343"/>
            <pc:sldLayoutMk cId="4239067799" sldId="2147484373"/>
          </pc:sldLayoutMkLst>
        </pc:sldLayoutChg>
        <pc:sldLayoutChg chg="del">
          <pc:chgData name="Wu,Dan (MED CD&amp;O) BII-CN-S" userId="2543b386-fe23-4572-8b97-7e5aae483288" providerId="ADAL" clId="{CA1C0FA9-2EEA-44DD-8ED4-6427D6276670}" dt="2023-04-06T05:22:20.697" v="319" actId="2696"/>
          <pc:sldLayoutMkLst>
            <pc:docMk/>
            <pc:sldMasterMk cId="3002878753" sldId="2147484343"/>
            <pc:sldLayoutMk cId="3731003764" sldId="2147484374"/>
          </pc:sldLayoutMkLst>
        </pc:sldLayoutChg>
      </pc:sldMasterChg>
      <pc:sldMasterChg chg="del delSldLayout">
        <pc:chgData name="Wu,Dan (MED CD&amp;O) BII-CN-S" userId="2543b386-fe23-4572-8b97-7e5aae483288" providerId="ADAL" clId="{CA1C0FA9-2EEA-44DD-8ED4-6427D6276670}" dt="2023-04-06T05:22:17.878" v="141" actId="2696"/>
        <pc:sldMasterMkLst>
          <pc:docMk/>
          <pc:sldMasterMk cId="3741303548" sldId="2147484375"/>
        </pc:sldMasterMkLst>
        <pc:sldLayoutChg chg="del">
          <pc:chgData name="Wu,Dan (MED CD&amp;O) BII-CN-S" userId="2543b386-fe23-4572-8b97-7e5aae483288" providerId="ADAL" clId="{CA1C0FA9-2EEA-44DD-8ED4-6427D6276670}" dt="2023-04-06T05:22:17.816" v="112" actId="2696"/>
          <pc:sldLayoutMkLst>
            <pc:docMk/>
            <pc:sldMasterMk cId="3741303548" sldId="2147484375"/>
            <pc:sldLayoutMk cId="2692601536" sldId="2147484376"/>
          </pc:sldLayoutMkLst>
        </pc:sldLayoutChg>
        <pc:sldLayoutChg chg="del">
          <pc:chgData name="Wu,Dan (MED CD&amp;O) BII-CN-S" userId="2543b386-fe23-4572-8b97-7e5aae483288" providerId="ADAL" clId="{CA1C0FA9-2EEA-44DD-8ED4-6427D6276670}" dt="2023-04-06T05:22:17.818" v="113" actId="2696"/>
          <pc:sldLayoutMkLst>
            <pc:docMk/>
            <pc:sldMasterMk cId="3741303548" sldId="2147484375"/>
            <pc:sldLayoutMk cId="626387269" sldId="2147484377"/>
          </pc:sldLayoutMkLst>
        </pc:sldLayoutChg>
        <pc:sldLayoutChg chg="del">
          <pc:chgData name="Wu,Dan (MED CD&amp;O) BII-CN-S" userId="2543b386-fe23-4572-8b97-7e5aae483288" providerId="ADAL" clId="{CA1C0FA9-2EEA-44DD-8ED4-6427D6276670}" dt="2023-04-06T05:22:17.819" v="114" actId="2696"/>
          <pc:sldLayoutMkLst>
            <pc:docMk/>
            <pc:sldMasterMk cId="3741303548" sldId="2147484375"/>
            <pc:sldLayoutMk cId="3940653003" sldId="2147484378"/>
          </pc:sldLayoutMkLst>
        </pc:sldLayoutChg>
        <pc:sldLayoutChg chg="del">
          <pc:chgData name="Wu,Dan (MED CD&amp;O) BII-CN-S" userId="2543b386-fe23-4572-8b97-7e5aae483288" providerId="ADAL" clId="{CA1C0FA9-2EEA-44DD-8ED4-6427D6276670}" dt="2023-04-06T05:22:17.821" v="115" actId="2696"/>
          <pc:sldLayoutMkLst>
            <pc:docMk/>
            <pc:sldMasterMk cId="3741303548" sldId="2147484375"/>
            <pc:sldLayoutMk cId="1598285171" sldId="2147484379"/>
          </pc:sldLayoutMkLst>
        </pc:sldLayoutChg>
        <pc:sldLayoutChg chg="del">
          <pc:chgData name="Wu,Dan (MED CD&amp;O) BII-CN-S" userId="2543b386-fe23-4572-8b97-7e5aae483288" providerId="ADAL" clId="{CA1C0FA9-2EEA-44DD-8ED4-6427D6276670}" dt="2023-04-06T05:22:17.822" v="116" actId="2696"/>
          <pc:sldLayoutMkLst>
            <pc:docMk/>
            <pc:sldMasterMk cId="3741303548" sldId="2147484375"/>
            <pc:sldLayoutMk cId="4144621538" sldId="2147484380"/>
          </pc:sldLayoutMkLst>
        </pc:sldLayoutChg>
        <pc:sldLayoutChg chg="del">
          <pc:chgData name="Wu,Dan (MED CD&amp;O) BII-CN-S" userId="2543b386-fe23-4572-8b97-7e5aae483288" providerId="ADAL" clId="{CA1C0FA9-2EEA-44DD-8ED4-6427D6276670}" dt="2023-04-06T05:22:17.824" v="117" actId="2696"/>
          <pc:sldLayoutMkLst>
            <pc:docMk/>
            <pc:sldMasterMk cId="3741303548" sldId="2147484375"/>
            <pc:sldLayoutMk cId="2512670197" sldId="2147484381"/>
          </pc:sldLayoutMkLst>
        </pc:sldLayoutChg>
        <pc:sldLayoutChg chg="del">
          <pc:chgData name="Wu,Dan (MED CD&amp;O) BII-CN-S" userId="2543b386-fe23-4572-8b97-7e5aae483288" providerId="ADAL" clId="{CA1C0FA9-2EEA-44DD-8ED4-6427D6276670}" dt="2023-04-06T05:22:17.825" v="118" actId="2696"/>
          <pc:sldLayoutMkLst>
            <pc:docMk/>
            <pc:sldMasterMk cId="3741303548" sldId="2147484375"/>
            <pc:sldLayoutMk cId="602367858" sldId="2147484382"/>
          </pc:sldLayoutMkLst>
        </pc:sldLayoutChg>
        <pc:sldLayoutChg chg="del">
          <pc:chgData name="Wu,Dan (MED CD&amp;O) BII-CN-S" userId="2543b386-fe23-4572-8b97-7e5aae483288" providerId="ADAL" clId="{CA1C0FA9-2EEA-44DD-8ED4-6427D6276670}" dt="2023-04-06T05:22:17.826" v="119" actId="2696"/>
          <pc:sldLayoutMkLst>
            <pc:docMk/>
            <pc:sldMasterMk cId="3741303548" sldId="2147484375"/>
            <pc:sldLayoutMk cId="3501189807" sldId="2147484383"/>
          </pc:sldLayoutMkLst>
        </pc:sldLayoutChg>
        <pc:sldLayoutChg chg="del">
          <pc:chgData name="Wu,Dan (MED CD&amp;O) BII-CN-S" userId="2543b386-fe23-4572-8b97-7e5aae483288" providerId="ADAL" clId="{CA1C0FA9-2EEA-44DD-8ED4-6427D6276670}" dt="2023-04-06T05:22:17.828" v="120" actId="2696"/>
          <pc:sldLayoutMkLst>
            <pc:docMk/>
            <pc:sldMasterMk cId="3741303548" sldId="2147484375"/>
            <pc:sldLayoutMk cId="1681533721" sldId="2147484384"/>
          </pc:sldLayoutMkLst>
        </pc:sldLayoutChg>
        <pc:sldLayoutChg chg="del">
          <pc:chgData name="Wu,Dan (MED CD&amp;O) BII-CN-S" userId="2543b386-fe23-4572-8b97-7e5aae483288" providerId="ADAL" clId="{CA1C0FA9-2EEA-44DD-8ED4-6427D6276670}" dt="2023-04-06T05:22:17.829" v="121" actId="2696"/>
          <pc:sldLayoutMkLst>
            <pc:docMk/>
            <pc:sldMasterMk cId="3741303548" sldId="2147484375"/>
            <pc:sldLayoutMk cId="101425032" sldId="2147484385"/>
          </pc:sldLayoutMkLst>
        </pc:sldLayoutChg>
        <pc:sldLayoutChg chg="del">
          <pc:chgData name="Wu,Dan (MED CD&amp;O) BII-CN-S" userId="2543b386-fe23-4572-8b97-7e5aae483288" providerId="ADAL" clId="{CA1C0FA9-2EEA-44DD-8ED4-6427D6276670}" dt="2023-04-06T05:22:17.830" v="122" actId="2696"/>
          <pc:sldLayoutMkLst>
            <pc:docMk/>
            <pc:sldMasterMk cId="3741303548" sldId="2147484375"/>
            <pc:sldLayoutMk cId="2632499825" sldId="2147484386"/>
          </pc:sldLayoutMkLst>
        </pc:sldLayoutChg>
        <pc:sldLayoutChg chg="del">
          <pc:chgData name="Wu,Dan (MED CD&amp;O) BII-CN-S" userId="2543b386-fe23-4572-8b97-7e5aae483288" providerId="ADAL" clId="{CA1C0FA9-2EEA-44DD-8ED4-6427D6276670}" dt="2023-04-06T05:22:17.831" v="123" actId="2696"/>
          <pc:sldLayoutMkLst>
            <pc:docMk/>
            <pc:sldMasterMk cId="3741303548" sldId="2147484375"/>
            <pc:sldLayoutMk cId="3186240408" sldId="2147484387"/>
          </pc:sldLayoutMkLst>
        </pc:sldLayoutChg>
        <pc:sldLayoutChg chg="del">
          <pc:chgData name="Wu,Dan (MED CD&amp;O) BII-CN-S" userId="2543b386-fe23-4572-8b97-7e5aae483288" providerId="ADAL" clId="{CA1C0FA9-2EEA-44DD-8ED4-6427D6276670}" dt="2023-04-06T05:22:17.832" v="124" actId="2696"/>
          <pc:sldLayoutMkLst>
            <pc:docMk/>
            <pc:sldMasterMk cId="3741303548" sldId="2147484375"/>
            <pc:sldLayoutMk cId="945097390" sldId="2147484388"/>
          </pc:sldLayoutMkLst>
        </pc:sldLayoutChg>
        <pc:sldLayoutChg chg="del">
          <pc:chgData name="Wu,Dan (MED CD&amp;O) BII-CN-S" userId="2543b386-fe23-4572-8b97-7e5aae483288" providerId="ADAL" clId="{CA1C0FA9-2EEA-44DD-8ED4-6427D6276670}" dt="2023-04-06T05:22:17.833" v="125" actId="2696"/>
          <pc:sldLayoutMkLst>
            <pc:docMk/>
            <pc:sldMasterMk cId="3741303548" sldId="2147484375"/>
            <pc:sldLayoutMk cId="1692264991" sldId="2147484389"/>
          </pc:sldLayoutMkLst>
        </pc:sldLayoutChg>
        <pc:sldLayoutChg chg="del">
          <pc:chgData name="Wu,Dan (MED CD&amp;O) BII-CN-S" userId="2543b386-fe23-4572-8b97-7e5aae483288" providerId="ADAL" clId="{CA1C0FA9-2EEA-44DD-8ED4-6427D6276670}" dt="2023-04-06T05:22:17.833" v="126" actId="2696"/>
          <pc:sldLayoutMkLst>
            <pc:docMk/>
            <pc:sldMasterMk cId="3741303548" sldId="2147484375"/>
            <pc:sldLayoutMk cId="2083020039" sldId="2147484390"/>
          </pc:sldLayoutMkLst>
        </pc:sldLayoutChg>
        <pc:sldLayoutChg chg="del">
          <pc:chgData name="Wu,Dan (MED CD&amp;O) BII-CN-S" userId="2543b386-fe23-4572-8b97-7e5aae483288" providerId="ADAL" clId="{CA1C0FA9-2EEA-44DD-8ED4-6427D6276670}" dt="2023-04-06T05:22:17.834" v="127" actId="2696"/>
          <pc:sldLayoutMkLst>
            <pc:docMk/>
            <pc:sldMasterMk cId="3741303548" sldId="2147484375"/>
            <pc:sldLayoutMk cId="2553693839" sldId="2147484391"/>
          </pc:sldLayoutMkLst>
        </pc:sldLayoutChg>
        <pc:sldLayoutChg chg="del">
          <pc:chgData name="Wu,Dan (MED CD&amp;O) BII-CN-S" userId="2543b386-fe23-4572-8b97-7e5aae483288" providerId="ADAL" clId="{CA1C0FA9-2EEA-44DD-8ED4-6427D6276670}" dt="2023-04-06T05:22:17.835" v="128" actId="2696"/>
          <pc:sldLayoutMkLst>
            <pc:docMk/>
            <pc:sldMasterMk cId="3741303548" sldId="2147484375"/>
            <pc:sldLayoutMk cId="3344744696" sldId="2147484392"/>
          </pc:sldLayoutMkLst>
        </pc:sldLayoutChg>
        <pc:sldLayoutChg chg="del">
          <pc:chgData name="Wu,Dan (MED CD&amp;O) BII-CN-S" userId="2543b386-fe23-4572-8b97-7e5aae483288" providerId="ADAL" clId="{CA1C0FA9-2EEA-44DD-8ED4-6427D6276670}" dt="2023-04-06T05:22:17.836" v="129" actId="2696"/>
          <pc:sldLayoutMkLst>
            <pc:docMk/>
            <pc:sldMasterMk cId="3741303548" sldId="2147484375"/>
            <pc:sldLayoutMk cId="2037582900" sldId="2147484393"/>
          </pc:sldLayoutMkLst>
        </pc:sldLayoutChg>
        <pc:sldLayoutChg chg="del">
          <pc:chgData name="Wu,Dan (MED CD&amp;O) BII-CN-S" userId="2543b386-fe23-4572-8b97-7e5aae483288" providerId="ADAL" clId="{CA1C0FA9-2EEA-44DD-8ED4-6427D6276670}" dt="2023-04-06T05:22:17.838" v="130" actId="2696"/>
          <pc:sldLayoutMkLst>
            <pc:docMk/>
            <pc:sldMasterMk cId="3741303548" sldId="2147484375"/>
            <pc:sldLayoutMk cId="982360126" sldId="2147484394"/>
          </pc:sldLayoutMkLst>
        </pc:sldLayoutChg>
        <pc:sldLayoutChg chg="del">
          <pc:chgData name="Wu,Dan (MED CD&amp;O) BII-CN-S" userId="2543b386-fe23-4572-8b97-7e5aae483288" providerId="ADAL" clId="{CA1C0FA9-2EEA-44DD-8ED4-6427D6276670}" dt="2023-04-06T05:22:17.841" v="131" actId="2696"/>
          <pc:sldLayoutMkLst>
            <pc:docMk/>
            <pc:sldMasterMk cId="3741303548" sldId="2147484375"/>
            <pc:sldLayoutMk cId="882016359" sldId="2147484395"/>
          </pc:sldLayoutMkLst>
        </pc:sldLayoutChg>
        <pc:sldLayoutChg chg="del">
          <pc:chgData name="Wu,Dan (MED CD&amp;O) BII-CN-S" userId="2543b386-fe23-4572-8b97-7e5aae483288" providerId="ADAL" clId="{CA1C0FA9-2EEA-44DD-8ED4-6427D6276670}" dt="2023-04-06T05:22:17.844" v="132" actId="2696"/>
          <pc:sldLayoutMkLst>
            <pc:docMk/>
            <pc:sldMasterMk cId="3741303548" sldId="2147484375"/>
            <pc:sldLayoutMk cId="3445094822" sldId="2147484396"/>
          </pc:sldLayoutMkLst>
        </pc:sldLayoutChg>
        <pc:sldLayoutChg chg="del">
          <pc:chgData name="Wu,Dan (MED CD&amp;O) BII-CN-S" userId="2543b386-fe23-4572-8b97-7e5aae483288" providerId="ADAL" clId="{CA1C0FA9-2EEA-44DD-8ED4-6427D6276670}" dt="2023-04-06T05:22:17.847" v="133" actId="2696"/>
          <pc:sldLayoutMkLst>
            <pc:docMk/>
            <pc:sldMasterMk cId="3741303548" sldId="2147484375"/>
            <pc:sldLayoutMk cId="3551214548" sldId="2147484397"/>
          </pc:sldLayoutMkLst>
        </pc:sldLayoutChg>
        <pc:sldLayoutChg chg="del">
          <pc:chgData name="Wu,Dan (MED CD&amp;O) BII-CN-S" userId="2543b386-fe23-4572-8b97-7e5aae483288" providerId="ADAL" clId="{CA1C0FA9-2EEA-44DD-8ED4-6427D6276670}" dt="2023-04-06T05:22:17.849" v="134" actId="2696"/>
          <pc:sldLayoutMkLst>
            <pc:docMk/>
            <pc:sldMasterMk cId="3741303548" sldId="2147484375"/>
            <pc:sldLayoutMk cId="3512428760" sldId="2147484398"/>
          </pc:sldLayoutMkLst>
        </pc:sldLayoutChg>
        <pc:sldLayoutChg chg="del">
          <pc:chgData name="Wu,Dan (MED CD&amp;O) BII-CN-S" userId="2543b386-fe23-4572-8b97-7e5aae483288" providerId="ADAL" clId="{CA1C0FA9-2EEA-44DD-8ED4-6427D6276670}" dt="2023-04-06T05:22:17.852" v="135" actId="2696"/>
          <pc:sldLayoutMkLst>
            <pc:docMk/>
            <pc:sldMasterMk cId="3741303548" sldId="2147484375"/>
            <pc:sldLayoutMk cId="1168741663" sldId="2147484399"/>
          </pc:sldLayoutMkLst>
        </pc:sldLayoutChg>
        <pc:sldLayoutChg chg="del">
          <pc:chgData name="Wu,Dan (MED CD&amp;O) BII-CN-S" userId="2543b386-fe23-4572-8b97-7e5aae483288" providerId="ADAL" clId="{CA1C0FA9-2EEA-44DD-8ED4-6427D6276670}" dt="2023-04-06T05:22:17.854" v="136" actId="2696"/>
          <pc:sldLayoutMkLst>
            <pc:docMk/>
            <pc:sldMasterMk cId="3741303548" sldId="2147484375"/>
            <pc:sldLayoutMk cId="716229366" sldId="2147484400"/>
          </pc:sldLayoutMkLst>
        </pc:sldLayoutChg>
        <pc:sldLayoutChg chg="del">
          <pc:chgData name="Wu,Dan (MED CD&amp;O) BII-CN-S" userId="2543b386-fe23-4572-8b97-7e5aae483288" providerId="ADAL" clId="{CA1C0FA9-2EEA-44DD-8ED4-6427D6276670}" dt="2023-04-06T05:22:17.866" v="137" actId="2696"/>
          <pc:sldLayoutMkLst>
            <pc:docMk/>
            <pc:sldMasterMk cId="3741303548" sldId="2147484375"/>
            <pc:sldLayoutMk cId="3045956667" sldId="2147484401"/>
          </pc:sldLayoutMkLst>
        </pc:sldLayoutChg>
        <pc:sldLayoutChg chg="del">
          <pc:chgData name="Wu,Dan (MED CD&amp;O) BII-CN-S" userId="2543b386-fe23-4572-8b97-7e5aae483288" providerId="ADAL" clId="{CA1C0FA9-2EEA-44DD-8ED4-6427D6276670}" dt="2023-04-06T05:22:17.874" v="138" actId="2696"/>
          <pc:sldLayoutMkLst>
            <pc:docMk/>
            <pc:sldMasterMk cId="3741303548" sldId="2147484375"/>
            <pc:sldLayoutMk cId="754979060" sldId="2147484402"/>
          </pc:sldLayoutMkLst>
        </pc:sldLayoutChg>
        <pc:sldLayoutChg chg="del">
          <pc:chgData name="Wu,Dan (MED CD&amp;O) BII-CN-S" userId="2543b386-fe23-4572-8b97-7e5aae483288" providerId="ADAL" clId="{CA1C0FA9-2EEA-44DD-8ED4-6427D6276670}" dt="2023-04-06T05:22:17.875" v="139" actId="2696"/>
          <pc:sldLayoutMkLst>
            <pc:docMk/>
            <pc:sldMasterMk cId="3741303548" sldId="2147484375"/>
            <pc:sldLayoutMk cId="212542638" sldId="2147484403"/>
          </pc:sldLayoutMkLst>
        </pc:sldLayoutChg>
        <pc:sldLayoutChg chg="del">
          <pc:chgData name="Wu,Dan (MED CD&amp;O) BII-CN-S" userId="2543b386-fe23-4572-8b97-7e5aae483288" providerId="ADAL" clId="{CA1C0FA9-2EEA-44DD-8ED4-6427D6276670}" dt="2023-04-06T05:22:17.876" v="140" actId="2696"/>
          <pc:sldLayoutMkLst>
            <pc:docMk/>
            <pc:sldMasterMk cId="3741303548" sldId="2147484375"/>
            <pc:sldLayoutMk cId="892329348" sldId="2147484404"/>
          </pc:sldLayoutMkLst>
        </pc:sldLayoutChg>
      </pc:sldMasterChg>
      <pc:sldMasterChg chg="del delSldLayout">
        <pc:chgData name="Wu,Dan (MED CD&amp;O) BII-CN-S" userId="2543b386-fe23-4572-8b97-7e5aae483288" providerId="ADAL" clId="{CA1C0FA9-2EEA-44DD-8ED4-6427D6276670}" dt="2023-04-06T05:22:21.795" v="516" actId="2696"/>
        <pc:sldMasterMkLst>
          <pc:docMk/>
          <pc:sldMasterMk cId="1601920851" sldId="2147484405"/>
        </pc:sldMasterMkLst>
        <pc:sldLayoutChg chg="del">
          <pc:chgData name="Wu,Dan (MED CD&amp;O) BII-CN-S" userId="2543b386-fe23-4572-8b97-7e5aae483288" providerId="ADAL" clId="{CA1C0FA9-2EEA-44DD-8ED4-6427D6276670}" dt="2023-04-06T05:22:21.721" v="487" actId="2696"/>
          <pc:sldLayoutMkLst>
            <pc:docMk/>
            <pc:sldMasterMk cId="1601920851" sldId="2147484405"/>
            <pc:sldLayoutMk cId="1280263105" sldId="2147484406"/>
          </pc:sldLayoutMkLst>
        </pc:sldLayoutChg>
        <pc:sldLayoutChg chg="del">
          <pc:chgData name="Wu,Dan (MED CD&amp;O) BII-CN-S" userId="2543b386-fe23-4572-8b97-7e5aae483288" providerId="ADAL" clId="{CA1C0FA9-2EEA-44DD-8ED4-6427D6276670}" dt="2023-04-06T05:22:21.722" v="488" actId="2696"/>
          <pc:sldLayoutMkLst>
            <pc:docMk/>
            <pc:sldMasterMk cId="1601920851" sldId="2147484405"/>
            <pc:sldLayoutMk cId="2581563482" sldId="2147484407"/>
          </pc:sldLayoutMkLst>
        </pc:sldLayoutChg>
        <pc:sldLayoutChg chg="del">
          <pc:chgData name="Wu,Dan (MED CD&amp;O) BII-CN-S" userId="2543b386-fe23-4572-8b97-7e5aae483288" providerId="ADAL" clId="{CA1C0FA9-2EEA-44DD-8ED4-6427D6276670}" dt="2023-04-06T05:22:21.724" v="489" actId="2696"/>
          <pc:sldLayoutMkLst>
            <pc:docMk/>
            <pc:sldMasterMk cId="1601920851" sldId="2147484405"/>
            <pc:sldLayoutMk cId="2118232292" sldId="2147484408"/>
          </pc:sldLayoutMkLst>
        </pc:sldLayoutChg>
        <pc:sldLayoutChg chg="del">
          <pc:chgData name="Wu,Dan (MED CD&amp;O) BII-CN-S" userId="2543b386-fe23-4572-8b97-7e5aae483288" providerId="ADAL" clId="{CA1C0FA9-2EEA-44DD-8ED4-6427D6276670}" dt="2023-04-06T05:22:21.724" v="490" actId="2696"/>
          <pc:sldLayoutMkLst>
            <pc:docMk/>
            <pc:sldMasterMk cId="1601920851" sldId="2147484405"/>
            <pc:sldLayoutMk cId="3562023219" sldId="2147484409"/>
          </pc:sldLayoutMkLst>
        </pc:sldLayoutChg>
        <pc:sldLayoutChg chg="del">
          <pc:chgData name="Wu,Dan (MED CD&amp;O) BII-CN-S" userId="2543b386-fe23-4572-8b97-7e5aae483288" providerId="ADAL" clId="{CA1C0FA9-2EEA-44DD-8ED4-6427D6276670}" dt="2023-04-06T05:22:21.725" v="491" actId="2696"/>
          <pc:sldLayoutMkLst>
            <pc:docMk/>
            <pc:sldMasterMk cId="1601920851" sldId="2147484405"/>
            <pc:sldLayoutMk cId="2088505260" sldId="2147484410"/>
          </pc:sldLayoutMkLst>
        </pc:sldLayoutChg>
        <pc:sldLayoutChg chg="del">
          <pc:chgData name="Wu,Dan (MED CD&amp;O) BII-CN-S" userId="2543b386-fe23-4572-8b97-7e5aae483288" providerId="ADAL" clId="{CA1C0FA9-2EEA-44DD-8ED4-6427D6276670}" dt="2023-04-06T05:22:21.727" v="492" actId="2696"/>
          <pc:sldLayoutMkLst>
            <pc:docMk/>
            <pc:sldMasterMk cId="1601920851" sldId="2147484405"/>
            <pc:sldLayoutMk cId="3676760804" sldId="2147484411"/>
          </pc:sldLayoutMkLst>
        </pc:sldLayoutChg>
        <pc:sldLayoutChg chg="del">
          <pc:chgData name="Wu,Dan (MED CD&amp;O) BII-CN-S" userId="2543b386-fe23-4572-8b97-7e5aae483288" providerId="ADAL" clId="{CA1C0FA9-2EEA-44DD-8ED4-6427D6276670}" dt="2023-04-06T05:22:21.727" v="493" actId="2696"/>
          <pc:sldLayoutMkLst>
            <pc:docMk/>
            <pc:sldMasterMk cId="1601920851" sldId="2147484405"/>
            <pc:sldLayoutMk cId="1864020688" sldId="2147484412"/>
          </pc:sldLayoutMkLst>
        </pc:sldLayoutChg>
        <pc:sldLayoutChg chg="del">
          <pc:chgData name="Wu,Dan (MED CD&amp;O) BII-CN-S" userId="2543b386-fe23-4572-8b97-7e5aae483288" providerId="ADAL" clId="{CA1C0FA9-2EEA-44DD-8ED4-6427D6276670}" dt="2023-04-06T05:22:21.728" v="494" actId="2696"/>
          <pc:sldLayoutMkLst>
            <pc:docMk/>
            <pc:sldMasterMk cId="1601920851" sldId="2147484405"/>
            <pc:sldLayoutMk cId="1664302727" sldId="2147484413"/>
          </pc:sldLayoutMkLst>
        </pc:sldLayoutChg>
        <pc:sldLayoutChg chg="del">
          <pc:chgData name="Wu,Dan (MED CD&amp;O) BII-CN-S" userId="2543b386-fe23-4572-8b97-7e5aae483288" providerId="ADAL" clId="{CA1C0FA9-2EEA-44DD-8ED4-6427D6276670}" dt="2023-04-06T05:22:21.729" v="495" actId="2696"/>
          <pc:sldLayoutMkLst>
            <pc:docMk/>
            <pc:sldMasterMk cId="1601920851" sldId="2147484405"/>
            <pc:sldLayoutMk cId="3111805655" sldId="2147484414"/>
          </pc:sldLayoutMkLst>
        </pc:sldLayoutChg>
        <pc:sldLayoutChg chg="del">
          <pc:chgData name="Wu,Dan (MED CD&amp;O) BII-CN-S" userId="2543b386-fe23-4572-8b97-7e5aae483288" providerId="ADAL" clId="{CA1C0FA9-2EEA-44DD-8ED4-6427D6276670}" dt="2023-04-06T05:22:21.730" v="496" actId="2696"/>
          <pc:sldLayoutMkLst>
            <pc:docMk/>
            <pc:sldMasterMk cId="1601920851" sldId="2147484405"/>
            <pc:sldLayoutMk cId="1156556568" sldId="2147484415"/>
          </pc:sldLayoutMkLst>
        </pc:sldLayoutChg>
        <pc:sldLayoutChg chg="del">
          <pc:chgData name="Wu,Dan (MED CD&amp;O) BII-CN-S" userId="2543b386-fe23-4572-8b97-7e5aae483288" providerId="ADAL" clId="{CA1C0FA9-2EEA-44DD-8ED4-6427D6276670}" dt="2023-04-06T05:22:21.732" v="497" actId="2696"/>
          <pc:sldLayoutMkLst>
            <pc:docMk/>
            <pc:sldMasterMk cId="1601920851" sldId="2147484405"/>
            <pc:sldLayoutMk cId="956832344" sldId="2147484416"/>
          </pc:sldLayoutMkLst>
        </pc:sldLayoutChg>
        <pc:sldLayoutChg chg="del">
          <pc:chgData name="Wu,Dan (MED CD&amp;O) BII-CN-S" userId="2543b386-fe23-4572-8b97-7e5aae483288" providerId="ADAL" clId="{CA1C0FA9-2EEA-44DD-8ED4-6427D6276670}" dt="2023-04-06T05:22:21.733" v="498" actId="2696"/>
          <pc:sldLayoutMkLst>
            <pc:docMk/>
            <pc:sldMasterMk cId="1601920851" sldId="2147484405"/>
            <pc:sldLayoutMk cId="3550590204" sldId="2147484417"/>
          </pc:sldLayoutMkLst>
        </pc:sldLayoutChg>
        <pc:sldLayoutChg chg="del">
          <pc:chgData name="Wu,Dan (MED CD&amp;O) BII-CN-S" userId="2543b386-fe23-4572-8b97-7e5aae483288" providerId="ADAL" clId="{CA1C0FA9-2EEA-44DD-8ED4-6427D6276670}" dt="2023-04-06T05:22:21.742" v="499" actId="2696"/>
          <pc:sldLayoutMkLst>
            <pc:docMk/>
            <pc:sldMasterMk cId="1601920851" sldId="2147484405"/>
            <pc:sldLayoutMk cId="1204596334" sldId="2147484418"/>
          </pc:sldLayoutMkLst>
        </pc:sldLayoutChg>
        <pc:sldLayoutChg chg="del">
          <pc:chgData name="Wu,Dan (MED CD&amp;O) BII-CN-S" userId="2543b386-fe23-4572-8b97-7e5aae483288" providerId="ADAL" clId="{CA1C0FA9-2EEA-44DD-8ED4-6427D6276670}" dt="2023-04-06T05:22:21.745" v="500" actId="2696"/>
          <pc:sldLayoutMkLst>
            <pc:docMk/>
            <pc:sldMasterMk cId="1601920851" sldId="2147484405"/>
            <pc:sldLayoutMk cId="2072015608" sldId="2147484419"/>
          </pc:sldLayoutMkLst>
        </pc:sldLayoutChg>
        <pc:sldLayoutChg chg="del">
          <pc:chgData name="Wu,Dan (MED CD&amp;O) BII-CN-S" userId="2543b386-fe23-4572-8b97-7e5aae483288" providerId="ADAL" clId="{CA1C0FA9-2EEA-44DD-8ED4-6427D6276670}" dt="2023-04-06T05:22:21.746" v="501" actId="2696"/>
          <pc:sldLayoutMkLst>
            <pc:docMk/>
            <pc:sldMasterMk cId="1601920851" sldId="2147484405"/>
            <pc:sldLayoutMk cId="448723966" sldId="2147484420"/>
          </pc:sldLayoutMkLst>
        </pc:sldLayoutChg>
        <pc:sldLayoutChg chg="del">
          <pc:chgData name="Wu,Dan (MED CD&amp;O) BII-CN-S" userId="2543b386-fe23-4572-8b97-7e5aae483288" providerId="ADAL" clId="{CA1C0FA9-2EEA-44DD-8ED4-6427D6276670}" dt="2023-04-06T05:22:21.748" v="502" actId="2696"/>
          <pc:sldLayoutMkLst>
            <pc:docMk/>
            <pc:sldMasterMk cId="1601920851" sldId="2147484405"/>
            <pc:sldLayoutMk cId="4217538469" sldId="2147484421"/>
          </pc:sldLayoutMkLst>
        </pc:sldLayoutChg>
        <pc:sldLayoutChg chg="del">
          <pc:chgData name="Wu,Dan (MED CD&amp;O) BII-CN-S" userId="2543b386-fe23-4572-8b97-7e5aae483288" providerId="ADAL" clId="{CA1C0FA9-2EEA-44DD-8ED4-6427D6276670}" dt="2023-04-06T05:22:21.749" v="503" actId="2696"/>
          <pc:sldLayoutMkLst>
            <pc:docMk/>
            <pc:sldMasterMk cId="1601920851" sldId="2147484405"/>
            <pc:sldLayoutMk cId="2600432648" sldId="2147484422"/>
          </pc:sldLayoutMkLst>
        </pc:sldLayoutChg>
        <pc:sldLayoutChg chg="del">
          <pc:chgData name="Wu,Dan (MED CD&amp;O) BII-CN-S" userId="2543b386-fe23-4572-8b97-7e5aae483288" providerId="ADAL" clId="{CA1C0FA9-2EEA-44DD-8ED4-6427D6276670}" dt="2023-04-06T05:22:21.751" v="504" actId="2696"/>
          <pc:sldLayoutMkLst>
            <pc:docMk/>
            <pc:sldMasterMk cId="1601920851" sldId="2147484405"/>
            <pc:sldLayoutMk cId="2626603317" sldId="2147484423"/>
          </pc:sldLayoutMkLst>
        </pc:sldLayoutChg>
        <pc:sldLayoutChg chg="del">
          <pc:chgData name="Wu,Dan (MED CD&amp;O) BII-CN-S" userId="2543b386-fe23-4572-8b97-7e5aae483288" providerId="ADAL" clId="{CA1C0FA9-2EEA-44DD-8ED4-6427D6276670}" dt="2023-04-06T05:22:21.753" v="505" actId="2696"/>
          <pc:sldLayoutMkLst>
            <pc:docMk/>
            <pc:sldMasterMk cId="1601920851" sldId="2147484405"/>
            <pc:sldLayoutMk cId="1067328568" sldId="2147484424"/>
          </pc:sldLayoutMkLst>
        </pc:sldLayoutChg>
        <pc:sldLayoutChg chg="del">
          <pc:chgData name="Wu,Dan (MED CD&amp;O) BII-CN-S" userId="2543b386-fe23-4572-8b97-7e5aae483288" providerId="ADAL" clId="{CA1C0FA9-2EEA-44DD-8ED4-6427D6276670}" dt="2023-04-06T05:22:21.753" v="506" actId="2696"/>
          <pc:sldLayoutMkLst>
            <pc:docMk/>
            <pc:sldMasterMk cId="1601920851" sldId="2147484405"/>
            <pc:sldLayoutMk cId="3365941711" sldId="2147484425"/>
          </pc:sldLayoutMkLst>
        </pc:sldLayoutChg>
        <pc:sldLayoutChg chg="del">
          <pc:chgData name="Wu,Dan (MED CD&amp;O) BII-CN-S" userId="2543b386-fe23-4572-8b97-7e5aae483288" providerId="ADAL" clId="{CA1C0FA9-2EEA-44DD-8ED4-6427D6276670}" dt="2023-04-06T05:22:21.758" v="507" actId="2696"/>
          <pc:sldLayoutMkLst>
            <pc:docMk/>
            <pc:sldMasterMk cId="1601920851" sldId="2147484405"/>
            <pc:sldLayoutMk cId="326315710" sldId="2147484426"/>
          </pc:sldLayoutMkLst>
        </pc:sldLayoutChg>
        <pc:sldLayoutChg chg="del">
          <pc:chgData name="Wu,Dan (MED CD&amp;O) BII-CN-S" userId="2543b386-fe23-4572-8b97-7e5aae483288" providerId="ADAL" clId="{CA1C0FA9-2EEA-44DD-8ED4-6427D6276670}" dt="2023-04-06T05:22:21.761" v="508" actId="2696"/>
          <pc:sldLayoutMkLst>
            <pc:docMk/>
            <pc:sldMasterMk cId="1601920851" sldId="2147484405"/>
            <pc:sldLayoutMk cId="2524034370" sldId="2147484427"/>
          </pc:sldLayoutMkLst>
        </pc:sldLayoutChg>
        <pc:sldLayoutChg chg="del">
          <pc:chgData name="Wu,Dan (MED CD&amp;O) BII-CN-S" userId="2543b386-fe23-4572-8b97-7e5aae483288" providerId="ADAL" clId="{CA1C0FA9-2EEA-44DD-8ED4-6427D6276670}" dt="2023-04-06T05:22:21.764" v="509" actId="2696"/>
          <pc:sldLayoutMkLst>
            <pc:docMk/>
            <pc:sldMasterMk cId="1601920851" sldId="2147484405"/>
            <pc:sldLayoutMk cId="4032632127" sldId="2147484428"/>
          </pc:sldLayoutMkLst>
        </pc:sldLayoutChg>
        <pc:sldLayoutChg chg="del">
          <pc:chgData name="Wu,Dan (MED CD&amp;O) BII-CN-S" userId="2543b386-fe23-4572-8b97-7e5aae483288" providerId="ADAL" clId="{CA1C0FA9-2EEA-44DD-8ED4-6427D6276670}" dt="2023-04-06T05:22:21.767" v="510" actId="2696"/>
          <pc:sldLayoutMkLst>
            <pc:docMk/>
            <pc:sldMasterMk cId="1601920851" sldId="2147484405"/>
            <pc:sldLayoutMk cId="3289908484" sldId="2147484429"/>
          </pc:sldLayoutMkLst>
        </pc:sldLayoutChg>
        <pc:sldLayoutChg chg="del">
          <pc:chgData name="Wu,Dan (MED CD&amp;O) BII-CN-S" userId="2543b386-fe23-4572-8b97-7e5aae483288" providerId="ADAL" clId="{CA1C0FA9-2EEA-44DD-8ED4-6427D6276670}" dt="2023-04-06T05:22:21.769" v="511" actId="2696"/>
          <pc:sldLayoutMkLst>
            <pc:docMk/>
            <pc:sldMasterMk cId="1601920851" sldId="2147484405"/>
            <pc:sldLayoutMk cId="563349050" sldId="2147484430"/>
          </pc:sldLayoutMkLst>
        </pc:sldLayoutChg>
        <pc:sldLayoutChg chg="del">
          <pc:chgData name="Wu,Dan (MED CD&amp;O) BII-CN-S" userId="2543b386-fe23-4572-8b97-7e5aae483288" providerId="ADAL" clId="{CA1C0FA9-2EEA-44DD-8ED4-6427D6276670}" dt="2023-04-06T05:22:21.770" v="512" actId="2696"/>
          <pc:sldLayoutMkLst>
            <pc:docMk/>
            <pc:sldMasterMk cId="1601920851" sldId="2147484405"/>
            <pc:sldLayoutMk cId="3687258738" sldId="2147484431"/>
          </pc:sldLayoutMkLst>
        </pc:sldLayoutChg>
        <pc:sldLayoutChg chg="del">
          <pc:chgData name="Wu,Dan (MED CD&amp;O) BII-CN-S" userId="2543b386-fe23-4572-8b97-7e5aae483288" providerId="ADAL" clId="{CA1C0FA9-2EEA-44DD-8ED4-6427D6276670}" dt="2023-04-06T05:22:21.772" v="513" actId="2696"/>
          <pc:sldLayoutMkLst>
            <pc:docMk/>
            <pc:sldMasterMk cId="1601920851" sldId="2147484405"/>
            <pc:sldLayoutMk cId="484968726" sldId="2147484432"/>
          </pc:sldLayoutMkLst>
        </pc:sldLayoutChg>
        <pc:sldLayoutChg chg="del">
          <pc:chgData name="Wu,Dan (MED CD&amp;O) BII-CN-S" userId="2543b386-fe23-4572-8b97-7e5aae483288" providerId="ADAL" clId="{CA1C0FA9-2EEA-44DD-8ED4-6427D6276670}" dt="2023-04-06T05:22:21.781" v="514" actId="2696"/>
          <pc:sldLayoutMkLst>
            <pc:docMk/>
            <pc:sldMasterMk cId="1601920851" sldId="2147484405"/>
            <pc:sldLayoutMk cId="3223902986" sldId="2147484433"/>
          </pc:sldLayoutMkLst>
        </pc:sldLayoutChg>
        <pc:sldLayoutChg chg="del">
          <pc:chgData name="Wu,Dan (MED CD&amp;O) BII-CN-S" userId="2543b386-fe23-4572-8b97-7e5aae483288" providerId="ADAL" clId="{CA1C0FA9-2EEA-44DD-8ED4-6427D6276670}" dt="2023-04-06T05:22:21.792" v="515" actId="2696"/>
          <pc:sldLayoutMkLst>
            <pc:docMk/>
            <pc:sldMasterMk cId="1601920851" sldId="2147484405"/>
            <pc:sldLayoutMk cId="131202989" sldId="2147484434"/>
          </pc:sldLayoutMkLst>
        </pc:sldLayoutChg>
      </pc:sldMasterChg>
      <pc:sldMasterChg chg="del delSldLayout">
        <pc:chgData name="Wu,Dan (MED CD&amp;O) BII-CN-S" userId="2543b386-fe23-4572-8b97-7e5aae483288" providerId="ADAL" clId="{CA1C0FA9-2EEA-44DD-8ED4-6427D6276670}" dt="2023-04-06T05:22:17.885" v="145" actId="2696"/>
        <pc:sldMasterMkLst>
          <pc:docMk/>
          <pc:sldMasterMk cId="2554413266" sldId="2147484481"/>
        </pc:sldMasterMkLst>
        <pc:sldLayoutChg chg="del">
          <pc:chgData name="Wu,Dan (MED CD&amp;O) BII-CN-S" userId="2543b386-fe23-4572-8b97-7e5aae483288" providerId="ADAL" clId="{CA1C0FA9-2EEA-44DD-8ED4-6427D6276670}" dt="2023-04-06T05:22:17.879" v="142" actId="2696"/>
          <pc:sldLayoutMkLst>
            <pc:docMk/>
            <pc:sldMasterMk cId="2554413266" sldId="2147484481"/>
            <pc:sldLayoutMk cId="2047863339" sldId="2147484482"/>
          </pc:sldLayoutMkLst>
        </pc:sldLayoutChg>
        <pc:sldLayoutChg chg="del">
          <pc:chgData name="Wu,Dan (MED CD&amp;O) BII-CN-S" userId="2543b386-fe23-4572-8b97-7e5aae483288" providerId="ADAL" clId="{CA1C0FA9-2EEA-44DD-8ED4-6427D6276670}" dt="2023-04-06T05:22:17.881" v="143" actId="2696"/>
          <pc:sldLayoutMkLst>
            <pc:docMk/>
            <pc:sldMasterMk cId="2554413266" sldId="2147484481"/>
            <pc:sldLayoutMk cId="3679345400" sldId="2147484483"/>
          </pc:sldLayoutMkLst>
        </pc:sldLayoutChg>
        <pc:sldLayoutChg chg="del">
          <pc:chgData name="Wu,Dan (MED CD&amp;O) BII-CN-S" userId="2543b386-fe23-4572-8b97-7e5aae483288" providerId="ADAL" clId="{CA1C0FA9-2EEA-44DD-8ED4-6427D6276670}" dt="2023-04-06T05:22:17.883" v="144" actId="2696"/>
          <pc:sldLayoutMkLst>
            <pc:docMk/>
            <pc:sldMasterMk cId="2554413266" sldId="2147484481"/>
            <pc:sldLayoutMk cId="1509112993" sldId="2147484484"/>
          </pc:sldLayoutMkLst>
        </pc:sldLayoutChg>
      </pc:sldMasterChg>
      <pc:sldMasterChg chg="del delSldLayout">
        <pc:chgData name="Wu,Dan (MED CD&amp;O) BII-CN-S" userId="2543b386-fe23-4572-8b97-7e5aae483288" providerId="ADAL" clId="{CA1C0FA9-2EEA-44DD-8ED4-6427D6276670}" dt="2023-04-06T05:22:20.367" v="185" actId="2696"/>
        <pc:sldMasterMkLst>
          <pc:docMk/>
          <pc:sldMasterMk cId="2116419884" sldId="2147484485"/>
        </pc:sldMasterMkLst>
        <pc:sldLayoutChg chg="del">
          <pc:chgData name="Wu,Dan (MED CD&amp;O) BII-CN-S" userId="2543b386-fe23-4572-8b97-7e5aae483288" providerId="ADAL" clId="{CA1C0FA9-2EEA-44DD-8ED4-6427D6276670}" dt="2023-04-06T05:22:20.327" v="168" actId="2696"/>
          <pc:sldLayoutMkLst>
            <pc:docMk/>
            <pc:sldMasterMk cId="2116419884" sldId="2147484485"/>
            <pc:sldLayoutMk cId="2958818190" sldId="2147484486"/>
          </pc:sldLayoutMkLst>
        </pc:sldLayoutChg>
        <pc:sldLayoutChg chg="del">
          <pc:chgData name="Wu,Dan (MED CD&amp;O) BII-CN-S" userId="2543b386-fe23-4572-8b97-7e5aae483288" providerId="ADAL" clId="{CA1C0FA9-2EEA-44DD-8ED4-6427D6276670}" dt="2023-04-06T05:22:20.329" v="169" actId="2696"/>
          <pc:sldLayoutMkLst>
            <pc:docMk/>
            <pc:sldMasterMk cId="2116419884" sldId="2147484485"/>
            <pc:sldLayoutMk cId="312866443" sldId="2147484487"/>
          </pc:sldLayoutMkLst>
        </pc:sldLayoutChg>
        <pc:sldLayoutChg chg="del">
          <pc:chgData name="Wu,Dan (MED CD&amp;O) BII-CN-S" userId="2543b386-fe23-4572-8b97-7e5aae483288" providerId="ADAL" clId="{CA1C0FA9-2EEA-44DD-8ED4-6427D6276670}" dt="2023-04-06T05:22:20.330" v="170" actId="2696"/>
          <pc:sldLayoutMkLst>
            <pc:docMk/>
            <pc:sldMasterMk cId="2116419884" sldId="2147484485"/>
            <pc:sldLayoutMk cId="1666398572" sldId="2147484488"/>
          </pc:sldLayoutMkLst>
        </pc:sldLayoutChg>
        <pc:sldLayoutChg chg="del">
          <pc:chgData name="Wu,Dan (MED CD&amp;O) BII-CN-S" userId="2543b386-fe23-4572-8b97-7e5aae483288" providerId="ADAL" clId="{CA1C0FA9-2EEA-44DD-8ED4-6427D6276670}" dt="2023-04-06T05:22:20.332" v="171" actId="2696"/>
          <pc:sldLayoutMkLst>
            <pc:docMk/>
            <pc:sldMasterMk cId="2116419884" sldId="2147484485"/>
            <pc:sldLayoutMk cId="2640214404" sldId="2147484489"/>
          </pc:sldLayoutMkLst>
        </pc:sldLayoutChg>
        <pc:sldLayoutChg chg="del">
          <pc:chgData name="Wu,Dan (MED CD&amp;O) BII-CN-S" userId="2543b386-fe23-4572-8b97-7e5aae483288" providerId="ADAL" clId="{CA1C0FA9-2EEA-44DD-8ED4-6427D6276670}" dt="2023-04-06T05:22:20.333" v="172" actId="2696"/>
          <pc:sldLayoutMkLst>
            <pc:docMk/>
            <pc:sldMasterMk cId="2116419884" sldId="2147484485"/>
            <pc:sldLayoutMk cId="318653938" sldId="2147484490"/>
          </pc:sldLayoutMkLst>
        </pc:sldLayoutChg>
        <pc:sldLayoutChg chg="del">
          <pc:chgData name="Wu,Dan (MED CD&amp;O) BII-CN-S" userId="2543b386-fe23-4572-8b97-7e5aae483288" providerId="ADAL" clId="{CA1C0FA9-2EEA-44DD-8ED4-6427D6276670}" dt="2023-04-06T05:22:20.334" v="173" actId="2696"/>
          <pc:sldLayoutMkLst>
            <pc:docMk/>
            <pc:sldMasterMk cId="2116419884" sldId="2147484485"/>
            <pc:sldLayoutMk cId="948015877" sldId="2147484491"/>
          </pc:sldLayoutMkLst>
        </pc:sldLayoutChg>
        <pc:sldLayoutChg chg="del">
          <pc:chgData name="Wu,Dan (MED CD&amp;O) BII-CN-S" userId="2543b386-fe23-4572-8b97-7e5aae483288" providerId="ADAL" clId="{CA1C0FA9-2EEA-44DD-8ED4-6427D6276670}" dt="2023-04-06T05:22:20.335" v="174" actId="2696"/>
          <pc:sldLayoutMkLst>
            <pc:docMk/>
            <pc:sldMasterMk cId="2116419884" sldId="2147484485"/>
            <pc:sldLayoutMk cId="4090740441" sldId="2147484492"/>
          </pc:sldLayoutMkLst>
        </pc:sldLayoutChg>
        <pc:sldLayoutChg chg="del">
          <pc:chgData name="Wu,Dan (MED CD&amp;O) BII-CN-S" userId="2543b386-fe23-4572-8b97-7e5aae483288" providerId="ADAL" clId="{CA1C0FA9-2EEA-44DD-8ED4-6427D6276670}" dt="2023-04-06T05:22:20.336" v="175" actId="2696"/>
          <pc:sldLayoutMkLst>
            <pc:docMk/>
            <pc:sldMasterMk cId="2116419884" sldId="2147484485"/>
            <pc:sldLayoutMk cId="3589072941" sldId="2147484493"/>
          </pc:sldLayoutMkLst>
        </pc:sldLayoutChg>
        <pc:sldLayoutChg chg="del">
          <pc:chgData name="Wu,Dan (MED CD&amp;O) BII-CN-S" userId="2543b386-fe23-4572-8b97-7e5aae483288" providerId="ADAL" clId="{CA1C0FA9-2EEA-44DD-8ED4-6427D6276670}" dt="2023-04-06T05:22:20.338" v="176" actId="2696"/>
          <pc:sldLayoutMkLst>
            <pc:docMk/>
            <pc:sldMasterMk cId="2116419884" sldId="2147484485"/>
            <pc:sldLayoutMk cId="2853123675" sldId="2147484494"/>
          </pc:sldLayoutMkLst>
        </pc:sldLayoutChg>
        <pc:sldLayoutChg chg="del">
          <pc:chgData name="Wu,Dan (MED CD&amp;O) BII-CN-S" userId="2543b386-fe23-4572-8b97-7e5aae483288" providerId="ADAL" clId="{CA1C0FA9-2EEA-44DD-8ED4-6427D6276670}" dt="2023-04-06T05:22:20.339" v="177" actId="2696"/>
          <pc:sldLayoutMkLst>
            <pc:docMk/>
            <pc:sldMasterMk cId="2116419884" sldId="2147484485"/>
            <pc:sldLayoutMk cId="3986302757" sldId="2147484495"/>
          </pc:sldLayoutMkLst>
        </pc:sldLayoutChg>
        <pc:sldLayoutChg chg="del">
          <pc:chgData name="Wu,Dan (MED CD&amp;O) BII-CN-S" userId="2543b386-fe23-4572-8b97-7e5aae483288" providerId="ADAL" clId="{CA1C0FA9-2EEA-44DD-8ED4-6427D6276670}" dt="2023-04-06T05:22:20.340" v="178" actId="2696"/>
          <pc:sldLayoutMkLst>
            <pc:docMk/>
            <pc:sldMasterMk cId="2116419884" sldId="2147484485"/>
            <pc:sldLayoutMk cId="2363396155" sldId="2147484496"/>
          </pc:sldLayoutMkLst>
        </pc:sldLayoutChg>
        <pc:sldLayoutChg chg="del">
          <pc:chgData name="Wu,Dan (MED CD&amp;O) BII-CN-S" userId="2543b386-fe23-4572-8b97-7e5aae483288" providerId="ADAL" clId="{CA1C0FA9-2EEA-44DD-8ED4-6427D6276670}" dt="2023-04-06T05:22:20.342" v="179" actId="2696"/>
          <pc:sldLayoutMkLst>
            <pc:docMk/>
            <pc:sldMasterMk cId="2116419884" sldId="2147484485"/>
            <pc:sldLayoutMk cId="4063515824" sldId="2147484497"/>
          </pc:sldLayoutMkLst>
        </pc:sldLayoutChg>
        <pc:sldLayoutChg chg="del">
          <pc:chgData name="Wu,Dan (MED CD&amp;O) BII-CN-S" userId="2543b386-fe23-4572-8b97-7e5aae483288" providerId="ADAL" clId="{CA1C0FA9-2EEA-44DD-8ED4-6427D6276670}" dt="2023-04-06T05:22:20.344" v="180" actId="2696"/>
          <pc:sldLayoutMkLst>
            <pc:docMk/>
            <pc:sldMasterMk cId="2116419884" sldId="2147484485"/>
            <pc:sldLayoutMk cId="188115133" sldId="2147484498"/>
          </pc:sldLayoutMkLst>
        </pc:sldLayoutChg>
        <pc:sldLayoutChg chg="del">
          <pc:chgData name="Wu,Dan (MED CD&amp;O) BII-CN-S" userId="2543b386-fe23-4572-8b97-7e5aae483288" providerId="ADAL" clId="{CA1C0FA9-2EEA-44DD-8ED4-6427D6276670}" dt="2023-04-06T05:22:20.346" v="181" actId="2696"/>
          <pc:sldLayoutMkLst>
            <pc:docMk/>
            <pc:sldMasterMk cId="2116419884" sldId="2147484485"/>
            <pc:sldLayoutMk cId="2536281090" sldId="2147484499"/>
          </pc:sldLayoutMkLst>
        </pc:sldLayoutChg>
        <pc:sldLayoutChg chg="del">
          <pc:chgData name="Wu,Dan (MED CD&amp;O) BII-CN-S" userId="2543b386-fe23-4572-8b97-7e5aae483288" providerId="ADAL" clId="{CA1C0FA9-2EEA-44DD-8ED4-6427D6276670}" dt="2023-04-06T05:22:20.347" v="182" actId="2696"/>
          <pc:sldLayoutMkLst>
            <pc:docMk/>
            <pc:sldMasterMk cId="2116419884" sldId="2147484485"/>
            <pc:sldLayoutMk cId="3320802358" sldId="2147484500"/>
          </pc:sldLayoutMkLst>
        </pc:sldLayoutChg>
        <pc:sldLayoutChg chg="del">
          <pc:chgData name="Wu,Dan (MED CD&amp;O) BII-CN-S" userId="2543b386-fe23-4572-8b97-7e5aae483288" providerId="ADAL" clId="{CA1C0FA9-2EEA-44DD-8ED4-6427D6276670}" dt="2023-04-06T05:22:20.348" v="183" actId="2696"/>
          <pc:sldLayoutMkLst>
            <pc:docMk/>
            <pc:sldMasterMk cId="2116419884" sldId="2147484485"/>
            <pc:sldLayoutMk cId="3031657287" sldId="2147484501"/>
          </pc:sldLayoutMkLst>
        </pc:sldLayoutChg>
        <pc:sldLayoutChg chg="del">
          <pc:chgData name="Wu,Dan (MED CD&amp;O) BII-CN-S" userId="2543b386-fe23-4572-8b97-7e5aae483288" providerId="ADAL" clId="{CA1C0FA9-2EEA-44DD-8ED4-6427D6276670}" dt="2023-04-06T05:22:20.364" v="184" actId="2696"/>
          <pc:sldLayoutMkLst>
            <pc:docMk/>
            <pc:sldMasterMk cId="2116419884" sldId="2147484485"/>
            <pc:sldLayoutMk cId="4051315689" sldId="2147484502"/>
          </pc:sldLayoutMkLst>
        </pc:sldLayoutChg>
      </pc:sldMasterChg>
      <pc:sldMasterChg chg="del delSldLayout">
        <pc:chgData name="Wu,Dan (MED CD&amp;O) BII-CN-S" userId="2543b386-fe23-4572-8b97-7e5aae483288" providerId="ADAL" clId="{CA1C0FA9-2EEA-44DD-8ED4-6427D6276670}" dt="2023-04-06T05:22:22.232" v="565" actId="2696"/>
        <pc:sldMasterMkLst>
          <pc:docMk/>
          <pc:sldMasterMk cId="295423908" sldId="2147484524"/>
        </pc:sldMasterMkLst>
        <pc:sldLayoutChg chg="del">
          <pc:chgData name="Wu,Dan (MED CD&amp;O) BII-CN-S" userId="2543b386-fe23-4572-8b97-7e5aae483288" providerId="ADAL" clId="{CA1C0FA9-2EEA-44DD-8ED4-6427D6276670}" dt="2023-04-06T05:22:22.226" v="561" actId="2696"/>
          <pc:sldLayoutMkLst>
            <pc:docMk/>
            <pc:sldMasterMk cId="295423908" sldId="2147484524"/>
            <pc:sldLayoutMk cId="3238483334" sldId="2147484525"/>
          </pc:sldLayoutMkLst>
        </pc:sldLayoutChg>
        <pc:sldLayoutChg chg="del">
          <pc:chgData name="Wu,Dan (MED CD&amp;O) BII-CN-S" userId="2543b386-fe23-4572-8b97-7e5aae483288" providerId="ADAL" clId="{CA1C0FA9-2EEA-44DD-8ED4-6427D6276670}" dt="2023-04-06T05:22:22.228" v="562" actId="2696"/>
          <pc:sldLayoutMkLst>
            <pc:docMk/>
            <pc:sldMasterMk cId="295423908" sldId="2147484524"/>
            <pc:sldLayoutMk cId="3790137044" sldId="2147484526"/>
          </pc:sldLayoutMkLst>
        </pc:sldLayoutChg>
        <pc:sldLayoutChg chg="del">
          <pc:chgData name="Wu,Dan (MED CD&amp;O) BII-CN-S" userId="2543b386-fe23-4572-8b97-7e5aae483288" providerId="ADAL" clId="{CA1C0FA9-2EEA-44DD-8ED4-6427D6276670}" dt="2023-04-06T05:22:22.229" v="563" actId="2696"/>
          <pc:sldLayoutMkLst>
            <pc:docMk/>
            <pc:sldMasterMk cId="295423908" sldId="2147484524"/>
            <pc:sldLayoutMk cId="3813018106" sldId="2147484527"/>
          </pc:sldLayoutMkLst>
        </pc:sldLayoutChg>
        <pc:sldLayoutChg chg="del">
          <pc:chgData name="Wu,Dan (MED CD&amp;O) BII-CN-S" userId="2543b386-fe23-4572-8b97-7e5aae483288" providerId="ADAL" clId="{CA1C0FA9-2EEA-44DD-8ED4-6427D6276670}" dt="2023-04-06T05:22:22.230" v="564" actId="2696"/>
          <pc:sldLayoutMkLst>
            <pc:docMk/>
            <pc:sldMasterMk cId="295423908" sldId="2147484524"/>
            <pc:sldLayoutMk cId="343239352" sldId="2147484528"/>
          </pc:sldLayoutMkLst>
        </pc:sldLayoutChg>
      </pc:sldMasterChg>
    </pc:docChg>
  </pc:docChgLst>
  <pc:docChgLst>
    <pc:chgData name="Shen,Cindy (MED CD&amp;O) BII-CN-S" userId="S::cindy.shen@boehringer-ingelheim.com::4ef3a3e4-b0d2-4b61-83e5-e05e23635ff4" providerId="AD" clId="Web-{836AB813-3F0B-0A27-D539-7B076426100F}"/>
    <pc:docChg chg="modSld">
      <pc:chgData name="Shen,Cindy (MED CD&amp;O) BII-CN-S" userId="S::cindy.shen@boehringer-ingelheim.com::4ef3a3e4-b0d2-4b61-83e5-e05e23635ff4" providerId="AD" clId="Web-{836AB813-3F0B-0A27-D539-7B076426100F}" dt="2024-02-26T03:26:00.929" v="66" actId="1076"/>
      <pc:docMkLst>
        <pc:docMk/>
      </pc:docMkLst>
      <pc:sldChg chg="modSp">
        <pc:chgData name="Shen,Cindy (MED CD&amp;O) BII-CN-S" userId="S::cindy.shen@boehringer-ingelheim.com::4ef3a3e4-b0d2-4b61-83e5-e05e23635ff4" providerId="AD" clId="Web-{836AB813-3F0B-0A27-D539-7B076426100F}" dt="2024-02-26T03:07:59.745" v="46" actId="20577"/>
        <pc:sldMkLst>
          <pc:docMk/>
          <pc:sldMk cId="1203846494" sldId="2147481393"/>
        </pc:sldMkLst>
        <pc:spChg chg="mod">
          <ac:chgData name="Shen,Cindy (MED CD&amp;O) BII-CN-S" userId="S::cindy.shen@boehringer-ingelheim.com::4ef3a3e4-b0d2-4b61-83e5-e05e23635ff4" providerId="AD" clId="Web-{836AB813-3F0B-0A27-D539-7B076426100F}" dt="2024-02-26T03:07:59.745" v="46" actId="20577"/>
          <ac:spMkLst>
            <pc:docMk/>
            <pc:sldMk cId="1203846494" sldId="2147481393"/>
            <ac:spMk id="6" creationId="{9D4C3D96-3693-CB52-EE7C-09623DE8E8EA}"/>
          </ac:spMkLst>
        </pc:spChg>
        <pc:spChg chg="mod">
          <ac:chgData name="Shen,Cindy (MED CD&amp;O) BII-CN-S" userId="S::cindy.shen@boehringer-ingelheim.com::4ef3a3e4-b0d2-4b61-83e5-e05e23635ff4" providerId="AD" clId="Web-{836AB813-3F0B-0A27-D539-7B076426100F}" dt="2024-02-26T02:34:15.802" v="35" actId="20577"/>
          <ac:spMkLst>
            <pc:docMk/>
            <pc:sldMk cId="1203846494" sldId="2147481393"/>
            <ac:spMk id="157" creationId="{ABF1C8FA-24FE-4186-8317-54D0AE86DBB2}"/>
          </ac:spMkLst>
        </pc:spChg>
      </pc:sldChg>
      <pc:sldChg chg="addSp delSp modSp">
        <pc:chgData name="Shen,Cindy (MED CD&amp;O) BII-CN-S" userId="S::cindy.shen@boehringer-ingelheim.com::4ef3a3e4-b0d2-4b61-83e5-e05e23635ff4" providerId="AD" clId="Web-{836AB813-3F0B-0A27-D539-7B076426100F}" dt="2024-02-26T03:26:00.929" v="66" actId="1076"/>
        <pc:sldMkLst>
          <pc:docMk/>
          <pc:sldMk cId="951531086" sldId="2147481394"/>
        </pc:sldMkLst>
        <pc:spChg chg="mod">
          <ac:chgData name="Shen,Cindy (MED CD&amp;O) BII-CN-S" userId="S::cindy.shen@boehringer-ingelheim.com::4ef3a3e4-b0d2-4b61-83e5-e05e23635ff4" providerId="AD" clId="Web-{836AB813-3F0B-0A27-D539-7B076426100F}" dt="2024-02-26T03:22:12.392" v="50" actId="20577"/>
          <ac:spMkLst>
            <pc:docMk/>
            <pc:sldMk cId="951531086" sldId="2147481394"/>
            <ac:spMk id="6" creationId="{0DEAF4BA-6AD9-5E62-3E44-42FD83D67D4C}"/>
          </ac:spMkLst>
        </pc:spChg>
        <pc:spChg chg="mod">
          <ac:chgData name="Shen,Cindy (MED CD&amp;O) BII-CN-S" userId="S::cindy.shen@boehringer-ingelheim.com::4ef3a3e4-b0d2-4b61-83e5-e05e23635ff4" providerId="AD" clId="Web-{836AB813-3F0B-0A27-D539-7B076426100F}" dt="2024-02-26T03:24:21.052" v="58" actId="20577"/>
          <ac:spMkLst>
            <pc:docMk/>
            <pc:sldMk cId="951531086" sldId="2147481394"/>
            <ac:spMk id="10" creationId="{72A3568C-F3B5-F31F-8B3C-48C73A60BD44}"/>
          </ac:spMkLst>
        </pc:spChg>
        <pc:graphicFrameChg chg="add mod modGraphic">
          <ac:chgData name="Shen,Cindy (MED CD&amp;O) BII-CN-S" userId="S::cindy.shen@boehringer-ingelheim.com::4ef3a3e4-b0d2-4b61-83e5-e05e23635ff4" providerId="AD" clId="Web-{836AB813-3F0B-0A27-D539-7B076426100F}" dt="2024-02-26T03:26:00.929" v="66" actId="1076"/>
          <ac:graphicFrameMkLst>
            <pc:docMk/>
            <pc:sldMk cId="951531086" sldId="2147481394"/>
            <ac:graphicFrameMk id="3" creationId="{C3CDBB01-25FF-D58A-BBD9-64458D9FD524}"/>
          </ac:graphicFrameMkLst>
        </pc:graphicFrameChg>
        <pc:graphicFrameChg chg="del">
          <ac:chgData name="Shen,Cindy (MED CD&amp;O) BII-CN-S" userId="S::cindy.shen@boehringer-ingelheim.com::4ef3a3e4-b0d2-4b61-83e5-e05e23635ff4" providerId="AD" clId="Web-{836AB813-3F0B-0A27-D539-7B076426100F}" dt="2024-02-26T03:25:43.335" v="60"/>
          <ac:graphicFrameMkLst>
            <pc:docMk/>
            <pc:sldMk cId="951531086" sldId="2147481394"/>
            <ac:graphicFrameMk id="9" creationId="{1BB60884-FD98-83F8-DD7B-1F8FCE91D386}"/>
          </ac:graphicFrameMkLst>
        </pc:graphicFrameChg>
        <pc:picChg chg="del">
          <ac:chgData name="Shen,Cindy (MED CD&amp;O) BII-CN-S" userId="S::cindy.shen@boehringer-ingelheim.com::4ef3a3e4-b0d2-4b61-83e5-e05e23635ff4" providerId="AD" clId="Web-{836AB813-3F0B-0A27-D539-7B076426100F}" dt="2024-02-26T03:22:14.267" v="51"/>
          <ac:picMkLst>
            <pc:docMk/>
            <pc:sldMk cId="951531086" sldId="2147481394"/>
            <ac:picMk id="11" creationId="{12495DEB-06BF-5BD9-CCF6-8B5234235640}"/>
          </ac:picMkLst>
        </pc:picChg>
      </pc:sldChg>
      <pc:sldChg chg="modSp">
        <pc:chgData name="Shen,Cindy (MED CD&amp;O) BII-CN-S" userId="S::cindy.shen@boehringer-ingelheim.com::4ef3a3e4-b0d2-4b61-83e5-e05e23635ff4" providerId="AD" clId="Web-{836AB813-3F0B-0A27-D539-7B076426100F}" dt="2024-02-26T03:04:58.537" v="38" actId="20577"/>
        <pc:sldMkLst>
          <pc:docMk/>
          <pc:sldMk cId="743177320" sldId="2147481431"/>
        </pc:sldMkLst>
        <pc:spChg chg="mod">
          <ac:chgData name="Shen,Cindy (MED CD&amp;O) BII-CN-S" userId="S::cindy.shen@boehringer-ingelheim.com::4ef3a3e4-b0d2-4b61-83e5-e05e23635ff4" providerId="AD" clId="Web-{836AB813-3F0B-0A27-D539-7B076426100F}" dt="2024-02-26T03:04:58.537" v="38" actId="20577"/>
          <ac:spMkLst>
            <pc:docMk/>
            <pc:sldMk cId="743177320" sldId="2147481431"/>
            <ac:spMk id="16" creationId="{397C50CA-40EC-2B76-5DCF-8E4B0390FC5E}"/>
          </ac:spMkLst>
        </pc:spChg>
      </pc:sldChg>
    </pc:docChg>
  </pc:docChgLst>
  <pc:docChgLst>
    <pc:chgData name="zxSHA Li,Lili (MED CD&amp;O) EXTERNAL" userId="S::lili.li.ext@boehringer-ingelheim.com::caae5028-c4b7-4139-b798-d46cb2b8c45e" providerId="AD" clId="Web-{7C3183C1-FE10-134B-2785-0C940AF9B6EC}"/>
    <pc:docChg chg="modSld">
      <pc:chgData name="zxSHA Li,Lili (MED CD&amp;O) EXTERNAL" userId="S::lili.li.ext@boehringer-ingelheim.com::caae5028-c4b7-4139-b798-d46cb2b8c45e" providerId="AD" clId="Web-{7C3183C1-FE10-134B-2785-0C940AF9B6EC}" dt="2023-07-10T01:50:29.378" v="6" actId="1076"/>
      <pc:docMkLst>
        <pc:docMk/>
      </pc:docMkLst>
      <pc:sldChg chg="addSp delSp modSp">
        <pc:chgData name="zxSHA Li,Lili (MED CD&amp;O) EXTERNAL" userId="S::lili.li.ext@boehringer-ingelheim.com::caae5028-c4b7-4139-b798-d46cb2b8c45e" providerId="AD" clId="Web-{7C3183C1-FE10-134B-2785-0C940AF9B6EC}" dt="2023-07-10T01:50:29.378" v="6" actId="1076"/>
        <pc:sldMkLst>
          <pc:docMk/>
          <pc:sldMk cId="713550364" sldId="2147474092"/>
        </pc:sldMkLst>
        <pc:graphicFrameChg chg="add del mod">
          <ac:chgData name="zxSHA Li,Lili (MED CD&amp;O) EXTERNAL" userId="S::lili.li.ext@boehringer-ingelheim.com::caae5028-c4b7-4139-b798-d46cb2b8c45e" providerId="AD" clId="Web-{7C3183C1-FE10-134B-2785-0C940AF9B6EC}" dt="2023-07-10T01:50:29.378" v="6" actId="1076"/>
          <ac:graphicFrameMkLst>
            <pc:docMk/>
            <pc:sldMk cId="713550364" sldId="2147474092"/>
            <ac:graphicFrameMk id="3" creationId="{4775F1CF-3D8C-4AC1-AA7B-487896056739}"/>
          </ac:graphicFrameMkLst>
        </pc:graphicFrameChg>
        <pc:graphicFrameChg chg="mod modGraphic">
          <ac:chgData name="zxSHA Li,Lili (MED CD&amp;O) EXTERNAL" userId="S::lili.li.ext@boehringer-ingelheim.com::caae5028-c4b7-4139-b798-d46cb2b8c45e" providerId="AD" clId="Web-{7C3183C1-FE10-134B-2785-0C940AF9B6EC}" dt="2023-07-10T01:49:49.845" v="3"/>
          <ac:graphicFrameMkLst>
            <pc:docMk/>
            <pc:sldMk cId="713550364" sldId="2147474092"/>
            <ac:graphicFrameMk id="8" creationId="{1D0C9600-53FD-F6E7-02A7-0C5810C3ECFC}"/>
          </ac:graphicFrameMkLst>
        </pc:graphicFrameChg>
      </pc:sldChg>
    </pc:docChg>
  </pc:docChgLst>
  <pc:docChgLst>
    <pc:chgData name="Chen,Michael (HP Med RA) BII-CN-B" userId="d5e1e1c3-1b8e-4d7c-a738-2fc34bcfb3bb" providerId="ADAL" clId="{1C84A924-6D47-4ED4-92B7-BBD7FBA18288}"/>
    <pc:docChg chg="modSld">
      <pc:chgData name="Chen,Michael (HP Med RA) BII-CN-B" userId="d5e1e1c3-1b8e-4d7c-a738-2fc34bcfb3bb" providerId="ADAL" clId="{1C84A924-6D47-4ED4-92B7-BBD7FBA18288}" dt="2022-10-08T05:50:29.805" v="7" actId="20577"/>
      <pc:docMkLst>
        <pc:docMk/>
      </pc:docMkLst>
      <pc:sldChg chg="modSp mod">
        <pc:chgData name="Chen,Michael (HP Med RA) BII-CN-B" userId="d5e1e1c3-1b8e-4d7c-a738-2fc34bcfb3bb" providerId="ADAL" clId="{1C84A924-6D47-4ED4-92B7-BBD7FBA18288}" dt="2022-09-30T01:05:31.403" v="2"/>
        <pc:sldMkLst>
          <pc:docMk/>
          <pc:sldMk cId="2876164168" sldId="2147377296"/>
        </pc:sldMkLst>
        <pc:graphicFrameChg chg="mod modGraphic">
          <ac:chgData name="Chen,Michael (HP Med RA) BII-CN-B" userId="d5e1e1c3-1b8e-4d7c-a738-2fc34bcfb3bb" providerId="ADAL" clId="{1C84A924-6D47-4ED4-92B7-BBD7FBA18288}" dt="2022-09-30T01:05:31.403" v="2"/>
          <ac:graphicFrameMkLst>
            <pc:docMk/>
            <pc:sldMk cId="2876164168" sldId="2147377296"/>
            <ac:graphicFrameMk id="4" creationId="{CE4F806A-756F-4BE6-8340-EB8D9CD7A174}"/>
          </ac:graphicFrameMkLst>
        </pc:graphicFrameChg>
      </pc:sldChg>
      <pc:sldChg chg="modSp mod">
        <pc:chgData name="Chen,Michael (HP Med RA) BII-CN-B" userId="d5e1e1c3-1b8e-4d7c-a738-2fc34bcfb3bb" providerId="ADAL" clId="{1C84A924-6D47-4ED4-92B7-BBD7FBA18288}" dt="2022-10-08T05:50:29.805" v="7" actId="20577"/>
        <pc:sldMkLst>
          <pc:docMk/>
          <pc:sldMk cId="3191557910" sldId="2147377304"/>
        </pc:sldMkLst>
        <pc:spChg chg="mod">
          <ac:chgData name="Chen,Michael (HP Med RA) BII-CN-B" userId="d5e1e1c3-1b8e-4d7c-a738-2fc34bcfb3bb" providerId="ADAL" clId="{1C84A924-6D47-4ED4-92B7-BBD7FBA18288}" dt="2022-10-08T05:50:29.805" v="7" actId="20577"/>
          <ac:spMkLst>
            <pc:docMk/>
            <pc:sldMk cId="3191557910" sldId="2147377304"/>
            <ac:spMk id="125" creationId="{DFAA6683-0037-41A5-88BA-233844E272FA}"/>
          </ac:spMkLst>
        </pc:spChg>
      </pc:sldChg>
    </pc:docChg>
  </pc:docChgLst>
  <pc:docChgLst>
    <pc:chgData name="Zhang,Ying (MED CD&amp;O) BII-CN-S" userId="456eb1e0-4978-443e-822e-be854341a778" providerId="ADAL" clId="{32EC80D7-0BEB-431A-8A6D-152EA0DCBF04}"/>
    <pc:docChg chg="undo custSel delSld modSld">
      <pc:chgData name="Zhang,Ying (MED CD&amp;O) BII-CN-S" userId="456eb1e0-4978-443e-822e-be854341a778" providerId="ADAL" clId="{32EC80D7-0BEB-431A-8A6D-152EA0DCBF04}" dt="2023-01-06T09:00:40.259" v="359" actId="27636"/>
      <pc:docMkLst>
        <pc:docMk/>
      </pc:docMkLst>
      <pc:sldChg chg="addSp modSp mod">
        <pc:chgData name="Zhang,Ying (MED CD&amp;O) BII-CN-S" userId="456eb1e0-4978-443e-822e-be854341a778" providerId="ADAL" clId="{32EC80D7-0BEB-431A-8A6D-152EA0DCBF04}" dt="2023-01-06T08:59:49.510" v="357" actId="14100"/>
        <pc:sldMkLst>
          <pc:docMk/>
          <pc:sldMk cId="61691375" sldId="2147377318"/>
        </pc:sldMkLst>
        <pc:spChg chg="mod">
          <ac:chgData name="Zhang,Ying (MED CD&amp;O) BII-CN-S" userId="456eb1e0-4978-443e-822e-be854341a778" providerId="ADAL" clId="{32EC80D7-0BEB-431A-8A6D-152EA0DCBF04}" dt="2023-01-06T08:57:27.656" v="308" actId="1076"/>
          <ac:spMkLst>
            <pc:docMk/>
            <pc:sldMk cId="61691375" sldId="2147377318"/>
            <ac:spMk id="3" creationId="{BC64778C-F60A-42EC-A8AF-CAFCB85E7F8F}"/>
          </ac:spMkLst>
        </pc:spChg>
        <pc:spChg chg="add mod">
          <ac:chgData name="Zhang,Ying (MED CD&amp;O) BII-CN-S" userId="456eb1e0-4978-443e-822e-be854341a778" providerId="ADAL" clId="{32EC80D7-0BEB-431A-8A6D-152EA0DCBF04}" dt="2023-01-06T08:59:22.045" v="356" actId="20577"/>
          <ac:spMkLst>
            <pc:docMk/>
            <pc:sldMk cId="61691375" sldId="2147377318"/>
            <ac:spMk id="8" creationId="{A0F7E21A-A528-419A-91D3-A58B6EC1DC03}"/>
          </ac:spMkLst>
        </pc:spChg>
        <pc:graphicFrameChg chg="mod modGraphic">
          <ac:chgData name="Zhang,Ying (MED CD&amp;O) BII-CN-S" userId="456eb1e0-4978-443e-822e-be854341a778" providerId="ADAL" clId="{32EC80D7-0BEB-431A-8A6D-152EA0DCBF04}" dt="2023-01-06T08:59:49.510" v="357" actId="14100"/>
          <ac:graphicFrameMkLst>
            <pc:docMk/>
            <pc:sldMk cId="61691375" sldId="2147377318"/>
            <ac:graphicFrameMk id="12" creationId="{357B1C8E-8580-41B3-B4C3-CA79B424D31E}"/>
          </ac:graphicFrameMkLst>
        </pc:graphicFrameChg>
        <pc:graphicFrameChg chg="mod modGraphic">
          <ac:chgData name="Zhang,Ying (MED CD&amp;O) BII-CN-S" userId="456eb1e0-4978-443e-822e-be854341a778" providerId="ADAL" clId="{32EC80D7-0BEB-431A-8A6D-152EA0DCBF04}" dt="2023-01-06T08:56:27.657" v="299" actId="1076"/>
          <ac:graphicFrameMkLst>
            <pc:docMk/>
            <pc:sldMk cId="61691375" sldId="2147377318"/>
            <ac:graphicFrameMk id="13" creationId="{F1B17DDF-10EC-43B8-B2CD-9D9AE8641C4E}"/>
          </ac:graphicFrameMkLst>
        </pc:graphicFrameChg>
        <pc:picChg chg="mod">
          <ac:chgData name="Zhang,Ying (MED CD&amp;O) BII-CN-S" userId="456eb1e0-4978-443e-822e-be854341a778" providerId="ADAL" clId="{32EC80D7-0BEB-431A-8A6D-152EA0DCBF04}" dt="2023-01-06T08:57:43.978" v="309" actId="1076"/>
          <ac:picMkLst>
            <pc:docMk/>
            <pc:sldMk cId="61691375" sldId="2147377318"/>
            <ac:picMk id="4" creationId="{628A3BC6-DE19-4C36-BEC7-53ED1B21A2D6}"/>
          </ac:picMkLst>
        </pc:picChg>
      </pc:sldChg>
      <pc:sldChg chg="modSp mod">
        <pc:chgData name="Zhang,Ying (MED CD&amp;O) BII-CN-S" userId="456eb1e0-4978-443e-822e-be854341a778" providerId="ADAL" clId="{32EC80D7-0BEB-431A-8A6D-152EA0DCBF04}" dt="2023-01-06T08:54:00.140" v="291" actId="20577"/>
        <pc:sldMkLst>
          <pc:docMk/>
          <pc:sldMk cId="3492828214" sldId="2147377320"/>
        </pc:sldMkLst>
        <pc:graphicFrameChg chg="mod modGraphic">
          <ac:chgData name="Zhang,Ying (MED CD&amp;O) BII-CN-S" userId="456eb1e0-4978-443e-822e-be854341a778" providerId="ADAL" clId="{32EC80D7-0BEB-431A-8A6D-152EA0DCBF04}" dt="2023-01-06T08:54:00.140" v="291" actId="20577"/>
          <ac:graphicFrameMkLst>
            <pc:docMk/>
            <pc:sldMk cId="3492828214" sldId="2147377320"/>
            <ac:graphicFrameMk id="5" creationId="{6B68B1B5-ADC9-41D0-8496-A7818BEFE716}"/>
          </ac:graphicFrameMkLst>
        </pc:graphicFrameChg>
      </pc:sldChg>
      <pc:sldChg chg="modSp mod">
        <pc:chgData name="Zhang,Ying (MED CD&amp;O) BII-CN-S" userId="456eb1e0-4978-443e-822e-be854341a778" providerId="ADAL" clId="{32EC80D7-0BEB-431A-8A6D-152EA0DCBF04}" dt="2023-01-06T08:25:57.306" v="6" actId="20577"/>
        <pc:sldMkLst>
          <pc:docMk/>
          <pc:sldMk cId="527551734" sldId="2147469264"/>
        </pc:sldMkLst>
        <pc:spChg chg="mod">
          <ac:chgData name="Zhang,Ying (MED CD&amp;O) BII-CN-S" userId="456eb1e0-4978-443e-822e-be854341a778" providerId="ADAL" clId="{32EC80D7-0BEB-431A-8A6D-152EA0DCBF04}" dt="2023-01-06T08:25:57.306" v="6" actId="20577"/>
          <ac:spMkLst>
            <pc:docMk/>
            <pc:sldMk cId="527551734" sldId="2147469264"/>
            <ac:spMk id="2" creationId="{899E9FD5-14F4-46B5-85BD-4B2D5616E6A9}"/>
          </ac:spMkLst>
        </pc:spChg>
      </pc:sldChg>
      <pc:sldChg chg="modSp mod">
        <pc:chgData name="Zhang,Ying (MED CD&amp;O) BII-CN-S" userId="456eb1e0-4978-443e-822e-be854341a778" providerId="ADAL" clId="{32EC80D7-0BEB-431A-8A6D-152EA0DCBF04}" dt="2023-01-06T08:26:10.276" v="14" actId="20577"/>
        <pc:sldMkLst>
          <pc:docMk/>
          <pc:sldMk cId="1273623890" sldId="2147469265"/>
        </pc:sldMkLst>
        <pc:spChg chg="mod">
          <ac:chgData name="Zhang,Ying (MED CD&amp;O) BII-CN-S" userId="456eb1e0-4978-443e-822e-be854341a778" providerId="ADAL" clId="{32EC80D7-0BEB-431A-8A6D-152EA0DCBF04}" dt="2023-01-06T08:26:10.276" v="14" actId="20577"/>
          <ac:spMkLst>
            <pc:docMk/>
            <pc:sldMk cId="1273623890" sldId="2147469265"/>
            <ac:spMk id="2" creationId="{899E9FD5-14F4-46B5-85BD-4B2D5616E6A9}"/>
          </ac:spMkLst>
        </pc:spChg>
      </pc:sldChg>
      <pc:sldChg chg="modSp mod">
        <pc:chgData name="Zhang,Ying (MED CD&amp;O) BII-CN-S" userId="456eb1e0-4978-443e-822e-be854341a778" providerId="ADAL" clId="{32EC80D7-0BEB-431A-8A6D-152EA0DCBF04}" dt="2023-01-06T08:26:22.435" v="22" actId="6549"/>
        <pc:sldMkLst>
          <pc:docMk/>
          <pc:sldMk cId="1394363315" sldId="2147469266"/>
        </pc:sldMkLst>
        <pc:spChg chg="mod">
          <ac:chgData name="Zhang,Ying (MED CD&amp;O) BII-CN-S" userId="456eb1e0-4978-443e-822e-be854341a778" providerId="ADAL" clId="{32EC80D7-0BEB-431A-8A6D-152EA0DCBF04}" dt="2023-01-06T08:26:22.435" v="22" actId="6549"/>
          <ac:spMkLst>
            <pc:docMk/>
            <pc:sldMk cId="1394363315" sldId="2147469266"/>
            <ac:spMk id="2" creationId="{899E9FD5-14F4-46B5-85BD-4B2D5616E6A9}"/>
          </ac:spMkLst>
        </pc:spChg>
      </pc:sldChg>
      <pc:sldChg chg="modSp mod">
        <pc:chgData name="Zhang,Ying (MED CD&amp;O) BII-CN-S" userId="456eb1e0-4978-443e-822e-be854341a778" providerId="ADAL" clId="{32EC80D7-0BEB-431A-8A6D-152EA0DCBF04}" dt="2023-01-06T08:26:32.108" v="30" actId="6549"/>
        <pc:sldMkLst>
          <pc:docMk/>
          <pc:sldMk cId="1500558370" sldId="2147469267"/>
        </pc:sldMkLst>
        <pc:spChg chg="mod">
          <ac:chgData name="Zhang,Ying (MED CD&amp;O) BII-CN-S" userId="456eb1e0-4978-443e-822e-be854341a778" providerId="ADAL" clId="{32EC80D7-0BEB-431A-8A6D-152EA0DCBF04}" dt="2023-01-06T08:26:32.108" v="30" actId="6549"/>
          <ac:spMkLst>
            <pc:docMk/>
            <pc:sldMk cId="1500558370" sldId="2147469267"/>
            <ac:spMk id="2" creationId="{899E9FD5-14F4-46B5-85BD-4B2D5616E6A9}"/>
          </ac:spMkLst>
        </pc:spChg>
      </pc:sldChg>
      <pc:sldChg chg="modSp mod">
        <pc:chgData name="Zhang,Ying (MED CD&amp;O) BII-CN-S" userId="456eb1e0-4978-443e-822e-be854341a778" providerId="ADAL" clId="{32EC80D7-0BEB-431A-8A6D-152EA0DCBF04}" dt="2023-01-06T09:00:40.259" v="359" actId="27636"/>
        <pc:sldMkLst>
          <pc:docMk/>
          <pc:sldMk cId="1772141531" sldId="2147471166"/>
        </pc:sldMkLst>
        <pc:spChg chg="mod">
          <ac:chgData name="Zhang,Ying (MED CD&amp;O) BII-CN-S" userId="456eb1e0-4978-443e-822e-be854341a778" providerId="ADAL" clId="{32EC80D7-0BEB-431A-8A6D-152EA0DCBF04}" dt="2023-01-06T09:00:40.259" v="359" actId="27636"/>
          <ac:spMkLst>
            <pc:docMk/>
            <pc:sldMk cId="1772141531" sldId="2147471166"/>
            <ac:spMk id="2" creationId="{899E9FD5-14F4-46B5-85BD-4B2D5616E6A9}"/>
          </ac:spMkLst>
        </pc:spChg>
      </pc:sldChg>
      <pc:sldChg chg="del">
        <pc:chgData name="Zhang,Ying (MED CD&amp;O) BII-CN-S" userId="456eb1e0-4978-443e-822e-be854341a778" providerId="ADAL" clId="{32EC80D7-0BEB-431A-8A6D-152EA0DCBF04}" dt="2023-01-06T08:57:45.704" v="310" actId="47"/>
        <pc:sldMkLst>
          <pc:docMk/>
          <pc:sldMk cId="2272010735" sldId="2147471168"/>
        </pc:sldMkLst>
      </pc:sldChg>
    </pc:docChg>
  </pc:docChgLst>
  <pc:docChgLst>
    <pc:chgData name="Shi,Cherry (HP Medicine) BII-CN-S" userId="S::cherry.shi@boehringer-ingelheim.com::d1fa847a-fc45-456f-9c70-a123cc9ed61e" providerId="AD" clId="Web-{F888FC68-B0EB-2051-1523-9FB8E4A254AE}"/>
    <pc:docChg chg="modSld">
      <pc:chgData name="Shi,Cherry (HP Medicine) BII-CN-S" userId="S::cherry.shi@boehringer-ingelheim.com::d1fa847a-fc45-456f-9c70-a123cc9ed61e" providerId="AD" clId="Web-{F888FC68-B0EB-2051-1523-9FB8E4A254AE}" dt="2022-05-06T04:50:28.855" v="34" actId="20577"/>
      <pc:docMkLst>
        <pc:docMk/>
      </pc:docMkLst>
      <pc:sldChg chg="modSp">
        <pc:chgData name="Shi,Cherry (HP Medicine) BII-CN-S" userId="S::cherry.shi@boehringer-ingelheim.com::d1fa847a-fc45-456f-9c70-a123cc9ed61e" providerId="AD" clId="Web-{F888FC68-B0EB-2051-1523-9FB8E4A254AE}" dt="2022-05-06T04:50:28.855" v="34" actId="20577"/>
        <pc:sldMkLst>
          <pc:docMk/>
          <pc:sldMk cId="2777933554" sldId="2147377173"/>
        </pc:sldMkLst>
        <pc:spChg chg="mod">
          <ac:chgData name="Shi,Cherry (HP Medicine) BII-CN-S" userId="S::cherry.shi@boehringer-ingelheim.com::d1fa847a-fc45-456f-9c70-a123cc9ed61e" providerId="AD" clId="Web-{F888FC68-B0EB-2051-1523-9FB8E4A254AE}" dt="2022-05-06T04:50:28.855" v="34" actId="20577"/>
          <ac:spMkLst>
            <pc:docMk/>
            <pc:sldMk cId="2777933554" sldId="2147377173"/>
            <ac:spMk id="41" creationId="{80672632-5059-4D01-BB59-096554D9CD3A}"/>
          </ac:spMkLst>
        </pc:spChg>
      </pc:sldChg>
    </pc:docChg>
  </pc:docChgLst>
  <pc:docChgLst>
    <pc:chgData name="Chen,Michael (HP Med RA) BII-CN-B" userId="d5e1e1c3-1b8e-4d7c-a738-2fc34bcfb3bb" providerId="ADAL" clId="{2F165610-EE5F-4D2F-8D20-E016F2E79C65}"/>
    <pc:docChg chg="modSld">
      <pc:chgData name="Chen,Michael (HP Med RA) BII-CN-B" userId="d5e1e1c3-1b8e-4d7c-a738-2fc34bcfb3bb" providerId="ADAL" clId="{2F165610-EE5F-4D2F-8D20-E016F2E79C65}" dt="2022-12-10T10:23:23.484" v="19" actId="20577"/>
      <pc:docMkLst>
        <pc:docMk/>
      </pc:docMkLst>
      <pc:sldChg chg="modSp mod">
        <pc:chgData name="Chen,Michael (HP Med RA) BII-CN-B" userId="d5e1e1c3-1b8e-4d7c-a738-2fc34bcfb3bb" providerId="ADAL" clId="{2F165610-EE5F-4D2F-8D20-E016F2E79C65}" dt="2022-12-10T10:23:23.484" v="19" actId="20577"/>
        <pc:sldMkLst>
          <pc:docMk/>
          <pc:sldMk cId="463325420" sldId="2147469212"/>
        </pc:sldMkLst>
        <pc:graphicFrameChg chg="mod modGraphic">
          <ac:chgData name="Chen,Michael (HP Med RA) BII-CN-B" userId="d5e1e1c3-1b8e-4d7c-a738-2fc34bcfb3bb" providerId="ADAL" clId="{2F165610-EE5F-4D2F-8D20-E016F2E79C65}" dt="2022-12-10T10:23:23.484" v="19" actId="20577"/>
          <ac:graphicFrameMkLst>
            <pc:docMk/>
            <pc:sldMk cId="463325420" sldId="2147469212"/>
            <ac:graphicFrameMk id="4" creationId="{CE4F806A-756F-4BE6-8340-EB8D9CD7A174}"/>
          </ac:graphicFrameMkLst>
        </pc:graphicFrameChg>
      </pc:sldChg>
    </pc:docChg>
  </pc:docChgLst>
  <pc:docChgLst>
    <pc:chgData name="Li,Yuting (HP Medicine) BII-CN-S" userId="ce8fbb54-122c-426d-b8da-fdcc5e1b5022" providerId="ADAL" clId="{B0D6BC60-851E-4E76-8621-0DF043D186FA}"/>
    <pc:docChg chg="undo custSel modSld">
      <pc:chgData name="Li,Yuting (HP Medicine) BII-CN-S" userId="ce8fbb54-122c-426d-b8da-fdcc5e1b5022" providerId="ADAL" clId="{B0D6BC60-851E-4E76-8621-0DF043D186FA}" dt="2022-10-08T06:57:31.864" v="987" actId="20577"/>
      <pc:docMkLst>
        <pc:docMk/>
      </pc:docMkLst>
      <pc:sldChg chg="addSp delSp modSp mod">
        <pc:chgData name="Li,Yuting (HP Medicine) BII-CN-S" userId="ce8fbb54-122c-426d-b8da-fdcc5e1b5022" providerId="ADAL" clId="{B0D6BC60-851E-4E76-8621-0DF043D186FA}" dt="2022-10-08T06:36:14.832" v="675" actId="478"/>
        <pc:sldMkLst>
          <pc:docMk/>
          <pc:sldMk cId="3859353500" sldId="9412"/>
        </pc:sldMkLst>
        <pc:spChg chg="mod">
          <ac:chgData name="Li,Yuting (HP Medicine) BII-CN-S" userId="ce8fbb54-122c-426d-b8da-fdcc5e1b5022" providerId="ADAL" clId="{B0D6BC60-851E-4E76-8621-0DF043D186FA}" dt="2022-10-08T06:31:35.394" v="628" actId="20577"/>
          <ac:spMkLst>
            <pc:docMk/>
            <pc:sldMk cId="3859353500" sldId="9412"/>
            <ac:spMk id="2" creationId="{26AFAD3C-C36C-44D6-BCE6-B69D3C58C171}"/>
          </ac:spMkLst>
        </pc:spChg>
        <pc:spChg chg="mod">
          <ac:chgData name="Li,Yuting (HP Medicine) BII-CN-S" userId="ce8fbb54-122c-426d-b8da-fdcc5e1b5022" providerId="ADAL" clId="{B0D6BC60-851E-4E76-8621-0DF043D186FA}" dt="2022-10-08T06:29:33.351" v="380" actId="20577"/>
          <ac:spMkLst>
            <pc:docMk/>
            <pc:sldMk cId="3859353500" sldId="9412"/>
            <ac:spMk id="5" creationId="{45D085D4-25C1-4259-9D8E-0E695D517833}"/>
          </ac:spMkLst>
        </pc:spChg>
        <pc:spChg chg="mod">
          <ac:chgData name="Li,Yuting (HP Medicine) BII-CN-S" userId="ce8fbb54-122c-426d-b8da-fdcc5e1b5022" providerId="ADAL" clId="{B0D6BC60-851E-4E76-8621-0DF043D186FA}" dt="2022-10-08T06:36:08.859" v="674" actId="12"/>
          <ac:spMkLst>
            <pc:docMk/>
            <pc:sldMk cId="3859353500" sldId="9412"/>
            <ac:spMk id="10" creationId="{055147EE-1DDC-4042-8C5A-0FDD781BEC93}"/>
          </ac:spMkLst>
        </pc:spChg>
        <pc:spChg chg="add del mod">
          <ac:chgData name="Li,Yuting (HP Medicine) BII-CN-S" userId="ce8fbb54-122c-426d-b8da-fdcc5e1b5022" providerId="ADAL" clId="{B0D6BC60-851E-4E76-8621-0DF043D186FA}" dt="2022-10-08T06:34:11.921" v="656" actId="6549"/>
          <ac:spMkLst>
            <pc:docMk/>
            <pc:sldMk cId="3859353500" sldId="9412"/>
            <ac:spMk id="13" creationId="{5554A5C3-8DC1-4710-AED7-7D8D32CD2E6C}"/>
          </ac:spMkLst>
        </pc:spChg>
        <pc:spChg chg="mod">
          <ac:chgData name="Li,Yuting (HP Medicine) BII-CN-S" userId="ce8fbb54-122c-426d-b8da-fdcc5e1b5022" providerId="ADAL" clId="{B0D6BC60-851E-4E76-8621-0DF043D186FA}" dt="2022-10-08T06:32:39.035" v="651" actId="1076"/>
          <ac:spMkLst>
            <pc:docMk/>
            <pc:sldMk cId="3859353500" sldId="9412"/>
            <ac:spMk id="15" creationId="{7045298C-8CC1-4916-97F5-5EE799AEB374}"/>
          </ac:spMkLst>
        </pc:spChg>
        <pc:spChg chg="mod">
          <ac:chgData name="Li,Yuting (HP Medicine) BII-CN-S" userId="ce8fbb54-122c-426d-b8da-fdcc5e1b5022" providerId="ADAL" clId="{B0D6BC60-851E-4E76-8621-0DF043D186FA}" dt="2022-10-08T06:32:46.955" v="652" actId="1076"/>
          <ac:spMkLst>
            <pc:docMk/>
            <pc:sldMk cId="3859353500" sldId="9412"/>
            <ac:spMk id="16" creationId="{C68CB359-2E62-4F02-9FE7-3084B23C64E4}"/>
          </ac:spMkLst>
        </pc:spChg>
        <pc:spChg chg="add del mod">
          <ac:chgData name="Li,Yuting (HP Medicine) BII-CN-S" userId="ce8fbb54-122c-426d-b8da-fdcc5e1b5022" providerId="ADAL" clId="{B0D6BC60-851E-4E76-8621-0DF043D186FA}" dt="2022-10-08T06:36:14.832" v="675" actId="478"/>
          <ac:spMkLst>
            <pc:docMk/>
            <pc:sldMk cId="3859353500" sldId="9412"/>
            <ac:spMk id="18" creationId="{252C3DCA-09C6-4020-AFE9-3251A888B6A5}"/>
          </ac:spMkLst>
        </pc:spChg>
        <pc:spChg chg="mod">
          <ac:chgData name="Li,Yuting (HP Medicine) BII-CN-S" userId="ce8fbb54-122c-426d-b8da-fdcc5e1b5022" providerId="ADAL" clId="{B0D6BC60-851E-4E76-8621-0DF043D186FA}" dt="2022-10-08T06:36:00.522" v="673" actId="15"/>
          <ac:spMkLst>
            <pc:docMk/>
            <pc:sldMk cId="3859353500" sldId="9412"/>
            <ac:spMk id="21" creationId="{2F7B2884-D7A8-4E60-8BCC-22AF08A39800}"/>
          </ac:spMkLst>
        </pc:spChg>
        <pc:grpChg chg="mod">
          <ac:chgData name="Li,Yuting (HP Medicine) BII-CN-S" userId="ce8fbb54-122c-426d-b8da-fdcc5e1b5022" providerId="ADAL" clId="{B0D6BC60-851E-4E76-8621-0DF043D186FA}" dt="2022-10-08T06:28:30.837" v="360" actId="1036"/>
          <ac:grpSpMkLst>
            <pc:docMk/>
            <pc:sldMk cId="3859353500" sldId="9412"/>
            <ac:grpSpMk id="3" creationId="{03404E82-F61E-4AA2-9B30-EE3C6606068C}"/>
          </ac:grpSpMkLst>
        </pc:grpChg>
        <pc:grpChg chg="mod">
          <ac:chgData name="Li,Yuting (HP Medicine) BII-CN-S" userId="ce8fbb54-122c-426d-b8da-fdcc5e1b5022" providerId="ADAL" clId="{B0D6BC60-851E-4E76-8621-0DF043D186FA}" dt="2022-10-08T06:28:30.837" v="360" actId="1036"/>
          <ac:grpSpMkLst>
            <pc:docMk/>
            <pc:sldMk cId="3859353500" sldId="9412"/>
            <ac:grpSpMk id="8" creationId="{31A592F9-ED5F-4525-9300-E7A431ED7500}"/>
          </ac:grpSpMkLst>
        </pc:grpChg>
        <pc:grpChg chg="add mod">
          <ac:chgData name="Li,Yuting (HP Medicine) BII-CN-S" userId="ce8fbb54-122c-426d-b8da-fdcc5e1b5022" providerId="ADAL" clId="{B0D6BC60-851E-4E76-8621-0DF043D186FA}" dt="2022-10-08T06:35:29.116" v="661" actId="1076"/>
          <ac:grpSpMkLst>
            <pc:docMk/>
            <pc:sldMk cId="3859353500" sldId="9412"/>
            <ac:grpSpMk id="19" creationId="{D185EC70-48EA-4ECA-AAB0-B5DDC4F1833F}"/>
          </ac:grpSpMkLst>
        </pc:grpChg>
        <pc:grpChg chg="mod">
          <ac:chgData name="Li,Yuting (HP Medicine) BII-CN-S" userId="ce8fbb54-122c-426d-b8da-fdcc5e1b5022" providerId="ADAL" clId="{B0D6BC60-851E-4E76-8621-0DF043D186FA}" dt="2022-10-08T06:35:22.651" v="660"/>
          <ac:grpSpMkLst>
            <pc:docMk/>
            <pc:sldMk cId="3859353500" sldId="9412"/>
            <ac:grpSpMk id="20" creationId="{D5A26585-45D5-478B-8EE0-5C6DA5A3A149}"/>
          </ac:grpSpMkLst>
        </pc:grpChg>
        <pc:cxnChg chg="mod">
          <ac:chgData name="Li,Yuting (HP Medicine) BII-CN-S" userId="ce8fbb54-122c-426d-b8da-fdcc5e1b5022" providerId="ADAL" clId="{B0D6BC60-851E-4E76-8621-0DF043D186FA}" dt="2022-10-08T06:35:22.651" v="660"/>
          <ac:cxnSpMkLst>
            <pc:docMk/>
            <pc:sldMk cId="3859353500" sldId="9412"/>
            <ac:cxnSpMk id="22" creationId="{66A9239C-561F-4F9A-9A83-6B91F223B238}"/>
          </ac:cxnSpMkLst>
        </pc:cxnChg>
        <pc:cxnChg chg="mod">
          <ac:chgData name="Li,Yuting (HP Medicine) BII-CN-S" userId="ce8fbb54-122c-426d-b8da-fdcc5e1b5022" providerId="ADAL" clId="{B0D6BC60-851E-4E76-8621-0DF043D186FA}" dt="2022-10-08T06:35:22.651" v="660"/>
          <ac:cxnSpMkLst>
            <pc:docMk/>
            <pc:sldMk cId="3859353500" sldId="9412"/>
            <ac:cxnSpMk id="23" creationId="{0F633FEA-6B86-4C9C-986B-9E31B51168E8}"/>
          </ac:cxnSpMkLst>
        </pc:cxnChg>
      </pc:sldChg>
      <pc:sldChg chg="mod modShow">
        <pc:chgData name="Li,Yuting (HP Medicine) BII-CN-S" userId="ce8fbb54-122c-426d-b8da-fdcc5e1b5022" providerId="ADAL" clId="{B0D6BC60-851E-4E76-8621-0DF043D186FA}" dt="2022-10-08T02:30:46.475" v="0" actId="729"/>
        <pc:sldMkLst>
          <pc:docMk/>
          <pc:sldMk cId="1076526949" sldId="9436"/>
        </pc:sldMkLst>
      </pc:sldChg>
      <pc:sldChg chg="modSp mod">
        <pc:chgData name="Li,Yuting (HP Medicine) BII-CN-S" userId="ce8fbb54-122c-426d-b8da-fdcc5e1b5022" providerId="ADAL" clId="{B0D6BC60-851E-4E76-8621-0DF043D186FA}" dt="2022-10-08T05:53:29.628" v="223" actId="1076"/>
        <pc:sldMkLst>
          <pc:docMk/>
          <pc:sldMk cId="2295491106" sldId="2147377288"/>
        </pc:sldMkLst>
        <pc:spChg chg="mod">
          <ac:chgData name="Li,Yuting (HP Medicine) BII-CN-S" userId="ce8fbb54-122c-426d-b8da-fdcc5e1b5022" providerId="ADAL" clId="{B0D6BC60-851E-4E76-8621-0DF043D186FA}" dt="2022-10-08T05:51:33.230" v="193" actId="1076"/>
          <ac:spMkLst>
            <pc:docMk/>
            <pc:sldMk cId="2295491106" sldId="2147377288"/>
            <ac:spMk id="53" creationId="{B6ED3B7D-1686-4AD8-8AD7-480CF0A6E4B6}"/>
          </ac:spMkLst>
        </pc:spChg>
        <pc:spChg chg="mod">
          <ac:chgData name="Li,Yuting (HP Medicine) BII-CN-S" userId="ce8fbb54-122c-426d-b8da-fdcc5e1b5022" providerId="ADAL" clId="{B0D6BC60-851E-4E76-8621-0DF043D186FA}" dt="2022-10-08T05:48:09.941" v="69" actId="1076"/>
          <ac:spMkLst>
            <pc:docMk/>
            <pc:sldMk cId="2295491106" sldId="2147377288"/>
            <ac:spMk id="54" creationId="{1E3E7DC8-9142-46E1-8AF9-0C34BA97CE12}"/>
          </ac:spMkLst>
        </pc:spChg>
        <pc:spChg chg="mod">
          <ac:chgData name="Li,Yuting (HP Medicine) BII-CN-S" userId="ce8fbb54-122c-426d-b8da-fdcc5e1b5022" providerId="ADAL" clId="{B0D6BC60-851E-4E76-8621-0DF043D186FA}" dt="2022-10-08T05:46:59.433" v="64" actId="1076"/>
          <ac:spMkLst>
            <pc:docMk/>
            <pc:sldMk cId="2295491106" sldId="2147377288"/>
            <ac:spMk id="59" creationId="{3F1030BC-F457-4B67-87E9-18EC0181D09F}"/>
          </ac:spMkLst>
        </pc:spChg>
        <pc:spChg chg="mod">
          <ac:chgData name="Li,Yuting (HP Medicine) BII-CN-S" userId="ce8fbb54-122c-426d-b8da-fdcc5e1b5022" providerId="ADAL" clId="{B0D6BC60-851E-4E76-8621-0DF043D186FA}" dt="2022-10-08T05:48:44.163" v="82" actId="1036"/>
          <ac:spMkLst>
            <pc:docMk/>
            <pc:sldMk cId="2295491106" sldId="2147377288"/>
            <ac:spMk id="60" creationId="{721D7A13-1B3E-43CC-ABB5-F2E158BD30C2}"/>
          </ac:spMkLst>
        </pc:spChg>
        <pc:spChg chg="mod">
          <ac:chgData name="Li,Yuting (HP Medicine) BII-CN-S" userId="ce8fbb54-122c-426d-b8da-fdcc5e1b5022" providerId="ADAL" clId="{B0D6BC60-851E-4E76-8621-0DF043D186FA}" dt="2022-10-08T05:47:56.970" v="66" actId="1076"/>
          <ac:spMkLst>
            <pc:docMk/>
            <pc:sldMk cId="2295491106" sldId="2147377288"/>
            <ac:spMk id="61" creationId="{0A348597-006B-45C4-A56E-A5D614820CFB}"/>
          </ac:spMkLst>
        </pc:spChg>
        <pc:spChg chg="mod">
          <ac:chgData name="Li,Yuting (HP Medicine) BII-CN-S" userId="ce8fbb54-122c-426d-b8da-fdcc5e1b5022" providerId="ADAL" clId="{B0D6BC60-851E-4E76-8621-0DF043D186FA}" dt="2022-10-08T05:53:09.274" v="218" actId="554"/>
          <ac:spMkLst>
            <pc:docMk/>
            <pc:sldMk cId="2295491106" sldId="2147377288"/>
            <ac:spMk id="71" creationId="{5B18D90B-64FC-4253-99CE-234990238DE9}"/>
          </ac:spMkLst>
        </pc:spChg>
        <pc:spChg chg="mod">
          <ac:chgData name="Li,Yuting (HP Medicine) BII-CN-S" userId="ce8fbb54-122c-426d-b8da-fdcc5e1b5022" providerId="ADAL" clId="{B0D6BC60-851E-4E76-8621-0DF043D186FA}" dt="2022-10-08T05:49:44.734" v="167" actId="20577"/>
          <ac:spMkLst>
            <pc:docMk/>
            <pc:sldMk cId="2295491106" sldId="2147377288"/>
            <ac:spMk id="75" creationId="{9617292B-BA99-4D01-B94B-E1F79FFD3053}"/>
          </ac:spMkLst>
        </pc:spChg>
        <pc:spChg chg="mod">
          <ac:chgData name="Li,Yuting (HP Medicine) BII-CN-S" userId="ce8fbb54-122c-426d-b8da-fdcc5e1b5022" providerId="ADAL" clId="{B0D6BC60-851E-4E76-8621-0DF043D186FA}" dt="2022-10-08T05:53:21.608" v="220" actId="14100"/>
          <ac:spMkLst>
            <pc:docMk/>
            <pc:sldMk cId="2295491106" sldId="2147377288"/>
            <ac:spMk id="78" creationId="{98F0ECD9-3612-4C0B-A2FE-68C7D6AAAE6A}"/>
          </ac:spMkLst>
        </pc:spChg>
        <pc:spChg chg="mod">
          <ac:chgData name="Li,Yuting (HP Medicine) BII-CN-S" userId="ce8fbb54-122c-426d-b8da-fdcc5e1b5022" providerId="ADAL" clId="{B0D6BC60-851E-4E76-8621-0DF043D186FA}" dt="2022-10-08T05:53:24.437" v="221" actId="1076"/>
          <ac:spMkLst>
            <pc:docMk/>
            <pc:sldMk cId="2295491106" sldId="2147377288"/>
            <ac:spMk id="81" creationId="{BF5BFBB2-85F5-4AAF-8712-3FFF276186BF}"/>
          </ac:spMkLst>
        </pc:spChg>
        <pc:spChg chg="mod">
          <ac:chgData name="Li,Yuting (HP Medicine) BII-CN-S" userId="ce8fbb54-122c-426d-b8da-fdcc5e1b5022" providerId="ADAL" clId="{B0D6BC60-851E-4E76-8621-0DF043D186FA}" dt="2022-10-08T05:49:03.981" v="129" actId="1037"/>
          <ac:spMkLst>
            <pc:docMk/>
            <pc:sldMk cId="2295491106" sldId="2147377288"/>
            <ac:spMk id="82" creationId="{DE51D9F8-051F-4FF2-BCE9-33F10720DB90}"/>
          </ac:spMkLst>
        </pc:spChg>
        <pc:spChg chg="mod">
          <ac:chgData name="Li,Yuting (HP Medicine) BII-CN-S" userId="ce8fbb54-122c-426d-b8da-fdcc5e1b5022" providerId="ADAL" clId="{B0D6BC60-851E-4E76-8621-0DF043D186FA}" dt="2022-10-08T05:53:16.996" v="219" actId="14100"/>
          <ac:spMkLst>
            <pc:docMk/>
            <pc:sldMk cId="2295491106" sldId="2147377288"/>
            <ac:spMk id="83" creationId="{3EAE0F94-6C68-4ABB-A002-2572095F3EB1}"/>
          </ac:spMkLst>
        </pc:spChg>
        <pc:spChg chg="mod">
          <ac:chgData name="Li,Yuting (HP Medicine) BII-CN-S" userId="ce8fbb54-122c-426d-b8da-fdcc5e1b5022" providerId="ADAL" clId="{B0D6BC60-851E-4E76-8621-0DF043D186FA}" dt="2022-10-08T05:53:26.329" v="222" actId="1076"/>
          <ac:spMkLst>
            <pc:docMk/>
            <pc:sldMk cId="2295491106" sldId="2147377288"/>
            <ac:spMk id="84" creationId="{E699087D-3D8F-4ECD-BC87-848B10EF47C6}"/>
          </ac:spMkLst>
        </pc:spChg>
        <pc:spChg chg="mod">
          <ac:chgData name="Li,Yuting (HP Medicine) BII-CN-S" userId="ce8fbb54-122c-426d-b8da-fdcc5e1b5022" providerId="ADAL" clId="{B0D6BC60-851E-4E76-8621-0DF043D186FA}" dt="2022-10-08T05:53:29.628" v="223" actId="1076"/>
          <ac:spMkLst>
            <pc:docMk/>
            <pc:sldMk cId="2295491106" sldId="2147377288"/>
            <ac:spMk id="85" creationId="{4A69F20D-244F-4B8F-B6FC-DB4B4943EC6C}"/>
          </ac:spMkLst>
        </pc:spChg>
        <pc:spChg chg="mod">
          <ac:chgData name="Li,Yuting (HP Medicine) BII-CN-S" userId="ce8fbb54-122c-426d-b8da-fdcc5e1b5022" providerId="ADAL" clId="{B0D6BC60-851E-4E76-8621-0DF043D186FA}" dt="2022-10-08T05:49:03.981" v="129" actId="1037"/>
          <ac:spMkLst>
            <pc:docMk/>
            <pc:sldMk cId="2295491106" sldId="2147377288"/>
            <ac:spMk id="86" creationId="{877F6C26-C2D0-48E9-93E6-F5B6CE583FFA}"/>
          </ac:spMkLst>
        </pc:spChg>
        <pc:spChg chg="mod">
          <ac:chgData name="Li,Yuting (HP Medicine) BII-CN-S" userId="ce8fbb54-122c-426d-b8da-fdcc5e1b5022" providerId="ADAL" clId="{B0D6BC60-851E-4E76-8621-0DF043D186FA}" dt="2022-10-08T05:50:14.062" v="172" actId="20577"/>
          <ac:spMkLst>
            <pc:docMk/>
            <pc:sldMk cId="2295491106" sldId="2147377288"/>
            <ac:spMk id="87" creationId="{79232D5C-2A4E-4356-BAEE-C250FE23990F}"/>
          </ac:spMkLst>
        </pc:spChg>
        <pc:spChg chg="mod">
          <ac:chgData name="Li,Yuting (HP Medicine) BII-CN-S" userId="ce8fbb54-122c-426d-b8da-fdcc5e1b5022" providerId="ADAL" clId="{B0D6BC60-851E-4E76-8621-0DF043D186FA}" dt="2022-10-08T05:50:43.802" v="181" actId="1076"/>
          <ac:spMkLst>
            <pc:docMk/>
            <pc:sldMk cId="2295491106" sldId="2147377288"/>
            <ac:spMk id="88" creationId="{7FBBCCF6-209F-4326-914D-28B56CEDDF37}"/>
          </ac:spMkLst>
        </pc:spChg>
        <pc:graphicFrameChg chg="modGraphic">
          <ac:chgData name="Li,Yuting (HP Medicine) BII-CN-S" userId="ce8fbb54-122c-426d-b8da-fdcc5e1b5022" providerId="ADAL" clId="{B0D6BC60-851E-4E76-8621-0DF043D186FA}" dt="2022-10-08T05:51:16.915" v="192" actId="798"/>
          <ac:graphicFrameMkLst>
            <pc:docMk/>
            <pc:sldMk cId="2295491106" sldId="2147377288"/>
            <ac:graphicFrameMk id="49" creationId="{EB1832F7-86BE-4DEE-91F1-447638E4A957}"/>
          </ac:graphicFrameMkLst>
        </pc:graphicFrameChg>
      </pc:sldChg>
      <pc:sldChg chg="modSp mod">
        <pc:chgData name="Li,Yuting (HP Medicine) BII-CN-S" userId="ce8fbb54-122c-426d-b8da-fdcc5e1b5022" providerId="ADAL" clId="{B0D6BC60-851E-4E76-8621-0DF043D186FA}" dt="2022-10-08T06:57:31.864" v="987" actId="20577"/>
        <pc:sldMkLst>
          <pc:docMk/>
          <pc:sldMk cId="3639130434" sldId="2147377294"/>
        </pc:sldMkLst>
        <pc:spChg chg="mod">
          <ac:chgData name="Li,Yuting (HP Medicine) BII-CN-S" userId="ce8fbb54-122c-426d-b8da-fdcc5e1b5022" providerId="ADAL" clId="{B0D6BC60-851E-4E76-8621-0DF043D186FA}" dt="2022-10-08T06:57:31.864" v="987" actId="20577"/>
          <ac:spMkLst>
            <pc:docMk/>
            <pc:sldMk cId="3639130434" sldId="2147377294"/>
            <ac:spMk id="90" creationId="{9466DE8F-DCCC-4688-AD54-68172F2C8E9F}"/>
          </ac:spMkLst>
        </pc:spChg>
      </pc:sldChg>
      <pc:sldChg chg="modSp mod">
        <pc:chgData name="Li,Yuting (HP Medicine) BII-CN-S" userId="ce8fbb54-122c-426d-b8da-fdcc5e1b5022" providerId="ADAL" clId="{B0D6BC60-851E-4E76-8621-0DF043D186FA}" dt="2022-10-08T05:37:47.142" v="1" actId="13926"/>
        <pc:sldMkLst>
          <pc:docMk/>
          <pc:sldMk cId="2154478483" sldId="2147377306"/>
        </pc:sldMkLst>
        <pc:spChg chg="mod">
          <ac:chgData name="Li,Yuting (HP Medicine) BII-CN-S" userId="ce8fbb54-122c-426d-b8da-fdcc5e1b5022" providerId="ADAL" clId="{B0D6BC60-851E-4E76-8621-0DF043D186FA}" dt="2022-10-08T05:37:47.142" v="1" actId="13926"/>
          <ac:spMkLst>
            <pc:docMk/>
            <pc:sldMk cId="2154478483" sldId="2147377306"/>
            <ac:spMk id="41" creationId="{80672632-5059-4D01-BB59-096554D9CD3A}"/>
          </ac:spMkLst>
        </pc:spChg>
      </pc:sldChg>
      <pc:sldChg chg="modSp mod">
        <pc:chgData name="Li,Yuting (HP Medicine) BII-CN-S" userId="ce8fbb54-122c-426d-b8da-fdcc5e1b5022" providerId="ADAL" clId="{B0D6BC60-851E-4E76-8621-0DF043D186FA}" dt="2022-10-08T05:38:13.846" v="6" actId="20577"/>
        <pc:sldMkLst>
          <pc:docMk/>
          <pc:sldMk cId="178905972" sldId="2147377310"/>
        </pc:sldMkLst>
        <pc:spChg chg="mod">
          <ac:chgData name="Li,Yuting (HP Medicine) BII-CN-S" userId="ce8fbb54-122c-426d-b8da-fdcc5e1b5022" providerId="ADAL" clId="{B0D6BC60-851E-4E76-8621-0DF043D186FA}" dt="2022-10-08T05:38:13.846" v="6" actId="20577"/>
          <ac:spMkLst>
            <pc:docMk/>
            <pc:sldMk cId="178905972" sldId="2147377310"/>
            <ac:spMk id="75" creationId="{23E443ED-C91E-4425-963C-DB47A7F0B19C}"/>
          </ac:spMkLst>
        </pc:spChg>
      </pc:sldChg>
      <pc:sldChg chg="modSp mod">
        <pc:chgData name="Li,Yuting (HP Medicine) BII-CN-S" userId="ce8fbb54-122c-426d-b8da-fdcc5e1b5022" providerId="ADAL" clId="{B0D6BC60-851E-4E76-8621-0DF043D186FA}" dt="2022-10-08T05:44:09.726" v="53" actId="1076"/>
        <pc:sldMkLst>
          <pc:docMk/>
          <pc:sldMk cId="3315052253" sldId="2147377311"/>
        </pc:sldMkLst>
        <pc:spChg chg="mod">
          <ac:chgData name="Li,Yuting (HP Medicine) BII-CN-S" userId="ce8fbb54-122c-426d-b8da-fdcc5e1b5022" providerId="ADAL" clId="{B0D6BC60-851E-4E76-8621-0DF043D186FA}" dt="2022-10-08T05:42:43.787" v="52" actId="20577"/>
          <ac:spMkLst>
            <pc:docMk/>
            <pc:sldMk cId="3315052253" sldId="2147377311"/>
            <ac:spMk id="168" creationId="{65EA3170-CB0D-432D-8631-319933F816A2}"/>
          </ac:spMkLst>
        </pc:spChg>
        <pc:grpChg chg="mod">
          <ac:chgData name="Li,Yuting (HP Medicine) BII-CN-S" userId="ce8fbb54-122c-426d-b8da-fdcc5e1b5022" providerId="ADAL" clId="{B0D6BC60-851E-4E76-8621-0DF043D186FA}" dt="2022-10-08T05:44:09.726" v="53" actId="1076"/>
          <ac:grpSpMkLst>
            <pc:docMk/>
            <pc:sldMk cId="3315052253" sldId="2147377311"/>
            <ac:grpSpMk id="203" creationId="{3855D1D5-D3D2-4F97-9E67-F3646B91ACCC}"/>
          </ac:grpSpMkLst>
        </pc:grpChg>
      </pc:sldChg>
      <pc:sldChg chg="modSp mod">
        <pc:chgData name="Li,Yuting (HP Medicine) BII-CN-S" userId="ce8fbb54-122c-426d-b8da-fdcc5e1b5022" providerId="ADAL" clId="{B0D6BC60-851E-4E76-8621-0DF043D186FA}" dt="2022-10-08T06:36:30.383" v="676" actId="6549"/>
        <pc:sldMkLst>
          <pc:docMk/>
          <pc:sldMk cId="2748401682" sldId="2147377312"/>
        </pc:sldMkLst>
        <pc:spChg chg="mod">
          <ac:chgData name="Li,Yuting (HP Medicine) BII-CN-S" userId="ce8fbb54-122c-426d-b8da-fdcc5e1b5022" providerId="ADAL" clId="{B0D6BC60-851E-4E76-8621-0DF043D186FA}" dt="2022-10-08T06:36:30.383" v="676" actId="6549"/>
          <ac:spMkLst>
            <pc:docMk/>
            <pc:sldMk cId="2748401682" sldId="2147377312"/>
            <ac:spMk id="90" creationId="{F9345081-D2EC-4F9D-A965-3B9D77318B16}"/>
          </ac:spMkLst>
        </pc:spChg>
      </pc:sldChg>
      <pc:sldChg chg="modSp mod">
        <pc:chgData name="Li,Yuting (HP Medicine) BII-CN-S" userId="ce8fbb54-122c-426d-b8da-fdcc5e1b5022" providerId="ADAL" clId="{B0D6BC60-851E-4E76-8621-0DF043D186FA}" dt="2022-10-08T06:38:00.713" v="724" actId="20577"/>
        <pc:sldMkLst>
          <pc:docMk/>
          <pc:sldMk cId="3772673125" sldId="2147377313"/>
        </pc:sldMkLst>
        <pc:spChg chg="mod">
          <ac:chgData name="Li,Yuting (HP Medicine) BII-CN-S" userId="ce8fbb54-122c-426d-b8da-fdcc5e1b5022" providerId="ADAL" clId="{B0D6BC60-851E-4E76-8621-0DF043D186FA}" dt="2022-10-08T06:38:00.713" v="724" actId="20577"/>
          <ac:spMkLst>
            <pc:docMk/>
            <pc:sldMk cId="3772673125" sldId="2147377313"/>
            <ac:spMk id="99" creationId="{D11E8C8E-EA83-4AF2-B5EA-9A0D5FDC196B}"/>
          </ac:spMkLst>
        </pc:spChg>
      </pc:sldChg>
      <pc:sldChg chg="delSp modSp mod">
        <pc:chgData name="Li,Yuting (HP Medicine) BII-CN-S" userId="ce8fbb54-122c-426d-b8da-fdcc5e1b5022" providerId="ADAL" clId="{B0D6BC60-851E-4E76-8621-0DF043D186FA}" dt="2022-10-08T06:52:25.830" v="916" actId="1076"/>
        <pc:sldMkLst>
          <pc:docMk/>
          <pc:sldMk cId="3296093154" sldId="2147377319"/>
        </pc:sldMkLst>
        <pc:spChg chg="del">
          <ac:chgData name="Li,Yuting (HP Medicine) BII-CN-S" userId="ce8fbb54-122c-426d-b8da-fdcc5e1b5022" providerId="ADAL" clId="{B0D6BC60-851E-4E76-8621-0DF043D186FA}" dt="2022-10-08T06:52:20.579" v="915" actId="478"/>
          <ac:spMkLst>
            <pc:docMk/>
            <pc:sldMk cId="3296093154" sldId="2147377319"/>
            <ac:spMk id="2" creationId="{E873FE29-82A5-4786-ADC4-9CB77E313698}"/>
          </ac:spMkLst>
        </pc:spChg>
        <pc:spChg chg="del">
          <ac:chgData name="Li,Yuting (HP Medicine) BII-CN-S" userId="ce8fbb54-122c-426d-b8da-fdcc5e1b5022" providerId="ADAL" clId="{B0D6BC60-851E-4E76-8621-0DF043D186FA}" dt="2022-10-08T06:52:15.929" v="913" actId="478"/>
          <ac:spMkLst>
            <pc:docMk/>
            <pc:sldMk cId="3296093154" sldId="2147377319"/>
            <ac:spMk id="7" creationId="{9DBDCC91-19FD-48CE-8906-23CCD87DAF59}"/>
          </ac:spMkLst>
        </pc:spChg>
        <pc:spChg chg="del">
          <ac:chgData name="Li,Yuting (HP Medicine) BII-CN-S" userId="ce8fbb54-122c-426d-b8da-fdcc5e1b5022" providerId="ADAL" clId="{B0D6BC60-851E-4E76-8621-0DF043D186FA}" dt="2022-10-08T06:52:18.094" v="914" actId="478"/>
          <ac:spMkLst>
            <pc:docMk/>
            <pc:sldMk cId="3296093154" sldId="2147377319"/>
            <ac:spMk id="10" creationId="{C7AFDDC6-BE7C-4592-B9ED-00AE016A4EC0}"/>
          </ac:spMkLst>
        </pc:spChg>
        <pc:graphicFrameChg chg="mod">
          <ac:chgData name="Li,Yuting (HP Medicine) BII-CN-S" userId="ce8fbb54-122c-426d-b8da-fdcc5e1b5022" providerId="ADAL" clId="{B0D6BC60-851E-4E76-8621-0DF043D186FA}" dt="2022-10-08T06:52:25.830" v="916" actId="1076"/>
          <ac:graphicFrameMkLst>
            <pc:docMk/>
            <pc:sldMk cId="3296093154" sldId="2147377319"/>
            <ac:graphicFrameMk id="9" creationId="{9451AA74-9EEC-4F3E-9EDC-4DA6C151EA9D}"/>
          </ac:graphicFrameMkLst>
        </pc:graphicFrameChg>
      </pc:sldChg>
    </pc:docChg>
  </pc:docChgLst>
  <pc:docChgLst>
    <pc:chgData name="Wu,Dan (MED CD&amp;O) BII-CN-S" userId="2543b386-fe23-4572-8b97-7e5aae483288" providerId="ADAL" clId="{FF36C369-3892-4A5E-8227-DF332249A8F4}"/>
    <pc:docChg chg="undo custSel modSld">
      <pc:chgData name="Wu,Dan (MED CD&amp;O) BII-CN-S" userId="2543b386-fe23-4572-8b97-7e5aae483288" providerId="ADAL" clId="{FF36C369-3892-4A5E-8227-DF332249A8F4}" dt="2023-01-10T02:20:49.282" v="33" actId="20577"/>
      <pc:docMkLst>
        <pc:docMk/>
      </pc:docMkLst>
      <pc:sldChg chg="modSp mod">
        <pc:chgData name="Wu,Dan (MED CD&amp;O) BII-CN-S" userId="2543b386-fe23-4572-8b97-7e5aae483288" providerId="ADAL" clId="{FF36C369-3892-4A5E-8227-DF332249A8F4}" dt="2023-01-10T02:20:49.282" v="33" actId="20577"/>
        <pc:sldMkLst>
          <pc:docMk/>
          <pc:sldMk cId="2713235962" sldId="2147377317"/>
        </pc:sldMkLst>
        <pc:spChg chg="mod">
          <ac:chgData name="Wu,Dan (MED CD&amp;O) BII-CN-S" userId="2543b386-fe23-4572-8b97-7e5aae483288" providerId="ADAL" clId="{FF36C369-3892-4A5E-8227-DF332249A8F4}" dt="2023-01-10T01:31:36.274" v="17" actId="20577"/>
          <ac:spMkLst>
            <pc:docMk/>
            <pc:sldMk cId="2713235962" sldId="2147377317"/>
            <ac:spMk id="2" creationId="{970477C2-551A-41D4-96DF-81771984A2B7}"/>
          </ac:spMkLst>
        </pc:spChg>
        <pc:graphicFrameChg chg="modGraphic">
          <ac:chgData name="Wu,Dan (MED CD&amp;O) BII-CN-S" userId="2543b386-fe23-4572-8b97-7e5aae483288" providerId="ADAL" clId="{FF36C369-3892-4A5E-8227-DF332249A8F4}" dt="2023-01-10T02:20:49.282" v="33" actId="20577"/>
          <ac:graphicFrameMkLst>
            <pc:docMk/>
            <pc:sldMk cId="2713235962" sldId="2147377317"/>
            <ac:graphicFrameMk id="15" creationId="{7C6551A0-783A-4654-A641-76E7C6989600}"/>
          </ac:graphicFrameMkLst>
        </pc:graphicFrameChg>
      </pc:sldChg>
      <pc:sldChg chg="modSp mod">
        <pc:chgData name="Wu,Dan (MED CD&amp;O) BII-CN-S" userId="2543b386-fe23-4572-8b97-7e5aae483288" providerId="ADAL" clId="{FF36C369-3892-4A5E-8227-DF332249A8F4}" dt="2023-01-10T01:43:23.961" v="31" actId="14734"/>
        <pc:sldMkLst>
          <pc:docMk/>
          <pc:sldMk cId="1364191310" sldId="2147471177"/>
        </pc:sldMkLst>
        <pc:graphicFrameChg chg="modGraphic">
          <ac:chgData name="Wu,Dan (MED CD&amp;O) BII-CN-S" userId="2543b386-fe23-4572-8b97-7e5aae483288" providerId="ADAL" clId="{FF36C369-3892-4A5E-8227-DF332249A8F4}" dt="2023-01-10T01:43:23.961" v="31" actId="14734"/>
          <ac:graphicFrameMkLst>
            <pc:docMk/>
            <pc:sldMk cId="1364191310" sldId="2147471177"/>
            <ac:graphicFrameMk id="7" creationId="{D08BBE60-32FB-4B67-AB16-B20E93B6A1F6}"/>
          </ac:graphicFrameMkLst>
        </pc:graphicFrameChg>
      </pc:sldChg>
      <pc:sldChg chg="modSp mod">
        <pc:chgData name="Wu,Dan (MED CD&amp;O) BII-CN-S" userId="2543b386-fe23-4572-8b97-7e5aae483288" providerId="ADAL" clId="{FF36C369-3892-4A5E-8227-DF332249A8F4}" dt="2023-01-10T01:10:08.282" v="3" actId="20577"/>
        <pc:sldMkLst>
          <pc:docMk/>
          <pc:sldMk cId="1271965736" sldId="2147471178"/>
        </pc:sldMkLst>
        <pc:spChg chg="mod">
          <ac:chgData name="Wu,Dan (MED CD&amp;O) BII-CN-S" userId="2543b386-fe23-4572-8b97-7e5aae483288" providerId="ADAL" clId="{FF36C369-3892-4A5E-8227-DF332249A8F4}" dt="2023-01-10T01:10:08.282" v="3" actId="20577"/>
          <ac:spMkLst>
            <pc:docMk/>
            <pc:sldMk cId="1271965736" sldId="2147471178"/>
            <ac:spMk id="7" creationId="{BBDDABCC-BF3E-4380-9C4A-88E361F6FE58}"/>
          </ac:spMkLst>
        </pc:spChg>
      </pc:sldChg>
      <pc:sldChg chg="delCm">
        <pc:chgData name="Wu,Dan (MED CD&amp;O) BII-CN-S" userId="2543b386-fe23-4572-8b97-7e5aae483288" providerId="ADAL" clId="{FF36C369-3892-4A5E-8227-DF332249A8F4}" dt="2023-01-10T01:15:20.013" v="6"/>
        <pc:sldMkLst>
          <pc:docMk/>
          <pc:sldMk cId="3405253546" sldId="2147471182"/>
        </pc:sldMkLst>
      </pc:sldChg>
    </pc:docChg>
  </pc:docChgLst>
  <pc:docChgLst>
    <pc:chgData name="Wang,Shirley (HP Med RA) BII-CN-B" userId="48b801ce-80b8-42d3-931b-2dcaf726016f" providerId="ADAL" clId="{4819EBF3-9BB3-4852-A0B6-1637F8BF8586}"/>
    <pc:docChg chg="custSel modSld">
      <pc:chgData name="Wang,Shirley (HP Med RA) BII-CN-B" userId="48b801ce-80b8-42d3-931b-2dcaf726016f" providerId="ADAL" clId="{4819EBF3-9BB3-4852-A0B6-1637F8BF8586}" dt="2023-04-07T06:18:37.031" v="364" actId="1076"/>
      <pc:docMkLst>
        <pc:docMk/>
      </pc:docMkLst>
      <pc:sldChg chg="modSp mod">
        <pc:chgData name="Wang,Shirley (HP Med RA) BII-CN-B" userId="48b801ce-80b8-42d3-931b-2dcaf726016f" providerId="ADAL" clId="{4819EBF3-9BB3-4852-A0B6-1637F8BF8586}" dt="2023-04-07T06:18:37.031" v="364" actId="1076"/>
        <pc:sldMkLst>
          <pc:docMk/>
          <pc:sldMk cId="1855604625" sldId="2147471228"/>
        </pc:sldMkLst>
        <pc:spChg chg="mod">
          <ac:chgData name="Wang,Shirley (HP Med RA) BII-CN-B" userId="48b801ce-80b8-42d3-931b-2dcaf726016f" providerId="ADAL" clId="{4819EBF3-9BB3-4852-A0B6-1637F8BF8586}" dt="2023-04-07T06:18:35.243" v="363" actId="1076"/>
          <ac:spMkLst>
            <pc:docMk/>
            <pc:sldMk cId="1855604625" sldId="2147471228"/>
            <ac:spMk id="2" creationId="{7F37376D-3789-4BA0-9FEE-7B33A30FE090}"/>
          </ac:spMkLst>
        </pc:spChg>
        <pc:graphicFrameChg chg="mod modGraphic">
          <ac:chgData name="Wang,Shirley (HP Med RA) BII-CN-B" userId="48b801ce-80b8-42d3-931b-2dcaf726016f" providerId="ADAL" clId="{4819EBF3-9BB3-4852-A0B6-1637F8BF8586}" dt="2023-04-07T06:18:37.031" v="364" actId="1076"/>
          <ac:graphicFrameMkLst>
            <pc:docMk/>
            <pc:sldMk cId="1855604625" sldId="2147471228"/>
            <ac:graphicFrameMk id="3" creationId="{11AE3040-3184-4C5F-87F2-D328CD8202AC}"/>
          </ac:graphicFrameMkLst>
        </pc:graphicFrameChg>
      </pc:sldChg>
    </pc:docChg>
  </pc:docChgLst>
  <pc:docChgLst>
    <pc:chgData name="Wang,Shirley (HP Med RA) BII-CN-B" userId="48b801ce-80b8-42d3-931b-2dcaf726016f" providerId="ADAL" clId="{D63E5302-0353-4384-919D-37EA864C4DFF}"/>
    <pc:docChg chg="custSel modSld">
      <pc:chgData name="Wang,Shirley (HP Med RA) BII-CN-B" userId="48b801ce-80b8-42d3-931b-2dcaf726016f" providerId="ADAL" clId="{D63E5302-0353-4384-919D-37EA864C4DFF}" dt="2022-11-03T09:44:40.770" v="106" actId="20577"/>
      <pc:docMkLst>
        <pc:docMk/>
      </pc:docMkLst>
      <pc:sldChg chg="modSp mod">
        <pc:chgData name="Wang,Shirley (HP Med RA) BII-CN-B" userId="48b801ce-80b8-42d3-931b-2dcaf726016f" providerId="ADAL" clId="{D63E5302-0353-4384-919D-37EA864C4DFF}" dt="2022-11-03T09:44:40.770" v="106" actId="20577"/>
        <pc:sldMkLst>
          <pc:docMk/>
          <pc:sldMk cId="2931334841" sldId="2147377331"/>
        </pc:sldMkLst>
        <pc:spChg chg="mod">
          <ac:chgData name="Wang,Shirley (HP Med RA) BII-CN-B" userId="48b801ce-80b8-42d3-931b-2dcaf726016f" providerId="ADAL" clId="{D63E5302-0353-4384-919D-37EA864C4DFF}" dt="2022-11-03T09:44:40.770" v="106" actId="20577"/>
          <ac:spMkLst>
            <pc:docMk/>
            <pc:sldMk cId="2931334841" sldId="2147377331"/>
            <ac:spMk id="125" creationId="{DFAA6683-0037-41A5-88BA-233844E272FA}"/>
          </ac:spMkLst>
        </pc:spChg>
      </pc:sldChg>
    </pc:docChg>
  </pc:docChgLst>
  <pc:docChgLst>
    <pc:chgData name="Wang,Yuan (HP Medicine) BII-CN-S" userId="S::yuan_2.wang@boehringer-ingelheim.com::358dc601-7626-4089-85ae-a53dd0075322" providerId="AD" clId="Web-{9871C140-2B7C-01B1-D1C9-75540B743882}"/>
    <pc:docChg chg="modSld">
      <pc:chgData name="Wang,Yuan (HP Medicine) BII-CN-S" userId="S::yuan_2.wang@boehringer-ingelheim.com::358dc601-7626-4089-85ae-a53dd0075322" providerId="AD" clId="Web-{9871C140-2B7C-01B1-D1C9-75540B743882}" dt="2023-01-06T08:55:22.711" v="113"/>
      <pc:docMkLst>
        <pc:docMk/>
      </pc:docMkLst>
      <pc:sldChg chg="modSp">
        <pc:chgData name="Wang,Yuan (HP Medicine) BII-CN-S" userId="S::yuan_2.wang@boehringer-ingelheim.com::358dc601-7626-4089-85ae-a53dd0075322" providerId="AD" clId="Web-{9871C140-2B7C-01B1-D1C9-75540B743882}" dt="2023-01-06T08:55:22.711" v="113"/>
        <pc:sldMkLst>
          <pc:docMk/>
          <pc:sldMk cId="2344378191" sldId="2147469254"/>
        </pc:sldMkLst>
        <pc:graphicFrameChg chg="mod modGraphic">
          <ac:chgData name="Wang,Yuan (HP Medicine) BII-CN-S" userId="S::yuan_2.wang@boehringer-ingelheim.com::358dc601-7626-4089-85ae-a53dd0075322" providerId="AD" clId="Web-{9871C140-2B7C-01B1-D1C9-75540B743882}" dt="2023-01-06T08:55:22.711" v="113"/>
          <ac:graphicFrameMkLst>
            <pc:docMk/>
            <pc:sldMk cId="2344378191" sldId="2147469254"/>
            <ac:graphicFrameMk id="9" creationId="{A53A2D83-63FD-44E4-BF92-1861D56E3E63}"/>
          </ac:graphicFrameMkLst>
        </pc:graphicFrameChg>
      </pc:sldChg>
    </pc:docChg>
  </pc:docChgLst>
  <pc:docChgLst>
    <pc:chgData name="Lu,Yixin (MED CD&amp;O) BII-CN-S" userId="6055c963-f18b-4b43-9f26-62c3b4c5f854" providerId="ADAL" clId="{AE910E63-B6EC-4A0B-8EFC-100AA61F373B}"/>
    <pc:docChg chg="custSel modSld">
      <pc:chgData name="Lu,Yixin (MED CD&amp;O) BII-CN-S" userId="6055c963-f18b-4b43-9f26-62c3b4c5f854" providerId="ADAL" clId="{AE910E63-B6EC-4A0B-8EFC-100AA61F373B}" dt="2023-10-12T13:19:04.992" v="56" actId="20577"/>
      <pc:docMkLst>
        <pc:docMk/>
      </pc:docMkLst>
      <pc:sldChg chg="addSp delSp modSp mod">
        <pc:chgData name="Lu,Yixin (MED CD&amp;O) BII-CN-S" userId="6055c963-f18b-4b43-9f26-62c3b4c5f854" providerId="ADAL" clId="{AE910E63-B6EC-4A0B-8EFC-100AA61F373B}" dt="2023-10-12T13:19:04.992" v="56" actId="20577"/>
        <pc:sldMkLst>
          <pc:docMk/>
          <pc:sldMk cId="2196787557" sldId="2147474065"/>
        </pc:sldMkLst>
        <pc:spChg chg="mod">
          <ac:chgData name="Lu,Yixin (MED CD&amp;O) BII-CN-S" userId="6055c963-f18b-4b43-9f26-62c3b4c5f854" providerId="ADAL" clId="{AE910E63-B6EC-4A0B-8EFC-100AA61F373B}" dt="2023-10-12T09:39:15.679" v="15" actId="20577"/>
          <ac:spMkLst>
            <pc:docMk/>
            <pc:sldMk cId="2196787557" sldId="2147474065"/>
            <ac:spMk id="2" creationId="{899E9FD5-14F4-46B5-85BD-4B2D5616E6A9}"/>
          </ac:spMkLst>
        </pc:spChg>
        <pc:spChg chg="mod">
          <ac:chgData name="Lu,Yixin (MED CD&amp;O) BII-CN-S" userId="6055c963-f18b-4b43-9f26-62c3b4c5f854" providerId="ADAL" clId="{AE910E63-B6EC-4A0B-8EFC-100AA61F373B}" dt="2023-10-12T13:19:04.992" v="56" actId="20577"/>
          <ac:spMkLst>
            <pc:docMk/>
            <pc:sldMk cId="2196787557" sldId="2147474065"/>
            <ac:spMk id="4" creationId="{401D0DD5-2CF9-9A39-4AB0-4054793FB793}"/>
          </ac:spMkLst>
        </pc:spChg>
        <pc:spChg chg="mod">
          <ac:chgData name="Lu,Yixin (MED CD&amp;O) BII-CN-S" userId="6055c963-f18b-4b43-9f26-62c3b4c5f854" providerId="ADAL" clId="{AE910E63-B6EC-4A0B-8EFC-100AA61F373B}" dt="2023-10-12T09:40:45.257" v="25" actId="1076"/>
          <ac:spMkLst>
            <pc:docMk/>
            <pc:sldMk cId="2196787557" sldId="2147474065"/>
            <ac:spMk id="6" creationId="{BB776C48-9C95-AC58-32C7-7884D28410B3}"/>
          </ac:spMkLst>
        </pc:spChg>
        <pc:graphicFrameChg chg="mod">
          <ac:chgData name="Lu,Yixin (MED CD&amp;O) BII-CN-S" userId="6055c963-f18b-4b43-9f26-62c3b4c5f854" providerId="ADAL" clId="{AE910E63-B6EC-4A0B-8EFC-100AA61F373B}" dt="2023-10-12T09:40:38.275" v="23" actId="14100"/>
          <ac:graphicFrameMkLst>
            <pc:docMk/>
            <pc:sldMk cId="2196787557" sldId="2147474065"/>
            <ac:graphicFrameMk id="3" creationId="{20806502-DC4C-4CEE-81EC-B542BA6F783E}"/>
          </ac:graphicFrameMkLst>
        </pc:graphicFrameChg>
        <pc:graphicFrameChg chg="del">
          <ac:chgData name="Lu,Yixin (MED CD&amp;O) BII-CN-S" userId="6055c963-f18b-4b43-9f26-62c3b4c5f854" providerId="ADAL" clId="{AE910E63-B6EC-4A0B-8EFC-100AA61F373B}" dt="2023-10-12T09:40:15.208" v="16" actId="478"/>
          <ac:graphicFrameMkLst>
            <pc:docMk/>
            <pc:sldMk cId="2196787557" sldId="2147474065"/>
            <ac:graphicFrameMk id="5" creationId="{2E7A040B-4A61-9BAB-86EF-A199366627DF}"/>
          </ac:graphicFrameMkLst>
        </pc:graphicFrameChg>
        <pc:graphicFrameChg chg="add del mod">
          <ac:chgData name="Lu,Yixin (MED CD&amp;O) BII-CN-S" userId="6055c963-f18b-4b43-9f26-62c3b4c5f854" providerId="ADAL" clId="{AE910E63-B6EC-4A0B-8EFC-100AA61F373B}" dt="2023-10-12T09:40:19.147" v="18"/>
          <ac:graphicFrameMkLst>
            <pc:docMk/>
            <pc:sldMk cId="2196787557" sldId="2147474065"/>
            <ac:graphicFrameMk id="7" creationId="{349A2FC3-AAFB-F938-7532-290ACD214CA3}"/>
          </ac:graphicFrameMkLst>
        </pc:graphicFrameChg>
        <pc:graphicFrameChg chg="add mod modGraphic">
          <ac:chgData name="Lu,Yixin (MED CD&amp;O) BII-CN-S" userId="6055c963-f18b-4b43-9f26-62c3b4c5f854" providerId="ADAL" clId="{AE910E63-B6EC-4A0B-8EFC-100AA61F373B}" dt="2023-10-12T13:18:50.975" v="50" actId="20577"/>
          <ac:graphicFrameMkLst>
            <pc:docMk/>
            <pc:sldMk cId="2196787557" sldId="2147474065"/>
            <ac:graphicFrameMk id="8" creationId="{6948C159-439C-47C4-61D5-2F27AE0310CC}"/>
          </ac:graphicFrameMkLst>
        </pc:graphicFrameChg>
      </pc:sldChg>
      <pc:sldChg chg="addSp delSp modSp mod">
        <pc:chgData name="Lu,Yixin (MED CD&amp;O) BII-CN-S" userId="6055c963-f18b-4b43-9f26-62c3b4c5f854" providerId="ADAL" clId="{AE910E63-B6EC-4A0B-8EFC-100AA61F373B}" dt="2023-10-12T09:39:01.296" v="11" actId="20577"/>
        <pc:sldMkLst>
          <pc:docMk/>
          <pc:sldMk cId="1908837058" sldId="2147474098"/>
        </pc:sldMkLst>
        <pc:spChg chg="mod">
          <ac:chgData name="Lu,Yixin (MED CD&amp;O) BII-CN-S" userId="6055c963-f18b-4b43-9f26-62c3b4c5f854" providerId="ADAL" clId="{AE910E63-B6EC-4A0B-8EFC-100AA61F373B}" dt="2023-10-12T09:39:01.296" v="11" actId="20577"/>
          <ac:spMkLst>
            <pc:docMk/>
            <pc:sldMk cId="1908837058" sldId="2147474098"/>
            <ac:spMk id="2" creationId="{899E9FD5-14F4-46B5-85BD-4B2D5616E6A9}"/>
          </ac:spMkLst>
        </pc:spChg>
        <pc:spChg chg="mod">
          <ac:chgData name="Lu,Yixin (MED CD&amp;O) BII-CN-S" userId="6055c963-f18b-4b43-9f26-62c3b4c5f854" providerId="ADAL" clId="{AE910E63-B6EC-4A0B-8EFC-100AA61F373B}" dt="2023-10-12T09:37:25.622" v="5" actId="1076"/>
          <ac:spMkLst>
            <pc:docMk/>
            <pc:sldMk cId="1908837058" sldId="2147474098"/>
            <ac:spMk id="3" creationId="{1B6A44FB-9547-7278-EBE4-4C9994951F88}"/>
          </ac:spMkLst>
        </pc:spChg>
        <pc:graphicFrameChg chg="add del mod">
          <ac:chgData name="Lu,Yixin (MED CD&amp;O) BII-CN-S" userId="6055c963-f18b-4b43-9f26-62c3b4c5f854" providerId="ADAL" clId="{AE910E63-B6EC-4A0B-8EFC-100AA61F373B}" dt="2023-10-12T09:36:56.175" v="1"/>
          <ac:graphicFrameMkLst>
            <pc:docMk/>
            <pc:sldMk cId="1908837058" sldId="2147474098"/>
            <ac:graphicFrameMk id="5" creationId="{D6E3B1FB-D4CA-E1C8-107A-098BD80FD25E}"/>
          </ac:graphicFrameMkLst>
        </pc:graphicFrameChg>
        <pc:graphicFrameChg chg="add mod modGraphic">
          <ac:chgData name="Lu,Yixin (MED CD&amp;O) BII-CN-S" userId="6055c963-f18b-4b43-9f26-62c3b4c5f854" providerId="ADAL" clId="{AE910E63-B6EC-4A0B-8EFC-100AA61F373B}" dt="2023-10-12T09:37:10.452" v="4" actId="207"/>
          <ac:graphicFrameMkLst>
            <pc:docMk/>
            <pc:sldMk cId="1908837058" sldId="2147474098"/>
            <ac:graphicFrameMk id="8" creationId="{A34C8702-1C47-9EAD-1AED-6C22ED5B3D4B}"/>
          </ac:graphicFrameMkLst>
        </pc:graphicFrameChg>
      </pc:sldChg>
    </pc:docChg>
  </pc:docChgLst>
  <pc:docChgLst>
    <pc:chgData name="Wu,Dan (MED CD&amp;O) BII-CN-S" userId="2543b386-fe23-4572-8b97-7e5aae483288" providerId="ADAL" clId="{D208C741-CC95-4596-B170-1D2C9F1AC69C}"/>
    <pc:docChg chg="undo custSel modSld">
      <pc:chgData name="Wu,Dan (MED CD&amp;O) BII-CN-S" userId="2543b386-fe23-4572-8b97-7e5aae483288" providerId="ADAL" clId="{D208C741-CC95-4596-B170-1D2C9F1AC69C}" dt="2023-05-09T07:57:26.024" v="102" actId="5900"/>
      <pc:docMkLst>
        <pc:docMk/>
      </pc:docMkLst>
      <pc:sldChg chg="modSp mod addCm modCm">
        <pc:chgData name="Wu,Dan (MED CD&amp;O) BII-CN-S" userId="2543b386-fe23-4572-8b97-7e5aae483288" providerId="ADAL" clId="{D208C741-CC95-4596-B170-1D2C9F1AC69C}" dt="2023-05-09T07:57:26.024" v="102" actId="5900"/>
        <pc:sldMkLst>
          <pc:docMk/>
          <pc:sldMk cId="2847275191" sldId="2147474046"/>
        </pc:sldMkLst>
        <pc:spChg chg="mod">
          <ac:chgData name="Wu,Dan (MED CD&amp;O) BII-CN-S" userId="2543b386-fe23-4572-8b97-7e5aae483288" providerId="ADAL" clId="{D208C741-CC95-4596-B170-1D2C9F1AC69C}" dt="2023-05-09T07:56:06.384" v="99" actId="20577"/>
          <ac:spMkLst>
            <pc:docMk/>
            <pc:sldMk cId="2847275191" sldId="2147474046"/>
            <ac:spMk id="62" creationId="{8DB07CF5-ABA1-4C9B-A9DA-0E66E05CDEC6}"/>
          </ac:spMkLst>
        </pc:spChg>
      </pc:sldChg>
      <pc:sldChg chg="addSp delSp modSp mod">
        <pc:chgData name="Wu,Dan (MED CD&amp;O) BII-CN-S" userId="2543b386-fe23-4572-8b97-7e5aae483288" providerId="ADAL" clId="{D208C741-CC95-4596-B170-1D2C9F1AC69C}" dt="2023-05-09T07:55:33.684" v="48" actId="1076"/>
        <pc:sldMkLst>
          <pc:docMk/>
          <pc:sldMk cId="2920773161" sldId="2147474047"/>
        </pc:sldMkLst>
        <pc:spChg chg="mod">
          <ac:chgData name="Wu,Dan (MED CD&amp;O) BII-CN-S" userId="2543b386-fe23-4572-8b97-7e5aae483288" providerId="ADAL" clId="{D208C741-CC95-4596-B170-1D2C9F1AC69C}" dt="2023-05-09T07:51:27.431" v="3" actId="20577"/>
          <ac:spMkLst>
            <pc:docMk/>
            <pc:sldMk cId="2920773161" sldId="2147474047"/>
            <ac:spMk id="2" creationId="{258B1150-3B23-4D74-8634-CE9F7979DC8E}"/>
          </ac:spMkLst>
        </pc:spChg>
        <pc:spChg chg="add del mod">
          <ac:chgData name="Wu,Dan (MED CD&amp;O) BII-CN-S" userId="2543b386-fe23-4572-8b97-7e5aae483288" providerId="ADAL" clId="{D208C741-CC95-4596-B170-1D2C9F1AC69C}" dt="2023-05-09T07:54:03.861" v="31" actId="1076"/>
          <ac:spMkLst>
            <pc:docMk/>
            <pc:sldMk cId="2920773161" sldId="2147474047"/>
            <ac:spMk id="4" creationId="{EE0CD054-31CA-4AAE-BCA8-82B9C8FF38C0}"/>
          </ac:spMkLst>
        </pc:spChg>
        <pc:graphicFrameChg chg="mod modGraphic">
          <ac:chgData name="Wu,Dan (MED CD&amp;O) BII-CN-S" userId="2543b386-fe23-4572-8b97-7e5aae483288" providerId="ADAL" clId="{D208C741-CC95-4596-B170-1D2C9F1AC69C}" dt="2023-05-09T07:55:33.684" v="48" actId="1076"/>
          <ac:graphicFrameMkLst>
            <pc:docMk/>
            <pc:sldMk cId="2920773161" sldId="2147474047"/>
            <ac:graphicFrameMk id="7" creationId="{68B695A8-F710-48C2-8E68-03FD32C462CF}"/>
          </ac:graphicFrameMkLst>
        </pc:graphicFrameChg>
        <pc:graphicFrameChg chg="mod modGraphic">
          <ac:chgData name="Wu,Dan (MED CD&amp;O) BII-CN-S" userId="2543b386-fe23-4572-8b97-7e5aae483288" providerId="ADAL" clId="{D208C741-CC95-4596-B170-1D2C9F1AC69C}" dt="2023-05-09T07:55:24.674" v="47" actId="1076"/>
          <ac:graphicFrameMkLst>
            <pc:docMk/>
            <pc:sldMk cId="2920773161" sldId="2147474047"/>
            <ac:graphicFrameMk id="8" creationId="{04BE0399-F2FD-4404-AFC2-5696822B2AA1}"/>
          </ac:graphicFrameMkLst>
        </pc:graphicFrameChg>
        <pc:picChg chg="add del mod ord">
          <ac:chgData name="Wu,Dan (MED CD&amp;O) BII-CN-S" userId="2543b386-fe23-4572-8b97-7e5aae483288" providerId="ADAL" clId="{D208C741-CC95-4596-B170-1D2C9F1AC69C}" dt="2023-05-09T07:53:51.989" v="26" actId="478"/>
          <ac:picMkLst>
            <pc:docMk/>
            <pc:sldMk cId="2920773161" sldId="2147474047"/>
            <ac:picMk id="3" creationId="{F9BD4BB3-EA60-41D6-B48B-D5D64F2AA1E7}"/>
          </ac:picMkLst>
        </pc:picChg>
        <pc:picChg chg="del">
          <ac:chgData name="Wu,Dan (MED CD&amp;O) BII-CN-S" userId="2543b386-fe23-4572-8b97-7e5aae483288" providerId="ADAL" clId="{D208C741-CC95-4596-B170-1D2C9F1AC69C}" dt="2023-05-09T07:52:43.478" v="11" actId="478"/>
          <ac:picMkLst>
            <pc:docMk/>
            <pc:sldMk cId="2920773161" sldId="2147474047"/>
            <ac:picMk id="5" creationId="{361236F8-7EE9-4418-AA70-1A9E09935D47}"/>
          </ac:picMkLst>
        </pc:picChg>
        <pc:picChg chg="add del mod ord">
          <ac:chgData name="Wu,Dan (MED CD&amp;O) BII-CN-S" userId="2543b386-fe23-4572-8b97-7e5aae483288" providerId="ADAL" clId="{D208C741-CC95-4596-B170-1D2C9F1AC69C}" dt="2023-05-09T07:53:47.855" v="23"/>
          <ac:picMkLst>
            <pc:docMk/>
            <pc:sldMk cId="2920773161" sldId="2147474047"/>
            <ac:picMk id="6" creationId="{9BBA35F7-7A93-4E4B-AA87-419C1C349202}"/>
          </ac:picMkLst>
        </pc:picChg>
        <pc:picChg chg="add mod ord">
          <ac:chgData name="Wu,Dan (MED CD&amp;O) BII-CN-S" userId="2543b386-fe23-4572-8b97-7e5aae483288" providerId="ADAL" clId="{D208C741-CC95-4596-B170-1D2C9F1AC69C}" dt="2023-05-09T07:54:00.773" v="30" actId="14100"/>
          <ac:picMkLst>
            <pc:docMk/>
            <pc:sldMk cId="2920773161" sldId="2147474047"/>
            <ac:picMk id="9" creationId="{969C8910-3FD4-4DC6-9618-D25585BF5336}"/>
          </ac:picMkLst>
        </pc:picChg>
      </pc:sldChg>
    </pc:docChg>
  </pc:docChgLst>
  <pc:docChgLst>
    <pc:chgData name="Lu,Yixin (MED CD&amp;O) BII-CN-S" userId="6055c963-f18b-4b43-9f26-62c3b4c5f854" providerId="ADAL" clId="{B5E3C695-A334-4506-A9D9-092E40FD2035}"/>
    <pc:docChg chg="undo custSel addSld delSld modSld">
      <pc:chgData name="Lu,Yixin (MED CD&amp;O) BII-CN-S" userId="6055c963-f18b-4b43-9f26-62c3b4c5f854" providerId="ADAL" clId="{B5E3C695-A334-4506-A9D9-092E40FD2035}" dt="2022-07-08T09:45:57.517" v="255" actId="20577"/>
      <pc:docMkLst>
        <pc:docMk/>
      </pc:docMkLst>
      <pc:sldChg chg="modSp new del mod">
        <pc:chgData name="Lu,Yixin (MED CD&amp;O) BII-CN-S" userId="6055c963-f18b-4b43-9f26-62c3b4c5f854" providerId="ADAL" clId="{B5E3C695-A334-4506-A9D9-092E40FD2035}" dt="2022-07-08T09:40:21.972" v="214" actId="2696"/>
        <pc:sldMkLst>
          <pc:docMk/>
          <pc:sldMk cId="258900555" sldId="2147377252"/>
        </pc:sldMkLst>
        <pc:spChg chg="mod">
          <ac:chgData name="Lu,Yixin (MED CD&amp;O) BII-CN-S" userId="6055c963-f18b-4b43-9f26-62c3b4c5f854" providerId="ADAL" clId="{B5E3C695-A334-4506-A9D9-092E40FD2035}" dt="2022-07-07T07:38:49.018" v="194" actId="14100"/>
          <ac:spMkLst>
            <pc:docMk/>
            <pc:sldMk cId="258900555" sldId="2147377252"/>
            <ac:spMk id="2" creationId="{2BABE700-748D-41CA-9855-1DE3F4D348EC}"/>
          </ac:spMkLst>
        </pc:spChg>
        <pc:spChg chg="mod">
          <ac:chgData name="Lu,Yixin (MED CD&amp;O) BII-CN-S" userId="6055c963-f18b-4b43-9f26-62c3b4c5f854" providerId="ADAL" clId="{B5E3C695-A334-4506-A9D9-092E40FD2035}" dt="2022-07-07T07:33:01.674" v="157" actId="20577"/>
          <ac:spMkLst>
            <pc:docMk/>
            <pc:sldMk cId="258900555" sldId="2147377252"/>
            <ac:spMk id="3" creationId="{E87709CA-8331-4A3E-B71A-F67110295CB6}"/>
          </ac:spMkLst>
        </pc:spChg>
        <pc:graphicFrameChg chg="mod">
          <ac:chgData name="Lu,Yixin (MED CD&amp;O) BII-CN-S" userId="6055c963-f18b-4b43-9f26-62c3b4c5f854" providerId="ADAL" clId="{B5E3C695-A334-4506-A9D9-092E40FD2035}" dt="2022-07-08T09:40:12.939" v="211" actId="21"/>
          <ac:graphicFrameMkLst>
            <pc:docMk/>
            <pc:sldMk cId="258900555" sldId="2147377252"/>
            <ac:graphicFrameMk id="6" creationId="{AF065D4D-4D7E-ADDC-0526-AEC3FC3D8429}"/>
          </ac:graphicFrameMkLst>
        </pc:graphicFrameChg>
      </pc:sldChg>
      <pc:sldChg chg="addSp delSp modSp new mod modNotesTx">
        <pc:chgData name="Lu,Yixin (MED CD&amp;O) BII-CN-S" userId="6055c963-f18b-4b43-9f26-62c3b4c5f854" providerId="ADAL" clId="{B5E3C695-A334-4506-A9D9-092E40FD2035}" dt="2022-07-08T09:45:57.517" v="255" actId="20577"/>
        <pc:sldMkLst>
          <pc:docMk/>
          <pc:sldMk cId="1616446884" sldId="2147377253"/>
        </pc:sldMkLst>
        <pc:spChg chg="del">
          <ac:chgData name="Lu,Yixin (MED CD&amp;O) BII-CN-S" userId="6055c963-f18b-4b43-9f26-62c3b4c5f854" providerId="ADAL" clId="{B5E3C695-A334-4506-A9D9-092E40FD2035}" dt="2022-07-08T09:39:20.678" v="197" actId="3680"/>
          <ac:spMkLst>
            <pc:docMk/>
            <pc:sldMk cId="1616446884" sldId="2147377253"/>
            <ac:spMk id="2" creationId="{544C75B4-76C3-4F16-8308-F3988AEC1491}"/>
          </ac:spMkLst>
        </pc:spChg>
        <pc:spChg chg="mod">
          <ac:chgData name="Lu,Yixin (MED CD&amp;O) BII-CN-S" userId="6055c963-f18b-4b43-9f26-62c3b4c5f854" providerId="ADAL" clId="{B5E3C695-A334-4506-A9D9-092E40FD2035}" dt="2022-07-08T09:39:09.984" v="196"/>
          <ac:spMkLst>
            <pc:docMk/>
            <pc:sldMk cId="1616446884" sldId="2147377253"/>
            <ac:spMk id="3" creationId="{6C24C9E5-5B20-447E-8CA9-5B15D0467991}"/>
          </ac:spMkLst>
        </pc:spChg>
        <pc:graphicFrameChg chg="add mod ord modGraphic">
          <ac:chgData name="Lu,Yixin (MED CD&amp;O) BII-CN-S" userId="6055c963-f18b-4b43-9f26-62c3b4c5f854" providerId="ADAL" clId="{B5E3C695-A334-4506-A9D9-092E40FD2035}" dt="2022-07-08T09:45:57.517" v="255" actId="20577"/>
          <ac:graphicFrameMkLst>
            <pc:docMk/>
            <pc:sldMk cId="1616446884" sldId="2147377253"/>
            <ac:graphicFrameMk id="6" creationId="{E17FBF53-C5DF-4116-A753-2F8FD44F31E7}"/>
          </ac:graphicFrameMkLst>
        </pc:graphicFrameChg>
      </pc:sldChg>
    </pc:docChg>
  </pc:docChgLst>
  <pc:docChgLst>
    <pc:chgData name="Li,Yuting (HP Medicine) BII-CN-S" userId="ce8fbb54-122c-426d-b8da-fdcc5e1b5022" providerId="ADAL" clId="{F6C347AA-A3E9-4848-90FC-EFC16D22F807}"/>
    <pc:docChg chg="undo custSel addSld delSld modSld sldOrd delMainMaster addSection delSection modSection">
      <pc:chgData name="Li,Yuting (HP Medicine) BII-CN-S" userId="ce8fbb54-122c-426d-b8da-fdcc5e1b5022" providerId="ADAL" clId="{F6C347AA-A3E9-4848-90FC-EFC16D22F807}" dt="2024-02-26T09:55:54.037" v="4039" actId="1076"/>
      <pc:docMkLst>
        <pc:docMk/>
      </pc:docMkLst>
      <pc:sldChg chg="del">
        <pc:chgData name="Li,Yuting (HP Medicine) BII-CN-S" userId="ce8fbb54-122c-426d-b8da-fdcc5e1b5022" providerId="ADAL" clId="{F6C347AA-A3E9-4848-90FC-EFC16D22F807}" dt="2024-02-21T05:51:07.851" v="59" actId="47"/>
        <pc:sldMkLst>
          <pc:docMk/>
          <pc:sldMk cId="511876475" sldId="256"/>
        </pc:sldMkLst>
      </pc:sldChg>
      <pc:sldChg chg="add">
        <pc:chgData name="Li,Yuting (HP Medicine) BII-CN-S" userId="ce8fbb54-122c-426d-b8da-fdcc5e1b5022" providerId="ADAL" clId="{F6C347AA-A3E9-4848-90FC-EFC16D22F807}" dt="2024-02-21T05:43:10.403" v="33"/>
        <pc:sldMkLst>
          <pc:docMk/>
          <pc:sldMk cId="1865359290" sldId="258"/>
        </pc:sldMkLst>
      </pc:sldChg>
      <pc:sldChg chg="del">
        <pc:chgData name="Li,Yuting (HP Medicine) BII-CN-S" userId="ce8fbb54-122c-426d-b8da-fdcc5e1b5022" providerId="ADAL" clId="{F6C347AA-A3E9-4848-90FC-EFC16D22F807}" dt="2024-02-23T01:59:57.988" v="2701" actId="47"/>
        <pc:sldMkLst>
          <pc:docMk/>
          <pc:sldMk cId="2376252415" sldId="261"/>
        </pc:sldMkLst>
      </pc:sldChg>
      <pc:sldChg chg="del">
        <pc:chgData name="Li,Yuting (HP Medicine) BII-CN-S" userId="ce8fbb54-122c-426d-b8da-fdcc5e1b5022" providerId="ADAL" clId="{F6C347AA-A3E9-4848-90FC-EFC16D22F807}" dt="2024-02-21T05:51:15.136" v="60" actId="47"/>
        <pc:sldMkLst>
          <pc:docMk/>
          <pc:sldMk cId="3184264583" sldId="346"/>
        </pc:sldMkLst>
      </pc:sldChg>
      <pc:sldChg chg="del">
        <pc:chgData name="Li,Yuting (HP Medicine) BII-CN-S" userId="ce8fbb54-122c-426d-b8da-fdcc5e1b5022" providerId="ADAL" clId="{F6C347AA-A3E9-4848-90FC-EFC16D22F807}" dt="2024-02-21T05:51:17.061" v="61" actId="47"/>
        <pc:sldMkLst>
          <pc:docMk/>
          <pc:sldMk cId="1286555060" sldId="354"/>
        </pc:sldMkLst>
      </pc:sldChg>
      <pc:sldChg chg="del ord">
        <pc:chgData name="Li,Yuting (HP Medicine) BII-CN-S" userId="ce8fbb54-122c-426d-b8da-fdcc5e1b5022" providerId="ADAL" clId="{F6C347AA-A3E9-4848-90FC-EFC16D22F807}" dt="2024-02-23T01:58:40.896" v="2643" actId="47"/>
        <pc:sldMkLst>
          <pc:docMk/>
          <pc:sldMk cId="2664453740" sldId="430"/>
        </pc:sldMkLst>
      </pc:sldChg>
      <pc:sldChg chg="add del">
        <pc:chgData name="Li,Yuting (HP Medicine) BII-CN-S" userId="ce8fbb54-122c-426d-b8da-fdcc5e1b5022" providerId="ADAL" clId="{F6C347AA-A3E9-4848-90FC-EFC16D22F807}" dt="2024-02-21T05:46:56.825" v="47" actId="47"/>
        <pc:sldMkLst>
          <pc:docMk/>
          <pc:sldMk cId="2099305468" sldId="2442"/>
        </pc:sldMkLst>
      </pc:sldChg>
      <pc:sldChg chg="modSp mod">
        <pc:chgData name="Li,Yuting (HP Medicine) BII-CN-S" userId="ce8fbb54-122c-426d-b8da-fdcc5e1b5022" providerId="ADAL" clId="{F6C347AA-A3E9-4848-90FC-EFC16D22F807}" dt="2024-02-23T02:00:25.324" v="2715" actId="20577"/>
        <pc:sldMkLst>
          <pc:docMk/>
          <pc:sldMk cId="64439630" sldId="6601"/>
        </pc:sldMkLst>
        <pc:spChg chg="mod">
          <ac:chgData name="Li,Yuting (HP Medicine) BII-CN-S" userId="ce8fbb54-122c-426d-b8da-fdcc5e1b5022" providerId="ADAL" clId="{F6C347AA-A3E9-4848-90FC-EFC16D22F807}" dt="2024-02-23T02:00:25.324" v="2715" actId="20577"/>
          <ac:spMkLst>
            <pc:docMk/>
            <pc:sldMk cId="64439630" sldId="6601"/>
            <ac:spMk id="5" creationId="{00000000-0000-0000-0000-000000000000}"/>
          </ac:spMkLst>
        </pc:spChg>
      </pc:sldChg>
      <pc:sldChg chg="modSp add del mod">
        <pc:chgData name="Li,Yuting (HP Medicine) BII-CN-S" userId="ce8fbb54-122c-426d-b8da-fdcc5e1b5022" providerId="ADAL" clId="{F6C347AA-A3E9-4848-90FC-EFC16D22F807}" dt="2024-02-21T05:46:56.825" v="47" actId="47"/>
        <pc:sldMkLst>
          <pc:docMk/>
          <pc:sldMk cId="2096026728" sldId="9875"/>
        </pc:sldMkLst>
        <pc:spChg chg="mod">
          <ac:chgData name="Li,Yuting (HP Medicine) BII-CN-S" userId="ce8fbb54-122c-426d-b8da-fdcc5e1b5022" providerId="ADAL" clId="{F6C347AA-A3E9-4848-90FC-EFC16D22F807}" dt="2024-02-21T05:43:10.653" v="36" actId="27636"/>
          <ac:spMkLst>
            <pc:docMk/>
            <pc:sldMk cId="2096026728" sldId="9875"/>
            <ac:spMk id="64" creationId="{B595A5E9-D4B6-9EFA-361F-67C83B68517D}"/>
          </ac:spMkLst>
        </pc:spChg>
        <pc:spChg chg="mod">
          <ac:chgData name="Li,Yuting (HP Medicine) BII-CN-S" userId="ce8fbb54-122c-426d-b8da-fdcc5e1b5022" providerId="ADAL" clId="{F6C347AA-A3E9-4848-90FC-EFC16D22F807}" dt="2024-02-21T05:43:10.653" v="34" actId="27636"/>
          <ac:spMkLst>
            <pc:docMk/>
            <pc:sldMk cId="2096026728" sldId="9875"/>
            <ac:spMk id="65" creationId="{AEE9AFCE-982E-3095-9722-CDD6F41D9232}"/>
          </ac:spMkLst>
        </pc:spChg>
        <pc:spChg chg="mod">
          <ac:chgData name="Li,Yuting (HP Medicine) BII-CN-S" userId="ce8fbb54-122c-426d-b8da-fdcc5e1b5022" providerId="ADAL" clId="{F6C347AA-A3E9-4848-90FC-EFC16D22F807}" dt="2024-02-21T05:43:10.653" v="35" actId="27636"/>
          <ac:spMkLst>
            <pc:docMk/>
            <pc:sldMk cId="2096026728" sldId="9875"/>
            <ac:spMk id="66" creationId="{67FD37F7-74DE-CD88-353B-D5DE1071723C}"/>
          </ac:spMkLst>
        </pc:spChg>
      </pc:sldChg>
      <pc:sldChg chg="add del">
        <pc:chgData name="Li,Yuting (HP Medicine) BII-CN-S" userId="ce8fbb54-122c-426d-b8da-fdcc5e1b5022" providerId="ADAL" clId="{F6C347AA-A3E9-4848-90FC-EFC16D22F807}" dt="2024-02-21T05:46:56.825" v="47" actId="47"/>
        <pc:sldMkLst>
          <pc:docMk/>
          <pc:sldMk cId="2529182710" sldId="9876"/>
        </pc:sldMkLst>
      </pc:sldChg>
      <pc:sldChg chg="add del">
        <pc:chgData name="Li,Yuting (HP Medicine) BII-CN-S" userId="ce8fbb54-122c-426d-b8da-fdcc5e1b5022" providerId="ADAL" clId="{F6C347AA-A3E9-4848-90FC-EFC16D22F807}" dt="2024-02-21T05:45:26.239" v="43" actId="47"/>
        <pc:sldMkLst>
          <pc:docMk/>
          <pc:sldMk cId="3755692404" sldId="2147377208"/>
        </pc:sldMkLst>
      </pc:sldChg>
      <pc:sldChg chg="add del mod modShow">
        <pc:chgData name="Li,Yuting (HP Medicine) BII-CN-S" userId="ce8fbb54-122c-426d-b8da-fdcc5e1b5022" providerId="ADAL" clId="{F6C347AA-A3E9-4848-90FC-EFC16D22F807}" dt="2024-02-22T06:16:20.867" v="1547" actId="47"/>
        <pc:sldMkLst>
          <pc:docMk/>
          <pc:sldMk cId="2680633074" sldId="2147377209"/>
        </pc:sldMkLst>
      </pc:sldChg>
      <pc:sldChg chg="add del modTransition">
        <pc:chgData name="Li,Yuting (HP Medicine) BII-CN-S" userId="ce8fbb54-122c-426d-b8da-fdcc5e1b5022" providerId="ADAL" clId="{F6C347AA-A3E9-4848-90FC-EFC16D22F807}" dt="2024-02-21T05:45:20.488" v="42" actId="47"/>
        <pc:sldMkLst>
          <pc:docMk/>
          <pc:sldMk cId="1482424953" sldId="2147469517"/>
        </pc:sldMkLst>
      </pc:sldChg>
      <pc:sldChg chg="del">
        <pc:chgData name="Li,Yuting (HP Medicine) BII-CN-S" userId="ce8fbb54-122c-426d-b8da-fdcc5e1b5022" providerId="ADAL" clId="{F6C347AA-A3E9-4848-90FC-EFC16D22F807}" dt="2024-02-23T01:59:26.868" v="2689" actId="47"/>
        <pc:sldMkLst>
          <pc:docMk/>
          <pc:sldMk cId="2890885277" sldId="2147470793"/>
        </pc:sldMkLst>
      </pc:sldChg>
      <pc:sldChg chg="del">
        <pc:chgData name="Li,Yuting (HP Medicine) BII-CN-S" userId="ce8fbb54-122c-426d-b8da-fdcc5e1b5022" providerId="ADAL" clId="{F6C347AA-A3E9-4848-90FC-EFC16D22F807}" dt="2024-02-23T01:59:48.016" v="2697" actId="47"/>
        <pc:sldMkLst>
          <pc:docMk/>
          <pc:sldMk cId="1182273116" sldId="2147474134"/>
        </pc:sldMkLst>
      </pc:sldChg>
      <pc:sldChg chg="add del">
        <pc:chgData name="Li,Yuting (HP Medicine) BII-CN-S" userId="ce8fbb54-122c-426d-b8da-fdcc5e1b5022" providerId="ADAL" clId="{F6C347AA-A3E9-4848-90FC-EFC16D22F807}" dt="2024-02-23T01:59:36.621" v="2692" actId="47"/>
        <pc:sldMkLst>
          <pc:docMk/>
          <pc:sldMk cId="1770096435" sldId="2147474234"/>
        </pc:sldMkLst>
      </pc:sldChg>
      <pc:sldChg chg="add del modTransition">
        <pc:chgData name="Li,Yuting (HP Medicine) BII-CN-S" userId="ce8fbb54-122c-426d-b8da-fdcc5e1b5022" providerId="ADAL" clId="{F6C347AA-A3E9-4848-90FC-EFC16D22F807}" dt="2024-02-21T05:45:30.671" v="44" actId="47"/>
        <pc:sldMkLst>
          <pc:docMk/>
          <pc:sldMk cId="2900480867" sldId="2147474245"/>
        </pc:sldMkLst>
      </pc:sldChg>
      <pc:sldChg chg="del">
        <pc:chgData name="Li,Yuting (HP Medicine) BII-CN-S" userId="ce8fbb54-122c-426d-b8da-fdcc5e1b5022" providerId="ADAL" clId="{F6C347AA-A3E9-4848-90FC-EFC16D22F807}" dt="2024-02-23T01:59:50.855" v="2699" actId="47"/>
        <pc:sldMkLst>
          <pc:docMk/>
          <pc:sldMk cId="4135589616" sldId="2147474912"/>
        </pc:sldMkLst>
      </pc:sldChg>
      <pc:sldChg chg="del">
        <pc:chgData name="Li,Yuting (HP Medicine) BII-CN-S" userId="ce8fbb54-122c-426d-b8da-fdcc5e1b5022" providerId="ADAL" clId="{F6C347AA-A3E9-4848-90FC-EFC16D22F807}" dt="2024-02-23T01:59:54.795" v="2700" actId="47"/>
        <pc:sldMkLst>
          <pc:docMk/>
          <pc:sldMk cId="593512154" sldId="2147474915"/>
        </pc:sldMkLst>
      </pc:sldChg>
      <pc:sldChg chg="del">
        <pc:chgData name="Li,Yuting (HP Medicine) BII-CN-S" userId="ce8fbb54-122c-426d-b8da-fdcc5e1b5022" providerId="ADAL" clId="{F6C347AA-A3E9-4848-90FC-EFC16D22F807}" dt="2024-02-23T01:59:46.276" v="2696" actId="47"/>
        <pc:sldMkLst>
          <pc:docMk/>
          <pc:sldMk cId="2048577046" sldId="2147474919"/>
        </pc:sldMkLst>
      </pc:sldChg>
      <pc:sldChg chg="del">
        <pc:chgData name="Li,Yuting (HP Medicine) BII-CN-S" userId="ce8fbb54-122c-426d-b8da-fdcc5e1b5022" providerId="ADAL" clId="{F6C347AA-A3E9-4848-90FC-EFC16D22F807}" dt="2024-02-23T01:59:44.764" v="2695" actId="47"/>
        <pc:sldMkLst>
          <pc:docMk/>
          <pc:sldMk cId="954744658" sldId="2147474920"/>
        </pc:sldMkLst>
      </pc:sldChg>
      <pc:sldChg chg="del">
        <pc:chgData name="Li,Yuting (HP Medicine) BII-CN-S" userId="ce8fbb54-122c-426d-b8da-fdcc5e1b5022" providerId="ADAL" clId="{F6C347AA-A3E9-4848-90FC-EFC16D22F807}" dt="2024-02-23T01:59:49.928" v="2698" actId="47"/>
        <pc:sldMkLst>
          <pc:docMk/>
          <pc:sldMk cId="1983346115" sldId="2147474924"/>
        </pc:sldMkLst>
      </pc:sldChg>
      <pc:sldChg chg="add del ord">
        <pc:chgData name="Li,Yuting (HP Medicine) BII-CN-S" userId="ce8fbb54-122c-426d-b8da-fdcc5e1b5022" providerId="ADAL" clId="{F6C347AA-A3E9-4848-90FC-EFC16D22F807}" dt="2024-02-23T01:58:27.307" v="2642" actId="47"/>
        <pc:sldMkLst>
          <pc:docMk/>
          <pc:sldMk cId="4059765331" sldId="2147474945"/>
        </pc:sldMkLst>
      </pc:sldChg>
      <pc:sldChg chg="del">
        <pc:chgData name="Li,Yuting (HP Medicine) BII-CN-S" userId="ce8fbb54-122c-426d-b8da-fdcc5e1b5022" providerId="ADAL" clId="{F6C347AA-A3E9-4848-90FC-EFC16D22F807}" dt="2024-02-23T01:59:40.621" v="2693" actId="47"/>
        <pc:sldMkLst>
          <pc:docMk/>
          <pc:sldMk cId="1686292684" sldId="2147474967"/>
        </pc:sldMkLst>
      </pc:sldChg>
      <pc:sldChg chg="del">
        <pc:chgData name="Li,Yuting (HP Medicine) BII-CN-S" userId="ce8fbb54-122c-426d-b8da-fdcc5e1b5022" providerId="ADAL" clId="{F6C347AA-A3E9-4848-90FC-EFC16D22F807}" dt="2024-02-23T01:59:41.868" v="2694" actId="47"/>
        <pc:sldMkLst>
          <pc:docMk/>
          <pc:sldMk cId="1561060572" sldId="2147474968"/>
        </pc:sldMkLst>
      </pc:sldChg>
      <pc:sldChg chg="del">
        <pc:chgData name="Li,Yuting (HP Medicine) BII-CN-S" userId="ce8fbb54-122c-426d-b8da-fdcc5e1b5022" providerId="ADAL" clId="{F6C347AA-A3E9-4848-90FC-EFC16D22F807}" dt="2024-02-23T01:59:29.542" v="2690" actId="47"/>
        <pc:sldMkLst>
          <pc:docMk/>
          <pc:sldMk cId="2318593597" sldId="2147475013"/>
        </pc:sldMkLst>
      </pc:sldChg>
      <pc:sldChg chg="add del ord">
        <pc:chgData name="Li,Yuting (HP Medicine) BII-CN-S" userId="ce8fbb54-122c-426d-b8da-fdcc5e1b5022" providerId="ADAL" clId="{F6C347AA-A3E9-4848-90FC-EFC16D22F807}" dt="2024-02-23T01:58:27.307" v="2642" actId="47"/>
        <pc:sldMkLst>
          <pc:docMk/>
          <pc:sldMk cId="898033013" sldId="2147475022"/>
        </pc:sldMkLst>
      </pc:sldChg>
      <pc:sldChg chg="add del">
        <pc:chgData name="Li,Yuting (HP Medicine) BII-CN-S" userId="ce8fbb54-122c-426d-b8da-fdcc5e1b5022" providerId="ADAL" clId="{F6C347AA-A3E9-4848-90FC-EFC16D22F807}" dt="2024-02-21T05:45:32.948" v="45" actId="47"/>
        <pc:sldMkLst>
          <pc:docMk/>
          <pc:sldMk cId="2668833560" sldId="2147475026"/>
        </pc:sldMkLst>
      </pc:sldChg>
      <pc:sldChg chg="add del">
        <pc:chgData name="Li,Yuting (HP Medicine) BII-CN-S" userId="ce8fbb54-122c-426d-b8da-fdcc5e1b5022" providerId="ADAL" clId="{F6C347AA-A3E9-4848-90FC-EFC16D22F807}" dt="2024-02-21T05:43:10.403" v="33"/>
        <pc:sldMkLst>
          <pc:docMk/>
          <pc:sldMk cId="3195558913" sldId="2147475033"/>
        </pc:sldMkLst>
      </pc:sldChg>
      <pc:sldChg chg="add del">
        <pc:chgData name="Li,Yuting (HP Medicine) BII-CN-S" userId="ce8fbb54-122c-426d-b8da-fdcc5e1b5022" providerId="ADAL" clId="{F6C347AA-A3E9-4848-90FC-EFC16D22F807}" dt="2024-02-21T05:43:10.403" v="33"/>
        <pc:sldMkLst>
          <pc:docMk/>
          <pc:sldMk cId="727175563" sldId="2147475034"/>
        </pc:sldMkLst>
      </pc:sldChg>
      <pc:sldChg chg="add del">
        <pc:chgData name="Li,Yuting (HP Medicine) BII-CN-S" userId="ce8fbb54-122c-426d-b8da-fdcc5e1b5022" providerId="ADAL" clId="{F6C347AA-A3E9-4848-90FC-EFC16D22F807}" dt="2024-02-21T05:43:10.403" v="33"/>
        <pc:sldMkLst>
          <pc:docMk/>
          <pc:sldMk cId="3580869922" sldId="2147475035"/>
        </pc:sldMkLst>
      </pc:sldChg>
      <pc:sldChg chg="add del">
        <pc:chgData name="Li,Yuting (HP Medicine) BII-CN-S" userId="ce8fbb54-122c-426d-b8da-fdcc5e1b5022" providerId="ADAL" clId="{F6C347AA-A3E9-4848-90FC-EFC16D22F807}" dt="2024-02-21T05:43:10.403" v="33"/>
        <pc:sldMkLst>
          <pc:docMk/>
          <pc:sldMk cId="1232703207" sldId="2147475036"/>
        </pc:sldMkLst>
      </pc:sldChg>
      <pc:sldChg chg="add del">
        <pc:chgData name="Li,Yuting (HP Medicine) BII-CN-S" userId="ce8fbb54-122c-426d-b8da-fdcc5e1b5022" providerId="ADAL" clId="{F6C347AA-A3E9-4848-90FC-EFC16D22F807}" dt="2024-02-21T05:43:10.403" v="33"/>
        <pc:sldMkLst>
          <pc:docMk/>
          <pc:sldMk cId="3713722543" sldId="2147475037"/>
        </pc:sldMkLst>
      </pc:sldChg>
      <pc:sldChg chg="add del">
        <pc:chgData name="Li,Yuting (HP Medicine) BII-CN-S" userId="ce8fbb54-122c-426d-b8da-fdcc5e1b5022" providerId="ADAL" clId="{F6C347AA-A3E9-4848-90FC-EFC16D22F807}" dt="2024-02-21T05:43:10.403" v="33"/>
        <pc:sldMkLst>
          <pc:docMk/>
          <pc:sldMk cId="1948529012" sldId="2147475038"/>
        </pc:sldMkLst>
      </pc:sldChg>
      <pc:sldChg chg="del">
        <pc:chgData name="Li,Yuting (HP Medicine) BII-CN-S" userId="ce8fbb54-122c-426d-b8da-fdcc5e1b5022" providerId="ADAL" clId="{F6C347AA-A3E9-4848-90FC-EFC16D22F807}" dt="2024-02-23T01:59:25.821" v="2688" actId="47"/>
        <pc:sldMkLst>
          <pc:docMk/>
          <pc:sldMk cId="1170527393" sldId="2147475043"/>
        </pc:sldMkLst>
      </pc:sldChg>
      <pc:sldChg chg="del">
        <pc:chgData name="Li,Yuting (HP Medicine) BII-CN-S" userId="ce8fbb54-122c-426d-b8da-fdcc5e1b5022" providerId="ADAL" clId="{F6C347AA-A3E9-4848-90FC-EFC16D22F807}" dt="2024-02-21T05:54:12.855" v="87"/>
        <pc:sldMkLst>
          <pc:docMk/>
          <pc:sldMk cId="1109863564" sldId="2147481312"/>
        </pc:sldMkLst>
      </pc:sldChg>
      <pc:sldChg chg="del">
        <pc:chgData name="Li,Yuting (HP Medicine) BII-CN-S" userId="ce8fbb54-122c-426d-b8da-fdcc5e1b5022" providerId="ADAL" clId="{F6C347AA-A3E9-4848-90FC-EFC16D22F807}" dt="2024-02-21T05:55:21.685" v="92" actId="47"/>
        <pc:sldMkLst>
          <pc:docMk/>
          <pc:sldMk cId="3568517833" sldId="2147481313"/>
        </pc:sldMkLst>
      </pc:sldChg>
      <pc:sldChg chg="del">
        <pc:chgData name="Li,Yuting (HP Medicine) BII-CN-S" userId="ce8fbb54-122c-426d-b8da-fdcc5e1b5022" providerId="ADAL" clId="{F6C347AA-A3E9-4848-90FC-EFC16D22F807}" dt="2024-02-21T05:55:24.616" v="93" actId="47"/>
        <pc:sldMkLst>
          <pc:docMk/>
          <pc:sldMk cId="1228258383" sldId="2147481314"/>
        </pc:sldMkLst>
      </pc:sldChg>
      <pc:sldChg chg="del">
        <pc:chgData name="Li,Yuting (HP Medicine) BII-CN-S" userId="ce8fbb54-122c-426d-b8da-fdcc5e1b5022" providerId="ADAL" clId="{F6C347AA-A3E9-4848-90FC-EFC16D22F807}" dt="2024-02-21T05:38:00.775" v="16" actId="47"/>
        <pc:sldMkLst>
          <pc:docMk/>
          <pc:sldMk cId="3623571889" sldId="2147481315"/>
        </pc:sldMkLst>
      </pc:sldChg>
      <pc:sldChg chg="del">
        <pc:chgData name="Li,Yuting (HP Medicine) BII-CN-S" userId="ce8fbb54-122c-426d-b8da-fdcc5e1b5022" providerId="ADAL" clId="{F6C347AA-A3E9-4848-90FC-EFC16D22F807}" dt="2024-02-21T05:42:59.772" v="32" actId="47"/>
        <pc:sldMkLst>
          <pc:docMk/>
          <pc:sldMk cId="3310519173" sldId="2147481316"/>
        </pc:sldMkLst>
      </pc:sldChg>
      <pc:sldChg chg="del">
        <pc:chgData name="Li,Yuting (HP Medicine) BII-CN-S" userId="ce8fbb54-122c-426d-b8da-fdcc5e1b5022" providerId="ADAL" clId="{F6C347AA-A3E9-4848-90FC-EFC16D22F807}" dt="2024-02-21T05:36:35.927" v="1" actId="47"/>
        <pc:sldMkLst>
          <pc:docMk/>
          <pc:sldMk cId="3496264764" sldId="2147481319"/>
        </pc:sldMkLst>
      </pc:sldChg>
      <pc:sldChg chg="del">
        <pc:chgData name="Li,Yuting (HP Medicine) BII-CN-S" userId="ce8fbb54-122c-426d-b8da-fdcc5e1b5022" providerId="ADAL" clId="{F6C347AA-A3E9-4848-90FC-EFC16D22F807}" dt="2024-02-21T05:43:44.772" v="37" actId="47"/>
        <pc:sldMkLst>
          <pc:docMk/>
          <pc:sldMk cId="533113754" sldId="2147481320"/>
        </pc:sldMkLst>
      </pc:sldChg>
      <pc:sldChg chg="del">
        <pc:chgData name="Li,Yuting (HP Medicine) BII-CN-S" userId="ce8fbb54-122c-426d-b8da-fdcc5e1b5022" providerId="ADAL" clId="{F6C347AA-A3E9-4848-90FC-EFC16D22F807}" dt="2024-02-21T05:43:47.352" v="38" actId="47"/>
        <pc:sldMkLst>
          <pc:docMk/>
          <pc:sldMk cId="3351325479" sldId="2147481321"/>
        </pc:sldMkLst>
      </pc:sldChg>
      <pc:sldChg chg="del">
        <pc:chgData name="Li,Yuting (HP Medicine) BII-CN-S" userId="ce8fbb54-122c-426d-b8da-fdcc5e1b5022" providerId="ADAL" clId="{F6C347AA-A3E9-4848-90FC-EFC16D22F807}" dt="2024-02-21T05:39:36.587" v="28" actId="47"/>
        <pc:sldMkLst>
          <pc:docMk/>
          <pc:sldMk cId="4072964452" sldId="2147481322"/>
        </pc:sldMkLst>
      </pc:sldChg>
      <pc:sldChg chg="del">
        <pc:chgData name="Li,Yuting (HP Medicine) BII-CN-S" userId="ce8fbb54-122c-426d-b8da-fdcc5e1b5022" providerId="ADAL" clId="{F6C347AA-A3E9-4848-90FC-EFC16D22F807}" dt="2024-02-21T05:48:54.515" v="49" actId="47"/>
        <pc:sldMkLst>
          <pc:docMk/>
          <pc:sldMk cId="3660926687" sldId="2147481326"/>
        </pc:sldMkLst>
      </pc:sldChg>
      <pc:sldChg chg="del">
        <pc:chgData name="Li,Yuting (HP Medicine) BII-CN-S" userId="ce8fbb54-122c-426d-b8da-fdcc5e1b5022" providerId="ADAL" clId="{F6C347AA-A3E9-4848-90FC-EFC16D22F807}" dt="2024-02-21T05:42:59.772" v="32" actId="47"/>
        <pc:sldMkLst>
          <pc:docMk/>
          <pc:sldMk cId="1730592404" sldId="2147481329"/>
        </pc:sldMkLst>
      </pc:sldChg>
      <pc:sldChg chg="add mod modShow">
        <pc:chgData name="Li,Yuting (HP Medicine) BII-CN-S" userId="ce8fbb54-122c-426d-b8da-fdcc5e1b5022" providerId="ADAL" clId="{F6C347AA-A3E9-4848-90FC-EFC16D22F807}" dt="2024-02-22T06:13:35.044" v="1425" actId="729"/>
        <pc:sldMkLst>
          <pc:docMk/>
          <pc:sldMk cId="4063920382" sldId="2147481330"/>
        </pc:sldMkLst>
      </pc:sldChg>
      <pc:sldChg chg="add mod modShow">
        <pc:chgData name="Li,Yuting (HP Medicine) BII-CN-S" userId="ce8fbb54-122c-426d-b8da-fdcc5e1b5022" providerId="ADAL" clId="{F6C347AA-A3E9-4848-90FC-EFC16D22F807}" dt="2024-02-22T06:13:35.044" v="1425" actId="729"/>
        <pc:sldMkLst>
          <pc:docMk/>
          <pc:sldMk cId="2316683644" sldId="2147481331"/>
        </pc:sldMkLst>
      </pc:sldChg>
      <pc:sldChg chg="del">
        <pc:chgData name="Li,Yuting (HP Medicine) BII-CN-S" userId="ce8fbb54-122c-426d-b8da-fdcc5e1b5022" providerId="ADAL" clId="{F6C347AA-A3E9-4848-90FC-EFC16D22F807}" dt="2024-02-21T05:52:10.457" v="69" actId="47"/>
        <pc:sldMkLst>
          <pc:docMk/>
          <pc:sldMk cId="41282380" sldId="2147481332"/>
        </pc:sldMkLst>
      </pc:sldChg>
      <pc:sldChg chg="del">
        <pc:chgData name="Li,Yuting (HP Medicine) BII-CN-S" userId="ce8fbb54-122c-426d-b8da-fdcc5e1b5022" providerId="ADAL" clId="{F6C347AA-A3E9-4848-90FC-EFC16D22F807}" dt="2024-02-21T05:52:55.577" v="76" actId="47"/>
        <pc:sldMkLst>
          <pc:docMk/>
          <pc:sldMk cId="1506953747" sldId="2147481335"/>
        </pc:sldMkLst>
      </pc:sldChg>
      <pc:sldChg chg="del">
        <pc:chgData name="Li,Yuting (HP Medicine) BII-CN-S" userId="ce8fbb54-122c-426d-b8da-fdcc5e1b5022" providerId="ADAL" clId="{F6C347AA-A3E9-4848-90FC-EFC16D22F807}" dt="2024-02-21T05:52:37.002" v="74" actId="47"/>
        <pc:sldMkLst>
          <pc:docMk/>
          <pc:sldMk cId="2275812724" sldId="2147481337"/>
        </pc:sldMkLst>
      </pc:sldChg>
      <pc:sldChg chg="modSp add mod modShow">
        <pc:chgData name="Li,Yuting (HP Medicine) BII-CN-S" userId="ce8fbb54-122c-426d-b8da-fdcc5e1b5022" providerId="ADAL" clId="{F6C347AA-A3E9-4848-90FC-EFC16D22F807}" dt="2024-02-22T06:36:01.657" v="1873" actId="6549"/>
        <pc:sldMkLst>
          <pc:docMk/>
          <pc:sldMk cId="2055520494" sldId="2147481339"/>
        </pc:sldMkLst>
        <pc:spChg chg="mod">
          <ac:chgData name="Li,Yuting (HP Medicine) BII-CN-S" userId="ce8fbb54-122c-426d-b8da-fdcc5e1b5022" providerId="ADAL" clId="{F6C347AA-A3E9-4848-90FC-EFC16D22F807}" dt="2024-02-22T06:36:01.657" v="1873" actId="6549"/>
          <ac:spMkLst>
            <pc:docMk/>
            <pc:sldMk cId="2055520494" sldId="2147481339"/>
            <ac:spMk id="99" creationId="{D11E8C8E-EA83-4AF2-B5EA-9A0D5FDC196B}"/>
          </ac:spMkLst>
        </pc:spChg>
      </pc:sldChg>
      <pc:sldChg chg="add mod modShow">
        <pc:chgData name="Li,Yuting (HP Medicine) BII-CN-S" userId="ce8fbb54-122c-426d-b8da-fdcc5e1b5022" providerId="ADAL" clId="{F6C347AA-A3E9-4848-90FC-EFC16D22F807}" dt="2024-02-22T06:35:07.235" v="1834" actId="729"/>
        <pc:sldMkLst>
          <pc:docMk/>
          <pc:sldMk cId="432121343" sldId="2147481340"/>
        </pc:sldMkLst>
      </pc:sldChg>
      <pc:sldChg chg="modSp mod ord addCm modCm">
        <pc:chgData name="Li,Yuting (HP Medicine) BII-CN-S" userId="ce8fbb54-122c-426d-b8da-fdcc5e1b5022" providerId="ADAL" clId="{F6C347AA-A3E9-4848-90FC-EFC16D22F807}" dt="2024-02-22T07:26:12.382" v="1880" actId="207"/>
        <pc:sldMkLst>
          <pc:docMk/>
          <pc:sldMk cId="3370242844" sldId="2147481343"/>
        </pc:sldMkLst>
        <pc:graphicFrameChg chg="modGraphic">
          <ac:chgData name="Li,Yuting (HP Medicine) BII-CN-S" userId="ce8fbb54-122c-426d-b8da-fdcc5e1b5022" providerId="ADAL" clId="{F6C347AA-A3E9-4848-90FC-EFC16D22F807}" dt="2024-02-22T07:26:12.382" v="1880" actId="207"/>
          <ac:graphicFrameMkLst>
            <pc:docMk/>
            <pc:sldMk cId="3370242844" sldId="2147481343"/>
            <ac:graphicFrameMk id="12" creationId="{EE24276D-C300-4706-ACD2-32E108653E2B}"/>
          </ac:graphicFrameMkLst>
        </pc:graphicFrameChg>
      </pc:sldChg>
      <pc:sldChg chg="del">
        <pc:chgData name="Li,Yuting (HP Medicine) BII-CN-S" userId="ce8fbb54-122c-426d-b8da-fdcc5e1b5022" providerId="ADAL" clId="{F6C347AA-A3E9-4848-90FC-EFC16D22F807}" dt="2024-02-21T05:52:20.812" v="72" actId="47"/>
        <pc:sldMkLst>
          <pc:docMk/>
          <pc:sldMk cId="399334533" sldId="2147481366"/>
        </pc:sldMkLst>
      </pc:sldChg>
      <pc:sldChg chg="del">
        <pc:chgData name="Li,Yuting (HP Medicine) BII-CN-S" userId="ce8fbb54-122c-426d-b8da-fdcc5e1b5022" providerId="ADAL" clId="{F6C347AA-A3E9-4848-90FC-EFC16D22F807}" dt="2024-02-21T05:38:14.950" v="19" actId="47"/>
        <pc:sldMkLst>
          <pc:docMk/>
          <pc:sldMk cId="4186878768" sldId="2147481369"/>
        </pc:sldMkLst>
      </pc:sldChg>
      <pc:sldChg chg="del">
        <pc:chgData name="Li,Yuting (HP Medicine) BII-CN-S" userId="ce8fbb54-122c-426d-b8da-fdcc5e1b5022" providerId="ADAL" clId="{F6C347AA-A3E9-4848-90FC-EFC16D22F807}" dt="2024-02-21T05:38:08.848" v="17" actId="47"/>
        <pc:sldMkLst>
          <pc:docMk/>
          <pc:sldMk cId="623892547" sldId="2147481370"/>
        </pc:sldMkLst>
      </pc:sldChg>
      <pc:sldChg chg="del">
        <pc:chgData name="Li,Yuting (HP Medicine) BII-CN-S" userId="ce8fbb54-122c-426d-b8da-fdcc5e1b5022" providerId="ADAL" clId="{F6C347AA-A3E9-4848-90FC-EFC16D22F807}" dt="2024-02-21T05:38:42.438" v="21" actId="47"/>
        <pc:sldMkLst>
          <pc:docMk/>
          <pc:sldMk cId="617639038" sldId="2147481371"/>
        </pc:sldMkLst>
      </pc:sldChg>
      <pc:sldChg chg="del">
        <pc:chgData name="Li,Yuting (HP Medicine) BII-CN-S" userId="ce8fbb54-122c-426d-b8da-fdcc5e1b5022" providerId="ADAL" clId="{F6C347AA-A3E9-4848-90FC-EFC16D22F807}" dt="2024-02-21T05:39:18.558" v="26" actId="47"/>
        <pc:sldMkLst>
          <pc:docMk/>
          <pc:sldMk cId="2201209374" sldId="2147481372"/>
        </pc:sldMkLst>
      </pc:sldChg>
      <pc:sldChg chg="del">
        <pc:chgData name="Li,Yuting (HP Medicine) BII-CN-S" userId="ce8fbb54-122c-426d-b8da-fdcc5e1b5022" providerId="ADAL" clId="{F6C347AA-A3E9-4848-90FC-EFC16D22F807}" dt="2024-02-21T05:39:36.587" v="28" actId="47"/>
        <pc:sldMkLst>
          <pc:docMk/>
          <pc:sldMk cId="1927358786" sldId="2147481373"/>
        </pc:sldMkLst>
      </pc:sldChg>
      <pc:sldChg chg="del">
        <pc:chgData name="Li,Yuting (HP Medicine) BII-CN-S" userId="ce8fbb54-122c-426d-b8da-fdcc5e1b5022" providerId="ADAL" clId="{F6C347AA-A3E9-4848-90FC-EFC16D22F807}" dt="2024-02-21T05:39:36.587" v="28" actId="47"/>
        <pc:sldMkLst>
          <pc:docMk/>
          <pc:sldMk cId="2928051727" sldId="2147481374"/>
        </pc:sldMkLst>
      </pc:sldChg>
      <pc:sldChg chg="del">
        <pc:chgData name="Li,Yuting (HP Medicine) BII-CN-S" userId="ce8fbb54-122c-426d-b8da-fdcc5e1b5022" providerId="ADAL" clId="{F6C347AA-A3E9-4848-90FC-EFC16D22F807}" dt="2024-02-21T05:40:40.831" v="31" actId="47"/>
        <pc:sldMkLst>
          <pc:docMk/>
          <pc:sldMk cId="497805760" sldId="2147481375"/>
        </pc:sldMkLst>
      </pc:sldChg>
      <pc:sldChg chg="del">
        <pc:chgData name="Li,Yuting (HP Medicine) BII-CN-S" userId="ce8fbb54-122c-426d-b8da-fdcc5e1b5022" providerId="ADAL" clId="{F6C347AA-A3E9-4848-90FC-EFC16D22F807}" dt="2024-02-21T05:49:39.115" v="52" actId="47"/>
        <pc:sldMkLst>
          <pc:docMk/>
          <pc:sldMk cId="896140667" sldId="2147481377"/>
        </pc:sldMkLst>
      </pc:sldChg>
      <pc:sldChg chg="del">
        <pc:chgData name="Li,Yuting (HP Medicine) BII-CN-S" userId="ce8fbb54-122c-426d-b8da-fdcc5e1b5022" providerId="ADAL" clId="{F6C347AA-A3E9-4848-90FC-EFC16D22F807}" dt="2024-02-21T05:50:10.016" v="53" actId="47"/>
        <pc:sldMkLst>
          <pc:docMk/>
          <pc:sldMk cId="4175518287" sldId="2147481378"/>
        </pc:sldMkLst>
      </pc:sldChg>
      <pc:sldChg chg="add del ord">
        <pc:chgData name="Li,Yuting (HP Medicine) BII-CN-S" userId="ce8fbb54-122c-426d-b8da-fdcc5e1b5022" providerId="ADAL" clId="{F6C347AA-A3E9-4848-90FC-EFC16D22F807}" dt="2024-02-23T01:58:27.307" v="2642" actId="47"/>
        <pc:sldMkLst>
          <pc:docMk/>
          <pc:sldMk cId="4129635292" sldId="2147481379"/>
        </pc:sldMkLst>
      </pc:sldChg>
      <pc:sldChg chg="add del ord">
        <pc:chgData name="Li,Yuting (HP Medicine) BII-CN-S" userId="ce8fbb54-122c-426d-b8da-fdcc5e1b5022" providerId="ADAL" clId="{F6C347AA-A3E9-4848-90FC-EFC16D22F807}" dt="2024-02-23T01:58:27.307" v="2642" actId="47"/>
        <pc:sldMkLst>
          <pc:docMk/>
          <pc:sldMk cId="1115216339" sldId="2147481380"/>
        </pc:sldMkLst>
      </pc:sldChg>
      <pc:sldChg chg="del">
        <pc:chgData name="Li,Yuting (HP Medicine) BII-CN-S" userId="ce8fbb54-122c-426d-b8da-fdcc5e1b5022" providerId="ADAL" clId="{F6C347AA-A3E9-4848-90FC-EFC16D22F807}" dt="2024-02-21T05:51:05.537" v="58" actId="47"/>
        <pc:sldMkLst>
          <pc:docMk/>
          <pc:sldMk cId="4250654269" sldId="2147481381"/>
        </pc:sldMkLst>
      </pc:sldChg>
      <pc:sldChg chg="del">
        <pc:chgData name="Li,Yuting (HP Medicine) BII-CN-S" userId="ce8fbb54-122c-426d-b8da-fdcc5e1b5022" providerId="ADAL" clId="{F6C347AA-A3E9-4848-90FC-EFC16D22F807}" dt="2024-02-21T05:51:43.644" v="65" actId="47"/>
        <pc:sldMkLst>
          <pc:docMk/>
          <pc:sldMk cId="1784019921" sldId="2147481382"/>
        </pc:sldMkLst>
      </pc:sldChg>
      <pc:sldChg chg="del">
        <pc:chgData name="Li,Yuting (HP Medicine) BII-CN-S" userId="ce8fbb54-122c-426d-b8da-fdcc5e1b5022" providerId="ADAL" clId="{F6C347AA-A3E9-4848-90FC-EFC16D22F807}" dt="2024-02-21T05:38:12.605" v="18" actId="47"/>
        <pc:sldMkLst>
          <pc:docMk/>
          <pc:sldMk cId="1415474354" sldId="2147481383"/>
        </pc:sldMkLst>
      </pc:sldChg>
      <pc:sldChg chg="del">
        <pc:chgData name="Li,Yuting (HP Medicine) BII-CN-S" userId="ce8fbb54-122c-426d-b8da-fdcc5e1b5022" providerId="ADAL" clId="{F6C347AA-A3E9-4848-90FC-EFC16D22F807}" dt="2024-02-21T05:50:10.016" v="53" actId="47"/>
        <pc:sldMkLst>
          <pc:docMk/>
          <pc:sldMk cId="563099238" sldId="2147481384"/>
        </pc:sldMkLst>
      </pc:sldChg>
      <pc:sldChg chg="del">
        <pc:chgData name="Li,Yuting (HP Medicine) BII-CN-S" userId="ce8fbb54-122c-426d-b8da-fdcc5e1b5022" providerId="ADAL" clId="{F6C347AA-A3E9-4848-90FC-EFC16D22F807}" dt="2024-02-21T05:50:10.016" v="53" actId="47"/>
        <pc:sldMkLst>
          <pc:docMk/>
          <pc:sldMk cId="4057526493" sldId="2147481385"/>
        </pc:sldMkLst>
      </pc:sldChg>
      <pc:sldChg chg="del">
        <pc:chgData name="Li,Yuting (HP Medicine) BII-CN-S" userId="ce8fbb54-122c-426d-b8da-fdcc5e1b5022" providerId="ADAL" clId="{F6C347AA-A3E9-4848-90FC-EFC16D22F807}" dt="2024-02-21T05:39:00.909" v="23" actId="47"/>
        <pc:sldMkLst>
          <pc:docMk/>
          <pc:sldMk cId="1148062755" sldId="2147481386"/>
        </pc:sldMkLst>
      </pc:sldChg>
      <pc:sldChg chg="del">
        <pc:chgData name="Li,Yuting (HP Medicine) BII-CN-S" userId="ce8fbb54-122c-426d-b8da-fdcc5e1b5022" providerId="ADAL" clId="{F6C347AA-A3E9-4848-90FC-EFC16D22F807}" dt="2024-02-21T05:39:03.163" v="24" actId="47"/>
        <pc:sldMkLst>
          <pc:docMk/>
          <pc:sldMk cId="3100377490" sldId="2147481388"/>
        </pc:sldMkLst>
      </pc:sldChg>
      <pc:sldChg chg="del">
        <pc:chgData name="Li,Yuting (HP Medicine) BII-CN-S" userId="ce8fbb54-122c-426d-b8da-fdcc5e1b5022" providerId="ADAL" clId="{F6C347AA-A3E9-4848-90FC-EFC16D22F807}" dt="2024-02-21T05:42:59.772" v="32" actId="47"/>
        <pc:sldMkLst>
          <pc:docMk/>
          <pc:sldMk cId="2663030580" sldId="2147481389"/>
        </pc:sldMkLst>
      </pc:sldChg>
      <pc:sldChg chg="modSp add mod">
        <pc:chgData name="Li,Yuting (HP Medicine) BII-CN-S" userId="ce8fbb54-122c-426d-b8da-fdcc5e1b5022" providerId="ADAL" clId="{F6C347AA-A3E9-4848-90FC-EFC16D22F807}" dt="2024-02-25T04:03:42.857" v="2918" actId="1076"/>
        <pc:sldMkLst>
          <pc:docMk/>
          <pc:sldMk cId="958676723" sldId="2147481390"/>
        </pc:sldMkLst>
        <pc:spChg chg="mod">
          <ac:chgData name="Li,Yuting (HP Medicine) BII-CN-S" userId="ce8fbb54-122c-426d-b8da-fdcc5e1b5022" providerId="ADAL" clId="{F6C347AA-A3E9-4848-90FC-EFC16D22F807}" dt="2024-02-25T04:03:42.857" v="2918" actId="1076"/>
          <ac:spMkLst>
            <pc:docMk/>
            <pc:sldMk cId="958676723" sldId="2147481390"/>
            <ac:spMk id="21" creationId="{B46731AF-10A3-4748-9463-247B7DEC4963}"/>
          </ac:spMkLst>
        </pc:spChg>
      </pc:sldChg>
      <pc:sldChg chg="add del ord">
        <pc:chgData name="Li,Yuting (HP Medicine) BII-CN-S" userId="ce8fbb54-122c-426d-b8da-fdcc5e1b5022" providerId="ADAL" clId="{F6C347AA-A3E9-4848-90FC-EFC16D22F807}" dt="2024-02-23T01:58:27.307" v="2642" actId="47"/>
        <pc:sldMkLst>
          <pc:docMk/>
          <pc:sldMk cId="546606888" sldId="2147481391"/>
        </pc:sldMkLst>
      </pc:sldChg>
      <pc:sldChg chg="add del ord">
        <pc:chgData name="Li,Yuting (HP Medicine) BII-CN-S" userId="ce8fbb54-122c-426d-b8da-fdcc5e1b5022" providerId="ADAL" clId="{F6C347AA-A3E9-4848-90FC-EFC16D22F807}" dt="2024-02-23T01:58:27.307" v="2642" actId="47"/>
        <pc:sldMkLst>
          <pc:docMk/>
          <pc:sldMk cId="2772115125" sldId="2147481392"/>
        </pc:sldMkLst>
      </pc:sldChg>
      <pc:sldChg chg="add ord">
        <pc:chgData name="Li,Yuting (HP Medicine) BII-CN-S" userId="ce8fbb54-122c-426d-b8da-fdcc5e1b5022" providerId="ADAL" clId="{F6C347AA-A3E9-4848-90FC-EFC16D22F807}" dt="2024-02-21T06:00:14.912" v="100"/>
        <pc:sldMkLst>
          <pc:docMk/>
          <pc:sldMk cId="1203846494" sldId="2147481393"/>
        </pc:sldMkLst>
      </pc:sldChg>
      <pc:sldChg chg="add ord">
        <pc:chgData name="Li,Yuting (HP Medicine) BII-CN-S" userId="ce8fbb54-122c-426d-b8da-fdcc5e1b5022" providerId="ADAL" clId="{F6C347AA-A3E9-4848-90FC-EFC16D22F807}" dt="2024-02-21T06:00:14.912" v="100"/>
        <pc:sldMkLst>
          <pc:docMk/>
          <pc:sldMk cId="951531086" sldId="2147481394"/>
        </pc:sldMkLst>
      </pc:sldChg>
      <pc:sldChg chg="add ord">
        <pc:chgData name="Li,Yuting (HP Medicine) BII-CN-S" userId="ce8fbb54-122c-426d-b8da-fdcc5e1b5022" providerId="ADAL" clId="{F6C347AA-A3E9-4848-90FC-EFC16D22F807}" dt="2024-02-21T06:00:14.912" v="100"/>
        <pc:sldMkLst>
          <pc:docMk/>
          <pc:sldMk cId="1783156884" sldId="2147481395"/>
        </pc:sldMkLst>
      </pc:sldChg>
      <pc:sldChg chg="add ord">
        <pc:chgData name="Li,Yuting (HP Medicine) BII-CN-S" userId="ce8fbb54-122c-426d-b8da-fdcc5e1b5022" providerId="ADAL" clId="{F6C347AA-A3E9-4848-90FC-EFC16D22F807}" dt="2024-02-21T06:00:14.912" v="100"/>
        <pc:sldMkLst>
          <pc:docMk/>
          <pc:sldMk cId="393501697" sldId="2147481396"/>
        </pc:sldMkLst>
      </pc:sldChg>
      <pc:sldChg chg="add ord">
        <pc:chgData name="Li,Yuting (HP Medicine) BII-CN-S" userId="ce8fbb54-122c-426d-b8da-fdcc5e1b5022" providerId="ADAL" clId="{F6C347AA-A3E9-4848-90FC-EFC16D22F807}" dt="2024-02-21T06:00:14.912" v="100"/>
        <pc:sldMkLst>
          <pc:docMk/>
          <pc:sldMk cId="3747378977" sldId="2147481397"/>
        </pc:sldMkLst>
      </pc:sldChg>
      <pc:sldChg chg="add ord">
        <pc:chgData name="Li,Yuting (HP Medicine) BII-CN-S" userId="ce8fbb54-122c-426d-b8da-fdcc5e1b5022" providerId="ADAL" clId="{F6C347AA-A3E9-4848-90FC-EFC16D22F807}" dt="2024-02-21T06:00:14.912" v="100"/>
        <pc:sldMkLst>
          <pc:docMk/>
          <pc:sldMk cId="1524738072" sldId="2147481398"/>
        </pc:sldMkLst>
      </pc:sldChg>
      <pc:sldChg chg="modSp add mod addCm modCm modNotesTx">
        <pc:chgData name="Li,Yuting (HP Medicine) BII-CN-S" userId="ce8fbb54-122c-426d-b8da-fdcc5e1b5022" providerId="ADAL" clId="{F6C347AA-A3E9-4848-90FC-EFC16D22F807}" dt="2024-02-26T02:39:36.323" v="3238" actId="20577"/>
        <pc:sldMkLst>
          <pc:docMk/>
          <pc:sldMk cId="2413956995" sldId="2147481399"/>
        </pc:sldMkLst>
        <pc:graphicFrameChg chg="mod modGraphic">
          <ac:chgData name="Li,Yuting (HP Medicine) BII-CN-S" userId="ce8fbb54-122c-426d-b8da-fdcc5e1b5022" providerId="ADAL" clId="{F6C347AA-A3E9-4848-90FC-EFC16D22F807}" dt="2024-02-22T02:21:54.133" v="117"/>
          <ac:graphicFrameMkLst>
            <pc:docMk/>
            <pc:sldMk cId="2413956995" sldId="2147481399"/>
            <ac:graphicFrameMk id="10" creationId="{22408AE6-219A-DD2E-0F65-8778054FE972}"/>
          </ac:graphicFrameMkLst>
        </pc:graphicFrameChg>
      </pc:sldChg>
      <pc:sldChg chg="add mod modShow">
        <pc:chgData name="Li,Yuting (HP Medicine) BII-CN-S" userId="ce8fbb54-122c-426d-b8da-fdcc5e1b5022" providerId="ADAL" clId="{F6C347AA-A3E9-4848-90FC-EFC16D22F807}" dt="2024-02-22T06:13:35.044" v="1425" actId="729"/>
        <pc:sldMkLst>
          <pc:docMk/>
          <pc:sldMk cId="1848948247" sldId="2147481400"/>
        </pc:sldMkLst>
      </pc:sldChg>
      <pc:sldChg chg="add mod modShow">
        <pc:chgData name="Li,Yuting (HP Medicine) BII-CN-S" userId="ce8fbb54-122c-426d-b8da-fdcc5e1b5022" providerId="ADAL" clId="{F6C347AA-A3E9-4848-90FC-EFC16D22F807}" dt="2024-02-22T06:13:35.044" v="1425" actId="729"/>
        <pc:sldMkLst>
          <pc:docMk/>
          <pc:sldMk cId="3276089365" sldId="2147481401"/>
        </pc:sldMkLst>
      </pc:sldChg>
      <pc:sldChg chg="addSp delSp modSp add mod">
        <pc:chgData name="Li,Yuting (HP Medicine) BII-CN-S" userId="ce8fbb54-122c-426d-b8da-fdcc5e1b5022" providerId="ADAL" clId="{F6C347AA-A3E9-4848-90FC-EFC16D22F807}" dt="2024-02-25T09:13:37.180" v="2992" actId="20577"/>
        <pc:sldMkLst>
          <pc:docMk/>
          <pc:sldMk cId="1729374619" sldId="2147481402"/>
        </pc:sldMkLst>
        <pc:spChg chg="mod">
          <ac:chgData name="Li,Yuting (HP Medicine) BII-CN-S" userId="ce8fbb54-122c-426d-b8da-fdcc5e1b5022" providerId="ADAL" clId="{F6C347AA-A3E9-4848-90FC-EFC16D22F807}" dt="2024-02-23T01:47:40.810" v="1991" actId="6549"/>
          <ac:spMkLst>
            <pc:docMk/>
            <pc:sldMk cId="1729374619" sldId="2147481402"/>
            <ac:spMk id="2" creationId="{2183922C-E343-FE15-DCB0-52F86DE019F7}"/>
          </ac:spMkLst>
        </pc:spChg>
        <pc:spChg chg="mod">
          <ac:chgData name="Li,Yuting (HP Medicine) BII-CN-S" userId="ce8fbb54-122c-426d-b8da-fdcc5e1b5022" providerId="ADAL" clId="{F6C347AA-A3E9-4848-90FC-EFC16D22F807}" dt="2024-02-22T03:26:57.396" v="839" actId="1038"/>
          <ac:spMkLst>
            <pc:docMk/>
            <pc:sldMk cId="1729374619" sldId="2147481402"/>
            <ac:spMk id="3" creationId="{BFC1B0DD-D924-5F1D-DF25-D0431E810BB4}"/>
          </ac:spMkLst>
        </pc:spChg>
        <pc:spChg chg="mod">
          <ac:chgData name="Li,Yuting (HP Medicine) BII-CN-S" userId="ce8fbb54-122c-426d-b8da-fdcc5e1b5022" providerId="ADAL" clId="{F6C347AA-A3E9-4848-90FC-EFC16D22F807}" dt="2024-02-22T05:22:59.966" v="1247" actId="1076"/>
          <ac:spMkLst>
            <pc:docMk/>
            <pc:sldMk cId="1729374619" sldId="2147481402"/>
            <ac:spMk id="4" creationId="{DCD16EBE-1F1B-470C-B4A9-EDD6259AB2A7}"/>
          </ac:spMkLst>
        </pc:spChg>
        <pc:spChg chg="mod">
          <ac:chgData name="Li,Yuting (HP Medicine) BII-CN-S" userId="ce8fbb54-122c-426d-b8da-fdcc5e1b5022" providerId="ADAL" clId="{F6C347AA-A3E9-4848-90FC-EFC16D22F807}" dt="2024-02-22T03:26:41.187" v="804" actId="1076"/>
          <ac:spMkLst>
            <pc:docMk/>
            <pc:sldMk cId="1729374619" sldId="2147481402"/>
            <ac:spMk id="5" creationId="{7FF084ED-57C0-D29D-E0AB-A2557C2F5DC6}"/>
          </ac:spMkLst>
        </pc:spChg>
        <pc:spChg chg="del mod">
          <ac:chgData name="Li,Yuting (HP Medicine) BII-CN-S" userId="ce8fbb54-122c-426d-b8da-fdcc5e1b5022" providerId="ADAL" clId="{F6C347AA-A3E9-4848-90FC-EFC16D22F807}" dt="2024-02-22T03:30:22.558" v="954" actId="478"/>
          <ac:spMkLst>
            <pc:docMk/>
            <pc:sldMk cId="1729374619" sldId="2147481402"/>
            <ac:spMk id="6" creationId="{9508858A-C308-D938-5BD8-18BAC9C40BAC}"/>
          </ac:spMkLst>
        </pc:spChg>
        <pc:spChg chg="add mod">
          <ac:chgData name="Li,Yuting (HP Medicine) BII-CN-S" userId="ce8fbb54-122c-426d-b8da-fdcc5e1b5022" providerId="ADAL" clId="{F6C347AA-A3E9-4848-90FC-EFC16D22F807}" dt="2024-02-25T09:13:37.180" v="2992" actId="20577"/>
          <ac:spMkLst>
            <pc:docMk/>
            <pc:sldMk cId="1729374619" sldId="2147481402"/>
            <ac:spMk id="6" creationId="{F441CA3E-9C7D-2A20-286C-FCFC42D41AC3}"/>
          </ac:spMkLst>
        </pc:spChg>
        <pc:spChg chg="mod">
          <ac:chgData name="Li,Yuting (HP Medicine) BII-CN-S" userId="ce8fbb54-122c-426d-b8da-fdcc5e1b5022" providerId="ADAL" clId="{F6C347AA-A3E9-4848-90FC-EFC16D22F807}" dt="2024-02-22T03:31:44.410" v="994" actId="12788"/>
          <ac:spMkLst>
            <pc:docMk/>
            <pc:sldMk cId="1729374619" sldId="2147481402"/>
            <ac:spMk id="7" creationId="{B8CCD3E0-C3FE-F036-0DB6-FFECF432B0FA}"/>
          </ac:spMkLst>
        </pc:spChg>
        <pc:spChg chg="mod">
          <ac:chgData name="Li,Yuting (HP Medicine) BII-CN-S" userId="ce8fbb54-122c-426d-b8da-fdcc5e1b5022" providerId="ADAL" clId="{F6C347AA-A3E9-4848-90FC-EFC16D22F807}" dt="2024-02-22T03:31:35.451" v="993" actId="12788"/>
          <ac:spMkLst>
            <pc:docMk/>
            <pc:sldMk cId="1729374619" sldId="2147481402"/>
            <ac:spMk id="8" creationId="{DDE1BC44-0E78-5D99-2314-9B4E5F6A1874}"/>
          </ac:spMkLst>
        </pc:spChg>
        <pc:spChg chg="mod">
          <ac:chgData name="Li,Yuting (HP Medicine) BII-CN-S" userId="ce8fbb54-122c-426d-b8da-fdcc5e1b5022" providerId="ADAL" clId="{F6C347AA-A3E9-4848-90FC-EFC16D22F807}" dt="2024-02-22T03:26:28.916" v="802" actId="1076"/>
          <ac:spMkLst>
            <pc:docMk/>
            <pc:sldMk cId="1729374619" sldId="2147481402"/>
            <ac:spMk id="9" creationId="{FC116C5A-B5B0-787F-C7EB-BD034ECFFE4E}"/>
          </ac:spMkLst>
        </pc:spChg>
        <pc:spChg chg="mod">
          <ac:chgData name="Li,Yuting (HP Medicine) BII-CN-S" userId="ce8fbb54-122c-426d-b8da-fdcc5e1b5022" providerId="ADAL" clId="{F6C347AA-A3E9-4848-90FC-EFC16D22F807}" dt="2024-02-22T03:14:39.590" v="760" actId="1076"/>
          <ac:spMkLst>
            <pc:docMk/>
            <pc:sldMk cId="1729374619" sldId="2147481402"/>
            <ac:spMk id="11" creationId="{092AA1F3-E360-44B0-7988-AAC479AC8EAB}"/>
          </ac:spMkLst>
        </pc:spChg>
        <pc:spChg chg="mod">
          <ac:chgData name="Li,Yuting (HP Medicine) BII-CN-S" userId="ce8fbb54-122c-426d-b8da-fdcc5e1b5022" providerId="ADAL" clId="{F6C347AA-A3E9-4848-90FC-EFC16D22F807}" dt="2024-02-22T03:31:35.451" v="993" actId="12788"/>
          <ac:spMkLst>
            <pc:docMk/>
            <pc:sldMk cId="1729374619" sldId="2147481402"/>
            <ac:spMk id="13" creationId="{DFC9F2B4-456C-3991-4195-53C3DC30D683}"/>
          </ac:spMkLst>
        </pc:spChg>
        <pc:spChg chg="mod">
          <ac:chgData name="Li,Yuting (HP Medicine) BII-CN-S" userId="ce8fbb54-122c-426d-b8da-fdcc5e1b5022" providerId="ADAL" clId="{F6C347AA-A3E9-4848-90FC-EFC16D22F807}" dt="2024-02-22T03:31:35.451" v="993" actId="12788"/>
          <ac:spMkLst>
            <pc:docMk/>
            <pc:sldMk cId="1729374619" sldId="2147481402"/>
            <ac:spMk id="14" creationId="{5D7D0EE8-E4DE-77DA-F966-F8CD40BA7776}"/>
          </ac:spMkLst>
        </pc:spChg>
        <pc:spChg chg="mod">
          <ac:chgData name="Li,Yuting (HP Medicine) BII-CN-S" userId="ce8fbb54-122c-426d-b8da-fdcc5e1b5022" providerId="ADAL" clId="{F6C347AA-A3E9-4848-90FC-EFC16D22F807}" dt="2024-02-22T05:26:12.611" v="1347" actId="1035"/>
          <ac:spMkLst>
            <pc:docMk/>
            <pc:sldMk cId="1729374619" sldId="2147481402"/>
            <ac:spMk id="20" creationId="{1B34B743-0B5C-47AD-BF0A-73EF91168865}"/>
          </ac:spMkLst>
        </pc:spChg>
        <pc:spChg chg="mod">
          <ac:chgData name="Li,Yuting (HP Medicine) BII-CN-S" userId="ce8fbb54-122c-426d-b8da-fdcc5e1b5022" providerId="ADAL" clId="{F6C347AA-A3E9-4848-90FC-EFC16D22F807}" dt="2024-02-22T05:21:18.032" v="1151" actId="1076"/>
          <ac:spMkLst>
            <pc:docMk/>
            <pc:sldMk cId="1729374619" sldId="2147481402"/>
            <ac:spMk id="22" creationId="{750767E5-894A-4C1B-AA0D-8DA7EFF6BE74}"/>
          </ac:spMkLst>
        </pc:spChg>
        <pc:spChg chg="mod">
          <ac:chgData name="Li,Yuting (HP Medicine) BII-CN-S" userId="ce8fbb54-122c-426d-b8da-fdcc5e1b5022" providerId="ADAL" clId="{F6C347AA-A3E9-4848-90FC-EFC16D22F807}" dt="2024-02-22T03:26:46.091" v="805" actId="1076"/>
          <ac:spMkLst>
            <pc:docMk/>
            <pc:sldMk cId="1729374619" sldId="2147481402"/>
            <ac:spMk id="24" creationId="{47ECCF27-56DD-8FBE-B42E-A952FB3DAC3E}"/>
          </ac:spMkLst>
        </pc:spChg>
        <pc:spChg chg="mod">
          <ac:chgData name="Li,Yuting (HP Medicine) BII-CN-S" userId="ce8fbb54-122c-426d-b8da-fdcc5e1b5022" providerId="ADAL" clId="{F6C347AA-A3E9-4848-90FC-EFC16D22F807}" dt="2024-02-22T03:26:49.567" v="806" actId="1076"/>
          <ac:spMkLst>
            <pc:docMk/>
            <pc:sldMk cId="1729374619" sldId="2147481402"/>
            <ac:spMk id="26" creationId="{201EC43A-1BEB-4248-9832-8C5C1F052056}"/>
          </ac:spMkLst>
        </pc:spChg>
        <pc:spChg chg="mod">
          <ac:chgData name="Li,Yuting (HP Medicine) BII-CN-S" userId="ce8fbb54-122c-426d-b8da-fdcc5e1b5022" providerId="ADAL" clId="{F6C347AA-A3E9-4848-90FC-EFC16D22F807}" dt="2024-02-22T03:27:14.202" v="879" actId="1037"/>
          <ac:spMkLst>
            <pc:docMk/>
            <pc:sldMk cId="1729374619" sldId="2147481402"/>
            <ac:spMk id="27" creationId="{CF2CF20A-39E7-C549-DC2D-99B353F17E51}"/>
          </ac:spMkLst>
        </pc:spChg>
        <pc:spChg chg="mod">
          <ac:chgData name="Li,Yuting (HP Medicine) BII-CN-S" userId="ce8fbb54-122c-426d-b8da-fdcc5e1b5022" providerId="ADAL" clId="{F6C347AA-A3E9-4848-90FC-EFC16D22F807}" dt="2024-02-22T03:29:14.462" v="908" actId="1076"/>
          <ac:spMkLst>
            <pc:docMk/>
            <pc:sldMk cId="1729374619" sldId="2147481402"/>
            <ac:spMk id="28" creationId="{CCE4826E-406A-BEF0-C873-054C80354C42}"/>
          </ac:spMkLst>
        </pc:spChg>
        <pc:spChg chg="mod">
          <ac:chgData name="Li,Yuting (HP Medicine) BII-CN-S" userId="ce8fbb54-122c-426d-b8da-fdcc5e1b5022" providerId="ADAL" clId="{F6C347AA-A3E9-4848-90FC-EFC16D22F807}" dt="2024-02-22T03:27:14.202" v="879" actId="1037"/>
          <ac:spMkLst>
            <pc:docMk/>
            <pc:sldMk cId="1729374619" sldId="2147481402"/>
            <ac:spMk id="29" creationId="{9DE6EF0B-A0A6-DBBD-488B-FF3DE2C9445F}"/>
          </ac:spMkLst>
        </pc:spChg>
        <pc:spChg chg="mod">
          <ac:chgData name="Li,Yuting (HP Medicine) BII-CN-S" userId="ce8fbb54-122c-426d-b8da-fdcc5e1b5022" providerId="ADAL" clId="{F6C347AA-A3E9-4848-90FC-EFC16D22F807}" dt="2024-02-22T03:31:44.410" v="994" actId="12788"/>
          <ac:spMkLst>
            <pc:docMk/>
            <pc:sldMk cId="1729374619" sldId="2147481402"/>
            <ac:spMk id="30" creationId="{7E788036-8097-4B6C-80C0-AA8F34A46A94}"/>
          </ac:spMkLst>
        </pc:spChg>
        <pc:spChg chg="mod">
          <ac:chgData name="Li,Yuting (HP Medicine) BII-CN-S" userId="ce8fbb54-122c-426d-b8da-fdcc5e1b5022" providerId="ADAL" clId="{F6C347AA-A3E9-4848-90FC-EFC16D22F807}" dt="2024-02-22T03:31:44.410" v="994" actId="12788"/>
          <ac:spMkLst>
            <pc:docMk/>
            <pc:sldMk cId="1729374619" sldId="2147481402"/>
            <ac:spMk id="31" creationId="{2CA83203-4924-4782-A837-F2FD9A66DA3C}"/>
          </ac:spMkLst>
        </pc:spChg>
        <pc:spChg chg="mod">
          <ac:chgData name="Li,Yuting (HP Medicine) BII-CN-S" userId="ce8fbb54-122c-426d-b8da-fdcc5e1b5022" providerId="ADAL" clId="{F6C347AA-A3E9-4848-90FC-EFC16D22F807}" dt="2024-02-22T05:21:08.705" v="1149" actId="1037"/>
          <ac:spMkLst>
            <pc:docMk/>
            <pc:sldMk cId="1729374619" sldId="2147481402"/>
            <ac:spMk id="32" creationId="{E352720D-9D76-42F6-8727-5AD3CE8CF40C}"/>
          </ac:spMkLst>
        </pc:spChg>
        <pc:spChg chg="mod">
          <ac:chgData name="Li,Yuting (HP Medicine) BII-CN-S" userId="ce8fbb54-122c-426d-b8da-fdcc5e1b5022" providerId="ADAL" clId="{F6C347AA-A3E9-4848-90FC-EFC16D22F807}" dt="2024-02-22T05:21:27.855" v="1153" actId="1076"/>
          <ac:spMkLst>
            <pc:docMk/>
            <pc:sldMk cId="1729374619" sldId="2147481402"/>
            <ac:spMk id="33" creationId="{08B5C2DE-ECC0-4403-8751-A45C79F6E628}"/>
          </ac:spMkLst>
        </pc:spChg>
        <pc:spChg chg="del mod">
          <ac:chgData name="Li,Yuting (HP Medicine) BII-CN-S" userId="ce8fbb54-122c-426d-b8da-fdcc5e1b5022" providerId="ADAL" clId="{F6C347AA-A3E9-4848-90FC-EFC16D22F807}" dt="2024-02-22T03:30:26.497" v="955" actId="478"/>
          <ac:spMkLst>
            <pc:docMk/>
            <pc:sldMk cId="1729374619" sldId="2147481402"/>
            <ac:spMk id="34" creationId="{91679B29-F560-7EBA-6CA6-996588D6F1F5}"/>
          </ac:spMkLst>
        </pc:spChg>
        <pc:spChg chg="mod">
          <ac:chgData name="Li,Yuting (HP Medicine) BII-CN-S" userId="ce8fbb54-122c-426d-b8da-fdcc5e1b5022" providerId="ADAL" clId="{F6C347AA-A3E9-4848-90FC-EFC16D22F807}" dt="2024-02-22T05:20:07.699" v="1032" actId="1037"/>
          <ac:spMkLst>
            <pc:docMk/>
            <pc:sldMk cId="1729374619" sldId="2147481402"/>
            <ac:spMk id="35" creationId="{78789300-42C8-431D-8C83-B8F59219FEFF}"/>
          </ac:spMkLst>
        </pc:spChg>
        <pc:spChg chg="mod">
          <ac:chgData name="Li,Yuting (HP Medicine) BII-CN-S" userId="ce8fbb54-122c-426d-b8da-fdcc5e1b5022" providerId="ADAL" clId="{F6C347AA-A3E9-4848-90FC-EFC16D22F807}" dt="2024-02-22T05:20:07.699" v="1032" actId="1037"/>
          <ac:spMkLst>
            <pc:docMk/>
            <pc:sldMk cId="1729374619" sldId="2147481402"/>
            <ac:spMk id="36" creationId="{E9D445C7-ACED-4E5D-8DED-28C7F017BD47}"/>
          </ac:spMkLst>
        </pc:spChg>
        <pc:spChg chg="mod">
          <ac:chgData name="Li,Yuting (HP Medicine) BII-CN-S" userId="ce8fbb54-122c-426d-b8da-fdcc5e1b5022" providerId="ADAL" clId="{F6C347AA-A3E9-4848-90FC-EFC16D22F807}" dt="2024-02-22T05:20:39.958" v="1102" actId="1076"/>
          <ac:spMkLst>
            <pc:docMk/>
            <pc:sldMk cId="1729374619" sldId="2147481402"/>
            <ac:spMk id="37" creationId="{6027707A-41A1-48BB-BD7C-77CAD9226311}"/>
          </ac:spMkLst>
        </pc:spChg>
        <pc:spChg chg="mod">
          <ac:chgData name="Li,Yuting (HP Medicine) BII-CN-S" userId="ce8fbb54-122c-426d-b8da-fdcc5e1b5022" providerId="ADAL" clId="{F6C347AA-A3E9-4848-90FC-EFC16D22F807}" dt="2024-02-22T05:20:52.506" v="1104" actId="1076"/>
          <ac:spMkLst>
            <pc:docMk/>
            <pc:sldMk cId="1729374619" sldId="2147481402"/>
            <ac:spMk id="38" creationId="{A8AE5374-9E21-432B-BAA3-4171229CA93D}"/>
          </ac:spMkLst>
        </pc:spChg>
        <pc:spChg chg="mod">
          <ac:chgData name="Li,Yuting (HP Medicine) BII-CN-S" userId="ce8fbb54-122c-426d-b8da-fdcc5e1b5022" providerId="ADAL" clId="{F6C347AA-A3E9-4848-90FC-EFC16D22F807}" dt="2024-02-25T09:08:04.257" v="2959" actId="13926"/>
          <ac:spMkLst>
            <pc:docMk/>
            <pc:sldMk cId="1729374619" sldId="2147481402"/>
            <ac:spMk id="39" creationId="{3D8443B3-9E6B-09DB-6CF8-C1F69166E0A3}"/>
          </ac:spMkLst>
        </pc:spChg>
        <pc:spChg chg="mod">
          <ac:chgData name="Li,Yuting (HP Medicine) BII-CN-S" userId="ce8fbb54-122c-426d-b8da-fdcc5e1b5022" providerId="ADAL" clId="{F6C347AA-A3E9-4848-90FC-EFC16D22F807}" dt="2024-02-22T05:20:24.985" v="1100" actId="1038"/>
          <ac:spMkLst>
            <pc:docMk/>
            <pc:sldMk cId="1729374619" sldId="2147481402"/>
            <ac:spMk id="40" creationId="{E3965EB2-DF68-6F72-069D-BAF1D658E0A5}"/>
          </ac:spMkLst>
        </pc:spChg>
        <pc:spChg chg="mod">
          <ac:chgData name="Li,Yuting (HP Medicine) BII-CN-S" userId="ce8fbb54-122c-426d-b8da-fdcc5e1b5022" providerId="ADAL" clId="{F6C347AA-A3E9-4848-90FC-EFC16D22F807}" dt="2024-02-22T05:20:24.985" v="1100" actId="1038"/>
          <ac:spMkLst>
            <pc:docMk/>
            <pc:sldMk cId="1729374619" sldId="2147481402"/>
            <ac:spMk id="41" creationId="{3596B37E-7374-7881-4B67-6B53A760DB36}"/>
          </ac:spMkLst>
        </pc:spChg>
        <pc:spChg chg="mod">
          <ac:chgData name="Li,Yuting (HP Medicine) BII-CN-S" userId="ce8fbb54-122c-426d-b8da-fdcc5e1b5022" providerId="ADAL" clId="{F6C347AA-A3E9-4848-90FC-EFC16D22F807}" dt="2024-02-22T05:20:24.985" v="1100" actId="1038"/>
          <ac:spMkLst>
            <pc:docMk/>
            <pc:sldMk cId="1729374619" sldId="2147481402"/>
            <ac:spMk id="42" creationId="{395E2F7D-6C85-2359-B930-42097C3D0BFD}"/>
          </ac:spMkLst>
        </pc:spChg>
        <pc:spChg chg="del mod">
          <ac:chgData name="Li,Yuting (HP Medicine) BII-CN-S" userId="ce8fbb54-122c-426d-b8da-fdcc5e1b5022" providerId="ADAL" clId="{F6C347AA-A3E9-4848-90FC-EFC16D22F807}" dt="2024-02-22T03:30:30.398" v="956" actId="478"/>
          <ac:spMkLst>
            <pc:docMk/>
            <pc:sldMk cId="1729374619" sldId="2147481402"/>
            <ac:spMk id="43" creationId="{0AD7FB6D-ADC0-A16C-52A4-A384E01C9CA7}"/>
          </ac:spMkLst>
        </pc:spChg>
        <pc:spChg chg="mod">
          <ac:chgData name="Li,Yuting (HP Medicine) BII-CN-S" userId="ce8fbb54-122c-426d-b8da-fdcc5e1b5022" providerId="ADAL" clId="{F6C347AA-A3E9-4848-90FC-EFC16D22F807}" dt="2024-02-22T05:26:31.162" v="1351" actId="1035"/>
          <ac:spMkLst>
            <pc:docMk/>
            <pc:sldMk cId="1729374619" sldId="2147481402"/>
            <ac:spMk id="45" creationId="{0FCB7B87-A30B-DA31-FC8D-A90B2418BE11}"/>
          </ac:spMkLst>
        </pc:spChg>
        <pc:spChg chg="mod">
          <ac:chgData name="Li,Yuting (HP Medicine) BII-CN-S" userId="ce8fbb54-122c-426d-b8da-fdcc5e1b5022" providerId="ADAL" clId="{F6C347AA-A3E9-4848-90FC-EFC16D22F807}" dt="2024-02-22T05:26:23.621" v="1349" actId="1076"/>
          <ac:spMkLst>
            <pc:docMk/>
            <pc:sldMk cId="1729374619" sldId="2147481402"/>
            <ac:spMk id="46" creationId="{53CC54CB-E837-4635-5E24-F765E06BD1BE}"/>
          </ac:spMkLst>
        </pc:spChg>
        <pc:spChg chg="mod">
          <ac:chgData name="Li,Yuting (HP Medicine) BII-CN-S" userId="ce8fbb54-122c-426d-b8da-fdcc5e1b5022" providerId="ADAL" clId="{F6C347AA-A3E9-4848-90FC-EFC16D22F807}" dt="2024-02-22T05:26:20.905" v="1348" actId="1076"/>
          <ac:spMkLst>
            <pc:docMk/>
            <pc:sldMk cId="1729374619" sldId="2147481402"/>
            <ac:spMk id="47" creationId="{7A2BC5B3-A600-57D6-334B-2F763F43F9F2}"/>
          </ac:spMkLst>
        </pc:spChg>
        <pc:spChg chg="del">
          <ac:chgData name="Li,Yuting (HP Medicine) BII-CN-S" userId="ce8fbb54-122c-426d-b8da-fdcc5e1b5022" providerId="ADAL" clId="{F6C347AA-A3E9-4848-90FC-EFC16D22F807}" dt="2024-02-22T03:14:35.477" v="759" actId="478"/>
          <ac:spMkLst>
            <pc:docMk/>
            <pc:sldMk cId="1729374619" sldId="2147481402"/>
            <ac:spMk id="48" creationId="{3BDCF33D-1DB8-BCBA-2DDF-3806F369F87C}"/>
          </ac:spMkLst>
        </pc:spChg>
        <pc:spChg chg="add del">
          <ac:chgData name="Li,Yuting (HP Medicine) BII-CN-S" userId="ce8fbb54-122c-426d-b8da-fdcc5e1b5022" providerId="ADAL" clId="{F6C347AA-A3E9-4848-90FC-EFC16D22F807}" dt="2024-02-22T03:29:05.472" v="907" actId="478"/>
          <ac:spMkLst>
            <pc:docMk/>
            <pc:sldMk cId="1729374619" sldId="2147481402"/>
            <ac:spMk id="49" creationId="{69B9FECC-FD0E-146D-BF0B-8284EAED1028}"/>
          </ac:spMkLst>
        </pc:spChg>
        <pc:spChg chg="add mod">
          <ac:chgData name="Li,Yuting (HP Medicine) BII-CN-S" userId="ce8fbb54-122c-426d-b8da-fdcc5e1b5022" providerId="ADAL" clId="{F6C347AA-A3E9-4848-90FC-EFC16D22F807}" dt="2024-02-22T05:26:12.611" v="1347" actId="1035"/>
          <ac:spMkLst>
            <pc:docMk/>
            <pc:sldMk cId="1729374619" sldId="2147481402"/>
            <ac:spMk id="50" creationId="{BF2B16F2-7240-BAEF-6B53-602748373A0B}"/>
          </ac:spMkLst>
        </pc:spChg>
        <pc:spChg chg="add mod">
          <ac:chgData name="Li,Yuting (HP Medicine) BII-CN-S" userId="ce8fbb54-122c-426d-b8da-fdcc5e1b5022" providerId="ADAL" clId="{F6C347AA-A3E9-4848-90FC-EFC16D22F807}" dt="2024-02-22T05:26:12.611" v="1347" actId="1035"/>
          <ac:spMkLst>
            <pc:docMk/>
            <pc:sldMk cId="1729374619" sldId="2147481402"/>
            <ac:spMk id="51" creationId="{4C012DA4-D6DD-051A-D406-BC08EF9349DE}"/>
          </ac:spMkLst>
        </pc:spChg>
        <pc:spChg chg="add mod">
          <ac:chgData name="Li,Yuting (HP Medicine) BII-CN-S" userId="ce8fbb54-122c-426d-b8da-fdcc5e1b5022" providerId="ADAL" clId="{F6C347AA-A3E9-4848-90FC-EFC16D22F807}" dt="2024-02-22T05:26:12.611" v="1347" actId="1035"/>
          <ac:spMkLst>
            <pc:docMk/>
            <pc:sldMk cId="1729374619" sldId="2147481402"/>
            <ac:spMk id="52" creationId="{3CB17D43-26AA-9F41-3B7A-2367D2DCF993}"/>
          </ac:spMkLst>
        </pc:spChg>
        <pc:spChg chg="add mod">
          <ac:chgData name="Li,Yuting (HP Medicine) BII-CN-S" userId="ce8fbb54-122c-426d-b8da-fdcc5e1b5022" providerId="ADAL" clId="{F6C347AA-A3E9-4848-90FC-EFC16D22F807}" dt="2024-02-22T05:26:12.611" v="1347" actId="1035"/>
          <ac:spMkLst>
            <pc:docMk/>
            <pc:sldMk cId="1729374619" sldId="2147481402"/>
            <ac:spMk id="53" creationId="{74DA96B1-0470-6A7C-E301-0D9AE48EC37F}"/>
          </ac:spMkLst>
        </pc:spChg>
        <pc:spChg chg="add mod">
          <ac:chgData name="Li,Yuting (HP Medicine) BII-CN-S" userId="ce8fbb54-122c-426d-b8da-fdcc5e1b5022" providerId="ADAL" clId="{F6C347AA-A3E9-4848-90FC-EFC16D22F807}" dt="2024-02-22T05:26:12.611" v="1347" actId="1035"/>
          <ac:spMkLst>
            <pc:docMk/>
            <pc:sldMk cId="1729374619" sldId="2147481402"/>
            <ac:spMk id="54" creationId="{4049B637-E285-F59A-EEC5-BA40021020B3}"/>
          </ac:spMkLst>
        </pc:spChg>
        <pc:spChg chg="add mod">
          <ac:chgData name="Li,Yuting (HP Medicine) BII-CN-S" userId="ce8fbb54-122c-426d-b8da-fdcc5e1b5022" providerId="ADAL" clId="{F6C347AA-A3E9-4848-90FC-EFC16D22F807}" dt="2024-02-22T05:26:12.611" v="1347" actId="1035"/>
          <ac:spMkLst>
            <pc:docMk/>
            <pc:sldMk cId="1729374619" sldId="2147481402"/>
            <ac:spMk id="55" creationId="{04167CEC-8BF1-435C-7A18-8D79F4EBC34A}"/>
          </ac:spMkLst>
        </pc:spChg>
        <pc:spChg chg="add mod">
          <ac:chgData name="Li,Yuting (HP Medicine) BII-CN-S" userId="ce8fbb54-122c-426d-b8da-fdcc5e1b5022" providerId="ADAL" clId="{F6C347AA-A3E9-4848-90FC-EFC16D22F807}" dt="2024-02-22T05:27:27.669" v="1361" actId="14100"/>
          <ac:spMkLst>
            <pc:docMk/>
            <pc:sldMk cId="1729374619" sldId="2147481402"/>
            <ac:spMk id="56" creationId="{DE2D8D1D-5D4A-2125-0581-80DA94ED2DFD}"/>
          </ac:spMkLst>
        </pc:spChg>
        <pc:spChg chg="add mod">
          <ac:chgData name="Li,Yuting (HP Medicine) BII-CN-S" userId="ce8fbb54-122c-426d-b8da-fdcc5e1b5022" providerId="ADAL" clId="{F6C347AA-A3E9-4848-90FC-EFC16D22F807}" dt="2024-02-22T05:27:02.240" v="1359" actId="1035"/>
          <ac:spMkLst>
            <pc:docMk/>
            <pc:sldMk cId="1729374619" sldId="2147481402"/>
            <ac:spMk id="57" creationId="{ECFBB495-36DF-D50B-42C5-F1F7EC1CEB61}"/>
          </ac:spMkLst>
        </pc:spChg>
        <pc:spChg chg="add mod">
          <ac:chgData name="Li,Yuting (HP Medicine) BII-CN-S" userId="ce8fbb54-122c-426d-b8da-fdcc5e1b5022" providerId="ADAL" clId="{F6C347AA-A3E9-4848-90FC-EFC16D22F807}" dt="2024-02-22T05:27:02.240" v="1359" actId="1035"/>
          <ac:spMkLst>
            <pc:docMk/>
            <pc:sldMk cId="1729374619" sldId="2147481402"/>
            <ac:spMk id="58" creationId="{EF151A42-096C-7C91-B2BF-4C3454B53DE8}"/>
          </ac:spMkLst>
        </pc:spChg>
        <pc:spChg chg="add del mod">
          <ac:chgData name="Li,Yuting (HP Medicine) BII-CN-S" userId="ce8fbb54-122c-426d-b8da-fdcc5e1b5022" providerId="ADAL" clId="{F6C347AA-A3E9-4848-90FC-EFC16D22F807}" dt="2024-02-22T05:26:49.666" v="1355" actId="478"/>
          <ac:spMkLst>
            <pc:docMk/>
            <pc:sldMk cId="1729374619" sldId="2147481402"/>
            <ac:spMk id="59" creationId="{D5D2A78D-4CC2-4CBD-F17D-0B780462EC06}"/>
          </ac:spMkLst>
        </pc:spChg>
        <pc:spChg chg="add mod">
          <ac:chgData name="Li,Yuting (HP Medicine) BII-CN-S" userId="ce8fbb54-122c-426d-b8da-fdcc5e1b5022" providerId="ADAL" clId="{F6C347AA-A3E9-4848-90FC-EFC16D22F807}" dt="2024-02-22T05:27:12.653" v="1360" actId="1076"/>
          <ac:spMkLst>
            <pc:docMk/>
            <pc:sldMk cId="1729374619" sldId="2147481402"/>
            <ac:spMk id="60" creationId="{00A7F3C4-62D3-F6C2-791D-6AB9D9ADE6EF}"/>
          </ac:spMkLst>
        </pc:spChg>
        <pc:spChg chg="add del mod">
          <ac:chgData name="Li,Yuting (HP Medicine) BII-CN-S" userId="ce8fbb54-122c-426d-b8da-fdcc5e1b5022" providerId="ADAL" clId="{F6C347AA-A3E9-4848-90FC-EFC16D22F807}" dt="2024-02-22T05:26:51.403" v="1356" actId="478"/>
          <ac:spMkLst>
            <pc:docMk/>
            <pc:sldMk cId="1729374619" sldId="2147481402"/>
            <ac:spMk id="61" creationId="{F20E8943-5088-2534-9780-F7BE129CA874}"/>
          </ac:spMkLst>
        </pc:spChg>
        <pc:spChg chg="add del mod">
          <ac:chgData name="Li,Yuting (HP Medicine) BII-CN-S" userId="ce8fbb54-122c-426d-b8da-fdcc5e1b5022" providerId="ADAL" clId="{F6C347AA-A3E9-4848-90FC-EFC16D22F807}" dt="2024-02-22T05:26:44.869" v="1354" actId="478"/>
          <ac:spMkLst>
            <pc:docMk/>
            <pc:sldMk cId="1729374619" sldId="2147481402"/>
            <ac:spMk id="62" creationId="{A26DC335-1852-465D-E0A6-F8F90B525992}"/>
          </ac:spMkLst>
        </pc:spChg>
        <pc:spChg chg="add mod">
          <ac:chgData name="Li,Yuting (HP Medicine) BII-CN-S" userId="ce8fbb54-122c-426d-b8da-fdcc5e1b5022" providerId="ADAL" clId="{F6C347AA-A3E9-4848-90FC-EFC16D22F807}" dt="2024-02-22T05:27:41.724" v="1366" actId="20577"/>
          <ac:spMkLst>
            <pc:docMk/>
            <pc:sldMk cId="1729374619" sldId="2147481402"/>
            <ac:spMk id="63" creationId="{1E6717D3-216D-E744-0B0C-07BCA1D72BE2}"/>
          </ac:spMkLst>
        </pc:spChg>
        <pc:spChg chg="add mod">
          <ac:chgData name="Li,Yuting (HP Medicine) BII-CN-S" userId="ce8fbb54-122c-426d-b8da-fdcc5e1b5022" providerId="ADAL" clId="{F6C347AA-A3E9-4848-90FC-EFC16D22F807}" dt="2024-02-22T05:27:55.912" v="1372" actId="20577"/>
          <ac:spMkLst>
            <pc:docMk/>
            <pc:sldMk cId="1729374619" sldId="2147481402"/>
            <ac:spMk id="64" creationId="{84D82637-54ED-8F72-55BE-B1558E529578}"/>
          </ac:spMkLst>
        </pc:spChg>
        <pc:spChg chg="add mod">
          <ac:chgData name="Li,Yuting (HP Medicine) BII-CN-S" userId="ce8fbb54-122c-426d-b8da-fdcc5e1b5022" providerId="ADAL" clId="{F6C347AA-A3E9-4848-90FC-EFC16D22F807}" dt="2024-02-22T05:28:27.825" v="1375" actId="14100"/>
          <ac:spMkLst>
            <pc:docMk/>
            <pc:sldMk cId="1729374619" sldId="2147481402"/>
            <ac:spMk id="65" creationId="{0C48D4F0-23DD-FF59-7A1B-E7ECD4CE9FD4}"/>
          </ac:spMkLst>
        </pc:spChg>
        <pc:spChg chg="add mod">
          <ac:chgData name="Li,Yuting (HP Medicine) BII-CN-S" userId="ce8fbb54-122c-426d-b8da-fdcc5e1b5022" providerId="ADAL" clId="{F6C347AA-A3E9-4848-90FC-EFC16D22F807}" dt="2024-02-22T05:28:44.141" v="1378" actId="1076"/>
          <ac:spMkLst>
            <pc:docMk/>
            <pc:sldMk cId="1729374619" sldId="2147481402"/>
            <ac:spMk id="66" creationId="{344F27D9-D58E-E900-BCD8-75DE0FCFB72F}"/>
          </ac:spMkLst>
        </pc:spChg>
        <pc:spChg chg="mod">
          <ac:chgData name="Li,Yuting (HP Medicine) BII-CN-S" userId="ce8fbb54-122c-426d-b8da-fdcc5e1b5022" providerId="ADAL" clId="{F6C347AA-A3E9-4848-90FC-EFC16D22F807}" dt="2024-02-22T03:30:34.203" v="957" actId="14100"/>
          <ac:spMkLst>
            <pc:docMk/>
            <pc:sldMk cId="1729374619" sldId="2147481402"/>
            <ac:spMk id="83" creationId="{A1E70551-578A-4B35-ACAC-04BA6E603952}"/>
          </ac:spMkLst>
        </pc:spChg>
        <pc:spChg chg="mod">
          <ac:chgData name="Li,Yuting (HP Medicine) BII-CN-S" userId="ce8fbb54-122c-426d-b8da-fdcc5e1b5022" providerId="ADAL" clId="{F6C347AA-A3E9-4848-90FC-EFC16D22F807}" dt="2024-02-22T05:20:48.045" v="1103" actId="14100"/>
          <ac:spMkLst>
            <pc:docMk/>
            <pc:sldMk cId="1729374619" sldId="2147481402"/>
            <ac:spMk id="94" creationId="{7A7730AB-6B83-4003-BB2F-DECBF03BBDB4}"/>
          </ac:spMkLst>
        </pc:spChg>
        <pc:spChg chg="mod">
          <ac:chgData name="Li,Yuting (HP Medicine) BII-CN-S" userId="ce8fbb54-122c-426d-b8da-fdcc5e1b5022" providerId="ADAL" clId="{F6C347AA-A3E9-4848-90FC-EFC16D22F807}" dt="2024-02-22T05:20:07.699" v="1032" actId="1037"/>
          <ac:spMkLst>
            <pc:docMk/>
            <pc:sldMk cId="1729374619" sldId="2147481402"/>
            <ac:spMk id="108" creationId="{10E7216E-57C1-4819-8D68-86C90F31D4DC}"/>
          </ac:spMkLst>
        </pc:spChg>
        <pc:spChg chg="mod">
          <ac:chgData name="Li,Yuting (HP Medicine) BII-CN-S" userId="ce8fbb54-122c-426d-b8da-fdcc5e1b5022" providerId="ADAL" clId="{F6C347AA-A3E9-4848-90FC-EFC16D22F807}" dt="2024-02-22T03:28:54.545" v="905" actId="1076"/>
          <ac:spMkLst>
            <pc:docMk/>
            <pc:sldMk cId="1729374619" sldId="2147481402"/>
            <ac:spMk id="118" creationId="{00000000-0000-0000-0000-000000000000}"/>
          </ac:spMkLst>
        </pc:spChg>
        <pc:spChg chg="mod">
          <ac:chgData name="Li,Yuting (HP Medicine) BII-CN-S" userId="ce8fbb54-122c-426d-b8da-fdcc5e1b5022" providerId="ADAL" clId="{F6C347AA-A3E9-4848-90FC-EFC16D22F807}" dt="2024-02-22T05:29:07.128" v="1380" actId="1076"/>
          <ac:spMkLst>
            <pc:docMk/>
            <pc:sldMk cId="1729374619" sldId="2147481402"/>
            <ac:spMk id="137" creationId="{1CA4D503-0497-424B-83B6-B28389852B8A}"/>
          </ac:spMkLst>
        </pc:spChg>
        <pc:grpChg chg="mod">
          <ac:chgData name="Li,Yuting (HP Medicine) BII-CN-S" userId="ce8fbb54-122c-426d-b8da-fdcc5e1b5022" providerId="ADAL" clId="{F6C347AA-A3E9-4848-90FC-EFC16D22F807}" dt="2024-02-22T03:29:21.942" v="909" actId="1076"/>
          <ac:grpSpMkLst>
            <pc:docMk/>
            <pc:sldMk cId="1729374619" sldId="2147481402"/>
            <ac:grpSpMk id="16" creationId="{D5E57F42-5769-4C25-BD97-B26E532D9DE8}"/>
          </ac:grpSpMkLst>
        </pc:grpChg>
        <pc:graphicFrameChg chg="modGraphic">
          <ac:chgData name="Li,Yuting (HP Medicine) BII-CN-S" userId="ce8fbb54-122c-426d-b8da-fdcc5e1b5022" providerId="ADAL" clId="{F6C347AA-A3E9-4848-90FC-EFC16D22F807}" dt="2024-02-22T03:28:57.324" v="906" actId="14100"/>
          <ac:graphicFrameMkLst>
            <pc:docMk/>
            <pc:sldMk cId="1729374619" sldId="2147481402"/>
            <ac:graphicFrameMk id="116" creationId="{EB1832F7-86BE-4DEE-91F1-447638E4A957}"/>
          </ac:graphicFrameMkLst>
        </pc:graphicFrameChg>
        <pc:picChg chg="mod">
          <ac:chgData name="Li,Yuting (HP Medicine) BII-CN-S" userId="ce8fbb54-122c-426d-b8da-fdcc5e1b5022" providerId="ADAL" clId="{F6C347AA-A3E9-4848-90FC-EFC16D22F807}" dt="2024-02-22T06:25:19.842" v="1719" actId="1076"/>
          <ac:picMkLst>
            <pc:docMk/>
            <pc:sldMk cId="1729374619" sldId="2147481402"/>
            <ac:picMk id="15" creationId="{B55D1A11-0F8B-4F7C-8369-B2F342819A95}"/>
          </ac:picMkLst>
        </pc:picChg>
        <pc:picChg chg="mod">
          <ac:chgData name="Li,Yuting (HP Medicine) BII-CN-S" userId="ce8fbb54-122c-426d-b8da-fdcc5e1b5022" providerId="ADAL" clId="{F6C347AA-A3E9-4848-90FC-EFC16D22F807}" dt="2024-02-22T05:21:21.455" v="1152" actId="1076"/>
          <ac:picMkLst>
            <pc:docMk/>
            <pc:sldMk cId="1729374619" sldId="2147481402"/>
            <ac:picMk id="21" creationId="{499031A3-ACB3-41C0-BBCB-48B99B68F86E}"/>
          </ac:picMkLst>
        </pc:picChg>
        <pc:picChg chg="mod">
          <ac:chgData name="Li,Yuting (HP Medicine) BII-CN-S" userId="ce8fbb54-122c-426d-b8da-fdcc5e1b5022" providerId="ADAL" clId="{F6C347AA-A3E9-4848-90FC-EFC16D22F807}" dt="2024-02-22T03:26:19.805" v="801" actId="1076"/>
          <ac:picMkLst>
            <pc:docMk/>
            <pc:sldMk cId="1729374619" sldId="2147481402"/>
            <ac:picMk id="25" creationId="{96015082-40F2-4E7F-B624-A0490D5E031B}"/>
          </ac:picMkLst>
        </pc:picChg>
        <pc:picChg chg="mod">
          <ac:chgData name="Li,Yuting (HP Medicine) BII-CN-S" userId="ce8fbb54-122c-426d-b8da-fdcc5e1b5022" providerId="ADAL" clId="{F6C347AA-A3E9-4848-90FC-EFC16D22F807}" dt="2024-02-22T05:29:07.128" v="1380" actId="1076"/>
          <ac:picMkLst>
            <pc:docMk/>
            <pc:sldMk cId="1729374619" sldId="2147481402"/>
            <ac:picMk id="136" creationId="{5DF35124-76EA-48BC-A0C2-E6E910CE4843}"/>
          </ac:picMkLst>
        </pc:picChg>
        <pc:cxnChg chg="mod">
          <ac:chgData name="Li,Yuting (HP Medicine) BII-CN-S" userId="ce8fbb54-122c-426d-b8da-fdcc5e1b5022" providerId="ADAL" clId="{F6C347AA-A3E9-4848-90FC-EFC16D22F807}" dt="2024-02-22T03:15:15.491" v="762" actId="1076"/>
          <ac:cxnSpMkLst>
            <pc:docMk/>
            <pc:sldMk cId="1729374619" sldId="2147481402"/>
            <ac:cxnSpMk id="72" creationId="{9C165100-0114-4167-8FF0-BFF01B293D04}"/>
          </ac:cxnSpMkLst>
        </pc:cxnChg>
      </pc:sldChg>
      <pc:sldChg chg="modSp add mod">
        <pc:chgData name="Li,Yuting (HP Medicine) BII-CN-S" userId="ce8fbb54-122c-426d-b8da-fdcc5e1b5022" providerId="ADAL" clId="{F6C347AA-A3E9-4848-90FC-EFC16D22F807}" dt="2024-02-25T09:23:55.723" v="3066" actId="20577"/>
        <pc:sldMkLst>
          <pc:docMk/>
          <pc:sldMk cId="687104770" sldId="2147481403"/>
        </pc:sldMkLst>
        <pc:spChg chg="mod">
          <ac:chgData name="Li,Yuting (HP Medicine) BII-CN-S" userId="ce8fbb54-122c-426d-b8da-fdcc5e1b5022" providerId="ADAL" clId="{F6C347AA-A3E9-4848-90FC-EFC16D22F807}" dt="2024-02-25T09:23:55.723" v="3066" actId="20577"/>
          <ac:spMkLst>
            <pc:docMk/>
            <pc:sldMk cId="687104770" sldId="2147481403"/>
            <ac:spMk id="2" creationId="{2183922C-E343-FE15-DCB0-52F86DE019F7}"/>
          </ac:spMkLst>
        </pc:spChg>
      </pc:sldChg>
      <pc:sldChg chg="delSp modSp add mod">
        <pc:chgData name="Li,Yuting (HP Medicine) BII-CN-S" userId="ce8fbb54-122c-426d-b8da-fdcc5e1b5022" providerId="ADAL" clId="{F6C347AA-A3E9-4848-90FC-EFC16D22F807}" dt="2024-02-22T06:32:24.207" v="1788" actId="108"/>
        <pc:sldMkLst>
          <pc:docMk/>
          <pc:sldMk cId="4013773796" sldId="2147481404"/>
        </pc:sldMkLst>
        <pc:spChg chg="del">
          <ac:chgData name="Li,Yuting (HP Medicine) BII-CN-S" userId="ce8fbb54-122c-426d-b8da-fdcc5e1b5022" providerId="ADAL" clId="{F6C347AA-A3E9-4848-90FC-EFC16D22F807}" dt="2024-02-22T06:31:13.938" v="1734" actId="478"/>
          <ac:spMkLst>
            <pc:docMk/>
            <pc:sldMk cId="4013773796" sldId="2147481404"/>
            <ac:spMk id="2" creationId="{059459A3-57F5-8CD8-D74F-A656E135C8DD}"/>
          </ac:spMkLst>
        </pc:spChg>
        <pc:spChg chg="mod">
          <ac:chgData name="Li,Yuting (HP Medicine) BII-CN-S" userId="ce8fbb54-122c-426d-b8da-fdcc5e1b5022" providerId="ADAL" clId="{F6C347AA-A3E9-4848-90FC-EFC16D22F807}" dt="2024-02-22T06:32:24.207" v="1788" actId="108"/>
          <ac:spMkLst>
            <pc:docMk/>
            <pc:sldMk cId="4013773796" sldId="2147481404"/>
            <ac:spMk id="23" creationId="{E111ED65-D098-4045-DD73-E6BD39EA1F96}"/>
          </ac:spMkLst>
        </pc:spChg>
      </pc:sldChg>
      <pc:sldChg chg="modSp add mod modNotesTx">
        <pc:chgData name="Li,Yuting (HP Medicine) BII-CN-S" userId="ce8fbb54-122c-426d-b8da-fdcc5e1b5022" providerId="ADAL" clId="{F6C347AA-A3E9-4848-90FC-EFC16D22F807}" dt="2024-02-26T02:41:57.881" v="3279" actId="20577"/>
        <pc:sldMkLst>
          <pc:docMk/>
          <pc:sldMk cId="988281381" sldId="2147481410"/>
        </pc:sldMkLst>
        <pc:spChg chg="mod">
          <ac:chgData name="Li,Yuting (HP Medicine) BII-CN-S" userId="ce8fbb54-122c-426d-b8da-fdcc5e1b5022" providerId="ADAL" clId="{F6C347AA-A3E9-4848-90FC-EFC16D22F807}" dt="2024-02-26T01:52:43.037" v="3104" actId="1036"/>
          <ac:spMkLst>
            <pc:docMk/>
            <pc:sldMk cId="988281381" sldId="2147481410"/>
            <ac:spMk id="9" creationId="{D3AAD3AB-6306-FA76-26D3-41497B69A4B5}"/>
          </ac:spMkLst>
        </pc:spChg>
        <pc:spChg chg="mod">
          <ac:chgData name="Li,Yuting (HP Medicine) BII-CN-S" userId="ce8fbb54-122c-426d-b8da-fdcc5e1b5022" providerId="ADAL" clId="{F6C347AA-A3E9-4848-90FC-EFC16D22F807}" dt="2024-02-26T01:52:59.272" v="3109" actId="1035"/>
          <ac:spMkLst>
            <pc:docMk/>
            <pc:sldMk cId="988281381" sldId="2147481410"/>
            <ac:spMk id="11" creationId="{43E90281-F9A1-4BB6-9A9E-890712863B6A}"/>
          </ac:spMkLst>
        </pc:spChg>
        <pc:spChg chg="mod">
          <ac:chgData name="Li,Yuting (HP Medicine) BII-CN-S" userId="ce8fbb54-122c-426d-b8da-fdcc5e1b5022" providerId="ADAL" clId="{F6C347AA-A3E9-4848-90FC-EFC16D22F807}" dt="2024-02-26T01:52:59.272" v="3109" actId="1035"/>
          <ac:spMkLst>
            <pc:docMk/>
            <pc:sldMk cId="988281381" sldId="2147481410"/>
            <ac:spMk id="12" creationId="{E245984B-6187-3494-5ABB-B8AF31113848}"/>
          </ac:spMkLst>
        </pc:spChg>
        <pc:spChg chg="mod">
          <ac:chgData name="Li,Yuting (HP Medicine) BII-CN-S" userId="ce8fbb54-122c-426d-b8da-fdcc5e1b5022" providerId="ADAL" clId="{F6C347AA-A3E9-4848-90FC-EFC16D22F807}" dt="2024-02-26T01:52:43.037" v="3104" actId="1036"/>
          <ac:spMkLst>
            <pc:docMk/>
            <pc:sldMk cId="988281381" sldId="2147481410"/>
            <ac:spMk id="14" creationId="{0184FFE5-C912-A181-C012-D5E42ADFF62C}"/>
          </ac:spMkLst>
        </pc:spChg>
        <pc:spChg chg="mod">
          <ac:chgData name="Li,Yuting (HP Medicine) BII-CN-S" userId="ce8fbb54-122c-426d-b8da-fdcc5e1b5022" providerId="ADAL" clId="{F6C347AA-A3E9-4848-90FC-EFC16D22F807}" dt="2024-02-26T01:52:59.272" v="3109" actId="1035"/>
          <ac:spMkLst>
            <pc:docMk/>
            <pc:sldMk cId="988281381" sldId="2147481410"/>
            <ac:spMk id="22" creationId="{E75D2188-FEF6-437C-73F9-650E186E2A11}"/>
          </ac:spMkLst>
        </pc:spChg>
        <pc:spChg chg="mod">
          <ac:chgData name="Li,Yuting (HP Medicine) BII-CN-S" userId="ce8fbb54-122c-426d-b8da-fdcc5e1b5022" providerId="ADAL" clId="{F6C347AA-A3E9-4848-90FC-EFC16D22F807}" dt="2024-02-26T01:52:43.037" v="3104" actId="1036"/>
          <ac:spMkLst>
            <pc:docMk/>
            <pc:sldMk cId="988281381" sldId="2147481410"/>
            <ac:spMk id="24" creationId="{623A8FAF-7CF6-209D-37A8-0115C0FEB72A}"/>
          </ac:spMkLst>
        </pc:spChg>
        <pc:spChg chg="mod">
          <ac:chgData name="Li,Yuting (HP Medicine) BII-CN-S" userId="ce8fbb54-122c-426d-b8da-fdcc5e1b5022" providerId="ADAL" clId="{F6C347AA-A3E9-4848-90FC-EFC16D22F807}" dt="2024-02-26T01:52:59.272" v="3109" actId="1035"/>
          <ac:spMkLst>
            <pc:docMk/>
            <pc:sldMk cId="988281381" sldId="2147481410"/>
            <ac:spMk id="25" creationId="{40DF0293-A40D-9E12-8B69-01F3CDE32A6B}"/>
          </ac:spMkLst>
        </pc:spChg>
        <pc:spChg chg="mod">
          <ac:chgData name="Li,Yuting (HP Medicine) BII-CN-S" userId="ce8fbb54-122c-426d-b8da-fdcc5e1b5022" providerId="ADAL" clId="{F6C347AA-A3E9-4848-90FC-EFC16D22F807}" dt="2024-02-26T01:52:43.037" v="3104" actId="1036"/>
          <ac:spMkLst>
            <pc:docMk/>
            <pc:sldMk cId="988281381" sldId="2147481410"/>
            <ac:spMk id="27" creationId="{1EE2488E-900C-2BFB-F6D4-AA6E5B2BA5BC}"/>
          </ac:spMkLst>
        </pc:spChg>
        <pc:spChg chg="mod">
          <ac:chgData name="Li,Yuting (HP Medicine) BII-CN-S" userId="ce8fbb54-122c-426d-b8da-fdcc5e1b5022" providerId="ADAL" clId="{F6C347AA-A3E9-4848-90FC-EFC16D22F807}" dt="2024-02-26T01:51:06.317" v="3070" actId="12789"/>
          <ac:spMkLst>
            <pc:docMk/>
            <pc:sldMk cId="988281381" sldId="2147481410"/>
            <ac:spMk id="128" creationId="{628A634B-2A11-4794-E361-38E8E4F2585C}"/>
          </ac:spMkLst>
        </pc:spChg>
        <pc:spChg chg="mod">
          <ac:chgData name="Li,Yuting (HP Medicine) BII-CN-S" userId="ce8fbb54-122c-426d-b8da-fdcc5e1b5022" providerId="ADAL" clId="{F6C347AA-A3E9-4848-90FC-EFC16D22F807}" dt="2024-02-26T01:51:06.317" v="3070" actId="12789"/>
          <ac:spMkLst>
            <pc:docMk/>
            <pc:sldMk cId="988281381" sldId="2147481410"/>
            <ac:spMk id="135" creationId="{8DA8DBF8-FB19-788C-8BA3-1CFB27A06BA0}"/>
          </ac:spMkLst>
        </pc:spChg>
        <pc:spChg chg="mod">
          <ac:chgData name="Li,Yuting (HP Medicine) BII-CN-S" userId="ce8fbb54-122c-426d-b8da-fdcc5e1b5022" providerId="ADAL" clId="{F6C347AA-A3E9-4848-90FC-EFC16D22F807}" dt="2024-02-26T01:51:06.317" v="3070" actId="12789"/>
          <ac:spMkLst>
            <pc:docMk/>
            <pc:sldMk cId="988281381" sldId="2147481410"/>
            <ac:spMk id="170" creationId="{931FEFFC-F1AE-5712-E05A-C01AD6C769C2}"/>
          </ac:spMkLst>
        </pc:spChg>
        <pc:spChg chg="mod">
          <ac:chgData name="Li,Yuting (HP Medicine) BII-CN-S" userId="ce8fbb54-122c-426d-b8da-fdcc5e1b5022" providerId="ADAL" clId="{F6C347AA-A3E9-4848-90FC-EFC16D22F807}" dt="2024-02-25T08:32:04.274" v="2929" actId="20577"/>
          <ac:spMkLst>
            <pc:docMk/>
            <pc:sldMk cId="988281381" sldId="2147481410"/>
            <ac:spMk id="191" creationId="{BF56A08D-FC05-9DF2-B83F-F13D8E86589D}"/>
          </ac:spMkLst>
        </pc:spChg>
        <pc:spChg chg="mod">
          <ac:chgData name="Li,Yuting (HP Medicine) BII-CN-S" userId="ce8fbb54-122c-426d-b8da-fdcc5e1b5022" providerId="ADAL" clId="{F6C347AA-A3E9-4848-90FC-EFC16D22F807}" dt="2024-02-26T01:52:21.514" v="3094" actId="1035"/>
          <ac:spMkLst>
            <pc:docMk/>
            <pc:sldMk cId="988281381" sldId="2147481410"/>
            <ac:spMk id="221" creationId="{19606966-EC6D-CB08-A94E-4D6125CD5727}"/>
          </ac:spMkLst>
        </pc:spChg>
        <pc:spChg chg="mod">
          <ac:chgData name="Li,Yuting (HP Medicine) BII-CN-S" userId="ce8fbb54-122c-426d-b8da-fdcc5e1b5022" providerId="ADAL" clId="{F6C347AA-A3E9-4848-90FC-EFC16D22F807}" dt="2024-02-26T01:51:24.814" v="3074" actId="1036"/>
          <ac:spMkLst>
            <pc:docMk/>
            <pc:sldMk cId="988281381" sldId="2147481410"/>
            <ac:spMk id="231" creationId="{4E987752-1CDE-9FA9-2048-E1539A32944C}"/>
          </ac:spMkLst>
        </pc:spChg>
        <pc:spChg chg="mod">
          <ac:chgData name="Li,Yuting (HP Medicine) BII-CN-S" userId="ce8fbb54-122c-426d-b8da-fdcc5e1b5022" providerId="ADAL" clId="{F6C347AA-A3E9-4848-90FC-EFC16D22F807}" dt="2024-02-26T01:51:49.006" v="3086" actId="1036"/>
          <ac:spMkLst>
            <pc:docMk/>
            <pc:sldMk cId="988281381" sldId="2147481410"/>
            <ac:spMk id="237" creationId="{45BB3579-2C21-5EC8-B9F8-9EC3532E85B2}"/>
          </ac:spMkLst>
        </pc:spChg>
        <pc:spChg chg="mod">
          <ac:chgData name="Li,Yuting (HP Medicine) BII-CN-S" userId="ce8fbb54-122c-426d-b8da-fdcc5e1b5022" providerId="ADAL" clId="{F6C347AA-A3E9-4848-90FC-EFC16D22F807}" dt="2024-02-26T01:52:21.514" v="3094" actId="1035"/>
          <ac:spMkLst>
            <pc:docMk/>
            <pc:sldMk cId="988281381" sldId="2147481410"/>
            <ac:spMk id="238" creationId="{BBE43476-27BA-68AB-1DFD-AB5886839650}"/>
          </ac:spMkLst>
        </pc:spChg>
        <pc:spChg chg="mod">
          <ac:chgData name="Li,Yuting (HP Medicine) BII-CN-S" userId="ce8fbb54-122c-426d-b8da-fdcc5e1b5022" providerId="ADAL" clId="{F6C347AA-A3E9-4848-90FC-EFC16D22F807}" dt="2024-02-26T01:51:24.814" v="3074" actId="1036"/>
          <ac:spMkLst>
            <pc:docMk/>
            <pc:sldMk cId="988281381" sldId="2147481410"/>
            <ac:spMk id="239" creationId="{C9126692-E2AE-2A6E-41D7-65B17D998B80}"/>
          </ac:spMkLst>
        </pc:spChg>
        <pc:spChg chg="mod">
          <ac:chgData name="Li,Yuting (HP Medicine) BII-CN-S" userId="ce8fbb54-122c-426d-b8da-fdcc5e1b5022" providerId="ADAL" clId="{F6C347AA-A3E9-4848-90FC-EFC16D22F807}" dt="2024-02-26T01:51:49.006" v="3086" actId="1036"/>
          <ac:spMkLst>
            <pc:docMk/>
            <pc:sldMk cId="988281381" sldId="2147481410"/>
            <ac:spMk id="240" creationId="{29EA71A0-3AB4-9540-AA3A-508F57A6CBAB}"/>
          </ac:spMkLst>
        </pc:spChg>
        <pc:spChg chg="mod">
          <ac:chgData name="Li,Yuting (HP Medicine) BII-CN-S" userId="ce8fbb54-122c-426d-b8da-fdcc5e1b5022" providerId="ADAL" clId="{F6C347AA-A3E9-4848-90FC-EFC16D22F807}" dt="2024-02-26T01:52:21.514" v="3094" actId="1035"/>
          <ac:spMkLst>
            <pc:docMk/>
            <pc:sldMk cId="988281381" sldId="2147481410"/>
            <ac:spMk id="241" creationId="{CA64818A-7781-CDE9-6472-23C443A159E5}"/>
          </ac:spMkLst>
        </pc:spChg>
        <pc:spChg chg="mod">
          <ac:chgData name="Li,Yuting (HP Medicine) BII-CN-S" userId="ce8fbb54-122c-426d-b8da-fdcc5e1b5022" providerId="ADAL" clId="{F6C347AA-A3E9-4848-90FC-EFC16D22F807}" dt="2024-02-26T01:51:24.814" v="3074" actId="1036"/>
          <ac:spMkLst>
            <pc:docMk/>
            <pc:sldMk cId="988281381" sldId="2147481410"/>
            <ac:spMk id="242" creationId="{71F718C8-1C01-2362-6DFE-23AA9FAF36C2}"/>
          </ac:spMkLst>
        </pc:spChg>
        <pc:spChg chg="mod">
          <ac:chgData name="Li,Yuting (HP Medicine) BII-CN-S" userId="ce8fbb54-122c-426d-b8da-fdcc5e1b5022" providerId="ADAL" clId="{F6C347AA-A3E9-4848-90FC-EFC16D22F807}" dt="2024-02-26T01:51:49.006" v="3086" actId="1036"/>
          <ac:spMkLst>
            <pc:docMk/>
            <pc:sldMk cId="988281381" sldId="2147481410"/>
            <ac:spMk id="243" creationId="{B8F454CB-123A-06AE-BE99-63C5B130BC33}"/>
          </ac:spMkLst>
        </pc:spChg>
        <pc:spChg chg="mod">
          <ac:chgData name="Li,Yuting (HP Medicine) BII-CN-S" userId="ce8fbb54-122c-426d-b8da-fdcc5e1b5022" providerId="ADAL" clId="{F6C347AA-A3E9-4848-90FC-EFC16D22F807}" dt="2024-02-26T01:52:04.178" v="3087" actId="12789"/>
          <ac:spMkLst>
            <pc:docMk/>
            <pc:sldMk cId="988281381" sldId="2147481410"/>
            <ac:spMk id="244" creationId="{B15045EE-A89C-B2A7-99C7-8C985F903D7F}"/>
          </ac:spMkLst>
        </pc:spChg>
        <pc:spChg chg="mod">
          <ac:chgData name="Li,Yuting (HP Medicine) BII-CN-S" userId="ce8fbb54-122c-426d-b8da-fdcc5e1b5022" providerId="ADAL" clId="{F6C347AA-A3E9-4848-90FC-EFC16D22F807}" dt="2024-02-26T01:52:21.514" v="3094" actId="1035"/>
          <ac:spMkLst>
            <pc:docMk/>
            <pc:sldMk cId="988281381" sldId="2147481410"/>
            <ac:spMk id="245" creationId="{FA4C2FB3-88B8-AE9B-2C85-3621CC3510F6}"/>
          </ac:spMkLst>
        </pc:spChg>
        <pc:spChg chg="mod">
          <ac:chgData name="Li,Yuting (HP Medicine) BII-CN-S" userId="ce8fbb54-122c-426d-b8da-fdcc5e1b5022" providerId="ADAL" clId="{F6C347AA-A3E9-4848-90FC-EFC16D22F807}" dt="2024-02-26T01:51:49.006" v="3086" actId="1036"/>
          <ac:spMkLst>
            <pc:docMk/>
            <pc:sldMk cId="988281381" sldId="2147481410"/>
            <ac:spMk id="246" creationId="{EBB22C6C-29C0-80A7-B925-4C8B9215065A}"/>
          </ac:spMkLst>
        </pc:spChg>
        <pc:spChg chg="mod">
          <ac:chgData name="Li,Yuting (HP Medicine) BII-CN-S" userId="ce8fbb54-122c-426d-b8da-fdcc5e1b5022" providerId="ADAL" clId="{F6C347AA-A3E9-4848-90FC-EFC16D22F807}" dt="2024-02-26T01:52:04.178" v="3087" actId="12789"/>
          <ac:spMkLst>
            <pc:docMk/>
            <pc:sldMk cId="988281381" sldId="2147481410"/>
            <ac:spMk id="247" creationId="{CB7C49C6-147B-4D68-CD95-94D6B0E01CDD}"/>
          </ac:spMkLst>
        </pc:spChg>
        <pc:spChg chg="mod">
          <ac:chgData name="Li,Yuting (HP Medicine) BII-CN-S" userId="ce8fbb54-122c-426d-b8da-fdcc5e1b5022" providerId="ADAL" clId="{F6C347AA-A3E9-4848-90FC-EFC16D22F807}" dt="2024-02-26T01:52:21.514" v="3094" actId="1035"/>
          <ac:spMkLst>
            <pc:docMk/>
            <pc:sldMk cId="988281381" sldId="2147481410"/>
            <ac:spMk id="248" creationId="{0F78323F-6A87-2B7F-BCA5-3B9879186326}"/>
          </ac:spMkLst>
        </pc:spChg>
        <pc:spChg chg="mod">
          <ac:chgData name="Li,Yuting (HP Medicine) BII-CN-S" userId="ce8fbb54-122c-426d-b8da-fdcc5e1b5022" providerId="ADAL" clId="{F6C347AA-A3E9-4848-90FC-EFC16D22F807}" dt="2024-02-26T01:51:49.006" v="3086" actId="1036"/>
          <ac:spMkLst>
            <pc:docMk/>
            <pc:sldMk cId="988281381" sldId="2147481410"/>
            <ac:spMk id="249" creationId="{7E9A8A2D-CAB1-85AE-E7ED-997912074959}"/>
          </ac:spMkLst>
        </pc:spChg>
        <pc:spChg chg="mod">
          <ac:chgData name="Li,Yuting (HP Medicine) BII-CN-S" userId="ce8fbb54-122c-426d-b8da-fdcc5e1b5022" providerId="ADAL" clId="{F6C347AA-A3E9-4848-90FC-EFC16D22F807}" dt="2024-02-26T01:52:21.514" v="3094" actId="1035"/>
          <ac:spMkLst>
            <pc:docMk/>
            <pc:sldMk cId="988281381" sldId="2147481410"/>
            <ac:spMk id="278" creationId="{F8961C28-740C-70D9-576D-3322D0A5AD7B}"/>
          </ac:spMkLst>
        </pc:spChg>
        <pc:spChg chg="mod">
          <ac:chgData name="Li,Yuting (HP Medicine) BII-CN-S" userId="ce8fbb54-122c-426d-b8da-fdcc5e1b5022" providerId="ADAL" clId="{F6C347AA-A3E9-4848-90FC-EFC16D22F807}" dt="2024-02-26T01:52:04.178" v="3087" actId="12789"/>
          <ac:spMkLst>
            <pc:docMk/>
            <pc:sldMk cId="988281381" sldId="2147481410"/>
            <ac:spMk id="279" creationId="{ADB8E1C6-6246-173C-D302-FC86BB4CE91B}"/>
          </ac:spMkLst>
        </pc:spChg>
        <pc:spChg chg="mod">
          <ac:chgData name="Li,Yuting (HP Medicine) BII-CN-S" userId="ce8fbb54-122c-426d-b8da-fdcc5e1b5022" providerId="ADAL" clId="{F6C347AA-A3E9-4848-90FC-EFC16D22F807}" dt="2024-02-26T01:51:49.006" v="3086" actId="1036"/>
          <ac:spMkLst>
            <pc:docMk/>
            <pc:sldMk cId="988281381" sldId="2147481410"/>
            <ac:spMk id="280" creationId="{19548AEB-0AC1-E13A-1306-557E0EBF8929}"/>
          </ac:spMkLst>
        </pc:spChg>
        <pc:spChg chg="mod">
          <ac:chgData name="Li,Yuting (HP Medicine) BII-CN-S" userId="ce8fbb54-122c-426d-b8da-fdcc5e1b5022" providerId="ADAL" clId="{F6C347AA-A3E9-4848-90FC-EFC16D22F807}" dt="2024-02-26T01:52:04.178" v="3087" actId="12789"/>
          <ac:spMkLst>
            <pc:docMk/>
            <pc:sldMk cId="988281381" sldId="2147481410"/>
            <ac:spMk id="282" creationId="{4BCE5392-ED30-BBD0-A879-05DB95F5D825}"/>
          </ac:spMkLst>
        </pc:spChg>
        <pc:spChg chg="mod">
          <ac:chgData name="Li,Yuting (HP Medicine) BII-CN-S" userId="ce8fbb54-122c-426d-b8da-fdcc5e1b5022" providerId="ADAL" clId="{F6C347AA-A3E9-4848-90FC-EFC16D22F807}" dt="2024-02-26T01:52:21.514" v="3094" actId="1035"/>
          <ac:spMkLst>
            <pc:docMk/>
            <pc:sldMk cId="988281381" sldId="2147481410"/>
            <ac:spMk id="283" creationId="{41832F71-124C-DCB5-1DD8-B042531B6986}"/>
          </ac:spMkLst>
        </pc:spChg>
        <pc:spChg chg="mod">
          <ac:chgData name="Li,Yuting (HP Medicine) BII-CN-S" userId="ce8fbb54-122c-426d-b8da-fdcc5e1b5022" providerId="ADAL" clId="{F6C347AA-A3E9-4848-90FC-EFC16D22F807}" dt="2024-02-26T01:51:49.006" v="3086" actId="1036"/>
          <ac:spMkLst>
            <pc:docMk/>
            <pc:sldMk cId="988281381" sldId="2147481410"/>
            <ac:spMk id="284" creationId="{0FC79D8A-DA0B-ED1F-655B-D982CE378338}"/>
          </ac:spMkLst>
        </pc:spChg>
      </pc:sldChg>
      <pc:sldChg chg="add del">
        <pc:chgData name="Li,Yuting (HP Medicine) BII-CN-S" userId="ce8fbb54-122c-426d-b8da-fdcc5e1b5022" providerId="ADAL" clId="{F6C347AA-A3E9-4848-90FC-EFC16D22F807}" dt="2024-02-21T05:46:56.825" v="47" actId="47"/>
        <pc:sldMkLst>
          <pc:docMk/>
          <pc:sldMk cId="2571934809" sldId="2147481411"/>
        </pc:sldMkLst>
      </pc:sldChg>
      <pc:sldChg chg="add ord">
        <pc:chgData name="Li,Yuting (HP Medicine) BII-CN-S" userId="ce8fbb54-122c-426d-b8da-fdcc5e1b5022" providerId="ADAL" clId="{F6C347AA-A3E9-4848-90FC-EFC16D22F807}" dt="2024-02-21T06:00:14.912" v="100"/>
        <pc:sldMkLst>
          <pc:docMk/>
          <pc:sldMk cId="586727861" sldId="2147481412"/>
        </pc:sldMkLst>
      </pc:sldChg>
      <pc:sldChg chg="add ord">
        <pc:chgData name="Li,Yuting (HP Medicine) BII-CN-S" userId="ce8fbb54-122c-426d-b8da-fdcc5e1b5022" providerId="ADAL" clId="{F6C347AA-A3E9-4848-90FC-EFC16D22F807}" dt="2024-02-21T06:00:14.912" v="100"/>
        <pc:sldMkLst>
          <pc:docMk/>
          <pc:sldMk cId="930855308" sldId="2147481413"/>
        </pc:sldMkLst>
      </pc:sldChg>
      <pc:sldChg chg="add ord">
        <pc:chgData name="Li,Yuting (HP Medicine) BII-CN-S" userId="ce8fbb54-122c-426d-b8da-fdcc5e1b5022" providerId="ADAL" clId="{F6C347AA-A3E9-4848-90FC-EFC16D22F807}" dt="2024-02-21T06:00:14.912" v="100"/>
        <pc:sldMkLst>
          <pc:docMk/>
          <pc:sldMk cId="4072964452" sldId="2147481414"/>
        </pc:sldMkLst>
      </pc:sldChg>
      <pc:sldChg chg="add ord">
        <pc:chgData name="Li,Yuting (HP Medicine) BII-CN-S" userId="ce8fbb54-122c-426d-b8da-fdcc5e1b5022" providerId="ADAL" clId="{F6C347AA-A3E9-4848-90FC-EFC16D22F807}" dt="2024-02-21T06:00:14.912" v="100"/>
        <pc:sldMkLst>
          <pc:docMk/>
          <pc:sldMk cId="2928051727" sldId="2147481415"/>
        </pc:sldMkLst>
      </pc:sldChg>
      <pc:sldChg chg="add ord">
        <pc:chgData name="Li,Yuting (HP Medicine) BII-CN-S" userId="ce8fbb54-122c-426d-b8da-fdcc5e1b5022" providerId="ADAL" clId="{F6C347AA-A3E9-4848-90FC-EFC16D22F807}" dt="2024-02-21T06:00:14.912" v="100"/>
        <pc:sldMkLst>
          <pc:docMk/>
          <pc:sldMk cId="766638278" sldId="2147481416"/>
        </pc:sldMkLst>
      </pc:sldChg>
      <pc:sldChg chg="add mod modShow">
        <pc:chgData name="Li,Yuting (HP Medicine) BII-CN-S" userId="ce8fbb54-122c-426d-b8da-fdcc5e1b5022" providerId="ADAL" clId="{F6C347AA-A3E9-4848-90FC-EFC16D22F807}" dt="2024-02-22T02:36:40.766" v="317" actId="729"/>
        <pc:sldMkLst>
          <pc:docMk/>
          <pc:sldMk cId="830732274" sldId="2147481417"/>
        </pc:sldMkLst>
      </pc:sldChg>
      <pc:sldChg chg="add del">
        <pc:chgData name="Li,Yuting (HP Medicine) BII-CN-S" userId="ce8fbb54-122c-426d-b8da-fdcc5e1b5022" providerId="ADAL" clId="{F6C347AA-A3E9-4848-90FC-EFC16D22F807}" dt="2024-02-21T05:45:06.916" v="41" actId="47"/>
        <pc:sldMkLst>
          <pc:docMk/>
          <pc:sldMk cId="3473038303" sldId="2147481424"/>
        </pc:sldMkLst>
      </pc:sldChg>
      <pc:sldChg chg="addSp delSp modSp add mod">
        <pc:chgData name="Li,Yuting (HP Medicine) BII-CN-S" userId="ce8fbb54-122c-426d-b8da-fdcc5e1b5022" providerId="ADAL" clId="{F6C347AA-A3E9-4848-90FC-EFC16D22F807}" dt="2024-02-26T02:25:27.904" v="3121" actId="20577"/>
        <pc:sldMkLst>
          <pc:docMk/>
          <pc:sldMk cId="1095581670" sldId="2147481425"/>
        </pc:sldMkLst>
        <pc:spChg chg="mod">
          <ac:chgData name="Li,Yuting (HP Medicine) BII-CN-S" userId="ce8fbb54-122c-426d-b8da-fdcc5e1b5022" providerId="ADAL" clId="{F6C347AA-A3E9-4848-90FC-EFC16D22F807}" dt="2024-02-23T08:52:52.447" v="2891" actId="20577"/>
          <ac:spMkLst>
            <pc:docMk/>
            <pc:sldMk cId="1095581670" sldId="2147481425"/>
            <ac:spMk id="5" creationId="{6FA32674-FA79-7042-E98C-16EC361E1938}"/>
          </ac:spMkLst>
        </pc:spChg>
        <pc:spChg chg="del mod">
          <ac:chgData name="Li,Yuting (HP Medicine) BII-CN-S" userId="ce8fbb54-122c-426d-b8da-fdcc5e1b5022" providerId="ADAL" clId="{F6C347AA-A3E9-4848-90FC-EFC16D22F807}" dt="2024-02-22T06:12:17.727" v="1423" actId="478"/>
          <ac:spMkLst>
            <pc:docMk/>
            <pc:sldMk cId="1095581670" sldId="2147481425"/>
            <ac:spMk id="6" creationId="{25357EA1-1F19-4D1B-9A4E-2EAB26F09BB9}"/>
          </ac:spMkLst>
        </pc:spChg>
        <pc:spChg chg="del mod">
          <ac:chgData name="Li,Yuting (HP Medicine) BII-CN-S" userId="ce8fbb54-122c-426d-b8da-fdcc5e1b5022" providerId="ADAL" clId="{F6C347AA-A3E9-4848-90FC-EFC16D22F807}" dt="2024-02-22T06:13:50.689" v="1428" actId="478"/>
          <ac:spMkLst>
            <pc:docMk/>
            <pc:sldMk cId="1095581670" sldId="2147481425"/>
            <ac:spMk id="6" creationId="{9298F0D9-5E53-68C8-B3AB-3CD64024B124}"/>
          </ac:spMkLst>
        </pc:spChg>
        <pc:spChg chg="mod">
          <ac:chgData name="Li,Yuting (HP Medicine) BII-CN-S" userId="ce8fbb54-122c-426d-b8da-fdcc5e1b5022" providerId="ADAL" clId="{F6C347AA-A3E9-4848-90FC-EFC16D22F807}" dt="2024-02-26T02:25:27.904" v="3121" actId="20577"/>
          <ac:spMkLst>
            <pc:docMk/>
            <pc:sldMk cId="1095581670" sldId="2147481425"/>
            <ac:spMk id="22" creationId="{2106AE05-78BC-AB72-6167-3DE6E697A996}"/>
          </ac:spMkLst>
        </pc:spChg>
        <pc:spChg chg="add mod">
          <ac:chgData name="Li,Yuting (HP Medicine) BII-CN-S" userId="ce8fbb54-122c-426d-b8da-fdcc5e1b5022" providerId="ADAL" clId="{F6C347AA-A3E9-4848-90FC-EFC16D22F807}" dt="2024-02-22T06:13:40.587" v="1426"/>
          <ac:spMkLst>
            <pc:docMk/>
            <pc:sldMk cId="1095581670" sldId="2147481425"/>
            <ac:spMk id="22" creationId="{9298F0D9-5E53-68C8-B3AB-3CD64024B124}"/>
          </ac:spMkLst>
        </pc:spChg>
        <pc:grpChg chg="mod">
          <ac:chgData name="Li,Yuting (HP Medicine) BII-CN-S" userId="ce8fbb54-122c-426d-b8da-fdcc5e1b5022" providerId="ADAL" clId="{F6C347AA-A3E9-4848-90FC-EFC16D22F807}" dt="2024-02-26T01:49:47.512" v="3067" actId="1076"/>
          <ac:grpSpMkLst>
            <pc:docMk/>
            <pc:sldMk cId="1095581670" sldId="2147481425"/>
            <ac:grpSpMk id="203" creationId="{3855D1D5-D3D2-4F97-9E67-F3646B91ACCC}"/>
          </ac:grpSpMkLst>
        </pc:grpChg>
      </pc:sldChg>
      <pc:sldChg chg="add mod modShow">
        <pc:chgData name="Li,Yuting (HP Medicine) BII-CN-S" userId="ce8fbb54-122c-426d-b8da-fdcc5e1b5022" providerId="ADAL" clId="{F6C347AA-A3E9-4848-90FC-EFC16D22F807}" dt="2024-02-22T06:12:26.284" v="1424" actId="729"/>
        <pc:sldMkLst>
          <pc:docMk/>
          <pc:sldMk cId="3310519173" sldId="2147481426"/>
        </pc:sldMkLst>
      </pc:sldChg>
      <pc:sldChg chg="modSp add mod">
        <pc:chgData name="Li,Yuting (HP Medicine) BII-CN-S" userId="ce8fbb54-122c-426d-b8da-fdcc5e1b5022" providerId="ADAL" clId="{F6C347AA-A3E9-4848-90FC-EFC16D22F807}" dt="2024-02-25T08:34:15.565" v="2930" actId="20577"/>
        <pc:sldMkLst>
          <pc:docMk/>
          <pc:sldMk cId="1665562255" sldId="2147481427"/>
        </pc:sldMkLst>
        <pc:spChg chg="mod">
          <ac:chgData name="Li,Yuting (HP Medicine) BII-CN-S" userId="ce8fbb54-122c-426d-b8da-fdcc5e1b5022" providerId="ADAL" clId="{F6C347AA-A3E9-4848-90FC-EFC16D22F807}" dt="2024-02-22T02:28:55.816" v="164" actId="1076"/>
          <ac:spMkLst>
            <pc:docMk/>
            <pc:sldMk cId="1665562255" sldId="2147481427"/>
            <ac:spMk id="29" creationId="{9224C17E-1AA1-4096-A3FD-25D6FD8BA444}"/>
          </ac:spMkLst>
        </pc:spChg>
        <pc:spChg chg="mod">
          <ac:chgData name="Li,Yuting (HP Medicine) BII-CN-S" userId="ce8fbb54-122c-426d-b8da-fdcc5e1b5022" providerId="ADAL" clId="{F6C347AA-A3E9-4848-90FC-EFC16D22F807}" dt="2024-02-25T08:34:15.565" v="2930" actId="20577"/>
          <ac:spMkLst>
            <pc:docMk/>
            <pc:sldMk cId="1665562255" sldId="2147481427"/>
            <ac:spMk id="62" creationId="{8DB07CF5-ABA1-4C9B-A9DA-0E66E05CDEC6}"/>
          </ac:spMkLst>
        </pc:spChg>
        <pc:cxnChg chg="mod">
          <ac:chgData name="Li,Yuting (HP Medicine) BII-CN-S" userId="ce8fbb54-122c-426d-b8da-fdcc5e1b5022" providerId="ADAL" clId="{F6C347AA-A3E9-4848-90FC-EFC16D22F807}" dt="2024-02-22T02:28:57.848" v="165" actId="1076"/>
          <ac:cxnSpMkLst>
            <pc:docMk/>
            <pc:sldMk cId="1665562255" sldId="2147481427"/>
            <ac:cxnSpMk id="28" creationId="{9C165100-0114-4167-8FF0-BFF01B293D04}"/>
          </ac:cxnSpMkLst>
        </pc:cxnChg>
      </pc:sldChg>
      <pc:sldChg chg="modSp add mod">
        <pc:chgData name="Li,Yuting (HP Medicine) BII-CN-S" userId="ce8fbb54-122c-426d-b8da-fdcc5e1b5022" providerId="ADAL" clId="{F6C347AA-A3E9-4848-90FC-EFC16D22F807}" dt="2024-02-22T02:35:02.798" v="316" actId="1076"/>
        <pc:sldMkLst>
          <pc:docMk/>
          <pc:sldMk cId="4175518287" sldId="2147481428"/>
        </pc:sldMkLst>
        <pc:spChg chg="mod">
          <ac:chgData name="Li,Yuting (HP Medicine) BII-CN-S" userId="ce8fbb54-122c-426d-b8da-fdcc5e1b5022" providerId="ADAL" clId="{F6C347AA-A3E9-4848-90FC-EFC16D22F807}" dt="2024-02-22T02:29:26.435" v="178" actId="20577"/>
          <ac:spMkLst>
            <pc:docMk/>
            <pc:sldMk cId="4175518287" sldId="2147481428"/>
            <ac:spMk id="5" creationId="{C4DECDA1-79AD-8B9D-708E-04480A636390}"/>
          </ac:spMkLst>
        </pc:spChg>
        <pc:spChg chg="mod">
          <ac:chgData name="Li,Yuting (HP Medicine) BII-CN-S" userId="ce8fbb54-122c-426d-b8da-fdcc5e1b5022" providerId="ADAL" clId="{F6C347AA-A3E9-4848-90FC-EFC16D22F807}" dt="2024-02-22T02:35:02.798" v="316" actId="1076"/>
          <ac:spMkLst>
            <pc:docMk/>
            <pc:sldMk cId="4175518287" sldId="2147481428"/>
            <ac:spMk id="30" creationId="{AE1A5680-D133-2FB3-FC32-EF85FAA610D3}"/>
          </ac:spMkLst>
        </pc:spChg>
        <pc:grpChg chg="mod">
          <ac:chgData name="Li,Yuting (HP Medicine) BII-CN-S" userId="ce8fbb54-122c-426d-b8da-fdcc5e1b5022" providerId="ADAL" clId="{F6C347AA-A3E9-4848-90FC-EFC16D22F807}" dt="2024-02-22T02:31:07.878" v="197" actId="1076"/>
          <ac:grpSpMkLst>
            <pc:docMk/>
            <pc:sldMk cId="4175518287" sldId="2147481428"/>
            <ac:grpSpMk id="94" creationId="{8CA2D186-99EC-466F-9E24-BEA99F2ECDCD}"/>
          </ac:grpSpMkLst>
        </pc:grpChg>
      </pc:sldChg>
      <pc:sldChg chg="add">
        <pc:chgData name="Li,Yuting (HP Medicine) BII-CN-S" userId="ce8fbb54-122c-426d-b8da-fdcc5e1b5022" providerId="ADAL" clId="{F6C347AA-A3E9-4848-90FC-EFC16D22F807}" dt="2024-02-21T05:50:17.256" v="54"/>
        <pc:sldMkLst>
          <pc:docMk/>
          <pc:sldMk cId="1774521003" sldId="2147481429"/>
        </pc:sldMkLst>
      </pc:sldChg>
      <pc:sldChg chg="add">
        <pc:chgData name="Li,Yuting (HP Medicine) BII-CN-S" userId="ce8fbb54-122c-426d-b8da-fdcc5e1b5022" providerId="ADAL" clId="{F6C347AA-A3E9-4848-90FC-EFC16D22F807}" dt="2024-02-21T05:50:17.256" v="54"/>
        <pc:sldMkLst>
          <pc:docMk/>
          <pc:sldMk cId="864542955" sldId="2147481430"/>
        </pc:sldMkLst>
      </pc:sldChg>
      <pc:sldChg chg="modSp add mod">
        <pc:chgData name="Li,Yuting (HP Medicine) BII-CN-S" userId="ce8fbb54-122c-426d-b8da-fdcc5e1b5022" providerId="ADAL" clId="{F6C347AA-A3E9-4848-90FC-EFC16D22F807}" dt="2024-02-25T08:51:31.334" v="2941" actId="20577"/>
        <pc:sldMkLst>
          <pc:docMk/>
          <pc:sldMk cId="743177320" sldId="2147481431"/>
        </pc:sldMkLst>
        <pc:spChg chg="mod">
          <ac:chgData name="Li,Yuting (HP Medicine) BII-CN-S" userId="ce8fbb54-122c-426d-b8da-fdcc5e1b5022" providerId="ADAL" clId="{F6C347AA-A3E9-4848-90FC-EFC16D22F807}" dt="2024-02-25T08:51:31.334" v="2941" actId="20577"/>
          <ac:spMkLst>
            <pc:docMk/>
            <pc:sldMk cId="743177320" sldId="2147481431"/>
            <ac:spMk id="16" creationId="{397C50CA-40EC-2B76-5DCF-8E4B0390FC5E}"/>
          </ac:spMkLst>
        </pc:spChg>
      </pc:sldChg>
      <pc:sldChg chg="modSp add mod">
        <pc:chgData name="Li,Yuting (HP Medicine) BII-CN-S" userId="ce8fbb54-122c-426d-b8da-fdcc5e1b5022" providerId="ADAL" clId="{F6C347AA-A3E9-4848-90FC-EFC16D22F807}" dt="2024-02-25T08:52:36.991" v="2958" actId="20577"/>
        <pc:sldMkLst>
          <pc:docMk/>
          <pc:sldMk cId="999878928" sldId="2147481432"/>
        </pc:sldMkLst>
        <pc:spChg chg="mod">
          <ac:chgData name="Li,Yuting (HP Medicine) BII-CN-S" userId="ce8fbb54-122c-426d-b8da-fdcc5e1b5022" providerId="ADAL" clId="{F6C347AA-A3E9-4848-90FC-EFC16D22F807}" dt="2024-02-25T08:52:36.991" v="2958" actId="20577"/>
          <ac:spMkLst>
            <pc:docMk/>
            <pc:sldMk cId="999878928" sldId="2147481432"/>
            <ac:spMk id="90" creationId="{9466DE8F-DCCC-4688-AD54-68172F2C8E9F}"/>
          </ac:spMkLst>
        </pc:spChg>
        <pc:grpChg chg="mod">
          <ac:chgData name="Li,Yuting (HP Medicine) BII-CN-S" userId="ce8fbb54-122c-426d-b8da-fdcc5e1b5022" providerId="ADAL" clId="{F6C347AA-A3E9-4848-90FC-EFC16D22F807}" dt="2024-02-22T02:40:03.836" v="366" actId="1076"/>
          <ac:grpSpMkLst>
            <pc:docMk/>
            <pc:sldMk cId="999878928" sldId="2147481432"/>
            <ac:grpSpMk id="7" creationId="{81D3D4A1-DB3F-B9DD-49F1-7C971D8DE7AF}"/>
          </ac:grpSpMkLst>
        </pc:grpChg>
      </pc:sldChg>
      <pc:sldChg chg="modSp add mod">
        <pc:chgData name="Li,Yuting (HP Medicine) BII-CN-S" userId="ce8fbb54-122c-426d-b8da-fdcc5e1b5022" providerId="ADAL" clId="{F6C347AA-A3E9-4848-90FC-EFC16D22F807}" dt="2024-02-23T01:58:07.459" v="2640" actId="20577"/>
        <pc:sldMkLst>
          <pc:docMk/>
          <pc:sldMk cId="1801448801" sldId="2147481433"/>
        </pc:sldMkLst>
        <pc:spChg chg="mod">
          <ac:chgData name="Li,Yuting (HP Medicine) BII-CN-S" userId="ce8fbb54-122c-426d-b8da-fdcc5e1b5022" providerId="ADAL" clId="{F6C347AA-A3E9-4848-90FC-EFC16D22F807}" dt="2024-02-23T01:58:07.459" v="2640" actId="20577"/>
          <ac:spMkLst>
            <pc:docMk/>
            <pc:sldMk cId="1801448801" sldId="2147481433"/>
            <ac:spMk id="99" creationId="{D11E8C8E-EA83-4AF2-B5EA-9A0D5FDC196B}"/>
          </ac:spMkLst>
        </pc:spChg>
      </pc:sldChg>
      <pc:sldChg chg="add">
        <pc:chgData name="Li,Yuting (HP Medicine) BII-CN-S" userId="ce8fbb54-122c-426d-b8da-fdcc5e1b5022" providerId="ADAL" clId="{F6C347AA-A3E9-4848-90FC-EFC16D22F807}" dt="2024-02-21T06:03:33.627" v="105"/>
        <pc:sldMkLst>
          <pc:docMk/>
          <pc:sldMk cId="3266566500" sldId="2147481434"/>
        </pc:sldMkLst>
      </pc:sldChg>
      <pc:sldChg chg="addSp modSp new mod">
        <pc:chgData name="Li,Yuting (HP Medicine) BII-CN-S" userId="ce8fbb54-122c-426d-b8da-fdcc5e1b5022" providerId="ADAL" clId="{F6C347AA-A3E9-4848-90FC-EFC16D22F807}" dt="2024-02-26T09:55:54.037" v="4039" actId="1076"/>
        <pc:sldMkLst>
          <pc:docMk/>
          <pc:sldMk cId="552167058" sldId="2147481435"/>
        </pc:sldMkLst>
        <pc:spChg chg="mod">
          <ac:chgData name="Li,Yuting (HP Medicine) BII-CN-S" userId="ce8fbb54-122c-426d-b8da-fdcc5e1b5022" providerId="ADAL" clId="{F6C347AA-A3E9-4848-90FC-EFC16D22F807}" dt="2024-02-23T01:52:27.943" v="2157" actId="20577"/>
          <ac:spMkLst>
            <pc:docMk/>
            <pc:sldMk cId="552167058" sldId="2147481435"/>
            <ac:spMk id="2" creationId="{E9E4F9E1-ED94-09F3-AA7E-35DD14B0D8EE}"/>
          </ac:spMkLst>
        </pc:spChg>
        <pc:spChg chg="mod">
          <ac:chgData name="Li,Yuting (HP Medicine) BII-CN-S" userId="ce8fbb54-122c-426d-b8da-fdcc5e1b5022" providerId="ADAL" clId="{F6C347AA-A3E9-4848-90FC-EFC16D22F807}" dt="2024-02-26T06:12:22.341" v="3709" actId="255"/>
          <ac:spMkLst>
            <pc:docMk/>
            <pc:sldMk cId="552167058" sldId="2147481435"/>
            <ac:spMk id="3" creationId="{E929452D-7C1E-00A2-0AB1-BC5F64C9B6FD}"/>
          </ac:spMkLst>
        </pc:spChg>
        <pc:spChg chg="add mod">
          <ac:chgData name="Li,Yuting (HP Medicine) BII-CN-S" userId="ce8fbb54-122c-426d-b8da-fdcc5e1b5022" providerId="ADAL" clId="{F6C347AA-A3E9-4848-90FC-EFC16D22F807}" dt="2024-02-26T09:55:54.037" v="4039" actId="1076"/>
          <ac:spMkLst>
            <pc:docMk/>
            <pc:sldMk cId="552167058" sldId="2147481435"/>
            <ac:spMk id="7" creationId="{8C921767-C8D0-A473-C87E-5A042B1E1CA4}"/>
          </ac:spMkLst>
        </pc:spChg>
      </pc:sldChg>
      <pc:sldChg chg="modSp new mod">
        <pc:chgData name="Li,Yuting (HP Medicine) BII-CN-S" userId="ce8fbb54-122c-426d-b8da-fdcc5e1b5022" providerId="ADAL" clId="{F6C347AA-A3E9-4848-90FC-EFC16D22F807}" dt="2024-02-23T01:59:14.995" v="2687" actId="242"/>
        <pc:sldMkLst>
          <pc:docMk/>
          <pc:sldMk cId="3626548289" sldId="2147481436"/>
        </pc:sldMkLst>
        <pc:spChg chg="mod">
          <ac:chgData name="Li,Yuting (HP Medicine) BII-CN-S" userId="ce8fbb54-122c-426d-b8da-fdcc5e1b5022" providerId="ADAL" clId="{F6C347AA-A3E9-4848-90FC-EFC16D22F807}" dt="2024-02-23T01:59:14.995" v="2687" actId="242"/>
          <ac:spMkLst>
            <pc:docMk/>
            <pc:sldMk cId="3626548289" sldId="2147481436"/>
            <ac:spMk id="3" creationId="{191576B3-342D-C5EF-7D37-38A24EA562D3}"/>
          </ac:spMkLst>
        </pc:spChg>
      </pc:sldChg>
      <pc:sldMasterChg chg="del delSldLayout">
        <pc:chgData name="Li,Yuting (HP Medicine) BII-CN-S" userId="ce8fbb54-122c-426d-b8da-fdcc5e1b5022" providerId="ADAL" clId="{F6C347AA-A3E9-4848-90FC-EFC16D22F807}" dt="2024-02-21T05:55:24.616" v="93" actId="47"/>
        <pc:sldMasterMkLst>
          <pc:docMk/>
          <pc:sldMasterMk cId="2987623217" sldId="2147484848"/>
        </pc:sldMasterMkLst>
        <pc:sldLayoutChg chg="del">
          <pc:chgData name="Li,Yuting (HP Medicine) BII-CN-S" userId="ce8fbb54-122c-426d-b8da-fdcc5e1b5022" providerId="ADAL" clId="{F6C347AA-A3E9-4848-90FC-EFC16D22F807}" dt="2024-02-21T05:55:24.616" v="93" actId="47"/>
          <pc:sldLayoutMkLst>
            <pc:docMk/>
            <pc:sldMasterMk cId="2987623217" sldId="2147484848"/>
            <pc:sldLayoutMk cId="1513011610" sldId="2147484849"/>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008338271" sldId="2147484850"/>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4220098130" sldId="2147484851"/>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864845230" sldId="2147484852"/>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501354860" sldId="2147484853"/>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728089538" sldId="2147484854"/>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675939929" sldId="2147484855"/>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901373669" sldId="2147484856"/>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94513747" sldId="2147484857"/>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5425281" sldId="2147484858"/>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589399802" sldId="2147484859"/>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464685703" sldId="2147484860"/>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891202250" sldId="2147484861"/>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699131109" sldId="2147484862"/>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801022470" sldId="2147484863"/>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738783466" sldId="2147484864"/>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686735010" sldId="2147484865"/>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03846289" sldId="2147484866"/>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16177605" sldId="2147484867"/>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144699812" sldId="2147484868"/>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678630842" sldId="2147484869"/>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478843983" sldId="2147484870"/>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664693636" sldId="2147484871"/>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951458788" sldId="2147484872"/>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960761148" sldId="2147484873"/>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659407552" sldId="2147484874"/>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812743938" sldId="2147484875"/>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543811650" sldId="2147484876"/>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910075498" sldId="2147484877"/>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45422752" sldId="2147484878"/>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904146524" sldId="2147484879"/>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79340796" sldId="2147484880"/>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436320031" sldId="2147484881"/>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373445101" sldId="2147484882"/>
          </pc:sldLayoutMkLst>
        </pc:sldLayoutChg>
        <pc:sldLayoutChg chg="del">
          <pc:chgData name="Li,Yuting (HP Medicine) BII-CN-S" userId="ce8fbb54-122c-426d-b8da-fdcc5e1b5022" providerId="ADAL" clId="{F6C347AA-A3E9-4848-90FC-EFC16D22F807}" dt="2024-02-21T05:55:24.616" v="93" actId="47"/>
          <pc:sldLayoutMkLst>
            <pc:docMk/>
            <pc:sldMasterMk cId="2987623217" sldId="2147484848"/>
            <pc:sldLayoutMk cId="2876906568" sldId="2147484883"/>
          </pc:sldLayoutMkLst>
        </pc:sldLayoutChg>
      </pc:sldMasterChg>
      <pc:sldMasterChg chg="delSldLayout">
        <pc:chgData name="Li,Yuting (HP Medicine) BII-CN-S" userId="ce8fbb54-122c-426d-b8da-fdcc5e1b5022" providerId="ADAL" clId="{F6C347AA-A3E9-4848-90FC-EFC16D22F807}" dt="2024-02-23T01:59:57.988" v="2701" actId="47"/>
        <pc:sldMasterMkLst>
          <pc:docMk/>
          <pc:sldMasterMk cId="2265167584" sldId="2147485032"/>
        </pc:sldMasterMkLst>
        <pc:sldLayoutChg chg="del">
          <pc:chgData name="Li,Yuting (HP Medicine) BII-CN-S" userId="ce8fbb54-122c-426d-b8da-fdcc5e1b5022" providerId="ADAL" clId="{F6C347AA-A3E9-4848-90FC-EFC16D22F807}" dt="2024-02-23T01:59:48.016" v="2697" actId="47"/>
          <pc:sldLayoutMkLst>
            <pc:docMk/>
            <pc:sldMasterMk cId="2265167584" sldId="2147485032"/>
            <pc:sldLayoutMk cId="885274789" sldId="2147484843"/>
          </pc:sldLayoutMkLst>
        </pc:sldLayoutChg>
        <pc:sldLayoutChg chg="del">
          <pc:chgData name="Li,Yuting (HP Medicine) BII-CN-S" userId="ce8fbb54-122c-426d-b8da-fdcc5e1b5022" providerId="ADAL" clId="{F6C347AA-A3E9-4848-90FC-EFC16D22F807}" dt="2024-02-23T01:59:46.276" v="2696" actId="47"/>
          <pc:sldLayoutMkLst>
            <pc:docMk/>
            <pc:sldMasterMk cId="2265167584" sldId="2147485032"/>
            <pc:sldLayoutMk cId="492414667" sldId="2147484844"/>
          </pc:sldLayoutMkLst>
        </pc:sldLayoutChg>
        <pc:sldLayoutChg chg="del">
          <pc:chgData name="Li,Yuting (HP Medicine) BII-CN-S" userId="ce8fbb54-122c-426d-b8da-fdcc5e1b5022" providerId="ADAL" clId="{F6C347AA-A3E9-4848-90FC-EFC16D22F807}" dt="2024-02-23T01:59:57.988" v="2701" actId="47"/>
          <pc:sldLayoutMkLst>
            <pc:docMk/>
            <pc:sldMasterMk cId="2265167584" sldId="2147485032"/>
            <pc:sldLayoutMk cId="2140509491" sldId="2147484847"/>
          </pc:sldLayoutMkLst>
        </pc:sldLayoutChg>
        <pc:sldLayoutChg chg="del">
          <pc:chgData name="Li,Yuting (HP Medicine) BII-CN-S" userId="ce8fbb54-122c-426d-b8da-fdcc5e1b5022" providerId="ADAL" clId="{F6C347AA-A3E9-4848-90FC-EFC16D22F807}" dt="2024-02-21T05:51:07.851" v="59" actId="47"/>
          <pc:sldLayoutMkLst>
            <pc:docMk/>
            <pc:sldMasterMk cId="2265167584" sldId="2147485032"/>
            <pc:sldLayoutMk cId="2715094562" sldId="2147484925"/>
          </pc:sldLayoutMkLst>
        </pc:sldLayoutChg>
      </pc:sldMasterChg>
      <pc:sldMasterChg chg="delSldLayout">
        <pc:chgData name="Li,Yuting (HP Medicine) BII-CN-S" userId="ce8fbb54-122c-426d-b8da-fdcc5e1b5022" providerId="ADAL" clId="{F6C347AA-A3E9-4848-90FC-EFC16D22F807}" dt="2024-02-23T01:58:40.896" v="2643" actId="47"/>
        <pc:sldMasterMkLst>
          <pc:docMk/>
          <pc:sldMasterMk cId="2328643104" sldId="2147485052"/>
        </pc:sldMasterMkLst>
        <pc:sldLayoutChg chg="del">
          <pc:chgData name="Li,Yuting (HP Medicine) BII-CN-S" userId="ce8fbb54-122c-426d-b8da-fdcc5e1b5022" providerId="ADAL" clId="{F6C347AA-A3E9-4848-90FC-EFC16D22F807}" dt="2024-02-23T01:58:40.896" v="2643" actId="47"/>
          <pc:sldLayoutMkLst>
            <pc:docMk/>
            <pc:sldMasterMk cId="2328643104" sldId="2147485052"/>
            <pc:sldLayoutMk cId="2824678884" sldId="2147484817"/>
          </pc:sldLayoutMkLst>
        </pc:sldLayoutChg>
      </pc:sldMasterChg>
    </pc:docChg>
  </pc:docChgLst>
  <pc:docChgLst>
    <pc:chgData name="Zhao,Qian (MED CD&amp;O) BII-CN-S" userId="e5f2fa0e-800e-4e03-b8e2-beea36a7bf3b" providerId="ADAL" clId="{41ADC90E-2270-44C0-8FC7-FE1706315BA1}"/>
    <pc:docChg chg="custSel modSld">
      <pc:chgData name="Zhao,Qian (MED CD&amp;O) BII-CN-S" userId="e5f2fa0e-800e-4e03-b8e2-beea36a7bf3b" providerId="ADAL" clId="{41ADC90E-2270-44C0-8FC7-FE1706315BA1}" dt="2023-09-12T07:19:49.115" v="63" actId="1076"/>
      <pc:docMkLst>
        <pc:docMk/>
      </pc:docMkLst>
      <pc:sldChg chg="addSp delSp modSp mod">
        <pc:chgData name="Zhao,Qian (MED CD&amp;O) BII-CN-S" userId="e5f2fa0e-800e-4e03-b8e2-beea36a7bf3b" providerId="ADAL" clId="{41ADC90E-2270-44C0-8FC7-FE1706315BA1}" dt="2023-09-12T07:19:49.115" v="63" actId="1076"/>
        <pc:sldMkLst>
          <pc:docMk/>
          <pc:sldMk cId="2741680057" sldId="2147474891"/>
        </pc:sldMkLst>
        <pc:spChg chg="mod">
          <ac:chgData name="Zhao,Qian (MED CD&amp;O) BII-CN-S" userId="e5f2fa0e-800e-4e03-b8e2-beea36a7bf3b" providerId="ADAL" clId="{41ADC90E-2270-44C0-8FC7-FE1706315BA1}" dt="2023-09-12T07:17:28.700" v="34" actId="20577"/>
          <ac:spMkLst>
            <pc:docMk/>
            <pc:sldMk cId="2741680057" sldId="2147474891"/>
            <ac:spMk id="3" creationId="{F0A2CF5D-3FFB-FA35-E7C9-1EC3D28CF4EB}"/>
          </ac:spMkLst>
        </pc:spChg>
        <pc:graphicFrameChg chg="del">
          <ac:chgData name="Zhao,Qian (MED CD&amp;O) BII-CN-S" userId="e5f2fa0e-800e-4e03-b8e2-beea36a7bf3b" providerId="ADAL" clId="{41ADC90E-2270-44C0-8FC7-FE1706315BA1}" dt="2023-09-12T07:16:23.637" v="10" actId="478"/>
          <ac:graphicFrameMkLst>
            <pc:docMk/>
            <pc:sldMk cId="2741680057" sldId="2147474891"/>
            <ac:graphicFrameMk id="2" creationId="{73207099-613B-4188-B37D-91BA5B30A0AB}"/>
          </ac:graphicFrameMkLst>
        </pc:graphicFrameChg>
        <pc:graphicFrameChg chg="del">
          <ac:chgData name="Zhao,Qian (MED CD&amp;O) BII-CN-S" userId="e5f2fa0e-800e-4e03-b8e2-beea36a7bf3b" providerId="ADAL" clId="{41ADC90E-2270-44C0-8FC7-FE1706315BA1}" dt="2023-09-12T07:16:56.021" v="20" actId="478"/>
          <ac:graphicFrameMkLst>
            <pc:docMk/>
            <pc:sldMk cId="2741680057" sldId="2147474891"/>
            <ac:graphicFrameMk id="5" creationId="{1142092D-4CEA-5C48-B85B-301C8D45E3EB}"/>
          </ac:graphicFrameMkLst>
        </pc:graphicFrameChg>
        <pc:graphicFrameChg chg="mod modGraphic">
          <ac:chgData name="Zhao,Qian (MED CD&amp;O) BII-CN-S" userId="e5f2fa0e-800e-4e03-b8e2-beea36a7bf3b" providerId="ADAL" clId="{41ADC90E-2270-44C0-8FC7-FE1706315BA1}" dt="2023-09-12T07:18:07.792" v="42" actId="1076"/>
          <ac:graphicFrameMkLst>
            <pc:docMk/>
            <pc:sldMk cId="2741680057" sldId="2147474891"/>
            <ac:graphicFrameMk id="6" creationId="{B0A17EB3-FD78-D706-E19E-906D483F239D}"/>
          </ac:graphicFrameMkLst>
        </pc:graphicFrameChg>
        <pc:graphicFrameChg chg="add mod">
          <ac:chgData name="Zhao,Qian (MED CD&amp;O) BII-CN-S" userId="e5f2fa0e-800e-4e03-b8e2-beea36a7bf3b" providerId="ADAL" clId="{41ADC90E-2270-44C0-8FC7-FE1706315BA1}" dt="2023-09-12T07:19:49.115" v="63" actId="1076"/>
          <ac:graphicFrameMkLst>
            <pc:docMk/>
            <pc:sldMk cId="2741680057" sldId="2147474891"/>
            <ac:graphicFrameMk id="7" creationId="{73207099-613B-4188-B37D-91BA5B30A0AB}"/>
          </ac:graphicFrameMkLst>
        </pc:graphicFrameChg>
        <pc:graphicFrameChg chg="add mod">
          <ac:chgData name="Zhao,Qian (MED CD&amp;O) BII-CN-S" userId="e5f2fa0e-800e-4e03-b8e2-beea36a7bf3b" providerId="ADAL" clId="{41ADC90E-2270-44C0-8FC7-FE1706315BA1}" dt="2023-09-12T07:17:12.335" v="25"/>
          <ac:graphicFrameMkLst>
            <pc:docMk/>
            <pc:sldMk cId="2741680057" sldId="2147474891"/>
            <ac:graphicFrameMk id="8" creationId="{69F4BA43-72F3-4E7A-BDFA-4390D5227CA5}"/>
          </ac:graphicFrameMkLst>
        </pc:graphicFrameChg>
        <pc:graphicFrameChg chg="add mod">
          <ac:chgData name="Zhao,Qian (MED CD&amp;O) BII-CN-S" userId="e5f2fa0e-800e-4e03-b8e2-beea36a7bf3b" providerId="ADAL" clId="{41ADC90E-2270-44C0-8FC7-FE1706315BA1}" dt="2023-09-12T07:19:04.841" v="54" actId="1076"/>
          <ac:graphicFrameMkLst>
            <pc:docMk/>
            <pc:sldMk cId="2741680057" sldId="2147474891"/>
            <ac:graphicFrameMk id="9" creationId="{69F4BA43-72F3-4E7A-BDFA-4390D5227CA5}"/>
          </ac:graphicFrameMkLst>
        </pc:graphicFrameChg>
      </pc:sldChg>
      <pc:sldChg chg="addSp delSp modSp mod">
        <pc:chgData name="Zhao,Qian (MED CD&amp;O) BII-CN-S" userId="e5f2fa0e-800e-4e03-b8e2-beea36a7bf3b" providerId="ADAL" clId="{41ADC90E-2270-44C0-8FC7-FE1706315BA1}" dt="2023-09-12T07:19:39.539" v="62" actId="478"/>
        <pc:sldMkLst>
          <pc:docMk/>
          <pc:sldMk cId="4100065594" sldId="2147474892"/>
        </pc:sldMkLst>
        <pc:spChg chg="mod">
          <ac:chgData name="Zhao,Qian (MED CD&amp;O) BII-CN-S" userId="e5f2fa0e-800e-4e03-b8e2-beea36a7bf3b" providerId="ADAL" clId="{41ADC90E-2270-44C0-8FC7-FE1706315BA1}" dt="2023-09-12T07:17:36.701" v="36" actId="20577"/>
          <ac:spMkLst>
            <pc:docMk/>
            <pc:sldMk cId="4100065594" sldId="2147474892"/>
            <ac:spMk id="3" creationId="{41E839CB-A819-D6C2-EF71-06FDFA675D18}"/>
          </ac:spMkLst>
        </pc:spChg>
        <pc:graphicFrameChg chg="add mod">
          <ac:chgData name="Zhao,Qian (MED CD&amp;O) BII-CN-S" userId="e5f2fa0e-800e-4e03-b8e2-beea36a7bf3b" providerId="ADAL" clId="{41ADC90E-2270-44C0-8FC7-FE1706315BA1}" dt="2023-09-12T07:19:27.518" v="57"/>
          <ac:graphicFrameMkLst>
            <pc:docMk/>
            <pc:sldMk cId="4100065594" sldId="2147474892"/>
            <ac:graphicFrameMk id="2" creationId="{69F4BA43-72F3-4E7A-BDFA-4390D5227CA5}"/>
          </ac:graphicFrameMkLst>
        </pc:graphicFrameChg>
        <pc:graphicFrameChg chg="add del mod">
          <ac:chgData name="Zhao,Qian (MED CD&amp;O) BII-CN-S" userId="e5f2fa0e-800e-4e03-b8e2-beea36a7bf3b" providerId="ADAL" clId="{41ADC90E-2270-44C0-8FC7-FE1706315BA1}" dt="2023-09-12T07:19:39.539" v="62" actId="478"/>
          <ac:graphicFrameMkLst>
            <pc:docMk/>
            <pc:sldMk cId="4100065594" sldId="2147474892"/>
            <ac:graphicFrameMk id="5" creationId="{69F4BA43-72F3-4E7A-BDFA-4390D5227CA5}"/>
          </ac:graphicFrameMkLst>
        </pc:graphicFrameChg>
        <pc:graphicFrameChg chg="mod modGraphic">
          <ac:chgData name="Zhao,Qian (MED CD&amp;O) BII-CN-S" userId="e5f2fa0e-800e-4e03-b8e2-beea36a7bf3b" providerId="ADAL" clId="{41ADC90E-2270-44C0-8FC7-FE1706315BA1}" dt="2023-09-12T07:16:05.773" v="8" actId="1076"/>
          <ac:graphicFrameMkLst>
            <pc:docMk/>
            <pc:sldMk cId="4100065594" sldId="2147474892"/>
            <ac:graphicFrameMk id="9" creationId="{6AA3EB39-C764-61C2-519C-D418E5B1C90F}"/>
          </ac:graphicFrameMkLst>
        </pc:graphicFrameChg>
        <pc:picChg chg="mod">
          <ac:chgData name="Zhao,Qian (MED CD&amp;O) BII-CN-S" userId="e5f2fa0e-800e-4e03-b8e2-beea36a7bf3b" providerId="ADAL" clId="{41ADC90E-2270-44C0-8FC7-FE1706315BA1}" dt="2023-09-12T07:17:41.416" v="37" actId="1076"/>
          <ac:picMkLst>
            <pc:docMk/>
            <pc:sldMk cId="4100065594" sldId="2147474892"/>
            <ac:picMk id="6" creationId="{E30B02FC-CAA6-5E0A-542F-C0A2ED538C6D}"/>
          </ac:picMkLst>
        </pc:picChg>
      </pc:sldChg>
    </pc:docChg>
  </pc:docChgLst>
  <pc:docChgLst>
    <pc:chgData name="Li,Yuting (HP Medicine) BII-CN-S" userId="ce8fbb54-122c-426d-b8da-fdcc5e1b5022" providerId="ADAL" clId="{649A3A11-5118-4198-90F8-44E7276CE017}"/>
    <pc:docChg chg="undo custSel modSld sldOrd">
      <pc:chgData name="Li,Yuting (HP Medicine) BII-CN-S" userId="ce8fbb54-122c-426d-b8da-fdcc5e1b5022" providerId="ADAL" clId="{649A3A11-5118-4198-90F8-44E7276CE017}" dt="2023-06-25T05:48:48.932" v="279"/>
      <pc:docMkLst>
        <pc:docMk/>
      </pc:docMkLst>
      <pc:sldChg chg="ord">
        <pc:chgData name="Li,Yuting (HP Medicine) BII-CN-S" userId="ce8fbb54-122c-426d-b8da-fdcc5e1b5022" providerId="ADAL" clId="{649A3A11-5118-4198-90F8-44E7276CE017}" dt="2023-06-15T06:59:37.747" v="82" actId="20578"/>
        <pc:sldMkLst>
          <pc:docMk/>
          <pc:sldMk cId="1545576679" sldId="882"/>
        </pc:sldMkLst>
      </pc:sldChg>
      <pc:sldChg chg="delCm">
        <pc:chgData name="Li,Yuting (HP Medicine) BII-CN-S" userId="ce8fbb54-122c-426d-b8da-fdcc5e1b5022" providerId="ADAL" clId="{649A3A11-5118-4198-90F8-44E7276CE017}" dt="2023-06-14T14:37:48.591" v="0" actId="1592"/>
        <pc:sldMkLst>
          <pc:docMk/>
          <pc:sldMk cId="1001967075" sldId="2147377159"/>
        </pc:sldMkLst>
      </pc:sldChg>
      <pc:sldChg chg="modSp mod">
        <pc:chgData name="Li,Yuting (HP Medicine) BII-CN-S" userId="ce8fbb54-122c-426d-b8da-fdcc5e1b5022" providerId="ADAL" clId="{649A3A11-5118-4198-90F8-44E7276CE017}" dt="2023-06-14T14:38:16.564" v="10" actId="1076"/>
        <pc:sldMkLst>
          <pc:docMk/>
          <pc:sldMk cId="3596583069" sldId="2147471212"/>
        </pc:sldMkLst>
        <pc:spChg chg="mod">
          <ac:chgData name="Li,Yuting (HP Medicine) BII-CN-S" userId="ce8fbb54-122c-426d-b8da-fdcc5e1b5022" providerId="ADAL" clId="{649A3A11-5118-4198-90F8-44E7276CE017}" dt="2023-06-14T14:38:16.564" v="10" actId="1076"/>
          <ac:spMkLst>
            <pc:docMk/>
            <pc:sldMk cId="3596583069" sldId="2147471212"/>
            <ac:spMk id="2" creationId="{282ABC5D-32AE-6DA4-BD36-5C0F3891F6DF}"/>
          </ac:spMkLst>
        </pc:spChg>
        <pc:grpChg chg="mod">
          <ac:chgData name="Li,Yuting (HP Medicine) BII-CN-S" userId="ce8fbb54-122c-426d-b8da-fdcc5e1b5022" providerId="ADAL" clId="{649A3A11-5118-4198-90F8-44E7276CE017}" dt="2023-06-14T14:38:10.586" v="9" actId="1076"/>
          <ac:grpSpMkLst>
            <pc:docMk/>
            <pc:sldMk cId="3596583069" sldId="2147471212"/>
            <ac:grpSpMk id="16" creationId="{94D4EBE3-7949-4EEB-8C1B-96B6BD5C4391}"/>
          </ac:grpSpMkLst>
        </pc:grpChg>
      </pc:sldChg>
      <pc:sldChg chg="delCm">
        <pc:chgData name="Li,Yuting (HP Medicine) BII-CN-S" userId="ce8fbb54-122c-426d-b8da-fdcc5e1b5022" providerId="ADAL" clId="{649A3A11-5118-4198-90F8-44E7276CE017}" dt="2023-06-14T14:37:48.591" v="2" actId="1592"/>
        <pc:sldMkLst>
          <pc:docMk/>
          <pc:sldMk cId="1481600618" sldId="2147471230"/>
        </pc:sldMkLst>
      </pc:sldChg>
      <pc:sldChg chg="delCm">
        <pc:chgData name="Li,Yuting (HP Medicine) BII-CN-S" userId="ce8fbb54-122c-426d-b8da-fdcc5e1b5022" providerId="ADAL" clId="{649A3A11-5118-4198-90F8-44E7276CE017}" dt="2023-06-14T14:37:48.591" v="1" actId="1592"/>
        <pc:sldMkLst>
          <pc:docMk/>
          <pc:sldMk cId="2749195822" sldId="2147474057"/>
        </pc:sldMkLst>
      </pc:sldChg>
      <pc:sldChg chg="delCm">
        <pc:chgData name="Li,Yuting (HP Medicine) BII-CN-S" userId="ce8fbb54-122c-426d-b8da-fdcc5e1b5022" providerId="ADAL" clId="{649A3A11-5118-4198-90F8-44E7276CE017}" dt="2023-06-14T14:37:48.591" v="3" actId="1592"/>
        <pc:sldMkLst>
          <pc:docMk/>
          <pc:sldMk cId="1655944972" sldId="2147474064"/>
        </pc:sldMkLst>
      </pc:sldChg>
      <pc:sldChg chg="delCm">
        <pc:chgData name="Li,Yuting (HP Medicine) BII-CN-S" userId="ce8fbb54-122c-426d-b8da-fdcc5e1b5022" providerId="ADAL" clId="{649A3A11-5118-4198-90F8-44E7276CE017}" dt="2023-06-14T14:37:48.591" v="4" actId="1592"/>
        <pc:sldMkLst>
          <pc:docMk/>
          <pc:sldMk cId="1632743858" sldId="2147474066"/>
        </pc:sldMkLst>
      </pc:sldChg>
      <pc:sldChg chg="delCm">
        <pc:chgData name="Li,Yuting (HP Medicine) BII-CN-S" userId="ce8fbb54-122c-426d-b8da-fdcc5e1b5022" providerId="ADAL" clId="{649A3A11-5118-4198-90F8-44E7276CE017}" dt="2023-06-14T14:37:48.591" v="5" actId="1592"/>
        <pc:sldMkLst>
          <pc:docMk/>
          <pc:sldMk cId="990989320" sldId="2147474068"/>
        </pc:sldMkLst>
      </pc:sldChg>
      <pc:sldChg chg="delCm">
        <pc:chgData name="Li,Yuting (HP Medicine) BII-CN-S" userId="ce8fbb54-122c-426d-b8da-fdcc5e1b5022" providerId="ADAL" clId="{649A3A11-5118-4198-90F8-44E7276CE017}" dt="2023-06-14T14:37:48.591" v="6" actId="1592"/>
        <pc:sldMkLst>
          <pc:docMk/>
          <pc:sldMk cId="612364259" sldId="2147474070"/>
        </pc:sldMkLst>
      </pc:sldChg>
      <pc:sldChg chg="delCm">
        <pc:chgData name="Li,Yuting (HP Medicine) BII-CN-S" userId="ce8fbb54-122c-426d-b8da-fdcc5e1b5022" providerId="ADAL" clId="{649A3A11-5118-4198-90F8-44E7276CE017}" dt="2023-06-14T14:37:48.591" v="7" actId="1592"/>
        <pc:sldMkLst>
          <pc:docMk/>
          <pc:sldMk cId="730220175" sldId="2147474075"/>
        </pc:sldMkLst>
      </pc:sldChg>
      <pc:sldChg chg="modSp mod replTag delTag">
        <pc:chgData name="Li,Yuting (HP Medicine) BII-CN-S" userId="ce8fbb54-122c-426d-b8da-fdcc5e1b5022" providerId="ADAL" clId="{649A3A11-5118-4198-90F8-44E7276CE017}" dt="2023-06-25T05:48:48.932" v="279"/>
        <pc:sldMkLst>
          <pc:docMk/>
          <pc:sldMk cId="3325815629" sldId="2147474076"/>
        </pc:sldMkLst>
        <pc:spChg chg="mod">
          <ac:chgData name="Li,Yuting (HP Medicine) BII-CN-S" userId="ce8fbb54-122c-426d-b8da-fdcc5e1b5022" providerId="ADAL" clId="{649A3A11-5118-4198-90F8-44E7276CE017}" dt="2023-06-21T06:43:23.682" v="271" actId="400"/>
          <ac:spMkLst>
            <pc:docMk/>
            <pc:sldMk cId="3325815629" sldId="2147474076"/>
            <ac:spMk id="23" creationId="{FDBE862F-7464-CDC0-FF26-38FA563117A3}"/>
          </ac:spMkLst>
        </pc:spChg>
        <pc:spChg chg="mod">
          <ac:chgData name="Li,Yuting (HP Medicine) BII-CN-S" userId="ce8fbb54-122c-426d-b8da-fdcc5e1b5022" providerId="ADAL" clId="{649A3A11-5118-4198-90F8-44E7276CE017}" dt="2023-06-21T06:37:04.323" v="211" actId="962"/>
          <ac:spMkLst>
            <pc:docMk/>
            <pc:sldMk cId="3325815629" sldId="2147474076"/>
            <ac:spMk id="25" creationId="{AB620DDE-ECDE-7920-316A-55D5BE2E7BA2}"/>
          </ac:spMkLst>
        </pc:spChg>
      </pc:sldChg>
    </pc:docChg>
  </pc:docChgLst>
  <pc:docChgLst>
    <pc:chgData name="Chen,Dr.,Ying (HP Medicine) BII-CN-S" userId="S::ying_4.chen@boehringer-ingelheim.com::7c019f49-0ee9-4787-9ac5-a11d3b82d6d2" providerId="AD" clId="Web-{9F865306-24E5-0D85-BB09-FBFEDA3938E9}"/>
    <pc:docChg chg="modSld">
      <pc:chgData name="Chen,Dr.,Ying (HP Medicine) BII-CN-S" userId="S::ying_4.chen@boehringer-ingelheim.com::7c019f49-0ee9-4787-9ac5-a11d3b82d6d2" providerId="AD" clId="Web-{9F865306-24E5-0D85-BB09-FBFEDA3938E9}" dt="2024-03-19T05:41:11.510" v="17" actId="20577"/>
      <pc:docMkLst>
        <pc:docMk/>
      </pc:docMkLst>
      <pc:sldChg chg="modSp">
        <pc:chgData name="Chen,Dr.,Ying (HP Medicine) BII-CN-S" userId="S::ying_4.chen@boehringer-ingelheim.com::7c019f49-0ee9-4787-9ac5-a11d3b82d6d2" providerId="AD" clId="Web-{9F865306-24E5-0D85-BB09-FBFEDA3938E9}" dt="2024-03-19T05:41:10.667" v="14" actId="20577"/>
        <pc:sldMkLst>
          <pc:docMk/>
          <pc:sldMk cId="3623571889" sldId="2147482835"/>
        </pc:sldMkLst>
        <pc:spChg chg="mod">
          <ac:chgData name="Chen,Dr.,Ying (HP Medicine) BII-CN-S" userId="S::ying_4.chen@boehringer-ingelheim.com::7c019f49-0ee9-4787-9ac5-a11d3b82d6d2" providerId="AD" clId="Web-{9F865306-24E5-0D85-BB09-FBFEDA3938E9}" dt="2024-03-19T05:41:10.667" v="14" actId="20577"/>
          <ac:spMkLst>
            <pc:docMk/>
            <pc:sldMk cId="3623571889" sldId="2147482835"/>
            <ac:spMk id="72" creationId="{B436F150-977B-4BC9-B861-EA22E5F5F32C}"/>
          </ac:spMkLst>
        </pc:spChg>
      </pc:sldChg>
      <pc:sldChg chg="modSp">
        <pc:chgData name="Chen,Dr.,Ying (HP Medicine) BII-CN-S" userId="S::ying_4.chen@boehringer-ingelheim.com::7c019f49-0ee9-4787-9ac5-a11d3b82d6d2" providerId="AD" clId="Web-{9F865306-24E5-0D85-BB09-FBFEDA3938E9}" dt="2024-03-19T05:41:11.510" v="17" actId="20577"/>
        <pc:sldMkLst>
          <pc:docMk/>
          <pc:sldMk cId="471800364" sldId="2147482836"/>
        </pc:sldMkLst>
        <pc:spChg chg="mod">
          <ac:chgData name="Chen,Dr.,Ying (HP Medicine) BII-CN-S" userId="S::ying_4.chen@boehringer-ingelheim.com::7c019f49-0ee9-4787-9ac5-a11d3b82d6d2" providerId="AD" clId="Web-{9F865306-24E5-0D85-BB09-FBFEDA3938E9}" dt="2024-03-19T05:41:11.510" v="17" actId="20577"/>
          <ac:spMkLst>
            <pc:docMk/>
            <pc:sldMk cId="471800364" sldId="2147482836"/>
            <ac:spMk id="9" creationId="{C1727C6A-C946-9D6B-28A9-9F45E43FB77E}"/>
          </ac:spMkLst>
        </pc:spChg>
      </pc:sldChg>
    </pc:docChg>
  </pc:docChgLst>
  <pc:docChgLst>
    <pc:chgData name="Chen,Michael (HP Med RA) BII-CN-B" userId="d5e1e1c3-1b8e-4d7c-a738-2fc34bcfb3bb" providerId="ADAL" clId="{2EE162E2-B4C2-4543-AA65-45E9F6DC4012}"/>
    <pc:docChg chg="modSld sldOrd">
      <pc:chgData name="Chen,Michael (HP Med RA) BII-CN-B" userId="d5e1e1c3-1b8e-4d7c-a738-2fc34bcfb3bb" providerId="ADAL" clId="{2EE162E2-B4C2-4543-AA65-45E9F6DC4012}" dt="2023-10-10T09:41:10.615" v="1"/>
      <pc:docMkLst>
        <pc:docMk/>
      </pc:docMkLst>
      <pc:sldChg chg="ord">
        <pc:chgData name="Chen,Michael (HP Med RA) BII-CN-B" userId="d5e1e1c3-1b8e-4d7c-a738-2fc34bcfb3bb" providerId="ADAL" clId="{2EE162E2-B4C2-4543-AA65-45E9F6DC4012}" dt="2023-10-10T09:41:10.615" v="1"/>
        <pc:sldMkLst>
          <pc:docMk/>
          <pc:sldMk cId="64439630" sldId="6601"/>
        </pc:sldMkLst>
      </pc:sldChg>
    </pc:docChg>
  </pc:docChgLst>
  <pc:docChgLst>
    <pc:chgData name="Shi,Cherry (HP Medicine) BII-CN-S" userId="S::cherry.shi@boehringer-ingelheim.com::d1fa847a-fc45-456f-9c70-a123cc9ed61e" providerId="AD" clId="Web-{F6188433-EDE6-E8A5-C0D7-6686F4FF4776}"/>
    <pc:docChg chg="modSld">
      <pc:chgData name="Shi,Cherry (HP Medicine) BII-CN-S" userId="S::cherry.shi@boehringer-ingelheim.com::d1fa847a-fc45-456f-9c70-a123cc9ed61e" providerId="AD" clId="Web-{F6188433-EDE6-E8A5-C0D7-6686F4FF4776}" dt="2022-05-09T02:40:54.733" v="97" actId="20577"/>
      <pc:docMkLst>
        <pc:docMk/>
      </pc:docMkLst>
      <pc:sldChg chg="modSp">
        <pc:chgData name="Shi,Cherry (HP Medicine) BII-CN-S" userId="S::cherry.shi@boehringer-ingelheim.com::d1fa847a-fc45-456f-9c70-a123cc9ed61e" providerId="AD" clId="Web-{F6188433-EDE6-E8A5-C0D7-6686F4FF4776}" dt="2022-05-09T02:40:54.733" v="97" actId="20577"/>
        <pc:sldMkLst>
          <pc:docMk/>
          <pc:sldMk cId="2777933554" sldId="2147377173"/>
        </pc:sldMkLst>
        <pc:spChg chg="mod">
          <ac:chgData name="Shi,Cherry (HP Medicine) BII-CN-S" userId="S::cherry.shi@boehringer-ingelheim.com::d1fa847a-fc45-456f-9c70-a123cc9ed61e" providerId="AD" clId="Web-{F6188433-EDE6-E8A5-C0D7-6686F4FF4776}" dt="2022-05-09T02:40:54.733" v="97" actId="20577"/>
          <ac:spMkLst>
            <pc:docMk/>
            <pc:sldMk cId="2777933554" sldId="2147377173"/>
            <ac:spMk id="41" creationId="{80672632-5059-4D01-BB59-096554D9CD3A}"/>
          </ac:spMkLst>
        </pc:spChg>
      </pc:sldChg>
    </pc:docChg>
  </pc:docChgLst>
  <pc:docChgLst>
    <pc:chgData name="Wu,Dan (MED CD&amp;O) BII-CN-S" userId="2543b386-fe23-4572-8b97-7e5aae483288" providerId="ADAL" clId="{BA8E78DB-B491-42FC-8823-1FEDE8E38DA4}"/>
    <pc:docChg chg="modSld">
      <pc:chgData name="Wu,Dan (MED CD&amp;O) BII-CN-S" userId="2543b386-fe23-4572-8b97-7e5aae483288" providerId="ADAL" clId="{BA8E78DB-B491-42FC-8823-1FEDE8E38DA4}" dt="2022-09-02T05:18:17.260" v="0" actId="20577"/>
      <pc:docMkLst>
        <pc:docMk/>
      </pc:docMkLst>
      <pc:sldChg chg="modSp mod">
        <pc:chgData name="Wu,Dan (MED CD&amp;O) BII-CN-S" userId="2543b386-fe23-4572-8b97-7e5aae483288" providerId="ADAL" clId="{BA8E78DB-B491-42FC-8823-1FEDE8E38DA4}" dt="2022-09-02T05:18:17.260" v="0" actId="20577"/>
        <pc:sldMkLst>
          <pc:docMk/>
          <pc:sldMk cId="2295491106" sldId="2147377288"/>
        </pc:sldMkLst>
        <pc:spChg chg="mod">
          <ac:chgData name="Wu,Dan (MED CD&amp;O) BII-CN-S" userId="2543b386-fe23-4572-8b97-7e5aae483288" providerId="ADAL" clId="{BA8E78DB-B491-42FC-8823-1FEDE8E38DA4}" dt="2022-09-02T05:18:17.260" v="0" actId="20577"/>
          <ac:spMkLst>
            <pc:docMk/>
            <pc:sldMk cId="2295491106" sldId="2147377288"/>
            <ac:spMk id="52" creationId="{C37AB0AB-396A-4A09-A640-7C9D33588A3C}"/>
          </ac:spMkLst>
        </pc:spChg>
      </pc:sldChg>
    </pc:docChg>
  </pc:docChgLst>
  <pc:docChgLst>
    <pc:chgData name="Li,Yuting (HP Medicine) BII-CN-S" userId="ce8fbb54-122c-426d-b8da-fdcc5e1b5022" providerId="ADAL" clId="{BCD22EC9-8B95-4D4C-9A5F-BB29CE931D4A}"/>
    <pc:docChg chg="undo redo custSel addSld delSld modSld modSection">
      <pc:chgData name="Li,Yuting (HP Medicine) BII-CN-S" userId="ce8fbb54-122c-426d-b8da-fdcc5e1b5022" providerId="ADAL" clId="{BCD22EC9-8B95-4D4C-9A5F-BB29CE931D4A}" dt="2024-03-14T05:32:26.775" v="2819" actId="6549"/>
      <pc:docMkLst>
        <pc:docMk/>
      </pc:docMkLst>
      <pc:sldChg chg="add mod modShow">
        <pc:chgData name="Li,Yuting (HP Medicine) BII-CN-S" userId="ce8fbb54-122c-426d-b8da-fdcc5e1b5022" providerId="ADAL" clId="{BCD22EC9-8B95-4D4C-9A5F-BB29CE931D4A}" dt="2024-02-28T00:08:50.168" v="2234" actId="729"/>
        <pc:sldMkLst>
          <pc:docMk/>
          <pc:sldMk cId="511876475" sldId="256"/>
        </pc:sldMkLst>
      </pc:sldChg>
      <pc:sldChg chg="mod modShow">
        <pc:chgData name="Li,Yuting (HP Medicine) BII-CN-S" userId="ce8fbb54-122c-426d-b8da-fdcc5e1b5022" providerId="ADAL" clId="{BCD22EC9-8B95-4D4C-9A5F-BB29CE931D4A}" dt="2024-02-28T02:08:41.409" v="2390" actId="729"/>
        <pc:sldMkLst>
          <pc:docMk/>
          <pc:sldMk cId="3858665140" sldId="9830"/>
        </pc:sldMkLst>
      </pc:sldChg>
      <pc:sldChg chg="mod modShow">
        <pc:chgData name="Li,Yuting (HP Medicine) BII-CN-S" userId="ce8fbb54-122c-426d-b8da-fdcc5e1b5022" providerId="ADAL" clId="{BCD22EC9-8B95-4D4C-9A5F-BB29CE931D4A}" dt="2024-02-28T02:08:41.409" v="2390" actId="729"/>
        <pc:sldMkLst>
          <pc:docMk/>
          <pc:sldMk cId="3430002089" sldId="9837"/>
        </pc:sldMkLst>
      </pc:sldChg>
      <pc:sldChg chg="delSp modSp mod">
        <pc:chgData name="Li,Yuting (HP Medicine) BII-CN-S" userId="ce8fbb54-122c-426d-b8da-fdcc5e1b5022" providerId="ADAL" clId="{BCD22EC9-8B95-4D4C-9A5F-BB29CE931D4A}" dt="2024-02-27T14:12:03.970" v="2180" actId="478"/>
        <pc:sldMkLst>
          <pc:docMk/>
          <pc:sldMk cId="3370242844" sldId="2147481343"/>
        </pc:sldMkLst>
        <pc:spChg chg="del">
          <ac:chgData name="Li,Yuting (HP Medicine) BII-CN-S" userId="ce8fbb54-122c-426d-b8da-fdcc5e1b5022" providerId="ADAL" clId="{BCD22EC9-8B95-4D4C-9A5F-BB29CE931D4A}" dt="2024-02-27T14:12:03.970" v="2180" actId="478"/>
          <ac:spMkLst>
            <pc:docMk/>
            <pc:sldMk cId="3370242844" sldId="2147481343"/>
            <ac:spMk id="2" creationId="{8A86F1A2-3A1C-3779-5916-18F3F408A0A0}"/>
          </ac:spMkLst>
        </pc:spChg>
        <pc:spChg chg="mod">
          <ac:chgData name="Li,Yuting (HP Medicine) BII-CN-S" userId="ce8fbb54-122c-426d-b8da-fdcc5e1b5022" providerId="ADAL" clId="{BCD22EC9-8B95-4D4C-9A5F-BB29CE931D4A}" dt="2024-02-27T14:10:18.531" v="2179" actId="20577"/>
          <ac:spMkLst>
            <pc:docMk/>
            <pc:sldMk cId="3370242844" sldId="2147481343"/>
            <ac:spMk id="8" creationId="{00000000-0000-0000-0000-000000000000}"/>
          </ac:spMkLst>
        </pc:spChg>
        <pc:graphicFrameChg chg="mod modGraphic">
          <ac:chgData name="Li,Yuting (HP Medicine) BII-CN-S" userId="ce8fbb54-122c-426d-b8da-fdcc5e1b5022" providerId="ADAL" clId="{BCD22EC9-8B95-4D4C-9A5F-BB29CE931D4A}" dt="2024-02-27T14:09:44.771" v="2094" actId="1076"/>
          <ac:graphicFrameMkLst>
            <pc:docMk/>
            <pc:sldMk cId="3370242844" sldId="2147481343"/>
            <ac:graphicFrameMk id="12" creationId="{EE24276D-C300-4706-ACD2-32E108653E2B}"/>
          </ac:graphicFrameMkLst>
        </pc:graphicFrameChg>
      </pc:sldChg>
      <pc:sldChg chg="addSp delSp del mod">
        <pc:chgData name="Li,Yuting (HP Medicine) BII-CN-S" userId="ce8fbb54-122c-426d-b8da-fdcc5e1b5022" providerId="ADAL" clId="{BCD22EC9-8B95-4D4C-9A5F-BB29CE931D4A}" dt="2024-02-28T00:08:39.699" v="2233" actId="47"/>
        <pc:sldMkLst>
          <pc:docMk/>
          <pc:sldMk cId="3834472517" sldId="2147481376"/>
        </pc:sldMkLst>
        <pc:spChg chg="add del">
          <ac:chgData name="Li,Yuting (HP Medicine) BII-CN-S" userId="ce8fbb54-122c-426d-b8da-fdcc5e1b5022" providerId="ADAL" clId="{BCD22EC9-8B95-4D4C-9A5F-BB29CE931D4A}" dt="2024-02-28T00:08:05.596" v="2231" actId="22"/>
          <ac:spMkLst>
            <pc:docMk/>
            <pc:sldMk cId="3834472517" sldId="2147481376"/>
            <ac:spMk id="6" creationId="{AC5BFD96-924A-470B-F802-88F0D3210F3E}"/>
          </ac:spMkLst>
        </pc:spChg>
      </pc:sldChg>
      <pc:sldChg chg="delCm">
        <pc:chgData name="Li,Yuting (HP Medicine) BII-CN-S" userId="ce8fbb54-122c-426d-b8da-fdcc5e1b5022" providerId="ADAL" clId="{BCD22EC9-8B95-4D4C-9A5F-BB29CE931D4A}" dt="2024-02-26T13:03:27.323" v="5" actId="1592"/>
        <pc:sldMkLst>
          <pc:docMk/>
          <pc:sldMk cId="1115216339" sldId="2147481380"/>
        </pc:sldMkLst>
      </pc:sldChg>
      <pc:sldChg chg="modSp mod">
        <pc:chgData name="Li,Yuting (HP Medicine) BII-CN-S" userId="ce8fbb54-122c-426d-b8da-fdcc5e1b5022" providerId="ADAL" clId="{BCD22EC9-8B95-4D4C-9A5F-BB29CE931D4A}" dt="2024-02-27T00:36:37.986" v="9" actId="20577"/>
        <pc:sldMkLst>
          <pc:docMk/>
          <pc:sldMk cId="958676723" sldId="2147481390"/>
        </pc:sldMkLst>
        <pc:graphicFrameChg chg="mod modGraphic">
          <ac:chgData name="Li,Yuting (HP Medicine) BII-CN-S" userId="ce8fbb54-122c-426d-b8da-fdcc5e1b5022" providerId="ADAL" clId="{BCD22EC9-8B95-4D4C-9A5F-BB29CE931D4A}" dt="2024-02-27T00:36:37.986" v="9" actId="20577"/>
          <ac:graphicFrameMkLst>
            <pc:docMk/>
            <pc:sldMk cId="958676723" sldId="2147481390"/>
            <ac:graphicFrameMk id="10" creationId="{7ED29C9C-0700-480D-B788-68CBB9D31EEE}"/>
          </ac:graphicFrameMkLst>
        </pc:graphicFrameChg>
      </pc:sldChg>
      <pc:sldChg chg="delCm">
        <pc:chgData name="Li,Yuting (HP Medicine) BII-CN-S" userId="ce8fbb54-122c-426d-b8da-fdcc5e1b5022" providerId="ADAL" clId="{BCD22EC9-8B95-4D4C-9A5F-BB29CE931D4A}" dt="2024-02-26T13:03:27.323" v="6" actId="1592"/>
        <pc:sldMkLst>
          <pc:docMk/>
          <pc:sldMk cId="1783156884" sldId="2147481395"/>
        </pc:sldMkLst>
      </pc:sldChg>
      <pc:sldChg chg="addSp modSp mod delCm">
        <pc:chgData name="Li,Yuting (HP Medicine) BII-CN-S" userId="ce8fbb54-122c-426d-b8da-fdcc5e1b5022" providerId="ADAL" clId="{BCD22EC9-8B95-4D4C-9A5F-BB29CE931D4A}" dt="2024-02-27T14:22:30.788" v="2199" actId="20577"/>
        <pc:sldMkLst>
          <pc:docMk/>
          <pc:sldMk cId="2413956995" sldId="2147481399"/>
        </pc:sldMkLst>
        <pc:spChg chg="mod">
          <ac:chgData name="Li,Yuting (HP Medicine) BII-CN-S" userId="ce8fbb54-122c-426d-b8da-fdcc5e1b5022" providerId="ADAL" clId="{BCD22EC9-8B95-4D4C-9A5F-BB29CE931D4A}" dt="2024-02-27T03:31:22.383" v="651" actId="20577"/>
          <ac:spMkLst>
            <pc:docMk/>
            <pc:sldMk cId="2413956995" sldId="2147481399"/>
            <ac:spMk id="2" creationId="{92BDA250-37EB-3B85-04F6-7428F3E473B6}"/>
          </ac:spMkLst>
        </pc:spChg>
        <pc:spChg chg="add mod">
          <ac:chgData name="Li,Yuting (HP Medicine) BII-CN-S" userId="ce8fbb54-122c-426d-b8da-fdcc5e1b5022" providerId="ADAL" clId="{BCD22EC9-8B95-4D4C-9A5F-BB29CE931D4A}" dt="2024-02-27T04:47:13.694" v="854" actId="20577"/>
          <ac:spMkLst>
            <pc:docMk/>
            <pc:sldMk cId="2413956995" sldId="2147481399"/>
            <ac:spMk id="4" creationId="{2CB4B8C5-7E0E-A886-280E-D880A4A06F24}"/>
          </ac:spMkLst>
        </pc:spChg>
        <pc:graphicFrameChg chg="modGraphic">
          <ac:chgData name="Li,Yuting (HP Medicine) BII-CN-S" userId="ce8fbb54-122c-426d-b8da-fdcc5e1b5022" providerId="ADAL" clId="{BCD22EC9-8B95-4D4C-9A5F-BB29CE931D4A}" dt="2024-02-27T14:22:30.788" v="2199" actId="20577"/>
          <ac:graphicFrameMkLst>
            <pc:docMk/>
            <pc:sldMk cId="2413956995" sldId="2147481399"/>
            <ac:graphicFrameMk id="10" creationId="{22408AE6-219A-DD2E-0F65-8778054FE972}"/>
          </ac:graphicFrameMkLst>
        </pc:graphicFrameChg>
      </pc:sldChg>
      <pc:sldChg chg="modSp mod">
        <pc:chgData name="Li,Yuting (HP Medicine) BII-CN-S" userId="ce8fbb54-122c-426d-b8da-fdcc5e1b5022" providerId="ADAL" clId="{BCD22EC9-8B95-4D4C-9A5F-BB29CE931D4A}" dt="2024-02-27T12:05:57.426" v="1659" actId="20577"/>
        <pc:sldMkLst>
          <pc:docMk/>
          <pc:sldMk cId="1729374619" sldId="2147481402"/>
        </pc:sldMkLst>
        <pc:spChg chg="mod">
          <ac:chgData name="Li,Yuting (HP Medicine) BII-CN-S" userId="ce8fbb54-122c-426d-b8da-fdcc5e1b5022" providerId="ADAL" clId="{BCD22EC9-8B95-4D4C-9A5F-BB29CE931D4A}" dt="2024-02-27T11:44:15.284" v="1646" actId="14100"/>
          <ac:spMkLst>
            <pc:docMk/>
            <pc:sldMk cId="1729374619" sldId="2147481402"/>
            <ac:spMk id="6" creationId="{F441CA3E-9C7D-2A20-286C-FCFC42D41AC3}"/>
          </ac:spMkLst>
        </pc:spChg>
        <pc:spChg chg="mod">
          <ac:chgData name="Li,Yuting (HP Medicine) BII-CN-S" userId="ce8fbb54-122c-426d-b8da-fdcc5e1b5022" providerId="ADAL" clId="{BCD22EC9-8B95-4D4C-9A5F-BB29CE931D4A}" dt="2024-02-27T12:05:57.426" v="1659" actId="20577"/>
          <ac:spMkLst>
            <pc:docMk/>
            <pc:sldMk cId="1729374619" sldId="2147481402"/>
            <ac:spMk id="39" creationId="{3D8443B3-9E6B-09DB-6CF8-C1F69166E0A3}"/>
          </ac:spMkLst>
        </pc:spChg>
      </pc:sldChg>
      <pc:sldChg chg="addSp delSp modSp mod delCm">
        <pc:chgData name="Li,Yuting (HP Medicine) BII-CN-S" userId="ce8fbb54-122c-426d-b8da-fdcc5e1b5022" providerId="ADAL" clId="{BCD22EC9-8B95-4D4C-9A5F-BB29CE931D4A}" dt="2024-02-27T14:39:43.887" v="2203" actId="22"/>
        <pc:sldMkLst>
          <pc:docMk/>
          <pc:sldMk cId="687104770" sldId="2147481403"/>
        </pc:sldMkLst>
        <pc:spChg chg="mod">
          <ac:chgData name="Li,Yuting (HP Medicine) BII-CN-S" userId="ce8fbb54-122c-426d-b8da-fdcc5e1b5022" providerId="ADAL" clId="{BCD22EC9-8B95-4D4C-9A5F-BB29CE931D4A}" dt="2024-02-27T13:45:14.870" v="2044" actId="20577"/>
          <ac:spMkLst>
            <pc:docMk/>
            <pc:sldMk cId="687104770" sldId="2147481403"/>
            <ac:spMk id="2" creationId="{2183922C-E343-FE15-DCB0-52F86DE019F7}"/>
          </ac:spMkLst>
        </pc:spChg>
        <pc:spChg chg="add del">
          <ac:chgData name="Li,Yuting (HP Medicine) BII-CN-S" userId="ce8fbb54-122c-426d-b8da-fdcc5e1b5022" providerId="ADAL" clId="{BCD22EC9-8B95-4D4C-9A5F-BB29CE931D4A}" dt="2024-02-27T14:39:43.887" v="2203" actId="22"/>
          <ac:spMkLst>
            <pc:docMk/>
            <pc:sldMk cId="687104770" sldId="2147481403"/>
            <ac:spMk id="7" creationId="{22053CC1-B92B-7799-6FCB-00DF7A894C52}"/>
          </ac:spMkLst>
        </pc:spChg>
        <pc:spChg chg="mod">
          <ac:chgData name="Li,Yuting (HP Medicine) BII-CN-S" userId="ce8fbb54-122c-426d-b8da-fdcc5e1b5022" providerId="ADAL" clId="{BCD22EC9-8B95-4D4C-9A5F-BB29CE931D4A}" dt="2024-02-27T13:41:59.011" v="2030" actId="1076"/>
          <ac:spMkLst>
            <pc:docMk/>
            <pc:sldMk cId="687104770" sldId="2147481403"/>
            <ac:spMk id="18" creationId="{A92F0C06-965A-4E63-867B-1BE39598B0BF}"/>
          </ac:spMkLst>
        </pc:spChg>
        <pc:spChg chg="del">
          <ac:chgData name="Li,Yuting (HP Medicine) BII-CN-S" userId="ce8fbb54-122c-426d-b8da-fdcc5e1b5022" providerId="ADAL" clId="{BCD22EC9-8B95-4D4C-9A5F-BB29CE931D4A}" dt="2024-02-27T13:42:40.593" v="2033" actId="478"/>
          <ac:spMkLst>
            <pc:docMk/>
            <pc:sldMk cId="687104770" sldId="2147481403"/>
            <ac:spMk id="24" creationId="{47ECCF27-56DD-8FBE-B42E-A952FB3DAC3E}"/>
          </ac:spMkLst>
        </pc:spChg>
        <pc:spChg chg="mod">
          <ac:chgData name="Li,Yuting (HP Medicine) BII-CN-S" userId="ce8fbb54-122c-426d-b8da-fdcc5e1b5022" providerId="ADAL" clId="{BCD22EC9-8B95-4D4C-9A5F-BB29CE931D4A}" dt="2024-02-27T13:43:04.572" v="2038" actId="20577"/>
          <ac:spMkLst>
            <pc:docMk/>
            <pc:sldMk cId="687104770" sldId="2147481403"/>
            <ac:spMk id="48" creationId="{23063830-EBD3-4032-2180-D909D7279A9E}"/>
          </ac:spMkLst>
        </pc:spChg>
        <pc:spChg chg="del">
          <ac:chgData name="Li,Yuting (HP Medicine) BII-CN-S" userId="ce8fbb54-122c-426d-b8da-fdcc5e1b5022" providerId="ADAL" clId="{BCD22EC9-8B95-4D4C-9A5F-BB29CE931D4A}" dt="2024-02-27T13:42:36.828" v="2032" actId="478"/>
          <ac:spMkLst>
            <pc:docMk/>
            <pc:sldMk cId="687104770" sldId="2147481403"/>
            <ac:spMk id="49" creationId="{7EFCAC4D-ADCE-41E1-2394-6DFB6EADD5F8}"/>
          </ac:spMkLst>
        </pc:spChg>
        <pc:picChg chg="add mod">
          <ac:chgData name="Li,Yuting (HP Medicine) BII-CN-S" userId="ce8fbb54-122c-426d-b8da-fdcc5e1b5022" providerId="ADAL" clId="{BCD22EC9-8B95-4D4C-9A5F-BB29CE931D4A}" dt="2024-02-27T13:41:43.373" v="2029"/>
          <ac:picMkLst>
            <pc:docMk/>
            <pc:sldMk cId="687104770" sldId="2147481403"/>
            <ac:picMk id="5" creationId="{B6C9BF7E-7F50-B3B8-7B97-61AC02368DAA}"/>
          </ac:picMkLst>
        </pc:picChg>
        <pc:cxnChg chg="mod">
          <ac:chgData name="Li,Yuting (HP Medicine) BII-CN-S" userId="ce8fbb54-122c-426d-b8da-fdcc5e1b5022" providerId="ADAL" clId="{BCD22EC9-8B95-4D4C-9A5F-BB29CE931D4A}" dt="2024-02-27T13:42:02.250" v="2031" actId="1076"/>
          <ac:cxnSpMkLst>
            <pc:docMk/>
            <pc:sldMk cId="687104770" sldId="2147481403"/>
            <ac:cxnSpMk id="17" creationId="{BFEE60D8-7883-4D46-A35C-5CBBEAE97EDB}"/>
          </ac:cxnSpMkLst>
        </pc:cxnChg>
      </pc:sldChg>
      <pc:sldChg chg="modSp mod">
        <pc:chgData name="Li,Yuting (HP Medicine) BII-CN-S" userId="ce8fbb54-122c-426d-b8da-fdcc5e1b5022" providerId="ADAL" clId="{BCD22EC9-8B95-4D4C-9A5F-BB29CE931D4A}" dt="2024-02-27T13:55:21.234" v="2048" actId="1076"/>
        <pc:sldMkLst>
          <pc:docMk/>
          <pc:sldMk cId="4013773796" sldId="2147481404"/>
        </pc:sldMkLst>
        <pc:spChg chg="mod">
          <ac:chgData name="Li,Yuting (HP Medicine) BII-CN-S" userId="ce8fbb54-122c-426d-b8da-fdcc5e1b5022" providerId="ADAL" clId="{BCD22EC9-8B95-4D4C-9A5F-BB29CE931D4A}" dt="2024-02-27T13:55:21.234" v="2048" actId="1076"/>
          <ac:spMkLst>
            <pc:docMk/>
            <pc:sldMk cId="4013773796" sldId="2147481404"/>
            <ac:spMk id="8" creationId="{8E2B1E6B-89AD-083A-2E1D-5A152A660D62}"/>
          </ac:spMkLst>
        </pc:spChg>
        <pc:spChg chg="mod">
          <ac:chgData name="Li,Yuting (HP Medicine) BII-CN-S" userId="ce8fbb54-122c-426d-b8da-fdcc5e1b5022" providerId="ADAL" clId="{BCD22EC9-8B95-4D4C-9A5F-BB29CE931D4A}" dt="2024-02-27T13:52:52.707" v="2047" actId="1076"/>
          <ac:spMkLst>
            <pc:docMk/>
            <pc:sldMk cId="4013773796" sldId="2147481404"/>
            <ac:spMk id="23" creationId="{E111ED65-D098-4045-DD73-E6BD39EA1F96}"/>
          </ac:spMkLst>
        </pc:spChg>
      </pc:sldChg>
      <pc:sldChg chg="modSp mod modNotesTx">
        <pc:chgData name="Li,Yuting (HP Medicine) BII-CN-S" userId="ce8fbb54-122c-426d-b8da-fdcc5e1b5022" providerId="ADAL" clId="{BCD22EC9-8B95-4D4C-9A5F-BB29CE931D4A}" dt="2024-02-27T05:24:38.067" v="1016" actId="20577"/>
        <pc:sldMkLst>
          <pc:docMk/>
          <pc:sldMk cId="988281381" sldId="2147481410"/>
        </pc:sldMkLst>
        <pc:spChg chg="mod">
          <ac:chgData name="Li,Yuting (HP Medicine) BII-CN-S" userId="ce8fbb54-122c-426d-b8da-fdcc5e1b5022" providerId="ADAL" clId="{BCD22EC9-8B95-4D4C-9A5F-BB29CE931D4A}" dt="2024-02-27T05:24:38.067" v="1016" actId="20577"/>
          <ac:spMkLst>
            <pc:docMk/>
            <pc:sldMk cId="988281381" sldId="2147481410"/>
            <ac:spMk id="135" creationId="{8DA8DBF8-FB19-788C-8BA3-1CFB27A06BA0}"/>
          </ac:spMkLst>
        </pc:spChg>
        <pc:spChg chg="mod">
          <ac:chgData name="Li,Yuting (HP Medicine) BII-CN-S" userId="ce8fbb54-122c-426d-b8da-fdcc5e1b5022" providerId="ADAL" clId="{BCD22EC9-8B95-4D4C-9A5F-BB29CE931D4A}" dt="2024-02-27T05:15:05.755" v="874" actId="6549"/>
          <ac:spMkLst>
            <pc:docMk/>
            <pc:sldMk cId="988281381" sldId="2147481410"/>
            <ac:spMk id="191" creationId="{BF56A08D-FC05-9DF2-B83F-F13D8E86589D}"/>
          </ac:spMkLst>
        </pc:spChg>
        <pc:spChg chg="mod">
          <ac:chgData name="Li,Yuting (HP Medicine) BII-CN-S" userId="ce8fbb54-122c-426d-b8da-fdcc5e1b5022" providerId="ADAL" clId="{BCD22EC9-8B95-4D4C-9A5F-BB29CE931D4A}" dt="2024-02-27T03:36:15.216" v="668" actId="6549"/>
          <ac:spMkLst>
            <pc:docMk/>
            <pc:sldMk cId="988281381" sldId="2147481410"/>
            <ac:spMk id="254" creationId="{19963B41-BB5D-F514-2BE2-BAB6FEE15420}"/>
          </ac:spMkLst>
        </pc:spChg>
        <pc:spChg chg="mod">
          <ac:chgData name="Li,Yuting (HP Medicine) BII-CN-S" userId="ce8fbb54-122c-426d-b8da-fdcc5e1b5022" providerId="ADAL" clId="{BCD22EC9-8B95-4D4C-9A5F-BB29CE931D4A}" dt="2024-02-27T05:23:22.728" v="974" actId="20577"/>
          <ac:spMkLst>
            <pc:docMk/>
            <pc:sldMk cId="988281381" sldId="2147481410"/>
            <ac:spMk id="277" creationId="{E30A6013-C45B-EA40-6B3B-4D0AE3A803AE}"/>
          </ac:spMkLst>
        </pc:spChg>
      </pc:sldChg>
      <pc:sldChg chg="modSp mod delCm">
        <pc:chgData name="Li,Yuting (HP Medicine) BII-CN-S" userId="ce8fbb54-122c-426d-b8da-fdcc5e1b5022" providerId="ADAL" clId="{BCD22EC9-8B95-4D4C-9A5F-BB29CE931D4A}" dt="2024-02-27T05:08:13.011" v="873" actId="20577"/>
        <pc:sldMkLst>
          <pc:docMk/>
          <pc:sldMk cId="1095581670" sldId="2147481425"/>
        </pc:sldMkLst>
        <pc:spChg chg="mod">
          <ac:chgData name="Li,Yuting (HP Medicine) BII-CN-S" userId="ce8fbb54-122c-426d-b8da-fdcc5e1b5022" providerId="ADAL" clId="{BCD22EC9-8B95-4D4C-9A5F-BB29CE931D4A}" dt="2024-02-27T04:43:03.581" v="853" actId="20577"/>
          <ac:spMkLst>
            <pc:docMk/>
            <pc:sldMk cId="1095581670" sldId="2147481425"/>
            <ac:spMk id="5" creationId="{6FA32674-FA79-7042-E98C-16EC361E1938}"/>
          </ac:spMkLst>
        </pc:spChg>
        <pc:spChg chg="mod">
          <ac:chgData name="Li,Yuting (HP Medicine) BII-CN-S" userId="ce8fbb54-122c-426d-b8da-fdcc5e1b5022" providerId="ADAL" clId="{BCD22EC9-8B95-4D4C-9A5F-BB29CE931D4A}" dt="2024-02-27T05:00:19.797" v="867" actId="20577"/>
          <ac:spMkLst>
            <pc:docMk/>
            <pc:sldMk cId="1095581670" sldId="2147481425"/>
            <ac:spMk id="7" creationId="{E9DC4527-9B66-4450-86F5-689D3C73A610}"/>
          </ac:spMkLst>
        </pc:spChg>
        <pc:spChg chg="mod">
          <ac:chgData name="Li,Yuting (HP Medicine) BII-CN-S" userId="ce8fbb54-122c-426d-b8da-fdcc5e1b5022" providerId="ADAL" clId="{BCD22EC9-8B95-4D4C-9A5F-BB29CE931D4A}" dt="2024-02-27T04:54:37.315" v="855" actId="6549"/>
          <ac:spMkLst>
            <pc:docMk/>
            <pc:sldMk cId="1095581670" sldId="2147481425"/>
            <ac:spMk id="22" creationId="{2106AE05-78BC-AB72-6167-3DE6E697A996}"/>
          </ac:spMkLst>
        </pc:spChg>
        <pc:spChg chg="mod">
          <ac:chgData name="Li,Yuting (HP Medicine) BII-CN-S" userId="ce8fbb54-122c-426d-b8da-fdcc5e1b5022" providerId="ADAL" clId="{BCD22EC9-8B95-4D4C-9A5F-BB29CE931D4A}" dt="2024-02-27T05:08:13.011" v="873" actId="20577"/>
          <ac:spMkLst>
            <pc:docMk/>
            <pc:sldMk cId="1095581670" sldId="2147481425"/>
            <ac:spMk id="141" creationId="{C528D282-DF6E-4A71-AD30-AB1D347B83D4}"/>
          </ac:spMkLst>
        </pc:spChg>
        <pc:grpChg chg="mod">
          <ac:chgData name="Li,Yuting (HP Medicine) BII-CN-S" userId="ce8fbb54-122c-426d-b8da-fdcc5e1b5022" providerId="ADAL" clId="{BCD22EC9-8B95-4D4C-9A5F-BB29CE931D4A}" dt="2024-02-27T00:52:51.454" v="225" actId="1076"/>
          <ac:grpSpMkLst>
            <pc:docMk/>
            <pc:sldMk cId="1095581670" sldId="2147481425"/>
            <ac:grpSpMk id="203" creationId="{3855D1D5-D3D2-4F97-9E67-F3646B91ACCC}"/>
          </ac:grpSpMkLst>
        </pc:grpChg>
      </pc:sldChg>
      <pc:sldChg chg="modSp mod">
        <pc:chgData name="Li,Yuting (HP Medicine) BII-CN-S" userId="ce8fbb54-122c-426d-b8da-fdcc5e1b5022" providerId="ADAL" clId="{BCD22EC9-8B95-4D4C-9A5F-BB29CE931D4A}" dt="2024-02-27T01:03:01.643" v="318" actId="20577"/>
        <pc:sldMkLst>
          <pc:docMk/>
          <pc:sldMk cId="1665562255" sldId="2147481427"/>
        </pc:sldMkLst>
        <pc:spChg chg="mod">
          <ac:chgData name="Li,Yuting (HP Medicine) BII-CN-S" userId="ce8fbb54-122c-426d-b8da-fdcc5e1b5022" providerId="ADAL" clId="{BCD22EC9-8B95-4D4C-9A5F-BB29CE931D4A}" dt="2024-02-27T01:03:01.643" v="318" actId="20577"/>
          <ac:spMkLst>
            <pc:docMk/>
            <pc:sldMk cId="1665562255" sldId="2147481427"/>
            <ac:spMk id="62" creationId="{8DB07CF5-ABA1-4C9B-A9DA-0E66E05CDEC6}"/>
          </ac:spMkLst>
        </pc:spChg>
      </pc:sldChg>
      <pc:sldChg chg="modSp mod">
        <pc:chgData name="Li,Yuting (HP Medicine) BII-CN-S" userId="ce8fbb54-122c-426d-b8da-fdcc5e1b5022" providerId="ADAL" clId="{BCD22EC9-8B95-4D4C-9A5F-BB29CE931D4A}" dt="2024-02-28T01:32:36.030" v="2388" actId="20577"/>
        <pc:sldMkLst>
          <pc:docMk/>
          <pc:sldMk cId="4175518287" sldId="2147481428"/>
        </pc:sldMkLst>
        <pc:spChg chg="mod">
          <ac:chgData name="Li,Yuting (HP Medicine) BII-CN-S" userId="ce8fbb54-122c-426d-b8da-fdcc5e1b5022" providerId="ADAL" clId="{BCD22EC9-8B95-4D4C-9A5F-BB29CE931D4A}" dt="2024-02-27T13:02:42.671" v="1672" actId="20577"/>
          <ac:spMkLst>
            <pc:docMk/>
            <pc:sldMk cId="4175518287" sldId="2147481428"/>
            <ac:spMk id="3" creationId="{00000000-0000-0000-0000-000000000000}"/>
          </ac:spMkLst>
        </pc:spChg>
        <pc:spChg chg="mod">
          <ac:chgData name="Li,Yuting (HP Medicine) BII-CN-S" userId="ce8fbb54-122c-426d-b8da-fdcc5e1b5022" providerId="ADAL" clId="{BCD22EC9-8B95-4D4C-9A5F-BB29CE931D4A}" dt="2024-02-27T13:07:56.340" v="1742" actId="20577"/>
          <ac:spMkLst>
            <pc:docMk/>
            <pc:sldMk cId="4175518287" sldId="2147481428"/>
            <ac:spMk id="5" creationId="{C4DECDA1-79AD-8B9D-708E-04480A636390}"/>
          </ac:spMkLst>
        </pc:spChg>
        <pc:spChg chg="mod">
          <ac:chgData name="Li,Yuting (HP Medicine) BII-CN-S" userId="ce8fbb54-122c-426d-b8da-fdcc5e1b5022" providerId="ADAL" clId="{BCD22EC9-8B95-4D4C-9A5F-BB29CE931D4A}" dt="2024-02-28T01:32:36.030" v="2388" actId="20577"/>
          <ac:spMkLst>
            <pc:docMk/>
            <pc:sldMk cId="4175518287" sldId="2147481428"/>
            <ac:spMk id="30" creationId="{AE1A5680-D133-2FB3-FC32-EF85FAA610D3}"/>
          </ac:spMkLst>
        </pc:spChg>
        <pc:grpChg chg="mod">
          <ac:chgData name="Li,Yuting (HP Medicine) BII-CN-S" userId="ce8fbb54-122c-426d-b8da-fdcc5e1b5022" providerId="ADAL" clId="{BCD22EC9-8B95-4D4C-9A5F-BB29CE931D4A}" dt="2024-02-27T14:26:42.160" v="2200" actId="1076"/>
          <ac:grpSpMkLst>
            <pc:docMk/>
            <pc:sldMk cId="4175518287" sldId="2147481428"/>
            <ac:grpSpMk id="94" creationId="{8CA2D186-99EC-466F-9E24-BEA99F2ECDCD}"/>
          </ac:grpSpMkLst>
        </pc:grpChg>
      </pc:sldChg>
      <pc:sldChg chg="modSp mod modNotesTx">
        <pc:chgData name="Li,Yuting (HP Medicine) BII-CN-S" userId="ce8fbb54-122c-426d-b8da-fdcc5e1b5022" providerId="ADAL" clId="{BCD22EC9-8B95-4D4C-9A5F-BB29CE931D4A}" dt="2024-03-14T05:32:26.775" v="2819" actId="6549"/>
        <pc:sldMkLst>
          <pc:docMk/>
          <pc:sldMk cId="743177320" sldId="2147481431"/>
        </pc:sldMkLst>
        <pc:spChg chg="mod">
          <ac:chgData name="Li,Yuting (HP Medicine) BII-CN-S" userId="ce8fbb54-122c-426d-b8da-fdcc5e1b5022" providerId="ADAL" clId="{BCD22EC9-8B95-4D4C-9A5F-BB29CE931D4A}" dt="2024-02-27T13:34:32.068" v="2028" actId="20577"/>
          <ac:spMkLst>
            <pc:docMk/>
            <pc:sldMk cId="743177320" sldId="2147481431"/>
            <ac:spMk id="6" creationId="{25E9B149-D572-4CFE-AEEE-BB1C81F2D0A9}"/>
          </ac:spMkLst>
        </pc:spChg>
        <pc:spChg chg="mod">
          <ac:chgData name="Li,Yuting (HP Medicine) BII-CN-S" userId="ce8fbb54-122c-426d-b8da-fdcc5e1b5022" providerId="ADAL" clId="{BCD22EC9-8B95-4D4C-9A5F-BB29CE931D4A}" dt="2024-03-14T05:32:26.775" v="2819" actId="6549"/>
          <ac:spMkLst>
            <pc:docMk/>
            <pc:sldMk cId="743177320" sldId="2147481431"/>
            <ac:spMk id="16" creationId="{397C50CA-40EC-2B76-5DCF-8E4B0390FC5E}"/>
          </ac:spMkLst>
        </pc:spChg>
        <pc:cxnChg chg="mod">
          <ac:chgData name="Li,Yuting (HP Medicine) BII-CN-S" userId="ce8fbb54-122c-426d-b8da-fdcc5e1b5022" providerId="ADAL" clId="{BCD22EC9-8B95-4D4C-9A5F-BB29CE931D4A}" dt="2024-02-28T02:01:56.360" v="2389" actId="1076"/>
          <ac:cxnSpMkLst>
            <pc:docMk/>
            <pc:sldMk cId="743177320" sldId="2147481431"/>
            <ac:cxnSpMk id="20" creationId="{AA32F3B2-8CC4-4858-46F3-72CB3AB63665}"/>
          </ac:cxnSpMkLst>
        </pc:cxnChg>
      </pc:sldChg>
      <pc:sldChg chg="modSp mod">
        <pc:chgData name="Li,Yuting (HP Medicine) BII-CN-S" userId="ce8fbb54-122c-426d-b8da-fdcc5e1b5022" providerId="ADAL" clId="{BCD22EC9-8B95-4D4C-9A5F-BB29CE931D4A}" dt="2024-02-28T02:15:14.111" v="2394" actId="20577"/>
        <pc:sldMkLst>
          <pc:docMk/>
          <pc:sldMk cId="999878928" sldId="2147481432"/>
        </pc:sldMkLst>
        <pc:spChg chg="mod">
          <ac:chgData name="Li,Yuting (HP Medicine) BII-CN-S" userId="ce8fbb54-122c-426d-b8da-fdcc5e1b5022" providerId="ADAL" clId="{BCD22EC9-8B95-4D4C-9A5F-BB29CE931D4A}" dt="2024-02-28T02:15:14.111" v="2394" actId="20577"/>
          <ac:spMkLst>
            <pc:docMk/>
            <pc:sldMk cId="999878928" sldId="2147481432"/>
            <ac:spMk id="90" creationId="{9466DE8F-DCCC-4688-AD54-68172F2C8E9F}"/>
          </ac:spMkLst>
        </pc:spChg>
      </pc:sldChg>
      <pc:sldChg chg="modSp mod">
        <pc:chgData name="Li,Yuting (HP Medicine) BII-CN-S" userId="ce8fbb54-122c-426d-b8da-fdcc5e1b5022" providerId="ADAL" clId="{BCD22EC9-8B95-4D4C-9A5F-BB29CE931D4A}" dt="2024-02-27T14:08:34.325" v="2090" actId="20577"/>
        <pc:sldMkLst>
          <pc:docMk/>
          <pc:sldMk cId="1801448801" sldId="2147481433"/>
        </pc:sldMkLst>
        <pc:spChg chg="mod">
          <ac:chgData name="Li,Yuting (HP Medicine) BII-CN-S" userId="ce8fbb54-122c-426d-b8da-fdcc5e1b5022" providerId="ADAL" clId="{BCD22EC9-8B95-4D4C-9A5F-BB29CE931D4A}" dt="2024-02-27T14:08:34.325" v="2090" actId="20577"/>
          <ac:spMkLst>
            <pc:docMk/>
            <pc:sldMk cId="1801448801" sldId="2147481433"/>
            <ac:spMk id="99" creationId="{D11E8C8E-EA83-4AF2-B5EA-9A0D5FDC196B}"/>
          </ac:spMkLst>
        </pc:spChg>
      </pc:sldChg>
      <pc:sldChg chg="addSp modSp mod modNotesTx">
        <pc:chgData name="Li,Yuting (HP Medicine) BII-CN-S" userId="ce8fbb54-122c-426d-b8da-fdcc5e1b5022" providerId="ADAL" clId="{BCD22EC9-8B95-4D4C-9A5F-BB29CE931D4A}" dt="2024-02-27T14:36:47.460" v="2201" actId="20577"/>
        <pc:sldMkLst>
          <pc:docMk/>
          <pc:sldMk cId="552167058" sldId="2147481435"/>
        </pc:sldMkLst>
        <pc:spChg chg="mod">
          <ac:chgData name="Li,Yuting (HP Medicine) BII-CN-S" userId="ce8fbb54-122c-426d-b8da-fdcc5e1b5022" providerId="ADAL" clId="{BCD22EC9-8B95-4D4C-9A5F-BB29CE931D4A}" dt="2024-02-27T06:08:21.192" v="1526" actId="20577"/>
          <ac:spMkLst>
            <pc:docMk/>
            <pc:sldMk cId="552167058" sldId="2147481435"/>
            <ac:spMk id="3" creationId="{E929452D-7C1E-00A2-0AB1-BC5F64C9B6FD}"/>
          </ac:spMkLst>
        </pc:spChg>
        <pc:spChg chg="mod">
          <ac:chgData name="Li,Yuting (HP Medicine) BII-CN-S" userId="ce8fbb54-122c-426d-b8da-fdcc5e1b5022" providerId="ADAL" clId="{BCD22EC9-8B95-4D4C-9A5F-BB29CE931D4A}" dt="2024-02-27T14:36:47.460" v="2201" actId="20577"/>
          <ac:spMkLst>
            <pc:docMk/>
            <pc:sldMk cId="552167058" sldId="2147481435"/>
            <ac:spMk id="7" creationId="{8C921767-C8D0-A473-C87E-5A042B1E1CA4}"/>
          </ac:spMkLst>
        </pc:spChg>
        <pc:spChg chg="add mod">
          <ac:chgData name="Li,Yuting (HP Medicine) BII-CN-S" userId="ce8fbb54-122c-426d-b8da-fdcc5e1b5022" providerId="ADAL" clId="{BCD22EC9-8B95-4D4C-9A5F-BB29CE931D4A}" dt="2024-02-27T06:20:01.846" v="1551" actId="108"/>
          <ac:spMkLst>
            <pc:docMk/>
            <pc:sldMk cId="552167058" sldId="2147481435"/>
            <ac:spMk id="8" creationId="{662681CA-1703-A0DB-309D-481EF7576EB7}"/>
          </ac:spMkLst>
        </pc:spChg>
        <pc:spChg chg="add mod">
          <ac:chgData name="Li,Yuting (HP Medicine) BII-CN-S" userId="ce8fbb54-122c-426d-b8da-fdcc5e1b5022" providerId="ADAL" clId="{BCD22EC9-8B95-4D4C-9A5F-BB29CE931D4A}" dt="2024-02-27T05:50:46.456" v="1372" actId="20577"/>
          <ac:spMkLst>
            <pc:docMk/>
            <pc:sldMk cId="552167058" sldId="2147481435"/>
            <ac:spMk id="11" creationId="{DBAF2345-F454-4AE2-DBEC-78786209962C}"/>
          </ac:spMkLst>
        </pc:spChg>
        <pc:cxnChg chg="add mod">
          <ac:chgData name="Li,Yuting (HP Medicine) BII-CN-S" userId="ce8fbb54-122c-426d-b8da-fdcc5e1b5022" providerId="ADAL" clId="{BCD22EC9-8B95-4D4C-9A5F-BB29CE931D4A}" dt="2024-02-27T05:48:47.484" v="1161" actId="208"/>
          <ac:cxnSpMkLst>
            <pc:docMk/>
            <pc:sldMk cId="552167058" sldId="2147481435"/>
            <ac:cxnSpMk id="10" creationId="{7A0D3D35-D0D1-3389-165E-70B8905C2DAC}"/>
          </ac:cxnSpMkLst>
        </pc:cxnChg>
      </pc:sldChg>
      <pc:sldChg chg="addSp delSp modSp new mod modShow">
        <pc:chgData name="Li,Yuting (HP Medicine) BII-CN-S" userId="ce8fbb54-122c-426d-b8da-fdcc5e1b5022" providerId="ADAL" clId="{BCD22EC9-8B95-4D4C-9A5F-BB29CE931D4A}" dt="2024-02-27T13:31:28.686" v="1839" actId="729"/>
        <pc:sldMkLst>
          <pc:docMk/>
          <pc:sldMk cId="154343805" sldId="2147481437"/>
        </pc:sldMkLst>
        <pc:spChg chg="del">
          <ac:chgData name="Li,Yuting (HP Medicine) BII-CN-S" userId="ce8fbb54-122c-426d-b8da-fdcc5e1b5022" providerId="ADAL" clId="{BCD22EC9-8B95-4D4C-9A5F-BB29CE931D4A}" dt="2024-02-27T13:30:55.320" v="1831"/>
          <ac:spMkLst>
            <pc:docMk/>
            <pc:sldMk cId="154343805" sldId="2147481437"/>
            <ac:spMk id="3" creationId="{53509BAF-66B9-4A0B-689D-2C1B474038C4}"/>
          </ac:spMkLst>
        </pc:spChg>
        <pc:spChg chg="add mod">
          <ac:chgData name="Li,Yuting (HP Medicine) BII-CN-S" userId="ce8fbb54-122c-426d-b8da-fdcc5e1b5022" providerId="ADAL" clId="{BCD22EC9-8B95-4D4C-9A5F-BB29CE931D4A}" dt="2024-02-27T13:31:24.407" v="1838" actId="1076"/>
          <ac:spMkLst>
            <pc:docMk/>
            <pc:sldMk cId="154343805" sldId="2147481437"/>
            <ac:spMk id="9" creationId="{CCB14D4B-2EBD-C51D-51CF-C3FA10FD1DFA}"/>
          </ac:spMkLst>
        </pc:spChg>
        <pc:spChg chg="add mod">
          <ac:chgData name="Li,Yuting (HP Medicine) BII-CN-S" userId="ce8fbb54-122c-426d-b8da-fdcc5e1b5022" providerId="ADAL" clId="{BCD22EC9-8B95-4D4C-9A5F-BB29CE931D4A}" dt="2024-02-27T13:31:15.569" v="1835" actId="1076"/>
          <ac:spMkLst>
            <pc:docMk/>
            <pc:sldMk cId="154343805" sldId="2147481437"/>
            <ac:spMk id="11" creationId="{F77F26D3-4FAE-6EA5-418C-A0EF81D7D78B}"/>
          </ac:spMkLst>
        </pc:spChg>
        <pc:graphicFrameChg chg="add mod">
          <ac:chgData name="Li,Yuting (HP Medicine) BII-CN-S" userId="ce8fbb54-122c-426d-b8da-fdcc5e1b5022" providerId="ADAL" clId="{BCD22EC9-8B95-4D4C-9A5F-BB29CE931D4A}" dt="2024-02-27T13:31:08.752" v="1833" actId="1076"/>
          <ac:graphicFrameMkLst>
            <pc:docMk/>
            <pc:sldMk cId="154343805" sldId="2147481437"/>
            <ac:graphicFrameMk id="7" creationId="{7D70C8EC-BD9E-3A77-AF91-1DBDF5D6B077}"/>
          </ac:graphicFrameMkLst>
        </pc:graphicFrameChg>
        <pc:graphicFrameChg chg="add mod">
          <ac:chgData name="Li,Yuting (HP Medicine) BII-CN-S" userId="ce8fbb54-122c-426d-b8da-fdcc5e1b5022" providerId="ADAL" clId="{BCD22EC9-8B95-4D4C-9A5F-BB29CE931D4A}" dt="2024-02-27T13:31:18.105" v="1836" actId="1076"/>
          <ac:graphicFrameMkLst>
            <pc:docMk/>
            <pc:sldMk cId="154343805" sldId="2147481437"/>
            <ac:graphicFrameMk id="8" creationId="{5A56A6FD-C1F2-5980-8FD7-6036243DCCCA}"/>
          </ac:graphicFrameMkLst>
        </pc:graphicFrameChg>
      </pc:sldChg>
      <pc:sldChg chg="modSp new mod modShow">
        <pc:chgData name="Li,Yuting (HP Medicine) BII-CN-S" userId="ce8fbb54-122c-426d-b8da-fdcc5e1b5022" providerId="ADAL" clId="{BCD22EC9-8B95-4D4C-9A5F-BB29CE931D4A}" dt="2024-02-27T14:40:22.702" v="2229" actId="729"/>
        <pc:sldMkLst>
          <pc:docMk/>
          <pc:sldMk cId="979362968" sldId="2147481438"/>
        </pc:sldMkLst>
        <pc:spChg chg="mod">
          <ac:chgData name="Li,Yuting (HP Medicine) BII-CN-S" userId="ce8fbb54-122c-426d-b8da-fdcc5e1b5022" providerId="ADAL" clId="{BCD22EC9-8B95-4D4C-9A5F-BB29CE931D4A}" dt="2024-02-27T14:40:17.885" v="2228" actId="20577"/>
          <ac:spMkLst>
            <pc:docMk/>
            <pc:sldMk cId="979362968" sldId="2147481438"/>
            <ac:spMk id="2" creationId="{09049646-A274-E316-4140-E5674ADC0DB2}"/>
          </ac:spMkLst>
        </pc:spChg>
        <pc:spChg chg="mod">
          <ac:chgData name="Li,Yuting (HP Medicine) BII-CN-S" userId="ce8fbb54-122c-426d-b8da-fdcc5e1b5022" providerId="ADAL" clId="{BCD22EC9-8B95-4D4C-9A5F-BB29CE931D4A}" dt="2024-02-27T14:40:05.302" v="2210" actId="5793"/>
          <ac:spMkLst>
            <pc:docMk/>
            <pc:sldMk cId="979362968" sldId="2147481438"/>
            <ac:spMk id="3" creationId="{6CB0B56A-2593-A301-4B33-3112854E3E02}"/>
          </ac:spMkLst>
        </pc:spChg>
      </pc:sldChg>
    </pc:docChg>
  </pc:docChgLst>
  <pc:docChgLst>
    <pc:chgData name="Wang,Yuan (HP Medicine) BII-CN-S" userId="358dc601-7626-4089-85ae-a53dd0075322" providerId="ADAL" clId="{2E2BD500-47CF-4B3C-B70A-462F7FF8E57B}"/>
    <pc:docChg chg="undo custSel modSld">
      <pc:chgData name="Wang,Yuan (HP Medicine) BII-CN-S" userId="358dc601-7626-4089-85ae-a53dd0075322" providerId="ADAL" clId="{2E2BD500-47CF-4B3C-B70A-462F7FF8E57B}" dt="2023-02-14T09:18:29.776" v="452" actId="20577"/>
      <pc:docMkLst>
        <pc:docMk/>
      </pc:docMkLst>
      <pc:sldChg chg="mod modShow">
        <pc:chgData name="Wang,Yuan (HP Medicine) BII-CN-S" userId="358dc601-7626-4089-85ae-a53dd0075322" providerId="ADAL" clId="{2E2BD500-47CF-4B3C-B70A-462F7FF8E57B}" dt="2023-02-14T09:17:39.715" v="409" actId="729"/>
        <pc:sldMkLst>
          <pc:docMk/>
          <pc:sldMk cId="2338269991" sldId="314"/>
        </pc:sldMkLst>
      </pc:sldChg>
      <pc:sldChg chg="modSp mod">
        <pc:chgData name="Wang,Yuan (HP Medicine) BII-CN-S" userId="358dc601-7626-4089-85ae-a53dd0075322" providerId="ADAL" clId="{2E2BD500-47CF-4B3C-B70A-462F7FF8E57B}" dt="2023-02-14T09:18:29.776" v="452" actId="20577"/>
        <pc:sldMkLst>
          <pc:docMk/>
          <pc:sldMk cId="3255186489" sldId="2147377178"/>
        </pc:sldMkLst>
        <pc:spChg chg="mod">
          <ac:chgData name="Wang,Yuan (HP Medicine) BII-CN-S" userId="358dc601-7626-4089-85ae-a53dd0075322" providerId="ADAL" clId="{2E2BD500-47CF-4B3C-B70A-462F7FF8E57B}" dt="2023-02-13T02:45:40.701" v="396" actId="20577"/>
          <ac:spMkLst>
            <pc:docMk/>
            <pc:sldMk cId="3255186489" sldId="2147377178"/>
            <ac:spMk id="10" creationId="{87496441-72D6-4917-B81A-76A23EE3E6CD}"/>
          </ac:spMkLst>
        </pc:spChg>
        <pc:graphicFrameChg chg="mod modGraphic">
          <ac:chgData name="Wang,Yuan (HP Medicine) BII-CN-S" userId="358dc601-7626-4089-85ae-a53dd0075322" providerId="ADAL" clId="{2E2BD500-47CF-4B3C-B70A-462F7FF8E57B}" dt="2023-02-14T09:18:29.776" v="452" actId="20577"/>
          <ac:graphicFrameMkLst>
            <pc:docMk/>
            <pc:sldMk cId="3255186489" sldId="2147377178"/>
            <ac:graphicFrameMk id="12" creationId="{EE24276D-C300-4706-ACD2-32E108653E2B}"/>
          </ac:graphicFrameMkLst>
        </pc:graphicFrameChg>
      </pc:sldChg>
    </pc:docChg>
  </pc:docChgLst>
  <pc:docChgLst>
    <pc:chgData name="Li,Yuting (HP Medicine) BII-CN-S" userId="ce8fbb54-122c-426d-b8da-fdcc5e1b5022" providerId="ADAL" clId="{D11B929A-FFF6-4625-A293-5C33AF97FF32}"/>
    <pc:docChg chg="undo custSel modSld">
      <pc:chgData name="Li,Yuting (HP Medicine) BII-CN-S" userId="ce8fbb54-122c-426d-b8da-fdcc5e1b5022" providerId="ADAL" clId="{D11B929A-FFF6-4625-A293-5C33AF97FF32}" dt="2022-09-02T09:29:35.484" v="444" actId="2165"/>
      <pc:docMkLst>
        <pc:docMk/>
      </pc:docMkLst>
      <pc:sldChg chg="modSp mod">
        <pc:chgData name="Li,Yuting (HP Medicine) BII-CN-S" userId="ce8fbb54-122c-426d-b8da-fdcc5e1b5022" providerId="ADAL" clId="{D11B929A-FFF6-4625-A293-5C33AF97FF32}" dt="2022-09-02T09:29:16.568" v="443" actId="2165"/>
        <pc:sldMkLst>
          <pc:docMk/>
          <pc:sldMk cId="1143979794" sldId="415"/>
        </pc:sldMkLst>
        <pc:graphicFrameChg chg="modGraphic">
          <ac:chgData name="Li,Yuting (HP Medicine) BII-CN-S" userId="ce8fbb54-122c-426d-b8da-fdcc5e1b5022" providerId="ADAL" clId="{D11B929A-FFF6-4625-A293-5C33AF97FF32}" dt="2022-09-02T09:29:16.568" v="443" actId="2165"/>
          <ac:graphicFrameMkLst>
            <pc:docMk/>
            <pc:sldMk cId="1143979794" sldId="415"/>
            <ac:graphicFrameMk id="5" creationId="{00000000-0000-0000-0000-000000000000}"/>
          </ac:graphicFrameMkLst>
        </pc:graphicFrameChg>
      </pc:sldChg>
      <pc:sldChg chg="modSp mod">
        <pc:chgData name="Li,Yuting (HP Medicine) BII-CN-S" userId="ce8fbb54-122c-426d-b8da-fdcc5e1b5022" providerId="ADAL" clId="{D11B929A-FFF6-4625-A293-5C33AF97FF32}" dt="2022-09-02T09:29:35.484" v="444" actId="2165"/>
        <pc:sldMkLst>
          <pc:docMk/>
          <pc:sldMk cId="2075470147" sldId="885"/>
        </pc:sldMkLst>
        <pc:graphicFrameChg chg="modGraphic">
          <ac:chgData name="Li,Yuting (HP Medicine) BII-CN-S" userId="ce8fbb54-122c-426d-b8da-fdcc5e1b5022" providerId="ADAL" clId="{D11B929A-FFF6-4625-A293-5C33AF97FF32}" dt="2022-09-02T09:29:35.484" v="444" actId="2165"/>
          <ac:graphicFrameMkLst>
            <pc:docMk/>
            <pc:sldMk cId="2075470147" sldId="885"/>
            <ac:graphicFrameMk id="6" creationId="{00000000-0000-0000-0000-000000000000}"/>
          </ac:graphicFrameMkLst>
        </pc:graphicFrameChg>
      </pc:sldChg>
      <pc:sldChg chg="modSp mod">
        <pc:chgData name="Li,Yuting (HP Medicine) BII-CN-S" userId="ce8fbb54-122c-426d-b8da-fdcc5e1b5022" providerId="ADAL" clId="{D11B929A-FFF6-4625-A293-5C33AF97FF32}" dt="2022-09-02T07:39:05.661" v="311" actId="20577"/>
        <pc:sldMkLst>
          <pc:docMk/>
          <pc:sldMk cId="3766878403" sldId="2147377162"/>
        </pc:sldMkLst>
        <pc:graphicFrameChg chg="modGraphic">
          <ac:chgData name="Li,Yuting (HP Medicine) BII-CN-S" userId="ce8fbb54-122c-426d-b8da-fdcc5e1b5022" providerId="ADAL" clId="{D11B929A-FFF6-4625-A293-5C33AF97FF32}" dt="2022-09-02T07:39:05.661" v="311" actId="20577"/>
          <ac:graphicFrameMkLst>
            <pc:docMk/>
            <pc:sldMk cId="3766878403" sldId="2147377162"/>
            <ac:graphicFrameMk id="10" creationId="{7ED29C9C-0700-480D-B788-68CBB9D31EEE}"/>
          </ac:graphicFrameMkLst>
        </pc:graphicFrameChg>
      </pc:sldChg>
      <pc:sldChg chg="modSp mod">
        <pc:chgData name="Li,Yuting (HP Medicine) BII-CN-S" userId="ce8fbb54-122c-426d-b8da-fdcc5e1b5022" providerId="ADAL" clId="{D11B929A-FFF6-4625-A293-5C33AF97FF32}" dt="2022-09-02T09:23:51.111" v="412" actId="14100"/>
        <pc:sldMkLst>
          <pc:docMk/>
          <pc:sldMk cId="2654846512" sldId="2147377280"/>
        </pc:sldMkLst>
        <pc:spChg chg="mod">
          <ac:chgData name="Li,Yuting (HP Medicine) BII-CN-S" userId="ce8fbb54-122c-426d-b8da-fdcc5e1b5022" providerId="ADAL" clId="{D11B929A-FFF6-4625-A293-5C33AF97FF32}" dt="2022-09-02T08:49:57.445" v="411" actId="14100"/>
          <ac:spMkLst>
            <pc:docMk/>
            <pc:sldMk cId="2654846512" sldId="2147377280"/>
            <ac:spMk id="178" creationId="{C8A141E8-3A7E-477A-B6F1-59F3BCA948DD}"/>
          </ac:spMkLst>
        </pc:spChg>
        <pc:spChg chg="mod">
          <ac:chgData name="Li,Yuting (HP Medicine) BII-CN-S" userId="ce8fbb54-122c-426d-b8da-fdcc5e1b5022" providerId="ADAL" clId="{D11B929A-FFF6-4625-A293-5C33AF97FF32}" dt="2022-09-02T09:23:51.111" v="412" actId="14100"/>
          <ac:spMkLst>
            <pc:docMk/>
            <pc:sldMk cId="2654846512" sldId="2147377280"/>
            <ac:spMk id="179" creationId="{76B2B073-55B9-489E-9DB2-DE54D32D033F}"/>
          </ac:spMkLst>
        </pc:spChg>
      </pc:sldChg>
      <pc:sldChg chg="modSp mod">
        <pc:chgData name="Li,Yuting (HP Medicine) BII-CN-S" userId="ce8fbb54-122c-426d-b8da-fdcc5e1b5022" providerId="ADAL" clId="{D11B929A-FFF6-4625-A293-5C33AF97FF32}" dt="2022-09-02T07:55:34.455" v="327" actId="20577"/>
        <pc:sldMkLst>
          <pc:docMk/>
          <pc:sldMk cId="508902223" sldId="2147377285"/>
        </pc:sldMkLst>
        <pc:spChg chg="mod">
          <ac:chgData name="Li,Yuting (HP Medicine) BII-CN-S" userId="ce8fbb54-122c-426d-b8da-fdcc5e1b5022" providerId="ADAL" clId="{D11B929A-FFF6-4625-A293-5C33AF97FF32}" dt="2022-09-02T07:55:34.455" v="327" actId="20577"/>
          <ac:spMkLst>
            <pc:docMk/>
            <pc:sldMk cId="508902223" sldId="2147377285"/>
            <ac:spMk id="36" creationId="{9ADF8A0F-CE20-4024-9856-EA35D6A5FB23}"/>
          </ac:spMkLst>
        </pc:spChg>
      </pc:sldChg>
      <pc:sldChg chg="addSp delSp modSp mod">
        <pc:chgData name="Li,Yuting (HP Medicine) BII-CN-S" userId="ce8fbb54-122c-426d-b8da-fdcc5e1b5022" providerId="ADAL" clId="{D11B929A-FFF6-4625-A293-5C33AF97FF32}" dt="2022-09-02T09:26:42.328" v="433" actId="1076"/>
        <pc:sldMkLst>
          <pc:docMk/>
          <pc:sldMk cId="1669717787" sldId="2147377286"/>
        </pc:sldMkLst>
        <pc:spChg chg="add">
          <ac:chgData name="Li,Yuting (HP Medicine) BII-CN-S" userId="ce8fbb54-122c-426d-b8da-fdcc5e1b5022" providerId="ADAL" clId="{D11B929A-FFF6-4625-A293-5C33AF97FF32}" dt="2022-09-02T07:59:51.983" v="335" actId="11529"/>
          <ac:spMkLst>
            <pc:docMk/>
            <pc:sldMk cId="1669717787" sldId="2147377286"/>
            <ac:spMk id="8" creationId="{751C66A6-4239-4742-B166-DDFB44FD9D59}"/>
          </ac:spMkLst>
        </pc:spChg>
        <pc:spChg chg="mod">
          <ac:chgData name="Li,Yuting (HP Medicine) BII-CN-S" userId="ce8fbb54-122c-426d-b8da-fdcc5e1b5022" providerId="ADAL" clId="{D11B929A-FFF6-4625-A293-5C33AF97FF32}" dt="2022-09-02T07:59:30.231" v="334" actId="20577"/>
          <ac:spMkLst>
            <pc:docMk/>
            <pc:sldMk cId="1669717787" sldId="2147377286"/>
            <ac:spMk id="17" creationId="{9224C17E-1AA1-4096-A3FD-25D6FD8BA444}"/>
          </ac:spMkLst>
        </pc:spChg>
        <pc:spChg chg="mod">
          <ac:chgData name="Li,Yuting (HP Medicine) BII-CN-S" userId="ce8fbb54-122c-426d-b8da-fdcc5e1b5022" providerId="ADAL" clId="{D11B929A-FFF6-4625-A293-5C33AF97FF32}" dt="2022-09-02T07:59:08.054" v="329" actId="14100"/>
          <ac:spMkLst>
            <pc:docMk/>
            <pc:sldMk cId="1669717787" sldId="2147377286"/>
            <ac:spMk id="135" creationId="{856E6EFB-19BA-463B-BA51-2CC7710D0A18}"/>
          </ac:spMkLst>
        </pc:spChg>
        <pc:spChg chg="mod">
          <ac:chgData name="Li,Yuting (HP Medicine) BII-CN-S" userId="ce8fbb54-122c-426d-b8da-fdcc5e1b5022" providerId="ADAL" clId="{D11B929A-FFF6-4625-A293-5C33AF97FF32}" dt="2022-09-02T07:59:11.870" v="330" actId="1076"/>
          <ac:spMkLst>
            <pc:docMk/>
            <pc:sldMk cId="1669717787" sldId="2147377286"/>
            <ac:spMk id="136" creationId="{EB0D7CD9-9939-4001-94C5-9E99ECAF630C}"/>
          </ac:spMkLst>
        </pc:spChg>
        <pc:spChg chg="add del mod">
          <ac:chgData name="Li,Yuting (HP Medicine) BII-CN-S" userId="ce8fbb54-122c-426d-b8da-fdcc5e1b5022" providerId="ADAL" clId="{D11B929A-FFF6-4625-A293-5C33AF97FF32}" dt="2022-09-02T08:00:53.554" v="342" actId="22"/>
          <ac:spMkLst>
            <pc:docMk/>
            <pc:sldMk cId="1669717787" sldId="2147377286"/>
            <ac:spMk id="162" creationId="{C9A2DAA3-BC39-4E2B-AA21-70967F49DCF2}"/>
          </ac:spMkLst>
        </pc:spChg>
        <pc:spChg chg="mod">
          <ac:chgData name="Li,Yuting (HP Medicine) BII-CN-S" userId="ce8fbb54-122c-426d-b8da-fdcc5e1b5022" providerId="ADAL" clId="{D11B929A-FFF6-4625-A293-5C33AF97FF32}" dt="2022-09-02T09:26:42.328" v="433" actId="1076"/>
          <ac:spMkLst>
            <pc:docMk/>
            <pc:sldMk cId="1669717787" sldId="2147377286"/>
            <ac:spMk id="168" creationId="{65EA3170-CB0D-432D-8631-319933F816A2}"/>
          </ac:spMkLst>
        </pc:spChg>
        <pc:spChg chg="add del">
          <ac:chgData name="Li,Yuting (HP Medicine) BII-CN-S" userId="ce8fbb54-122c-426d-b8da-fdcc5e1b5022" providerId="ADAL" clId="{D11B929A-FFF6-4625-A293-5C33AF97FF32}" dt="2022-09-02T08:00:52.392" v="341" actId="22"/>
          <ac:spMkLst>
            <pc:docMk/>
            <pc:sldMk cId="1669717787" sldId="2147377286"/>
            <ac:spMk id="210" creationId="{89771F7C-511D-48F7-846E-E37469BD14F9}"/>
          </ac:spMkLst>
        </pc:spChg>
      </pc:sldChg>
      <pc:sldChg chg="modSp mod">
        <pc:chgData name="Li,Yuting (HP Medicine) BII-CN-S" userId="ce8fbb54-122c-426d-b8da-fdcc5e1b5022" providerId="ADAL" clId="{D11B929A-FFF6-4625-A293-5C33AF97FF32}" dt="2022-09-02T09:28:13.275" v="442" actId="20577"/>
        <pc:sldMkLst>
          <pc:docMk/>
          <pc:sldMk cId="2945983659" sldId="2147377289"/>
        </pc:sldMkLst>
        <pc:spChg chg="mod">
          <ac:chgData name="Li,Yuting (HP Medicine) BII-CN-S" userId="ce8fbb54-122c-426d-b8da-fdcc5e1b5022" providerId="ADAL" clId="{D11B929A-FFF6-4625-A293-5C33AF97FF32}" dt="2022-09-02T09:28:13.275" v="442" actId="20577"/>
          <ac:spMkLst>
            <pc:docMk/>
            <pc:sldMk cId="2945983659" sldId="2147377289"/>
            <ac:spMk id="90" creationId="{F9345081-D2EC-4F9D-A965-3B9D77318B16}"/>
          </ac:spMkLst>
        </pc:spChg>
      </pc:sldChg>
      <pc:sldChg chg="modSp mod">
        <pc:chgData name="Li,Yuting (HP Medicine) BII-CN-S" userId="ce8fbb54-122c-426d-b8da-fdcc5e1b5022" providerId="ADAL" clId="{D11B929A-FFF6-4625-A293-5C33AF97FF32}" dt="2022-09-02T08:10:54.270" v="401" actId="1076"/>
        <pc:sldMkLst>
          <pc:docMk/>
          <pc:sldMk cId="733502872" sldId="2147377290"/>
        </pc:sldMkLst>
        <pc:spChg chg="mod">
          <ac:chgData name="Li,Yuting (HP Medicine) BII-CN-S" userId="ce8fbb54-122c-426d-b8da-fdcc5e1b5022" providerId="ADAL" clId="{D11B929A-FFF6-4625-A293-5C33AF97FF32}" dt="2022-09-02T08:10:17.428" v="400" actId="14100"/>
          <ac:spMkLst>
            <pc:docMk/>
            <pc:sldMk cId="733502872" sldId="2147377290"/>
            <ac:spMk id="99" creationId="{D11E8C8E-EA83-4AF2-B5EA-9A0D5FDC196B}"/>
          </ac:spMkLst>
        </pc:spChg>
        <pc:grpChg chg="mod">
          <ac:chgData name="Li,Yuting (HP Medicine) BII-CN-S" userId="ce8fbb54-122c-426d-b8da-fdcc5e1b5022" providerId="ADAL" clId="{D11B929A-FFF6-4625-A293-5C33AF97FF32}" dt="2022-09-02T08:10:54.270" v="401" actId="1076"/>
          <ac:grpSpMkLst>
            <pc:docMk/>
            <pc:sldMk cId="733502872" sldId="2147377290"/>
            <ac:grpSpMk id="59" creationId="{00000000-0000-0000-0000-000000000000}"/>
          </ac:grpSpMkLst>
        </pc:grpChg>
      </pc:sldChg>
      <pc:sldChg chg="modSp mod">
        <pc:chgData name="Li,Yuting (HP Medicine) BII-CN-S" userId="ce8fbb54-122c-426d-b8da-fdcc5e1b5022" providerId="ADAL" clId="{D11B929A-FFF6-4625-A293-5C33AF97FF32}" dt="2022-09-02T08:16:18.665" v="408" actId="20577"/>
        <pc:sldMkLst>
          <pc:docMk/>
          <pc:sldMk cId="3639130434" sldId="2147377294"/>
        </pc:sldMkLst>
        <pc:spChg chg="mod">
          <ac:chgData name="Li,Yuting (HP Medicine) BII-CN-S" userId="ce8fbb54-122c-426d-b8da-fdcc5e1b5022" providerId="ADAL" clId="{D11B929A-FFF6-4625-A293-5C33AF97FF32}" dt="2022-09-02T08:16:18.665" v="408" actId="20577"/>
          <ac:spMkLst>
            <pc:docMk/>
            <pc:sldMk cId="3639130434" sldId="2147377294"/>
            <ac:spMk id="3" creationId="{00000000-0000-0000-0000-000000000000}"/>
          </ac:spMkLst>
        </pc:spChg>
        <pc:spChg chg="mod">
          <ac:chgData name="Li,Yuting (HP Medicine) BII-CN-S" userId="ce8fbb54-122c-426d-b8da-fdcc5e1b5022" providerId="ADAL" clId="{D11B929A-FFF6-4625-A293-5C33AF97FF32}" dt="2022-09-02T08:12:41.003" v="403" actId="20577"/>
          <ac:spMkLst>
            <pc:docMk/>
            <pc:sldMk cId="3639130434" sldId="2147377294"/>
            <ac:spMk id="62" creationId="{CD85B817-8531-43FF-BC59-76B1A69AEED5}"/>
          </ac:spMkLst>
        </pc:spChg>
      </pc:sldChg>
    </pc:docChg>
  </pc:docChgLst>
  <pc:docChgLst>
    <pc:chgData name="Wang,Shirley (HP Med RA) BII-CN-B" userId="48b801ce-80b8-42d3-931b-2dcaf726016f" providerId="ADAL" clId="{9E0DD663-0B7A-4DB1-99AA-62F3DB4A863F}"/>
    <pc:docChg chg="undo custSel modSld">
      <pc:chgData name="Wang,Shirley (HP Med RA) BII-CN-B" userId="48b801ce-80b8-42d3-931b-2dcaf726016f" providerId="ADAL" clId="{9E0DD663-0B7A-4DB1-99AA-62F3DB4A863F}" dt="2023-09-12T07:24:50.623" v="201" actId="14100"/>
      <pc:docMkLst>
        <pc:docMk/>
      </pc:docMkLst>
      <pc:sldChg chg="modSp mod">
        <pc:chgData name="Wang,Shirley (HP Med RA) BII-CN-B" userId="48b801ce-80b8-42d3-931b-2dcaf726016f" providerId="ADAL" clId="{9E0DD663-0B7A-4DB1-99AA-62F3DB4A863F}" dt="2023-09-12T07:22:01.558" v="166" actId="14100"/>
        <pc:sldMkLst>
          <pc:docMk/>
          <pc:sldMk cId="2533681693" sldId="2147474134"/>
        </pc:sldMkLst>
        <pc:spChg chg="mod">
          <ac:chgData name="Wang,Shirley (HP Med RA) BII-CN-B" userId="48b801ce-80b8-42d3-931b-2dcaf726016f" providerId="ADAL" clId="{9E0DD663-0B7A-4DB1-99AA-62F3DB4A863F}" dt="2023-09-08T04:09:06.267" v="21" actId="20577"/>
          <ac:spMkLst>
            <pc:docMk/>
            <pc:sldMk cId="2533681693" sldId="2147474134"/>
            <ac:spMk id="35" creationId="{2C95C340-F8D9-4AEE-87B8-EC6A8D2257D1}"/>
          </ac:spMkLst>
        </pc:spChg>
        <pc:spChg chg="mod">
          <ac:chgData name="Wang,Shirley (HP Med RA) BII-CN-B" userId="48b801ce-80b8-42d3-931b-2dcaf726016f" providerId="ADAL" clId="{9E0DD663-0B7A-4DB1-99AA-62F3DB4A863F}" dt="2023-09-12T07:21:43.976" v="151" actId="14100"/>
          <ac:spMkLst>
            <pc:docMk/>
            <pc:sldMk cId="2533681693" sldId="2147474134"/>
            <ac:spMk id="39" creationId="{00000000-0000-0000-0000-000000000000}"/>
          </ac:spMkLst>
        </pc:spChg>
        <pc:spChg chg="mod">
          <ac:chgData name="Wang,Shirley (HP Med RA) BII-CN-B" userId="48b801ce-80b8-42d3-931b-2dcaf726016f" providerId="ADAL" clId="{9E0DD663-0B7A-4DB1-99AA-62F3DB4A863F}" dt="2023-09-12T07:21:34.655" v="141" actId="14100"/>
          <ac:spMkLst>
            <pc:docMk/>
            <pc:sldMk cId="2533681693" sldId="2147474134"/>
            <ac:spMk id="41" creationId="{00000000-0000-0000-0000-000000000000}"/>
          </ac:spMkLst>
        </pc:spChg>
        <pc:spChg chg="mod">
          <ac:chgData name="Wang,Shirley (HP Med RA) BII-CN-B" userId="48b801ce-80b8-42d3-931b-2dcaf726016f" providerId="ADAL" clId="{9E0DD663-0B7A-4DB1-99AA-62F3DB4A863F}" dt="2023-09-12T07:21:57.165" v="165" actId="14100"/>
          <ac:spMkLst>
            <pc:docMk/>
            <pc:sldMk cId="2533681693" sldId="2147474134"/>
            <ac:spMk id="52" creationId="{00000000-0000-0000-0000-000000000000}"/>
          </ac:spMkLst>
        </pc:spChg>
        <pc:spChg chg="mod">
          <ac:chgData name="Wang,Shirley (HP Med RA) BII-CN-B" userId="48b801ce-80b8-42d3-931b-2dcaf726016f" providerId="ADAL" clId="{9E0DD663-0B7A-4DB1-99AA-62F3DB4A863F}" dt="2023-09-12T07:22:01.558" v="166" actId="14100"/>
          <ac:spMkLst>
            <pc:docMk/>
            <pc:sldMk cId="2533681693" sldId="2147474134"/>
            <ac:spMk id="55" creationId="{00000000-0000-0000-0000-000000000000}"/>
          </ac:spMkLst>
        </pc:spChg>
        <pc:spChg chg="mod">
          <ac:chgData name="Wang,Shirley (HP Med RA) BII-CN-B" userId="48b801ce-80b8-42d3-931b-2dcaf726016f" providerId="ADAL" clId="{9E0DD663-0B7A-4DB1-99AA-62F3DB4A863F}" dt="2023-09-08T04:10:01.681" v="31" actId="14100"/>
          <ac:spMkLst>
            <pc:docMk/>
            <pc:sldMk cId="2533681693" sldId="2147474134"/>
            <ac:spMk id="58" creationId="{00000000-0000-0000-0000-000000000000}"/>
          </ac:spMkLst>
        </pc:spChg>
        <pc:spChg chg="mod">
          <ac:chgData name="Wang,Shirley (HP Med RA) BII-CN-B" userId="48b801ce-80b8-42d3-931b-2dcaf726016f" providerId="ADAL" clId="{9E0DD663-0B7A-4DB1-99AA-62F3DB4A863F}" dt="2023-09-08T04:09:56.206" v="30" actId="20577"/>
          <ac:spMkLst>
            <pc:docMk/>
            <pc:sldMk cId="2533681693" sldId="2147474134"/>
            <ac:spMk id="71" creationId="{00000000-0000-0000-0000-000000000000}"/>
          </ac:spMkLst>
        </pc:spChg>
        <pc:spChg chg="mod">
          <ac:chgData name="Wang,Shirley (HP Med RA) BII-CN-B" userId="48b801ce-80b8-42d3-931b-2dcaf726016f" providerId="ADAL" clId="{9E0DD663-0B7A-4DB1-99AA-62F3DB4A863F}" dt="2023-09-08T04:09:48.597" v="22" actId="1076"/>
          <ac:spMkLst>
            <pc:docMk/>
            <pc:sldMk cId="2533681693" sldId="2147474134"/>
            <ac:spMk id="87" creationId="{00000000-0000-0000-0000-000000000000}"/>
          </ac:spMkLst>
        </pc:spChg>
        <pc:spChg chg="mod">
          <ac:chgData name="Wang,Shirley (HP Med RA) BII-CN-B" userId="48b801ce-80b8-42d3-931b-2dcaf726016f" providerId="ADAL" clId="{9E0DD663-0B7A-4DB1-99AA-62F3DB4A863F}" dt="2023-09-08T04:09:48.597" v="22" actId="1076"/>
          <ac:spMkLst>
            <pc:docMk/>
            <pc:sldMk cId="2533681693" sldId="2147474134"/>
            <ac:spMk id="88" creationId="{00000000-0000-0000-0000-000000000000}"/>
          </ac:spMkLst>
        </pc:spChg>
        <pc:spChg chg="mod">
          <ac:chgData name="Wang,Shirley (HP Med RA) BII-CN-B" userId="48b801ce-80b8-42d3-931b-2dcaf726016f" providerId="ADAL" clId="{9E0DD663-0B7A-4DB1-99AA-62F3DB4A863F}" dt="2023-09-12T07:21:48.899" v="163" actId="1038"/>
          <ac:spMkLst>
            <pc:docMk/>
            <pc:sldMk cId="2533681693" sldId="2147474134"/>
            <ac:spMk id="91" creationId="{00000000-0000-0000-0000-000000000000}"/>
          </ac:spMkLst>
        </pc:spChg>
        <pc:spChg chg="mod">
          <ac:chgData name="Wang,Shirley (HP Med RA) BII-CN-B" userId="48b801ce-80b8-42d3-931b-2dcaf726016f" providerId="ADAL" clId="{9E0DD663-0B7A-4DB1-99AA-62F3DB4A863F}" dt="2023-09-12T07:21:48.899" v="163" actId="1038"/>
          <ac:spMkLst>
            <pc:docMk/>
            <pc:sldMk cId="2533681693" sldId="2147474134"/>
            <ac:spMk id="92" creationId="{00000000-0000-0000-0000-000000000000}"/>
          </ac:spMkLst>
        </pc:spChg>
        <pc:spChg chg="mod">
          <ac:chgData name="Wang,Shirley (HP Med RA) BII-CN-B" userId="48b801ce-80b8-42d3-931b-2dcaf726016f" providerId="ADAL" clId="{9E0DD663-0B7A-4DB1-99AA-62F3DB4A863F}" dt="2023-09-08T04:11:42.013" v="65" actId="1076"/>
          <ac:spMkLst>
            <pc:docMk/>
            <pc:sldMk cId="2533681693" sldId="2147474134"/>
            <ac:spMk id="108" creationId="{18261B04-2454-4401-90ED-105AE0ECCDE5}"/>
          </ac:spMkLst>
        </pc:spChg>
        <pc:grpChg chg="mod">
          <ac:chgData name="Wang,Shirley (HP Med RA) BII-CN-B" userId="48b801ce-80b8-42d3-931b-2dcaf726016f" providerId="ADAL" clId="{9E0DD663-0B7A-4DB1-99AA-62F3DB4A863F}" dt="2023-09-12T07:21:48.899" v="163" actId="1038"/>
          <ac:grpSpMkLst>
            <pc:docMk/>
            <pc:sldMk cId="2533681693" sldId="2147474134"/>
            <ac:grpSpMk id="51" creationId="{00000000-0000-0000-0000-000000000000}"/>
          </ac:grpSpMkLst>
        </pc:grpChg>
        <pc:grpChg chg="mod">
          <ac:chgData name="Wang,Shirley (HP Med RA) BII-CN-B" userId="48b801ce-80b8-42d3-931b-2dcaf726016f" providerId="ADAL" clId="{9E0DD663-0B7A-4DB1-99AA-62F3DB4A863F}" dt="2023-09-08T04:09:48.597" v="22" actId="1076"/>
          <ac:grpSpMkLst>
            <pc:docMk/>
            <pc:sldMk cId="2533681693" sldId="2147474134"/>
            <ac:grpSpMk id="57" creationId="{00000000-0000-0000-0000-000000000000}"/>
          </ac:grpSpMkLst>
        </pc:grpChg>
      </pc:sldChg>
      <pc:sldChg chg="modSp mod">
        <pc:chgData name="Wang,Shirley (HP Med RA) BII-CN-B" userId="48b801ce-80b8-42d3-931b-2dcaf726016f" providerId="ADAL" clId="{9E0DD663-0B7A-4DB1-99AA-62F3DB4A863F}" dt="2023-09-12T07:20:12.466" v="132" actId="20577"/>
        <pc:sldMkLst>
          <pc:docMk/>
          <pc:sldMk cId="2352278210" sldId="2147474139"/>
        </pc:sldMkLst>
        <pc:spChg chg="mod">
          <ac:chgData name="Wang,Shirley (HP Med RA) BII-CN-B" userId="48b801ce-80b8-42d3-931b-2dcaf726016f" providerId="ADAL" clId="{9E0DD663-0B7A-4DB1-99AA-62F3DB4A863F}" dt="2023-09-12T07:20:12.466" v="132" actId="20577"/>
          <ac:spMkLst>
            <pc:docMk/>
            <pc:sldMk cId="2352278210" sldId="2147474139"/>
            <ac:spMk id="4" creationId="{A953662A-E05F-BAA0-3072-4B65270CF65C}"/>
          </ac:spMkLst>
        </pc:spChg>
      </pc:sldChg>
      <pc:sldChg chg="modSp mod">
        <pc:chgData name="Wang,Shirley (HP Med RA) BII-CN-B" userId="48b801ce-80b8-42d3-931b-2dcaf726016f" providerId="ADAL" clId="{9E0DD663-0B7A-4DB1-99AA-62F3DB4A863F}" dt="2023-09-12T07:23:06.206" v="190" actId="14100"/>
        <pc:sldMkLst>
          <pc:docMk/>
          <pc:sldMk cId="1546206645" sldId="2147474140"/>
        </pc:sldMkLst>
        <pc:spChg chg="mod">
          <ac:chgData name="Wang,Shirley (HP Med RA) BII-CN-B" userId="48b801ce-80b8-42d3-931b-2dcaf726016f" providerId="ADAL" clId="{9E0DD663-0B7A-4DB1-99AA-62F3DB4A863F}" dt="2023-09-12T07:22:47.999" v="174" actId="14100"/>
          <ac:spMkLst>
            <pc:docMk/>
            <pc:sldMk cId="1546206645" sldId="2147474140"/>
            <ac:spMk id="39" creationId="{00000000-0000-0000-0000-000000000000}"/>
          </ac:spMkLst>
        </pc:spChg>
        <pc:spChg chg="mod">
          <ac:chgData name="Wang,Shirley (HP Med RA) BII-CN-B" userId="48b801ce-80b8-42d3-931b-2dcaf726016f" providerId="ADAL" clId="{9E0DD663-0B7A-4DB1-99AA-62F3DB4A863F}" dt="2023-09-12T07:23:06.206" v="190" actId="14100"/>
          <ac:spMkLst>
            <pc:docMk/>
            <pc:sldMk cId="1546206645" sldId="2147474140"/>
            <ac:spMk id="41" creationId="{00000000-0000-0000-0000-000000000000}"/>
          </ac:spMkLst>
        </pc:spChg>
        <pc:spChg chg="mod">
          <ac:chgData name="Wang,Shirley (HP Med RA) BII-CN-B" userId="48b801ce-80b8-42d3-931b-2dcaf726016f" providerId="ADAL" clId="{9E0DD663-0B7A-4DB1-99AA-62F3DB4A863F}" dt="2023-09-12T07:22:54.537" v="182" actId="14100"/>
          <ac:spMkLst>
            <pc:docMk/>
            <pc:sldMk cId="1546206645" sldId="2147474140"/>
            <ac:spMk id="52" creationId="{00000000-0000-0000-0000-000000000000}"/>
          </ac:spMkLst>
        </pc:spChg>
        <pc:spChg chg="mod">
          <ac:chgData name="Wang,Shirley (HP Med RA) BII-CN-B" userId="48b801ce-80b8-42d3-931b-2dcaf726016f" providerId="ADAL" clId="{9E0DD663-0B7A-4DB1-99AA-62F3DB4A863F}" dt="2023-09-08T04:11:21.214" v="61" actId="108"/>
          <ac:spMkLst>
            <pc:docMk/>
            <pc:sldMk cId="1546206645" sldId="2147474140"/>
            <ac:spMk id="53" creationId="{00000000-0000-0000-0000-000000000000}"/>
          </ac:spMkLst>
        </pc:spChg>
        <pc:spChg chg="mod">
          <ac:chgData name="Wang,Shirley (HP Med RA) BII-CN-B" userId="48b801ce-80b8-42d3-931b-2dcaf726016f" providerId="ADAL" clId="{9E0DD663-0B7A-4DB1-99AA-62F3DB4A863F}" dt="2023-09-08T04:11:25.139" v="64" actId="20577"/>
          <ac:spMkLst>
            <pc:docMk/>
            <pc:sldMk cId="1546206645" sldId="2147474140"/>
            <ac:spMk id="56" creationId="{00000000-0000-0000-0000-000000000000}"/>
          </ac:spMkLst>
        </pc:spChg>
        <pc:spChg chg="mod">
          <ac:chgData name="Wang,Shirley (HP Med RA) BII-CN-B" userId="48b801ce-80b8-42d3-931b-2dcaf726016f" providerId="ADAL" clId="{9E0DD663-0B7A-4DB1-99AA-62F3DB4A863F}" dt="2023-09-08T04:10:54.167" v="37" actId="14100"/>
          <ac:spMkLst>
            <pc:docMk/>
            <pc:sldMk cId="1546206645" sldId="2147474140"/>
            <ac:spMk id="58" creationId="{00000000-0000-0000-0000-000000000000}"/>
          </ac:spMkLst>
        </pc:spChg>
        <pc:spChg chg="mod">
          <ac:chgData name="Wang,Shirley (HP Med RA) BII-CN-B" userId="48b801ce-80b8-42d3-931b-2dcaf726016f" providerId="ADAL" clId="{9E0DD663-0B7A-4DB1-99AA-62F3DB4A863F}" dt="2023-09-08T04:10:58.731" v="44" actId="20577"/>
          <ac:spMkLst>
            <pc:docMk/>
            <pc:sldMk cId="1546206645" sldId="2147474140"/>
            <ac:spMk id="71" creationId="{00000000-0000-0000-0000-000000000000}"/>
          </ac:spMkLst>
        </pc:spChg>
        <pc:spChg chg="mod">
          <ac:chgData name="Wang,Shirley (HP Med RA) BII-CN-B" userId="48b801ce-80b8-42d3-931b-2dcaf726016f" providerId="ADAL" clId="{9E0DD663-0B7A-4DB1-99AA-62F3DB4A863F}" dt="2023-09-08T04:10:51.744" v="36" actId="1076"/>
          <ac:spMkLst>
            <pc:docMk/>
            <pc:sldMk cId="1546206645" sldId="2147474140"/>
            <ac:spMk id="87" creationId="{00000000-0000-0000-0000-000000000000}"/>
          </ac:spMkLst>
        </pc:spChg>
        <pc:spChg chg="mod">
          <ac:chgData name="Wang,Shirley (HP Med RA) BII-CN-B" userId="48b801ce-80b8-42d3-931b-2dcaf726016f" providerId="ADAL" clId="{9E0DD663-0B7A-4DB1-99AA-62F3DB4A863F}" dt="2023-09-08T04:10:51.744" v="36" actId="1076"/>
          <ac:spMkLst>
            <pc:docMk/>
            <pc:sldMk cId="1546206645" sldId="2147474140"/>
            <ac:spMk id="88" creationId="{00000000-0000-0000-0000-000000000000}"/>
          </ac:spMkLst>
        </pc:spChg>
        <pc:spChg chg="mod">
          <ac:chgData name="Wang,Shirley (HP Med RA) BII-CN-B" userId="48b801ce-80b8-42d3-931b-2dcaf726016f" providerId="ADAL" clId="{9E0DD663-0B7A-4DB1-99AA-62F3DB4A863F}" dt="2023-09-12T07:22:50.839" v="181" actId="1038"/>
          <ac:spMkLst>
            <pc:docMk/>
            <pc:sldMk cId="1546206645" sldId="2147474140"/>
            <ac:spMk id="91" creationId="{00000000-0000-0000-0000-000000000000}"/>
          </ac:spMkLst>
        </pc:spChg>
        <pc:spChg chg="mod">
          <ac:chgData name="Wang,Shirley (HP Med RA) BII-CN-B" userId="48b801ce-80b8-42d3-931b-2dcaf726016f" providerId="ADAL" clId="{9E0DD663-0B7A-4DB1-99AA-62F3DB4A863F}" dt="2023-09-12T07:22:50.839" v="181" actId="1038"/>
          <ac:spMkLst>
            <pc:docMk/>
            <pc:sldMk cId="1546206645" sldId="2147474140"/>
            <ac:spMk id="92" creationId="{00000000-0000-0000-0000-000000000000}"/>
          </ac:spMkLst>
        </pc:spChg>
        <pc:grpChg chg="mod">
          <ac:chgData name="Wang,Shirley (HP Med RA) BII-CN-B" userId="48b801ce-80b8-42d3-931b-2dcaf726016f" providerId="ADAL" clId="{9E0DD663-0B7A-4DB1-99AA-62F3DB4A863F}" dt="2023-09-12T07:22:50.839" v="181" actId="1038"/>
          <ac:grpSpMkLst>
            <pc:docMk/>
            <pc:sldMk cId="1546206645" sldId="2147474140"/>
            <ac:grpSpMk id="51" creationId="{00000000-0000-0000-0000-000000000000}"/>
          </ac:grpSpMkLst>
        </pc:grpChg>
        <pc:grpChg chg="mod">
          <ac:chgData name="Wang,Shirley (HP Med RA) BII-CN-B" userId="48b801ce-80b8-42d3-931b-2dcaf726016f" providerId="ADAL" clId="{9E0DD663-0B7A-4DB1-99AA-62F3DB4A863F}" dt="2023-09-08T04:10:51.744" v="36" actId="1076"/>
          <ac:grpSpMkLst>
            <pc:docMk/>
            <pc:sldMk cId="1546206645" sldId="2147474140"/>
            <ac:grpSpMk id="57" creationId="{00000000-0000-0000-0000-000000000000}"/>
          </ac:grpSpMkLst>
        </pc:grpChg>
      </pc:sldChg>
      <pc:sldChg chg="modSp mod">
        <pc:chgData name="Wang,Shirley (HP Med RA) BII-CN-B" userId="48b801ce-80b8-42d3-931b-2dcaf726016f" providerId="ADAL" clId="{9E0DD663-0B7A-4DB1-99AA-62F3DB4A863F}" dt="2023-09-12T07:23:24.430" v="191" actId="207"/>
        <pc:sldMkLst>
          <pc:docMk/>
          <pc:sldMk cId="3222897294" sldId="2147474141"/>
        </pc:sldMkLst>
        <pc:graphicFrameChg chg="modGraphic">
          <ac:chgData name="Wang,Shirley (HP Med RA) BII-CN-B" userId="48b801ce-80b8-42d3-931b-2dcaf726016f" providerId="ADAL" clId="{9E0DD663-0B7A-4DB1-99AA-62F3DB4A863F}" dt="2023-09-12T07:23:24.430" v="191" actId="207"/>
          <ac:graphicFrameMkLst>
            <pc:docMk/>
            <pc:sldMk cId="3222897294" sldId="2147474141"/>
            <ac:graphicFrameMk id="3" creationId="{11AE3040-3184-4C5F-87F2-D328CD8202AC}"/>
          </ac:graphicFrameMkLst>
        </pc:graphicFrameChg>
      </pc:sldChg>
      <pc:sldChg chg="modSp mod">
        <pc:chgData name="Wang,Shirley (HP Med RA) BII-CN-B" userId="48b801ce-80b8-42d3-931b-2dcaf726016f" providerId="ADAL" clId="{9E0DD663-0B7A-4DB1-99AA-62F3DB4A863F}" dt="2023-09-12T07:24:50.623" v="201" actId="14100"/>
        <pc:sldMkLst>
          <pc:docMk/>
          <pc:sldMk cId="727913723" sldId="2147474918"/>
        </pc:sldMkLst>
        <pc:spChg chg="mod">
          <ac:chgData name="Wang,Shirley (HP Med RA) BII-CN-B" userId="48b801ce-80b8-42d3-931b-2dcaf726016f" providerId="ADAL" clId="{9E0DD663-0B7A-4DB1-99AA-62F3DB4A863F}" dt="2023-09-12T07:24:50.623" v="201" actId="14100"/>
          <ac:spMkLst>
            <pc:docMk/>
            <pc:sldMk cId="727913723" sldId="2147474918"/>
            <ac:spMk id="25" creationId="{822594A8-9B1D-F6D5-3A68-D2DCED1D4C7E}"/>
          </ac:spMkLst>
        </pc:spChg>
        <pc:spChg chg="mod">
          <ac:chgData name="Wang,Shirley (HP Med RA) BII-CN-B" userId="48b801ce-80b8-42d3-931b-2dcaf726016f" providerId="ADAL" clId="{9E0DD663-0B7A-4DB1-99AA-62F3DB4A863F}" dt="2023-09-12T07:24:18.887" v="193" actId="1076"/>
          <ac:spMkLst>
            <pc:docMk/>
            <pc:sldMk cId="727913723" sldId="2147474918"/>
            <ac:spMk id="40" creationId="{690DE71F-6030-5C78-EC80-2098BF8E2859}"/>
          </ac:spMkLst>
        </pc:spChg>
        <pc:grpChg chg="mod">
          <ac:chgData name="Wang,Shirley (HP Med RA) BII-CN-B" userId="48b801ce-80b8-42d3-931b-2dcaf726016f" providerId="ADAL" clId="{9E0DD663-0B7A-4DB1-99AA-62F3DB4A863F}" dt="2023-09-12T07:24:10.589" v="192" actId="1076"/>
          <ac:grpSpMkLst>
            <pc:docMk/>
            <pc:sldMk cId="727913723" sldId="2147474918"/>
            <ac:grpSpMk id="5" creationId="{B8E86C58-A7E3-4A1C-03AE-070EAD0BAFCE}"/>
          </ac:grpSpMkLst>
        </pc:grpChg>
      </pc:sldChg>
    </pc:docChg>
  </pc:docChgLst>
  <pc:docChgLst>
    <pc:chgData name="Zhang,Ying (MED CD&amp;O) BII-CN-S" userId="456eb1e0-4978-443e-822e-be854341a778" providerId="ADAL" clId="{435A3970-780D-4FC7-925A-9B774FD70F5F}"/>
    <pc:docChg chg="custSel modSld sldOrd">
      <pc:chgData name="Zhang,Ying (MED CD&amp;O) BII-CN-S" userId="456eb1e0-4978-443e-822e-be854341a778" providerId="ADAL" clId="{435A3970-780D-4FC7-925A-9B774FD70F5F}" dt="2023-06-14T02:18:36.965" v="136" actId="20577"/>
      <pc:docMkLst>
        <pc:docMk/>
      </pc:docMkLst>
      <pc:sldChg chg="modSp mod">
        <pc:chgData name="Zhang,Ying (MED CD&amp;O) BII-CN-S" userId="456eb1e0-4978-443e-822e-be854341a778" providerId="ADAL" clId="{435A3970-780D-4FC7-925A-9B774FD70F5F}" dt="2023-06-13T07:06:12.591" v="13" actId="14734"/>
        <pc:sldMkLst>
          <pc:docMk/>
          <pc:sldMk cId="3998980679" sldId="2147474060"/>
        </pc:sldMkLst>
        <pc:graphicFrameChg chg="modGraphic">
          <ac:chgData name="Zhang,Ying (MED CD&amp;O) BII-CN-S" userId="456eb1e0-4978-443e-822e-be854341a778" providerId="ADAL" clId="{435A3970-780D-4FC7-925A-9B774FD70F5F}" dt="2023-06-13T07:06:12.591" v="13" actId="14734"/>
          <ac:graphicFrameMkLst>
            <pc:docMk/>
            <pc:sldMk cId="3998980679" sldId="2147474060"/>
            <ac:graphicFrameMk id="6" creationId="{E52BDA42-1D11-AA1A-8E03-89CA8C33CE30}"/>
          </ac:graphicFrameMkLst>
        </pc:graphicFrameChg>
      </pc:sldChg>
      <pc:sldChg chg="addCm modCm">
        <pc:chgData name="Zhang,Ying (MED CD&amp;O) BII-CN-S" userId="456eb1e0-4978-443e-822e-be854341a778" providerId="ADAL" clId="{435A3970-780D-4FC7-925A-9B774FD70F5F}" dt="2023-06-13T06:38:05.533" v="7"/>
        <pc:sldMkLst>
          <pc:docMk/>
          <pc:sldMk cId="1655944972" sldId="2147474064"/>
        </pc:sldMkLst>
      </pc:sldChg>
      <pc:sldChg chg="modSp mod addCm delCm modCm">
        <pc:chgData name="Zhang,Ying (MED CD&amp;O) BII-CN-S" userId="456eb1e0-4978-443e-822e-be854341a778" providerId="ADAL" clId="{435A3970-780D-4FC7-925A-9B774FD70F5F}" dt="2023-06-14T01:30:35.612" v="128" actId="20577"/>
        <pc:sldMkLst>
          <pc:docMk/>
          <pc:sldMk cId="1632743858" sldId="2147474066"/>
        </pc:sldMkLst>
        <pc:spChg chg="mod">
          <ac:chgData name="Zhang,Ying (MED CD&amp;O) BII-CN-S" userId="456eb1e0-4978-443e-822e-be854341a778" providerId="ADAL" clId="{435A3970-780D-4FC7-925A-9B774FD70F5F}" dt="2023-06-14T01:30:35.612" v="128" actId="20577"/>
          <ac:spMkLst>
            <pc:docMk/>
            <pc:sldMk cId="1632743858" sldId="2147474066"/>
            <ac:spMk id="5" creationId="{ED313FD7-3429-45C7-99CF-22A9E776C723}"/>
          </ac:spMkLst>
        </pc:spChg>
      </pc:sldChg>
      <pc:sldChg chg="modSp mod ord">
        <pc:chgData name="Zhang,Ying (MED CD&amp;O) BII-CN-S" userId="456eb1e0-4978-443e-822e-be854341a778" providerId="ADAL" clId="{435A3970-780D-4FC7-925A-9B774FD70F5F}" dt="2023-06-14T02:18:36.965" v="136" actId="20577"/>
        <pc:sldMkLst>
          <pc:docMk/>
          <pc:sldMk cId="990989320" sldId="2147474068"/>
        </pc:sldMkLst>
        <pc:spChg chg="mod">
          <ac:chgData name="Zhang,Ying (MED CD&amp;O) BII-CN-S" userId="456eb1e0-4978-443e-822e-be854341a778" providerId="ADAL" clId="{435A3970-780D-4FC7-925A-9B774FD70F5F}" dt="2023-06-14T01:23:38.660" v="126" actId="20577"/>
          <ac:spMkLst>
            <pc:docMk/>
            <pc:sldMk cId="990989320" sldId="2147474068"/>
            <ac:spMk id="8" creationId="{9E1A3849-4A3C-B76A-A645-71EA4106A487}"/>
          </ac:spMkLst>
        </pc:spChg>
        <pc:graphicFrameChg chg="modGraphic">
          <ac:chgData name="Zhang,Ying (MED CD&amp;O) BII-CN-S" userId="456eb1e0-4978-443e-822e-be854341a778" providerId="ADAL" clId="{435A3970-780D-4FC7-925A-9B774FD70F5F}" dt="2023-06-13T07:11:19.525" v="24" actId="2166"/>
          <ac:graphicFrameMkLst>
            <pc:docMk/>
            <pc:sldMk cId="990989320" sldId="2147474068"/>
            <ac:graphicFrameMk id="5" creationId="{A47F774C-072B-A934-A952-A823C27C3C6C}"/>
          </ac:graphicFrameMkLst>
        </pc:graphicFrameChg>
        <pc:graphicFrameChg chg="modGraphic">
          <ac:chgData name="Zhang,Ying (MED CD&amp;O) BII-CN-S" userId="456eb1e0-4978-443e-822e-be854341a778" providerId="ADAL" clId="{435A3970-780D-4FC7-925A-9B774FD70F5F}" dt="2023-06-14T02:18:36.965" v="136" actId="20577"/>
          <ac:graphicFrameMkLst>
            <pc:docMk/>
            <pc:sldMk cId="990989320" sldId="2147474068"/>
            <ac:graphicFrameMk id="6" creationId="{21400C20-E025-E3D6-F052-439A4B7B5914}"/>
          </ac:graphicFrameMkLst>
        </pc:graphicFrameChg>
      </pc:sldChg>
      <pc:sldChg chg="modSp mod">
        <pc:chgData name="Zhang,Ying (MED CD&amp;O) BII-CN-S" userId="456eb1e0-4978-443e-822e-be854341a778" providerId="ADAL" clId="{435A3970-780D-4FC7-925A-9B774FD70F5F}" dt="2023-06-13T07:07:09.757" v="16" actId="2165"/>
        <pc:sldMkLst>
          <pc:docMk/>
          <pc:sldMk cId="612364259" sldId="2147474070"/>
        </pc:sldMkLst>
        <pc:graphicFrameChg chg="modGraphic">
          <ac:chgData name="Zhang,Ying (MED CD&amp;O) BII-CN-S" userId="456eb1e0-4978-443e-822e-be854341a778" providerId="ADAL" clId="{435A3970-780D-4FC7-925A-9B774FD70F5F}" dt="2023-06-13T07:07:09.757" v="16" actId="2165"/>
          <ac:graphicFrameMkLst>
            <pc:docMk/>
            <pc:sldMk cId="612364259" sldId="2147474070"/>
            <ac:graphicFrameMk id="5" creationId="{C9D492A5-594D-11E8-375C-E7AF431A9699}"/>
          </ac:graphicFrameMkLst>
        </pc:graphicFrameChg>
      </pc:sldChg>
    </pc:docChg>
  </pc:docChgLst>
  <pc:docChgLst>
    <pc:chgData name="Chen,Michael (HP Med RA) BII-CN-B" userId="d5e1e1c3-1b8e-4d7c-a738-2fc34bcfb3bb" providerId="ADAL" clId="{7B54DD85-34E4-4A7D-A4BC-856168C5BA8E}"/>
    <pc:docChg chg="undo custSel modSld">
      <pc:chgData name="Chen,Michael (HP Med RA) BII-CN-B" userId="d5e1e1c3-1b8e-4d7c-a738-2fc34bcfb3bb" providerId="ADAL" clId="{7B54DD85-34E4-4A7D-A4BC-856168C5BA8E}" dt="2022-05-11T01:06:16.767" v="510" actId="20577"/>
      <pc:docMkLst>
        <pc:docMk/>
      </pc:docMkLst>
      <pc:sldChg chg="addSp modSp mod">
        <pc:chgData name="Chen,Michael (HP Med RA) BII-CN-B" userId="d5e1e1c3-1b8e-4d7c-a738-2fc34bcfb3bb" providerId="ADAL" clId="{7B54DD85-34E4-4A7D-A4BC-856168C5BA8E}" dt="2022-05-11T01:06:16.767" v="510" actId="20577"/>
        <pc:sldMkLst>
          <pc:docMk/>
          <pc:sldMk cId="2494594408" sldId="2147377213"/>
        </pc:sldMkLst>
        <pc:spChg chg="add mod">
          <ac:chgData name="Chen,Michael (HP Med RA) BII-CN-B" userId="d5e1e1c3-1b8e-4d7c-a738-2fc34bcfb3bb" providerId="ADAL" clId="{7B54DD85-34E4-4A7D-A4BC-856168C5BA8E}" dt="2022-05-11T01:05:43.980" v="445" actId="6549"/>
          <ac:spMkLst>
            <pc:docMk/>
            <pc:sldMk cId="2494594408" sldId="2147377213"/>
            <ac:spMk id="7" creationId="{3856D88B-6C48-405B-85F9-856242D46104}"/>
          </ac:spMkLst>
        </pc:spChg>
        <pc:graphicFrameChg chg="mod modGraphic">
          <ac:chgData name="Chen,Michael (HP Med RA) BII-CN-B" userId="d5e1e1c3-1b8e-4d7c-a738-2fc34bcfb3bb" providerId="ADAL" clId="{7B54DD85-34E4-4A7D-A4BC-856168C5BA8E}" dt="2022-05-11T01:06:16.767" v="510" actId="20577"/>
          <ac:graphicFrameMkLst>
            <pc:docMk/>
            <pc:sldMk cId="2494594408" sldId="2147377213"/>
            <ac:graphicFrameMk id="6" creationId="{B52C349B-EE09-4752-9A83-5EDDE08DD675}"/>
          </ac:graphicFrameMkLst>
        </pc:graphicFrameChg>
      </pc:sldChg>
    </pc:docChg>
  </pc:docChgLst>
  <pc:docChgLst>
    <pc:chgData name="Li,Yuting (HP Medicine) BII-CN-S" userId="ce8fbb54-122c-426d-b8da-fdcc5e1b5022" providerId="ADAL" clId="{C118A44A-927C-46AA-AF87-DC6B59E08CBE}"/>
    <pc:docChg chg="undo custSel addSld delSld modSld">
      <pc:chgData name="Li,Yuting (HP Medicine) BII-CN-S" userId="ce8fbb54-122c-426d-b8da-fdcc5e1b5022" providerId="ADAL" clId="{C118A44A-927C-46AA-AF87-DC6B59E08CBE}" dt="2023-04-10T07:15:00.821" v="890" actId="20577"/>
      <pc:docMkLst>
        <pc:docMk/>
      </pc:docMkLst>
      <pc:sldChg chg="addSp modSp">
        <pc:chgData name="Li,Yuting (HP Medicine) BII-CN-S" userId="ce8fbb54-122c-426d-b8da-fdcc5e1b5022" providerId="ADAL" clId="{C118A44A-927C-46AA-AF87-DC6B59E08CBE}" dt="2023-04-08T09:37:35.102" v="360"/>
        <pc:sldMkLst>
          <pc:docMk/>
          <pc:sldMk cId="3257504880" sldId="535"/>
        </pc:sldMkLst>
        <pc:spChg chg="add mod">
          <ac:chgData name="Li,Yuting (HP Medicine) BII-CN-S" userId="ce8fbb54-122c-426d-b8da-fdcc5e1b5022" providerId="ADAL" clId="{C118A44A-927C-46AA-AF87-DC6B59E08CBE}" dt="2023-04-08T09:37:35.102" v="360"/>
          <ac:spMkLst>
            <pc:docMk/>
            <pc:sldMk cId="3257504880" sldId="535"/>
            <ac:spMk id="98" creationId="{4596154F-3324-455E-A5F5-1CE6A4978EE5}"/>
          </ac:spMkLst>
        </pc:spChg>
        <pc:picChg chg="add mod">
          <ac:chgData name="Li,Yuting (HP Medicine) BII-CN-S" userId="ce8fbb54-122c-426d-b8da-fdcc5e1b5022" providerId="ADAL" clId="{C118A44A-927C-46AA-AF87-DC6B59E08CBE}" dt="2023-04-08T09:37:35.102" v="360"/>
          <ac:picMkLst>
            <pc:docMk/>
            <pc:sldMk cId="3257504880" sldId="535"/>
            <ac:picMk id="97" creationId="{C417DDFA-DF52-49F1-A5C9-98D2DD9D7E05}"/>
          </ac:picMkLst>
        </pc:picChg>
      </pc:sldChg>
      <pc:sldChg chg="modSp mod">
        <pc:chgData name="Li,Yuting (HP Medicine) BII-CN-S" userId="ce8fbb54-122c-426d-b8da-fdcc5e1b5022" providerId="ADAL" clId="{C118A44A-927C-46AA-AF87-DC6B59E08CBE}" dt="2023-04-10T07:15:00.821" v="890" actId="20577"/>
        <pc:sldMkLst>
          <pc:docMk/>
          <pc:sldMk cId="241983310" sldId="2147377327"/>
        </pc:sldMkLst>
        <pc:graphicFrameChg chg="modGraphic">
          <ac:chgData name="Li,Yuting (HP Medicine) BII-CN-S" userId="ce8fbb54-122c-426d-b8da-fdcc5e1b5022" providerId="ADAL" clId="{C118A44A-927C-46AA-AF87-DC6B59E08CBE}" dt="2023-04-10T07:15:00.821" v="890" actId="20577"/>
          <ac:graphicFrameMkLst>
            <pc:docMk/>
            <pc:sldMk cId="241983310" sldId="2147377327"/>
            <ac:graphicFrameMk id="5" creationId="{B14F0F24-905B-41A6-92CA-632635620CA6}"/>
          </ac:graphicFrameMkLst>
        </pc:graphicFrameChg>
      </pc:sldChg>
      <pc:sldChg chg="modSp mod">
        <pc:chgData name="Li,Yuting (HP Medicine) BII-CN-S" userId="ce8fbb54-122c-426d-b8da-fdcc5e1b5022" providerId="ADAL" clId="{C118A44A-927C-46AA-AF87-DC6B59E08CBE}" dt="2023-04-08T11:12:01.610" v="365"/>
        <pc:sldMkLst>
          <pc:docMk/>
          <pc:sldMk cId="3596583069" sldId="2147471212"/>
        </pc:sldMkLst>
        <pc:graphicFrameChg chg="modGraphic">
          <ac:chgData name="Li,Yuting (HP Medicine) BII-CN-S" userId="ce8fbb54-122c-426d-b8da-fdcc5e1b5022" providerId="ADAL" clId="{C118A44A-927C-46AA-AF87-DC6B59E08CBE}" dt="2023-04-08T11:12:01.610" v="365"/>
          <ac:graphicFrameMkLst>
            <pc:docMk/>
            <pc:sldMk cId="3596583069" sldId="2147471212"/>
            <ac:graphicFrameMk id="10" creationId="{7ED29C9C-0700-480D-B788-68CBB9D31EEE}"/>
          </ac:graphicFrameMkLst>
        </pc:graphicFrameChg>
      </pc:sldChg>
      <pc:sldChg chg="modSp mod modAnim">
        <pc:chgData name="Li,Yuting (HP Medicine) BII-CN-S" userId="ce8fbb54-122c-426d-b8da-fdcc5e1b5022" providerId="ADAL" clId="{C118A44A-927C-46AA-AF87-DC6B59E08CBE}" dt="2023-04-09T09:09:48.324" v="820" actId="20577"/>
        <pc:sldMkLst>
          <pc:docMk/>
          <pc:sldMk cId="4075052529" sldId="2147471216"/>
        </pc:sldMkLst>
        <pc:spChg chg="mod">
          <ac:chgData name="Li,Yuting (HP Medicine) BII-CN-S" userId="ce8fbb54-122c-426d-b8da-fdcc5e1b5022" providerId="ADAL" clId="{C118A44A-927C-46AA-AF87-DC6B59E08CBE}" dt="2023-04-08T11:29:48.867" v="430" actId="20577"/>
          <ac:spMkLst>
            <pc:docMk/>
            <pc:sldMk cId="4075052529" sldId="2147471216"/>
            <ac:spMk id="157" creationId="{ABF1C8FA-24FE-4186-8317-54D0AE86DBB2}"/>
          </ac:spMkLst>
        </pc:spChg>
        <pc:spChg chg="mod">
          <ac:chgData name="Li,Yuting (HP Medicine) BII-CN-S" userId="ce8fbb54-122c-426d-b8da-fdcc5e1b5022" providerId="ADAL" clId="{C118A44A-927C-46AA-AF87-DC6B59E08CBE}" dt="2023-04-09T09:09:48.324" v="820" actId="20577"/>
          <ac:spMkLst>
            <pc:docMk/>
            <pc:sldMk cId="4075052529" sldId="2147471216"/>
            <ac:spMk id="158" creationId="{1665825A-176E-4E94-9473-34DF84E9D4F2}"/>
          </ac:spMkLst>
        </pc:spChg>
        <pc:spChg chg="mod">
          <ac:chgData name="Li,Yuting (HP Medicine) BII-CN-S" userId="ce8fbb54-122c-426d-b8da-fdcc5e1b5022" providerId="ADAL" clId="{C118A44A-927C-46AA-AF87-DC6B59E08CBE}" dt="2023-04-08T11:30:53.070" v="436" actId="14100"/>
          <ac:spMkLst>
            <pc:docMk/>
            <pc:sldMk cId="4075052529" sldId="2147471216"/>
            <ac:spMk id="178" creationId="{C8A141E8-3A7E-477A-B6F1-59F3BCA948DD}"/>
          </ac:spMkLst>
        </pc:spChg>
        <pc:spChg chg="mod">
          <ac:chgData name="Li,Yuting (HP Medicine) BII-CN-S" userId="ce8fbb54-122c-426d-b8da-fdcc5e1b5022" providerId="ADAL" clId="{C118A44A-927C-46AA-AF87-DC6B59E08CBE}" dt="2023-04-08T11:33:24.263" v="439" actId="20577"/>
          <ac:spMkLst>
            <pc:docMk/>
            <pc:sldMk cId="4075052529" sldId="2147471216"/>
            <ac:spMk id="259" creationId="{9A99EE08-8E0B-48AC-B1A0-CBBED4446D88}"/>
          </ac:spMkLst>
        </pc:spChg>
      </pc:sldChg>
      <pc:sldChg chg="addSp modSp mod">
        <pc:chgData name="Li,Yuting (HP Medicine) BII-CN-S" userId="ce8fbb54-122c-426d-b8da-fdcc5e1b5022" providerId="ADAL" clId="{C118A44A-927C-46AA-AF87-DC6B59E08CBE}" dt="2023-04-08T12:56:11.077" v="639" actId="20577"/>
        <pc:sldMkLst>
          <pc:docMk/>
          <pc:sldMk cId="2518583845" sldId="2147471218"/>
        </pc:sldMkLst>
        <pc:spChg chg="mod">
          <ac:chgData name="Li,Yuting (HP Medicine) BII-CN-S" userId="ce8fbb54-122c-426d-b8da-fdcc5e1b5022" providerId="ADAL" clId="{C118A44A-927C-46AA-AF87-DC6B59E08CBE}" dt="2023-04-08T12:56:11.077" v="639" actId="20577"/>
          <ac:spMkLst>
            <pc:docMk/>
            <pc:sldMk cId="2518583845" sldId="2147471218"/>
            <ac:spMk id="6" creationId="{25357EA1-1F19-4D1B-9A4E-2EAB26F09BB9}"/>
          </ac:spMkLst>
        </pc:spChg>
        <pc:spChg chg="add mod">
          <ac:chgData name="Li,Yuting (HP Medicine) BII-CN-S" userId="ce8fbb54-122c-426d-b8da-fdcc5e1b5022" providerId="ADAL" clId="{C118A44A-927C-46AA-AF87-DC6B59E08CBE}" dt="2023-04-08T12:55:33.342" v="629" actId="20577"/>
          <ac:spMkLst>
            <pc:docMk/>
            <pc:sldMk cId="2518583845" sldId="2147471218"/>
            <ac:spMk id="160" creationId="{37CF8D9D-52FB-44D2-887A-5E108CA21D63}"/>
          </ac:spMkLst>
        </pc:spChg>
      </pc:sldChg>
      <pc:sldChg chg="delSp modSp mod modNotesTx">
        <pc:chgData name="Li,Yuting (HP Medicine) BII-CN-S" userId="ce8fbb54-122c-426d-b8da-fdcc5e1b5022" providerId="ADAL" clId="{C118A44A-927C-46AA-AF87-DC6B59E08CBE}" dt="2023-04-10T02:08:57.090" v="888"/>
        <pc:sldMkLst>
          <pc:docMk/>
          <pc:sldMk cId="3753173957" sldId="2147471223"/>
        </pc:sldMkLst>
        <pc:spChg chg="mod">
          <ac:chgData name="Li,Yuting (HP Medicine) BII-CN-S" userId="ce8fbb54-122c-426d-b8da-fdcc5e1b5022" providerId="ADAL" clId="{C118A44A-927C-46AA-AF87-DC6B59E08CBE}" dt="2023-04-08T13:43:09.069" v="728" actId="1076"/>
          <ac:spMkLst>
            <pc:docMk/>
            <pc:sldMk cId="3753173957" sldId="2147471223"/>
            <ac:spMk id="4" creationId="{DCD16EBE-1F1B-470C-B4A9-EDD6259AB2A7}"/>
          </ac:spMkLst>
        </pc:spChg>
        <pc:spChg chg="mod">
          <ac:chgData name="Li,Yuting (HP Medicine) BII-CN-S" userId="ce8fbb54-122c-426d-b8da-fdcc5e1b5022" providerId="ADAL" clId="{C118A44A-927C-46AA-AF87-DC6B59E08CBE}" dt="2023-04-08T13:33:12.456" v="641" actId="6549"/>
          <ac:spMkLst>
            <pc:docMk/>
            <pc:sldMk cId="3753173957" sldId="2147471223"/>
            <ac:spMk id="27" creationId="{C787EF92-AECB-45F5-890F-9C2A4F7817D9}"/>
          </ac:spMkLst>
        </pc:spChg>
        <pc:spChg chg="del">
          <ac:chgData name="Li,Yuting (HP Medicine) BII-CN-S" userId="ce8fbb54-122c-426d-b8da-fdcc5e1b5022" providerId="ADAL" clId="{C118A44A-927C-46AA-AF87-DC6B59E08CBE}" dt="2023-04-10T01:08:41.324" v="875" actId="478"/>
          <ac:spMkLst>
            <pc:docMk/>
            <pc:sldMk cId="3753173957" sldId="2147471223"/>
            <ac:spMk id="28" creationId="{0B3263AC-F085-4172-B6FF-3417B26E291C}"/>
          </ac:spMkLst>
        </pc:spChg>
        <pc:spChg chg="del">
          <ac:chgData name="Li,Yuting (HP Medicine) BII-CN-S" userId="ce8fbb54-122c-426d-b8da-fdcc5e1b5022" providerId="ADAL" clId="{C118A44A-927C-46AA-AF87-DC6B59E08CBE}" dt="2023-04-10T01:08:38.056" v="874" actId="478"/>
          <ac:spMkLst>
            <pc:docMk/>
            <pc:sldMk cId="3753173957" sldId="2147471223"/>
            <ac:spMk id="29" creationId="{CE2A1B5D-587C-4C2C-8F03-BED5278949FE}"/>
          </ac:spMkLst>
        </pc:spChg>
        <pc:spChg chg="mod">
          <ac:chgData name="Li,Yuting (HP Medicine) BII-CN-S" userId="ce8fbb54-122c-426d-b8da-fdcc5e1b5022" providerId="ADAL" clId="{C118A44A-927C-46AA-AF87-DC6B59E08CBE}" dt="2023-04-09T10:42:25.351" v="873" actId="1038"/>
          <ac:spMkLst>
            <pc:docMk/>
            <pc:sldMk cId="3753173957" sldId="2147471223"/>
            <ac:spMk id="39" creationId="{0C2FCF3D-3510-4DCE-9D43-AB249DBB4614}"/>
          </ac:spMkLst>
        </pc:spChg>
        <pc:spChg chg="mod">
          <ac:chgData name="Li,Yuting (HP Medicine) BII-CN-S" userId="ce8fbb54-122c-426d-b8da-fdcc5e1b5022" providerId="ADAL" clId="{C118A44A-927C-46AA-AF87-DC6B59E08CBE}" dt="2023-04-09T10:42:25.351" v="873" actId="1038"/>
          <ac:spMkLst>
            <pc:docMk/>
            <pc:sldMk cId="3753173957" sldId="2147471223"/>
            <ac:spMk id="40" creationId="{83C18301-A155-4D74-A621-4D0EFF5B7EA1}"/>
          </ac:spMkLst>
        </pc:spChg>
        <pc:spChg chg="mod">
          <ac:chgData name="Li,Yuting (HP Medicine) BII-CN-S" userId="ce8fbb54-122c-426d-b8da-fdcc5e1b5022" providerId="ADAL" clId="{C118A44A-927C-46AA-AF87-DC6B59E08CBE}" dt="2023-04-09T10:42:25.351" v="873" actId="1038"/>
          <ac:spMkLst>
            <pc:docMk/>
            <pc:sldMk cId="3753173957" sldId="2147471223"/>
            <ac:spMk id="41" creationId="{5F1D91BA-7EF7-4EC5-8E9F-BB2FC7138961}"/>
          </ac:spMkLst>
        </pc:spChg>
        <pc:spChg chg="mod">
          <ac:chgData name="Li,Yuting (HP Medicine) BII-CN-S" userId="ce8fbb54-122c-426d-b8da-fdcc5e1b5022" providerId="ADAL" clId="{C118A44A-927C-46AA-AF87-DC6B59E08CBE}" dt="2023-04-09T10:42:25.351" v="873" actId="1038"/>
          <ac:spMkLst>
            <pc:docMk/>
            <pc:sldMk cId="3753173957" sldId="2147471223"/>
            <ac:spMk id="42" creationId="{72B8B4BA-F240-4421-A314-6687BC8D8C11}"/>
          </ac:spMkLst>
        </pc:spChg>
        <pc:cxnChg chg="del">
          <ac:chgData name="Li,Yuting (HP Medicine) BII-CN-S" userId="ce8fbb54-122c-426d-b8da-fdcc5e1b5022" providerId="ADAL" clId="{C118A44A-927C-46AA-AF87-DC6B59E08CBE}" dt="2023-04-10T01:08:44.280" v="876" actId="478"/>
          <ac:cxnSpMkLst>
            <pc:docMk/>
            <pc:sldMk cId="3753173957" sldId="2147471223"/>
            <ac:cxnSpMk id="3" creationId="{AAF468B2-1028-4977-811B-45C6AEF0F690}"/>
          </ac:cxnSpMkLst>
        </pc:cxnChg>
      </pc:sldChg>
      <pc:sldChg chg="modSp mod">
        <pc:chgData name="Li,Yuting (HP Medicine) BII-CN-S" userId="ce8fbb54-122c-426d-b8da-fdcc5e1b5022" providerId="ADAL" clId="{C118A44A-927C-46AA-AF87-DC6B59E08CBE}" dt="2023-04-08T14:06:16.867" v="758" actId="20577"/>
        <pc:sldMkLst>
          <pc:docMk/>
          <pc:sldMk cId="2755039485" sldId="2147471225"/>
        </pc:sldMkLst>
        <pc:spChg chg="mod">
          <ac:chgData name="Li,Yuting (HP Medicine) BII-CN-S" userId="ce8fbb54-122c-426d-b8da-fdcc5e1b5022" providerId="ADAL" clId="{C118A44A-927C-46AA-AF87-DC6B59E08CBE}" dt="2023-04-08T13:43:43.711" v="741" actId="20577"/>
          <ac:spMkLst>
            <pc:docMk/>
            <pc:sldMk cId="2755039485" sldId="2147471225"/>
            <ac:spMk id="8" creationId="{00000000-0000-0000-0000-000000000000}"/>
          </ac:spMkLst>
        </pc:spChg>
        <pc:graphicFrameChg chg="modGraphic">
          <ac:chgData name="Li,Yuting (HP Medicine) BII-CN-S" userId="ce8fbb54-122c-426d-b8da-fdcc5e1b5022" providerId="ADAL" clId="{C118A44A-927C-46AA-AF87-DC6B59E08CBE}" dt="2023-04-08T14:06:16.867" v="758" actId="20577"/>
          <ac:graphicFrameMkLst>
            <pc:docMk/>
            <pc:sldMk cId="2755039485" sldId="2147471225"/>
            <ac:graphicFrameMk id="12" creationId="{EE24276D-C300-4706-ACD2-32E108653E2B}"/>
          </ac:graphicFrameMkLst>
        </pc:graphicFrameChg>
      </pc:sldChg>
      <pc:sldChg chg="modSp mod">
        <pc:chgData name="Li,Yuting (HP Medicine) BII-CN-S" userId="ce8fbb54-122c-426d-b8da-fdcc5e1b5022" providerId="ADAL" clId="{C118A44A-927C-46AA-AF87-DC6B59E08CBE}" dt="2023-04-10T01:35:10.072" v="878" actId="13926"/>
        <pc:sldMkLst>
          <pc:docMk/>
          <pc:sldMk cId="1855604625" sldId="2147471228"/>
        </pc:sldMkLst>
        <pc:graphicFrameChg chg="mod modGraphic">
          <ac:chgData name="Li,Yuting (HP Medicine) BII-CN-S" userId="ce8fbb54-122c-426d-b8da-fdcc5e1b5022" providerId="ADAL" clId="{C118A44A-927C-46AA-AF87-DC6B59E08CBE}" dt="2023-04-10T01:35:10.072" v="878" actId="13926"/>
          <ac:graphicFrameMkLst>
            <pc:docMk/>
            <pc:sldMk cId="1855604625" sldId="2147471228"/>
            <ac:graphicFrameMk id="3" creationId="{11AE3040-3184-4C5F-87F2-D328CD8202AC}"/>
          </ac:graphicFrameMkLst>
        </pc:graphicFrameChg>
      </pc:sldChg>
      <pc:sldChg chg="addSp modSp mod modAnim">
        <pc:chgData name="Li,Yuting (HP Medicine) BII-CN-S" userId="ce8fbb54-122c-426d-b8da-fdcc5e1b5022" providerId="ADAL" clId="{C118A44A-927C-46AA-AF87-DC6B59E08CBE}" dt="2023-04-09T09:21:36.765" v="840" actId="1076"/>
        <pc:sldMkLst>
          <pc:docMk/>
          <pc:sldMk cId="3520902747" sldId="2147471229"/>
        </pc:sldMkLst>
        <pc:spChg chg="add mod">
          <ac:chgData name="Li,Yuting (HP Medicine) BII-CN-S" userId="ce8fbb54-122c-426d-b8da-fdcc5e1b5022" providerId="ADAL" clId="{C118A44A-927C-46AA-AF87-DC6B59E08CBE}" dt="2023-04-09T09:21:16.721" v="822" actId="1076"/>
          <ac:spMkLst>
            <pc:docMk/>
            <pc:sldMk cId="3520902747" sldId="2147471229"/>
            <ac:spMk id="32" creationId="{B9F4CAF3-C91A-4AE1-9BAF-6C567F6E2E0B}"/>
          </ac:spMkLst>
        </pc:spChg>
        <pc:spChg chg="add mod">
          <ac:chgData name="Li,Yuting (HP Medicine) BII-CN-S" userId="ce8fbb54-122c-426d-b8da-fdcc5e1b5022" providerId="ADAL" clId="{C118A44A-927C-46AA-AF87-DC6B59E08CBE}" dt="2023-04-09T09:21:36.765" v="840" actId="1076"/>
          <ac:spMkLst>
            <pc:docMk/>
            <pc:sldMk cId="3520902747" sldId="2147471229"/>
            <ac:spMk id="33" creationId="{BC431860-27D6-47B6-B56A-6A9444564759}"/>
          </ac:spMkLst>
        </pc:spChg>
      </pc:sldChg>
      <pc:sldChg chg="modSp mod modNotesTx">
        <pc:chgData name="Li,Yuting (HP Medicine) BII-CN-S" userId="ce8fbb54-122c-426d-b8da-fdcc5e1b5022" providerId="ADAL" clId="{C118A44A-927C-46AA-AF87-DC6B59E08CBE}" dt="2023-04-08T11:53:13.505" v="446" actId="20577"/>
        <pc:sldMkLst>
          <pc:docMk/>
          <pc:sldMk cId="1481600618" sldId="2147471230"/>
        </pc:sldMkLst>
        <pc:spChg chg="mod">
          <ac:chgData name="Li,Yuting (HP Medicine) BII-CN-S" userId="ce8fbb54-122c-426d-b8da-fdcc5e1b5022" providerId="ADAL" clId="{C118A44A-927C-46AA-AF87-DC6B59E08CBE}" dt="2023-04-08T11:53:13.505" v="446" actId="20577"/>
          <ac:spMkLst>
            <pc:docMk/>
            <pc:sldMk cId="1481600618" sldId="2147471230"/>
            <ac:spMk id="107" creationId="{7DDA071E-5F80-4527-AE47-F1E7B2DC2A5B}"/>
          </ac:spMkLst>
        </pc:spChg>
      </pc:sldChg>
      <pc:sldChg chg="modSp mod">
        <pc:chgData name="Li,Yuting (HP Medicine) BII-CN-S" userId="ce8fbb54-122c-426d-b8da-fdcc5e1b5022" providerId="ADAL" clId="{C118A44A-927C-46AA-AF87-DC6B59E08CBE}" dt="2023-04-08T12:02:58.381" v="527" actId="20577"/>
        <pc:sldMkLst>
          <pc:docMk/>
          <pc:sldMk cId="2608092380" sldId="2147471231"/>
        </pc:sldMkLst>
        <pc:spChg chg="mod">
          <ac:chgData name="Li,Yuting (HP Medicine) BII-CN-S" userId="ce8fbb54-122c-426d-b8da-fdcc5e1b5022" providerId="ADAL" clId="{C118A44A-927C-46AA-AF87-DC6B59E08CBE}" dt="2023-04-08T12:02:22.008" v="521" actId="1076"/>
          <ac:spMkLst>
            <pc:docMk/>
            <pc:sldMk cId="2608092380" sldId="2147471231"/>
            <ac:spMk id="7" creationId="{00000000-0000-0000-0000-000000000000}"/>
          </ac:spMkLst>
        </pc:spChg>
        <pc:spChg chg="mod">
          <ac:chgData name="Li,Yuting (HP Medicine) BII-CN-S" userId="ce8fbb54-122c-426d-b8da-fdcc5e1b5022" providerId="ADAL" clId="{C118A44A-927C-46AA-AF87-DC6B59E08CBE}" dt="2023-04-08T12:02:58.381" v="527" actId="20577"/>
          <ac:spMkLst>
            <pc:docMk/>
            <pc:sldMk cId="2608092380" sldId="2147471231"/>
            <ac:spMk id="75" creationId="{23E443ED-C91E-4425-963C-DB47A7F0B19C}"/>
          </ac:spMkLst>
        </pc:spChg>
        <pc:spChg chg="mod">
          <ac:chgData name="Li,Yuting (HP Medicine) BII-CN-S" userId="ce8fbb54-122c-426d-b8da-fdcc5e1b5022" providerId="ADAL" clId="{C118A44A-927C-46AA-AF87-DC6B59E08CBE}" dt="2023-04-08T12:02:30.322" v="524" actId="1076"/>
          <ac:spMkLst>
            <pc:docMk/>
            <pc:sldMk cId="2608092380" sldId="2147471231"/>
            <ac:spMk id="91" creationId="{FD45A3FD-80BA-4AD6-B3CE-25602A6E2FB5}"/>
          </ac:spMkLst>
        </pc:spChg>
      </pc:sldChg>
      <pc:sldChg chg="addSp modSp mod">
        <pc:chgData name="Li,Yuting (HP Medicine) BII-CN-S" userId="ce8fbb54-122c-426d-b8da-fdcc5e1b5022" providerId="ADAL" clId="{C118A44A-927C-46AA-AF87-DC6B59E08CBE}" dt="2023-04-10T01:49:35.718" v="887" actId="20577"/>
        <pc:sldMkLst>
          <pc:docMk/>
          <pc:sldMk cId="2074525452" sldId="2147471232"/>
        </pc:sldMkLst>
        <pc:spChg chg="mod">
          <ac:chgData name="Li,Yuting (HP Medicine) BII-CN-S" userId="ce8fbb54-122c-426d-b8da-fdcc5e1b5022" providerId="ADAL" clId="{C118A44A-927C-46AA-AF87-DC6B59E08CBE}" dt="2023-04-08T12:14:03.617" v="579" actId="1076"/>
          <ac:spMkLst>
            <pc:docMk/>
            <pc:sldMk cId="2074525452" sldId="2147471232"/>
            <ac:spMk id="29" creationId="{9224C17E-1AA1-4096-A3FD-25D6FD8BA444}"/>
          </ac:spMkLst>
        </pc:spChg>
        <pc:spChg chg="add mod">
          <ac:chgData name="Li,Yuting (HP Medicine) BII-CN-S" userId="ce8fbb54-122c-426d-b8da-fdcc5e1b5022" providerId="ADAL" clId="{C118A44A-927C-46AA-AF87-DC6B59E08CBE}" dt="2023-04-08T12:09:09.866" v="577" actId="20577"/>
          <ac:spMkLst>
            <pc:docMk/>
            <pc:sldMk cId="2074525452" sldId="2147471232"/>
            <ac:spMk id="52" creationId="{5730AD61-34A2-44E5-9E00-89B96287047E}"/>
          </ac:spMkLst>
        </pc:spChg>
        <pc:spChg chg="mod">
          <ac:chgData name="Li,Yuting (HP Medicine) BII-CN-S" userId="ce8fbb54-122c-426d-b8da-fdcc5e1b5022" providerId="ADAL" clId="{C118A44A-927C-46AA-AF87-DC6B59E08CBE}" dt="2023-04-10T01:49:35.718" v="887" actId="20577"/>
          <ac:spMkLst>
            <pc:docMk/>
            <pc:sldMk cId="2074525452" sldId="2147471232"/>
            <ac:spMk id="62" creationId="{8DB07CF5-ABA1-4C9B-A9DA-0E66E05CDEC6}"/>
          </ac:spMkLst>
        </pc:spChg>
        <pc:cxnChg chg="mod">
          <ac:chgData name="Li,Yuting (HP Medicine) BII-CN-S" userId="ce8fbb54-122c-426d-b8da-fdcc5e1b5022" providerId="ADAL" clId="{C118A44A-927C-46AA-AF87-DC6B59E08CBE}" dt="2023-04-08T12:14:00.397" v="578" actId="1076"/>
          <ac:cxnSpMkLst>
            <pc:docMk/>
            <pc:sldMk cId="2074525452" sldId="2147471232"/>
            <ac:cxnSpMk id="28" creationId="{9C165100-0114-4167-8FF0-BFF01B293D04}"/>
          </ac:cxnSpMkLst>
        </pc:cxnChg>
      </pc:sldChg>
      <pc:sldChg chg="del">
        <pc:chgData name="Li,Yuting (HP Medicine) BII-CN-S" userId="ce8fbb54-122c-426d-b8da-fdcc5e1b5022" providerId="ADAL" clId="{C118A44A-927C-46AA-AF87-DC6B59E08CBE}" dt="2023-04-10T01:37:10.156" v="880" actId="47"/>
        <pc:sldMkLst>
          <pc:docMk/>
          <pc:sldMk cId="2668428287" sldId="2147471233"/>
        </pc:sldMkLst>
      </pc:sldChg>
      <pc:sldChg chg="modSp">
        <pc:chgData name="Li,Yuting (HP Medicine) BII-CN-S" userId="ce8fbb54-122c-426d-b8da-fdcc5e1b5022" providerId="ADAL" clId="{C118A44A-927C-46AA-AF87-DC6B59E08CBE}" dt="2023-04-08T12:44:34.412" v="627"/>
        <pc:sldMkLst>
          <pc:docMk/>
          <pc:sldMk cId="1326441350" sldId="2147471234"/>
        </pc:sldMkLst>
        <pc:graphicFrameChg chg="mod">
          <ac:chgData name="Li,Yuting (HP Medicine) BII-CN-S" userId="ce8fbb54-122c-426d-b8da-fdcc5e1b5022" providerId="ADAL" clId="{C118A44A-927C-46AA-AF87-DC6B59E08CBE}" dt="2023-04-08T12:44:34.412" v="627"/>
          <ac:graphicFrameMkLst>
            <pc:docMk/>
            <pc:sldMk cId="1326441350" sldId="2147471234"/>
            <ac:graphicFrameMk id="7" creationId="{F5547939-5DC5-422D-B4B1-55428A5FBE1A}"/>
          </ac:graphicFrameMkLst>
        </pc:graphicFrameChg>
      </pc:sldChg>
      <pc:sldChg chg="add delCm">
        <pc:chgData name="Li,Yuting (HP Medicine) BII-CN-S" userId="ce8fbb54-122c-426d-b8da-fdcc5e1b5022" providerId="ADAL" clId="{C118A44A-927C-46AA-AF87-DC6B59E08CBE}" dt="2023-04-10T01:43:37.072" v="881"/>
        <pc:sldMkLst>
          <pc:docMk/>
          <pc:sldMk cId="4006720866" sldId="2147471240"/>
        </pc:sldMkLst>
      </pc:sldChg>
    </pc:docChg>
  </pc:docChgLst>
  <pc:docChgLst>
    <pc:chgData name="Shi,Cherry (HP Medicine) BII-CN-S" userId="S::cherry.shi@boehringer-ingelheim.com::d1fa847a-fc45-456f-9c70-a123cc9ed61e" providerId="AD" clId="Web-{A27D8845-EC58-8D00-AD7B-1919CC85FC43}"/>
    <pc:docChg chg="modSld">
      <pc:chgData name="Shi,Cherry (HP Medicine) BII-CN-S" userId="S::cherry.shi@boehringer-ingelheim.com::d1fa847a-fc45-456f-9c70-a123cc9ed61e" providerId="AD" clId="Web-{A27D8845-EC58-8D00-AD7B-1919CC85FC43}" dt="2022-03-09T02:43:29.104" v="224"/>
      <pc:docMkLst>
        <pc:docMk/>
      </pc:docMkLst>
      <pc:sldChg chg="addSp delSp modSp addCm">
        <pc:chgData name="Shi,Cherry (HP Medicine) BII-CN-S" userId="S::cherry.shi@boehringer-ingelheim.com::d1fa847a-fc45-456f-9c70-a123cc9ed61e" providerId="AD" clId="Web-{A27D8845-EC58-8D00-AD7B-1919CC85FC43}" dt="2022-03-09T02:43:29.104" v="224"/>
        <pc:sldMkLst>
          <pc:docMk/>
          <pc:sldMk cId="2777933554" sldId="2147377173"/>
        </pc:sldMkLst>
        <pc:spChg chg="add mod">
          <ac:chgData name="Shi,Cherry (HP Medicine) BII-CN-S" userId="S::cherry.shi@boehringer-ingelheim.com::d1fa847a-fc45-456f-9c70-a123cc9ed61e" providerId="AD" clId="Web-{A27D8845-EC58-8D00-AD7B-1919CC85FC43}" dt="2022-03-09T02:43:11.056" v="223" actId="14100"/>
          <ac:spMkLst>
            <pc:docMk/>
            <pc:sldMk cId="2777933554" sldId="2147377173"/>
            <ac:spMk id="8" creationId="{3C9DDE45-8BC2-436E-B21A-389A1B874459}"/>
          </ac:spMkLst>
        </pc:spChg>
        <pc:spChg chg="add del">
          <ac:chgData name="Shi,Cherry (HP Medicine) BII-CN-S" userId="S::cherry.shi@boehringer-ingelheim.com::d1fa847a-fc45-456f-9c70-a123cc9ed61e" providerId="AD" clId="Web-{A27D8845-EC58-8D00-AD7B-1919CC85FC43}" dt="2022-03-09T02:40:21.896" v="2"/>
          <ac:spMkLst>
            <pc:docMk/>
            <pc:sldMk cId="2777933554" sldId="2147377173"/>
            <ac:spMk id="12" creationId="{8A5D5D2D-7201-47C9-9EF2-AD4102378061}"/>
          </ac:spMkLst>
        </pc:spChg>
      </pc:sldChg>
    </pc:docChg>
  </pc:docChgLst>
  <pc:docChgLst>
    <pc:chgData name="Lian,Christina (HP Medicine) BII-CN-S" userId="d3b97c2b-6a0a-46f1-ac75-ab5460a4a2b4" providerId="ADAL" clId="{D71EA1C9-EC65-47E3-BF48-B322BD125229}"/>
    <pc:docChg chg="undo custSel modSld">
      <pc:chgData name="Lian,Christina (HP Medicine) BII-CN-S" userId="d3b97c2b-6a0a-46f1-ac75-ab5460a4a2b4" providerId="ADAL" clId="{D71EA1C9-EC65-47E3-BF48-B322BD125229}" dt="2022-11-07T04:34:36.363" v="545" actId="20577"/>
      <pc:docMkLst>
        <pc:docMk/>
      </pc:docMkLst>
      <pc:sldChg chg="modSp mod">
        <pc:chgData name="Lian,Christina (HP Medicine) BII-CN-S" userId="d3b97c2b-6a0a-46f1-ac75-ab5460a4a2b4" providerId="ADAL" clId="{D71EA1C9-EC65-47E3-BF48-B322BD125229}" dt="2022-11-07T04:16:44.398" v="182" actId="14100"/>
        <pc:sldMkLst>
          <pc:docMk/>
          <pc:sldMk cId="1238319318" sldId="2147377305"/>
        </pc:sldMkLst>
        <pc:spChg chg="mod">
          <ac:chgData name="Lian,Christina (HP Medicine) BII-CN-S" userId="d3b97c2b-6a0a-46f1-ac75-ab5460a4a2b4" providerId="ADAL" clId="{D71EA1C9-EC65-47E3-BF48-B322BD125229}" dt="2022-11-07T03:45:33.681" v="13" actId="1035"/>
          <ac:spMkLst>
            <pc:docMk/>
            <pc:sldMk cId="1238319318" sldId="2147377305"/>
            <ac:spMk id="7" creationId="{9224C17E-1AA1-4096-A3FD-25D6FD8BA444}"/>
          </ac:spMkLst>
        </pc:spChg>
        <pc:spChg chg="mod">
          <ac:chgData name="Lian,Christina (HP Medicine) BII-CN-S" userId="d3b97c2b-6a0a-46f1-ac75-ab5460a4a2b4" providerId="ADAL" clId="{D71EA1C9-EC65-47E3-BF48-B322BD125229}" dt="2022-11-07T03:45:37.734" v="14" actId="1035"/>
          <ac:spMkLst>
            <pc:docMk/>
            <pc:sldMk cId="1238319318" sldId="2147377305"/>
            <ac:spMk id="39" creationId="{9224C17E-1AA1-4096-A3FD-25D6FD8BA444}"/>
          </ac:spMkLst>
        </pc:spChg>
        <pc:spChg chg="mod">
          <ac:chgData name="Lian,Christina (HP Medicine) BII-CN-S" userId="d3b97c2b-6a0a-46f1-ac75-ab5460a4a2b4" providerId="ADAL" clId="{D71EA1C9-EC65-47E3-BF48-B322BD125229}" dt="2022-11-07T04:10:44.929" v="101" actId="948"/>
          <ac:spMkLst>
            <pc:docMk/>
            <pc:sldMk cId="1238319318" sldId="2147377305"/>
            <ac:spMk id="46" creationId="{B4E8BEE0-0EB3-40D8-9AA2-B2BC6D502A8C}"/>
          </ac:spMkLst>
        </pc:spChg>
        <pc:spChg chg="mod">
          <ac:chgData name="Lian,Christina (HP Medicine) BII-CN-S" userId="d3b97c2b-6a0a-46f1-ac75-ab5460a4a2b4" providerId="ADAL" clId="{D71EA1C9-EC65-47E3-BF48-B322BD125229}" dt="2022-11-07T04:11:46.843" v="111" actId="20577"/>
          <ac:spMkLst>
            <pc:docMk/>
            <pc:sldMk cId="1238319318" sldId="2147377305"/>
            <ac:spMk id="59" creationId="{9224C17E-1AA1-4096-A3FD-25D6FD8BA444}"/>
          </ac:spMkLst>
        </pc:spChg>
        <pc:spChg chg="mod">
          <ac:chgData name="Lian,Christina (HP Medicine) BII-CN-S" userId="d3b97c2b-6a0a-46f1-ac75-ab5460a4a2b4" providerId="ADAL" clId="{D71EA1C9-EC65-47E3-BF48-B322BD125229}" dt="2022-11-07T04:10:56.508" v="102" actId="948"/>
          <ac:spMkLst>
            <pc:docMk/>
            <pc:sldMk cId="1238319318" sldId="2147377305"/>
            <ac:spMk id="62" creationId="{BB8CA441-CAF3-49DE-9132-10328C7407DA}"/>
          </ac:spMkLst>
        </pc:spChg>
        <pc:spChg chg="mod">
          <ac:chgData name="Lian,Christina (HP Medicine) BII-CN-S" userId="d3b97c2b-6a0a-46f1-ac75-ab5460a4a2b4" providerId="ADAL" clId="{D71EA1C9-EC65-47E3-BF48-B322BD125229}" dt="2022-11-07T03:45:58.648" v="20" actId="1035"/>
          <ac:spMkLst>
            <pc:docMk/>
            <pc:sldMk cId="1238319318" sldId="2147377305"/>
            <ac:spMk id="69" creationId="{9224C17E-1AA1-4096-A3FD-25D6FD8BA444}"/>
          </ac:spMkLst>
        </pc:spChg>
        <pc:spChg chg="mod">
          <ac:chgData name="Lian,Christina (HP Medicine) BII-CN-S" userId="d3b97c2b-6a0a-46f1-ac75-ab5460a4a2b4" providerId="ADAL" clId="{D71EA1C9-EC65-47E3-BF48-B322BD125229}" dt="2022-11-07T04:10:30.048" v="98" actId="1035"/>
          <ac:spMkLst>
            <pc:docMk/>
            <pc:sldMk cId="1238319318" sldId="2147377305"/>
            <ac:spMk id="70" creationId="{9224C17E-1AA1-4096-A3FD-25D6FD8BA444}"/>
          </ac:spMkLst>
        </pc:spChg>
        <pc:spChg chg="mod">
          <ac:chgData name="Lian,Christina (HP Medicine) BII-CN-S" userId="d3b97c2b-6a0a-46f1-ac75-ab5460a4a2b4" providerId="ADAL" clId="{D71EA1C9-EC65-47E3-BF48-B322BD125229}" dt="2022-11-07T04:16:44.398" v="182" actId="14100"/>
          <ac:spMkLst>
            <pc:docMk/>
            <pc:sldMk cId="1238319318" sldId="2147377305"/>
            <ac:spMk id="119" creationId="{A1E70551-578A-4B35-ACAC-04BA6E603952}"/>
          </ac:spMkLst>
        </pc:spChg>
        <pc:spChg chg="mod">
          <ac:chgData name="Lian,Christina (HP Medicine) BII-CN-S" userId="d3b97c2b-6a0a-46f1-ac75-ab5460a4a2b4" providerId="ADAL" clId="{D71EA1C9-EC65-47E3-BF48-B322BD125229}" dt="2022-11-07T04:11:40.413" v="106" actId="20577"/>
          <ac:spMkLst>
            <pc:docMk/>
            <pc:sldMk cId="1238319318" sldId="2147377305"/>
            <ac:spMk id="121" creationId="{9224C17E-1AA1-4096-A3FD-25D6FD8BA444}"/>
          </ac:spMkLst>
        </pc:spChg>
        <pc:spChg chg="mod">
          <ac:chgData name="Lian,Christina (HP Medicine) BII-CN-S" userId="d3b97c2b-6a0a-46f1-ac75-ab5460a4a2b4" providerId="ADAL" clId="{D71EA1C9-EC65-47E3-BF48-B322BD125229}" dt="2022-11-07T03:47:08.412" v="72" actId="1037"/>
          <ac:spMkLst>
            <pc:docMk/>
            <pc:sldMk cId="1238319318" sldId="2147377305"/>
            <ac:spMk id="135" creationId="{00000000-0000-0000-0000-000000000000}"/>
          </ac:spMkLst>
        </pc:spChg>
        <pc:spChg chg="mod">
          <ac:chgData name="Lian,Christina (HP Medicine) BII-CN-S" userId="d3b97c2b-6a0a-46f1-ac75-ab5460a4a2b4" providerId="ADAL" clId="{D71EA1C9-EC65-47E3-BF48-B322BD125229}" dt="2022-11-07T04:15:37.924" v="170" actId="20577"/>
          <ac:spMkLst>
            <pc:docMk/>
            <pc:sldMk cId="1238319318" sldId="2147377305"/>
            <ac:spMk id="154" creationId="{9224C17E-1AA1-4096-A3FD-25D6FD8BA444}"/>
          </ac:spMkLst>
        </pc:spChg>
        <pc:spChg chg="mod">
          <ac:chgData name="Lian,Christina (HP Medicine) BII-CN-S" userId="d3b97c2b-6a0a-46f1-ac75-ab5460a4a2b4" providerId="ADAL" clId="{D71EA1C9-EC65-47E3-BF48-B322BD125229}" dt="2022-11-07T03:45:03.152" v="1" actId="20577"/>
          <ac:spMkLst>
            <pc:docMk/>
            <pc:sldMk cId="1238319318" sldId="2147377305"/>
            <ac:spMk id="164" creationId="{B4E8BEE0-0EB3-40D8-9AA2-B2BC6D502A8C}"/>
          </ac:spMkLst>
        </pc:spChg>
        <pc:spChg chg="mod">
          <ac:chgData name="Lian,Christina (HP Medicine) BII-CN-S" userId="d3b97c2b-6a0a-46f1-ac75-ab5460a4a2b4" providerId="ADAL" clId="{D71EA1C9-EC65-47E3-BF48-B322BD125229}" dt="2022-11-07T04:09:54.381" v="82" actId="1037"/>
          <ac:spMkLst>
            <pc:docMk/>
            <pc:sldMk cId="1238319318" sldId="2147377305"/>
            <ac:spMk id="168" creationId="{292D059F-1772-4A1B-A880-182E2E12EAEF}"/>
          </ac:spMkLst>
        </pc:spChg>
        <pc:spChg chg="mod">
          <ac:chgData name="Lian,Christina (HP Medicine) BII-CN-S" userId="d3b97c2b-6a0a-46f1-ac75-ab5460a4a2b4" providerId="ADAL" clId="{D71EA1C9-EC65-47E3-BF48-B322BD125229}" dt="2022-11-07T03:45:37.734" v="14" actId="1035"/>
          <ac:spMkLst>
            <pc:docMk/>
            <pc:sldMk cId="1238319318" sldId="2147377305"/>
            <ac:spMk id="176" creationId="{9224C17E-1AA1-4096-A3FD-25D6FD8BA444}"/>
          </ac:spMkLst>
        </pc:spChg>
        <pc:spChg chg="mod">
          <ac:chgData name="Lian,Christina (HP Medicine) BII-CN-S" userId="d3b97c2b-6a0a-46f1-ac75-ab5460a4a2b4" providerId="ADAL" clId="{D71EA1C9-EC65-47E3-BF48-B322BD125229}" dt="2022-11-07T04:15:14.742" v="145" actId="14100"/>
          <ac:spMkLst>
            <pc:docMk/>
            <pc:sldMk cId="1238319318" sldId="2147377305"/>
            <ac:spMk id="178" creationId="{C8A141E8-3A7E-477A-B6F1-59F3BCA948DD}"/>
          </ac:spMkLst>
        </pc:spChg>
        <pc:spChg chg="mod">
          <ac:chgData name="Lian,Christina (HP Medicine) BII-CN-S" userId="d3b97c2b-6a0a-46f1-ac75-ab5460a4a2b4" providerId="ADAL" clId="{D71EA1C9-EC65-47E3-BF48-B322BD125229}" dt="2022-11-07T04:11:53.371" v="117" actId="1036"/>
          <ac:spMkLst>
            <pc:docMk/>
            <pc:sldMk cId="1238319318" sldId="2147377305"/>
            <ac:spMk id="186" creationId="{9224C17E-1AA1-4096-A3FD-25D6FD8BA444}"/>
          </ac:spMkLst>
        </pc:spChg>
        <pc:spChg chg="mod">
          <ac:chgData name="Lian,Christina (HP Medicine) BII-CN-S" userId="d3b97c2b-6a0a-46f1-ac75-ab5460a4a2b4" providerId="ADAL" clId="{D71EA1C9-EC65-47E3-BF48-B322BD125229}" dt="2022-11-07T04:12:01.099" v="120" actId="20577"/>
          <ac:spMkLst>
            <pc:docMk/>
            <pc:sldMk cId="1238319318" sldId="2147377305"/>
            <ac:spMk id="187" creationId="{9224C17E-1AA1-4096-A3FD-25D6FD8BA444}"/>
          </ac:spMkLst>
        </pc:spChg>
        <pc:spChg chg="mod">
          <ac:chgData name="Lian,Christina (HP Medicine) BII-CN-S" userId="d3b97c2b-6a0a-46f1-ac75-ab5460a4a2b4" providerId="ADAL" clId="{D71EA1C9-EC65-47E3-BF48-B322BD125229}" dt="2022-11-07T04:15:08.960" v="144" actId="1036"/>
          <ac:spMkLst>
            <pc:docMk/>
            <pc:sldMk cId="1238319318" sldId="2147377305"/>
            <ac:spMk id="189" creationId="{00000000-0000-0000-0000-000000000000}"/>
          </ac:spMkLst>
        </pc:spChg>
        <pc:spChg chg="mod">
          <ac:chgData name="Lian,Christina (HP Medicine) BII-CN-S" userId="d3b97c2b-6a0a-46f1-ac75-ab5460a4a2b4" providerId="ADAL" clId="{D71EA1C9-EC65-47E3-BF48-B322BD125229}" dt="2022-11-07T03:45:10.534" v="2" actId="404"/>
          <ac:spMkLst>
            <pc:docMk/>
            <pc:sldMk cId="1238319318" sldId="2147377305"/>
            <ac:spMk id="190" creationId="{3D839CE5-CB56-4642-8F43-0CE509C64CC2}"/>
          </ac:spMkLst>
        </pc:spChg>
        <pc:spChg chg="mod">
          <ac:chgData name="Lian,Christina (HP Medicine) BII-CN-S" userId="d3b97c2b-6a0a-46f1-ac75-ab5460a4a2b4" providerId="ADAL" clId="{D71EA1C9-EC65-47E3-BF48-B322BD125229}" dt="2022-11-07T04:12:09.301" v="126" actId="20577"/>
          <ac:spMkLst>
            <pc:docMk/>
            <pc:sldMk cId="1238319318" sldId="2147377305"/>
            <ac:spMk id="192" creationId="{9224C17E-1AA1-4096-A3FD-25D6FD8BA444}"/>
          </ac:spMkLst>
        </pc:spChg>
        <pc:spChg chg="mod">
          <ac:chgData name="Lian,Christina (HP Medicine) BII-CN-S" userId="d3b97c2b-6a0a-46f1-ac75-ab5460a4a2b4" providerId="ADAL" clId="{D71EA1C9-EC65-47E3-BF48-B322BD125229}" dt="2022-11-07T03:45:49.220" v="16" actId="1076"/>
          <ac:spMkLst>
            <pc:docMk/>
            <pc:sldMk cId="1238319318" sldId="2147377305"/>
            <ac:spMk id="228" creationId="{9224C17E-1AA1-4096-A3FD-25D6FD8BA444}"/>
          </ac:spMkLst>
        </pc:spChg>
        <pc:spChg chg="mod">
          <ac:chgData name="Lian,Christina (HP Medicine) BII-CN-S" userId="d3b97c2b-6a0a-46f1-ac75-ab5460a4a2b4" providerId="ADAL" clId="{D71EA1C9-EC65-47E3-BF48-B322BD125229}" dt="2022-11-07T03:46:38.437" v="39" actId="20577"/>
          <ac:spMkLst>
            <pc:docMk/>
            <pc:sldMk cId="1238319318" sldId="2147377305"/>
            <ac:spMk id="232" creationId="{00000000-0000-0000-0000-000000000000}"/>
          </ac:spMkLst>
        </pc:spChg>
        <pc:spChg chg="mod">
          <ac:chgData name="Lian,Christina (HP Medicine) BII-CN-S" userId="d3b97c2b-6a0a-46f1-ac75-ab5460a4a2b4" providerId="ADAL" clId="{D71EA1C9-EC65-47E3-BF48-B322BD125229}" dt="2022-11-07T04:10:33.714" v="100" actId="1036"/>
          <ac:spMkLst>
            <pc:docMk/>
            <pc:sldMk cId="1238319318" sldId="2147377305"/>
            <ac:spMk id="235" creationId="{9224C17E-1AA1-4096-A3FD-25D6FD8BA444}"/>
          </ac:spMkLst>
        </pc:spChg>
        <pc:spChg chg="mod">
          <ac:chgData name="Lian,Christina (HP Medicine) BII-CN-S" userId="d3b97c2b-6a0a-46f1-ac75-ab5460a4a2b4" providerId="ADAL" clId="{D71EA1C9-EC65-47E3-BF48-B322BD125229}" dt="2022-11-07T04:15:20.187" v="150" actId="20577"/>
          <ac:spMkLst>
            <pc:docMk/>
            <pc:sldMk cId="1238319318" sldId="2147377305"/>
            <ac:spMk id="248" creationId="{E65616C1-3C0D-453E-BDEA-E2076867849A}"/>
          </ac:spMkLst>
        </pc:spChg>
        <pc:spChg chg="mod">
          <ac:chgData name="Lian,Christina (HP Medicine) BII-CN-S" userId="d3b97c2b-6a0a-46f1-ac75-ab5460a4a2b4" providerId="ADAL" clId="{D71EA1C9-EC65-47E3-BF48-B322BD125229}" dt="2022-11-07T04:15:58.814" v="172" actId="20577"/>
          <ac:spMkLst>
            <pc:docMk/>
            <pc:sldMk cId="1238319318" sldId="2147377305"/>
            <ac:spMk id="253" creationId="{CC98B8DE-E13F-41EA-B7EF-DF66E1BB0A93}"/>
          </ac:spMkLst>
        </pc:spChg>
        <pc:spChg chg="mod">
          <ac:chgData name="Lian,Christina (HP Medicine) BII-CN-S" userId="d3b97c2b-6a0a-46f1-ac75-ab5460a4a2b4" providerId="ADAL" clId="{D71EA1C9-EC65-47E3-BF48-B322BD125229}" dt="2022-11-07T04:16:02.385" v="173" actId="1035"/>
          <ac:spMkLst>
            <pc:docMk/>
            <pc:sldMk cId="1238319318" sldId="2147377305"/>
            <ac:spMk id="254" creationId="{80253635-5FE4-4F04-953D-BAC0205006B6}"/>
          </ac:spMkLst>
        </pc:spChg>
        <pc:spChg chg="mod">
          <ac:chgData name="Lian,Christina (HP Medicine) BII-CN-S" userId="d3b97c2b-6a0a-46f1-ac75-ab5460a4a2b4" providerId="ADAL" clId="{D71EA1C9-EC65-47E3-BF48-B322BD125229}" dt="2022-11-07T04:16:09.045" v="180" actId="1076"/>
          <ac:spMkLst>
            <pc:docMk/>
            <pc:sldMk cId="1238319318" sldId="2147377305"/>
            <ac:spMk id="255" creationId="{37A961DB-93DA-4E54-96F3-0A86840D970C}"/>
          </ac:spMkLst>
        </pc:spChg>
      </pc:sldChg>
      <pc:sldChg chg="modSp mod">
        <pc:chgData name="Lian,Christina (HP Medicine) BII-CN-S" userId="d3b97c2b-6a0a-46f1-ac75-ab5460a4a2b4" providerId="ADAL" clId="{D71EA1C9-EC65-47E3-BF48-B322BD125229}" dt="2022-11-07T04:32:17.693" v="488" actId="948"/>
        <pc:sldMkLst>
          <pc:docMk/>
          <pc:sldMk cId="3315052253" sldId="2147377311"/>
        </pc:sldMkLst>
        <pc:spChg chg="mod">
          <ac:chgData name="Lian,Christina (HP Medicine) BII-CN-S" userId="d3b97c2b-6a0a-46f1-ac75-ab5460a4a2b4" providerId="ADAL" clId="{D71EA1C9-EC65-47E3-BF48-B322BD125229}" dt="2022-11-07T04:26:45.670" v="372" actId="1076"/>
          <ac:spMkLst>
            <pc:docMk/>
            <pc:sldMk cId="3315052253" sldId="2147377311"/>
            <ac:spMk id="7" creationId="{E9DC4527-9B66-4450-86F5-689D3C73A610}"/>
          </ac:spMkLst>
        </pc:spChg>
        <pc:spChg chg="mod">
          <ac:chgData name="Lian,Christina (HP Medicine) BII-CN-S" userId="d3b97c2b-6a0a-46f1-ac75-ab5460a4a2b4" providerId="ADAL" clId="{D71EA1C9-EC65-47E3-BF48-B322BD125229}" dt="2022-11-07T04:20:24.647" v="227" actId="2085"/>
          <ac:spMkLst>
            <pc:docMk/>
            <pc:sldMk cId="3315052253" sldId="2147377311"/>
            <ac:spMk id="21" creationId="{EF845286-AB1B-4A83-90EF-AA5B118C9453}"/>
          </ac:spMkLst>
        </pc:spChg>
        <pc:spChg chg="mod">
          <ac:chgData name="Lian,Christina (HP Medicine) BII-CN-S" userId="d3b97c2b-6a0a-46f1-ac75-ab5460a4a2b4" providerId="ADAL" clId="{D71EA1C9-EC65-47E3-BF48-B322BD125229}" dt="2022-11-07T04:26:05.062" v="353" actId="1076"/>
          <ac:spMkLst>
            <pc:docMk/>
            <pc:sldMk cId="3315052253" sldId="2147377311"/>
            <ac:spMk id="25" creationId="{97CE9050-DA11-497A-A5A0-DB0987903F23}"/>
          </ac:spMkLst>
        </pc:spChg>
        <pc:spChg chg="mod">
          <ac:chgData name="Lian,Christina (HP Medicine) BII-CN-S" userId="d3b97c2b-6a0a-46f1-ac75-ab5460a4a2b4" providerId="ADAL" clId="{D71EA1C9-EC65-47E3-BF48-B322BD125229}" dt="2022-11-07T04:20:00.559" v="222" actId="1036"/>
          <ac:spMkLst>
            <pc:docMk/>
            <pc:sldMk cId="3315052253" sldId="2147377311"/>
            <ac:spMk id="54" creationId="{9224C17E-1AA1-4096-A3FD-25D6FD8BA444}"/>
          </ac:spMkLst>
        </pc:spChg>
        <pc:spChg chg="mod">
          <ac:chgData name="Lian,Christina (HP Medicine) BII-CN-S" userId="d3b97c2b-6a0a-46f1-ac75-ab5460a4a2b4" providerId="ADAL" clId="{D71EA1C9-EC65-47E3-BF48-B322BD125229}" dt="2022-11-07T04:26:55.783" v="376" actId="1035"/>
          <ac:spMkLst>
            <pc:docMk/>
            <pc:sldMk cId="3315052253" sldId="2147377311"/>
            <ac:spMk id="60" creationId="{9224C17E-1AA1-4096-A3FD-25D6FD8BA444}"/>
          </ac:spMkLst>
        </pc:spChg>
        <pc:spChg chg="mod">
          <ac:chgData name="Lian,Christina (HP Medicine) BII-CN-S" userId="d3b97c2b-6a0a-46f1-ac75-ab5460a4a2b4" providerId="ADAL" clId="{D71EA1C9-EC65-47E3-BF48-B322BD125229}" dt="2022-11-07T04:19:44.232" v="214" actId="1035"/>
          <ac:spMkLst>
            <pc:docMk/>
            <pc:sldMk cId="3315052253" sldId="2147377311"/>
            <ac:spMk id="68" creationId="{00000000-0000-0000-0000-000000000000}"/>
          </ac:spMkLst>
        </pc:spChg>
        <pc:spChg chg="mod">
          <ac:chgData name="Lian,Christina (HP Medicine) BII-CN-S" userId="d3b97c2b-6a0a-46f1-ac75-ab5460a4a2b4" providerId="ADAL" clId="{D71EA1C9-EC65-47E3-BF48-B322BD125229}" dt="2022-11-07T04:19:53.238" v="219" actId="20577"/>
          <ac:spMkLst>
            <pc:docMk/>
            <pc:sldMk cId="3315052253" sldId="2147377311"/>
            <ac:spMk id="70" creationId="{9224C17E-1AA1-4096-A3FD-25D6FD8BA444}"/>
          </ac:spMkLst>
        </pc:spChg>
        <pc:spChg chg="mod">
          <ac:chgData name="Lian,Christina (HP Medicine) BII-CN-S" userId="d3b97c2b-6a0a-46f1-ac75-ab5460a4a2b4" providerId="ADAL" clId="{D71EA1C9-EC65-47E3-BF48-B322BD125229}" dt="2022-11-07T04:18:00.079" v="191" actId="1036"/>
          <ac:spMkLst>
            <pc:docMk/>
            <pc:sldMk cId="3315052253" sldId="2147377311"/>
            <ac:spMk id="100" creationId="{59C9BC4E-8AC5-4799-9C55-6575741797A2}"/>
          </ac:spMkLst>
        </pc:spChg>
        <pc:spChg chg="mod">
          <ac:chgData name="Lian,Christina (HP Medicine) BII-CN-S" userId="d3b97c2b-6a0a-46f1-ac75-ab5460a4a2b4" providerId="ADAL" clId="{D71EA1C9-EC65-47E3-BF48-B322BD125229}" dt="2022-11-07T04:18:45.047" v="211" actId="1076"/>
          <ac:spMkLst>
            <pc:docMk/>
            <pc:sldMk cId="3315052253" sldId="2147377311"/>
            <ac:spMk id="131" creationId="{3C8A9F34-FB9C-4122-9AF3-85366D4031A6}"/>
          </ac:spMkLst>
        </pc:spChg>
        <pc:spChg chg="mod">
          <ac:chgData name="Lian,Christina (HP Medicine) BII-CN-S" userId="d3b97c2b-6a0a-46f1-ac75-ab5460a4a2b4" providerId="ADAL" clId="{D71EA1C9-EC65-47E3-BF48-B322BD125229}" dt="2022-11-07T04:26:18.582" v="358" actId="14100"/>
          <ac:spMkLst>
            <pc:docMk/>
            <pc:sldMk cId="3315052253" sldId="2147377311"/>
            <ac:spMk id="133" creationId="{E7356F44-C9B6-483B-BEA4-627D5EC02291}"/>
          </ac:spMkLst>
        </pc:spChg>
        <pc:spChg chg="mod">
          <ac:chgData name="Lian,Christina (HP Medicine) BII-CN-S" userId="d3b97c2b-6a0a-46f1-ac75-ab5460a4a2b4" providerId="ADAL" clId="{D71EA1C9-EC65-47E3-BF48-B322BD125229}" dt="2022-11-07T04:27:25.572" v="401" actId="1037"/>
          <ac:spMkLst>
            <pc:docMk/>
            <pc:sldMk cId="3315052253" sldId="2147377311"/>
            <ac:spMk id="142" creationId="{6329237E-1681-4696-BDB0-6255283DD983}"/>
          </ac:spMkLst>
        </pc:spChg>
        <pc:spChg chg="mod">
          <ac:chgData name="Lian,Christina (HP Medicine) BII-CN-S" userId="d3b97c2b-6a0a-46f1-ac75-ab5460a4a2b4" providerId="ADAL" clId="{D71EA1C9-EC65-47E3-BF48-B322BD125229}" dt="2022-11-07T04:27:17.912" v="390" actId="14100"/>
          <ac:spMkLst>
            <pc:docMk/>
            <pc:sldMk cId="3315052253" sldId="2147377311"/>
            <ac:spMk id="146" creationId="{7F11C2D5-908A-46D1-B467-BB33B1F78B32}"/>
          </ac:spMkLst>
        </pc:spChg>
        <pc:spChg chg="mod">
          <ac:chgData name="Lian,Christina (HP Medicine) BII-CN-S" userId="d3b97c2b-6a0a-46f1-ac75-ab5460a4a2b4" providerId="ADAL" clId="{D71EA1C9-EC65-47E3-BF48-B322BD125229}" dt="2022-11-07T04:27:03.180" v="381" actId="1036"/>
          <ac:spMkLst>
            <pc:docMk/>
            <pc:sldMk cId="3315052253" sldId="2147377311"/>
            <ac:spMk id="154" creationId="{3898B717-C225-481C-968D-2B660185D799}"/>
          </ac:spMkLst>
        </pc:spChg>
        <pc:spChg chg="mod">
          <ac:chgData name="Lian,Christina (HP Medicine) BII-CN-S" userId="d3b97c2b-6a0a-46f1-ac75-ab5460a4a2b4" providerId="ADAL" clId="{D71EA1C9-EC65-47E3-BF48-B322BD125229}" dt="2022-11-07T04:20:04.949" v="223" actId="122"/>
          <ac:spMkLst>
            <pc:docMk/>
            <pc:sldMk cId="3315052253" sldId="2147377311"/>
            <ac:spMk id="162" creationId="{85E03438-7695-4CCA-B5AE-4592091CA77A}"/>
          </ac:spMkLst>
        </pc:spChg>
        <pc:spChg chg="mod">
          <ac:chgData name="Lian,Christina (HP Medicine) BII-CN-S" userId="d3b97c2b-6a0a-46f1-ac75-ab5460a4a2b4" providerId="ADAL" clId="{D71EA1C9-EC65-47E3-BF48-B322BD125229}" dt="2022-11-07T04:26:32.953" v="367" actId="1035"/>
          <ac:spMkLst>
            <pc:docMk/>
            <pc:sldMk cId="3315052253" sldId="2147377311"/>
            <ac:spMk id="163" creationId="{802E9DC8-241A-4700-8945-AB5EE6F15604}"/>
          </ac:spMkLst>
        </pc:spChg>
        <pc:spChg chg="mod">
          <ac:chgData name="Lian,Christina (HP Medicine) BII-CN-S" userId="d3b97c2b-6a0a-46f1-ac75-ab5460a4a2b4" providerId="ADAL" clId="{D71EA1C9-EC65-47E3-BF48-B322BD125229}" dt="2022-11-07T04:21:39.687" v="299" actId="20577"/>
          <ac:spMkLst>
            <pc:docMk/>
            <pc:sldMk cId="3315052253" sldId="2147377311"/>
            <ac:spMk id="165" creationId="{D29D81BA-7E26-492D-892D-99F6C40BEE9C}"/>
          </ac:spMkLst>
        </pc:spChg>
        <pc:spChg chg="mod">
          <ac:chgData name="Lian,Christina (HP Medicine) BII-CN-S" userId="d3b97c2b-6a0a-46f1-ac75-ab5460a4a2b4" providerId="ADAL" clId="{D71EA1C9-EC65-47E3-BF48-B322BD125229}" dt="2022-11-07T04:23:14.555" v="347" actId="1036"/>
          <ac:spMkLst>
            <pc:docMk/>
            <pc:sldMk cId="3315052253" sldId="2147377311"/>
            <ac:spMk id="166" creationId="{7F2C91D1-E650-4DDA-B93F-A0F9E2A9839F}"/>
          </ac:spMkLst>
        </pc:spChg>
        <pc:spChg chg="mod">
          <ac:chgData name="Lian,Christina (HP Medicine) BII-CN-S" userId="d3b97c2b-6a0a-46f1-ac75-ab5460a4a2b4" providerId="ADAL" clId="{D71EA1C9-EC65-47E3-BF48-B322BD125229}" dt="2022-11-07T04:30:55.112" v="487" actId="20577"/>
          <ac:spMkLst>
            <pc:docMk/>
            <pc:sldMk cId="3315052253" sldId="2147377311"/>
            <ac:spMk id="168" creationId="{65EA3170-CB0D-432D-8631-319933F816A2}"/>
          </ac:spMkLst>
        </pc:spChg>
        <pc:spChg chg="mod">
          <ac:chgData name="Lian,Christina (HP Medicine) BII-CN-S" userId="d3b97c2b-6a0a-46f1-ac75-ab5460a4a2b4" providerId="ADAL" clId="{D71EA1C9-EC65-47E3-BF48-B322BD125229}" dt="2022-11-07T04:28:31.450" v="410" actId="1076"/>
          <ac:spMkLst>
            <pc:docMk/>
            <pc:sldMk cId="3315052253" sldId="2147377311"/>
            <ac:spMk id="172" creationId="{175CEA2E-5B4C-44ED-B320-D7230A14AC3B}"/>
          </ac:spMkLst>
        </pc:spChg>
        <pc:spChg chg="mod">
          <ac:chgData name="Lian,Christina (HP Medicine) BII-CN-S" userId="d3b97c2b-6a0a-46f1-ac75-ab5460a4a2b4" providerId="ADAL" clId="{D71EA1C9-EC65-47E3-BF48-B322BD125229}" dt="2022-11-07T04:22:23.760" v="346" actId="1035"/>
          <ac:spMkLst>
            <pc:docMk/>
            <pc:sldMk cId="3315052253" sldId="2147377311"/>
            <ac:spMk id="173" creationId="{EF1E002A-ACAD-4FDF-85C4-17F982AA2D2D}"/>
          </ac:spMkLst>
        </pc:spChg>
        <pc:spChg chg="mod">
          <ac:chgData name="Lian,Christina (HP Medicine) BII-CN-S" userId="d3b97c2b-6a0a-46f1-ac75-ab5460a4a2b4" providerId="ADAL" clId="{D71EA1C9-EC65-47E3-BF48-B322BD125229}" dt="2022-11-07T04:20:13.088" v="225" actId="1076"/>
          <ac:spMkLst>
            <pc:docMk/>
            <pc:sldMk cId="3315052253" sldId="2147377311"/>
            <ac:spMk id="175" creationId="{8C9854DC-0DCD-46ED-BAB7-E76341141C87}"/>
          </ac:spMkLst>
        </pc:spChg>
        <pc:spChg chg="mod">
          <ac:chgData name="Lian,Christina (HP Medicine) BII-CN-S" userId="d3b97c2b-6a0a-46f1-ac75-ab5460a4a2b4" providerId="ADAL" clId="{D71EA1C9-EC65-47E3-BF48-B322BD125229}" dt="2022-11-07T04:28:43.642" v="420" actId="20577"/>
          <ac:spMkLst>
            <pc:docMk/>
            <pc:sldMk cId="3315052253" sldId="2147377311"/>
            <ac:spMk id="176" creationId="{D3AE9AFB-1837-41A9-92FD-2D4648C9FF99}"/>
          </ac:spMkLst>
        </pc:spChg>
        <pc:spChg chg="mod">
          <ac:chgData name="Lian,Christina (HP Medicine) BII-CN-S" userId="d3b97c2b-6a0a-46f1-ac75-ab5460a4a2b4" providerId="ADAL" clId="{D71EA1C9-EC65-47E3-BF48-B322BD125229}" dt="2022-11-07T04:29:06.970" v="425" actId="14100"/>
          <ac:spMkLst>
            <pc:docMk/>
            <pc:sldMk cId="3315052253" sldId="2147377311"/>
            <ac:spMk id="177" creationId="{718BFF50-FC3B-4CF8-8EB0-766A236EDC49}"/>
          </ac:spMkLst>
        </pc:spChg>
        <pc:spChg chg="mod">
          <ac:chgData name="Lian,Christina (HP Medicine) BII-CN-S" userId="d3b97c2b-6a0a-46f1-ac75-ab5460a4a2b4" providerId="ADAL" clId="{D71EA1C9-EC65-47E3-BF48-B322BD125229}" dt="2022-11-07T04:26:59.146" v="379" actId="1035"/>
          <ac:spMkLst>
            <pc:docMk/>
            <pc:sldMk cId="3315052253" sldId="2147377311"/>
            <ac:spMk id="179" creationId="{22D4F8F6-6B2A-46A3-8080-17031A334CD4}"/>
          </ac:spMkLst>
        </pc:spChg>
        <pc:spChg chg="mod">
          <ac:chgData name="Lian,Christina (HP Medicine) BII-CN-S" userId="d3b97c2b-6a0a-46f1-ac75-ab5460a4a2b4" providerId="ADAL" clId="{D71EA1C9-EC65-47E3-BF48-B322BD125229}" dt="2022-11-07T04:27:34.286" v="403" actId="1035"/>
          <ac:spMkLst>
            <pc:docMk/>
            <pc:sldMk cId="3315052253" sldId="2147377311"/>
            <ac:spMk id="183" creationId="{6E58D528-AF48-4F3F-BD1D-0B367D674339}"/>
          </ac:spMkLst>
        </pc:spChg>
        <pc:spChg chg="mod">
          <ac:chgData name="Lian,Christina (HP Medicine) BII-CN-S" userId="d3b97c2b-6a0a-46f1-ac75-ab5460a4a2b4" providerId="ADAL" clId="{D71EA1C9-EC65-47E3-BF48-B322BD125229}" dt="2022-11-07T04:28:07.600" v="409" actId="1038"/>
          <ac:spMkLst>
            <pc:docMk/>
            <pc:sldMk cId="3315052253" sldId="2147377311"/>
            <ac:spMk id="185" creationId="{26DF7287-6A48-409C-8F77-FC4DBF5E7A5E}"/>
          </ac:spMkLst>
        </pc:spChg>
        <pc:spChg chg="mod">
          <ac:chgData name="Lian,Christina (HP Medicine) BII-CN-S" userId="d3b97c2b-6a0a-46f1-ac75-ab5460a4a2b4" providerId="ADAL" clId="{D71EA1C9-EC65-47E3-BF48-B322BD125229}" dt="2022-11-07T04:28:07.600" v="409" actId="1038"/>
          <ac:spMkLst>
            <pc:docMk/>
            <pc:sldMk cId="3315052253" sldId="2147377311"/>
            <ac:spMk id="186" creationId="{F899E66B-74E2-45B9-A247-7F7EA3B56782}"/>
          </ac:spMkLst>
        </pc:spChg>
        <pc:spChg chg="mod">
          <ac:chgData name="Lian,Christina (HP Medicine) BII-CN-S" userId="d3b97c2b-6a0a-46f1-ac75-ab5460a4a2b4" providerId="ADAL" clId="{D71EA1C9-EC65-47E3-BF48-B322BD125229}" dt="2022-11-07T04:32:17.693" v="488" actId="948"/>
          <ac:spMkLst>
            <pc:docMk/>
            <pc:sldMk cId="3315052253" sldId="2147377311"/>
            <ac:spMk id="192" creationId="{31193A60-52A8-4E9D-BB69-B3D203C95D66}"/>
          </ac:spMkLst>
        </pc:spChg>
        <pc:spChg chg="mod">
          <ac:chgData name="Lian,Christina (HP Medicine) BII-CN-S" userId="d3b97c2b-6a0a-46f1-ac75-ab5460a4a2b4" providerId="ADAL" clId="{D71EA1C9-EC65-47E3-BF48-B322BD125229}" dt="2022-11-07T04:28:59.449" v="423" actId="14100"/>
          <ac:spMkLst>
            <pc:docMk/>
            <pc:sldMk cId="3315052253" sldId="2147377311"/>
            <ac:spMk id="193" creationId="{5E5EC571-5521-484E-9BCD-2D5E8B97FAEF}"/>
          </ac:spMkLst>
        </pc:spChg>
        <pc:spChg chg="mod">
          <ac:chgData name="Lian,Christina (HP Medicine) BII-CN-S" userId="d3b97c2b-6a0a-46f1-ac75-ab5460a4a2b4" providerId="ADAL" clId="{D71EA1C9-EC65-47E3-BF48-B322BD125229}" dt="2022-11-07T04:27:40.612" v="404" actId="1035"/>
          <ac:spMkLst>
            <pc:docMk/>
            <pc:sldMk cId="3315052253" sldId="2147377311"/>
            <ac:spMk id="197" creationId="{A8095119-B3CC-4AB7-8A5A-67F71A04DA6C}"/>
          </ac:spMkLst>
        </pc:spChg>
        <pc:spChg chg="mod">
          <ac:chgData name="Lian,Christina (HP Medicine) BII-CN-S" userId="d3b97c2b-6a0a-46f1-ac75-ab5460a4a2b4" providerId="ADAL" clId="{D71EA1C9-EC65-47E3-BF48-B322BD125229}" dt="2022-11-07T04:22:21.774" v="345" actId="1076"/>
          <ac:spMkLst>
            <pc:docMk/>
            <pc:sldMk cId="3315052253" sldId="2147377311"/>
            <ac:spMk id="209" creationId="{4DE91A2D-D730-4071-8598-D5FFAAE46998}"/>
          </ac:spMkLst>
        </pc:spChg>
        <pc:grpChg chg="mod">
          <ac:chgData name="Lian,Christina (HP Medicine) BII-CN-S" userId="d3b97c2b-6a0a-46f1-ac75-ab5460a4a2b4" providerId="ADAL" clId="{D71EA1C9-EC65-47E3-BF48-B322BD125229}" dt="2022-11-07T04:28:07.600" v="409" actId="1038"/>
          <ac:grpSpMkLst>
            <pc:docMk/>
            <pc:sldMk cId="3315052253" sldId="2147377311"/>
            <ac:grpSpMk id="184" creationId="{4FBB94B9-227F-4959-A330-8A2CF62CBE3D}"/>
          </ac:grpSpMkLst>
        </pc:grpChg>
      </pc:sldChg>
      <pc:sldChg chg="modSp mod">
        <pc:chgData name="Lian,Christina (HP Medicine) BII-CN-S" userId="d3b97c2b-6a0a-46f1-ac75-ab5460a4a2b4" providerId="ADAL" clId="{D71EA1C9-EC65-47E3-BF48-B322BD125229}" dt="2022-11-07T04:17:46.066" v="189" actId="207"/>
        <pc:sldMkLst>
          <pc:docMk/>
          <pc:sldMk cId="3497211928" sldId="2147377336"/>
        </pc:sldMkLst>
        <pc:spChg chg="mod">
          <ac:chgData name="Lian,Christina (HP Medicine) BII-CN-S" userId="d3b97c2b-6a0a-46f1-ac75-ab5460a4a2b4" providerId="ADAL" clId="{D71EA1C9-EC65-47E3-BF48-B322BD125229}" dt="2022-11-07T04:17:46.066" v="189" actId="207"/>
          <ac:spMkLst>
            <pc:docMk/>
            <pc:sldMk cId="3497211928" sldId="2147377336"/>
            <ac:spMk id="6" creationId="{25E9B149-D572-4CFE-AEEE-BB1C81F2D0A9}"/>
          </ac:spMkLst>
        </pc:spChg>
      </pc:sldChg>
      <pc:sldChg chg="modSp mod">
        <pc:chgData name="Lian,Christina (HP Medicine) BII-CN-S" userId="d3b97c2b-6a0a-46f1-ac75-ab5460a4a2b4" providerId="ADAL" clId="{D71EA1C9-EC65-47E3-BF48-B322BD125229}" dt="2022-11-07T04:17:41.479" v="188" actId="207"/>
        <pc:sldMkLst>
          <pc:docMk/>
          <pc:sldMk cId="178905972" sldId="2147377338"/>
        </pc:sldMkLst>
        <pc:spChg chg="mod">
          <ac:chgData name="Lian,Christina (HP Medicine) BII-CN-S" userId="d3b97c2b-6a0a-46f1-ac75-ab5460a4a2b4" providerId="ADAL" clId="{D71EA1C9-EC65-47E3-BF48-B322BD125229}" dt="2022-11-07T04:17:41.479" v="188" actId="207"/>
          <ac:spMkLst>
            <pc:docMk/>
            <pc:sldMk cId="178905972" sldId="2147377338"/>
            <ac:spMk id="91" creationId="{FD45A3FD-80BA-4AD6-B3CE-25602A6E2FB5}"/>
          </ac:spMkLst>
        </pc:spChg>
      </pc:sldChg>
      <pc:sldChg chg="modSp mod">
        <pc:chgData name="Lian,Christina (HP Medicine) BII-CN-S" userId="d3b97c2b-6a0a-46f1-ac75-ab5460a4a2b4" providerId="ADAL" clId="{D71EA1C9-EC65-47E3-BF48-B322BD125229}" dt="2022-11-07T04:34:20.125" v="543" actId="20577"/>
        <pc:sldMkLst>
          <pc:docMk/>
          <pc:sldMk cId="2476826424" sldId="2147377339"/>
        </pc:sldMkLst>
        <pc:spChg chg="mod">
          <ac:chgData name="Lian,Christina (HP Medicine) BII-CN-S" userId="d3b97c2b-6a0a-46f1-ac75-ab5460a4a2b4" providerId="ADAL" clId="{D71EA1C9-EC65-47E3-BF48-B322BD125229}" dt="2022-11-07T04:34:20.125" v="543" actId="20577"/>
          <ac:spMkLst>
            <pc:docMk/>
            <pc:sldMk cId="2476826424" sldId="2147377339"/>
            <ac:spMk id="111" creationId="{40929094-C8CC-4BCB-B988-FAC9EF24EDE7}"/>
          </ac:spMkLst>
        </pc:spChg>
        <pc:spChg chg="mod">
          <ac:chgData name="Lian,Christina (HP Medicine) BII-CN-S" userId="d3b97c2b-6a0a-46f1-ac75-ab5460a4a2b4" providerId="ADAL" clId="{D71EA1C9-EC65-47E3-BF48-B322BD125229}" dt="2022-11-07T04:33:52.482" v="517" actId="948"/>
          <ac:spMkLst>
            <pc:docMk/>
            <pc:sldMk cId="2476826424" sldId="2147377339"/>
            <ac:spMk id="112" creationId="{A22DACDD-AA97-470B-AD23-62E4CF7E1A72}"/>
          </ac:spMkLst>
        </pc:spChg>
        <pc:grpChg chg="mod">
          <ac:chgData name="Lian,Christina (HP Medicine) BII-CN-S" userId="d3b97c2b-6a0a-46f1-ac75-ab5460a4a2b4" providerId="ADAL" clId="{D71EA1C9-EC65-47E3-BF48-B322BD125229}" dt="2022-11-07T04:33:22.031" v="512" actId="1037"/>
          <ac:grpSpMkLst>
            <pc:docMk/>
            <pc:sldMk cId="2476826424" sldId="2147377339"/>
            <ac:grpSpMk id="94" creationId="{8CA2D186-99EC-466F-9E24-BEA99F2ECDCD}"/>
          </ac:grpSpMkLst>
        </pc:grpChg>
      </pc:sldChg>
      <pc:sldChg chg="modSp mod">
        <pc:chgData name="Lian,Christina (HP Medicine) BII-CN-S" userId="d3b97c2b-6a0a-46f1-ac75-ab5460a4a2b4" providerId="ADAL" clId="{D71EA1C9-EC65-47E3-BF48-B322BD125229}" dt="2022-11-07T04:34:36.363" v="545" actId="20577"/>
        <pc:sldMkLst>
          <pc:docMk/>
          <pc:sldMk cId="3249292506" sldId="2147469198"/>
        </pc:sldMkLst>
        <pc:spChg chg="mod">
          <ac:chgData name="Lian,Christina (HP Medicine) BII-CN-S" userId="d3b97c2b-6a0a-46f1-ac75-ab5460a4a2b4" providerId="ADAL" clId="{D71EA1C9-EC65-47E3-BF48-B322BD125229}" dt="2022-11-07T04:34:36.363" v="545" actId="20577"/>
          <ac:spMkLst>
            <pc:docMk/>
            <pc:sldMk cId="3249292506" sldId="2147469198"/>
            <ac:spMk id="9" creationId="{00000000-0000-0000-0000-000000000000}"/>
          </ac:spMkLst>
        </pc:spChg>
      </pc:sldChg>
    </pc:docChg>
  </pc:docChgLst>
  <pc:docChgLst>
    <pc:chgData name="Chen,Michael (HP Med RA) BII-CN-B" userId="d5e1e1c3-1b8e-4d7c-a738-2fc34bcfb3bb" providerId="ADAL" clId="{8D35E4F2-DBDB-4D32-867C-34E638DB9384}"/>
    <pc:docChg chg="modSld sldOrd">
      <pc:chgData name="Chen,Michael (HP Med RA) BII-CN-B" userId="d5e1e1c3-1b8e-4d7c-a738-2fc34bcfb3bb" providerId="ADAL" clId="{8D35E4F2-DBDB-4D32-867C-34E638DB9384}" dt="2023-09-07T15:27:20.082" v="1"/>
      <pc:docMkLst>
        <pc:docMk/>
      </pc:docMkLst>
      <pc:sldChg chg="ord">
        <pc:chgData name="Chen,Michael (HP Med RA) BII-CN-B" userId="d5e1e1c3-1b8e-4d7c-a738-2fc34bcfb3bb" providerId="ADAL" clId="{8D35E4F2-DBDB-4D32-867C-34E638DB9384}" dt="2023-09-07T15:27:20.082" v="1"/>
        <pc:sldMkLst>
          <pc:docMk/>
          <pc:sldMk cId="3296939094" sldId="2147474107"/>
        </pc:sldMkLst>
      </pc:sldChg>
    </pc:docChg>
  </pc:docChgLst>
  <pc:docChgLst>
    <pc:chgData name="Lin,Julia (MED CD&amp;O) BI-TW-T" userId="S::julia.lin@boehringer-ingelheim.com::2407819e-49bf-4c7b-96f7-ea5422769517" providerId="AD" clId="Web-{9C92A442-7CD3-D738-C80A-14F8E329D912}"/>
    <pc:docChg chg="modSld">
      <pc:chgData name="Lin,Julia (MED CD&amp;O) BI-TW-T" userId="S::julia.lin@boehringer-ingelheim.com::2407819e-49bf-4c7b-96f7-ea5422769517" providerId="AD" clId="Web-{9C92A442-7CD3-D738-C80A-14F8E329D912}" dt="2023-12-12T14:10:20.065" v="7" actId="20577"/>
      <pc:docMkLst>
        <pc:docMk/>
      </pc:docMkLst>
      <pc:sldChg chg="modSp">
        <pc:chgData name="Lin,Julia (MED CD&amp;O) BI-TW-T" userId="S::julia.lin@boehringer-ingelheim.com::2407819e-49bf-4c7b-96f7-ea5422769517" providerId="AD" clId="Web-{9C92A442-7CD3-D738-C80A-14F8E329D912}" dt="2023-12-12T14:10:20.065" v="7" actId="20577"/>
        <pc:sldMkLst>
          <pc:docMk/>
          <pc:sldMk cId="1948529012" sldId="2147475038"/>
        </pc:sldMkLst>
        <pc:spChg chg="mod">
          <ac:chgData name="Lin,Julia (MED CD&amp;O) BI-TW-T" userId="S::julia.lin@boehringer-ingelheim.com::2407819e-49bf-4c7b-96f7-ea5422769517" providerId="AD" clId="Web-{9C92A442-7CD3-D738-C80A-14F8E329D912}" dt="2023-12-12T14:09:51.768" v="1" actId="20577"/>
          <ac:spMkLst>
            <pc:docMk/>
            <pc:sldMk cId="1948529012" sldId="2147475038"/>
            <ac:spMk id="10" creationId="{F4C6B61C-982F-46D1-BDD3-32EC9C1D272D}"/>
          </ac:spMkLst>
        </pc:spChg>
        <pc:spChg chg="mod">
          <ac:chgData name="Lin,Julia (MED CD&amp;O) BI-TW-T" userId="S::julia.lin@boehringer-ingelheim.com::2407819e-49bf-4c7b-96f7-ea5422769517" providerId="AD" clId="Web-{9C92A442-7CD3-D738-C80A-14F8E329D912}" dt="2023-12-12T14:10:20.065" v="7" actId="20577"/>
          <ac:spMkLst>
            <pc:docMk/>
            <pc:sldMk cId="1948529012" sldId="2147475038"/>
            <ac:spMk id="15" creationId="{4F538F6E-73BA-4846-A30A-B92A98AC7F0F}"/>
          </ac:spMkLst>
        </pc:spChg>
      </pc:sldChg>
    </pc:docChg>
  </pc:docChgLst>
  <pc:docChgLst>
    <pc:chgData name="Li,Yuting (HP Medicine) BII-CN-S" userId="ce8fbb54-122c-426d-b8da-fdcc5e1b5022" providerId="ADAL" clId="{5A7954DF-9327-4F57-B6CC-F9D991DE9A8A}"/>
    <pc:docChg chg="undo custSel addSld delSld modSld">
      <pc:chgData name="Li,Yuting (HP Medicine) BII-CN-S" userId="ce8fbb54-122c-426d-b8da-fdcc5e1b5022" providerId="ADAL" clId="{5A7954DF-9327-4F57-B6CC-F9D991DE9A8A}" dt="2022-04-25T08:19:14.619" v="1156" actId="1076"/>
      <pc:docMkLst>
        <pc:docMk/>
      </pc:docMkLst>
      <pc:sldChg chg="modSp mod">
        <pc:chgData name="Li,Yuting (HP Medicine) BII-CN-S" userId="ce8fbb54-122c-426d-b8da-fdcc5e1b5022" providerId="ADAL" clId="{5A7954DF-9327-4F57-B6CC-F9D991DE9A8A}" dt="2022-04-12T06:06:47.091" v="1037" actId="207"/>
        <pc:sldMkLst>
          <pc:docMk/>
          <pc:sldMk cId="3309926693" sldId="259"/>
        </pc:sldMkLst>
        <pc:spChg chg="mod">
          <ac:chgData name="Li,Yuting (HP Medicine) BII-CN-S" userId="ce8fbb54-122c-426d-b8da-fdcc5e1b5022" providerId="ADAL" clId="{5A7954DF-9327-4F57-B6CC-F9D991DE9A8A}" dt="2022-04-12T06:06:47.091" v="1037" actId="207"/>
          <ac:spMkLst>
            <pc:docMk/>
            <pc:sldMk cId="3309926693" sldId="259"/>
            <ac:spMk id="4" creationId="{00000000-0000-0000-0000-000000000000}"/>
          </ac:spMkLst>
        </pc:spChg>
      </pc:sldChg>
      <pc:sldChg chg="modSp mod">
        <pc:chgData name="Li,Yuting (HP Medicine) BII-CN-S" userId="ce8fbb54-122c-426d-b8da-fdcc5e1b5022" providerId="ADAL" clId="{5A7954DF-9327-4F57-B6CC-F9D991DE9A8A}" dt="2022-04-12T06:06:21.507" v="1035" actId="20577"/>
        <pc:sldMkLst>
          <pc:docMk/>
          <pc:sldMk cId="3737261434" sldId="261"/>
        </pc:sldMkLst>
        <pc:spChg chg="mod">
          <ac:chgData name="Li,Yuting (HP Medicine) BII-CN-S" userId="ce8fbb54-122c-426d-b8da-fdcc5e1b5022" providerId="ADAL" clId="{5A7954DF-9327-4F57-B6CC-F9D991DE9A8A}" dt="2022-04-12T06:06:21.507" v="1035" actId="20577"/>
          <ac:spMkLst>
            <pc:docMk/>
            <pc:sldMk cId="3737261434" sldId="261"/>
            <ac:spMk id="4" creationId="{00000000-0000-0000-0000-000000000000}"/>
          </ac:spMkLst>
        </pc:spChg>
      </pc:sldChg>
      <pc:sldChg chg="modSp mod">
        <pc:chgData name="Li,Yuting (HP Medicine) BII-CN-S" userId="ce8fbb54-122c-426d-b8da-fdcc5e1b5022" providerId="ADAL" clId="{5A7954DF-9327-4F57-B6CC-F9D991DE9A8A}" dt="2022-04-12T07:10:05.710" v="1058" actId="14100"/>
        <pc:sldMkLst>
          <pc:docMk/>
          <pc:sldMk cId="3524290913" sldId="887"/>
        </pc:sldMkLst>
        <pc:spChg chg="mod">
          <ac:chgData name="Li,Yuting (HP Medicine) BII-CN-S" userId="ce8fbb54-122c-426d-b8da-fdcc5e1b5022" providerId="ADAL" clId="{5A7954DF-9327-4F57-B6CC-F9D991DE9A8A}" dt="2022-04-12T07:10:05.710" v="1058" actId="14100"/>
          <ac:spMkLst>
            <pc:docMk/>
            <pc:sldMk cId="3524290913" sldId="887"/>
            <ac:spMk id="179" creationId="{76B2B073-55B9-489E-9DB2-DE54D32D033F}"/>
          </ac:spMkLst>
        </pc:spChg>
      </pc:sldChg>
      <pc:sldChg chg="del">
        <pc:chgData name="Li,Yuting (HP Medicine) BII-CN-S" userId="ce8fbb54-122c-426d-b8da-fdcc5e1b5022" providerId="ADAL" clId="{5A7954DF-9327-4F57-B6CC-F9D991DE9A8A}" dt="2022-04-12T04:54:11.290" v="678" actId="47"/>
        <pc:sldMkLst>
          <pc:docMk/>
          <pc:sldMk cId="113715563" sldId="1059"/>
        </pc:sldMkLst>
      </pc:sldChg>
      <pc:sldChg chg="modSp mod">
        <pc:chgData name="Li,Yuting (HP Medicine) BII-CN-S" userId="ce8fbb54-122c-426d-b8da-fdcc5e1b5022" providerId="ADAL" clId="{5A7954DF-9327-4F57-B6CC-F9D991DE9A8A}" dt="2022-04-13T02:26:13.726" v="1152" actId="1076"/>
        <pc:sldMkLst>
          <pc:docMk/>
          <pc:sldMk cId="669747058" sldId="6596"/>
        </pc:sldMkLst>
        <pc:spChg chg="mod">
          <ac:chgData name="Li,Yuting (HP Medicine) BII-CN-S" userId="ce8fbb54-122c-426d-b8da-fdcc5e1b5022" providerId="ADAL" clId="{5A7954DF-9327-4F57-B6CC-F9D991DE9A8A}" dt="2022-04-12T05:30:05.606" v="989" actId="14100"/>
          <ac:spMkLst>
            <pc:docMk/>
            <pc:sldMk cId="669747058" sldId="6596"/>
            <ac:spMk id="58" creationId="{F5A6B9FE-5135-46CA-B020-47DC5CCE42EF}"/>
          </ac:spMkLst>
        </pc:spChg>
        <pc:spChg chg="mod">
          <ac:chgData name="Li,Yuting (HP Medicine) BII-CN-S" userId="ce8fbb54-122c-426d-b8da-fdcc5e1b5022" providerId="ADAL" clId="{5A7954DF-9327-4F57-B6CC-F9D991DE9A8A}" dt="2022-04-13T02:26:05.194" v="1149" actId="14100"/>
          <ac:spMkLst>
            <pc:docMk/>
            <pc:sldMk cId="669747058" sldId="6596"/>
            <ac:spMk id="77" creationId="{A1E70551-578A-4B35-ACAC-04BA6E603952}"/>
          </ac:spMkLst>
        </pc:spChg>
        <pc:spChg chg="mod">
          <ac:chgData name="Li,Yuting (HP Medicine) BII-CN-S" userId="ce8fbb54-122c-426d-b8da-fdcc5e1b5022" providerId="ADAL" clId="{5A7954DF-9327-4F57-B6CC-F9D991DE9A8A}" dt="2022-04-13T02:26:07.813" v="1150" actId="1076"/>
          <ac:spMkLst>
            <pc:docMk/>
            <pc:sldMk cId="669747058" sldId="6596"/>
            <ac:spMk id="80" creationId="{B361C849-6669-4EC4-A9AD-EB1BCC463147}"/>
          </ac:spMkLst>
        </pc:spChg>
        <pc:spChg chg="mod">
          <ac:chgData name="Li,Yuting (HP Medicine) BII-CN-S" userId="ce8fbb54-122c-426d-b8da-fdcc5e1b5022" providerId="ADAL" clId="{5A7954DF-9327-4F57-B6CC-F9D991DE9A8A}" dt="2022-04-13T02:26:13.726" v="1152" actId="1076"/>
          <ac:spMkLst>
            <pc:docMk/>
            <pc:sldMk cId="669747058" sldId="6596"/>
            <ac:spMk id="98" creationId="{9224C17E-1AA1-4096-A3FD-25D6FD8BA444}"/>
          </ac:spMkLst>
        </pc:spChg>
        <pc:spChg chg="mod">
          <ac:chgData name="Li,Yuting (HP Medicine) BII-CN-S" userId="ce8fbb54-122c-426d-b8da-fdcc5e1b5022" providerId="ADAL" clId="{5A7954DF-9327-4F57-B6CC-F9D991DE9A8A}" dt="2022-04-13T02:26:10.578" v="1151" actId="1076"/>
          <ac:spMkLst>
            <pc:docMk/>
            <pc:sldMk cId="669747058" sldId="6596"/>
            <ac:spMk id="100" creationId="{00000000-0000-0000-0000-000000000000}"/>
          </ac:spMkLst>
        </pc:spChg>
      </pc:sldChg>
      <pc:sldChg chg="modSp mod">
        <pc:chgData name="Li,Yuting (HP Medicine) BII-CN-S" userId="ce8fbb54-122c-426d-b8da-fdcc5e1b5022" providerId="ADAL" clId="{5A7954DF-9327-4F57-B6CC-F9D991DE9A8A}" dt="2022-04-13T02:14:27.031" v="1148" actId="20577"/>
        <pc:sldMkLst>
          <pc:docMk/>
          <pc:sldMk cId="2253265356" sldId="2141413456"/>
        </pc:sldMkLst>
        <pc:spChg chg="mod">
          <ac:chgData name="Li,Yuting (HP Medicine) BII-CN-S" userId="ce8fbb54-122c-426d-b8da-fdcc5e1b5022" providerId="ADAL" clId="{5A7954DF-9327-4F57-B6CC-F9D991DE9A8A}" dt="2022-04-12T08:09:52.091" v="1112" actId="20577"/>
          <ac:spMkLst>
            <pc:docMk/>
            <pc:sldMk cId="2253265356" sldId="2141413456"/>
            <ac:spMk id="85" creationId="{04E01867-E56A-47C1-86CA-13C9CD3C030B}"/>
          </ac:spMkLst>
        </pc:spChg>
        <pc:spChg chg="mod">
          <ac:chgData name="Li,Yuting (HP Medicine) BII-CN-S" userId="ce8fbb54-122c-426d-b8da-fdcc5e1b5022" providerId="ADAL" clId="{5A7954DF-9327-4F57-B6CC-F9D991DE9A8A}" dt="2022-04-13T02:14:27.031" v="1148" actId="20577"/>
          <ac:spMkLst>
            <pc:docMk/>
            <pc:sldMk cId="2253265356" sldId="2141413456"/>
            <ac:spMk id="90" creationId="{F9345081-D2EC-4F9D-A965-3B9D77318B16}"/>
          </ac:spMkLst>
        </pc:spChg>
      </pc:sldChg>
      <pc:sldChg chg="addSp delSp modSp mod">
        <pc:chgData name="Li,Yuting (HP Medicine) BII-CN-S" userId="ce8fbb54-122c-426d-b8da-fdcc5e1b5022" providerId="ADAL" clId="{5A7954DF-9327-4F57-B6CC-F9D991DE9A8A}" dt="2022-04-13T02:37:15.995" v="1155" actId="478"/>
        <pc:sldMkLst>
          <pc:docMk/>
          <pc:sldMk cId="4267623655" sldId="2141414117"/>
        </pc:sldMkLst>
        <pc:spChg chg="add mod">
          <ac:chgData name="Li,Yuting (HP Medicine) BII-CN-S" userId="ce8fbb54-122c-426d-b8da-fdcc5e1b5022" providerId="ADAL" clId="{5A7954DF-9327-4F57-B6CC-F9D991DE9A8A}" dt="2022-04-12T03:53:00.465" v="676" actId="404"/>
          <ac:spMkLst>
            <pc:docMk/>
            <pc:sldMk cId="4267623655" sldId="2141414117"/>
            <ac:spMk id="7" creationId="{E9DC4527-9B66-4450-86F5-689D3C73A610}"/>
          </ac:spMkLst>
        </pc:spChg>
        <pc:spChg chg="mod">
          <ac:chgData name="Li,Yuting (HP Medicine) BII-CN-S" userId="ce8fbb54-122c-426d-b8da-fdcc5e1b5022" providerId="ADAL" clId="{5A7954DF-9327-4F57-B6CC-F9D991DE9A8A}" dt="2022-04-12T03:52:54.225" v="675" actId="20577"/>
          <ac:spMkLst>
            <pc:docMk/>
            <pc:sldMk cId="4267623655" sldId="2141414117"/>
            <ac:spMk id="100" creationId="{59C9BC4E-8AC5-4799-9C55-6575741797A2}"/>
          </ac:spMkLst>
        </pc:spChg>
        <pc:spChg chg="del">
          <ac:chgData name="Li,Yuting (HP Medicine) BII-CN-S" userId="ce8fbb54-122c-426d-b8da-fdcc5e1b5022" providerId="ADAL" clId="{5A7954DF-9327-4F57-B6CC-F9D991DE9A8A}" dt="2022-04-13T02:37:11.708" v="1154" actId="478"/>
          <ac:spMkLst>
            <pc:docMk/>
            <pc:sldMk cId="4267623655" sldId="2141414117"/>
            <ac:spMk id="161" creationId="{2D6E0F23-86A1-4D6C-B417-7DD8200C7955}"/>
          </ac:spMkLst>
        </pc:spChg>
        <pc:spChg chg="del">
          <ac:chgData name="Li,Yuting (HP Medicine) BII-CN-S" userId="ce8fbb54-122c-426d-b8da-fdcc5e1b5022" providerId="ADAL" clId="{5A7954DF-9327-4F57-B6CC-F9D991DE9A8A}" dt="2022-04-13T02:37:15.995" v="1155" actId="478"/>
          <ac:spMkLst>
            <pc:docMk/>
            <pc:sldMk cId="4267623655" sldId="2141414117"/>
            <ac:spMk id="173" creationId="{61566E1B-1622-4AB5-830F-0B8002E04932}"/>
          </ac:spMkLst>
        </pc:spChg>
        <pc:spChg chg="mod">
          <ac:chgData name="Li,Yuting (HP Medicine) BII-CN-S" userId="ce8fbb54-122c-426d-b8da-fdcc5e1b5022" providerId="ADAL" clId="{5A7954DF-9327-4F57-B6CC-F9D991DE9A8A}" dt="2022-04-12T12:38:13.235" v="1141" actId="207"/>
          <ac:spMkLst>
            <pc:docMk/>
            <pc:sldMk cId="4267623655" sldId="2141414117"/>
            <ac:spMk id="192" creationId="{31193A60-52A8-4E9D-BB69-B3D203C95D66}"/>
          </ac:spMkLst>
        </pc:spChg>
        <pc:cxnChg chg="del">
          <ac:chgData name="Li,Yuting (HP Medicine) BII-CN-S" userId="ce8fbb54-122c-426d-b8da-fdcc5e1b5022" providerId="ADAL" clId="{5A7954DF-9327-4F57-B6CC-F9D991DE9A8A}" dt="2022-04-13T02:37:05.763" v="1153" actId="478"/>
          <ac:cxnSpMkLst>
            <pc:docMk/>
            <pc:sldMk cId="4267623655" sldId="2141414117"/>
            <ac:cxnSpMk id="27" creationId="{DC0B4F0F-D101-4E08-A834-BC964AE15FC5}"/>
          </ac:cxnSpMkLst>
        </pc:cxnChg>
      </pc:sldChg>
      <pc:sldChg chg="modSp mod">
        <pc:chgData name="Li,Yuting (HP Medicine) BII-CN-S" userId="ce8fbb54-122c-426d-b8da-fdcc5e1b5022" providerId="ADAL" clId="{5A7954DF-9327-4F57-B6CC-F9D991DE9A8A}" dt="2022-04-12T02:28:21.175" v="33" actId="20577"/>
        <pc:sldMkLst>
          <pc:docMk/>
          <pc:sldMk cId="1492430006" sldId="2147377131"/>
        </pc:sldMkLst>
        <pc:graphicFrameChg chg="modGraphic">
          <ac:chgData name="Li,Yuting (HP Medicine) BII-CN-S" userId="ce8fbb54-122c-426d-b8da-fdcc5e1b5022" providerId="ADAL" clId="{5A7954DF-9327-4F57-B6CC-F9D991DE9A8A}" dt="2022-04-12T02:28:21.175" v="33" actId="20577"/>
          <ac:graphicFrameMkLst>
            <pc:docMk/>
            <pc:sldMk cId="1492430006" sldId="2147377131"/>
            <ac:graphicFrameMk id="4" creationId="{CE4F806A-756F-4BE6-8340-EB8D9CD7A174}"/>
          </ac:graphicFrameMkLst>
        </pc:graphicFrameChg>
      </pc:sldChg>
      <pc:sldChg chg="addSp modSp mod">
        <pc:chgData name="Li,Yuting (HP Medicine) BII-CN-S" userId="ce8fbb54-122c-426d-b8da-fdcc5e1b5022" providerId="ADAL" clId="{5A7954DF-9327-4F57-B6CC-F9D991DE9A8A}" dt="2022-04-12T07:28:21.156" v="1100" actId="20577"/>
        <pc:sldMkLst>
          <pc:docMk/>
          <pc:sldMk cId="3321039952" sldId="2147377143"/>
        </pc:sldMkLst>
        <pc:spChg chg="mod">
          <ac:chgData name="Li,Yuting (HP Medicine) BII-CN-S" userId="ce8fbb54-122c-426d-b8da-fdcc5e1b5022" providerId="ADAL" clId="{5A7954DF-9327-4F57-B6CC-F9D991DE9A8A}" dt="2022-04-12T07:28:21.156" v="1100" actId="20577"/>
          <ac:spMkLst>
            <pc:docMk/>
            <pc:sldMk cId="3321039952" sldId="2147377143"/>
            <ac:spMk id="6" creationId="{A23B4D5D-81A6-44E7-A875-03A08F7749F9}"/>
          </ac:spMkLst>
        </pc:spChg>
        <pc:spChg chg="mod">
          <ac:chgData name="Li,Yuting (HP Medicine) BII-CN-S" userId="ce8fbb54-122c-426d-b8da-fdcc5e1b5022" providerId="ADAL" clId="{5A7954DF-9327-4F57-B6CC-F9D991DE9A8A}" dt="2022-04-12T03:15:40.176" v="260" actId="1036"/>
          <ac:spMkLst>
            <pc:docMk/>
            <pc:sldMk cId="3321039952" sldId="2147377143"/>
            <ac:spMk id="51" creationId="{A1E70551-578A-4B35-ACAC-04BA6E603952}"/>
          </ac:spMkLst>
        </pc:spChg>
        <pc:spChg chg="mod">
          <ac:chgData name="Li,Yuting (HP Medicine) BII-CN-S" userId="ce8fbb54-122c-426d-b8da-fdcc5e1b5022" providerId="ADAL" clId="{5A7954DF-9327-4F57-B6CC-F9D991DE9A8A}" dt="2022-04-12T03:15:40.176" v="260" actId="1036"/>
          <ac:spMkLst>
            <pc:docMk/>
            <pc:sldMk cId="3321039952" sldId="2147377143"/>
            <ac:spMk id="52" creationId="{00000000-0000-0000-0000-000000000000}"/>
          </ac:spMkLst>
        </pc:spChg>
        <pc:spChg chg="mod">
          <ac:chgData name="Li,Yuting (HP Medicine) BII-CN-S" userId="ce8fbb54-122c-426d-b8da-fdcc5e1b5022" providerId="ADAL" clId="{5A7954DF-9327-4F57-B6CC-F9D991DE9A8A}" dt="2022-04-12T03:15:40.176" v="260" actId="1036"/>
          <ac:spMkLst>
            <pc:docMk/>
            <pc:sldMk cId="3321039952" sldId="2147377143"/>
            <ac:spMk id="53" creationId="{B4E8BEE0-0EB3-40D8-9AA2-B2BC6D502A8C}"/>
          </ac:spMkLst>
        </pc:spChg>
        <pc:spChg chg="mod">
          <ac:chgData name="Li,Yuting (HP Medicine) BII-CN-S" userId="ce8fbb54-122c-426d-b8da-fdcc5e1b5022" providerId="ADAL" clId="{5A7954DF-9327-4F57-B6CC-F9D991DE9A8A}" dt="2022-04-12T03:15:40.176" v="260" actId="1036"/>
          <ac:spMkLst>
            <pc:docMk/>
            <pc:sldMk cId="3321039952" sldId="2147377143"/>
            <ac:spMk id="62" creationId="{9224C17E-1AA1-4096-A3FD-25D6FD8BA444}"/>
          </ac:spMkLst>
        </pc:spChg>
        <pc:spChg chg="mod">
          <ac:chgData name="Li,Yuting (HP Medicine) BII-CN-S" userId="ce8fbb54-122c-426d-b8da-fdcc5e1b5022" providerId="ADAL" clId="{5A7954DF-9327-4F57-B6CC-F9D991DE9A8A}" dt="2022-04-12T03:15:40.176" v="260" actId="1036"/>
          <ac:spMkLst>
            <pc:docMk/>
            <pc:sldMk cId="3321039952" sldId="2147377143"/>
            <ac:spMk id="63" creationId="{D7802659-27E6-47B0-B23D-931AA7A20F88}"/>
          </ac:spMkLst>
        </pc:spChg>
        <pc:spChg chg="mod">
          <ac:chgData name="Li,Yuting (HP Medicine) BII-CN-S" userId="ce8fbb54-122c-426d-b8da-fdcc5e1b5022" providerId="ADAL" clId="{5A7954DF-9327-4F57-B6CC-F9D991DE9A8A}" dt="2022-04-12T03:15:45.983" v="261" actId="1076"/>
          <ac:spMkLst>
            <pc:docMk/>
            <pc:sldMk cId="3321039952" sldId="2147377143"/>
            <ac:spMk id="64" creationId="{9224C17E-1AA1-4096-A3FD-25D6FD8BA444}"/>
          </ac:spMkLst>
        </pc:spChg>
        <pc:spChg chg="mod">
          <ac:chgData name="Li,Yuting (HP Medicine) BII-CN-S" userId="ce8fbb54-122c-426d-b8da-fdcc5e1b5022" providerId="ADAL" clId="{5A7954DF-9327-4F57-B6CC-F9D991DE9A8A}" dt="2022-04-12T03:15:40.176" v="260" actId="1036"/>
          <ac:spMkLst>
            <pc:docMk/>
            <pc:sldMk cId="3321039952" sldId="2147377143"/>
            <ac:spMk id="65" creationId="{EA1F0D34-87BB-4321-B298-C2432F87EEB4}"/>
          </ac:spMkLst>
        </pc:spChg>
        <pc:spChg chg="add mod">
          <ac:chgData name="Li,Yuting (HP Medicine) BII-CN-S" userId="ce8fbb54-122c-426d-b8da-fdcc5e1b5022" providerId="ADAL" clId="{5A7954DF-9327-4F57-B6CC-F9D991DE9A8A}" dt="2022-04-12T03:18:37.278" v="264" actId="207"/>
          <ac:spMkLst>
            <pc:docMk/>
            <pc:sldMk cId="3321039952" sldId="2147377143"/>
            <ac:spMk id="67" creationId="{68E53CB2-C878-4D1F-8322-AF3253E7443E}"/>
          </ac:spMkLst>
        </pc:spChg>
        <pc:spChg chg="mod">
          <ac:chgData name="Li,Yuting (HP Medicine) BII-CN-S" userId="ce8fbb54-122c-426d-b8da-fdcc5e1b5022" providerId="ADAL" clId="{5A7954DF-9327-4F57-B6CC-F9D991DE9A8A}" dt="2022-04-12T03:15:40.176" v="260" actId="1036"/>
          <ac:spMkLst>
            <pc:docMk/>
            <pc:sldMk cId="3321039952" sldId="2147377143"/>
            <ac:spMk id="68" creationId="{00000000-0000-0000-0000-000000000000}"/>
          </ac:spMkLst>
        </pc:spChg>
        <pc:spChg chg="mod">
          <ac:chgData name="Li,Yuting (HP Medicine) BII-CN-S" userId="ce8fbb54-122c-426d-b8da-fdcc5e1b5022" providerId="ADAL" clId="{5A7954DF-9327-4F57-B6CC-F9D991DE9A8A}" dt="2022-04-12T03:15:40.176" v="260" actId="1036"/>
          <ac:spMkLst>
            <pc:docMk/>
            <pc:sldMk cId="3321039952" sldId="2147377143"/>
            <ac:spMk id="69" creationId="{B361C849-6669-4EC4-A9AD-EB1BCC463147}"/>
          </ac:spMkLst>
        </pc:spChg>
        <pc:spChg chg="mod">
          <ac:chgData name="Li,Yuting (HP Medicine) BII-CN-S" userId="ce8fbb54-122c-426d-b8da-fdcc5e1b5022" providerId="ADAL" clId="{5A7954DF-9327-4F57-B6CC-F9D991DE9A8A}" dt="2022-04-12T03:15:40.176" v="260" actId="1036"/>
          <ac:spMkLst>
            <pc:docMk/>
            <pc:sldMk cId="3321039952" sldId="2147377143"/>
            <ac:spMk id="70" creationId="{00000000-0000-0000-0000-000000000000}"/>
          </ac:spMkLst>
        </pc:spChg>
        <pc:spChg chg="mod">
          <ac:chgData name="Li,Yuting (HP Medicine) BII-CN-S" userId="ce8fbb54-122c-426d-b8da-fdcc5e1b5022" providerId="ADAL" clId="{5A7954DF-9327-4F57-B6CC-F9D991DE9A8A}" dt="2022-04-12T03:15:40.176" v="260" actId="1036"/>
          <ac:spMkLst>
            <pc:docMk/>
            <pc:sldMk cId="3321039952" sldId="2147377143"/>
            <ac:spMk id="71" creationId="{B361C849-6669-4EC4-A9AD-EB1BCC463147}"/>
          </ac:spMkLst>
        </pc:spChg>
        <pc:spChg chg="mod">
          <ac:chgData name="Li,Yuting (HP Medicine) BII-CN-S" userId="ce8fbb54-122c-426d-b8da-fdcc5e1b5022" providerId="ADAL" clId="{5A7954DF-9327-4F57-B6CC-F9D991DE9A8A}" dt="2022-04-12T03:15:40.176" v="260" actId="1036"/>
          <ac:spMkLst>
            <pc:docMk/>
            <pc:sldMk cId="3321039952" sldId="2147377143"/>
            <ac:spMk id="75" creationId="{B361C849-6669-4EC4-A9AD-EB1BCC463147}"/>
          </ac:spMkLst>
        </pc:spChg>
        <pc:spChg chg="add mod">
          <ac:chgData name="Li,Yuting (HP Medicine) BII-CN-S" userId="ce8fbb54-122c-426d-b8da-fdcc5e1b5022" providerId="ADAL" clId="{5A7954DF-9327-4F57-B6CC-F9D991DE9A8A}" dt="2022-04-12T03:19:11.779" v="291" actId="1076"/>
          <ac:spMkLst>
            <pc:docMk/>
            <pc:sldMk cId="3321039952" sldId="2147377143"/>
            <ac:spMk id="76" creationId="{313ABA96-42A4-419D-AFDE-9A0BF87C16DC}"/>
          </ac:spMkLst>
        </pc:spChg>
        <pc:spChg chg="mod">
          <ac:chgData name="Li,Yuting (HP Medicine) BII-CN-S" userId="ce8fbb54-122c-426d-b8da-fdcc5e1b5022" providerId="ADAL" clId="{5A7954DF-9327-4F57-B6CC-F9D991DE9A8A}" dt="2022-04-12T03:15:40.176" v="260" actId="1036"/>
          <ac:spMkLst>
            <pc:docMk/>
            <pc:sldMk cId="3321039952" sldId="2147377143"/>
            <ac:spMk id="77" creationId="{B361C849-6669-4EC4-A9AD-EB1BCC463147}"/>
          </ac:spMkLst>
        </pc:spChg>
        <pc:spChg chg="mod">
          <ac:chgData name="Li,Yuting (HP Medicine) BII-CN-S" userId="ce8fbb54-122c-426d-b8da-fdcc5e1b5022" providerId="ADAL" clId="{5A7954DF-9327-4F57-B6CC-F9D991DE9A8A}" dt="2022-04-12T03:15:40.176" v="260" actId="1036"/>
          <ac:spMkLst>
            <pc:docMk/>
            <pc:sldMk cId="3321039952" sldId="2147377143"/>
            <ac:spMk id="78" creationId="{00000000-0000-0000-0000-000000000000}"/>
          </ac:spMkLst>
        </pc:spChg>
        <pc:spChg chg="add mod">
          <ac:chgData name="Li,Yuting (HP Medicine) BII-CN-S" userId="ce8fbb54-122c-426d-b8da-fdcc5e1b5022" providerId="ADAL" clId="{5A7954DF-9327-4F57-B6CC-F9D991DE9A8A}" dt="2022-04-12T03:19:34.128" v="305" actId="113"/>
          <ac:spMkLst>
            <pc:docMk/>
            <pc:sldMk cId="3321039952" sldId="2147377143"/>
            <ac:spMk id="79" creationId="{1423C2FB-1242-4300-8D7D-C314FD37C709}"/>
          </ac:spMkLst>
        </pc:spChg>
        <pc:spChg chg="mod">
          <ac:chgData name="Li,Yuting (HP Medicine) BII-CN-S" userId="ce8fbb54-122c-426d-b8da-fdcc5e1b5022" providerId="ADAL" clId="{5A7954DF-9327-4F57-B6CC-F9D991DE9A8A}" dt="2022-04-12T03:15:40.176" v="260" actId="1036"/>
          <ac:spMkLst>
            <pc:docMk/>
            <pc:sldMk cId="3321039952" sldId="2147377143"/>
            <ac:spMk id="80" creationId="{00000000-0000-0000-0000-000000000000}"/>
          </ac:spMkLst>
        </pc:spChg>
        <pc:spChg chg="mod">
          <ac:chgData name="Li,Yuting (HP Medicine) BII-CN-S" userId="ce8fbb54-122c-426d-b8da-fdcc5e1b5022" providerId="ADAL" clId="{5A7954DF-9327-4F57-B6CC-F9D991DE9A8A}" dt="2022-04-12T03:15:40.176" v="260" actId="1036"/>
          <ac:spMkLst>
            <pc:docMk/>
            <pc:sldMk cId="3321039952" sldId="2147377143"/>
            <ac:spMk id="81" creationId="{00000000-0000-0000-0000-000000000000}"/>
          </ac:spMkLst>
        </pc:spChg>
        <pc:spChg chg="mod">
          <ac:chgData name="Li,Yuting (HP Medicine) BII-CN-S" userId="ce8fbb54-122c-426d-b8da-fdcc5e1b5022" providerId="ADAL" clId="{5A7954DF-9327-4F57-B6CC-F9D991DE9A8A}" dt="2022-04-12T03:15:40.176" v="260" actId="1036"/>
          <ac:spMkLst>
            <pc:docMk/>
            <pc:sldMk cId="3321039952" sldId="2147377143"/>
            <ac:spMk id="86" creationId="{47BAC1CD-4104-4B06-B884-13F55F4EB23B}"/>
          </ac:spMkLst>
        </pc:spChg>
        <pc:spChg chg="mod">
          <ac:chgData name="Li,Yuting (HP Medicine) BII-CN-S" userId="ce8fbb54-122c-426d-b8da-fdcc5e1b5022" providerId="ADAL" clId="{5A7954DF-9327-4F57-B6CC-F9D991DE9A8A}" dt="2022-04-12T03:15:40.176" v="260" actId="1036"/>
          <ac:spMkLst>
            <pc:docMk/>
            <pc:sldMk cId="3321039952" sldId="2147377143"/>
            <ac:spMk id="87" creationId="{BB8CEECA-8177-4EE9-97D8-9065D10C377E}"/>
          </ac:spMkLst>
        </pc:spChg>
        <pc:spChg chg="mod">
          <ac:chgData name="Li,Yuting (HP Medicine) BII-CN-S" userId="ce8fbb54-122c-426d-b8da-fdcc5e1b5022" providerId="ADAL" clId="{5A7954DF-9327-4F57-B6CC-F9D991DE9A8A}" dt="2022-04-12T03:15:40.176" v="260" actId="1036"/>
          <ac:spMkLst>
            <pc:docMk/>
            <pc:sldMk cId="3321039952" sldId="2147377143"/>
            <ac:spMk id="88" creationId="{B7BAC16D-48DF-48EF-ABDA-316F95004A12}"/>
          </ac:spMkLst>
        </pc:spChg>
        <pc:spChg chg="mod">
          <ac:chgData name="Li,Yuting (HP Medicine) BII-CN-S" userId="ce8fbb54-122c-426d-b8da-fdcc5e1b5022" providerId="ADAL" clId="{5A7954DF-9327-4F57-B6CC-F9D991DE9A8A}" dt="2022-04-12T03:15:40.176" v="260" actId="1036"/>
          <ac:spMkLst>
            <pc:docMk/>
            <pc:sldMk cId="3321039952" sldId="2147377143"/>
            <ac:spMk id="89" creationId="{8E74A5D3-8629-4CFF-81AF-8C1865F62D3C}"/>
          </ac:spMkLst>
        </pc:spChg>
        <pc:spChg chg="mod">
          <ac:chgData name="Li,Yuting (HP Medicine) BII-CN-S" userId="ce8fbb54-122c-426d-b8da-fdcc5e1b5022" providerId="ADAL" clId="{5A7954DF-9327-4F57-B6CC-F9D991DE9A8A}" dt="2022-04-12T03:15:40.176" v="260" actId="1036"/>
          <ac:spMkLst>
            <pc:docMk/>
            <pc:sldMk cId="3321039952" sldId="2147377143"/>
            <ac:spMk id="94" creationId="{6F4601FC-5B0E-479D-B93A-E415FF56BB1B}"/>
          </ac:spMkLst>
        </pc:spChg>
        <pc:spChg chg="mod">
          <ac:chgData name="Li,Yuting (HP Medicine) BII-CN-S" userId="ce8fbb54-122c-426d-b8da-fdcc5e1b5022" providerId="ADAL" clId="{5A7954DF-9327-4F57-B6CC-F9D991DE9A8A}" dt="2022-04-12T03:15:40.176" v="260" actId="1036"/>
          <ac:spMkLst>
            <pc:docMk/>
            <pc:sldMk cId="3321039952" sldId="2147377143"/>
            <ac:spMk id="95" creationId="{B012AC05-2C3D-4699-A18A-E08EB6C702CB}"/>
          </ac:spMkLst>
        </pc:spChg>
        <pc:spChg chg="mod">
          <ac:chgData name="Li,Yuting (HP Medicine) BII-CN-S" userId="ce8fbb54-122c-426d-b8da-fdcc5e1b5022" providerId="ADAL" clId="{5A7954DF-9327-4F57-B6CC-F9D991DE9A8A}" dt="2022-04-12T03:15:40.176" v="260" actId="1036"/>
          <ac:spMkLst>
            <pc:docMk/>
            <pc:sldMk cId="3321039952" sldId="2147377143"/>
            <ac:spMk id="96" creationId="{621908C0-99E4-4E18-B940-1C3E64220B11}"/>
          </ac:spMkLst>
        </pc:spChg>
        <pc:spChg chg="mod">
          <ac:chgData name="Li,Yuting (HP Medicine) BII-CN-S" userId="ce8fbb54-122c-426d-b8da-fdcc5e1b5022" providerId="ADAL" clId="{5A7954DF-9327-4F57-B6CC-F9D991DE9A8A}" dt="2022-04-12T03:15:40.176" v="260" actId="1036"/>
          <ac:spMkLst>
            <pc:docMk/>
            <pc:sldMk cId="3321039952" sldId="2147377143"/>
            <ac:spMk id="97" creationId="{FAE1F5BC-D91C-4A09-88E2-B949EA5E7A97}"/>
          </ac:spMkLst>
        </pc:spChg>
        <pc:spChg chg="mod">
          <ac:chgData name="Li,Yuting (HP Medicine) BII-CN-S" userId="ce8fbb54-122c-426d-b8da-fdcc5e1b5022" providerId="ADAL" clId="{5A7954DF-9327-4F57-B6CC-F9D991DE9A8A}" dt="2022-04-12T03:15:40.176" v="260" actId="1036"/>
          <ac:spMkLst>
            <pc:docMk/>
            <pc:sldMk cId="3321039952" sldId="2147377143"/>
            <ac:spMk id="98" creationId="{0E7A78A6-D8DC-4D11-ADB7-D4CFE16E6270}"/>
          </ac:spMkLst>
        </pc:spChg>
        <pc:spChg chg="mod">
          <ac:chgData name="Li,Yuting (HP Medicine) BII-CN-S" userId="ce8fbb54-122c-426d-b8da-fdcc5e1b5022" providerId="ADAL" clId="{5A7954DF-9327-4F57-B6CC-F9D991DE9A8A}" dt="2022-04-12T03:15:40.176" v="260" actId="1036"/>
          <ac:spMkLst>
            <pc:docMk/>
            <pc:sldMk cId="3321039952" sldId="2147377143"/>
            <ac:spMk id="99" creationId="{D3DB0FA6-957F-4F92-A036-BCFA48878DD8}"/>
          </ac:spMkLst>
        </pc:spChg>
      </pc:sldChg>
      <pc:sldChg chg="modSp mod">
        <pc:chgData name="Li,Yuting (HP Medicine) BII-CN-S" userId="ce8fbb54-122c-426d-b8da-fdcc5e1b5022" providerId="ADAL" clId="{5A7954DF-9327-4F57-B6CC-F9D991DE9A8A}" dt="2022-04-12T02:24:36.947" v="2" actId="20577"/>
        <pc:sldMkLst>
          <pc:docMk/>
          <pc:sldMk cId="3766878403" sldId="2147377162"/>
        </pc:sldMkLst>
        <pc:graphicFrameChg chg="modGraphic">
          <ac:chgData name="Li,Yuting (HP Medicine) BII-CN-S" userId="ce8fbb54-122c-426d-b8da-fdcc5e1b5022" providerId="ADAL" clId="{5A7954DF-9327-4F57-B6CC-F9D991DE9A8A}" dt="2022-04-12T02:24:36.947" v="2" actId="20577"/>
          <ac:graphicFrameMkLst>
            <pc:docMk/>
            <pc:sldMk cId="3766878403" sldId="2147377162"/>
            <ac:graphicFrameMk id="10" creationId="{7ED29C9C-0700-480D-B788-68CBB9D31EEE}"/>
          </ac:graphicFrameMkLst>
        </pc:graphicFrameChg>
      </pc:sldChg>
      <pc:sldChg chg="modSp mod">
        <pc:chgData name="Li,Yuting (HP Medicine) BII-CN-S" userId="ce8fbb54-122c-426d-b8da-fdcc5e1b5022" providerId="ADAL" clId="{5A7954DF-9327-4F57-B6CC-F9D991DE9A8A}" dt="2022-04-12T03:05:10.524" v="186" actId="1582"/>
        <pc:sldMkLst>
          <pc:docMk/>
          <pc:sldMk cId="2777933554" sldId="2147377173"/>
        </pc:sldMkLst>
        <pc:spChg chg="mod">
          <ac:chgData name="Li,Yuting (HP Medicine) BII-CN-S" userId="ce8fbb54-122c-426d-b8da-fdcc5e1b5022" providerId="ADAL" clId="{5A7954DF-9327-4F57-B6CC-F9D991DE9A8A}" dt="2022-04-12T03:05:10.524" v="186" actId="1582"/>
          <ac:spMkLst>
            <pc:docMk/>
            <pc:sldMk cId="2777933554" sldId="2147377173"/>
            <ac:spMk id="41" creationId="{80672632-5059-4D01-BB59-096554D9CD3A}"/>
          </ac:spMkLst>
        </pc:spChg>
      </pc:sldChg>
      <pc:sldChg chg="modSp mod">
        <pc:chgData name="Li,Yuting (HP Medicine) BII-CN-S" userId="ce8fbb54-122c-426d-b8da-fdcc5e1b5022" providerId="ADAL" clId="{5A7954DF-9327-4F57-B6CC-F9D991DE9A8A}" dt="2022-04-12T03:38:48.312" v="625" actId="20577"/>
        <pc:sldMkLst>
          <pc:docMk/>
          <pc:sldMk cId="1349082433" sldId="2147377174"/>
        </pc:sldMkLst>
        <pc:spChg chg="mod">
          <ac:chgData name="Li,Yuting (HP Medicine) BII-CN-S" userId="ce8fbb54-122c-426d-b8da-fdcc5e1b5022" providerId="ADAL" clId="{5A7954DF-9327-4F57-B6CC-F9D991DE9A8A}" dt="2022-04-12T03:38:48.312" v="625" actId="20577"/>
          <ac:spMkLst>
            <pc:docMk/>
            <pc:sldMk cId="1349082433" sldId="2147377174"/>
            <ac:spMk id="75" creationId="{23E443ED-C91E-4425-963C-DB47A7F0B19C}"/>
          </ac:spMkLst>
        </pc:spChg>
      </pc:sldChg>
      <pc:sldChg chg="modSp mod">
        <pc:chgData name="Li,Yuting (HP Medicine) BII-CN-S" userId="ce8fbb54-122c-426d-b8da-fdcc5e1b5022" providerId="ADAL" clId="{5A7954DF-9327-4F57-B6CC-F9D991DE9A8A}" dt="2022-04-13T01:56:39.854" v="1142" actId="6549"/>
        <pc:sldMkLst>
          <pc:docMk/>
          <pc:sldMk cId="2180619049" sldId="2147377175"/>
        </pc:sldMkLst>
        <pc:spChg chg="mod">
          <ac:chgData name="Li,Yuting (HP Medicine) BII-CN-S" userId="ce8fbb54-122c-426d-b8da-fdcc5e1b5022" providerId="ADAL" clId="{5A7954DF-9327-4F57-B6CC-F9D991DE9A8A}" dt="2022-04-12T03:49:11.762" v="634" actId="20577"/>
          <ac:spMkLst>
            <pc:docMk/>
            <pc:sldMk cId="2180619049" sldId="2147377175"/>
            <ac:spMk id="3" creationId="{00000000-0000-0000-0000-000000000000}"/>
          </ac:spMkLst>
        </pc:spChg>
        <pc:spChg chg="mod">
          <ac:chgData name="Li,Yuting (HP Medicine) BII-CN-S" userId="ce8fbb54-122c-426d-b8da-fdcc5e1b5022" providerId="ADAL" clId="{5A7954DF-9327-4F57-B6CC-F9D991DE9A8A}" dt="2022-04-13T01:56:39.854" v="1142" actId="6549"/>
          <ac:spMkLst>
            <pc:docMk/>
            <pc:sldMk cId="2180619049" sldId="2147377175"/>
            <ac:spMk id="75" creationId="{23E443ED-C91E-4425-963C-DB47A7F0B19C}"/>
          </ac:spMkLst>
        </pc:spChg>
      </pc:sldChg>
      <pc:sldChg chg="modSp mod">
        <pc:chgData name="Li,Yuting (HP Medicine) BII-CN-S" userId="ce8fbb54-122c-426d-b8da-fdcc5e1b5022" providerId="ADAL" clId="{5A7954DF-9327-4F57-B6CC-F9D991DE9A8A}" dt="2022-04-13T01:56:52.721" v="1143" actId="6549"/>
        <pc:sldMkLst>
          <pc:docMk/>
          <pc:sldMk cId="4118063875" sldId="2147377176"/>
        </pc:sldMkLst>
        <pc:spChg chg="mod">
          <ac:chgData name="Li,Yuting (HP Medicine) BII-CN-S" userId="ce8fbb54-122c-426d-b8da-fdcc5e1b5022" providerId="ADAL" clId="{5A7954DF-9327-4F57-B6CC-F9D991DE9A8A}" dt="2022-04-13T01:56:52.721" v="1143" actId="6549"/>
          <ac:spMkLst>
            <pc:docMk/>
            <pc:sldMk cId="4118063875" sldId="2147377176"/>
            <ac:spMk id="99" creationId="{D11E8C8E-EA83-4AF2-B5EA-9A0D5FDC196B}"/>
          </ac:spMkLst>
        </pc:spChg>
      </pc:sldChg>
      <pc:sldChg chg="addSp modSp mod">
        <pc:chgData name="Li,Yuting (HP Medicine) BII-CN-S" userId="ce8fbb54-122c-426d-b8da-fdcc5e1b5022" providerId="ADAL" clId="{5A7954DF-9327-4F57-B6CC-F9D991DE9A8A}" dt="2022-04-12T05:22:41.334" v="905" actId="1076"/>
        <pc:sldMkLst>
          <pc:docMk/>
          <pc:sldMk cId="3255186489" sldId="2147377178"/>
        </pc:sldMkLst>
        <pc:spChg chg="mod">
          <ac:chgData name="Li,Yuting (HP Medicine) BII-CN-S" userId="ce8fbb54-122c-426d-b8da-fdcc5e1b5022" providerId="ADAL" clId="{5A7954DF-9327-4F57-B6CC-F9D991DE9A8A}" dt="2022-04-12T05:08:32.917" v="888" actId="1076"/>
          <ac:spMkLst>
            <pc:docMk/>
            <pc:sldMk cId="3255186489" sldId="2147377178"/>
            <ac:spMk id="2" creationId="{E873FE29-82A5-4786-ADC4-9CB77E313698}"/>
          </ac:spMkLst>
        </pc:spChg>
        <pc:spChg chg="mod">
          <ac:chgData name="Li,Yuting (HP Medicine) BII-CN-S" userId="ce8fbb54-122c-426d-b8da-fdcc5e1b5022" providerId="ADAL" clId="{5A7954DF-9327-4F57-B6CC-F9D991DE9A8A}" dt="2022-04-12T05:22:34.115" v="904" actId="1076"/>
          <ac:spMkLst>
            <pc:docMk/>
            <pc:sldMk cId="3255186489" sldId="2147377178"/>
            <ac:spMk id="7" creationId="{9DBDCC91-19FD-48CE-8906-23CCD87DAF59}"/>
          </ac:spMkLst>
        </pc:spChg>
        <pc:spChg chg="add mod">
          <ac:chgData name="Li,Yuting (HP Medicine) BII-CN-S" userId="ce8fbb54-122c-426d-b8da-fdcc5e1b5022" providerId="ADAL" clId="{5A7954DF-9327-4F57-B6CC-F9D991DE9A8A}" dt="2022-04-12T05:22:41.334" v="905" actId="1076"/>
          <ac:spMkLst>
            <pc:docMk/>
            <pc:sldMk cId="3255186489" sldId="2147377178"/>
            <ac:spMk id="9" creationId="{07B74671-8B82-4EA9-A1D2-0EFD7DBDE56B}"/>
          </ac:spMkLst>
        </pc:spChg>
        <pc:graphicFrameChg chg="mod modGraphic">
          <ac:chgData name="Li,Yuting (HP Medicine) BII-CN-S" userId="ce8fbb54-122c-426d-b8da-fdcc5e1b5022" providerId="ADAL" clId="{5A7954DF-9327-4F57-B6CC-F9D991DE9A8A}" dt="2022-04-12T05:13:51.919" v="890" actId="207"/>
          <ac:graphicFrameMkLst>
            <pc:docMk/>
            <pc:sldMk cId="3255186489" sldId="2147377178"/>
            <ac:graphicFrameMk id="11" creationId="{0A08FB9D-F1B7-435B-B330-8D6996BD0B44}"/>
          </ac:graphicFrameMkLst>
        </pc:graphicFrameChg>
      </pc:sldChg>
      <pc:sldChg chg="addSp delSp modSp mod">
        <pc:chgData name="Li,Yuting (HP Medicine) BII-CN-S" userId="ce8fbb54-122c-426d-b8da-fdcc5e1b5022" providerId="ADAL" clId="{5A7954DF-9327-4F57-B6CC-F9D991DE9A8A}" dt="2022-04-12T02:48:11.868" v="107" actId="1076"/>
        <pc:sldMkLst>
          <pc:docMk/>
          <pc:sldMk cId="1816839772" sldId="2147377201"/>
        </pc:sldMkLst>
        <pc:spChg chg="add mod">
          <ac:chgData name="Li,Yuting (HP Medicine) BII-CN-S" userId="ce8fbb54-122c-426d-b8da-fdcc5e1b5022" providerId="ADAL" clId="{5A7954DF-9327-4F57-B6CC-F9D991DE9A8A}" dt="2022-04-12T02:48:11.868" v="107" actId="1076"/>
          <ac:spMkLst>
            <pc:docMk/>
            <pc:sldMk cId="1816839772" sldId="2147377201"/>
            <ac:spMk id="2" creationId="{A79AFFE3-7C1D-4B3B-8F30-CBDC30D592D9}"/>
          </ac:spMkLst>
        </pc:spChg>
        <pc:spChg chg="del">
          <ac:chgData name="Li,Yuting (HP Medicine) BII-CN-S" userId="ce8fbb54-122c-426d-b8da-fdcc5e1b5022" providerId="ADAL" clId="{5A7954DF-9327-4F57-B6CC-F9D991DE9A8A}" dt="2022-04-12T02:47:28.526" v="65" actId="478"/>
          <ac:spMkLst>
            <pc:docMk/>
            <pc:sldMk cId="1816839772" sldId="2147377201"/>
            <ac:spMk id="3" creationId="{B418719B-8891-4154-AEEF-591313ED4254}"/>
          </ac:spMkLst>
        </pc:spChg>
        <pc:spChg chg="mod">
          <ac:chgData name="Li,Yuting (HP Medicine) BII-CN-S" userId="ce8fbb54-122c-426d-b8da-fdcc5e1b5022" providerId="ADAL" clId="{5A7954DF-9327-4F57-B6CC-F9D991DE9A8A}" dt="2022-04-12T02:45:34.757" v="58" actId="20577"/>
          <ac:spMkLst>
            <pc:docMk/>
            <pc:sldMk cId="1816839772" sldId="2147377201"/>
            <ac:spMk id="5" creationId="{0FA32D7E-3A3B-48E1-A997-A631D655F493}"/>
          </ac:spMkLst>
        </pc:spChg>
      </pc:sldChg>
      <pc:sldChg chg="modSp mod">
        <pc:chgData name="Li,Yuting (HP Medicine) BII-CN-S" userId="ce8fbb54-122c-426d-b8da-fdcc5e1b5022" providerId="ADAL" clId="{5A7954DF-9327-4F57-B6CC-F9D991DE9A8A}" dt="2022-04-25T08:19:14.619" v="1156" actId="1076"/>
        <pc:sldMkLst>
          <pc:docMk/>
          <pc:sldMk cId="3105419234" sldId="2147377203"/>
        </pc:sldMkLst>
        <pc:graphicFrameChg chg="mod">
          <ac:chgData name="Li,Yuting (HP Medicine) BII-CN-S" userId="ce8fbb54-122c-426d-b8da-fdcc5e1b5022" providerId="ADAL" clId="{5A7954DF-9327-4F57-B6CC-F9D991DE9A8A}" dt="2022-04-25T08:19:14.619" v="1156" actId="1076"/>
          <ac:graphicFrameMkLst>
            <pc:docMk/>
            <pc:sldMk cId="3105419234" sldId="2147377203"/>
            <ac:graphicFrameMk id="7" creationId="{0320A149-F553-4289-8B80-F0098E95A6B8}"/>
          </ac:graphicFrameMkLst>
        </pc:graphicFrameChg>
      </pc:sldChg>
      <pc:sldChg chg="add">
        <pc:chgData name="Li,Yuting (HP Medicine) BII-CN-S" userId="ce8fbb54-122c-426d-b8da-fdcc5e1b5022" providerId="ADAL" clId="{5A7954DF-9327-4F57-B6CC-F9D991DE9A8A}" dt="2022-04-12T04:54:04.085" v="677"/>
        <pc:sldMkLst>
          <pc:docMk/>
          <pc:sldMk cId="3008635063" sldId="2147377204"/>
        </pc:sldMkLst>
      </pc:sldChg>
      <pc:sldChg chg="addSp delSp modSp new del mod">
        <pc:chgData name="Li,Yuting (HP Medicine) BII-CN-S" userId="ce8fbb54-122c-426d-b8da-fdcc5e1b5022" providerId="ADAL" clId="{5A7954DF-9327-4F57-B6CC-F9D991DE9A8A}" dt="2022-04-12T11:00:18.704" v="1138" actId="47"/>
        <pc:sldMkLst>
          <pc:docMk/>
          <pc:sldMk cId="2382234314" sldId="2147377205"/>
        </pc:sldMkLst>
        <pc:spChg chg="del">
          <ac:chgData name="Li,Yuting (HP Medicine) BII-CN-S" userId="ce8fbb54-122c-426d-b8da-fdcc5e1b5022" providerId="ADAL" clId="{5A7954DF-9327-4F57-B6CC-F9D991DE9A8A}" dt="2022-04-12T10:19:27.431" v="1121"/>
          <ac:spMkLst>
            <pc:docMk/>
            <pc:sldMk cId="2382234314" sldId="2147377205"/>
            <ac:spMk id="2" creationId="{2279F9D9-84A9-46CF-996B-09ED63B3C6E4}"/>
          </ac:spMkLst>
        </pc:spChg>
        <pc:spChg chg="mod">
          <ac:chgData name="Li,Yuting (HP Medicine) BII-CN-S" userId="ce8fbb54-122c-426d-b8da-fdcc5e1b5022" providerId="ADAL" clId="{5A7954DF-9327-4F57-B6CC-F9D991DE9A8A}" dt="2022-04-12T10:20:34.101" v="1137" actId="20577"/>
          <ac:spMkLst>
            <pc:docMk/>
            <pc:sldMk cId="2382234314" sldId="2147377205"/>
            <ac:spMk id="6" creationId="{4A156B83-2E8B-45E8-89B7-AEBACFF7155B}"/>
          </ac:spMkLst>
        </pc:spChg>
        <pc:graphicFrameChg chg="add del mod">
          <ac:chgData name="Li,Yuting (HP Medicine) BII-CN-S" userId="ce8fbb54-122c-426d-b8da-fdcc5e1b5022" providerId="ADAL" clId="{5A7954DF-9327-4F57-B6CC-F9D991DE9A8A}" dt="2022-04-12T10:19:18.561" v="1120"/>
          <ac:graphicFrameMkLst>
            <pc:docMk/>
            <pc:sldMk cId="2382234314" sldId="2147377205"/>
            <ac:graphicFrameMk id="7" creationId="{C8EE36F9-3DD0-492C-8078-80CB5D1B7740}"/>
          </ac:graphicFrameMkLst>
        </pc:graphicFrameChg>
        <pc:graphicFrameChg chg="add mod modGraphic">
          <ac:chgData name="Li,Yuting (HP Medicine) BII-CN-S" userId="ce8fbb54-122c-426d-b8da-fdcc5e1b5022" providerId="ADAL" clId="{5A7954DF-9327-4F57-B6CC-F9D991DE9A8A}" dt="2022-04-12T10:19:45.401" v="1124" actId="1076"/>
          <ac:graphicFrameMkLst>
            <pc:docMk/>
            <pc:sldMk cId="2382234314" sldId="2147377205"/>
            <ac:graphicFrameMk id="8" creationId="{A5FB483D-B71F-4DC0-8EF2-BB3A26B61E12}"/>
          </ac:graphicFrameMkLst>
        </pc:graphicFrameChg>
      </pc:sldChg>
    </pc:docChg>
  </pc:docChgLst>
  <pc:docChgLst>
    <pc:chgData name="Li,Yuting (HP Medicine) BII-CN-S" userId="ce8fbb54-122c-426d-b8da-fdcc5e1b5022" providerId="ADAL" clId="{8E7EC32B-BD3F-463F-A1AA-1ABFEE8609D1}"/>
    <pc:docChg chg="modSld">
      <pc:chgData name="Li,Yuting (HP Medicine) BII-CN-S" userId="ce8fbb54-122c-426d-b8da-fdcc5e1b5022" providerId="ADAL" clId="{8E7EC32B-BD3F-463F-A1AA-1ABFEE8609D1}" dt="2022-06-06T08:21:04.691" v="1" actId="20577"/>
      <pc:docMkLst>
        <pc:docMk/>
      </pc:docMkLst>
      <pc:sldChg chg="modSp mod">
        <pc:chgData name="Li,Yuting (HP Medicine) BII-CN-S" userId="ce8fbb54-122c-426d-b8da-fdcc5e1b5022" providerId="ADAL" clId="{8E7EC32B-BD3F-463F-A1AA-1ABFEE8609D1}" dt="2022-06-06T08:21:04.691" v="1" actId="20577"/>
        <pc:sldMkLst>
          <pc:docMk/>
          <pc:sldMk cId="64439630" sldId="6601"/>
        </pc:sldMkLst>
        <pc:spChg chg="mod">
          <ac:chgData name="Li,Yuting (HP Medicine) BII-CN-S" userId="ce8fbb54-122c-426d-b8da-fdcc5e1b5022" providerId="ADAL" clId="{8E7EC32B-BD3F-463F-A1AA-1ABFEE8609D1}" dt="2022-06-06T08:21:04.691" v="1" actId="20577"/>
          <ac:spMkLst>
            <pc:docMk/>
            <pc:sldMk cId="64439630" sldId="6601"/>
            <ac:spMk id="5" creationId="{00000000-0000-0000-0000-000000000000}"/>
          </ac:spMkLst>
        </pc:spChg>
      </pc:sldChg>
    </pc:docChg>
  </pc:docChgLst>
  <pc:docChgLst>
    <pc:chgData name="zxSHA Zhao,Ting (MED CD&amp;O) EXTERNAL" userId="S::ting.zhao.ext@boehringer-ingelheim.com::3d8ce11f-7659-40c3-8229-d1facb227748" providerId="AD" clId="Web-{6B6ACB00-2D3D-3B56-E489-F8A58E80BFDD}"/>
    <pc:docChg chg="modSld">
      <pc:chgData name="zxSHA Zhao,Ting (MED CD&amp;O) EXTERNAL" userId="S::ting.zhao.ext@boehringer-ingelheim.com::3d8ce11f-7659-40c3-8229-d1facb227748" providerId="AD" clId="Web-{6B6ACB00-2D3D-3B56-E489-F8A58E80BFDD}" dt="2024-01-09T13:53:28.001" v="11" actId="1076"/>
      <pc:docMkLst>
        <pc:docMk/>
      </pc:docMkLst>
      <pc:sldChg chg="addSp delSp modSp">
        <pc:chgData name="zxSHA Zhao,Ting (MED CD&amp;O) EXTERNAL" userId="S::ting.zhao.ext@boehringer-ingelheim.com::3d8ce11f-7659-40c3-8229-d1facb227748" providerId="AD" clId="Web-{6B6ACB00-2D3D-3B56-E489-F8A58E80BFDD}" dt="2024-01-09T13:53:28.001" v="11" actId="1076"/>
        <pc:sldMkLst>
          <pc:docMk/>
          <pc:sldMk cId="3351325479" sldId="2147481321"/>
        </pc:sldMkLst>
        <pc:spChg chg="mod">
          <ac:chgData name="zxSHA Zhao,Ting (MED CD&amp;O) EXTERNAL" userId="S::ting.zhao.ext@boehringer-ingelheim.com::3d8ce11f-7659-40c3-8229-d1facb227748" providerId="AD" clId="Web-{6B6ACB00-2D3D-3B56-E489-F8A58E80BFDD}" dt="2024-01-09T13:52:35.984" v="3" actId="20577"/>
          <ac:spMkLst>
            <pc:docMk/>
            <pc:sldMk cId="3351325479" sldId="2147481321"/>
            <ac:spMk id="4" creationId="{F5C2EB7C-0FCC-F60F-54FB-560ADAB5EEA4}"/>
          </ac:spMkLst>
        </pc:spChg>
        <pc:graphicFrameChg chg="add mod modGraphic">
          <ac:chgData name="zxSHA Zhao,Ting (MED CD&amp;O) EXTERNAL" userId="S::ting.zhao.ext@boehringer-ingelheim.com::3d8ce11f-7659-40c3-8229-d1facb227748" providerId="AD" clId="Web-{6B6ACB00-2D3D-3B56-E489-F8A58E80BFDD}" dt="2024-01-09T13:53:28.001" v="11" actId="1076"/>
          <ac:graphicFrameMkLst>
            <pc:docMk/>
            <pc:sldMk cId="3351325479" sldId="2147481321"/>
            <ac:graphicFrameMk id="7" creationId="{6BFE5053-55BD-24F3-2C62-99C3BDF40CFE}"/>
          </ac:graphicFrameMkLst>
        </pc:graphicFrameChg>
        <pc:graphicFrameChg chg="del">
          <ac:chgData name="zxSHA Zhao,Ting (MED CD&amp;O) EXTERNAL" userId="S::ting.zhao.ext@boehringer-ingelheim.com::3d8ce11f-7659-40c3-8229-d1facb227748" providerId="AD" clId="Web-{6B6ACB00-2D3D-3B56-E489-F8A58E80BFDD}" dt="2024-01-09T13:53:03.532" v="8"/>
          <ac:graphicFrameMkLst>
            <pc:docMk/>
            <pc:sldMk cId="3351325479" sldId="2147481321"/>
            <ac:graphicFrameMk id="11" creationId="{A5854CEA-8393-AB5C-F5D2-19D7CB3D49CC}"/>
          </ac:graphicFrameMkLst>
        </pc:graphicFrameChg>
        <pc:picChg chg="add mod">
          <ac:chgData name="zxSHA Zhao,Ting (MED CD&amp;O) EXTERNAL" userId="S::ting.zhao.ext@boehringer-ingelheim.com::3d8ce11f-7659-40c3-8229-d1facb227748" providerId="AD" clId="Web-{6B6ACB00-2D3D-3B56-E489-F8A58E80BFDD}" dt="2024-01-09T13:52:52.406" v="7" actId="1076"/>
          <ac:picMkLst>
            <pc:docMk/>
            <pc:sldMk cId="3351325479" sldId="2147481321"/>
            <ac:picMk id="2" creationId="{D760957A-C181-E4EC-DA21-5121F5DBDC61}"/>
          </ac:picMkLst>
        </pc:picChg>
        <pc:picChg chg="del">
          <ac:chgData name="zxSHA Zhao,Ting (MED CD&amp;O) EXTERNAL" userId="S::ting.zhao.ext@boehringer-ingelheim.com::3d8ce11f-7659-40c3-8229-d1facb227748" providerId="AD" clId="Web-{6B6ACB00-2D3D-3B56-E489-F8A58E80BFDD}" dt="2024-01-09T13:52:39.141" v="4"/>
          <ac:picMkLst>
            <pc:docMk/>
            <pc:sldMk cId="3351325479" sldId="2147481321"/>
            <ac:picMk id="6" creationId="{342E53C6-E9D6-A6EA-661B-A9E02CF2CEDC}"/>
          </ac:picMkLst>
        </pc:picChg>
      </pc:sldChg>
    </pc:docChg>
  </pc:docChgLst>
  <pc:docChgLst>
    <pc:chgData name="Chen,Michael (HP Med RA) BII-CN-B" userId="d5e1e1c3-1b8e-4d7c-a738-2fc34bcfb3bb" providerId="ADAL" clId="{E0675A18-E037-442C-8B7C-9011D1F66210}"/>
    <pc:docChg chg="modSld">
      <pc:chgData name="Chen,Michael (HP Med RA) BII-CN-B" userId="d5e1e1c3-1b8e-4d7c-a738-2fc34bcfb3bb" providerId="ADAL" clId="{E0675A18-E037-442C-8B7C-9011D1F66210}" dt="2022-09-02T22:34:46.861" v="22" actId="20577"/>
      <pc:docMkLst>
        <pc:docMk/>
      </pc:docMkLst>
      <pc:sldChg chg="modSp mod">
        <pc:chgData name="Chen,Michael (HP Med RA) BII-CN-B" userId="d5e1e1c3-1b8e-4d7c-a738-2fc34bcfb3bb" providerId="ADAL" clId="{E0675A18-E037-442C-8B7C-9011D1F66210}" dt="2022-09-02T22:34:46.861" v="22" actId="20577"/>
        <pc:sldMkLst>
          <pc:docMk/>
          <pc:sldMk cId="1001967075" sldId="2147377159"/>
        </pc:sldMkLst>
        <pc:spChg chg="mod">
          <ac:chgData name="Chen,Michael (HP Med RA) BII-CN-B" userId="d5e1e1c3-1b8e-4d7c-a738-2fc34bcfb3bb" providerId="ADAL" clId="{E0675A18-E037-442C-8B7C-9011D1F66210}" dt="2022-09-02T22:34:46.861" v="22" actId="20577"/>
          <ac:spMkLst>
            <pc:docMk/>
            <pc:sldMk cId="1001967075" sldId="2147377159"/>
            <ac:spMk id="4" creationId="{F9B88E47-A0BF-4004-846A-CFCCF7D3F419}"/>
          </ac:spMkLst>
        </pc:spChg>
      </pc:sldChg>
    </pc:docChg>
  </pc:docChgLst>
  <pc:docChgLst>
    <pc:chgData name="Chen,Dr.,Ying (HP Medicine) BII-CN-S" userId="7c019f49-0ee9-4787-9ac5-a11d3b82d6d2" providerId="ADAL" clId="{7C72D96A-7B72-4026-A07D-405641D031B7}"/>
    <pc:docChg chg="">
      <pc:chgData name="Chen,Dr.,Ying (HP Medicine) BII-CN-S" userId="7c019f49-0ee9-4787-9ac5-a11d3b82d6d2" providerId="ADAL" clId="{7C72D96A-7B72-4026-A07D-405641D031B7}" dt="2022-12-09T08:03:03.927" v="0"/>
      <pc:docMkLst>
        <pc:docMk/>
      </pc:docMkLst>
      <pc:sldChg chg="addCm">
        <pc:chgData name="Chen,Dr.,Ying (HP Medicine) BII-CN-S" userId="7c019f49-0ee9-4787-9ac5-a11d3b82d6d2" providerId="ADAL" clId="{7C72D96A-7B72-4026-A07D-405641D031B7}" dt="2022-12-09T08:03:03.927" v="0"/>
        <pc:sldMkLst>
          <pc:docMk/>
          <pc:sldMk cId="178905972" sldId="2147377338"/>
        </pc:sldMkLst>
      </pc:sldChg>
    </pc:docChg>
  </pc:docChgLst>
  <pc:docChgLst>
    <pc:chgData name="Li,Fengqiong (HP Med RA) BII-CN-B" userId="dae7b85d-6b67-4faa-a5b6-30ff5e066a0d" providerId="ADAL" clId="{6E5273D5-6546-4DB6-85C4-02674F5FF718}"/>
    <pc:docChg chg="undo custSel modSld">
      <pc:chgData name="Li,Fengqiong (HP Med RA) BII-CN-B" userId="dae7b85d-6b67-4faa-a5b6-30ff5e066a0d" providerId="ADAL" clId="{6E5273D5-6546-4DB6-85C4-02674F5FF718}" dt="2022-05-09T01:53:43.190" v="2" actId="207"/>
      <pc:docMkLst>
        <pc:docMk/>
      </pc:docMkLst>
      <pc:sldChg chg="modSp mod addCm">
        <pc:chgData name="Li,Fengqiong (HP Med RA) BII-CN-B" userId="dae7b85d-6b67-4faa-a5b6-30ff5e066a0d" providerId="ADAL" clId="{6E5273D5-6546-4DB6-85C4-02674F5FF718}" dt="2022-05-09T01:53:43.190" v="2" actId="207"/>
        <pc:sldMkLst>
          <pc:docMk/>
          <pc:sldMk cId="4267623655" sldId="2141414117"/>
        </pc:sldMkLst>
        <pc:spChg chg="mod">
          <ac:chgData name="Li,Fengqiong (HP Med RA) BII-CN-B" userId="dae7b85d-6b67-4faa-a5b6-30ff5e066a0d" providerId="ADAL" clId="{6E5273D5-6546-4DB6-85C4-02674F5FF718}" dt="2022-05-09T01:53:43.190" v="2" actId="207"/>
          <ac:spMkLst>
            <pc:docMk/>
            <pc:sldMk cId="4267623655" sldId="2141414117"/>
            <ac:spMk id="192" creationId="{31193A60-52A8-4E9D-BB69-B3D203C95D66}"/>
          </ac:spMkLst>
        </pc:spChg>
      </pc:sldChg>
    </pc:docChg>
  </pc:docChgLst>
  <pc:docChgLst>
    <pc:chgData name="Li,Fengqiong (HP Med RA) BII-CN-B" userId="dae7b85d-6b67-4faa-a5b6-30ff5e066a0d" providerId="ADAL" clId="{6A3C5AF3-0B67-4081-93E7-DF12F5991420}"/>
    <pc:docChg chg="modSld">
      <pc:chgData name="Li,Fengqiong (HP Med RA) BII-CN-B" userId="dae7b85d-6b67-4faa-a5b6-30ff5e066a0d" providerId="ADAL" clId="{6A3C5AF3-0B67-4081-93E7-DF12F5991420}" dt="2023-02-13T03:44:12.158" v="17" actId="20577"/>
      <pc:docMkLst>
        <pc:docMk/>
      </pc:docMkLst>
      <pc:sldChg chg="modSp mod">
        <pc:chgData name="Li,Fengqiong (HP Med RA) BII-CN-B" userId="dae7b85d-6b67-4faa-a5b6-30ff5e066a0d" providerId="ADAL" clId="{6A3C5AF3-0B67-4081-93E7-DF12F5991420}" dt="2023-02-13T02:55:30.521" v="16" actId="20577"/>
        <pc:sldMkLst>
          <pc:docMk/>
          <pc:sldMk cId="3351712279" sldId="2147469262"/>
        </pc:sldMkLst>
        <pc:spChg chg="mod">
          <ac:chgData name="Li,Fengqiong (HP Med RA) BII-CN-B" userId="dae7b85d-6b67-4faa-a5b6-30ff5e066a0d" providerId="ADAL" clId="{6A3C5AF3-0B67-4081-93E7-DF12F5991420}" dt="2023-02-13T02:55:30.521" v="16" actId="20577"/>
          <ac:spMkLst>
            <pc:docMk/>
            <pc:sldMk cId="3351712279" sldId="2147469262"/>
            <ac:spMk id="15" creationId="{CC14B53F-59B0-4368-96DC-A4164A650241}"/>
          </ac:spMkLst>
        </pc:spChg>
      </pc:sldChg>
      <pc:sldChg chg="modNotesTx">
        <pc:chgData name="Li,Fengqiong (HP Med RA) BII-CN-B" userId="dae7b85d-6b67-4faa-a5b6-30ff5e066a0d" providerId="ADAL" clId="{6A3C5AF3-0B67-4081-93E7-DF12F5991420}" dt="2023-02-13T03:44:12.158" v="17" actId="20577"/>
        <pc:sldMkLst>
          <pc:docMk/>
          <pc:sldMk cId="1872835041" sldId="2147471185"/>
        </pc:sldMkLst>
      </pc:sldChg>
    </pc:docChg>
  </pc:docChgLst>
  <pc:docChgLst>
    <pc:chgData name="Wang,Shirley (HP Med RA) BII-CN-B" userId="48b801ce-80b8-42d3-931b-2dcaf726016f" providerId="ADAL" clId="{4BDD04C7-DCE1-4956-814F-79492946E547}"/>
    <pc:docChg chg="custSel delSld modSld modSection">
      <pc:chgData name="Wang,Shirley (HP Med RA) BII-CN-B" userId="48b801ce-80b8-42d3-931b-2dcaf726016f" providerId="ADAL" clId="{4BDD04C7-DCE1-4956-814F-79492946E547}" dt="2024-02-26T09:36:38.613" v="342" actId="729"/>
      <pc:docMkLst>
        <pc:docMk/>
      </pc:docMkLst>
      <pc:sldChg chg="del">
        <pc:chgData name="Wang,Shirley (HP Med RA) BII-CN-B" userId="48b801ce-80b8-42d3-931b-2dcaf726016f" providerId="ADAL" clId="{4BDD04C7-DCE1-4956-814F-79492946E547}" dt="2024-02-23T06:12:44.937" v="91" actId="47"/>
        <pc:sldMkLst>
          <pc:docMk/>
          <pc:sldMk cId="4059765331" sldId="2147474945"/>
        </pc:sldMkLst>
      </pc:sldChg>
      <pc:sldChg chg="del">
        <pc:chgData name="Wang,Shirley (HP Med RA) BII-CN-B" userId="48b801ce-80b8-42d3-931b-2dcaf726016f" providerId="ADAL" clId="{4BDD04C7-DCE1-4956-814F-79492946E547}" dt="2024-02-23T06:12:39.621" v="89" actId="47"/>
        <pc:sldMkLst>
          <pc:docMk/>
          <pc:sldMk cId="898033013" sldId="2147475022"/>
        </pc:sldMkLst>
      </pc:sldChg>
      <pc:sldChg chg="modSp mod addCm">
        <pc:chgData name="Wang,Shirley (HP Med RA) BII-CN-B" userId="48b801ce-80b8-42d3-931b-2dcaf726016f" providerId="ADAL" clId="{4BDD04C7-DCE1-4956-814F-79492946E547}" dt="2024-02-26T09:33:57.681" v="293" actId="1589"/>
        <pc:sldMkLst>
          <pc:docMk/>
          <pc:sldMk cId="1115216339" sldId="2147481380"/>
        </pc:sldMkLst>
        <pc:spChg chg="mod">
          <ac:chgData name="Wang,Shirley (HP Med RA) BII-CN-B" userId="48b801ce-80b8-42d3-931b-2dcaf726016f" providerId="ADAL" clId="{4BDD04C7-DCE1-4956-814F-79492946E547}" dt="2024-02-26T09:17:39.087" v="96" actId="20577"/>
          <ac:spMkLst>
            <pc:docMk/>
            <pc:sldMk cId="1115216339" sldId="2147481380"/>
            <ac:spMk id="2" creationId="{2AB95CC0-CC1A-A61D-C918-083A9EE88C15}"/>
          </ac:spMkLst>
        </pc:spChg>
        <pc:spChg chg="mod">
          <ac:chgData name="Wang,Shirley (HP Med RA) BII-CN-B" userId="48b801ce-80b8-42d3-931b-2dcaf726016f" providerId="ADAL" clId="{4BDD04C7-DCE1-4956-814F-79492946E547}" dt="2024-02-26T09:23:46.077" v="292" actId="20577"/>
          <ac:spMkLst>
            <pc:docMk/>
            <pc:sldMk cId="1115216339" sldId="2147481380"/>
            <ac:spMk id="35" creationId="{378B2A14-4429-EAE4-294A-3FBF41E62DF0}"/>
          </ac:spMkLst>
        </pc:spChg>
        <pc:spChg chg="mod">
          <ac:chgData name="Wang,Shirley (HP Med RA) BII-CN-B" userId="48b801ce-80b8-42d3-931b-2dcaf726016f" providerId="ADAL" clId="{4BDD04C7-DCE1-4956-814F-79492946E547}" dt="2024-02-26T09:17:43.168" v="97" actId="14100"/>
          <ac:spMkLst>
            <pc:docMk/>
            <pc:sldMk cId="1115216339" sldId="2147481380"/>
            <ac:spMk id="107" creationId="{6D1B8CB9-F78A-4CFE-BFA3-B2B4B7B19986}"/>
          </ac:spMkLst>
        </pc:spChg>
        <pc:spChg chg="mod">
          <ac:chgData name="Wang,Shirley (HP Med RA) BII-CN-B" userId="48b801ce-80b8-42d3-931b-2dcaf726016f" providerId="ADAL" clId="{4BDD04C7-DCE1-4956-814F-79492946E547}" dt="2024-02-26T09:17:59.906" v="100" actId="1076"/>
          <ac:spMkLst>
            <pc:docMk/>
            <pc:sldMk cId="1115216339" sldId="2147481380"/>
            <ac:spMk id="108" creationId="{18261B04-2454-4401-90ED-105AE0ECCDE5}"/>
          </ac:spMkLst>
        </pc:spChg>
        <pc:spChg chg="mod">
          <ac:chgData name="Wang,Shirley (HP Med RA) BII-CN-B" userId="48b801ce-80b8-42d3-931b-2dcaf726016f" providerId="ADAL" clId="{4BDD04C7-DCE1-4956-814F-79492946E547}" dt="2024-02-26T09:17:49.595" v="99" actId="14100"/>
          <ac:spMkLst>
            <pc:docMk/>
            <pc:sldMk cId="1115216339" sldId="2147481380"/>
            <ac:spMk id="109" creationId="{18E399D3-8C49-41B3-B56D-BD33C7B5AFC0}"/>
          </ac:spMkLst>
        </pc:spChg>
      </pc:sldChg>
      <pc:sldChg chg="modSp mod modShow">
        <pc:chgData name="Wang,Shirley (HP Med RA) BII-CN-B" userId="48b801ce-80b8-42d3-931b-2dcaf726016f" providerId="ADAL" clId="{4BDD04C7-DCE1-4956-814F-79492946E547}" dt="2024-02-26T09:36:38.613" v="342" actId="729"/>
        <pc:sldMkLst>
          <pc:docMk/>
          <pc:sldMk cId="546606888" sldId="2147481391"/>
        </pc:sldMkLst>
        <pc:spChg chg="mod">
          <ac:chgData name="Wang,Shirley (HP Med RA) BII-CN-B" userId="48b801ce-80b8-42d3-931b-2dcaf726016f" providerId="ADAL" clId="{4BDD04C7-DCE1-4956-814F-79492946E547}" dt="2024-02-26T09:36:32.184" v="341" actId="20577"/>
          <ac:spMkLst>
            <pc:docMk/>
            <pc:sldMk cId="546606888" sldId="2147481391"/>
            <ac:spMk id="3" creationId="{45E7D4C0-1D41-FD3A-53A1-527CC5474E52}"/>
          </ac:spMkLst>
        </pc:spChg>
      </pc:sldChg>
      <pc:sldChg chg="del">
        <pc:chgData name="Wang,Shirley (HP Med RA) BII-CN-B" userId="48b801ce-80b8-42d3-931b-2dcaf726016f" providerId="ADAL" clId="{4BDD04C7-DCE1-4956-814F-79492946E547}" dt="2024-02-23T06:12:44.449" v="90" actId="47"/>
        <pc:sldMkLst>
          <pc:docMk/>
          <pc:sldMk cId="2772115125" sldId="2147481392"/>
        </pc:sldMkLst>
      </pc:sldChg>
      <pc:sldChg chg="modSp mod">
        <pc:chgData name="Wang,Shirley (HP Med RA) BII-CN-B" userId="48b801ce-80b8-42d3-931b-2dcaf726016f" providerId="ADAL" clId="{4BDD04C7-DCE1-4956-814F-79492946E547}" dt="2024-02-23T06:13:48.739" v="94" actId="20577"/>
        <pc:sldMkLst>
          <pc:docMk/>
          <pc:sldMk cId="3747378977" sldId="2147481397"/>
        </pc:sldMkLst>
        <pc:spChg chg="mod">
          <ac:chgData name="Wang,Shirley (HP Med RA) BII-CN-B" userId="48b801ce-80b8-42d3-931b-2dcaf726016f" providerId="ADAL" clId="{4BDD04C7-DCE1-4956-814F-79492946E547}" dt="2024-02-23T06:13:48.739" v="94" actId="20577"/>
          <ac:spMkLst>
            <pc:docMk/>
            <pc:sldMk cId="3747378977" sldId="2147481397"/>
            <ac:spMk id="33" creationId="{854172C0-9620-3301-AC77-CEF76E85C00B}"/>
          </ac:spMkLst>
        </pc:spChg>
      </pc:sldChg>
    </pc:docChg>
  </pc:docChgLst>
  <pc:docChgLst>
    <pc:chgData name="Li,Ansu (HP Medicine) BII-CN-S" userId="ec2f8842-dc81-4094-912e-223fc8542a04" providerId="ADAL" clId="{A42DC2A5-0610-4714-BD13-1B3A867CBE71}"/>
    <pc:docChg chg="undo custSel modSld">
      <pc:chgData name="Li,Ansu (HP Medicine) BII-CN-S" userId="ec2f8842-dc81-4094-912e-223fc8542a04" providerId="ADAL" clId="{A42DC2A5-0610-4714-BD13-1B3A867CBE71}" dt="2022-11-29T08:00:41.772" v="2" actId="14734"/>
      <pc:docMkLst>
        <pc:docMk/>
      </pc:docMkLst>
      <pc:sldChg chg="modSp mod">
        <pc:chgData name="Li,Ansu (HP Medicine) BII-CN-S" userId="ec2f8842-dc81-4094-912e-223fc8542a04" providerId="ADAL" clId="{A42DC2A5-0610-4714-BD13-1B3A867CBE71}" dt="2022-11-29T08:00:41.772" v="2" actId="14734"/>
        <pc:sldMkLst>
          <pc:docMk/>
          <pc:sldMk cId="1590028121" sldId="2147377295"/>
        </pc:sldMkLst>
        <pc:graphicFrameChg chg="mod modGraphic">
          <ac:chgData name="Li,Ansu (HP Medicine) BII-CN-S" userId="ec2f8842-dc81-4094-912e-223fc8542a04" providerId="ADAL" clId="{A42DC2A5-0610-4714-BD13-1B3A867CBE71}" dt="2022-11-29T08:00:41.772" v="2" actId="14734"/>
          <ac:graphicFrameMkLst>
            <pc:docMk/>
            <pc:sldMk cId="1590028121" sldId="2147377295"/>
            <ac:graphicFrameMk id="10" creationId="{7ED29C9C-0700-480D-B788-68CBB9D31EEE}"/>
          </ac:graphicFrameMkLst>
        </pc:graphicFrameChg>
      </pc:sldChg>
    </pc:docChg>
  </pc:docChgLst>
  <pc:docChgLst>
    <pc:chgData name="Li,Yuting (HP Medicine) BII-CN-S" userId="S::yuting.li@boehringer-ingelheim.com::ce8fbb54-122c-426d-b8da-fdcc5e1b5022" providerId="AD" clId="Web-{E8A2EA48-D8A4-C3FC-013F-28C86BCDF05B}"/>
    <pc:docChg chg="modSld">
      <pc:chgData name="Li,Yuting (HP Medicine) BII-CN-S" userId="S::yuting.li@boehringer-ingelheim.com::ce8fbb54-122c-426d-b8da-fdcc5e1b5022" providerId="AD" clId="Web-{E8A2EA48-D8A4-C3FC-013F-28C86BCDF05B}" dt="2022-03-14T07:37:01.676" v="0" actId="20577"/>
      <pc:docMkLst>
        <pc:docMk/>
      </pc:docMkLst>
      <pc:sldChg chg="modSp">
        <pc:chgData name="Li,Yuting (HP Medicine) BII-CN-S" userId="S::yuting.li@boehringer-ingelheim.com::ce8fbb54-122c-426d-b8da-fdcc5e1b5022" providerId="AD" clId="Web-{E8A2EA48-D8A4-C3FC-013F-28C86BCDF05B}" dt="2022-03-14T07:37:01.676" v="0" actId="20577"/>
        <pc:sldMkLst>
          <pc:docMk/>
          <pc:sldMk cId="64439630" sldId="6601"/>
        </pc:sldMkLst>
        <pc:spChg chg="mod">
          <ac:chgData name="Li,Yuting (HP Medicine) BII-CN-S" userId="S::yuting.li@boehringer-ingelheim.com::ce8fbb54-122c-426d-b8da-fdcc5e1b5022" providerId="AD" clId="Web-{E8A2EA48-D8A4-C3FC-013F-28C86BCDF05B}" dt="2022-03-14T07:37:01.676" v="0" actId="20577"/>
          <ac:spMkLst>
            <pc:docMk/>
            <pc:sldMk cId="64439630" sldId="6601"/>
            <ac:spMk id="6" creationId="{00000000-0000-0000-0000-000000000000}"/>
          </ac:spMkLst>
        </pc:spChg>
      </pc:sldChg>
    </pc:docChg>
  </pc:docChgLst>
  <pc:docChgLst>
    <pc:chgData name="Wang,Shirley (HP Med RA) BII-CN-B" userId="48b801ce-80b8-42d3-931b-2dcaf726016f" providerId="ADAL" clId="{5DD3D076-5DC4-48D6-9442-11BAC0C91618}"/>
    <pc:docChg chg="undo custSel modSld">
      <pc:chgData name="Wang,Shirley (HP Med RA) BII-CN-B" userId="48b801ce-80b8-42d3-931b-2dcaf726016f" providerId="ADAL" clId="{5DD3D076-5DC4-48D6-9442-11BAC0C91618}" dt="2022-05-06T11:29:52.505" v="212" actId="20577"/>
      <pc:docMkLst>
        <pc:docMk/>
      </pc:docMkLst>
      <pc:sldChg chg="modSp mod">
        <pc:chgData name="Wang,Shirley (HP Med RA) BII-CN-B" userId="48b801ce-80b8-42d3-931b-2dcaf726016f" providerId="ADAL" clId="{5DD3D076-5DC4-48D6-9442-11BAC0C91618}" dt="2022-05-06T11:11:31.610" v="194" actId="20577"/>
        <pc:sldMkLst>
          <pc:docMk/>
          <pc:sldMk cId="2253265356" sldId="2141413456"/>
        </pc:sldMkLst>
        <pc:spChg chg="mod">
          <ac:chgData name="Wang,Shirley (HP Med RA) BII-CN-B" userId="48b801ce-80b8-42d3-931b-2dcaf726016f" providerId="ADAL" clId="{5DD3D076-5DC4-48D6-9442-11BAC0C91618}" dt="2022-05-06T11:11:31.610" v="194" actId="20577"/>
          <ac:spMkLst>
            <pc:docMk/>
            <pc:sldMk cId="2253265356" sldId="2141413456"/>
            <ac:spMk id="80" creationId="{8F68A372-665F-45A7-9930-215AF1C0B5E0}"/>
          </ac:spMkLst>
        </pc:spChg>
      </pc:sldChg>
      <pc:sldChg chg="modSp mod">
        <pc:chgData name="Wang,Shirley (HP Med RA) BII-CN-B" userId="48b801ce-80b8-42d3-931b-2dcaf726016f" providerId="ADAL" clId="{5DD3D076-5DC4-48D6-9442-11BAC0C91618}" dt="2022-05-06T06:58:08.962" v="67" actId="20577"/>
        <pc:sldMkLst>
          <pc:docMk/>
          <pc:sldMk cId="1492430006" sldId="2147377131"/>
        </pc:sldMkLst>
        <pc:graphicFrameChg chg="modGraphic">
          <ac:chgData name="Wang,Shirley (HP Med RA) BII-CN-B" userId="48b801ce-80b8-42d3-931b-2dcaf726016f" providerId="ADAL" clId="{5DD3D076-5DC4-48D6-9442-11BAC0C91618}" dt="2022-05-06T06:58:08.962" v="67" actId="20577"/>
          <ac:graphicFrameMkLst>
            <pc:docMk/>
            <pc:sldMk cId="1492430006" sldId="2147377131"/>
            <ac:graphicFrameMk id="4" creationId="{CE4F806A-756F-4BE6-8340-EB8D9CD7A174}"/>
          </ac:graphicFrameMkLst>
        </pc:graphicFrameChg>
      </pc:sldChg>
      <pc:sldChg chg="modSp mod">
        <pc:chgData name="Wang,Shirley (HP Med RA) BII-CN-B" userId="48b801ce-80b8-42d3-931b-2dcaf726016f" providerId="ADAL" clId="{5DD3D076-5DC4-48D6-9442-11BAC0C91618}" dt="2022-05-06T07:01:29.386" v="110" actId="14100"/>
        <pc:sldMkLst>
          <pc:docMk/>
          <pc:sldMk cId="1001967075" sldId="2147377159"/>
        </pc:sldMkLst>
        <pc:spChg chg="mod">
          <ac:chgData name="Wang,Shirley (HP Med RA) BII-CN-B" userId="48b801ce-80b8-42d3-931b-2dcaf726016f" providerId="ADAL" clId="{5DD3D076-5DC4-48D6-9442-11BAC0C91618}" dt="2022-05-06T07:01:12.527" v="106" actId="1037"/>
          <ac:spMkLst>
            <pc:docMk/>
            <pc:sldMk cId="1001967075" sldId="2147377159"/>
            <ac:spMk id="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2"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3"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4"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5"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6"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1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0"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2"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3"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4"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5"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6"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2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0"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3"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4"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6"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3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4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4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2"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3"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5"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6"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5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6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65"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6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70"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7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7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0"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2"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5"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6"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7"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8"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89"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0"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1"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2"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3"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4" creationId="{00000000-0000-0000-0000-000000000000}"/>
          </ac:spMkLst>
        </pc:spChg>
        <pc:spChg chg="mod">
          <ac:chgData name="Wang,Shirley (HP Med RA) BII-CN-B" userId="48b801ce-80b8-42d3-931b-2dcaf726016f" providerId="ADAL" clId="{5DD3D076-5DC4-48D6-9442-11BAC0C91618}" dt="2022-05-06T07:01:12.527" v="106" actId="1037"/>
          <ac:spMkLst>
            <pc:docMk/>
            <pc:sldMk cId="1001967075" sldId="2147377159"/>
            <ac:spMk id="96" creationId="{BC5C9CD6-2B0C-45AF-B4CE-203B4B120970}"/>
          </ac:spMkLst>
        </pc:spChg>
        <pc:spChg chg="mod">
          <ac:chgData name="Wang,Shirley (HP Med RA) BII-CN-B" userId="48b801ce-80b8-42d3-931b-2dcaf726016f" providerId="ADAL" clId="{5DD3D076-5DC4-48D6-9442-11BAC0C91618}" dt="2022-05-06T07:01:12.527" v="106" actId="1037"/>
          <ac:spMkLst>
            <pc:docMk/>
            <pc:sldMk cId="1001967075" sldId="2147377159"/>
            <ac:spMk id="97" creationId="{3FE55F19-79D6-4AA5-BDAD-8B49378EB603}"/>
          </ac:spMkLst>
        </pc:spChg>
        <pc:spChg chg="mod">
          <ac:chgData name="Wang,Shirley (HP Med RA) BII-CN-B" userId="48b801ce-80b8-42d3-931b-2dcaf726016f" providerId="ADAL" clId="{5DD3D076-5DC4-48D6-9442-11BAC0C91618}" dt="2022-05-06T07:01:12.527" v="106" actId="1037"/>
          <ac:spMkLst>
            <pc:docMk/>
            <pc:sldMk cId="1001967075" sldId="2147377159"/>
            <ac:spMk id="98" creationId="{775038D8-E381-4006-8EDA-34CC4AA17003}"/>
          </ac:spMkLst>
        </pc:spChg>
        <pc:spChg chg="mod">
          <ac:chgData name="Wang,Shirley (HP Med RA) BII-CN-B" userId="48b801ce-80b8-42d3-931b-2dcaf726016f" providerId="ADAL" clId="{5DD3D076-5DC4-48D6-9442-11BAC0C91618}" dt="2022-05-06T07:01:12.527" v="106" actId="1037"/>
          <ac:spMkLst>
            <pc:docMk/>
            <pc:sldMk cId="1001967075" sldId="2147377159"/>
            <ac:spMk id="99" creationId="{A56D498B-03D1-450F-9C59-46BF2F0DCB2D}"/>
          </ac:spMkLst>
        </pc:spChg>
        <pc:spChg chg="mod">
          <ac:chgData name="Wang,Shirley (HP Med RA) BII-CN-B" userId="48b801ce-80b8-42d3-931b-2dcaf726016f" providerId="ADAL" clId="{5DD3D076-5DC4-48D6-9442-11BAC0C91618}" dt="2022-05-06T07:01:12.527" v="106" actId="1037"/>
          <ac:spMkLst>
            <pc:docMk/>
            <pc:sldMk cId="1001967075" sldId="2147377159"/>
            <ac:spMk id="100" creationId="{0EEFDB2D-6A1D-45F6-B831-4DA6648E75C4}"/>
          </ac:spMkLst>
        </pc:spChg>
        <pc:spChg chg="mod">
          <ac:chgData name="Wang,Shirley (HP Med RA) BII-CN-B" userId="48b801ce-80b8-42d3-931b-2dcaf726016f" providerId="ADAL" clId="{5DD3D076-5DC4-48D6-9442-11BAC0C91618}" dt="2022-05-06T07:01:12.527" v="106" actId="1037"/>
          <ac:spMkLst>
            <pc:docMk/>
            <pc:sldMk cId="1001967075" sldId="2147377159"/>
            <ac:spMk id="101" creationId="{514F7654-D406-4B65-B4DD-E448E014B709}"/>
          </ac:spMkLst>
        </pc:spChg>
        <pc:spChg chg="mod">
          <ac:chgData name="Wang,Shirley (HP Med RA) BII-CN-B" userId="48b801ce-80b8-42d3-931b-2dcaf726016f" providerId="ADAL" clId="{5DD3D076-5DC4-48D6-9442-11BAC0C91618}" dt="2022-05-06T07:01:12.527" v="106" actId="1037"/>
          <ac:spMkLst>
            <pc:docMk/>
            <pc:sldMk cId="1001967075" sldId="2147377159"/>
            <ac:spMk id="103" creationId="{82451701-8AF1-422E-992D-19AAB2E2BDA0}"/>
          </ac:spMkLst>
        </pc:spChg>
        <pc:spChg chg="mod">
          <ac:chgData name="Wang,Shirley (HP Med RA) BII-CN-B" userId="48b801ce-80b8-42d3-931b-2dcaf726016f" providerId="ADAL" clId="{5DD3D076-5DC4-48D6-9442-11BAC0C91618}" dt="2022-05-06T07:01:12.527" v="106" actId="1037"/>
          <ac:spMkLst>
            <pc:docMk/>
            <pc:sldMk cId="1001967075" sldId="2147377159"/>
            <ac:spMk id="104" creationId="{348FBD2B-7B0A-453A-8227-E2293D0BDEEF}"/>
          </ac:spMkLst>
        </pc:spChg>
        <pc:spChg chg="mod">
          <ac:chgData name="Wang,Shirley (HP Med RA) BII-CN-B" userId="48b801ce-80b8-42d3-931b-2dcaf726016f" providerId="ADAL" clId="{5DD3D076-5DC4-48D6-9442-11BAC0C91618}" dt="2022-05-06T07:01:12.527" v="106" actId="1037"/>
          <ac:spMkLst>
            <pc:docMk/>
            <pc:sldMk cId="1001967075" sldId="2147377159"/>
            <ac:spMk id="105" creationId="{4CA20726-2FC1-4E30-B140-DF2146D7B698}"/>
          </ac:spMkLst>
        </pc:spChg>
        <pc:spChg chg="mod">
          <ac:chgData name="Wang,Shirley (HP Med RA) BII-CN-B" userId="48b801ce-80b8-42d3-931b-2dcaf726016f" providerId="ADAL" clId="{5DD3D076-5DC4-48D6-9442-11BAC0C91618}" dt="2022-05-06T07:01:12.527" v="106" actId="1037"/>
          <ac:spMkLst>
            <pc:docMk/>
            <pc:sldMk cId="1001967075" sldId="2147377159"/>
            <ac:spMk id="106" creationId="{67059A65-F8F4-4AB7-85BE-831713DD4494}"/>
          </ac:spMkLst>
        </pc:spChg>
        <pc:spChg chg="mod">
          <ac:chgData name="Wang,Shirley (HP Med RA) BII-CN-B" userId="48b801ce-80b8-42d3-931b-2dcaf726016f" providerId="ADAL" clId="{5DD3D076-5DC4-48D6-9442-11BAC0C91618}" dt="2022-05-06T07:01:12.527" v="106" actId="1037"/>
          <ac:spMkLst>
            <pc:docMk/>
            <pc:sldMk cId="1001967075" sldId="2147377159"/>
            <ac:spMk id="107" creationId="{6D1B8CB9-F78A-4CFE-BFA3-B2B4B7B19986}"/>
          </ac:spMkLst>
        </pc:spChg>
        <pc:spChg chg="mod">
          <ac:chgData name="Wang,Shirley (HP Med RA) BII-CN-B" userId="48b801ce-80b8-42d3-931b-2dcaf726016f" providerId="ADAL" clId="{5DD3D076-5DC4-48D6-9442-11BAC0C91618}" dt="2022-05-06T07:01:12.527" v="106" actId="1037"/>
          <ac:spMkLst>
            <pc:docMk/>
            <pc:sldMk cId="1001967075" sldId="2147377159"/>
            <ac:spMk id="108" creationId="{18261B04-2454-4401-90ED-105AE0ECCDE5}"/>
          </ac:spMkLst>
        </pc:spChg>
        <pc:spChg chg="mod">
          <ac:chgData name="Wang,Shirley (HP Med RA) BII-CN-B" userId="48b801ce-80b8-42d3-931b-2dcaf726016f" providerId="ADAL" clId="{5DD3D076-5DC4-48D6-9442-11BAC0C91618}" dt="2022-05-06T07:01:12.527" v="106" actId="1037"/>
          <ac:spMkLst>
            <pc:docMk/>
            <pc:sldMk cId="1001967075" sldId="2147377159"/>
            <ac:spMk id="109" creationId="{18E399D3-8C49-41B3-B56D-BD33C7B5AFC0}"/>
          </ac:spMkLst>
        </pc:spChg>
        <pc:spChg chg="mod">
          <ac:chgData name="Wang,Shirley (HP Med RA) BII-CN-B" userId="48b801ce-80b8-42d3-931b-2dcaf726016f" providerId="ADAL" clId="{5DD3D076-5DC4-48D6-9442-11BAC0C91618}" dt="2022-05-06T07:01:12.527" v="106" actId="1037"/>
          <ac:spMkLst>
            <pc:docMk/>
            <pc:sldMk cId="1001967075" sldId="2147377159"/>
            <ac:spMk id="111" creationId="{A78FE0DF-8AA0-4ABC-A842-AF10D65CF583}"/>
          </ac:spMkLst>
        </pc:spChg>
        <pc:spChg chg="mod">
          <ac:chgData name="Wang,Shirley (HP Med RA) BII-CN-B" userId="48b801ce-80b8-42d3-931b-2dcaf726016f" providerId="ADAL" clId="{5DD3D076-5DC4-48D6-9442-11BAC0C91618}" dt="2022-05-06T07:01:22.399" v="109" actId="1036"/>
          <ac:spMkLst>
            <pc:docMk/>
            <pc:sldMk cId="1001967075" sldId="2147377159"/>
            <ac:spMk id="112" creationId="{7C63B07F-D86F-4D00-BB79-9A0939AA6792}"/>
          </ac:spMkLst>
        </pc:spChg>
        <pc:spChg chg="mod">
          <ac:chgData name="Wang,Shirley (HP Med RA) BII-CN-B" userId="48b801ce-80b8-42d3-931b-2dcaf726016f" providerId="ADAL" clId="{5DD3D076-5DC4-48D6-9442-11BAC0C91618}" dt="2022-05-06T07:01:12.527" v="106" actId="1037"/>
          <ac:spMkLst>
            <pc:docMk/>
            <pc:sldMk cId="1001967075" sldId="2147377159"/>
            <ac:spMk id="113" creationId="{DD5B0A9E-1CBF-47DF-8F37-B8FCA8F1B5B3}"/>
          </ac:spMkLst>
        </pc:spChg>
        <pc:spChg chg="mod">
          <ac:chgData name="Wang,Shirley (HP Med RA) BII-CN-B" userId="48b801ce-80b8-42d3-931b-2dcaf726016f" providerId="ADAL" clId="{5DD3D076-5DC4-48D6-9442-11BAC0C91618}" dt="2022-05-06T07:01:29.386" v="110" actId="14100"/>
          <ac:spMkLst>
            <pc:docMk/>
            <pc:sldMk cId="1001967075" sldId="2147377159"/>
            <ac:spMk id="114" creationId="{9E27AC5B-F9D4-4032-9B89-F79DA3B57331}"/>
          </ac:spMkLst>
        </pc:spChg>
        <pc:grpChg chg="mod">
          <ac:chgData name="Wang,Shirley (HP Med RA) BII-CN-B" userId="48b801ce-80b8-42d3-931b-2dcaf726016f" providerId="ADAL" clId="{5DD3D076-5DC4-48D6-9442-11BAC0C91618}" dt="2022-05-06T07:01:12.527" v="106" actId="1037"/>
          <ac:grpSpMkLst>
            <pc:docMk/>
            <pc:sldMk cId="1001967075" sldId="2147377159"/>
            <ac:grpSpMk id="3" creationId="{2EF30018-4258-4A2A-B01B-24F18949D8D4}"/>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51"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54"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57"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60"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66"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69" creationId="{00000000-0000-0000-0000-000000000000}"/>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95" creationId="{B4834E56-0F3A-452C-A5A6-51D5CD5DF1EB}"/>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102" creationId="{09617BDD-A7C4-42D9-BAA8-923695D49943}"/>
          </ac:grpSpMkLst>
        </pc:grpChg>
        <pc:grpChg chg="mod">
          <ac:chgData name="Wang,Shirley (HP Med RA) BII-CN-B" userId="48b801ce-80b8-42d3-931b-2dcaf726016f" providerId="ADAL" clId="{5DD3D076-5DC4-48D6-9442-11BAC0C91618}" dt="2022-05-06T07:01:12.527" v="106" actId="1037"/>
          <ac:grpSpMkLst>
            <pc:docMk/>
            <pc:sldMk cId="1001967075" sldId="2147377159"/>
            <ac:grpSpMk id="110" creationId="{3AB59023-DAA4-4180-9128-BEC8555A0840}"/>
          </ac:grpSpMkLst>
        </pc:grpChg>
      </pc:sldChg>
      <pc:sldChg chg="modSp mod">
        <pc:chgData name="Wang,Shirley (HP Med RA) BII-CN-B" userId="48b801ce-80b8-42d3-931b-2dcaf726016f" providerId="ADAL" clId="{5DD3D076-5DC4-48D6-9442-11BAC0C91618}" dt="2022-05-06T11:29:52.505" v="212" actId="20577"/>
        <pc:sldMkLst>
          <pc:docMk/>
          <pc:sldMk cId="2180619049" sldId="2147377175"/>
        </pc:sldMkLst>
        <pc:spChg chg="mod">
          <ac:chgData name="Wang,Shirley (HP Med RA) BII-CN-B" userId="48b801ce-80b8-42d3-931b-2dcaf726016f" providerId="ADAL" clId="{5DD3D076-5DC4-48D6-9442-11BAC0C91618}" dt="2022-05-06T11:29:44.449" v="209" actId="20577"/>
          <ac:spMkLst>
            <pc:docMk/>
            <pc:sldMk cId="2180619049" sldId="2147377175"/>
            <ac:spMk id="38" creationId="{98802020-9790-4883-B192-4EF2D02140BF}"/>
          </ac:spMkLst>
        </pc:spChg>
        <pc:spChg chg="mod">
          <ac:chgData name="Wang,Shirley (HP Med RA) BII-CN-B" userId="48b801ce-80b8-42d3-931b-2dcaf726016f" providerId="ADAL" clId="{5DD3D076-5DC4-48D6-9442-11BAC0C91618}" dt="2022-05-06T11:12:52.051" v="195" actId="20577"/>
          <ac:spMkLst>
            <pc:docMk/>
            <pc:sldMk cId="2180619049" sldId="2147377175"/>
            <ac:spMk id="75" creationId="{23E443ED-C91E-4425-963C-DB47A7F0B19C}"/>
          </ac:spMkLst>
        </pc:spChg>
        <pc:spChg chg="mod">
          <ac:chgData name="Wang,Shirley (HP Med RA) BII-CN-B" userId="48b801ce-80b8-42d3-931b-2dcaf726016f" providerId="ADAL" clId="{5DD3D076-5DC4-48D6-9442-11BAC0C91618}" dt="2022-05-06T11:29:52.505" v="212" actId="20577"/>
          <ac:spMkLst>
            <pc:docMk/>
            <pc:sldMk cId="2180619049" sldId="2147377175"/>
            <ac:spMk id="82" creationId="{00000000-0000-0000-0000-000000000000}"/>
          </ac:spMkLst>
        </pc:spChg>
      </pc:sldChg>
    </pc:docChg>
  </pc:docChgLst>
  <pc:docChgLst>
    <pc:chgData name="Chen,Michael (HP Med RA) BII-CN-B" userId="S::michael_3.chen@boehringer-ingelheim.com::d5e1e1c3-1b8e-4d7c-a738-2fc34bcfb3bb" providerId="AD" clId="Web-{4879F694-B404-4559-51A1-416D5721270A}"/>
    <pc:docChg chg="modSld">
      <pc:chgData name="Chen,Michael (HP Med RA) BII-CN-B" userId="S::michael_3.chen@boehringer-ingelheim.com::d5e1e1c3-1b8e-4d7c-a738-2fc34bcfb3bb" providerId="AD" clId="Web-{4879F694-B404-4559-51A1-416D5721270A}" dt="2023-11-09T13:57:17.314" v="2"/>
      <pc:docMkLst>
        <pc:docMk/>
      </pc:docMkLst>
      <pc:sldChg chg="mod modShow">
        <pc:chgData name="Chen,Michael (HP Med RA) BII-CN-B" userId="S::michael_3.chen@boehringer-ingelheim.com::d5e1e1c3-1b8e-4d7c-a738-2fc34bcfb3bb" providerId="AD" clId="Web-{4879F694-B404-4559-51A1-416D5721270A}" dt="2023-11-09T13:56:26.984" v="1"/>
        <pc:sldMkLst>
          <pc:docMk/>
          <pc:sldMk cId="3589664966" sldId="2147474910"/>
        </pc:sldMkLst>
      </pc:sldChg>
      <pc:sldChg chg="addCm">
        <pc:chgData name="Chen,Michael (HP Med RA) BII-CN-B" userId="S::michael_3.chen@boehringer-ingelheim.com::d5e1e1c3-1b8e-4d7c-a738-2fc34bcfb3bb" providerId="AD" clId="Web-{4879F694-B404-4559-51A1-416D5721270A}" dt="2023-11-09T13:57:17.314" v="2"/>
        <pc:sldMkLst>
          <pc:docMk/>
          <pc:sldMk cId="2899279173" sldId="2147474990"/>
        </pc:sldMkLst>
      </pc:sldChg>
    </pc:docChg>
  </pc:docChgLst>
  <pc:docChgLst>
    <pc:chgData name="zxSHA Li,Lili (MED CD&amp;O) EXTERNAL" userId="S::lili.li.ext@boehringer-ingelheim.com::caae5028-c4b7-4139-b798-d46cb2b8c45e" providerId="AD" clId="Web-{D4FEBF4F-265B-1A32-4F88-A2211B17C7B4}"/>
    <pc:docChg chg="modSld">
      <pc:chgData name="zxSHA Li,Lili (MED CD&amp;O) EXTERNAL" userId="S::lili.li.ext@boehringer-ingelheim.com::caae5028-c4b7-4139-b798-d46cb2b8c45e" providerId="AD" clId="Web-{D4FEBF4F-265B-1A32-4F88-A2211B17C7B4}" dt="2023-06-12T05:26:50.295" v="20" actId="1076"/>
      <pc:docMkLst>
        <pc:docMk/>
      </pc:docMkLst>
      <pc:sldChg chg="addSp delSp modSp">
        <pc:chgData name="zxSHA Li,Lili (MED CD&amp;O) EXTERNAL" userId="S::lili.li.ext@boehringer-ingelheim.com::caae5028-c4b7-4139-b798-d46cb2b8c45e" providerId="AD" clId="Web-{D4FEBF4F-265B-1A32-4F88-A2211B17C7B4}" dt="2023-06-12T05:26:50.295" v="20" actId="1076"/>
        <pc:sldMkLst>
          <pc:docMk/>
          <pc:sldMk cId="3998980679" sldId="2147474060"/>
        </pc:sldMkLst>
        <pc:spChg chg="mod">
          <ac:chgData name="zxSHA Li,Lili (MED CD&amp;O) EXTERNAL" userId="S::lili.li.ext@boehringer-ingelheim.com::caae5028-c4b7-4139-b798-d46cb2b8c45e" providerId="AD" clId="Web-{D4FEBF4F-265B-1A32-4F88-A2211B17C7B4}" dt="2023-06-12T05:19:38.405" v="1" actId="20577"/>
          <ac:spMkLst>
            <pc:docMk/>
            <pc:sldMk cId="3998980679" sldId="2147474060"/>
            <ac:spMk id="2" creationId="{899E9FD5-14F4-46B5-85BD-4B2D5616E6A9}"/>
          </ac:spMkLst>
        </pc:spChg>
        <pc:graphicFrameChg chg="del mod">
          <ac:chgData name="zxSHA Li,Lili (MED CD&amp;O) EXTERNAL" userId="S::lili.li.ext@boehringer-ingelheim.com::caae5028-c4b7-4139-b798-d46cb2b8c45e" providerId="AD" clId="Web-{D4FEBF4F-265B-1A32-4F88-A2211B17C7B4}" dt="2023-06-12T05:24:03.454" v="6"/>
          <ac:graphicFrameMkLst>
            <pc:docMk/>
            <pc:sldMk cId="3998980679" sldId="2147474060"/>
            <ac:graphicFrameMk id="3" creationId="{57883224-1323-4D15-B02B-5BEABBF6E564}"/>
          </ac:graphicFrameMkLst>
        </pc:graphicFrameChg>
        <pc:picChg chg="add del mod">
          <ac:chgData name="zxSHA Li,Lili (MED CD&amp;O) EXTERNAL" userId="S::lili.li.ext@boehringer-ingelheim.com::caae5028-c4b7-4139-b798-d46cb2b8c45e" providerId="AD" clId="Web-{D4FEBF4F-265B-1A32-4F88-A2211B17C7B4}" dt="2023-06-12T05:26:26.059" v="14"/>
          <ac:picMkLst>
            <pc:docMk/>
            <pc:sldMk cId="3998980679" sldId="2147474060"/>
            <ac:picMk id="4" creationId="{AC405B1C-A613-2657-1D55-AC771DC609F7}"/>
          </ac:picMkLst>
        </pc:picChg>
        <pc:picChg chg="add mod">
          <ac:chgData name="zxSHA Li,Lili (MED CD&amp;O) EXTERNAL" userId="S::lili.li.ext@boehringer-ingelheim.com::caae5028-c4b7-4139-b798-d46cb2b8c45e" providerId="AD" clId="Web-{D4FEBF4F-265B-1A32-4F88-A2211B17C7B4}" dt="2023-06-12T05:26:50.295" v="20" actId="1076"/>
          <ac:picMkLst>
            <pc:docMk/>
            <pc:sldMk cId="3998980679" sldId="2147474060"/>
            <ac:picMk id="5" creationId="{19F43C4F-7AE0-CBB3-3508-0828C8296774}"/>
          </ac:picMkLst>
        </pc:picChg>
      </pc:sldChg>
      <pc:sldChg chg="modSp">
        <pc:chgData name="zxSHA Li,Lili (MED CD&amp;O) EXTERNAL" userId="S::lili.li.ext@boehringer-ingelheim.com::caae5028-c4b7-4139-b798-d46cb2b8c45e" providerId="AD" clId="Web-{D4FEBF4F-265B-1A32-4F88-A2211B17C7B4}" dt="2023-06-12T05:24:11.267" v="8" actId="1076"/>
        <pc:sldMkLst>
          <pc:docMk/>
          <pc:sldMk cId="612364259" sldId="2147474070"/>
        </pc:sldMkLst>
        <pc:graphicFrameChg chg="mod">
          <ac:chgData name="zxSHA Li,Lili (MED CD&amp;O) EXTERNAL" userId="S::lili.li.ext@boehringer-ingelheim.com::caae5028-c4b7-4139-b798-d46cb2b8c45e" providerId="AD" clId="Web-{D4FEBF4F-265B-1A32-4F88-A2211B17C7B4}" dt="2023-06-12T05:24:11.267" v="8" actId="1076"/>
          <ac:graphicFrameMkLst>
            <pc:docMk/>
            <pc:sldMk cId="612364259" sldId="2147474070"/>
            <ac:graphicFrameMk id="4" creationId="{4775F1CF-3D8C-4AC1-AA7B-487896056739}"/>
          </ac:graphicFrameMkLst>
        </pc:graphicFrameChg>
      </pc:sldChg>
    </pc:docChg>
  </pc:docChgLst>
  <pc:docChgLst>
    <pc:chgData name="Chen,Michael (HP Med RA) BII-CN-B" userId="d5e1e1c3-1b8e-4d7c-a738-2fc34bcfb3bb" providerId="ADAL" clId="{289085BE-FC99-48D9-B2F7-07E113C233F1}"/>
    <pc:docChg chg="modSld sldOrd">
      <pc:chgData name="Chen,Michael (HP Med RA) BII-CN-B" userId="d5e1e1c3-1b8e-4d7c-a738-2fc34bcfb3bb" providerId="ADAL" clId="{289085BE-FC99-48D9-B2F7-07E113C233F1}" dt="2023-09-18T01:23:12.044" v="1" actId="20578"/>
      <pc:docMkLst>
        <pc:docMk/>
      </pc:docMkLst>
      <pc:sldChg chg="modSp mod">
        <pc:chgData name="Chen,Michael (HP Med RA) BII-CN-B" userId="d5e1e1c3-1b8e-4d7c-a738-2fc34bcfb3bb" providerId="ADAL" clId="{289085BE-FC99-48D9-B2F7-07E113C233F1}" dt="2023-09-18T01:22:25.232" v="0" actId="400"/>
        <pc:sldMkLst>
          <pc:docMk/>
          <pc:sldMk cId="3222897294" sldId="2147474141"/>
        </pc:sldMkLst>
        <pc:graphicFrameChg chg="modGraphic">
          <ac:chgData name="Chen,Michael (HP Med RA) BII-CN-B" userId="d5e1e1c3-1b8e-4d7c-a738-2fc34bcfb3bb" providerId="ADAL" clId="{289085BE-FC99-48D9-B2F7-07E113C233F1}" dt="2023-09-18T01:22:25.232" v="0" actId="400"/>
          <ac:graphicFrameMkLst>
            <pc:docMk/>
            <pc:sldMk cId="3222897294" sldId="2147474141"/>
            <ac:graphicFrameMk id="3" creationId="{11AE3040-3184-4C5F-87F2-D328CD8202AC}"/>
          </ac:graphicFrameMkLst>
        </pc:graphicFrameChg>
      </pc:sldChg>
      <pc:sldChg chg="ord">
        <pc:chgData name="Chen,Michael (HP Med RA) BII-CN-B" userId="d5e1e1c3-1b8e-4d7c-a738-2fc34bcfb3bb" providerId="ADAL" clId="{289085BE-FC99-48D9-B2F7-07E113C233F1}" dt="2023-09-18T01:23:12.044" v="1" actId="20578"/>
        <pc:sldMkLst>
          <pc:docMk/>
          <pc:sldMk cId="1692118248" sldId="2147474241"/>
        </pc:sldMkLst>
      </pc:sldChg>
    </pc:docChg>
  </pc:docChgLst>
  <pc:docChgLst>
    <pc:chgData name="Li,Yuting (HP Medicine) BII-CN-S" userId="ce8fbb54-122c-426d-b8da-fdcc5e1b5022" providerId="ADAL" clId="{FCCB495C-C9F7-4597-A6D1-C8B507C368AA}"/>
    <pc:docChg chg="undo redo custSel addSld delSld modSld sldOrd">
      <pc:chgData name="Li,Yuting (HP Medicine) BII-CN-S" userId="ce8fbb54-122c-426d-b8da-fdcc5e1b5022" providerId="ADAL" clId="{FCCB495C-C9F7-4597-A6D1-C8B507C368AA}" dt="2023-04-07T09:15:13.380" v="2184" actId="20577"/>
      <pc:docMkLst>
        <pc:docMk/>
      </pc:docMkLst>
      <pc:sldChg chg="modSp mod addCm">
        <pc:chgData name="Li,Yuting (HP Medicine) BII-CN-S" userId="ce8fbb54-122c-426d-b8da-fdcc5e1b5022" providerId="ADAL" clId="{FCCB495C-C9F7-4597-A6D1-C8B507C368AA}" dt="2023-04-07T03:49:39.563" v="2166"/>
        <pc:sldMkLst>
          <pc:docMk/>
          <pc:sldMk cId="3257504880" sldId="535"/>
        </pc:sldMkLst>
        <pc:spChg chg="mod">
          <ac:chgData name="Li,Yuting (HP Medicine) BII-CN-S" userId="ce8fbb54-122c-426d-b8da-fdcc5e1b5022" providerId="ADAL" clId="{FCCB495C-C9F7-4597-A6D1-C8B507C368AA}" dt="2023-04-04T03:31:00.903" v="1270" actId="1076"/>
          <ac:spMkLst>
            <pc:docMk/>
            <pc:sldMk cId="3257504880" sldId="535"/>
            <ac:spMk id="96" creationId="{4AA6B0B8-E24B-44DA-A08C-208E2BCFDDE4}"/>
          </ac:spMkLst>
        </pc:spChg>
      </pc:sldChg>
      <pc:sldChg chg="addSp delSp modSp mod">
        <pc:chgData name="Li,Yuting (HP Medicine) BII-CN-S" userId="ce8fbb54-122c-426d-b8da-fdcc5e1b5022" providerId="ADAL" clId="{FCCB495C-C9F7-4597-A6D1-C8B507C368AA}" dt="2023-04-04T02:13:45.636" v="12" actId="22"/>
        <pc:sldMkLst>
          <pc:docMk/>
          <pc:sldMk cId="64439630" sldId="6601"/>
        </pc:sldMkLst>
        <pc:spChg chg="mod">
          <ac:chgData name="Li,Yuting (HP Medicine) BII-CN-S" userId="ce8fbb54-122c-426d-b8da-fdcc5e1b5022" providerId="ADAL" clId="{FCCB495C-C9F7-4597-A6D1-C8B507C368AA}" dt="2023-04-04T02:13:22.195" v="8" actId="20577"/>
          <ac:spMkLst>
            <pc:docMk/>
            <pc:sldMk cId="64439630" sldId="6601"/>
            <ac:spMk id="5" creationId="{00000000-0000-0000-0000-000000000000}"/>
          </ac:spMkLst>
        </pc:spChg>
        <pc:picChg chg="add del">
          <ac:chgData name="Li,Yuting (HP Medicine) BII-CN-S" userId="ce8fbb54-122c-426d-b8da-fdcc5e1b5022" providerId="ADAL" clId="{FCCB495C-C9F7-4597-A6D1-C8B507C368AA}" dt="2023-04-04T02:13:36.260" v="10" actId="22"/>
          <ac:picMkLst>
            <pc:docMk/>
            <pc:sldMk cId="64439630" sldId="6601"/>
            <ac:picMk id="4" creationId="{97E0A69B-A37A-487E-A836-F1B7FFDC54B4}"/>
          </ac:picMkLst>
        </pc:picChg>
        <pc:picChg chg="add del">
          <ac:chgData name="Li,Yuting (HP Medicine) BII-CN-S" userId="ce8fbb54-122c-426d-b8da-fdcc5e1b5022" providerId="ADAL" clId="{FCCB495C-C9F7-4597-A6D1-C8B507C368AA}" dt="2023-04-04T02:13:45.636" v="12" actId="22"/>
          <ac:picMkLst>
            <pc:docMk/>
            <pc:sldMk cId="64439630" sldId="6601"/>
            <ac:picMk id="9" creationId="{E963E1A4-2135-48DB-8AC1-5938C60F1DE5}"/>
          </ac:picMkLst>
        </pc:picChg>
      </pc:sldChg>
      <pc:sldChg chg="add del">
        <pc:chgData name="Li,Yuting (HP Medicine) BII-CN-S" userId="ce8fbb54-122c-426d-b8da-fdcc5e1b5022" providerId="ADAL" clId="{FCCB495C-C9F7-4597-A6D1-C8B507C368AA}" dt="2023-04-04T02:45:58.917" v="575" actId="47"/>
        <pc:sldMkLst>
          <pc:docMk/>
          <pc:sldMk cId="810833642" sldId="9448"/>
        </pc:sldMkLst>
      </pc:sldChg>
      <pc:sldChg chg="del">
        <pc:chgData name="Li,Yuting (HP Medicine) BII-CN-S" userId="ce8fbb54-122c-426d-b8da-fdcc5e1b5022" providerId="ADAL" clId="{FCCB495C-C9F7-4597-A6D1-C8B507C368AA}" dt="2023-04-04T03:07:40.286" v="811" actId="47"/>
        <pc:sldMkLst>
          <pc:docMk/>
          <pc:sldMk cId="2892849516" sldId="2134959515"/>
        </pc:sldMkLst>
      </pc:sldChg>
      <pc:sldChg chg="add del">
        <pc:chgData name="Li,Yuting (HP Medicine) BII-CN-S" userId="ce8fbb54-122c-426d-b8da-fdcc5e1b5022" providerId="ADAL" clId="{FCCB495C-C9F7-4597-A6D1-C8B507C368AA}" dt="2023-04-04T03:21:32.564" v="1132" actId="47"/>
        <pc:sldMkLst>
          <pc:docMk/>
          <pc:sldMk cId="257973879" sldId="2147469252"/>
        </pc:sldMkLst>
      </pc:sldChg>
      <pc:sldChg chg="del">
        <pc:chgData name="Li,Yuting (HP Medicine) BII-CN-S" userId="ce8fbb54-122c-426d-b8da-fdcc5e1b5022" providerId="ADAL" clId="{FCCB495C-C9F7-4597-A6D1-C8B507C368AA}" dt="2023-04-04T02:13:59.553" v="13" actId="47"/>
        <pc:sldMkLst>
          <pc:docMk/>
          <pc:sldMk cId="3351712279" sldId="2147469262"/>
        </pc:sldMkLst>
      </pc:sldChg>
      <pc:sldChg chg="add del">
        <pc:chgData name="Li,Yuting (HP Medicine) BII-CN-S" userId="ce8fbb54-122c-426d-b8da-fdcc5e1b5022" providerId="ADAL" clId="{FCCB495C-C9F7-4597-A6D1-C8B507C368AA}" dt="2023-04-04T03:07:40.286" v="811" actId="47"/>
        <pc:sldMkLst>
          <pc:docMk/>
          <pc:sldMk cId="527551734" sldId="2147469264"/>
        </pc:sldMkLst>
      </pc:sldChg>
      <pc:sldChg chg="del">
        <pc:chgData name="Li,Yuting (HP Medicine) BII-CN-S" userId="ce8fbb54-122c-426d-b8da-fdcc5e1b5022" providerId="ADAL" clId="{FCCB495C-C9F7-4597-A6D1-C8B507C368AA}" dt="2023-04-04T03:07:40.286" v="811" actId="47"/>
        <pc:sldMkLst>
          <pc:docMk/>
          <pc:sldMk cId="1394363315" sldId="2147469266"/>
        </pc:sldMkLst>
      </pc:sldChg>
      <pc:sldChg chg="del">
        <pc:chgData name="Li,Yuting (HP Medicine) BII-CN-S" userId="ce8fbb54-122c-426d-b8da-fdcc5e1b5022" providerId="ADAL" clId="{FCCB495C-C9F7-4597-A6D1-C8B507C368AA}" dt="2023-04-04T03:07:40.286" v="811" actId="47"/>
        <pc:sldMkLst>
          <pc:docMk/>
          <pc:sldMk cId="1500558370" sldId="2147469267"/>
        </pc:sldMkLst>
      </pc:sldChg>
      <pc:sldChg chg="del">
        <pc:chgData name="Li,Yuting (HP Medicine) BII-CN-S" userId="ce8fbb54-122c-426d-b8da-fdcc5e1b5022" providerId="ADAL" clId="{FCCB495C-C9F7-4597-A6D1-C8B507C368AA}" dt="2023-04-04T02:33:27.041" v="292" actId="47"/>
        <pc:sldMkLst>
          <pc:docMk/>
          <pc:sldMk cId="2064789201" sldId="2147471168"/>
        </pc:sldMkLst>
      </pc:sldChg>
      <pc:sldChg chg="del">
        <pc:chgData name="Li,Yuting (HP Medicine) BII-CN-S" userId="ce8fbb54-122c-426d-b8da-fdcc5e1b5022" providerId="ADAL" clId="{FCCB495C-C9F7-4597-A6D1-C8B507C368AA}" dt="2023-04-04T02:34:08.150" v="298" actId="47"/>
        <pc:sldMkLst>
          <pc:docMk/>
          <pc:sldMk cId="3682361847" sldId="2147471169"/>
        </pc:sldMkLst>
      </pc:sldChg>
      <pc:sldChg chg="del">
        <pc:chgData name="Li,Yuting (HP Medicine) BII-CN-S" userId="ce8fbb54-122c-426d-b8da-fdcc5e1b5022" providerId="ADAL" clId="{FCCB495C-C9F7-4597-A6D1-C8B507C368AA}" dt="2023-04-04T02:41:11.689" v="463" actId="47"/>
        <pc:sldMkLst>
          <pc:docMk/>
          <pc:sldMk cId="1906004812" sldId="2147471170"/>
        </pc:sldMkLst>
      </pc:sldChg>
      <pc:sldChg chg="add del">
        <pc:chgData name="Li,Yuting (HP Medicine) BII-CN-S" userId="ce8fbb54-122c-426d-b8da-fdcc5e1b5022" providerId="ADAL" clId="{FCCB495C-C9F7-4597-A6D1-C8B507C368AA}" dt="2023-04-04T02:45:56.497" v="574" actId="47"/>
        <pc:sldMkLst>
          <pc:docMk/>
          <pc:sldMk cId="4022558961" sldId="2147471171"/>
        </pc:sldMkLst>
      </pc:sldChg>
      <pc:sldChg chg="del">
        <pc:chgData name="Li,Yuting (HP Medicine) BII-CN-S" userId="ce8fbb54-122c-426d-b8da-fdcc5e1b5022" providerId="ADAL" clId="{FCCB495C-C9F7-4597-A6D1-C8B507C368AA}" dt="2023-04-04T02:51:43.498" v="638" actId="47"/>
        <pc:sldMkLst>
          <pc:docMk/>
          <pc:sldMk cId="1872835041" sldId="2147471185"/>
        </pc:sldMkLst>
      </pc:sldChg>
      <pc:sldChg chg="del">
        <pc:chgData name="Li,Yuting (HP Medicine) BII-CN-S" userId="ce8fbb54-122c-426d-b8da-fdcc5e1b5022" providerId="ADAL" clId="{FCCB495C-C9F7-4597-A6D1-C8B507C368AA}" dt="2023-04-04T03:09:57.090" v="929" actId="47"/>
        <pc:sldMkLst>
          <pc:docMk/>
          <pc:sldMk cId="91123792" sldId="2147471190"/>
        </pc:sldMkLst>
      </pc:sldChg>
      <pc:sldChg chg="del">
        <pc:chgData name="Li,Yuting (HP Medicine) BII-CN-S" userId="ce8fbb54-122c-426d-b8da-fdcc5e1b5022" providerId="ADAL" clId="{FCCB495C-C9F7-4597-A6D1-C8B507C368AA}" dt="2023-04-04T02:15:37.053" v="17" actId="47"/>
        <pc:sldMkLst>
          <pc:docMk/>
          <pc:sldMk cId="3484928586" sldId="2147471197"/>
        </pc:sldMkLst>
      </pc:sldChg>
      <pc:sldChg chg="del">
        <pc:chgData name="Li,Yuting (HP Medicine) BII-CN-S" userId="ce8fbb54-122c-426d-b8da-fdcc5e1b5022" providerId="ADAL" clId="{FCCB495C-C9F7-4597-A6D1-C8B507C368AA}" dt="2023-04-04T02:23:04.747" v="104" actId="47"/>
        <pc:sldMkLst>
          <pc:docMk/>
          <pc:sldMk cId="1447552805" sldId="2147471198"/>
        </pc:sldMkLst>
      </pc:sldChg>
      <pc:sldChg chg="del">
        <pc:chgData name="Li,Yuting (HP Medicine) BII-CN-S" userId="ce8fbb54-122c-426d-b8da-fdcc5e1b5022" providerId="ADAL" clId="{FCCB495C-C9F7-4597-A6D1-C8B507C368AA}" dt="2023-04-04T03:10:11.596" v="932" actId="47"/>
        <pc:sldMkLst>
          <pc:docMk/>
          <pc:sldMk cId="3125671962" sldId="2147471199"/>
        </pc:sldMkLst>
      </pc:sldChg>
      <pc:sldChg chg="del">
        <pc:chgData name="Li,Yuting (HP Medicine) BII-CN-S" userId="ce8fbb54-122c-426d-b8da-fdcc5e1b5022" providerId="ADAL" clId="{FCCB495C-C9F7-4597-A6D1-C8B507C368AA}" dt="2023-04-04T03:10:12.537" v="933" actId="47"/>
        <pc:sldMkLst>
          <pc:docMk/>
          <pc:sldMk cId="2546863454" sldId="2147471200"/>
        </pc:sldMkLst>
      </pc:sldChg>
      <pc:sldChg chg="modSp del mod">
        <pc:chgData name="Li,Yuting (HP Medicine) BII-CN-S" userId="ce8fbb54-122c-426d-b8da-fdcc5e1b5022" providerId="ADAL" clId="{FCCB495C-C9F7-4597-A6D1-C8B507C368AA}" dt="2023-04-04T03:23:02.653" v="1142" actId="47"/>
        <pc:sldMkLst>
          <pc:docMk/>
          <pc:sldMk cId="1640265382" sldId="2147471201"/>
        </pc:sldMkLst>
        <pc:spChg chg="mod">
          <ac:chgData name="Li,Yuting (HP Medicine) BII-CN-S" userId="ce8fbb54-122c-426d-b8da-fdcc5e1b5022" providerId="ADAL" clId="{FCCB495C-C9F7-4597-A6D1-C8B507C368AA}" dt="2023-04-04T03:19:20.500" v="1105" actId="1076"/>
          <ac:spMkLst>
            <pc:docMk/>
            <pc:sldMk cId="1640265382" sldId="2147471201"/>
            <ac:spMk id="18" creationId="{A92F0C06-965A-4E63-867B-1BE39598B0BF}"/>
          </ac:spMkLst>
        </pc:spChg>
        <pc:cxnChg chg="mod">
          <ac:chgData name="Li,Yuting (HP Medicine) BII-CN-S" userId="ce8fbb54-122c-426d-b8da-fdcc5e1b5022" providerId="ADAL" clId="{FCCB495C-C9F7-4597-A6D1-C8B507C368AA}" dt="2023-04-04T03:19:19.887" v="1104" actId="1076"/>
          <ac:cxnSpMkLst>
            <pc:docMk/>
            <pc:sldMk cId="1640265382" sldId="2147471201"/>
            <ac:cxnSpMk id="17" creationId="{BFEE60D8-7883-4D46-A35C-5CBBEAE97EDB}"/>
          </ac:cxnSpMkLst>
        </pc:cxnChg>
      </pc:sldChg>
      <pc:sldChg chg="del">
        <pc:chgData name="Li,Yuting (HP Medicine) BII-CN-S" userId="ce8fbb54-122c-426d-b8da-fdcc5e1b5022" providerId="ADAL" clId="{FCCB495C-C9F7-4597-A6D1-C8B507C368AA}" dt="2023-04-04T03:28:44.874" v="1221" actId="47"/>
        <pc:sldMkLst>
          <pc:docMk/>
          <pc:sldMk cId="657785498" sldId="2147471204"/>
        </pc:sldMkLst>
      </pc:sldChg>
      <pc:sldChg chg="mod modShow">
        <pc:chgData name="Li,Yuting (HP Medicine) BII-CN-S" userId="ce8fbb54-122c-426d-b8da-fdcc5e1b5022" providerId="ADAL" clId="{FCCB495C-C9F7-4597-A6D1-C8B507C368AA}" dt="2023-04-04T03:25:36.602" v="1214" actId="729"/>
        <pc:sldMkLst>
          <pc:docMk/>
          <pc:sldMk cId="2619049626" sldId="2147471208"/>
        </pc:sldMkLst>
      </pc:sldChg>
      <pc:sldChg chg="del">
        <pc:chgData name="Li,Yuting (HP Medicine) BII-CN-S" userId="ce8fbb54-122c-426d-b8da-fdcc5e1b5022" providerId="ADAL" clId="{FCCB495C-C9F7-4597-A6D1-C8B507C368AA}" dt="2023-04-04T03:07:40.286" v="811" actId="47"/>
        <pc:sldMkLst>
          <pc:docMk/>
          <pc:sldMk cId="372285521" sldId="2147471209"/>
        </pc:sldMkLst>
      </pc:sldChg>
      <pc:sldChg chg="del">
        <pc:chgData name="Li,Yuting (HP Medicine) BII-CN-S" userId="ce8fbb54-122c-426d-b8da-fdcc5e1b5022" providerId="ADAL" clId="{FCCB495C-C9F7-4597-A6D1-C8B507C368AA}" dt="2023-04-04T03:07:40.286" v="811" actId="47"/>
        <pc:sldMkLst>
          <pc:docMk/>
          <pc:sldMk cId="1887912600" sldId="2147471210"/>
        </pc:sldMkLst>
      </pc:sldChg>
      <pc:sldChg chg="del">
        <pc:chgData name="Li,Yuting (HP Medicine) BII-CN-S" userId="ce8fbb54-122c-426d-b8da-fdcc5e1b5022" providerId="ADAL" clId="{FCCB495C-C9F7-4597-A6D1-C8B507C368AA}" dt="2023-04-04T03:07:40.286" v="811" actId="47"/>
        <pc:sldMkLst>
          <pc:docMk/>
          <pc:sldMk cId="2759171234" sldId="2147471211"/>
        </pc:sldMkLst>
      </pc:sldChg>
      <pc:sldChg chg="modSp mod">
        <pc:chgData name="Li,Yuting (HP Medicine) BII-CN-S" userId="ce8fbb54-122c-426d-b8da-fdcc5e1b5022" providerId="ADAL" clId="{FCCB495C-C9F7-4597-A6D1-C8B507C368AA}" dt="2023-04-04T02:15:09.084" v="15" actId="2084"/>
        <pc:sldMkLst>
          <pc:docMk/>
          <pc:sldMk cId="3596583069" sldId="2147471212"/>
        </pc:sldMkLst>
        <pc:graphicFrameChg chg="modGraphic">
          <ac:chgData name="Li,Yuting (HP Medicine) BII-CN-S" userId="ce8fbb54-122c-426d-b8da-fdcc5e1b5022" providerId="ADAL" clId="{FCCB495C-C9F7-4597-A6D1-C8B507C368AA}" dt="2023-04-04T02:15:09.084" v="15" actId="2084"/>
          <ac:graphicFrameMkLst>
            <pc:docMk/>
            <pc:sldMk cId="3596583069" sldId="2147471212"/>
            <ac:graphicFrameMk id="10" creationId="{7ED29C9C-0700-480D-B788-68CBB9D31EEE}"/>
          </ac:graphicFrameMkLst>
        </pc:graphicFrameChg>
      </pc:sldChg>
      <pc:sldChg chg="addSp modSp add mod">
        <pc:chgData name="Li,Yuting (HP Medicine) BII-CN-S" userId="ce8fbb54-122c-426d-b8da-fdcc5e1b5022" providerId="ADAL" clId="{FCCB495C-C9F7-4597-A6D1-C8B507C368AA}" dt="2023-04-04T03:12:42.831" v="1022" actId="20577"/>
        <pc:sldMkLst>
          <pc:docMk/>
          <pc:sldMk cId="1877840380" sldId="2147471213"/>
        </pc:sldMkLst>
        <pc:spChg chg="mod">
          <ac:chgData name="Li,Yuting (HP Medicine) BII-CN-S" userId="ce8fbb54-122c-426d-b8da-fdcc5e1b5022" providerId="ADAL" clId="{FCCB495C-C9F7-4597-A6D1-C8B507C368AA}" dt="2023-04-04T02:15:43.706" v="18" actId="207"/>
          <ac:spMkLst>
            <pc:docMk/>
            <pc:sldMk cId="1877840380" sldId="2147471213"/>
            <ac:spMk id="60" creationId="{00000000-0000-0000-0000-000000000000}"/>
          </ac:spMkLst>
        </pc:spChg>
        <pc:spChg chg="add mod">
          <ac:chgData name="Li,Yuting (HP Medicine) BII-CN-S" userId="ce8fbb54-122c-426d-b8da-fdcc5e1b5022" providerId="ADAL" clId="{FCCB495C-C9F7-4597-A6D1-C8B507C368AA}" dt="2023-04-04T03:12:42.831" v="1022" actId="20577"/>
          <ac:spMkLst>
            <pc:docMk/>
            <pc:sldMk cId="1877840380" sldId="2147471213"/>
            <ac:spMk id="77" creationId="{9E8B2BA5-F5C7-41AE-8F97-2F6EC8AED43B}"/>
          </ac:spMkLst>
        </pc:spChg>
      </pc:sldChg>
      <pc:sldChg chg="add del">
        <pc:chgData name="Li,Yuting (HP Medicine) BII-CN-S" userId="ce8fbb54-122c-426d-b8da-fdcc5e1b5022" providerId="ADAL" clId="{FCCB495C-C9F7-4597-A6D1-C8B507C368AA}" dt="2023-04-04T02:22:57.962" v="103"/>
        <pc:sldMkLst>
          <pc:docMk/>
          <pc:sldMk cId="1252651031" sldId="2147471216"/>
        </pc:sldMkLst>
      </pc:sldChg>
      <pc:sldChg chg="addSp modSp mod">
        <pc:chgData name="Li,Yuting (HP Medicine) BII-CN-S" userId="ce8fbb54-122c-426d-b8da-fdcc5e1b5022" providerId="ADAL" clId="{FCCB495C-C9F7-4597-A6D1-C8B507C368AA}" dt="2023-04-07T08:31:06.971" v="2180" actId="20577"/>
        <pc:sldMkLst>
          <pc:docMk/>
          <pc:sldMk cId="4075052529" sldId="2147471216"/>
        </pc:sldMkLst>
        <pc:spChg chg="mod">
          <ac:chgData name="Li,Yuting (HP Medicine) BII-CN-S" userId="ce8fbb54-122c-426d-b8da-fdcc5e1b5022" providerId="ADAL" clId="{FCCB495C-C9F7-4597-A6D1-C8B507C368AA}" dt="2023-04-04T02:39:30.355" v="392" actId="20577"/>
          <ac:spMkLst>
            <pc:docMk/>
            <pc:sldMk cId="4075052529" sldId="2147471216"/>
            <ac:spMk id="157" creationId="{ABF1C8FA-24FE-4186-8317-54D0AE86DBB2}"/>
          </ac:spMkLst>
        </pc:spChg>
        <pc:spChg chg="add mod">
          <ac:chgData name="Li,Yuting (HP Medicine) BII-CN-S" userId="ce8fbb54-122c-426d-b8da-fdcc5e1b5022" providerId="ADAL" clId="{FCCB495C-C9F7-4597-A6D1-C8B507C368AA}" dt="2023-04-07T08:31:06.971" v="2180" actId="20577"/>
          <ac:spMkLst>
            <pc:docMk/>
            <pc:sldMk cId="4075052529" sldId="2147471216"/>
            <ac:spMk id="158" creationId="{1665825A-176E-4E94-9473-34DF84E9D4F2}"/>
          </ac:spMkLst>
        </pc:spChg>
        <pc:spChg chg="mod">
          <ac:chgData name="Li,Yuting (HP Medicine) BII-CN-S" userId="ce8fbb54-122c-426d-b8da-fdcc5e1b5022" providerId="ADAL" clId="{FCCB495C-C9F7-4597-A6D1-C8B507C368AA}" dt="2023-04-04T08:38:32.656" v="1285" actId="20577"/>
          <ac:spMkLst>
            <pc:docMk/>
            <pc:sldMk cId="4075052529" sldId="2147471216"/>
            <ac:spMk id="168" creationId="{292D059F-1772-4A1B-A880-182E2E12EAEF}"/>
          </ac:spMkLst>
        </pc:spChg>
        <pc:spChg chg="mod">
          <ac:chgData name="Li,Yuting (HP Medicine) BII-CN-S" userId="ce8fbb54-122c-426d-b8da-fdcc5e1b5022" providerId="ADAL" clId="{FCCB495C-C9F7-4597-A6D1-C8B507C368AA}" dt="2023-04-04T02:33:02.442" v="287" actId="14100"/>
          <ac:spMkLst>
            <pc:docMk/>
            <pc:sldMk cId="4075052529" sldId="2147471216"/>
            <ac:spMk id="178" creationId="{C8A141E8-3A7E-477A-B6F1-59F3BCA948DD}"/>
          </ac:spMkLst>
        </pc:spChg>
      </pc:sldChg>
      <pc:sldChg chg="modSp add mod">
        <pc:chgData name="Li,Yuting (HP Medicine) BII-CN-S" userId="ce8fbb54-122c-426d-b8da-fdcc5e1b5022" providerId="ADAL" clId="{FCCB495C-C9F7-4597-A6D1-C8B507C368AA}" dt="2023-04-04T03:10:08.792" v="931" actId="27636"/>
        <pc:sldMkLst>
          <pc:docMk/>
          <pc:sldMk cId="1240174947" sldId="2147471217"/>
        </pc:sldMkLst>
        <pc:spChg chg="mod">
          <ac:chgData name="Li,Yuting (HP Medicine) BII-CN-S" userId="ce8fbb54-122c-426d-b8da-fdcc5e1b5022" providerId="ADAL" clId="{FCCB495C-C9F7-4597-A6D1-C8B507C368AA}" dt="2023-04-04T03:10:08.792" v="931" actId="27636"/>
          <ac:spMkLst>
            <pc:docMk/>
            <pc:sldMk cId="1240174947" sldId="2147471217"/>
            <ac:spMk id="2" creationId="{899E9FD5-14F4-46B5-85BD-4B2D5616E6A9}"/>
          </ac:spMkLst>
        </pc:spChg>
      </pc:sldChg>
      <pc:sldChg chg="addSp delSp modSp mod addCm modCm">
        <pc:chgData name="Li,Yuting (HP Medicine) BII-CN-S" userId="ce8fbb54-122c-426d-b8da-fdcc5e1b5022" providerId="ADAL" clId="{FCCB495C-C9F7-4597-A6D1-C8B507C368AA}" dt="2023-04-07T03:57:09.842" v="2177"/>
        <pc:sldMkLst>
          <pc:docMk/>
          <pc:sldMk cId="2518583845" sldId="2147471218"/>
        </pc:sldMkLst>
        <pc:spChg chg="mod">
          <ac:chgData name="Li,Yuting (HP Medicine) BII-CN-S" userId="ce8fbb54-122c-426d-b8da-fdcc5e1b5022" providerId="ADAL" clId="{FCCB495C-C9F7-4597-A6D1-C8B507C368AA}" dt="2023-04-04T02:53:55.893" v="651" actId="403"/>
          <ac:spMkLst>
            <pc:docMk/>
            <pc:sldMk cId="2518583845" sldId="2147471218"/>
            <ac:spMk id="4" creationId="{00000000-0000-0000-0000-000000000000}"/>
          </ac:spMkLst>
        </pc:spChg>
        <pc:spChg chg="mod">
          <ac:chgData name="Li,Yuting (HP Medicine) BII-CN-S" userId="ce8fbb54-122c-426d-b8da-fdcc5e1b5022" providerId="ADAL" clId="{FCCB495C-C9F7-4597-A6D1-C8B507C368AA}" dt="2023-04-04T03:09:21.351" v="927" actId="20577"/>
          <ac:spMkLst>
            <pc:docMk/>
            <pc:sldMk cId="2518583845" sldId="2147471218"/>
            <ac:spMk id="6" creationId="{25357EA1-1F19-4D1B-9A4E-2EAB26F09BB9}"/>
          </ac:spMkLst>
        </pc:spChg>
        <pc:spChg chg="mod">
          <ac:chgData name="Li,Yuting (HP Medicine) BII-CN-S" userId="ce8fbb54-122c-426d-b8da-fdcc5e1b5022" providerId="ADAL" clId="{FCCB495C-C9F7-4597-A6D1-C8B507C368AA}" dt="2023-04-04T02:59:10.034" v="756" actId="404"/>
          <ac:spMkLst>
            <pc:docMk/>
            <pc:sldMk cId="2518583845" sldId="2147471218"/>
            <ac:spMk id="140" creationId="{56560FC4-DB5B-41E3-9237-69F6A7E81E2E}"/>
          </ac:spMkLst>
        </pc:spChg>
        <pc:spChg chg="mod">
          <ac:chgData name="Li,Yuting (HP Medicine) BII-CN-S" userId="ce8fbb54-122c-426d-b8da-fdcc5e1b5022" providerId="ADAL" clId="{FCCB495C-C9F7-4597-A6D1-C8B507C368AA}" dt="2023-04-04T02:59:28.055" v="774" actId="6549"/>
          <ac:spMkLst>
            <pc:docMk/>
            <pc:sldMk cId="2518583845" sldId="2147471218"/>
            <ac:spMk id="142" creationId="{6329237E-1681-4696-BDB0-6255283DD983}"/>
          </ac:spMkLst>
        </pc:spChg>
        <pc:spChg chg="mod">
          <ac:chgData name="Li,Yuting (HP Medicine) BII-CN-S" userId="ce8fbb54-122c-426d-b8da-fdcc5e1b5022" providerId="ADAL" clId="{FCCB495C-C9F7-4597-A6D1-C8B507C368AA}" dt="2023-04-04T02:59:36.810" v="776" actId="1076"/>
          <ac:spMkLst>
            <pc:docMk/>
            <pc:sldMk cId="2518583845" sldId="2147471218"/>
            <ac:spMk id="152" creationId="{9C5D610A-122D-4881-89F4-33E9A0AE1DBB}"/>
          </ac:spMkLst>
        </pc:spChg>
        <pc:spChg chg="mod">
          <ac:chgData name="Li,Yuting (HP Medicine) BII-CN-S" userId="ce8fbb54-122c-426d-b8da-fdcc5e1b5022" providerId="ADAL" clId="{FCCB495C-C9F7-4597-A6D1-C8B507C368AA}" dt="2023-04-04T02:59:33.053" v="775" actId="1076"/>
          <ac:spMkLst>
            <pc:docMk/>
            <pc:sldMk cId="2518583845" sldId="2147471218"/>
            <ac:spMk id="153" creationId="{2594AFD7-EBD3-4EE7-B08A-2023938BDB7B}"/>
          </ac:spMkLst>
        </pc:spChg>
        <pc:spChg chg="mod">
          <ac:chgData name="Li,Yuting (HP Medicine) BII-CN-S" userId="ce8fbb54-122c-426d-b8da-fdcc5e1b5022" providerId="ADAL" clId="{FCCB495C-C9F7-4597-A6D1-C8B507C368AA}" dt="2023-04-04T02:59:53.318" v="779" actId="1076"/>
          <ac:spMkLst>
            <pc:docMk/>
            <pc:sldMk cId="2518583845" sldId="2147471218"/>
            <ac:spMk id="156" creationId="{0C4AD61E-5347-438E-837A-B7B5DFD0B928}"/>
          </ac:spMkLst>
        </pc:spChg>
        <pc:spChg chg="mod">
          <ac:chgData name="Li,Yuting (HP Medicine) BII-CN-S" userId="ce8fbb54-122c-426d-b8da-fdcc5e1b5022" providerId="ADAL" clId="{FCCB495C-C9F7-4597-A6D1-C8B507C368AA}" dt="2023-04-04T03:00:53.184" v="797" actId="1076"/>
          <ac:spMkLst>
            <pc:docMk/>
            <pc:sldMk cId="2518583845" sldId="2147471218"/>
            <ac:spMk id="157" creationId="{B0CE4069-8EAE-4A17-ABA2-E0CD5232A7CD}"/>
          </ac:spMkLst>
        </pc:spChg>
        <pc:spChg chg="add mod">
          <ac:chgData name="Li,Yuting (HP Medicine) BII-CN-S" userId="ce8fbb54-122c-426d-b8da-fdcc5e1b5022" providerId="ADAL" clId="{FCCB495C-C9F7-4597-A6D1-C8B507C368AA}" dt="2023-04-07T03:56:04.695" v="2176" actId="20577"/>
          <ac:spMkLst>
            <pc:docMk/>
            <pc:sldMk cId="2518583845" sldId="2147471218"/>
            <ac:spMk id="159" creationId="{6F53AC7D-E4E1-4EB0-B084-42057C763CB4}"/>
          </ac:spMkLst>
        </pc:spChg>
        <pc:spChg chg="del">
          <ac:chgData name="Li,Yuting (HP Medicine) BII-CN-S" userId="ce8fbb54-122c-426d-b8da-fdcc5e1b5022" providerId="ADAL" clId="{FCCB495C-C9F7-4597-A6D1-C8B507C368AA}" dt="2023-04-07T03:54:48.677" v="2168" actId="478"/>
          <ac:spMkLst>
            <pc:docMk/>
            <pc:sldMk cId="2518583845" sldId="2147471218"/>
            <ac:spMk id="160" creationId="{06E2745D-4A2F-4116-BF37-BF9570508A80}"/>
          </ac:spMkLst>
        </pc:spChg>
        <pc:spChg chg="mod">
          <ac:chgData name="Li,Yuting (HP Medicine) BII-CN-S" userId="ce8fbb54-122c-426d-b8da-fdcc5e1b5022" providerId="ADAL" clId="{FCCB495C-C9F7-4597-A6D1-C8B507C368AA}" dt="2023-04-04T03:00:07.315" v="784" actId="20577"/>
          <ac:spMkLst>
            <pc:docMk/>
            <pc:sldMk cId="2518583845" sldId="2147471218"/>
            <ac:spMk id="172" creationId="{175CEA2E-5B4C-44ED-B320-D7230A14AC3B}"/>
          </ac:spMkLst>
        </pc:spChg>
        <pc:spChg chg="mod">
          <ac:chgData name="Li,Yuting (HP Medicine) BII-CN-S" userId="ce8fbb54-122c-426d-b8da-fdcc5e1b5022" providerId="ADAL" clId="{FCCB495C-C9F7-4597-A6D1-C8B507C368AA}" dt="2023-04-04T03:00:43.671" v="794" actId="1076"/>
          <ac:spMkLst>
            <pc:docMk/>
            <pc:sldMk cId="2518583845" sldId="2147471218"/>
            <ac:spMk id="181" creationId="{027EAF24-5C8B-4E99-BBC9-EBA7F47C0C77}"/>
          </ac:spMkLst>
        </pc:spChg>
        <pc:spChg chg="mod">
          <ac:chgData name="Li,Yuting (HP Medicine) BII-CN-S" userId="ce8fbb54-122c-426d-b8da-fdcc5e1b5022" providerId="ADAL" clId="{FCCB495C-C9F7-4597-A6D1-C8B507C368AA}" dt="2023-04-04T03:00:51.310" v="796" actId="1076"/>
          <ac:spMkLst>
            <pc:docMk/>
            <pc:sldMk cId="2518583845" sldId="2147471218"/>
            <ac:spMk id="191" creationId="{7582EEDD-A9E0-4CC5-8B0C-2A6BFC6C869F}"/>
          </ac:spMkLst>
        </pc:spChg>
        <pc:spChg chg="mod">
          <ac:chgData name="Li,Yuting (HP Medicine) BII-CN-S" userId="ce8fbb54-122c-426d-b8da-fdcc5e1b5022" providerId="ADAL" clId="{FCCB495C-C9F7-4597-A6D1-C8B507C368AA}" dt="2023-04-06T13:50:46.963" v="1463" actId="14100"/>
          <ac:spMkLst>
            <pc:docMk/>
            <pc:sldMk cId="2518583845" sldId="2147471218"/>
            <ac:spMk id="192" creationId="{31193A60-52A8-4E9D-BB69-B3D203C95D66}"/>
          </ac:spMkLst>
        </pc:spChg>
      </pc:sldChg>
      <pc:sldChg chg="add">
        <pc:chgData name="Li,Yuting (HP Medicine) BII-CN-S" userId="ce8fbb54-122c-426d-b8da-fdcc5e1b5022" providerId="ADAL" clId="{FCCB495C-C9F7-4597-A6D1-C8B507C368AA}" dt="2023-04-04T03:01:35.520" v="805"/>
        <pc:sldMkLst>
          <pc:docMk/>
          <pc:sldMk cId="3401409697" sldId="2147471219"/>
        </pc:sldMkLst>
      </pc:sldChg>
      <pc:sldChg chg="addSp delSp modSp add mod">
        <pc:chgData name="Li,Yuting (HP Medicine) BII-CN-S" userId="ce8fbb54-122c-426d-b8da-fdcc5e1b5022" providerId="ADAL" clId="{FCCB495C-C9F7-4597-A6D1-C8B507C368AA}" dt="2023-04-04T03:08:25.312" v="839" actId="478"/>
        <pc:sldMkLst>
          <pc:docMk/>
          <pc:sldMk cId="3686398753" sldId="2147471220"/>
        </pc:sldMkLst>
        <pc:spChg chg="add del mod">
          <ac:chgData name="Li,Yuting (HP Medicine) BII-CN-S" userId="ce8fbb54-122c-426d-b8da-fdcc5e1b5022" providerId="ADAL" clId="{FCCB495C-C9F7-4597-A6D1-C8B507C368AA}" dt="2023-04-04T03:08:25.312" v="839" actId="478"/>
          <ac:spMkLst>
            <pc:docMk/>
            <pc:sldMk cId="3686398753" sldId="2147471220"/>
            <ac:spMk id="10" creationId="{19EF47D9-3AF9-4A31-B24B-1F950AE592FC}"/>
          </ac:spMkLst>
        </pc:spChg>
      </pc:sldChg>
      <pc:sldChg chg="add">
        <pc:chgData name="Li,Yuting (HP Medicine) BII-CN-S" userId="ce8fbb54-122c-426d-b8da-fdcc5e1b5022" providerId="ADAL" clId="{FCCB495C-C9F7-4597-A6D1-C8B507C368AA}" dt="2023-04-04T03:01:35.520" v="805"/>
        <pc:sldMkLst>
          <pc:docMk/>
          <pc:sldMk cId="1041517860" sldId="2147471221"/>
        </pc:sldMkLst>
      </pc:sldChg>
      <pc:sldChg chg="modSp add mod modNotesTx">
        <pc:chgData name="Li,Yuting (HP Medicine) BII-CN-S" userId="ce8fbb54-122c-426d-b8da-fdcc5e1b5022" providerId="ADAL" clId="{FCCB495C-C9F7-4597-A6D1-C8B507C368AA}" dt="2023-04-07T03:18:23.504" v="2165" actId="20577"/>
        <pc:sldMkLst>
          <pc:docMk/>
          <pc:sldMk cId="3753173957" sldId="2147471223"/>
        </pc:sldMkLst>
        <pc:spChg chg="mod">
          <ac:chgData name="Li,Yuting (HP Medicine) BII-CN-S" userId="ce8fbb54-122c-426d-b8da-fdcc5e1b5022" providerId="ADAL" clId="{FCCB495C-C9F7-4597-A6D1-C8B507C368AA}" dt="2023-04-04T03:23:41.044" v="1147" actId="20577"/>
          <ac:spMkLst>
            <pc:docMk/>
            <pc:sldMk cId="3753173957" sldId="2147471223"/>
            <ac:spMk id="27" creationId="{C787EF92-AECB-45F5-890F-9C2A4F7817D9}"/>
          </ac:spMkLst>
        </pc:spChg>
        <pc:spChg chg="mod">
          <ac:chgData name="Li,Yuting (HP Medicine) BII-CN-S" userId="ce8fbb54-122c-426d-b8da-fdcc5e1b5022" providerId="ADAL" clId="{FCCB495C-C9F7-4597-A6D1-C8B507C368AA}" dt="2023-04-04T03:26:00.784" v="1216" actId="120"/>
          <ac:spMkLst>
            <pc:docMk/>
            <pc:sldMk cId="3753173957" sldId="2147471223"/>
            <ac:spMk id="39" creationId="{0C2FCF3D-3510-4DCE-9D43-AB249DBB4614}"/>
          </ac:spMkLst>
        </pc:spChg>
        <pc:spChg chg="mod">
          <ac:chgData name="Li,Yuting (HP Medicine) BII-CN-S" userId="ce8fbb54-122c-426d-b8da-fdcc5e1b5022" providerId="ADAL" clId="{FCCB495C-C9F7-4597-A6D1-C8B507C368AA}" dt="2023-04-04T03:26:10.485" v="1218" actId="404"/>
          <ac:spMkLst>
            <pc:docMk/>
            <pc:sldMk cId="3753173957" sldId="2147471223"/>
            <ac:spMk id="40" creationId="{83C18301-A155-4D74-A621-4D0EFF5B7EA1}"/>
          </ac:spMkLst>
        </pc:spChg>
        <pc:spChg chg="mod">
          <ac:chgData name="Li,Yuting (HP Medicine) BII-CN-S" userId="ce8fbb54-122c-426d-b8da-fdcc5e1b5022" providerId="ADAL" clId="{FCCB495C-C9F7-4597-A6D1-C8B507C368AA}" dt="2023-04-04T03:26:10.485" v="1218" actId="404"/>
          <ac:spMkLst>
            <pc:docMk/>
            <pc:sldMk cId="3753173957" sldId="2147471223"/>
            <ac:spMk id="41" creationId="{5F1D91BA-7EF7-4EC5-8E9F-BB2FC7138961}"/>
          </ac:spMkLst>
        </pc:spChg>
        <pc:spChg chg="mod">
          <ac:chgData name="Li,Yuting (HP Medicine) BII-CN-S" userId="ce8fbb54-122c-426d-b8da-fdcc5e1b5022" providerId="ADAL" clId="{FCCB495C-C9F7-4597-A6D1-C8B507C368AA}" dt="2023-04-04T03:26:10.485" v="1218" actId="404"/>
          <ac:spMkLst>
            <pc:docMk/>
            <pc:sldMk cId="3753173957" sldId="2147471223"/>
            <ac:spMk id="42" creationId="{72B8B4BA-F240-4421-A314-6687BC8D8C11}"/>
          </ac:spMkLst>
        </pc:spChg>
        <pc:spChg chg="mod">
          <ac:chgData name="Li,Yuting (HP Medicine) BII-CN-S" userId="ce8fbb54-122c-426d-b8da-fdcc5e1b5022" providerId="ADAL" clId="{FCCB495C-C9F7-4597-A6D1-C8B507C368AA}" dt="2023-04-07T03:18:23.504" v="2165" actId="20577"/>
          <ac:spMkLst>
            <pc:docMk/>
            <pc:sldMk cId="3753173957" sldId="2147471223"/>
            <ac:spMk id="43" creationId="{7DB58F02-0904-48E2-8535-EDAA523AEE6B}"/>
          </ac:spMkLst>
        </pc:spChg>
        <pc:grpChg chg="mod">
          <ac:chgData name="Li,Yuting (HP Medicine) BII-CN-S" userId="ce8fbb54-122c-426d-b8da-fdcc5e1b5022" providerId="ADAL" clId="{FCCB495C-C9F7-4597-A6D1-C8B507C368AA}" dt="2023-04-04T03:23:09.006" v="1143" actId="1076"/>
          <ac:grpSpMkLst>
            <pc:docMk/>
            <pc:sldMk cId="3753173957" sldId="2147471223"/>
            <ac:grpSpMk id="16" creationId="{D5E57F42-5769-4C25-BD97-B26E532D9DE8}"/>
          </ac:grpSpMkLst>
        </pc:grpChg>
      </pc:sldChg>
      <pc:sldChg chg="modSp add mod">
        <pc:chgData name="Li,Yuting (HP Medicine) BII-CN-S" userId="ce8fbb54-122c-426d-b8da-fdcc5e1b5022" providerId="ADAL" clId="{FCCB495C-C9F7-4597-A6D1-C8B507C368AA}" dt="2023-04-06T13:54:00.964" v="1573" actId="20577"/>
        <pc:sldMkLst>
          <pc:docMk/>
          <pc:sldMk cId="2755039485" sldId="2147471225"/>
        </pc:sldMkLst>
        <pc:graphicFrameChg chg="mod modGraphic">
          <ac:chgData name="Li,Yuting (HP Medicine) BII-CN-S" userId="ce8fbb54-122c-426d-b8da-fdcc5e1b5022" providerId="ADAL" clId="{FCCB495C-C9F7-4597-A6D1-C8B507C368AA}" dt="2023-04-06T13:54:00.964" v="1573" actId="20577"/>
          <ac:graphicFrameMkLst>
            <pc:docMk/>
            <pc:sldMk cId="2755039485" sldId="2147471225"/>
            <ac:graphicFrameMk id="12" creationId="{EE24276D-C300-4706-ACD2-32E108653E2B}"/>
          </ac:graphicFrameMkLst>
        </pc:graphicFrameChg>
      </pc:sldChg>
      <pc:sldChg chg="modSp add mod">
        <pc:chgData name="Li,Yuting (HP Medicine) BII-CN-S" userId="ce8fbb54-122c-426d-b8da-fdcc5e1b5022" providerId="ADAL" clId="{FCCB495C-C9F7-4597-A6D1-C8B507C368AA}" dt="2023-04-06T13:30:17.668" v="1302" actId="20577"/>
        <pc:sldMkLst>
          <pc:docMk/>
          <pc:sldMk cId="1855604625" sldId="2147471228"/>
        </pc:sldMkLst>
        <pc:graphicFrameChg chg="modGraphic">
          <ac:chgData name="Li,Yuting (HP Medicine) BII-CN-S" userId="ce8fbb54-122c-426d-b8da-fdcc5e1b5022" providerId="ADAL" clId="{FCCB495C-C9F7-4597-A6D1-C8B507C368AA}" dt="2023-04-06T13:30:17.668" v="1302" actId="20577"/>
          <ac:graphicFrameMkLst>
            <pc:docMk/>
            <pc:sldMk cId="1855604625" sldId="2147471228"/>
            <ac:graphicFrameMk id="3" creationId="{11AE3040-3184-4C5F-87F2-D328CD8202AC}"/>
          </ac:graphicFrameMkLst>
        </pc:graphicFrameChg>
      </pc:sldChg>
      <pc:sldChg chg="modSp add mod addCm">
        <pc:chgData name="Li,Yuting (HP Medicine) BII-CN-S" userId="ce8fbb54-122c-426d-b8da-fdcc5e1b5022" providerId="ADAL" clId="{FCCB495C-C9F7-4597-A6D1-C8B507C368AA}" dt="2023-04-07T03:50:06.708" v="2167"/>
        <pc:sldMkLst>
          <pc:docMk/>
          <pc:sldMk cId="3520902747" sldId="2147471229"/>
        </pc:sldMkLst>
        <pc:spChg chg="mod">
          <ac:chgData name="Li,Yuting (HP Medicine) BII-CN-S" userId="ce8fbb54-122c-426d-b8da-fdcc5e1b5022" providerId="ADAL" clId="{FCCB495C-C9F7-4597-A6D1-C8B507C368AA}" dt="2023-04-04T02:33:48.301" v="296" actId="20577"/>
          <ac:spMkLst>
            <pc:docMk/>
            <pc:sldMk cId="3520902747" sldId="2147471229"/>
            <ac:spMk id="41" creationId="{80672632-5059-4D01-BB59-096554D9CD3A}"/>
          </ac:spMkLst>
        </pc:spChg>
      </pc:sldChg>
      <pc:sldChg chg="modSp add mod">
        <pc:chgData name="Li,Yuting (HP Medicine) BII-CN-S" userId="ce8fbb54-122c-426d-b8da-fdcc5e1b5022" providerId="ADAL" clId="{FCCB495C-C9F7-4597-A6D1-C8B507C368AA}" dt="2023-04-04T02:40:33.709" v="461" actId="20577"/>
        <pc:sldMkLst>
          <pc:docMk/>
          <pc:sldMk cId="1481600618" sldId="2147471230"/>
        </pc:sldMkLst>
        <pc:spChg chg="mod">
          <ac:chgData name="Li,Yuting (HP Medicine) BII-CN-S" userId="ce8fbb54-122c-426d-b8da-fdcc5e1b5022" providerId="ADAL" clId="{FCCB495C-C9F7-4597-A6D1-C8B507C368AA}" dt="2023-04-04T02:40:33.709" v="461" actId="20577"/>
          <ac:spMkLst>
            <pc:docMk/>
            <pc:sldMk cId="1481600618" sldId="2147471230"/>
            <ac:spMk id="107" creationId="{7DDA071E-5F80-4527-AE47-F1E7B2DC2A5B}"/>
          </ac:spMkLst>
        </pc:spChg>
      </pc:sldChg>
      <pc:sldChg chg="modSp add mod">
        <pc:chgData name="Li,Yuting (HP Medicine) BII-CN-S" userId="ce8fbb54-122c-426d-b8da-fdcc5e1b5022" providerId="ADAL" clId="{FCCB495C-C9F7-4597-A6D1-C8B507C368AA}" dt="2023-04-04T02:45:05.668" v="568" actId="20577"/>
        <pc:sldMkLst>
          <pc:docMk/>
          <pc:sldMk cId="2608092380" sldId="2147471231"/>
        </pc:sldMkLst>
        <pc:spChg chg="mod">
          <ac:chgData name="Li,Yuting (HP Medicine) BII-CN-S" userId="ce8fbb54-122c-426d-b8da-fdcc5e1b5022" providerId="ADAL" clId="{FCCB495C-C9F7-4597-A6D1-C8B507C368AA}" dt="2023-04-04T02:45:05.668" v="568" actId="20577"/>
          <ac:spMkLst>
            <pc:docMk/>
            <pc:sldMk cId="2608092380" sldId="2147471231"/>
            <ac:spMk id="75" creationId="{23E443ED-C91E-4425-963C-DB47A7F0B19C}"/>
          </ac:spMkLst>
        </pc:spChg>
      </pc:sldChg>
      <pc:sldChg chg="modSp add mod">
        <pc:chgData name="Li,Yuting (HP Medicine) BII-CN-S" userId="ce8fbb54-122c-426d-b8da-fdcc5e1b5022" providerId="ADAL" clId="{FCCB495C-C9F7-4597-A6D1-C8B507C368AA}" dt="2023-04-06T13:34:24.777" v="1461" actId="20577"/>
        <pc:sldMkLst>
          <pc:docMk/>
          <pc:sldMk cId="2074525452" sldId="2147471232"/>
        </pc:sldMkLst>
        <pc:spChg chg="mod">
          <ac:chgData name="Li,Yuting (HP Medicine) BII-CN-S" userId="ce8fbb54-122c-426d-b8da-fdcc5e1b5022" providerId="ADAL" clId="{FCCB495C-C9F7-4597-A6D1-C8B507C368AA}" dt="2023-04-06T13:34:24.777" v="1461" actId="20577"/>
          <ac:spMkLst>
            <pc:docMk/>
            <pc:sldMk cId="2074525452" sldId="2147471232"/>
            <ac:spMk id="62" creationId="{8DB07CF5-ABA1-4C9B-A9DA-0E66E05CDEC6}"/>
          </ac:spMkLst>
        </pc:spChg>
      </pc:sldChg>
      <pc:sldChg chg="add">
        <pc:chgData name="Li,Yuting (HP Medicine) BII-CN-S" userId="ce8fbb54-122c-426d-b8da-fdcc5e1b5022" providerId="ADAL" clId="{FCCB495C-C9F7-4597-A6D1-C8B507C368AA}" dt="2023-04-04T02:45:26.342" v="569"/>
        <pc:sldMkLst>
          <pc:docMk/>
          <pc:sldMk cId="2668428287" sldId="2147471233"/>
        </pc:sldMkLst>
      </pc:sldChg>
      <pc:sldChg chg="add">
        <pc:chgData name="Li,Yuting (HP Medicine) BII-CN-S" userId="ce8fbb54-122c-426d-b8da-fdcc5e1b5022" providerId="ADAL" clId="{FCCB495C-C9F7-4597-A6D1-C8B507C368AA}" dt="2023-04-04T03:01:35.520" v="805"/>
        <pc:sldMkLst>
          <pc:docMk/>
          <pc:sldMk cId="1326441350" sldId="2147471234"/>
        </pc:sldMkLst>
      </pc:sldChg>
      <pc:sldChg chg="modSp add mod ord">
        <pc:chgData name="Li,Yuting (HP Medicine) BII-CN-S" userId="ce8fbb54-122c-426d-b8da-fdcc5e1b5022" providerId="ADAL" clId="{FCCB495C-C9F7-4597-A6D1-C8B507C368AA}" dt="2023-04-07T09:15:13.380" v="2184" actId="20577"/>
        <pc:sldMkLst>
          <pc:docMk/>
          <pc:sldMk cId="720579693" sldId="2147471235"/>
        </pc:sldMkLst>
        <pc:spChg chg="mod">
          <ac:chgData name="Li,Yuting (HP Medicine) BII-CN-S" userId="ce8fbb54-122c-426d-b8da-fdcc5e1b5022" providerId="ADAL" clId="{FCCB495C-C9F7-4597-A6D1-C8B507C368AA}" dt="2023-04-07T09:15:13.380" v="2184" actId="20577"/>
          <ac:spMkLst>
            <pc:docMk/>
            <pc:sldMk cId="720579693" sldId="2147471235"/>
            <ac:spMk id="2" creationId="{899E9FD5-14F4-46B5-85BD-4B2D5616E6A9}"/>
          </ac:spMkLst>
        </pc:spChg>
      </pc:sldChg>
      <pc:sldChg chg="modSp add mod">
        <pc:chgData name="Li,Yuting (HP Medicine) BII-CN-S" userId="ce8fbb54-122c-426d-b8da-fdcc5e1b5022" providerId="ADAL" clId="{FCCB495C-C9F7-4597-A6D1-C8B507C368AA}" dt="2023-04-07T09:15:09.097" v="2182" actId="20577"/>
        <pc:sldMkLst>
          <pc:docMk/>
          <pc:sldMk cId="1287201833" sldId="2147471236"/>
        </pc:sldMkLst>
        <pc:spChg chg="mod">
          <ac:chgData name="Li,Yuting (HP Medicine) BII-CN-S" userId="ce8fbb54-122c-426d-b8da-fdcc5e1b5022" providerId="ADAL" clId="{FCCB495C-C9F7-4597-A6D1-C8B507C368AA}" dt="2023-04-07T09:15:09.097" v="2182" actId="20577"/>
          <ac:spMkLst>
            <pc:docMk/>
            <pc:sldMk cId="1287201833" sldId="2147471236"/>
            <ac:spMk id="2" creationId="{899E9FD5-14F4-46B5-85BD-4B2D5616E6A9}"/>
          </ac:spMkLst>
        </pc:spChg>
      </pc:sldChg>
      <pc:sldChg chg="modSp add mod">
        <pc:chgData name="Li,Yuting (HP Medicine) BII-CN-S" userId="ce8fbb54-122c-426d-b8da-fdcc5e1b5022" providerId="ADAL" clId="{FCCB495C-C9F7-4597-A6D1-C8B507C368AA}" dt="2023-04-04T03:18:19.065" v="1099" actId="6549"/>
        <pc:sldMkLst>
          <pc:docMk/>
          <pc:sldMk cId="1813913557" sldId="2147471237"/>
        </pc:sldMkLst>
        <pc:spChg chg="mod">
          <ac:chgData name="Li,Yuting (HP Medicine) BII-CN-S" userId="ce8fbb54-122c-426d-b8da-fdcc5e1b5022" providerId="ADAL" clId="{FCCB495C-C9F7-4597-A6D1-C8B507C368AA}" dt="2023-04-04T03:18:19.065" v="1099" actId="6549"/>
          <ac:spMkLst>
            <pc:docMk/>
            <pc:sldMk cId="1813913557" sldId="2147471237"/>
            <ac:spMk id="111" creationId="{40929094-C8CC-4BCB-B988-FAC9EF24EDE7}"/>
          </ac:spMkLst>
        </pc:spChg>
        <pc:grpChg chg="mod">
          <ac:chgData name="Li,Yuting (HP Medicine) BII-CN-S" userId="ce8fbb54-122c-426d-b8da-fdcc5e1b5022" providerId="ADAL" clId="{FCCB495C-C9F7-4597-A6D1-C8B507C368AA}" dt="2023-04-04T03:10:19.711" v="934" actId="1076"/>
          <ac:grpSpMkLst>
            <pc:docMk/>
            <pc:sldMk cId="1813913557" sldId="2147471237"/>
            <ac:grpSpMk id="94" creationId="{8CA2D186-99EC-466F-9E24-BEA99F2ECDCD}"/>
          </ac:grpSpMkLst>
        </pc:grpChg>
      </pc:sldChg>
      <pc:sldChg chg="add">
        <pc:chgData name="Li,Yuting (HP Medicine) BII-CN-S" userId="ce8fbb54-122c-426d-b8da-fdcc5e1b5022" providerId="ADAL" clId="{FCCB495C-C9F7-4597-A6D1-C8B507C368AA}" dt="2023-04-04T03:10:08.726" v="930"/>
        <pc:sldMkLst>
          <pc:docMk/>
          <pc:sldMk cId="3685012844" sldId="2147471238"/>
        </pc:sldMkLst>
      </pc:sldChg>
      <pc:sldChg chg="add del">
        <pc:chgData name="Li,Yuting (HP Medicine) BII-CN-S" userId="ce8fbb54-122c-426d-b8da-fdcc5e1b5022" providerId="ADAL" clId="{FCCB495C-C9F7-4597-A6D1-C8B507C368AA}" dt="2023-04-04T03:19:25.669" v="1107"/>
        <pc:sldMkLst>
          <pc:docMk/>
          <pc:sldMk cId="303945811" sldId="2147471239"/>
        </pc:sldMkLst>
      </pc:sldChg>
      <pc:sldChg chg="addSp delSp modSp add del mod">
        <pc:chgData name="Li,Yuting (HP Medicine) BII-CN-S" userId="ce8fbb54-122c-426d-b8da-fdcc5e1b5022" providerId="ADAL" clId="{FCCB495C-C9F7-4597-A6D1-C8B507C368AA}" dt="2023-04-04T03:21:47.182" v="1140" actId="207"/>
        <pc:sldMkLst>
          <pc:docMk/>
          <pc:sldMk cId="3038356871" sldId="2147471239"/>
        </pc:sldMkLst>
        <pc:spChg chg="mod">
          <ac:chgData name="Li,Yuting (HP Medicine) BII-CN-S" userId="ce8fbb54-122c-426d-b8da-fdcc5e1b5022" providerId="ADAL" clId="{FCCB495C-C9F7-4597-A6D1-C8B507C368AA}" dt="2023-04-04T03:21:47.182" v="1140" actId="207"/>
          <ac:spMkLst>
            <pc:docMk/>
            <pc:sldMk cId="3038356871" sldId="2147471239"/>
            <ac:spMk id="90" creationId="{9466DE8F-DCCC-4688-AD54-68172F2C8E9F}"/>
          </ac:spMkLst>
        </pc:spChg>
        <pc:spChg chg="add del mod">
          <ac:chgData name="Li,Yuting (HP Medicine) BII-CN-S" userId="ce8fbb54-122c-426d-b8da-fdcc5e1b5022" providerId="ADAL" clId="{FCCB495C-C9F7-4597-A6D1-C8B507C368AA}" dt="2023-04-04T03:21:37.628" v="1138" actId="478"/>
          <ac:spMkLst>
            <pc:docMk/>
            <pc:sldMk cId="3038356871" sldId="2147471239"/>
            <ac:spMk id="93" creationId="{074444A8-AD3D-40F0-8BD6-C387F8586193}"/>
          </ac:spMkLst>
        </pc:spChg>
        <pc:cxnChg chg="add del mod">
          <ac:chgData name="Li,Yuting (HP Medicine) BII-CN-S" userId="ce8fbb54-122c-426d-b8da-fdcc5e1b5022" providerId="ADAL" clId="{FCCB495C-C9F7-4597-A6D1-C8B507C368AA}" dt="2023-04-04T03:21:38.609" v="1139" actId="478"/>
          <ac:cxnSpMkLst>
            <pc:docMk/>
            <pc:sldMk cId="3038356871" sldId="2147471239"/>
            <ac:cxnSpMk id="95" creationId="{177F8BCF-4F97-4C0E-80AD-771480568B2D}"/>
          </ac:cxnSpMkLst>
        </pc:cxnChg>
      </pc:sldChg>
    </pc:docChg>
  </pc:docChgLst>
  <pc:docChgLst>
    <pc:chgData name="Lu,Yixin (MED CD&amp;O) BII-CN-S" userId="6055c963-f18b-4b43-9f26-62c3b4c5f854" providerId="ADAL" clId="{D5FC0327-16D5-4EB3-83E7-2F117EDB3202}"/>
    <pc:docChg chg="custSel modSld">
      <pc:chgData name="Lu,Yixin (MED CD&amp;O) BII-CN-S" userId="6055c963-f18b-4b43-9f26-62c3b4c5f854" providerId="ADAL" clId="{D5FC0327-16D5-4EB3-83E7-2F117EDB3202}" dt="2024-01-10T02:12:16.154" v="45" actId="20577"/>
      <pc:docMkLst>
        <pc:docMk/>
      </pc:docMkLst>
      <pc:sldChg chg="modSp mod">
        <pc:chgData name="Lu,Yixin (MED CD&amp;O) BII-CN-S" userId="6055c963-f18b-4b43-9f26-62c3b4c5f854" providerId="ADAL" clId="{D5FC0327-16D5-4EB3-83E7-2F117EDB3202}" dt="2024-01-10T02:05:55.468" v="21" actId="20577"/>
        <pc:sldMkLst>
          <pc:docMk/>
          <pc:sldMk cId="4064854266" sldId="2145705817"/>
        </pc:sldMkLst>
        <pc:spChg chg="mod">
          <ac:chgData name="Lu,Yixin (MED CD&amp;O) BII-CN-S" userId="6055c963-f18b-4b43-9f26-62c3b4c5f854" providerId="ADAL" clId="{D5FC0327-16D5-4EB3-83E7-2F117EDB3202}" dt="2024-01-10T02:05:55.468" v="21" actId="20577"/>
          <ac:spMkLst>
            <pc:docMk/>
            <pc:sldMk cId="4064854266" sldId="2145705817"/>
            <ac:spMk id="8" creationId="{7867D6EB-FB6D-CD8E-1EAB-2C7733796DE0}"/>
          </ac:spMkLst>
        </pc:spChg>
      </pc:sldChg>
      <pc:sldChg chg="modSp mod addCm">
        <pc:chgData name="Lu,Yixin (MED CD&amp;O) BII-CN-S" userId="6055c963-f18b-4b43-9f26-62c3b4c5f854" providerId="ADAL" clId="{D5FC0327-16D5-4EB3-83E7-2F117EDB3202}" dt="2024-01-10T02:05:33.009" v="19" actId="1589"/>
        <pc:sldMkLst>
          <pc:docMk/>
          <pc:sldMk cId="1730592404" sldId="2147481329"/>
        </pc:sldMkLst>
        <pc:graphicFrameChg chg="modGraphic">
          <ac:chgData name="Lu,Yixin (MED CD&amp;O) BII-CN-S" userId="6055c963-f18b-4b43-9f26-62c3b4c5f854" providerId="ADAL" clId="{D5FC0327-16D5-4EB3-83E7-2F117EDB3202}" dt="2024-01-10T02:05:07.915" v="18" actId="20577"/>
          <ac:graphicFrameMkLst>
            <pc:docMk/>
            <pc:sldMk cId="1730592404" sldId="2147481329"/>
            <ac:graphicFrameMk id="10" creationId="{22408AE6-219A-DD2E-0F65-8778054FE972}"/>
          </ac:graphicFrameMkLst>
        </pc:graphicFrameChg>
      </pc:sldChg>
      <pc:sldChg chg="modSp mod">
        <pc:chgData name="Lu,Yixin (MED CD&amp;O) BII-CN-S" userId="6055c963-f18b-4b43-9f26-62c3b4c5f854" providerId="ADAL" clId="{D5FC0327-16D5-4EB3-83E7-2F117EDB3202}" dt="2024-01-10T02:12:16.154" v="45" actId="20577"/>
        <pc:sldMkLst>
          <pc:docMk/>
          <pc:sldMk cId="2102404303" sldId="2147481346"/>
        </pc:sldMkLst>
        <pc:spChg chg="mod">
          <ac:chgData name="Lu,Yixin (MED CD&amp;O) BII-CN-S" userId="6055c963-f18b-4b43-9f26-62c3b4c5f854" providerId="ADAL" clId="{D5FC0327-16D5-4EB3-83E7-2F117EDB3202}" dt="2024-01-10T02:05:59.860" v="23" actId="20577"/>
          <ac:spMkLst>
            <pc:docMk/>
            <pc:sldMk cId="2102404303" sldId="2147481346"/>
            <ac:spMk id="8" creationId="{7867D6EB-FB6D-CD8E-1EAB-2C7733796DE0}"/>
          </ac:spMkLst>
        </pc:spChg>
        <pc:graphicFrameChg chg="mod modGraphic">
          <ac:chgData name="Lu,Yixin (MED CD&amp;O) BII-CN-S" userId="6055c963-f18b-4b43-9f26-62c3b4c5f854" providerId="ADAL" clId="{D5FC0327-16D5-4EB3-83E7-2F117EDB3202}" dt="2024-01-10T02:12:16.154" v="45" actId="20577"/>
          <ac:graphicFrameMkLst>
            <pc:docMk/>
            <pc:sldMk cId="2102404303" sldId="2147481346"/>
            <ac:graphicFrameMk id="13" creationId="{A60C003A-3148-0443-7756-5B6AB9666BD0}"/>
          </ac:graphicFrameMkLst>
        </pc:graphicFrameChg>
      </pc:sldChg>
    </pc:docChg>
  </pc:docChgLst>
  <pc:docChgLst>
    <pc:chgData name="Yuting" userId="ce8fbb54-122c-426d-b8da-fdcc5e1b5022" providerId="ADAL" clId="{B0D6BC60-851E-4E76-8621-0DF043D186FA}"/>
    <pc:docChg chg="undo redo custSel addSld delSld modSld">
      <pc:chgData name="Yuting" userId="ce8fbb54-122c-426d-b8da-fdcc5e1b5022" providerId="ADAL" clId="{B0D6BC60-851E-4E76-8621-0DF043D186FA}" dt="2022-09-30T09:24:00.744" v="4436" actId="113"/>
      <pc:docMkLst>
        <pc:docMk/>
      </pc:docMkLst>
      <pc:sldChg chg="modSp mod">
        <pc:chgData name="Yuting" userId="ce8fbb54-122c-426d-b8da-fdcc5e1b5022" providerId="ADAL" clId="{B0D6BC60-851E-4E76-8621-0DF043D186FA}" dt="2022-09-29T01:43:06.496" v="12" actId="20577"/>
        <pc:sldMkLst>
          <pc:docMk/>
          <pc:sldMk cId="64439630" sldId="6601"/>
        </pc:sldMkLst>
        <pc:spChg chg="mod">
          <ac:chgData name="Yuting" userId="ce8fbb54-122c-426d-b8da-fdcc5e1b5022" providerId="ADAL" clId="{B0D6BC60-851E-4E76-8621-0DF043D186FA}" dt="2022-09-29T01:43:06.496" v="12" actId="20577"/>
          <ac:spMkLst>
            <pc:docMk/>
            <pc:sldMk cId="64439630" sldId="6601"/>
            <ac:spMk id="5" creationId="{00000000-0000-0000-0000-000000000000}"/>
          </ac:spMkLst>
        </pc:spChg>
      </pc:sldChg>
      <pc:sldChg chg="addSp modSp mod">
        <pc:chgData name="Yuting" userId="ce8fbb54-122c-426d-b8da-fdcc5e1b5022" providerId="ADAL" clId="{B0D6BC60-851E-4E76-8621-0DF043D186FA}" dt="2022-09-29T03:06:28.908" v="2149" actId="1076"/>
        <pc:sldMkLst>
          <pc:docMk/>
          <pc:sldMk cId="3859353500" sldId="9412"/>
        </pc:sldMkLst>
        <pc:spChg chg="mod">
          <ac:chgData name="Yuting" userId="ce8fbb54-122c-426d-b8da-fdcc5e1b5022" providerId="ADAL" clId="{B0D6BC60-851E-4E76-8621-0DF043D186FA}" dt="2022-09-29T02:56:31.086" v="2016" actId="20577"/>
          <ac:spMkLst>
            <pc:docMk/>
            <pc:sldMk cId="3859353500" sldId="9412"/>
            <ac:spMk id="2" creationId="{26AFAD3C-C36C-44D6-BCE6-B69D3C58C171}"/>
          </ac:spMkLst>
        </pc:spChg>
        <pc:spChg chg="mod">
          <ac:chgData name="Yuting" userId="ce8fbb54-122c-426d-b8da-fdcc5e1b5022" providerId="ADAL" clId="{B0D6BC60-851E-4E76-8621-0DF043D186FA}" dt="2022-09-29T03:03:27.146" v="2086" actId="20577"/>
          <ac:spMkLst>
            <pc:docMk/>
            <pc:sldMk cId="3859353500" sldId="9412"/>
            <ac:spMk id="10" creationId="{055147EE-1DDC-4042-8C5A-0FDD781BEC93}"/>
          </ac:spMkLst>
        </pc:spChg>
        <pc:spChg chg="mod">
          <ac:chgData name="Yuting" userId="ce8fbb54-122c-426d-b8da-fdcc5e1b5022" providerId="ADAL" clId="{B0D6BC60-851E-4E76-8621-0DF043D186FA}" dt="2022-09-29T03:02:27.547" v="2077" actId="1076"/>
          <ac:spMkLst>
            <pc:docMk/>
            <pc:sldMk cId="3859353500" sldId="9412"/>
            <ac:spMk id="13" creationId="{5554A5C3-8DC1-4710-AED7-7D8D32CD2E6C}"/>
          </ac:spMkLst>
        </pc:spChg>
        <pc:spChg chg="mod">
          <ac:chgData name="Yuting" userId="ce8fbb54-122c-426d-b8da-fdcc5e1b5022" providerId="ADAL" clId="{B0D6BC60-851E-4E76-8621-0DF043D186FA}" dt="2022-09-29T03:02:35.715" v="2078" actId="1076"/>
          <ac:spMkLst>
            <pc:docMk/>
            <pc:sldMk cId="3859353500" sldId="9412"/>
            <ac:spMk id="15" creationId="{7045298C-8CC1-4916-97F5-5EE799AEB374}"/>
          </ac:spMkLst>
        </pc:spChg>
        <pc:spChg chg="mod">
          <ac:chgData name="Yuting" userId="ce8fbb54-122c-426d-b8da-fdcc5e1b5022" providerId="ADAL" clId="{B0D6BC60-851E-4E76-8621-0DF043D186FA}" dt="2022-09-29T03:02:48.112" v="2079" actId="1076"/>
          <ac:spMkLst>
            <pc:docMk/>
            <pc:sldMk cId="3859353500" sldId="9412"/>
            <ac:spMk id="16" creationId="{C68CB359-2E62-4F02-9FE7-3084B23C64E4}"/>
          </ac:spMkLst>
        </pc:spChg>
        <pc:spChg chg="add mod">
          <ac:chgData name="Yuting" userId="ce8fbb54-122c-426d-b8da-fdcc5e1b5022" providerId="ADAL" clId="{B0D6BC60-851E-4E76-8621-0DF043D186FA}" dt="2022-09-29T03:06:28.908" v="2149" actId="1076"/>
          <ac:spMkLst>
            <pc:docMk/>
            <pc:sldMk cId="3859353500" sldId="9412"/>
            <ac:spMk id="18" creationId="{252C3DCA-09C6-4020-AFE9-3251A888B6A5}"/>
          </ac:spMkLst>
        </pc:spChg>
        <pc:grpChg chg="mod">
          <ac:chgData name="Yuting" userId="ce8fbb54-122c-426d-b8da-fdcc5e1b5022" providerId="ADAL" clId="{B0D6BC60-851E-4E76-8621-0DF043D186FA}" dt="2022-09-29T03:02:10.199" v="2050" actId="1035"/>
          <ac:grpSpMkLst>
            <pc:docMk/>
            <pc:sldMk cId="3859353500" sldId="9412"/>
            <ac:grpSpMk id="3" creationId="{03404E82-F61E-4AA2-9B30-EE3C6606068C}"/>
          </ac:grpSpMkLst>
        </pc:grpChg>
        <pc:grpChg chg="mod">
          <ac:chgData name="Yuting" userId="ce8fbb54-122c-426d-b8da-fdcc5e1b5022" providerId="ADAL" clId="{B0D6BC60-851E-4E76-8621-0DF043D186FA}" dt="2022-09-29T03:02:21.978" v="2076" actId="1035"/>
          <ac:grpSpMkLst>
            <pc:docMk/>
            <pc:sldMk cId="3859353500" sldId="9412"/>
            <ac:grpSpMk id="8" creationId="{31A592F9-ED5F-4525-9300-E7A431ED7500}"/>
          </ac:grpSpMkLst>
        </pc:grpChg>
      </pc:sldChg>
      <pc:sldChg chg="add del">
        <pc:chgData name="Yuting" userId="ce8fbb54-122c-426d-b8da-fdcc5e1b5022" providerId="ADAL" clId="{B0D6BC60-851E-4E76-8621-0DF043D186FA}" dt="2022-09-29T03:07:39.150" v="2151"/>
        <pc:sldMkLst>
          <pc:docMk/>
          <pc:sldMk cId="1076526949" sldId="9436"/>
        </pc:sldMkLst>
      </pc:sldChg>
      <pc:sldChg chg="del">
        <pc:chgData name="Yuting" userId="ce8fbb54-122c-426d-b8da-fdcc5e1b5022" providerId="ADAL" clId="{B0D6BC60-851E-4E76-8621-0DF043D186FA}" dt="2022-09-29T01:43:46.698" v="15" actId="47"/>
        <pc:sldMkLst>
          <pc:docMk/>
          <pc:sldMk cId="1001967075" sldId="2147377159"/>
        </pc:sldMkLst>
      </pc:sldChg>
      <pc:sldChg chg="del">
        <pc:chgData name="Yuting" userId="ce8fbb54-122c-426d-b8da-fdcc5e1b5022" providerId="ADAL" clId="{B0D6BC60-851E-4E76-8621-0DF043D186FA}" dt="2022-09-29T01:42:56.145" v="0" actId="47"/>
        <pc:sldMkLst>
          <pc:docMk/>
          <pc:sldMk cId="3766878403" sldId="2147377162"/>
        </pc:sldMkLst>
      </pc:sldChg>
      <pc:sldChg chg="del">
        <pc:chgData name="Yuting" userId="ce8fbb54-122c-426d-b8da-fdcc5e1b5022" providerId="ADAL" clId="{B0D6BC60-851E-4E76-8621-0DF043D186FA}" dt="2022-09-29T06:57:21.724" v="4008" actId="47"/>
        <pc:sldMkLst>
          <pc:docMk/>
          <pc:sldMk cId="3074215225" sldId="2147377179"/>
        </pc:sldMkLst>
      </pc:sldChg>
      <pc:sldChg chg="del">
        <pc:chgData name="Yuting" userId="ce8fbb54-122c-426d-b8da-fdcc5e1b5022" providerId="ADAL" clId="{B0D6BC60-851E-4E76-8621-0DF043D186FA}" dt="2022-09-29T03:08:38.220" v="2162" actId="47"/>
        <pc:sldMkLst>
          <pc:docMk/>
          <pc:sldMk cId="2725685857" sldId="2147377212"/>
        </pc:sldMkLst>
      </pc:sldChg>
      <pc:sldChg chg="del">
        <pc:chgData name="Yuting" userId="ce8fbb54-122c-426d-b8da-fdcc5e1b5022" providerId="ADAL" clId="{B0D6BC60-851E-4E76-8621-0DF043D186FA}" dt="2022-09-29T06:57:24.188" v="4009" actId="47"/>
        <pc:sldMkLst>
          <pc:docMk/>
          <pc:sldMk cId="1066976053" sldId="2147377257"/>
        </pc:sldMkLst>
      </pc:sldChg>
      <pc:sldChg chg="del">
        <pc:chgData name="Yuting" userId="ce8fbb54-122c-426d-b8da-fdcc5e1b5022" providerId="ADAL" clId="{B0D6BC60-851E-4E76-8621-0DF043D186FA}" dt="2022-09-29T01:43:45.709" v="14" actId="47"/>
        <pc:sldMkLst>
          <pc:docMk/>
          <pc:sldMk cId="2334302692" sldId="2147377262"/>
        </pc:sldMkLst>
      </pc:sldChg>
      <pc:sldChg chg="del">
        <pc:chgData name="Yuting" userId="ce8fbb54-122c-426d-b8da-fdcc5e1b5022" providerId="ADAL" clId="{B0D6BC60-851E-4E76-8621-0DF043D186FA}" dt="2022-09-29T01:44:06.110" v="17" actId="47"/>
        <pc:sldMkLst>
          <pc:docMk/>
          <pc:sldMk cId="2654846512" sldId="2147377280"/>
        </pc:sldMkLst>
      </pc:sldChg>
      <pc:sldChg chg="del">
        <pc:chgData name="Yuting" userId="ce8fbb54-122c-426d-b8da-fdcc5e1b5022" providerId="ADAL" clId="{B0D6BC60-851E-4E76-8621-0DF043D186FA}" dt="2022-09-29T02:01:39.953" v="417" actId="47"/>
        <pc:sldMkLst>
          <pc:docMk/>
          <pc:sldMk cId="779076496" sldId="2147377281"/>
        </pc:sldMkLst>
      </pc:sldChg>
      <pc:sldChg chg="del">
        <pc:chgData name="Yuting" userId="ce8fbb54-122c-426d-b8da-fdcc5e1b5022" providerId="ADAL" clId="{B0D6BC60-851E-4E76-8621-0DF043D186FA}" dt="2022-09-29T02:01:59.924" v="419" actId="47"/>
        <pc:sldMkLst>
          <pc:docMk/>
          <pc:sldMk cId="2159026764" sldId="2147377282"/>
        </pc:sldMkLst>
      </pc:sldChg>
      <pc:sldChg chg="del">
        <pc:chgData name="Yuting" userId="ce8fbb54-122c-426d-b8da-fdcc5e1b5022" providerId="ADAL" clId="{B0D6BC60-851E-4E76-8621-0DF043D186FA}" dt="2022-09-29T02:02:00.907" v="420" actId="47"/>
        <pc:sldMkLst>
          <pc:docMk/>
          <pc:sldMk cId="2444892830" sldId="2147377283"/>
        </pc:sldMkLst>
      </pc:sldChg>
      <pc:sldChg chg="del">
        <pc:chgData name="Yuting" userId="ce8fbb54-122c-426d-b8da-fdcc5e1b5022" providerId="ADAL" clId="{B0D6BC60-851E-4E76-8621-0DF043D186FA}" dt="2022-09-29T02:05:14.546" v="474" actId="47"/>
        <pc:sldMkLst>
          <pc:docMk/>
          <pc:sldMk cId="3687726199" sldId="2147377284"/>
        </pc:sldMkLst>
      </pc:sldChg>
      <pc:sldChg chg="del">
        <pc:chgData name="Yuting" userId="ce8fbb54-122c-426d-b8da-fdcc5e1b5022" providerId="ADAL" clId="{B0D6BC60-851E-4E76-8621-0DF043D186FA}" dt="2022-09-29T02:09:08.314" v="762" actId="47"/>
        <pc:sldMkLst>
          <pc:docMk/>
          <pc:sldMk cId="508902223" sldId="2147377285"/>
        </pc:sldMkLst>
      </pc:sldChg>
      <pc:sldChg chg="del">
        <pc:chgData name="Yuting" userId="ce8fbb54-122c-426d-b8da-fdcc5e1b5022" providerId="ADAL" clId="{B0D6BC60-851E-4E76-8621-0DF043D186FA}" dt="2022-09-29T02:16:47.672" v="825" actId="47"/>
        <pc:sldMkLst>
          <pc:docMk/>
          <pc:sldMk cId="1669717787" sldId="2147377286"/>
        </pc:sldMkLst>
      </pc:sldChg>
      <pc:sldChg chg="modSp mod">
        <pc:chgData name="Yuting" userId="ce8fbb54-122c-426d-b8da-fdcc5e1b5022" providerId="ADAL" clId="{B0D6BC60-851E-4E76-8621-0DF043D186FA}" dt="2022-09-29T03:08:31.438" v="2160" actId="1076"/>
        <pc:sldMkLst>
          <pc:docMk/>
          <pc:sldMk cId="2295491106" sldId="2147377288"/>
        </pc:sldMkLst>
        <pc:spChg chg="mod">
          <ac:chgData name="Yuting" userId="ce8fbb54-122c-426d-b8da-fdcc5e1b5022" providerId="ADAL" clId="{B0D6BC60-851E-4E76-8621-0DF043D186FA}" dt="2022-09-29T03:08:28.982" v="2159" actId="1076"/>
          <ac:spMkLst>
            <pc:docMk/>
            <pc:sldMk cId="2295491106" sldId="2147377288"/>
            <ac:spMk id="29" creationId="{9224C17E-1AA1-4096-A3FD-25D6FD8BA444}"/>
          </ac:spMkLst>
        </pc:spChg>
        <pc:spChg chg="mod">
          <ac:chgData name="Yuting" userId="ce8fbb54-122c-426d-b8da-fdcc5e1b5022" providerId="ADAL" clId="{B0D6BC60-851E-4E76-8621-0DF043D186FA}" dt="2022-09-29T03:08:23.296" v="2158" actId="6549"/>
          <ac:spMkLst>
            <pc:docMk/>
            <pc:sldMk cId="2295491106" sldId="2147377288"/>
            <ac:spMk id="52" creationId="{C37AB0AB-396A-4A09-A640-7C9D33588A3C}"/>
          </ac:spMkLst>
        </pc:spChg>
        <pc:cxnChg chg="mod">
          <ac:chgData name="Yuting" userId="ce8fbb54-122c-426d-b8da-fdcc5e1b5022" providerId="ADAL" clId="{B0D6BC60-851E-4E76-8621-0DF043D186FA}" dt="2022-09-29T03:08:31.438" v="2160" actId="1076"/>
          <ac:cxnSpMkLst>
            <pc:docMk/>
            <pc:sldMk cId="2295491106" sldId="2147377288"/>
            <ac:cxnSpMk id="28" creationId="{9C165100-0114-4167-8FF0-BFF01B293D04}"/>
          </ac:cxnSpMkLst>
        </pc:cxnChg>
      </pc:sldChg>
      <pc:sldChg chg="add del">
        <pc:chgData name="Yuting" userId="ce8fbb54-122c-426d-b8da-fdcc5e1b5022" providerId="ADAL" clId="{B0D6BC60-851E-4E76-8621-0DF043D186FA}" dt="2022-09-29T03:09:22.681" v="2167" actId="47"/>
        <pc:sldMkLst>
          <pc:docMk/>
          <pc:sldMk cId="2945983659" sldId="2147377289"/>
        </pc:sldMkLst>
      </pc:sldChg>
      <pc:sldChg chg="del">
        <pc:chgData name="Yuting" userId="ce8fbb54-122c-426d-b8da-fdcc5e1b5022" providerId="ADAL" clId="{B0D6BC60-851E-4E76-8621-0DF043D186FA}" dt="2022-09-29T04:16:00.778" v="2371" actId="47"/>
        <pc:sldMkLst>
          <pc:docMk/>
          <pc:sldMk cId="733502872" sldId="2147377290"/>
        </pc:sldMkLst>
      </pc:sldChg>
      <pc:sldChg chg="modSp mod">
        <pc:chgData name="Yuting" userId="ce8fbb54-122c-426d-b8da-fdcc5e1b5022" providerId="ADAL" clId="{B0D6BC60-851E-4E76-8621-0DF043D186FA}" dt="2022-09-29T06:56:30.801" v="4007" actId="14100"/>
        <pc:sldMkLst>
          <pc:docMk/>
          <pc:sldMk cId="3639130434" sldId="2147377294"/>
        </pc:sldMkLst>
        <pc:spChg chg="mod">
          <ac:chgData name="Yuting" userId="ce8fbb54-122c-426d-b8da-fdcc5e1b5022" providerId="ADAL" clId="{B0D6BC60-851E-4E76-8621-0DF043D186FA}" dt="2022-09-29T06:49:30.174" v="3523" actId="1035"/>
          <ac:spMkLst>
            <pc:docMk/>
            <pc:sldMk cId="3639130434" sldId="2147377294"/>
            <ac:spMk id="67" creationId="{91974D9D-A93D-4138-B4F5-14B83E9DE45F}"/>
          </ac:spMkLst>
        </pc:spChg>
        <pc:spChg chg="mod">
          <ac:chgData name="Yuting" userId="ce8fbb54-122c-426d-b8da-fdcc5e1b5022" providerId="ADAL" clId="{B0D6BC60-851E-4E76-8621-0DF043D186FA}" dt="2022-09-29T06:49:30.174" v="3523" actId="1035"/>
          <ac:spMkLst>
            <pc:docMk/>
            <pc:sldMk cId="3639130434" sldId="2147377294"/>
            <ac:spMk id="73" creationId="{8DB81F6E-058E-4407-9718-CC3C19BF1A4F}"/>
          </ac:spMkLst>
        </pc:spChg>
        <pc:spChg chg="mod">
          <ac:chgData name="Yuting" userId="ce8fbb54-122c-426d-b8da-fdcc5e1b5022" providerId="ADAL" clId="{B0D6BC60-851E-4E76-8621-0DF043D186FA}" dt="2022-09-29T06:49:30.174" v="3523" actId="1035"/>
          <ac:spMkLst>
            <pc:docMk/>
            <pc:sldMk cId="3639130434" sldId="2147377294"/>
            <ac:spMk id="74" creationId="{09757339-FB64-4FE3-B3F8-D62913619651}"/>
          </ac:spMkLst>
        </pc:spChg>
        <pc:spChg chg="mod">
          <ac:chgData name="Yuting" userId="ce8fbb54-122c-426d-b8da-fdcc5e1b5022" providerId="ADAL" clId="{B0D6BC60-851E-4E76-8621-0DF043D186FA}" dt="2022-09-29T06:49:35.111" v="3524" actId="1076"/>
          <ac:spMkLst>
            <pc:docMk/>
            <pc:sldMk cId="3639130434" sldId="2147377294"/>
            <ac:spMk id="75" creationId="{F8DB0387-0155-47EB-9556-44C1C5A7E1C9}"/>
          </ac:spMkLst>
        </pc:spChg>
        <pc:spChg chg="mod">
          <ac:chgData name="Yuting" userId="ce8fbb54-122c-426d-b8da-fdcc5e1b5022" providerId="ADAL" clId="{B0D6BC60-851E-4E76-8621-0DF043D186FA}" dt="2022-09-29T06:49:30.174" v="3523" actId="1035"/>
          <ac:spMkLst>
            <pc:docMk/>
            <pc:sldMk cId="3639130434" sldId="2147377294"/>
            <ac:spMk id="76" creationId="{9B9DE7A4-6B10-4642-A68C-F1D62E095891}"/>
          </ac:spMkLst>
        </pc:spChg>
        <pc:spChg chg="mod">
          <ac:chgData name="Yuting" userId="ce8fbb54-122c-426d-b8da-fdcc5e1b5022" providerId="ADAL" clId="{B0D6BC60-851E-4E76-8621-0DF043D186FA}" dt="2022-09-29T06:49:30.174" v="3523" actId="1035"/>
          <ac:spMkLst>
            <pc:docMk/>
            <pc:sldMk cId="3639130434" sldId="2147377294"/>
            <ac:spMk id="77" creationId="{0DA3DF2D-D0D9-4772-84D6-48F9BF8287AC}"/>
          </ac:spMkLst>
        </pc:spChg>
        <pc:spChg chg="mod">
          <ac:chgData name="Yuting" userId="ce8fbb54-122c-426d-b8da-fdcc5e1b5022" providerId="ADAL" clId="{B0D6BC60-851E-4E76-8621-0DF043D186FA}" dt="2022-09-29T06:49:30.174" v="3523" actId="1035"/>
          <ac:spMkLst>
            <pc:docMk/>
            <pc:sldMk cId="3639130434" sldId="2147377294"/>
            <ac:spMk id="78" creationId="{65E9E9F2-DFAC-4319-B2D7-8F54FAB3AAB7}"/>
          </ac:spMkLst>
        </pc:spChg>
        <pc:spChg chg="mod">
          <ac:chgData name="Yuting" userId="ce8fbb54-122c-426d-b8da-fdcc5e1b5022" providerId="ADAL" clId="{B0D6BC60-851E-4E76-8621-0DF043D186FA}" dt="2022-09-29T06:49:30.174" v="3523" actId="1035"/>
          <ac:spMkLst>
            <pc:docMk/>
            <pc:sldMk cId="3639130434" sldId="2147377294"/>
            <ac:spMk id="80" creationId="{5CB93D55-4B2E-4A2B-944E-9AE32FE4A98D}"/>
          </ac:spMkLst>
        </pc:spChg>
        <pc:spChg chg="mod">
          <ac:chgData name="Yuting" userId="ce8fbb54-122c-426d-b8da-fdcc5e1b5022" providerId="ADAL" clId="{B0D6BC60-851E-4E76-8621-0DF043D186FA}" dt="2022-09-29T06:49:30.174" v="3523" actId="1035"/>
          <ac:spMkLst>
            <pc:docMk/>
            <pc:sldMk cId="3639130434" sldId="2147377294"/>
            <ac:spMk id="81" creationId="{F10BB8CE-599D-48A6-9495-FAF7129E3BA5}"/>
          </ac:spMkLst>
        </pc:spChg>
        <pc:spChg chg="mod">
          <ac:chgData name="Yuting" userId="ce8fbb54-122c-426d-b8da-fdcc5e1b5022" providerId="ADAL" clId="{B0D6BC60-851E-4E76-8621-0DF043D186FA}" dt="2022-09-29T06:49:30.174" v="3523" actId="1035"/>
          <ac:spMkLst>
            <pc:docMk/>
            <pc:sldMk cId="3639130434" sldId="2147377294"/>
            <ac:spMk id="82" creationId="{696789EA-6A8D-4234-AD57-B5AA6DF6DE34}"/>
          </ac:spMkLst>
        </pc:spChg>
        <pc:spChg chg="mod">
          <ac:chgData name="Yuting" userId="ce8fbb54-122c-426d-b8da-fdcc5e1b5022" providerId="ADAL" clId="{B0D6BC60-851E-4E76-8621-0DF043D186FA}" dt="2022-09-29T06:49:30.174" v="3523" actId="1035"/>
          <ac:spMkLst>
            <pc:docMk/>
            <pc:sldMk cId="3639130434" sldId="2147377294"/>
            <ac:spMk id="84" creationId="{52D8618E-FE15-468C-ABC2-99BF6154866D}"/>
          </ac:spMkLst>
        </pc:spChg>
        <pc:spChg chg="mod">
          <ac:chgData name="Yuting" userId="ce8fbb54-122c-426d-b8da-fdcc5e1b5022" providerId="ADAL" clId="{B0D6BC60-851E-4E76-8621-0DF043D186FA}" dt="2022-09-29T06:49:30.174" v="3523" actId="1035"/>
          <ac:spMkLst>
            <pc:docMk/>
            <pc:sldMk cId="3639130434" sldId="2147377294"/>
            <ac:spMk id="85" creationId="{5AC68164-03D3-4B4E-B30A-CC584C7AF647}"/>
          </ac:spMkLst>
        </pc:spChg>
        <pc:spChg chg="mod">
          <ac:chgData name="Yuting" userId="ce8fbb54-122c-426d-b8da-fdcc5e1b5022" providerId="ADAL" clId="{B0D6BC60-851E-4E76-8621-0DF043D186FA}" dt="2022-09-29T06:56:30.801" v="4007" actId="14100"/>
          <ac:spMkLst>
            <pc:docMk/>
            <pc:sldMk cId="3639130434" sldId="2147377294"/>
            <ac:spMk id="90" creationId="{9466DE8F-DCCC-4688-AD54-68172F2C8E9F}"/>
          </ac:spMkLst>
        </pc:spChg>
        <pc:spChg chg="mod">
          <ac:chgData name="Yuting" userId="ce8fbb54-122c-426d-b8da-fdcc5e1b5022" providerId="ADAL" clId="{B0D6BC60-851E-4E76-8621-0DF043D186FA}" dt="2022-09-29T06:41:57.429" v="3284" actId="20577"/>
          <ac:spMkLst>
            <pc:docMk/>
            <pc:sldMk cId="3639130434" sldId="2147377294"/>
            <ac:spMk id="171" creationId="{5DF7619E-8037-4119-9490-E9399FFC5DFC}"/>
          </ac:spMkLst>
        </pc:spChg>
        <pc:picChg chg="mod">
          <ac:chgData name="Yuting" userId="ce8fbb54-122c-426d-b8da-fdcc5e1b5022" providerId="ADAL" clId="{B0D6BC60-851E-4E76-8621-0DF043D186FA}" dt="2022-09-29T06:49:30.174" v="3523" actId="1035"/>
          <ac:picMkLst>
            <pc:docMk/>
            <pc:sldMk cId="3639130434" sldId="2147377294"/>
            <ac:picMk id="176" creationId="{87B94F19-31D5-482E-82CA-76656F8C4A0E}"/>
          </ac:picMkLst>
        </pc:picChg>
        <pc:cxnChg chg="mod">
          <ac:chgData name="Yuting" userId="ce8fbb54-122c-426d-b8da-fdcc5e1b5022" providerId="ADAL" clId="{B0D6BC60-851E-4E76-8621-0DF043D186FA}" dt="2022-09-29T06:49:30.174" v="3523" actId="1035"/>
          <ac:cxnSpMkLst>
            <pc:docMk/>
            <pc:sldMk cId="3639130434" sldId="2147377294"/>
            <ac:cxnSpMk id="79" creationId="{EF2DEDA1-5D42-4DEC-85C9-8AAAA3FA0A9A}"/>
          </ac:cxnSpMkLst>
        </pc:cxnChg>
      </pc:sldChg>
      <pc:sldChg chg="add">
        <pc:chgData name="Yuting" userId="ce8fbb54-122c-426d-b8da-fdcc5e1b5022" providerId="ADAL" clId="{B0D6BC60-851E-4E76-8621-0DF043D186FA}" dt="2022-09-29T01:43:43.208" v="13"/>
        <pc:sldMkLst>
          <pc:docMk/>
          <pc:sldMk cId="2876164168" sldId="2147377296"/>
        </pc:sldMkLst>
      </pc:sldChg>
      <pc:sldChg chg="add">
        <pc:chgData name="Yuting" userId="ce8fbb54-122c-426d-b8da-fdcc5e1b5022" providerId="ADAL" clId="{B0D6BC60-851E-4E76-8621-0DF043D186FA}" dt="2022-09-29T01:43:43.208" v="13"/>
        <pc:sldMkLst>
          <pc:docMk/>
          <pc:sldMk cId="3191557910" sldId="2147377304"/>
        </pc:sldMkLst>
      </pc:sldChg>
      <pc:sldChg chg="modSp add mod">
        <pc:chgData name="Yuting" userId="ce8fbb54-122c-426d-b8da-fdcc5e1b5022" providerId="ADAL" clId="{B0D6BC60-851E-4E76-8621-0DF043D186FA}" dt="2022-09-29T07:25:13.437" v="4077" actId="20577"/>
        <pc:sldMkLst>
          <pc:docMk/>
          <pc:sldMk cId="1238319318" sldId="2147377305"/>
        </pc:sldMkLst>
        <pc:spChg chg="mod">
          <ac:chgData name="Yuting" userId="ce8fbb54-122c-426d-b8da-fdcc5e1b5022" providerId="ADAL" clId="{B0D6BC60-851E-4E76-8621-0DF043D186FA}" dt="2022-09-29T02:01:04.370" v="415" actId="1076"/>
          <ac:spMkLst>
            <pc:docMk/>
            <pc:sldMk cId="1238319318" sldId="2147377305"/>
            <ac:spMk id="178" creationId="{C8A141E8-3A7E-477A-B6F1-59F3BCA948DD}"/>
          </ac:spMkLst>
        </pc:spChg>
        <pc:spChg chg="mod">
          <ac:chgData name="Yuting" userId="ce8fbb54-122c-426d-b8da-fdcc5e1b5022" providerId="ADAL" clId="{B0D6BC60-851E-4E76-8621-0DF043D186FA}" dt="2022-09-29T07:25:13.437" v="4077" actId="20577"/>
          <ac:spMkLst>
            <pc:docMk/>
            <pc:sldMk cId="1238319318" sldId="2147377305"/>
            <ac:spMk id="179" creationId="{76B2B073-55B9-489E-9DB2-DE54D32D033F}"/>
          </ac:spMkLst>
        </pc:spChg>
        <pc:grpChg chg="mod">
          <ac:chgData name="Yuting" userId="ce8fbb54-122c-426d-b8da-fdcc5e1b5022" providerId="ADAL" clId="{B0D6BC60-851E-4E76-8621-0DF043D186FA}" dt="2022-09-29T01:47:33.802" v="139" actId="1076"/>
          <ac:grpSpMkLst>
            <pc:docMk/>
            <pc:sldMk cId="1238319318" sldId="2147377305"/>
            <ac:grpSpMk id="155" creationId="{22D6154F-78E1-4174-AB57-1D26B92FA7AE}"/>
          </ac:grpSpMkLst>
        </pc:grpChg>
      </pc:sldChg>
      <pc:sldChg chg="modSp add mod modNotesTx">
        <pc:chgData name="Yuting" userId="ce8fbb54-122c-426d-b8da-fdcc5e1b5022" providerId="ADAL" clId="{B0D6BC60-851E-4E76-8621-0DF043D186FA}" dt="2022-09-29T02:07:42.674" v="683" actId="1076"/>
        <pc:sldMkLst>
          <pc:docMk/>
          <pc:sldMk cId="2154478483" sldId="2147377306"/>
        </pc:sldMkLst>
        <pc:spChg chg="mod">
          <ac:chgData name="Yuting" userId="ce8fbb54-122c-426d-b8da-fdcc5e1b5022" providerId="ADAL" clId="{B0D6BC60-851E-4E76-8621-0DF043D186FA}" dt="2022-09-29T02:07:35.833" v="682" actId="14100"/>
          <ac:spMkLst>
            <pc:docMk/>
            <pc:sldMk cId="2154478483" sldId="2147377306"/>
            <ac:spMk id="41" creationId="{80672632-5059-4D01-BB59-096554D9CD3A}"/>
          </ac:spMkLst>
        </pc:spChg>
        <pc:grpChg chg="mod">
          <ac:chgData name="Yuting" userId="ce8fbb54-122c-426d-b8da-fdcc5e1b5022" providerId="ADAL" clId="{B0D6BC60-851E-4E76-8621-0DF043D186FA}" dt="2022-09-29T02:07:42.674" v="683" actId="1076"/>
          <ac:grpSpMkLst>
            <pc:docMk/>
            <pc:sldMk cId="2154478483" sldId="2147377306"/>
            <ac:grpSpMk id="71" creationId="{00000000-0000-0000-0000-000000000000}"/>
          </ac:grpSpMkLst>
        </pc:grpChg>
      </pc:sldChg>
      <pc:sldChg chg="add mod modShow">
        <pc:chgData name="Yuting" userId="ce8fbb54-122c-426d-b8da-fdcc5e1b5022" providerId="ADAL" clId="{B0D6BC60-851E-4E76-8621-0DF043D186FA}" dt="2022-09-29T02:02:10.764" v="421" actId="729"/>
        <pc:sldMkLst>
          <pc:docMk/>
          <pc:sldMk cId="722533359" sldId="2147377307"/>
        </pc:sldMkLst>
      </pc:sldChg>
      <pc:sldChg chg="add mod modShow">
        <pc:chgData name="Yuting" userId="ce8fbb54-122c-426d-b8da-fdcc5e1b5022" providerId="ADAL" clId="{B0D6BC60-851E-4E76-8621-0DF043D186FA}" dt="2022-09-29T02:02:10.764" v="421" actId="729"/>
        <pc:sldMkLst>
          <pc:docMk/>
          <pc:sldMk cId="2471105263" sldId="2147377308"/>
        </pc:sldMkLst>
      </pc:sldChg>
      <pc:sldChg chg="modSp add mod">
        <pc:chgData name="Yuting" userId="ce8fbb54-122c-426d-b8da-fdcc5e1b5022" providerId="ADAL" clId="{B0D6BC60-851E-4E76-8621-0DF043D186FA}" dt="2022-09-29T02:08:47.647" v="760" actId="1076"/>
        <pc:sldMkLst>
          <pc:docMk/>
          <pc:sldMk cId="2911980940" sldId="2147377309"/>
        </pc:sldMkLst>
        <pc:spChg chg="mod">
          <ac:chgData name="Yuting" userId="ce8fbb54-122c-426d-b8da-fdcc5e1b5022" providerId="ADAL" clId="{B0D6BC60-851E-4E76-8621-0DF043D186FA}" dt="2022-09-29T02:08:32.446" v="757" actId="20577"/>
          <ac:spMkLst>
            <pc:docMk/>
            <pc:sldMk cId="2911980940" sldId="2147377309"/>
            <ac:spMk id="107" creationId="{7DDA071E-5F80-4527-AE47-F1E7B2DC2A5B}"/>
          </ac:spMkLst>
        </pc:spChg>
        <pc:spChg chg="mod">
          <ac:chgData name="Yuting" userId="ce8fbb54-122c-426d-b8da-fdcc5e1b5022" providerId="ADAL" clId="{B0D6BC60-851E-4E76-8621-0DF043D186FA}" dt="2022-09-29T02:08:47.647" v="760" actId="1076"/>
          <ac:spMkLst>
            <pc:docMk/>
            <pc:sldMk cId="2911980940" sldId="2147377309"/>
            <ac:spMk id="162" creationId="{8487ED68-8FA9-4DBA-9C3E-3DE72F17F891}"/>
          </ac:spMkLst>
        </pc:spChg>
        <pc:grpChg chg="mod">
          <ac:chgData name="Yuting" userId="ce8fbb54-122c-426d-b8da-fdcc5e1b5022" providerId="ADAL" clId="{B0D6BC60-851E-4E76-8621-0DF043D186FA}" dt="2022-09-29T02:08:41.043" v="758" actId="1076"/>
          <ac:grpSpMkLst>
            <pc:docMk/>
            <pc:sldMk cId="2911980940" sldId="2147377309"/>
            <ac:grpSpMk id="50" creationId="{00000000-0000-0000-0000-000000000000}"/>
          </ac:grpSpMkLst>
        </pc:grpChg>
      </pc:sldChg>
      <pc:sldChg chg="modSp add mod">
        <pc:chgData name="Yuting" userId="ce8fbb54-122c-426d-b8da-fdcc5e1b5022" providerId="ADAL" clId="{B0D6BC60-851E-4E76-8621-0DF043D186FA}" dt="2022-09-30T05:40:55.262" v="4264" actId="20577"/>
        <pc:sldMkLst>
          <pc:docMk/>
          <pc:sldMk cId="178905972" sldId="2147377310"/>
        </pc:sldMkLst>
        <pc:spChg chg="mod">
          <ac:chgData name="Yuting" userId="ce8fbb54-122c-426d-b8da-fdcc5e1b5022" providerId="ADAL" clId="{B0D6BC60-851E-4E76-8621-0DF043D186FA}" dt="2022-09-29T02:16:09.182" v="823" actId="20577"/>
          <ac:spMkLst>
            <pc:docMk/>
            <pc:sldMk cId="178905972" sldId="2147377310"/>
            <ac:spMk id="36" creationId="{9ADF8A0F-CE20-4024-9856-EA35D6A5FB23}"/>
          </ac:spMkLst>
        </pc:spChg>
        <pc:spChg chg="mod">
          <ac:chgData name="Yuting" userId="ce8fbb54-122c-426d-b8da-fdcc5e1b5022" providerId="ADAL" clId="{B0D6BC60-851E-4E76-8621-0DF043D186FA}" dt="2022-09-29T02:15:28.976" v="817" actId="14100"/>
          <ac:spMkLst>
            <pc:docMk/>
            <pc:sldMk cId="178905972" sldId="2147377310"/>
            <ac:spMk id="53" creationId="{CA18E502-8190-41B9-A1CE-3AEEED81BB62}"/>
          </ac:spMkLst>
        </pc:spChg>
        <pc:spChg chg="mod">
          <ac:chgData name="Yuting" userId="ce8fbb54-122c-426d-b8da-fdcc5e1b5022" providerId="ADAL" clId="{B0D6BC60-851E-4E76-8621-0DF043D186FA}" dt="2022-09-29T02:14:06.303" v="792" actId="1076"/>
          <ac:spMkLst>
            <pc:docMk/>
            <pc:sldMk cId="178905972" sldId="2147377310"/>
            <ac:spMk id="55" creationId="{9224C17E-1AA1-4096-A3FD-25D6FD8BA444}"/>
          </ac:spMkLst>
        </pc:spChg>
        <pc:spChg chg="mod">
          <ac:chgData name="Yuting" userId="ce8fbb54-122c-426d-b8da-fdcc5e1b5022" providerId="ADAL" clId="{B0D6BC60-851E-4E76-8621-0DF043D186FA}" dt="2022-09-29T02:15:02.416" v="805" actId="14100"/>
          <ac:spMkLst>
            <pc:docMk/>
            <pc:sldMk cId="178905972" sldId="2147377310"/>
            <ac:spMk id="58" creationId="{5CCE401F-C5BC-453B-8950-70BEFB9CE391}"/>
          </ac:spMkLst>
        </pc:spChg>
        <pc:spChg chg="mod">
          <ac:chgData name="Yuting" userId="ce8fbb54-122c-426d-b8da-fdcc5e1b5022" providerId="ADAL" clId="{B0D6BC60-851E-4E76-8621-0DF043D186FA}" dt="2022-09-29T02:14:54.929" v="804" actId="1038"/>
          <ac:spMkLst>
            <pc:docMk/>
            <pc:sldMk cId="178905972" sldId="2147377310"/>
            <ac:spMk id="59" creationId="{FE76B03C-025D-4D04-BBA0-66665202DF6D}"/>
          </ac:spMkLst>
        </pc:spChg>
        <pc:spChg chg="mod">
          <ac:chgData name="Yuting" userId="ce8fbb54-122c-426d-b8da-fdcc5e1b5022" providerId="ADAL" clId="{B0D6BC60-851E-4E76-8621-0DF043D186FA}" dt="2022-09-29T02:15:43.084" v="821" actId="207"/>
          <ac:spMkLst>
            <pc:docMk/>
            <pc:sldMk cId="178905972" sldId="2147377310"/>
            <ac:spMk id="73" creationId="{9864D27C-D9F6-4B1B-9BCC-074E79CAE8D6}"/>
          </ac:spMkLst>
        </pc:spChg>
        <pc:spChg chg="mod">
          <ac:chgData name="Yuting" userId="ce8fbb54-122c-426d-b8da-fdcc5e1b5022" providerId="ADAL" clId="{B0D6BC60-851E-4E76-8621-0DF043D186FA}" dt="2022-09-30T05:40:55.262" v="4264" actId="20577"/>
          <ac:spMkLst>
            <pc:docMk/>
            <pc:sldMk cId="178905972" sldId="2147377310"/>
            <ac:spMk id="75" creationId="{23E443ED-C91E-4425-963C-DB47A7F0B19C}"/>
          </ac:spMkLst>
        </pc:spChg>
        <pc:spChg chg="mod">
          <ac:chgData name="Yuting" userId="ce8fbb54-122c-426d-b8da-fdcc5e1b5022" providerId="ADAL" clId="{B0D6BC60-851E-4E76-8621-0DF043D186FA}" dt="2022-09-29T02:15:39.348" v="820" actId="207"/>
          <ac:spMkLst>
            <pc:docMk/>
            <pc:sldMk cId="178905972" sldId="2147377310"/>
            <ac:spMk id="90" creationId="{37956BD0-E734-4F52-BAF6-C048151B6353}"/>
          </ac:spMkLst>
        </pc:spChg>
        <pc:grpChg chg="mod">
          <ac:chgData name="Yuting" userId="ce8fbb54-122c-426d-b8da-fdcc5e1b5022" providerId="ADAL" clId="{B0D6BC60-851E-4E76-8621-0DF043D186FA}" dt="2022-09-29T02:14:09.080" v="793" actId="1076"/>
          <ac:grpSpMkLst>
            <pc:docMk/>
            <pc:sldMk cId="178905972" sldId="2147377310"/>
            <ac:grpSpMk id="50" creationId="{00000000-0000-0000-0000-000000000000}"/>
          </ac:grpSpMkLst>
        </pc:grpChg>
        <pc:cxnChg chg="mod">
          <ac:chgData name="Yuting" userId="ce8fbb54-122c-426d-b8da-fdcc5e1b5022" providerId="ADAL" clId="{B0D6BC60-851E-4E76-8621-0DF043D186FA}" dt="2022-09-29T02:13:57.423" v="790" actId="1076"/>
          <ac:cxnSpMkLst>
            <pc:docMk/>
            <pc:sldMk cId="178905972" sldId="2147377310"/>
            <ac:cxnSpMk id="54" creationId="{9C165100-0114-4167-8FF0-BFF01B293D04}"/>
          </ac:cxnSpMkLst>
        </pc:cxnChg>
      </pc:sldChg>
      <pc:sldChg chg="modSp add mod modCm">
        <pc:chgData name="Yuting" userId="ce8fbb54-122c-426d-b8da-fdcc5e1b5022" providerId="ADAL" clId="{B0D6BC60-851E-4E76-8621-0DF043D186FA}" dt="2022-09-30T09:24:00.744" v="4436" actId="113"/>
        <pc:sldMkLst>
          <pc:docMk/>
          <pc:sldMk cId="3315052253" sldId="2147377311"/>
        </pc:sldMkLst>
        <pc:spChg chg="mod">
          <ac:chgData name="Yuting" userId="ce8fbb54-122c-426d-b8da-fdcc5e1b5022" providerId="ADAL" clId="{B0D6BC60-851E-4E76-8621-0DF043D186FA}" dt="2022-09-30T06:34:46.805" v="4331" actId="1076"/>
          <ac:spMkLst>
            <pc:docMk/>
            <pc:sldMk cId="3315052253" sldId="2147377311"/>
            <ac:spMk id="4" creationId="{00000000-0000-0000-0000-000000000000}"/>
          </ac:spMkLst>
        </pc:spChg>
        <pc:spChg chg="mod">
          <ac:chgData name="Yuting" userId="ce8fbb54-122c-426d-b8da-fdcc5e1b5022" providerId="ADAL" clId="{B0D6BC60-851E-4E76-8621-0DF043D186FA}" dt="2022-09-30T06:34:27.640" v="4330" actId="1076"/>
          <ac:spMkLst>
            <pc:docMk/>
            <pc:sldMk cId="3315052253" sldId="2147377311"/>
            <ac:spMk id="7" creationId="{E9DC4527-9B66-4450-86F5-689D3C73A610}"/>
          </ac:spMkLst>
        </pc:spChg>
        <pc:spChg chg="mod">
          <ac:chgData name="Yuting" userId="ce8fbb54-122c-426d-b8da-fdcc5e1b5022" providerId="ADAL" clId="{B0D6BC60-851E-4E76-8621-0DF043D186FA}" dt="2022-09-30T09:23:43.108" v="4424" actId="1036"/>
          <ac:spMkLst>
            <pc:docMk/>
            <pc:sldMk cId="3315052253" sldId="2147377311"/>
            <ac:spMk id="21" creationId="{EF845286-AB1B-4A83-90EF-AA5B118C9453}"/>
          </ac:spMkLst>
        </pc:spChg>
        <pc:spChg chg="mod">
          <ac:chgData name="Yuting" userId="ce8fbb54-122c-426d-b8da-fdcc5e1b5022" providerId="ADAL" clId="{B0D6BC60-851E-4E76-8621-0DF043D186FA}" dt="2022-09-30T09:24:00.744" v="4436" actId="113"/>
          <ac:spMkLst>
            <pc:docMk/>
            <pc:sldMk cId="3315052253" sldId="2147377311"/>
            <ac:spMk id="25" creationId="{97CE9050-DA11-497A-A5A0-DB0987903F23}"/>
          </ac:spMkLst>
        </pc:spChg>
        <pc:spChg chg="mod">
          <ac:chgData name="Yuting" userId="ce8fbb54-122c-426d-b8da-fdcc5e1b5022" providerId="ADAL" clId="{B0D6BC60-851E-4E76-8621-0DF043D186FA}" dt="2022-09-29T07:50:57.218" v="4084" actId="20577"/>
          <ac:spMkLst>
            <pc:docMk/>
            <pc:sldMk cId="3315052253" sldId="2147377311"/>
            <ac:spMk id="168" creationId="{65EA3170-CB0D-432D-8631-319933F816A2}"/>
          </ac:spMkLst>
        </pc:spChg>
        <pc:spChg chg="mod">
          <ac:chgData name="Yuting" userId="ce8fbb54-122c-426d-b8da-fdcc5e1b5022" providerId="ADAL" clId="{B0D6BC60-851E-4E76-8621-0DF043D186FA}" dt="2022-09-30T06:32:59.146" v="4269" actId="20577"/>
          <ac:spMkLst>
            <pc:docMk/>
            <pc:sldMk cId="3315052253" sldId="2147377311"/>
            <ac:spMk id="192" creationId="{31193A60-52A8-4E9D-BB69-B3D203C95D66}"/>
          </ac:spMkLst>
        </pc:spChg>
        <pc:graphicFrameChg chg="mod">
          <ac:chgData name="Yuting" userId="ce8fbb54-122c-426d-b8da-fdcc5e1b5022" providerId="ADAL" clId="{B0D6BC60-851E-4E76-8621-0DF043D186FA}" dt="2022-09-30T09:22:49.231" v="4368" actId="1076"/>
          <ac:graphicFrameMkLst>
            <pc:docMk/>
            <pc:sldMk cId="3315052253" sldId="2147377311"/>
            <ac:graphicFrameMk id="49" creationId="{EB1832F7-86BE-4DEE-91F1-447638E4A957}"/>
          </ac:graphicFrameMkLst>
        </pc:graphicFrameChg>
      </pc:sldChg>
      <pc:sldChg chg="add del">
        <pc:chgData name="Yuting" userId="ce8fbb54-122c-426d-b8da-fdcc5e1b5022" providerId="ADAL" clId="{B0D6BC60-851E-4E76-8621-0DF043D186FA}" dt="2022-09-29T03:09:06.348" v="2166"/>
        <pc:sldMkLst>
          <pc:docMk/>
          <pc:sldMk cId="1468979537" sldId="2147377312"/>
        </pc:sldMkLst>
      </pc:sldChg>
      <pc:sldChg chg="new del">
        <pc:chgData name="Yuting" userId="ce8fbb54-122c-426d-b8da-fdcc5e1b5022" providerId="ADAL" clId="{B0D6BC60-851E-4E76-8621-0DF043D186FA}" dt="2022-09-29T03:08:35.614" v="2161" actId="47"/>
        <pc:sldMkLst>
          <pc:docMk/>
          <pc:sldMk cId="1749148333" sldId="2147377312"/>
        </pc:sldMkLst>
      </pc:sldChg>
      <pc:sldChg chg="modSp mod">
        <pc:chgData name="Yuting" userId="ce8fbb54-122c-426d-b8da-fdcc5e1b5022" providerId="ADAL" clId="{B0D6BC60-851E-4E76-8621-0DF043D186FA}" dt="2022-09-29T04:15:21.160" v="2369" actId="20577"/>
        <pc:sldMkLst>
          <pc:docMk/>
          <pc:sldMk cId="2748401682" sldId="2147377312"/>
        </pc:sldMkLst>
        <pc:spChg chg="mod">
          <ac:chgData name="Yuting" userId="ce8fbb54-122c-426d-b8da-fdcc5e1b5022" providerId="ADAL" clId="{B0D6BC60-851E-4E76-8621-0DF043D186FA}" dt="2022-09-29T03:09:42.867" v="2169" actId="14100"/>
          <ac:spMkLst>
            <pc:docMk/>
            <pc:sldMk cId="2748401682" sldId="2147377312"/>
            <ac:spMk id="45" creationId="{A1E70551-578A-4B35-ACAC-04BA6E603952}"/>
          </ac:spMkLst>
        </pc:spChg>
        <pc:spChg chg="mod">
          <ac:chgData name="Yuting" userId="ce8fbb54-122c-426d-b8da-fdcc5e1b5022" providerId="ADAL" clId="{B0D6BC60-851E-4E76-8621-0DF043D186FA}" dt="2022-09-29T03:09:44.919" v="2170" actId="1076"/>
          <ac:spMkLst>
            <pc:docMk/>
            <pc:sldMk cId="2748401682" sldId="2147377312"/>
            <ac:spMk id="65" creationId="{2E0BDA15-E7DB-422A-9F9B-FFCBEE86CC6B}"/>
          </ac:spMkLst>
        </pc:spChg>
        <pc:spChg chg="mod">
          <ac:chgData name="Yuting" userId="ce8fbb54-122c-426d-b8da-fdcc5e1b5022" providerId="ADAL" clId="{B0D6BC60-851E-4E76-8621-0DF043D186FA}" dt="2022-09-29T04:15:21.160" v="2369" actId="20577"/>
          <ac:spMkLst>
            <pc:docMk/>
            <pc:sldMk cId="2748401682" sldId="2147377312"/>
            <ac:spMk id="90" creationId="{F9345081-D2EC-4F9D-A965-3B9D77318B16}"/>
          </ac:spMkLst>
        </pc:spChg>
        <pc:grpChg chg="mod">
          <ac:chgData name="Yuting" userId="ce8fbb54-122c-426d-b8da-fdcc5e1b5022" providerId="ADAL" clId="{B0D6BC60-851E-4E76-8621-0DF043D186FA}" dt="2022-09-29T03:09:32.027" v="2168" actId="1076"/>
          <ac:grpSpMkLst>
            <pc:docMk/>
            <pc:sldMk cId="2748401682" sldId="2147377312"/>
            <ac:grpSpMk id="94" creationId="{8CA2D186-99EC-466F-9E24-BEA99F2ECDCD}"/>
          </ac:grpSpMkLst>
        </pc:grpChg>
      </pc:sldChg>
      <pc:sldChg chg="addSp delSp modSp add mod">
        <pc:chgData name="Yuting" userId="ce8fbb54-122c-426d-b8da-fdcc5e1b5022" providerId="ADAL" clId="{B0D6BC60-851E-4E76-8621-0DF043D186FA}" dt="2022-09-30T00:48:38.750" v="4243" actId="20577"/>
        <pc:sldMkLst>
          <pc:docMk/>
          <pc:sldMk cId="3772673125" sldId="2147377313"/>
        </pc:sldMkLst>
        <pc:spChg chg="add del mod">
          <ac:chgData name="Yuting" userId="ce8fbb54-122c-426d-b8da-fdcc5e1b5022" providerId="ADAL" clId="{B0D6BC60-851E-4E76-8621-0DF043D186FA}" dt="2022-09-30T00:48:38.750" v="4243" actId="20577"/>
          <ac:spMkLst>
            <pc:docMk/>
            <pc:sldMk cId="3772673125" sldId="2147377313"/>
            <ac:spMk id="99" creationId="{D11E8C8E-EA83-4AF2-B5EA-9A0D5FDC196B}"/>
          </ac:spMkLst>
        </pc:spChg>
        <pc:spChg chg="mod">
          <ac:chgData name="Yuting" userId="ce8fbb54-122c-426d-b8da-fdcc5e1b5022" providerId="ADAL" clId="{B0D6BC60-851E-4E76-8621-0DF043D186FA}" dt="2022-09-29T09:06:02.567" v="4089" actId="6549"/>
          <ac:spMkLst>
            <pc:docMk/>
            <pc:sldMk cId="3772673125" sldId="2147377313"/>
            <ac:spMk id="140" creationId="{9CBD3BA2-DC90-4A15-888F-95C75C2D9322}"/>
          </ac:spMkLst>
        </pc:spChg>
        <pc:cxnChg chg="add mod">
          <ac:chgData name="Yuting" userId="ce8fbb54-122c-426d-b8da-fdcc5e1b5022" providerId="ADAL" clId="{B0D6BC60-851E-4E76-8621-0DF043D186FA}" dt="2022-09-29T10:28:52.433" v="4096" actId="1076"/>
          <ac:cxnSpMkLst>
            <pc:docMk/>
            <pc:sldMk cId="3772673125" sldId="2147377313"/>
            <ac:cxnSpMk id="6" creationId="{6E149423-07A1-42A4-9FCD-34F798736588}"/>
          </ac:cxnSpMkLst>
        </pc:cxnChg>
      </pc:sldChg>
      <pc:sldChg chg="mod modShow">
        <pc:chgData name="Yuting" userId="ce8fbb54-122c-426d-b8da-fdcc5e1b5022" providerId="ADAL" clId="{B0D6BC60-851E-4E76-8621-0DF043D186FA}" dt="2022-09-29T06:57:45.304" v="4010" actId="729"/>
        <pc:sldMkLst>
          <pc:docMk/>
          <pc:sldMk cId="3180819472" sldId="2147377322"/>
        </pc:sldMkLst>
      </pc:sldChg>
      <pc:sldChg chg="new del">
        <pc:chgData name="Yuting" userId="ce8fbb54-122c-426d-b8da-fdcc5e1b5022" providerId="ADAL" clId="{B0D6BC60-851E-4E76-8621-0DF043D186FA}" dt="2022-09-29T07:10:17.162" v="4012" actId="680"/>
        <pc:sldMkLst>
          <pc:docMk/>
          <pc:sldMk cId="1415979866" sldId="2147377323"/>
        </pc:sldMkLst>
      </pc:sldChg>
    </pc:docChg>
  </pc:docChgLst>
  <pc:docChgLst>
    <pc:chgData name="Wang,Dr.,Hui (MED BDS) BII-CN-S" userId="b05be7fd-eed8-48da-93ad-18845246f016" providerId="ADAL" clId="{34B52780-EA94-487B-88AB-E2AC5D73336A}"/>
    <pc:docChg chg="custSel modSld">
      <pc:chgData name="Wang,Dr.,Hui (MED BDS) BII-CN-S" userId="b05be7fd-eed8-48da-93ad-18845246f016" providerId="ADAL" clId="{34B52780-EA94-487B-88AB-E2AC5D73336A}" dt="2023-10-10T06:52:36.518" v="419" actId="1589"/>
      <pc:docMkLst>
        <pc:docMk/>
      </pc:docMkLst>
      <pc:sldChg chg="modSp mod addCm">
        <pc:chgData name="Wang,Dr.,Hui (MED BDS) BII-CN-S" userId="b05be7fd-eed8-48da-93ad-18845246f016" providerId="ADAL" clId="{34B52780-EA94-487B-88AB-E2AC5D73336A}" dt="2023-10-10T06:52:36.518" v="419" actId="1589"/>
        <pc:sldMkLst>
          <pc:docMk/>
          <pc:sldMk cId="3162912799" sldId="2147474951"/>
        </pc:sldMkLst>
        <pc:spChg chg="mod">
          <ac:chgData name="Wang,Dr.,Hui (MED BDS) BII-CN-S" userId="b05be7fd-eed8-48da-93ad-18845246f016" providerId="ADAL" clId="{34B52780-EA94-487B-88AB-E2AC5D73336A}" dt="2023-10-10T06:52:29.866" v="418" actId="20577"/>
          <ac:spMkLst>
            <pc:docMk/>
            <pc:sldMk cId="3162912799" sldId="2147474951"/>
            <ac:spMk id="2" creationId="{BC8873B9-19AB-A496-35AD-2D528FF16024}"/>
          </ac:spMkLst>
        </pc:spChg>
      </pc:sldChg>
    </pc:docChg>
  </pc:docChgLst>
  <pc:docChgLst>
    <pc:chgData name="Li,Yuting (HP Medicine) BII-CN-S" userId="ce8fbb54-122c-426d-b8da-fdcc5e1b5022" providerId="ADAL" clId="{8F232678-0372-42DA-A557-A408A5C21744}"/>
    <pc:docChg chg="undo redo custSel addSld delSld modSld sldOrd">
      <pc:chgData name="Li,Yuting (HP Medicine) BII-CN-S" userId="ce8fbb54-122c-426d-b8da-fdcc5e1b5022" providerId="ADAL" clId="{8F232678-0372-42DA-A557-A408A5C21744}" dt="2022-05-09T11:55:57.048" v="2087"/>
      <pc:docMkLst>
        <pc:docMk/>
      </pc:docMkLst>
      <pc:sldChg chg="del">
        <pc:chgData name="Li,Yuting (HP Medicine) BII-CN-S" userId="ce8fbb54-122c-426d-b8da-fdcc5e1b5022" providerId="ADAL" clId="{8F232678-0372-42DA-A557-A408A5C21744}" dt="2022-05-07T03:16:53.076" v="1235" actId="47"/>
        <pc:sldMkLst>
          <pc:docMk/>
          <pc:sldMk cId="3309926693" sldId="259"/>
        </pc:sldMkLst>
      </pc:sldChg>
      <pc:sldChg chg="del">
        <pc:chgData name="Li,Yuting (HP Medicine) BII-CN-S" userId="ce8fbb54-122c-426d-b8da-fdcc5e1b5022" providerId="ADAL" clId="{8F232678-0372-42DA-A557-A408A5C21744}" dt="2022-05-07T03:16:56.089" v="1236" actId="47"/>
        <pc:sldMkLst>
          <pc:docMk/>
          <pc:sldMk cId="3737261434" sldId="261"/>
        </pc:sldMkLst>
      </pc:sldChg>
      <pc:sldChg chg="mod modShow">
        <pc:chgData name="Li,Yuting (HP Medicine) BII-CN-S" userId="ce8fbb54-122c-426d-b8da-fdcc5e1b5022" providerId="ADAL" clId="{8F232678-0372-42DA-A557-A408A5C21744}" dt="2022-05-09T03:39:32.659" v="1283" actId="729"/>
        <pc:sldMkLst>
          <pc:docMk/>
          <pc:sldMk cId="4011363268" sldId="328"/>
        </pc:sldMkLst>
      </pc:sldChg>
      <pc:sldChg chg="modSp mod modNotesTx">
        <pc:chgData name="Li,Yuting (HP Medicine) BII-CN-S" userId="ce8fbb54-122c-426d-b8da-fdcc5e1b5022" providerId="ADAL" clId="{8F232678-0372-42DA-A557-A408A5C21744}" dt="2022-05-09T11:21:05.563" v="2011" actId="6549"/>
        <pc:sldMkLst>
          <pc:docMk/>
          <pc:sldMk cId="3524290913" sldId="887"/>
        </pc:sldMkLst>
        <pc:spChg chg="mod">
          <ac:chgData name="Li,Yuting (HP Medicine) BII-CN-S" userId="ce8fbb54-122c-426d-b8da-fdcc5e1b5022" providerId="ADAL" clId="{8F232678-0372-42DA-A557-A408A5C21744}" dt="2022-05-06T02:53:58.413" v="35" actId="20577"/>
          <ac:spMkLst>
            <pc:docMk/>
            <pc:sldMk cId="3524290913" sldId="887"/>
            <ac:spMk id="174" creationId="{D08C5EAF-84CD-4074-A8AE-5EB9E6289378}"/>
          </ac:spMkLst>
        </pc:spChg>
        <pc:spChg chg="mod">
          <ac:chgData name="Li,Yuting (HP Medicine) BII-CN-S" userId="ce8fbb54-122c-426d-b8da-fdcc5e1b5022" providerId="ADAL" clId="{8F232678-0372-42DA-A557-A408A5C21744}" dt="2022-05-06T02:54:23.724" v="38" actId="20577"/>
          <ac:spMkLst>
            <pc:docMk/>
            <pc:sldMk cId="3524290913" sldId="887"/>
            <ac:spMk id="178" creationId="{028381EB-A3B2-4E56-92CC-F1B8B418A083}"/>
          </ac:spMkLst>
        </pc:spChg>
        <pc:spChg chg="mod">
          <ac:chgData name="Li,Yuting (HP Medicine) BII-CN-S" userId="ce8fbb54-122c-426d-b8da-fdcc5e1b5022" providerId="ADAL" clId="{8F232678-0372-42DA-A557-A408A5C21744}" dt="2022-05-06T02:53:48.273" v="32" actId="14100"/>
          <ac:spMkLst>
            <pc:docMk/>
            <pc:sldMk cId="3524290913" sldId="887"/>
            <ac:spMk id="179" creationId="{76B2B073-55B9-489E-9DB2-DE54D32D033F}"/>
          </ac:spMkLst>
        </pc:spChg>
        <pc:grpChg chg="mod">
          <ac:chgData name="Li,Yuting (HP Medicine) BII-CN-S" userId="ce8fbb54-122c-426d-b8da-fdcc5e1b5022" providerId="ADAL" clId="{8F232678-0372-42DA-A557-A408A5C21744}" dt="2022-05-06T02:51:08.648" v="27" actId="1076"/>
          <ac:grpSpMkLst>
            <pc:docMk/>
            <pc:sldMk cId="3524290913" sldId="887"/>
            <ac:grpSpMk id="155" creationId="{22D6154F-78E1-4174-AB57-1D26B92FA7AE}"/>
          </ac:grpSpMkLst>
        </pc:grpChg>
      </pc:sldChg>
      <pc:sldChg chg="addSp delSp modSp mod addCm modCm">
        <pc:chgData name="Li,Yuting (HP Medicine) BII-CN-S" userId="ce8fbb54-122c-426d-b8da-fdcc5e1b5022" providerId="ADAL" clId="{8F232678-0372-42DA-A557-A408A5C21744}" dt="2022-05-09T11:54:48.515" v="2085"/>
        <pc:sldMkLst>
          <pc:docMk/>
          <pc:sldMk cId="669747058" sldId="6596"/>
        </pc:sldMkLst>
        <pc:spChg chg="mod">
          <ac:chgData name="Li,Yuting (HP Medicine) BII-CN-S" userId="ce8fbb54-122c-426d-b8da-fdcc5e1b5022" providerId="ADAL" clId="{8F232678-0372-42DA-A557-A408A5C21744}" dt="2022-05-09T11:03:03.264" v="1895" actId="20578"/>
          <ac:spMkLst>
            <pc:docMk/>
            <pc:sldMk cId="669747058" sldId="6596"/>
            <ac:spMk id="58" creationId="{F5A6B9FE-5135-46CA-B020-47DC5CCE42EF}"/>
          </ac:spMkLst>
        </pc:spChg>
        <pc:grpChg chg="mod">
          <ac:chgData name="Li,Yuting (HP Medicine) BII-CN-S" userId="ce8fbb54-122c-426d-b8da-fdcc5e1b5022" providerId="ADAL" clId="{8F232678-0372-42DA-A557-A408A5C21744}" dt="2022-05-06T02:59:50.531" v="201" actId="1076"/>
          <ac:grpSpMkLst>
            <pc:docMk/>
            <pc:sldMk cId="669747058" sldId="6596"/>
            <ac:grpSpMk id="71" creationId="{00000000-0000-0000-0000-000000000000}"/>
          </ac:grpSpMkLst>
        </pc:grpChg>
        <pc:picChg chg="del">
          <ac:chgData name="Li,Yuting (HP Medicine) BII-CN-S" userId="ce8fbb54-122c-426d-b8da-fdcc5e1b5022" providerId="ADAL" clId="{8F232678-0372-42DA-A557-A408A5C21744}" dt="2022-05-09T11:54:47.972" v="2084" actId="478"/>
          <ac:picMkLst>
            <pc:docMk/>
            <pc:sldMk cId="669747058" sldId="6596"/>
            <ac:picMk id="44" creationId="{00000000-0000-0000-0000-000000000000}"/>
          </ac:picMkLst>
        </pc:picChg>
        <pc:picChg chg="add mod">
          <ac:chgData name="Li,Yuting (HP Medicine) BII-CN-S" userId="ce8fbb54-122c-426d-b8da-fdcc5e1b5022" providerId="ADAL" clId="{8F232678-0372-42DA-A557-A408A5C21744}" dt="2022-05-09T11:54:48.515" v="2085"/>
          <ac:picMkLst>
            <pc:docMk/>
            <pc:sldMk cId="669747058" sldId="6596"/>
            <ac:picMk id="120" creationId="{E2CC4E0E-0B80-4E2A-9EFB-9E27042C2901}"/>
          </ac:picMkLst>
        </pc:picChg>
      </pc:sldChg>
      <pc:sldChg chg="modSp mod">
        <pc:chgData name="Li,Yuting (HP Medicine) BII-CN-S" userId="ce8fbb54-122c-426d-b8da-fdcc5e1b5022" providerId="ADAL" clId="{8F232678-0372-42DA-A557-A408A5C21744}" dt="2022-05-06T02:44:38.779" v="12" actId="20577"/>
        <pc:sldMkLst>
          <pc:docMk/>
          <pc:sldMk cId="64439630" sldId="6601"/>
        </pc:sldMkLst>
        <pc:spChg chg="mod">
          <ac:chgData name="Li,Yuting (HP Medicine) BII-CN-S" userId="ce8fbb54-122c-426d-b8da-fdcc5e1b5022" providerId="ADAL" clId="{8F232678-0372-42DA-A557-A408A5C21744}" dt="2022-05-06T02:44:34.640" v="8" actId="20577"/>
          <ac:spMkLst>
            <pc:docMk/>
            <pc:sldMk cId="64439630" sldId="6601"/>
            <ac:spMk id="5" creationId="{00000000-0000-0000-0000-000000000000}"/>
          </ac:spMkLst>
        </pc:spChg>
        <pc:spChg chg="mod">
          <ac:chgData name="Li,Yuting (HP Medicine) BII-CN-S" userId="ce8fbb54-122c-426d-b8da-fdcc5e1b5022" providerId="ADAL" clId="{8F232678-0372-42DA-A557-A408A5C21744}" dt="2022-05-06T02:44:38.779" v="12" actId="20577"/>
          <ac:spMkLst>
            <pc:docMk/>
            <pc:sldMk cId="64439630" sldId="6601"/>
            <ac:spMk id="6" creationId="{00000000-0000-0000-0000-000000000000}"/>
          </ac:spMkLst>
        </pc:spChg>
      </pc:sldChg>
      <pc:sldChg chg="addSp modSp mod">
        <pc:chgData name="Li,Yuting (HP Medicine) BII-CN-S" userId="ce8fbb54-122c-426d-b8da-fdcc5e1b5022" providerId="ADAL" clId="{8F232678-0372-42DA-A557-A408A5C21744}" dt="2022-05-09T11:55:57.048" v="2087"/>
        <pc:sldMkLst>
          <pc:docMk/>
          <pc:sldMk cId="2253265356" sldId="2141413456"/>
        </pc:sldMkLst>
        <pc:spChg chg="mod">
          <ac:chgData name="Li,Yuting (HP Medicine) BII-CN-S" userId="ce8fbb54-122c-426d-b8da-fdcc5e1b5022" providerId="ADAL" clId="{8F232678-0372-42DA-A557-A408A5C21744}" dt="2022-05-06T03:49:03.180" v="897" actId="6549"/>
          <ac:spMkLst>
            <pc:docMk/>
            <pc:sldMk cId="2253265356" sldId="2141413456"/>
            <ac:spMk id="73" creationId="{3457E64F-0749-43F5-B45D-FB290112CE65}"/>
          </ac:spMkLst>
        </pc:spChg>
        <pc:spChg chg="mod">
          <ac:chgData name="Li,Yuting (HP Medicine) BII-CN-S" userId="ce8fbb54-122c-426d-b8da-fdcc5e1b5022" providerId="ADAL" clId="{8F232678-0372-42DA-A557-A408A5C21744}" dt="2022-05-06T03:49:55.746" v="962" actId="20577"/>
          <ac:spMkLst>
            <pc:docMk/>
            <pc:sldMk cId="2253265356" sldId="2141413456"/>
            <ac:spMk id="90" creationId="{F9345081-D2EC-4F9D-A965-3B9D77318B16}"/>
          </ac:spMkLst>
        </pc:spChg>
        <pc:spChg chg="mod">
          <ac:chgData name="Li,Yuting (HP Medicine) BII-CN-S" userId="ce8fbb54-122c-426d-b8da-fdcc5e1b5022" providerId="ADAL" clId="{8F232678-0372-42DA-A557-A408A5C21744}" dt="2022-05-06T03:48:38.951" v="893"/>
          <ac:spMkLst>
            <pc:docMk/>
            <pc:sldMk cId="2253265356" sldId="2141413456"/>
            <ac:spMk id="101" creationId="{652D871A-8217-4BD8-A503-BA3EEDA62A16}"/>
          </ac:spMkLst>
        </pc:spChg>
        <pc:grpChg chg="add mod">
          <ac:chgData name="Li,Yuting (HP Medicine) BII-CN-S" userId="ce8fbb54-122c-426d-b8da-fdcc5e1b5022" providerId="ADAL" clId="{8F232678-0372-42DA-A557-A408A5C21744}" dt="2022-05-06T03:48:51.736" v="895" actId="1076"/>
          <ac:grpSpMkLst>
            <pc:docMk/>
            <pc:sldMk cId="2253265356" sldId="2141413456"/>
            <ac:grpSpMk id="94" creationId="{8CA2D186-99EC-466F-9E24-BEA99F2ECDCD}"/>
          </ac:grpSpMkLst>
        </pc:grpChg>
        <pc:picChg chg="add mod">
          <ac:chgData name="Li,Yuting (HP Medicine) BII-CN-S" userId="ce8fbb54-122c-426d-b8da-fdcc5e1b5022" providerId="ADAL" clId="{8F232678-0372-42DA-A557-A408A5C21744}" dt="2022-05-09T11:55:57.048" v="2087"/>
          <ac:picMkLst>
            <pc:docMk/>
            <pc:sldMk cId="2253265356" sldId="2141413456"/>
            <ac:picMk id="107" creationId="{B9027C6B-7C86-4F49-91DE-669858C85541}"/>
          </ac:picMkLst>
        </pc:picChg>
        <pc:cxnChg chg="mod">
          <ac:chgData name="Li,Yuting (HP Medicine) BII-CN-S" userId="ce8fbb54-122c-426d-b8da-fdcc5e1b5022" providerId="ADAL" clId="{8F232678-0372-42DA-A557-A408A5C21744}" dt="2022-05-06T03:48:38.951" v="893"/>
          <ac:cxnSpMkLst>
            <pc:docMk/>
            <pc:sldMk cId="2253265356" sldId="2141413456"/>
            <ac:cxnSpMk id="100" creationId="{BF5FE6AA-25B7-4F2C-B9AC-FAE01DE0759D}"/>
          </ac:cxnSpMkLst>
        </pc:cxnChg>
      </pc:sldChg>
      <pc:sldChg chg="addSp delSp modSp mod addCm modCm">
        <pc:chgData name="Li,Yuting (HP Medicine) BII-CN-S" userId="ce8fbb54-122c-426d-b8da-fdcc5e1b5022" providerId="ADAL" clId="{8F232678-0372-42DA-A557-A408A5C21744}" dt="2022-05-09T11:18:40.360" v="2010" actId="692"/>
        <pc:sldMkLst>
          <pc:docMk/>
          <pc:sldMk cId="4267623655" sldId="2141414117"/>
        </pc:sldMkLst>
        <pc:spChg chg="add mod">
          <ac:chgData name="Li,Yuting (HP Medicine) BII-CN-S" userId="ce8fbb54-122c-426d-b8da-fdcc5e1b5022" providerId="ADAL" clId="{8F232678-0372-42DA-A557-A408A5C21744}" dt="2022-05-09T11:18:40.360" v="2010" actId="692"/>
          <ac:spMkLst>
            <pc:docMk/>
            <pc:sldMk cId="4267623655" sldId="2141414117"/>
            <ac:spMk id="8" creationId="{33E342F3-DE82-444B-AB7B-13FFE716203B}"/>
          </ac:spMkLst>
        </pc:spChg>
        <pc:spChg chg="del mod">
          <ac:chgData name="Li,Yuting (HP Medicine) BII-CN-S" userId="ce8fbb54-122c-426d-b8da-fdcc5e1b5022" providerId="ADAL" clId="{8F232678-0372-42DA-A557-A408A5C21744}" dt="2022-05-09T09:31:11.437" v="1879"/>
          <ac:spMkLst>
            <pc:docMk/>
            <pc:sldMk cId="4267623655" sldId="2141414117"/>
            <ac:spMk id="168" creationId="{7411A1FC-89E6-4851-A808-DC6B182F9CFD}"/>
          </ac:spMkLst>
        </pc:spChg>
        <pc:spChg chg="mod">
          <ac:chgData name="Li,Yuting (HP Medicine) BII-CN-S" userId="ce8fbb54-122c-426d-b8da-fdcc5e1b5022" providerId="ADAL" clId="{8F232678-0372-42DA-A557-A408A5C21744}" dt="2022-05-09T11:06:50.974" v="1941" actId="20577"/>
          <ac:spMkLst>
            <pc:docMk/>
            <pc:sldMk cId="4267623655" sldId="2141414117"/>
            <ac:spMk id="192" creationId="{31193A60-52A8-4E9D-BB69-B3D203C95D66}"/>
          </ac:spMkLst>
        </pc:spChg>
        <pc:spChg chg="mod">
          <ac:chgData name="Li,Yuting (HP Medicine) BII-CN-S" userId="ce8fbb54-122c-426d-b8da-fdcc5e1b5022" providerId="ADAL" clId="{8F232678-0372-42DA-A557-A408A5C21744}" dt="2022-05-06T03:48:26.899" v="891"/>
          <ac:spMkLst>
            <pc:docMk/>
            <pc:sldMk cId="4267623655" sldId="2141414117"/>
            <ac:spMk id="198" creationId="{B4A52D13-6F4D-432A-978A-A0240C3BE561}"/>
          </ac:spMkLst>
        </pc:spChg>
        <pc:spChg chg="add mod">
          <ac:chgData name="Li,Yuting (HP Medicine) BII-CN-S" userId="ce8fbb54-122c-426d-b8da-fdcc5e1b5022" providerId="ADAL" clId="{8F232678-0372-42DA-A557-A408A5C21744}" dt="2022-05-09T11:06:22.615" v="1940" actId="20577"/>
          <ac:spMkLst>
            <pc:docMk/>
            <pc:sldMk cId="4267623655" sldId="2141414117"/>
            <ac:spMk id="204" creationId="{17ABC281-D140-48C4-91EE-5BE376FA53A6}"/>
          </ac:spMkLst>
        </pc:spChg>
        <pc:grpChg chg="add mod">
          <ac:chgData name="Li,Yuting (HP Medicine) BII-CN-S" userId="ce8fbb54-122c-426d-b8da-fdcc5e1b5022" providerId="ADAL" clId="{8F232678-0372-42DA-A557-A408A5C21744}" dt="2022-05-06T03:48:32.478" v="892" actId="1076"/>
          <ac:grpSpMkLst>
            <pc:docMk/>
            <pc:sldMk cId="4267623655" sldId="2141414117"/>
            <ac:grpSpMk id="161" creationId="{6D69E30D-A803-4330-9C3D-37F89D4B0DDA}"/>
          </ac:grpSpMkLst>
        </pc:grpChg>
        <pc:cxnChg chg="mod">
          <ac:chgData name="Li,Yuting (HP Medicine) BII-CN-S" userId="ce8fbb54-122c-426d-b8da-fdcc5e1b5022" providerId="ADAL" clId="{8F232678-0372-42DA-A557-A408A5C21744}" dt="2022-05-06T03:48:26.899" v="891"/>
          <ac:cxnSpMkLst>
            <pc:docMk/>
            <pc:sldMk cId="4267623655" sldId="2141414117"/>
            <ac:cxnSpMk id="173" creationId="{F67CD2BF-9139-4433-8880-463B2A14E60A}"/>
          </ac:cxnSpMkLst>
        </pc:cxnChg>
      </pc:sldChg>
      <pc:sldChg chg="del">
        <pc:chgData name="Li,Yuting (HP Medicine) BII-CN-S" userId="ce8fbb54-122c-426d-b8da-fdcc5e1b5022" providerId="ADAL" clId="{8F232678-0372-42DA-A557-A408A5C21744}" dt="2022-05-06T02:50:00.432" v="25" actId="47"/>
        <pc:sldMkLst>
          <pc:docMk/>
          <pc:sldMk cId="1492430006" sldId="2147377131"/>
        </pc:sldMkLst>
      </pc:sldChg>
      <pc:sldChg chg="addSp delSp modSp mod">
        <pc:chgData name="Li,Yuting (HP Medicine) BII-CN-S" userId="ce8fbb54-122c-426d-b8da-fdcc5e1b5022" providerId="ADAL" clId="{8F232678-0372-42DA-A557-A408A5C21744}" dt="2022-05-09T11:17:18.503" v="2009"/>
        <pc:sldMkLst>
          <pc:docMk/>
          <pc:sldMk cId="2995017813" sldId="2147377135"/>
        </pc:sldMkLst>
        <pc:spChg chg="mod">
          <ac:chgData name="Li,Yuting (HP Medicine) BII-CN-S" userId="ce8fbb54-122c-426d-b8da-fdcc5e1b5022" providerId="ADAL" clId="{8F232678-0372-42DA-A557-A408A5C21744}" dt="2022-05-06T03:46:37.214" v="823" actId="1076"/>
          <ac:spMkLst>
            <pc:docMk/>
            <pc:sldMk cId="2995017813" sldId="2147377135"/>
            <ac:spMk id="29" creationId="{9224C17E-1AA1-4096-A3FD-25D6FD8BA444}"/>
          </ac:spMkLst>
        </pc:spChg>
        <pc:spChg chg="mod">
          <ac:chgData name="Li,Yuting (HP Medicine) BII-CN-S" userId="ce8fbb54-122c-426d-b8da-fdcc5e1b5022" providerId="ADAL" clId="{8F232678-0372-42DA-A557-A408A5C21744}" dt="2022-05-09T03:44:00.210" v="1295" actId="20577"/>
          <ac:spMkLst>
            <pc:docMk/>
            <pc:sldMk cId="2995017813" sldId="2147377135"/>
            <ac:spMk id="48" creationId="{2BC2359D-5CE8-46B9-9B8D-7F387423F2B1}"/>
          </ac:spMkLst>
        </pc:spChg>
        <pc:picChg chg="del">
          <ac:chgData name="Li,Yuting (HP Medicine) BII-CN-S" userId="ce8fbb54-122c-426d-b8da-fdcc5e1b5022" providerId="ADAL" clId="{8F232678-0372-42DA-A557-A408A5C21744}" dt="2022-05-09T11:17:17.128" v="2008" actId="478"/>
          <ac:picMkLst>
            <pc:docMk/>
            <pc:sldMk cId="2995017813" sldId="2147377135"/>
            <ac:picMk id="52" creationId="{AC4D11A2-9351-4D27-9DD3-6578F873C6EF}"/>
          </ac:picMkLst>
        </pc:picChg>
        <pc:picChg chg="add mod">
          <ac:chgData name="Li,Yuting (HP Medicine) BII-CN-S" userId="ce8fbb54-122c-426d-b8da-fdcc5e1b5022" providerId="ADAL" clId="{8F232678-0372-42DA-A557-A408A5C21744}" dt="2022-05-09T11:17:18.503" v="2009"/>
          <ac:picMkLst>
            <pc:docMk/>
            <pc:sldMk cId="2995017813" sldId="2147377135"/>
            <ac:picMk id="62" creationId="{734B02EE-3F86-4D86-8A5E-363CEF91CF4F}"/>
          </ac:picMkLst>
        </pc:picChg>
        <pc:cxnChg chg="mod">
          <ac:chgData name="Li,Yuting (HP Medicine) BII-CN-S" userId="ce8fbb54-122c-426d-b8da-fdcc5e1b5022" providerId="ADAL" clId="{8F232678-0372-42DA-A557-A408A5C21744}" dt="2022-05-06T03:46:39.027" v="824" actId="1076"/>
          <ac:cxnSpMkLst>
            <pc:docMk/>
            <pc:sldMk cId="2995017813" sldId="2147377135"/>
            <ac:cxnSpMk id="28" creationId="{9C165100-0114-4167-8FF0-BFF01B293D04}"/>
          </ac:cxnSpMkLst>
        </pc:cxnChg>
      </pc:sldChg>
      <pc:sldChg chg="modSp mod ord">
        <pc:chgData name="Li,Yuting (HP Medicine) BII-CN-S" userId="ce8fbb54-122c-426d-b8da-fdcc5e1b5022" providerId="ADAL" clId="{8F232678-0372-42DA-A557-A408A5C21744}" dt="2022-05-09T11:03:37.119" v="1899" actId="20577"/>
        <pc:sldMkLst>
          <pc:docMk/>
          <pc:sldMk cId="3321039952" sldId="2147377143"/>
        </pc:sldMkLst>
        <pc:spChg chg="mod">
          <ac:chgData name="Li,Yuting (HP Medicine) BII-CN-S" userId="ce8fbb54-122c-426d-b8da-fdcc5e1b5022" providerId="ADAL" clId="{8F232678-0372-42DA-A557-A408A5C21744}" dt="2022-05-06T03:11:01.382" v="282" actId="14100"/>
          <ac:spMkLst>
            <pc:docMk/>
            <pc:sldMk cId="3321039952" sldId="2147377143"/>
            <ac:spMk id="6" creationId="{A23B4D5D-81A6-44E7-A875-03A08F7749F9}"/>
          </ac:spMkLst>
        </pc:spChg>
        <pc:spChg chg="mod">
          <ac:chgData name="Li,Yuting (HP Medicine) BII-CN-S" userId="ce8fbb54-122c-426d-b8da-fdcc5e1b5022" providerId="ADAL" clId="{8F232678-0372-42DA-A557-A408A5C21744}" dt="2022-05-09T11:03:37.119" v="1899" actId="20577"/>
          <ac:spMkLst>
            <pc:docMk/>
            <pc:sldMk cId="3321039952" sldId="2147377143"/>
            <ac:spMk id="51" creationId="{A1E70551-578A-4B35-ACAC-04BA6E603952}"/>
          </ac:spMkLst>
        </pc:spChg>
        <pc:grpChg chg="mod">
          <ac:chgData name="Li,Yuting (HP Medicine) BII-CN-S" userId="ce8fbb54-122c-426d-b8da-fdcc5e1b5022" providerId="ADAL" clId="{8F232678-0372-42DA-A557-A408A5C21744}" dt="2022-05-06T03:11:11.132" v="283" actId="1076"/>
          <ac:grpSpMkLst>
            <pc:docMk/>
            <pc:sldMk cId="3321039952" sldId="2147377143"/>
            <ac:grpSpMk id="50" creationId="{00000000-0000-0000-0000-000000000000}"/>
          </ac:grpSpMkLst>
        </pc:grpChg>
      </pc:sldChg>
      <pc:sldChg chg="del">
        <pc:chgData name="Li,Yuting (HP Medicine) BII-CN-S" userId="ce8fbb54-122c-426d-b8da-fdcc5e1b5022" providerId="ADAL" clId="{8F232678-0372-42DA-A557-A408A5C21744}" dt="2022-05-06T02:50:02.581" v="26" actId="47"/>
        <pc:sldMkLst>
          <pc:docMk/>
          <pc:sldMk cId="1001967075" sldId="2147377159"/>
        </pc:sldMkLst>
      </pc:sldChg>
      <pc:sldChg chg="addSp modSp mod">
        <pc:chgData name="Li,Yuting (HP Medicine) BII-CN-S" userId="ce8fbb54-122c-426d-b8da-fdcc5e1b5022" providerId="ADAL" clId="{8F232678-0372-42DA-A557-A408A5C21744}" dt="2022-05-09T11:53:48.793" v="2078" actId="1036"/>
        <pc:sldMkLst>
          <pc:docMk/>
          <pc:sldMk cId="3766878403" sldId="2147377162"/>
        </pc:sldMkLst>
        <pc:spChg chg="add mod">
          <ac:chgData name="Li,Yuting (HP Medicine) BII-CN-S" userId="ce8fbb54-122c-426d-b8da-fdcc5e1b5022" providerId="ADAL" clId="{8F232678-0372-42DA-A557-A408A5C21744}" dt="2022-05-09T11:53:48.793" v="2078" actId="1036"/>
          <ac:spMkLst>
            <pc:docMk/>
            <pc:sldMk cId="3766878403" sldId="2147377162"/>
            <ac:spMk id="2" creationId="{7F542366-1C3D-41C3-84C5-20B0CB8725BF}"/>
          </ac:spMkLst>
        </pc:spChg>
        <pc:spChg chg="add mod">
          <ac:chgData name="Li,Yuting (HP Medicine) BII-CN-S" userId="ce8fbb54-122c-426d-b8da-fdcc5e1b5022" providerId="ADAL" clId="{8F232678-0372-42DA-A557-A408A5C21744}" dt="2022-05-09T11:53:48.793" v="2078" actId="1036"/>
          <ac:spMkLst>
            <pc:docMk/>
            <pc:sldMk cId="3766878403" sldId="2147377162"/>
            <ac:spMk id="9" creationId="{DFD8270D-1899-48F4-965D-50783101C279}"/>
          </ac:spMkLst>
        </pc:spChg>
        <pc:spChg chg="add mod">
          <ac:chgData name="Li,Yuting (HP Medicine) BII-CN-S" userId="ce8fbb54-122c-426d-b8da-fdcc5e1b5022" providerId="ADAL" clId="{8F232678-0372-42DA-A557-A408A5C21744}" dt="2022-05-09T11:53:48.793" v="2078" actId="1036"/>
          <ac:spMkLst>
            <pc:docMk/>
            <pc:sldMk cId="3766878403" sldId="2147377162"/>
            <ac:spMk id="11" creationId="{6B753D0C-B9BF-4AF8-BC31-E7E6B0E04C2F}"/>
          </ac:spMkLst>
        </pc:spChg>
        <pc:spChg chg="add mod">
          <ac:chgData name="Li,Yuting (HP Medicine) BII-CN-S" userId="ce8fbb54-122c-426d-b8da-fdcc5e1b5022" providerId="ADAL" clId="{8F232678-0372-42DA-A557-A408A5C21744}" dt="2022-05-09T11:53:48.793" v="2078" actId="1036"/>
          <ac:spMkLst>
            <pc:docMk/>
            <pc:sldMk cId="3766878403" sldId="2147377162"/>
            <ac:spMk id="12" creationId="{F7B5D372-9AE9-4FE1-A520-A9B59403C08C}"/>
          </ac:spMkLst>
        </pc:spChg>
        <pc:spChg chg="add mod">
          <ac:chgData name="Li,Yuting (HP Medicine) BII-CN-S" userId="ce8fbb54-122c-426d-b8da-fdcc5e1b5022" providerId="ADAL" clId="{8F232678-0372-42DA-A557-A408A5C21744}" dt="2022-05-09T11:53:48.793" v="2078" actId="1036"/>
          <ac:spMkLst>
            <pc:docMk/>
            <pc:sldMk cId="3766878403" sldId="2147377162"/>
            <ac:spMk id="13" creationId="{C5B24D82-55E1-43E9-8F23-3CE48F96C512}"/>
          </ac:spMkLst>
        </pc:spChg>
        <pc:spChg chg="add mod">
          <ac:chgData name="Li,Yuting (HP Medicine) BII-CN-S" userId="ce8fbb54-122c-426d-b8da-fdcc5e1b5022" providerId="ADAL" clId="{8F232678-0372-42DA-A557-A408A5C21744}" dt="2022-05-09T11:53:48.793" v="2078" actId="1036"/>
          <ac:spMkLst>
            <pc:docMk/>
            <pc:sldMk cId="3766878403" sldId="2147377162"/>
            <ac:spMk id="14" creationId="{57B5CF18-2F2A-4D09-9DBD-B16F319BB922}"/>
          </ac:spMkLst>
        </pc:spChg>
        <pc:spChg chg="add mod">
          <ac:chgData name="Li,Yuting (HP Medicine) BII-CN-S" userId="ce8fbb54-122c-426d-b8da-fdcc5e1b5022" providerId="ADAL" clId="{8F232678-0372-42DA-A557-A408A5C21744}" dt="2022-05-07T03:31:58.476" v="1267" actId="1076"/>
          <ac:spMkLst>
            <pc:docMk/>
            <pc:sldMk cId="3766878403" sldId="2147377162"/>
            <ac:spMk id="15" creationId="{3125B36A-2E15-4DB7-8E7B-9A6C78EBAEEF}"/>
          </ac:spMkLst>
        </pc:spChg>
        <pc:graphicFrameChg chg="mod modGraphic">
          <ac:chgData name="Li,Yuting (HP Medicine) BII-CN-S" userId="ce8fbb54-122c-426d-b8da-fdcc5e1b5022" providerId="ADAL" clId="{8F232678-0372-42DA-A557-A408A5C21744}" dt="2022-05-09T11:53:26.067" v="2065" actId="2165"/>
          <ac:graphicFrameMkLst>
            <pc:docMk/>
            <pc:sldMk cId="3766878403" sldId="2147377162"/>
            <ac:graphicFrameMk id="10" creationId="{7ED29C9C-0700-480D-B788-68CBB9D31EEE}"/>
          </ac:graphicFrameMkLst>
        </pc:graphicFrameChg>
      </pc:sldChg>
      <pc:sldChg chg="addSp delSp modSp mod addCm modCm">
        <pc:chgData name="Li,Yuting (HP Medicine) BII-CN-S" userId="ce8fbb54-122c-426d-b8da-fdcc5e1b5022" providerId="ADAL" clId="{8F232678-0372-42DA-A557-A408A5C21744}" dt="2022-05-09T11:54:39.605" v="2083"/>
        <pc:sldMkLst>
          <pc:docMk/>
          <pc:sldMk cId="2777933554" sldId="2147377173"/>
        </pc:sldMkLst>
        <pc:spChg chg="mod">
          <ac:chgData name="Li,Yuting (HP Medicine) BII-CN-S" userId="ce8fbb54-122c-426d-b8da-fdcc5e1b5022" providerId="ADAL" clId="{8F232678-0372-42DA-A557-A408A5C21744}" dt="2022-05-09T11:54:09.273" v="2079" actId="14100"/>
          <ac:spMkLst>
            <pc:docMk/>
            <pc:sldMk cId="2777933554" sldId="2147377173"/>
            <ac:spMk id="41" creationId="{80672632-5059-4D01-BB59-096554D9CD3A}"/>
          </ac:spMkLst>
        </pc:spChg>
        <pc:grpChg chg="mod">
          <ac:chgData name="Li,Yuting (HP Medicine) BII-CN-S" userId="ce8fbb54-122c-426d-b8da-fdcc5e1b5022" providerId="ADAL" clId="{8F232678-0372-42DA-A557-A408A5C21744}" dt="2022-05-06T02:54:47.272" v="40" actId="1076"/>
          <ac:grpSpMkLst>
            <pc:docMk/>
            <pc:sldMk cId="2777933554" sldId="2147377173"/>
            <ac:grpSpMk id="71" creationId="{00000000-0000-0000-0000-000000000000}"/>
          </ac:grpSpMkLst>
        </pc:grpChg>
        <pc:graphicFrameChg chg="add del">
          <ac:chgData name="Li,Yuting (HP Medicine) BII-CN-S" userId="ce8fbb54-122c-426d-b8da-fdcc5e1b5022" providerId="ADAL" clId="{8F232678-0372-42DA-A557-A408A5C21744}" dt="2022-05-09T11:54:25.470" v="2082"/>
          <ac:graphicFrameMkLst>
            <pc:docMk/>
            <pc:sldMk cId="2777933554" sldId="2147377173"/>
            <ac:graphicFrameMk id="8" creationId="{D8220A6D-DD73-443F-9224-2D645EEFA1ED}"/>
          </ac:graphicFrameMkLst>
        </pc:graphicFrameChg>
        <pc:picChg chg="add mod">
          <ac:chgData name="Li,Yuting (HP Medicine) BII-CN-S" userId="ce8fbb54-122c-426d-b8da-fdcc5e1b5022" providerId="ADAL" clId="{8F232678-0372-42DA-A557-A408A5C21744}" dt="2022-05-09T11:54:39.605" v="2083"/>
          <ac:picMkLst>
            <pc:docMk/>
            <pc:sldMk cId="2777933554" sldId="2147377173"/>
            <ac:picMk id="37" creationId="{9AEFC3D7-1C75-41B1-9C5D-FC99F32D816A}"/>
          </ac:picMkLst>
        </pc:picChg>
        <pc:picChg chg="del">
          <ac:chgData name="Li,Yuting (HP Medicine) BII-CN-S" userId="ce8fbb54-122c-426d-b8da-fdcc5e1b5022" providerId="ADAL" clId="{8F232678-0372-42DA-A557-A408A5C21744}" dt="2022-05-09T11:54:21.416" v="2080" actId="478"/>
          <ac:picMkLst>
            <pc:docMk/>
            <pc:sldMk cId="2777933554" sldId="2147377173"/>
            <ac:picMk id="44" creationId="{00000000-0000-0000-0000-000000000000}"/>
          </ac:picMkLst>
        </pc:picChg>
      </pc:sldChg>
      <pc:sldChg chg="addSp modSp mod">
        <pc:chgData name="Li,Yuting (HP Medicine) BII-CN-S" userId="ce8fbb54-122c-426d-b8da-fdcc5e1b5022" providerId="ADAL" clId="{8F232678-0372-42DA-A557-A408A5C21744}" dt="2022-05-09T11:05:20.660" v="1933" actId="20577"/>
        <pc:sldMkLst>
          <pc:docMk/>
          <pc:sldMk cId="1349082433" sldId="2147377174"/>
        </pc:sldMkLst>
        <pc:spChg chg="add mod">
          <ac:chgData name="Li,Yuting (HP Medicine) BII-CN-S" userId="ce8fbb54-122c-426d-b8da-fdcc5e1b5022" providerId="ADAL" clId="{8F232678-0372-42DA-A557-A408A5C21744}" dt="2022-05-06T03:15:42.473" v="471" actId="404"/>
          <ac:spMkLst>
            <pc:docMk/>
            <pc:sldMk cId="1349082433" sldId="2147377174"/>
            <ac:spMk id="6" creationId="{25E9B149-D572-4CFE-AEEE-BB1C81F2D0A9}"/>
          </ac:spMkLst>
        </pc:spChg>
        <pc:spChg chg="mod">
          <ac:chgData name="Li,Yuting (HP Medicine) BII-CN-S" userId="ce8fbb54-122c-426d-b8da-fdcc5e1b5022" providerId="ADAL" clId="{8F232678-0372-42DA-A557-A408A5C21744}" dt="2022-05-06T03:15:11.023" v="430" actId="20577"/>
          <ac:spMkLst>
            <pc:docMk/>
            <pc:sldMk cId="1349082433" sldId="2147377174"/>
            <ac:spMk id="8" creationId="{00000000-0000-0000-0000-000000000000}"/>
          </ac:spMkLst>
        </pc:spChg>
        <pc:spChg chg="mod">
          <ac:chgData name="Li,Yuting (HP Medicine) BII-CN-S" userId="ce8fbb54-122c-426d-b8da-fdcc5e1b5022" providerId="ADAL" clId="{8F232678-0372-42DA-A557-A408A5C21744}" dt="2022-05-06T03:24:40.530" v="595" actId="1076"/>
          <ac:spMkLst>
            <pc:docMk/>
            <pc:sldMk cId="1349082433" sldId="2147377174"/>
            <ac:spMk id="55" creationId="{9224C17E-1AA1-4096-A3FD-25D6FD8BA444}"/>
          </ac:spMkLst>
        </pc:spChg>
        <pc:spChg chg="mod">
          <ac:chgData name="Li,Yuting (HP Medicine) BII-CN-S" userId="ce8fbb54-122c-426d-b8da-fdcc5e1b5022" providerId="ADAL" clId="{8F232678-0372-42DA-A557-A408A5C21744}" dt="2022-05-09T11:05:20.660" v="1933" actId="20577"/>
          <ac:spMkLst>
            <pc:docMk/>
            <pc:sldMk cId="1349082433" sldId="2147377174"/>
            <ac:spMk id="75" creationId="{23E443ED-C91E-4425-963C-DB47A7F0B19C}"/>
          </ac:spMkLst>
        </pc:spChg>
        <pc:cxnChg chg="mod">
          <ac:chgData name="Li,Yuting (HP Medicine) BII-CN-S" userId="ce8fbb54-122c-426d-b8da-fdcc5e1b5022" providerId="ADAL" clId="{8F232678-0372-42DA-A557-A408A5C21744}" dt="2022-05-06T03:24:43.297" v="596" actId="1076"/>
          <ac:cxnSpMkLst>
            <pc:docMk/>
            <pc:sldMk cId="1349082433" sldId="2147377174"/>
            <ac:cxnSpMk id="54" creationId="{9C165100-0114-4167-8FF0-BFF01B293D04}"/>
          </ac:cxnSpMkLst>
        </pc:cxnChg>
      </pc:sldChg>
      <pc:sldChg chg="modSp mod">
        <pc:chgData name="Li,Yuting (HP Medicine) BII-CN-S" userId="ce8fbb54-122c-426d-b8da-fdcc5e1b5022" providerId="ADAL" clId="{8F232678-0372-42DA-A557-A408A5C21744}" dt="2022-05-09T03:40:03.373" v="1284" actId="207"/>
        <pc:sldMkLst>
          <pc:docMk/>
          <pc:sldMk cId="2180619049" sldId="2147377175"/>
        </pc:sldMkLst>
        <pc:spChg chg="mod">
          <ac:chgData name="Li,Yuting (HP Medicine) BII-CN-S" userId="ce8fbb54-122c-426d-b8da-fdcc5e1b5022" providerId="ADAL" clId="{8F232678-0372-42DA-A557-A408A5C21744}" dt="2022-05-09T03:40:03.373" v="1284" actId="207"/>
          <ac:spMkLst>
            <pc:docMk/>
            <pc:sldMk cId="2180619049" sldId="2147377175"/>
            <ac:spMk id="75" creationId="{23E443ED-C91E-4425-963C-DB47A7F0B19C}"/>
          </ac:spMkLst>
        </pc:spChg>
      </pc:sldChg>
      <pc:sldChg chg="modSp mod modShow">
        <pc:chgData name="Li,Yuting (HP Medicine) BII-CN-S" userId="ce8fbb54-122c-426d-b8da-fdcc5e1b5022" providerId="ADAL" clId="{8F232678-0372-42DA-A557-A408A5C21744}" dt="2022-05-09T11:05:39.297" v="1934" actId="729"/>
        <pc:sldMkLst>
          <pc:docMk/>
          <pc:sldMk cId="4118063875" sldId="2147377176"/>
        </pc:sldMkLst>
        <pc:grpChg chg="mod">
          <ac:chgData name="Li,Yuting (HP Medicine) BII-CN-S" userId="ce8fbb54-122c-426d-b8da-fdcc5e1b5022" providerId="ADAL" clId="{8F232678-0372-42DA-A557-A408A5C21744}" dt="2022-05-06T03:27:19.092" v="655" actId="1076"/>
          <ac:grpSpMkLst>
            <pc:docMk/>
            <pc:sldMk cId="4118063875" sldId="2147377176"/>
            <ac:grpSpMk id="59" creationId="{00000000-0000-0000-0000-000000000000}"/>
          </ac:grpSpMkLst>
        </pc:grpChg>
      </pc:sldChg>
      <pc:sldChg chg="modSp del mod">
        <pc:chgData name="Li,Yuting (HP Medicine) BII-CN-S" userId="ce8fbb54-122c-426d-b8da-fdcc5e1b5022" providerId="ADAL" clId="{8F232678-0372-42DA-A557-A408A5C21744}" dt="2022-05-06T03:53:20.079" v="1028" actId="47"/>
        <pc:sldMkLst>
          <pc:docMk/>
          <pc:sldMk cId="3255186489" sldId="2147377178"/>
        </pc:sldMkLst>
        <pc:spChg chg="mod">
          <ac:chgData name="Li,Yuting (HP Medicine) BII-CN-S" userId="ce8fbb54-122c-426d-b8da-fdcc5e1b5022" providerId="ADAL" clId="{8F232678-0372-42DA-A557-A408A5C21744}" dt="2022-05-06T03:50:45.489" v="973" actId="20577"/>
          <ac:spMkLst>
            <pc:docMk/>
            <pc:sldMk cId="3255186489" sldId="2147377178"/>
            <ac:spMk id="8" creationId="{00000000-0000-0000-0000-000000000000}"/>
          </ac:spMkLst>
        </pc:spChg>
      </pc:sldChg>
      <pc:sldChg chg="del">
        <pc:chgData name="Li,Yuting (HP Medicine) BII-CN-S" userId="ce8fbb54-122c-426d-b8da-fdcc5e1b5022" providerId="ADAL" clId="{8F232678-0372-42DA-A557-A408A5C21744}" dt="2022-05-06T02:54:34.792" v="39" actId="47"/>
        <pc:sldMkLst>
          <pc:docMk/>
          <pc:sldMk cId="1816839772" sldId="2147377201"/>
        </pc:sldMkLst>
      </pc:sldChg>
      <pc:sldChg chg="del">
        <pc:chgData name="Li,Yuting (HP Medicine) BII-CN-S" userId="ce8fbb54-122c-426d-b8da-fdcc5e1b5022" providerId="ADAL" clId="{8F232678-0372-42DA-A557-A408A5C21744}" dt="2022-05-06T03:44:54.154" v="813" actId="47"/>
        <pc:sldMkLst>
          <pc:docMk/>
          <pc:sldMk cId="3008635063" sldId="2147377204"/>
        </pc:sldMkLst>
      </pc:sldChg>
      <pc:sldChg chg="ord">
        <pc:chgData name="Li,Yuting (HP Medicine) BII-CN-S" userId="ce8fbb54-122c-426d-b8da-fdcc5e1b5022" providerId="ADAL" clId="{8F232678-0372-42DA-A557-A408A5C21744}" dt="2022-05-06T03:30:48.726" v="659"/>
        <pc:sldMkLst>
          <pc:docMk/>
          <pc:sldMk cId="1848714605" sldId="2147377205"/>
        </pc:sldMkLst>
      </pc:sldChg>
      <pc:sldChg chg="add addCm modCm">
        <pc:chgData name="Li,Yuting (HP Medicine) BII-CN-S" userId="ce8fbb54-122c-426d-b8da-fdcc5e1b5022" providerId="ADAL" clId="{8F232678-0372-42DA-A557-A408A5C21744}" dt="2022-05-06T03:46:20.026" v="822"/>
        <pc:sldMkLst>
          <pc:docMk/>
          <pc:sldMk cId="3008635063" sldId="2147377206"/>
        </pc:sldMkLst>
      </pc:sldChg>
      <pc:sldChg chg="modSp mod addCm modCm">
        <pc:chgData name="Li,Yuting (HP Medicine) BII-CN-S" userId="ce8fbb54-122c-426d-b8da-fdcc5e1b5022" providerId="ADAL" clId="{8F232678-0372-42DA-A557-A408A5C21744}" dt="2022-05-06T04:05:18.793" v="1233"/>
        <pc:sldMkLst>
          <pc:docMk/>
          <pc:sldMk cId="655702869" sldId="2147377210"/>
        </pc:sldMkLst>
        <pc:spChg chg="mod">
          <ac:chgData name="Li,Yuting (HP Medicine) BII-CN-S" userId="ce8fbb54-122c-426d-b8da-fdcc5e1b5022" providerId="ADAL" clId="{8F232678-0372-42DA-A557-A408A5C21744}" dt="2022-05-06T04:03:40.690" v="1228" actId="1076"/>
          <ac:spMkLst>
            <pc:docMk/>
            <pc:sldMk cId="655702869" sldId="2147377210"/>
            <ac:spMk id="2" creationId="{E873FE29-82A5-4786-ADC4-9CB77E313698}"/>
          </ac:spMkLst>
        </pc:spChg>
        <pc:spChg chg="mod">
          <ac:chgData name="Li,Yuting (HP Medicine) BII-CN-S" userId="ce8fbb54-122c-426d-b8da-fdcc5e1b5022" providerId="ADAL" clId="{8F232678-0372-42DA-A557-A408A5C21744}" dt="2022-05-06T04:03:45.567" v="1229" actId="1076"/>
          <ac:spMkLst>
            <pc:docMk/>
            <pc:sldMk cId="655702869" sldId="2147377210"/>
            <ac:spMk id="7" creationId="{9DBDCC91-19FD-48CE-8906-23CCD87DAF59}"/>
          </ac:spMkLst>
        </pc:spChg>
        <pc:graphicFrameChg chg="mod modGraphic">
          <ac:chgData name="Li,Yuting (HP Medicine) BII-CN-S" userId="ce8fbb54-122c-426d-b8da-fdcc5e1b5022" providerId="ADAL" clId="{8F232678-0372-42DA-A557-A408A5C21744}" dt="2022-05-06T04:03:58.393" v="1230" actId="1076"/>
          <ac:graphicFrameMkLst>
            <pc:docMk/>
            <pc:sldMk cId="655702869" sldId="2147377210"/>
            <ac:graphicFrameMk id="11" creationId="{0A08FB9D-F1B7-435B-B330-8D6996BD0B44}"/>
          </ac:graphicFrameMkLst>
        </pc:graphicFrameChg>
      </pc:sldChg>
      <pc:sldChg chg="add del">
        <pc:chgData name="Li,Yuting (HP Medicine) BII-CN-S" userId="ce8fbb54-122c-426d-b8da-fdcc5e1b5022" providerId="ADAL" clId="{8F232678-0372-42DA-A557-A408A5C21744}" dt="2022-05-09T11:23:25.946" v="2013"/>
        <pc:sldMkLst>
          <pc:docMk/>
          <pc:sldMk cId="164500619" sldId="2147377211"/>
        </pc:sldMkLst>
      </pc:sldChg>
      <pc:sldChg chg="add del">
        <pc:chgData name="Li,Yuting (HP Medicine) BII-CN-S" userId="ce8fbb54-122c-426d-b8da-fdcc5e1b5022" providerId="ADAL" clId="{8F232678-0372-42DA-A557-A408A5C21744}" dt="2022-05-09T03:43:14.496" v="1287"/>
        <pc:sldMkLst>
          <pc:docMk/>
          <pc:sldMk cId="1118447922" sldId="2147377211"/>
        </pc:sldMkLst>
      </pc:sldChg>
      <pc:sldChg chg="mod modShow">
        <pc:chgData name="Li,Yuting (HP Medicine) BII-CN-S" userId="ce8fbb54-122c-426d-b8da-fdcc5e1b5022" providerId="ADAL" clId="{8F232678-0372-42DA-A557-A408A5C21744}" dt="2022-05-09T11:55:16.029" v="2086" actId="729"/>
        <pc:sldMkLst>
          <pc:docMk/>
          <pc:sldMk cId="1443075286" sldId="2147377211"/>
        </pc:sldMkLst>
      </pc:sldChg>
      <pc:sldChg chg="modSp add del">
        <pc:chgData name="Li,Yuting (HP Medicine) BII-CN-S" userId="ce8fbb54-122c-426d-b8da-fdcc5e1b5022" providerId="ADAL" clId="{8F232678-0372-42DA-A557-A408A5C21744}" dt="2022-05-09T03:43:14.496" v="1287"/>
        <pc:sldMkLst>
          <pc:docMk/>
          <pc:sldMk cId="1629625139" sldId="2147377212"/>
        </pc:sldMkLst>
        <pc:graphicFrameChg chg="mod">
          <ac:chgData name="Li,Yuting (HP Medicine) BII-CN-S" userId="ce8fbb54-122c-426d-b8da-fdcc5e1b5022" providerId="ADAL" clId="{8F232678-0372-42DA-A557-A408A5C21744}" dt="2022-05-09T03:43:12.235" v="1286"/>
          <ac:graphicFrameMkLst>
            <pc:docMk/>
            <pc:sldMk cId="1629625139" sldId="2147377212"/>
            <ac:graphicFrameMk id="6" creationId="{F666B5FF-29BB-4E47-8476-A29856CD2291}"/>
          </ac:graphicFrameMkLst>
        </pc:graphicFrameChg>
        <pc:graphicFrameChg chg="mod">
          <ac:chgData name="Li,Yuting (HP Medicine) BII-CN-S" userId="ce8fbb54-122c-426d-b8da-fdcc5e1b5022" providerId="ADAL" clId="{8F232678-0372-42DA-A557-A408A5C21744}" dt="2022-05-09T03:43:12.235" v="1286"/>
          <ac:graphicFrameMkLst>
            <pc:docMk/>
            <pc:sldMk cId="1629625139" sldId="2147377212"/>
            <ac:graphicFrameMk id="7" creationId="{27F5E4CF-A4FD-4915-9764-891589741D96}"/>
          </ac:graphicFrameMkLst>
        </pc:graphicFrameChg>
      </pc:sldChg>
    </pc:docChg>
  </pc:docChgLst>
  <pc:docChgLst>
    <pc:chgData name="Lu,Yixin (MED CD&amp;O) BII-CN-S" userId="S::yixin.lu@boehringer-ingelheim.com::6055c963-f18b-4b43-9f26-62c3b4c5f854" providerId="AD" clId="Web-{F2FBE07F-E637-F948-91B4-AFCB27371FAA}"/>
    <pc:docChg chg="modSld">
      <pc:chgData name="Lu,Yixin (MED CD&amp;O) BII-CN-S" userId="S::yixin.lu@boehringer-ingelheim.com::6055c963-f18b-4b43-9f26-62c3b4c5f854" providerId="AD" clId="Web-{F2FBE07F-E637-F948-91B4-AFCB27371FAA}" dt="2022-09-30T05:31:15.285" v="56"/>
      <pc:docMkLst>
        <pc:docMk/>
      </pc:docMkLst>
      <pc:sldChg chg="modSp addCm">
        <pc:chgData name="Lu,Yixin (MED CD&amp;O) BII-CN-S" userId="S::yixin.lu@boehringer-ingelheim.com::6055c963-f18b-4b43-9f26-62c3b4c5f854" providerId="AD" clId="Web-{F2FBE07F-E637-F948-91B4-AFCB27371FAA}" dt="2022-09-30T05:31:15.285" v="56"/>
        <pc:sldMkLst>
          <pc:docMk/>
          <pc:sldMk cId="3315052253" sldId="2147377311"/>
        </pc:sldMkLst>
        <pc:spChg chg="mod">
          <ac:chgData name="Lu,Yixin (MED CD&amp;O) BII-CN-S" userId="S::yixin.lu@boehringer-ingelheim.com::6055c963-f18b-4b43-9f26-62c3b4c5f854" providerId="AD" clId="Web-{F2FBE07F-E637-F948-91B4-AFCB27371FAA}" dt="2022-09-30T05:30:45.909" v="55" actId="20577"/>
          <ac:spMkLst>
            <pc:docMk/>
            <pc:sldMk cId="3315052253" sldId="2147377311"/>
            <ac:spMk id="192" creationId="{31193A60-52A8-4E9D-BB69-B3D203C95D66}"/>
          </ac:spMkLst>
        </pc:spChg>
      </pc:sldChg>
    </pc:docChg>
  </pc:docChgLst>
  <pc:docChgLst>
    <pc:chgData name="Li,Yuting (HP Medicine) BII-CN-S" userId="ce8fbb54-122c-426d-b8da-fdcc5e1b5022" providerId="ADAL" clId="{A5C701A7-E2AA-4EFC-8F94-7D42E6CB0213}"/>
    <pc:docChg chg="custSel addSld delSld modSld sldOrd">
      <pc:chgData name="Li,Yuting (HP Medicine) BII-CN-S" userId="ce8fbb54-122c-426d-b8da-fdcc5e1b5022" providerId="ADAL" clId="{A5C701A7-E2AA-4EFC-8F94-7D42E6CB0213}" dt="2023-10-12T08:52:58.436" v="272" actId="20577"/>
      <pc:docMkLst>
        <pc:docMk/>
      </pc:docMkLst>
      <pc:sldChg chg="delCm">
        <pc:chgData name="Li,Yuting (HP Medicine) BII-CN-S" userId="ce8fbb54-122c-426d-b8da-fdcc5e1b5022" providerId="ADAL" clId="{A5C701A7-E2AA-4EFC-8F94-7D42E6CB0213}" dt="2023-10-11T12:34:25.697" v="4" actId="1592"/>
        <pc:sldMkLst>
          <pc:docMk/>
          <pc:sldMk cId="1908837058" sldId="2147474098"/>
        </pc:sldMkLst>
      </pc:sldChg>
      <pc:sldChg chg="del">
        <pc:chgData name="Li,Yuting (HP Medicine) BII-CN-S" userId="ce8fbb54-122c-426d-b8da-fdcc5e1b5022" providerId="ADAL" clId="{A5C701A7-E2AA-4EFC-8F94-7D42E6CB0213}" dt="2023-10-12T05:55:02.043" v="31" actId="47"/>
        <pc:sldMkLst>
          <pc:docMk/>
          <pc:sldMk cId="1692118248" sldId="2147474241"/>
        </pc:sldMkLst>
      </pc:sldChg>
      <pc:sldChg chg="delSp">
        <pc:chgData name="Li,Yuting (HP Medicine) BII-CN-S" userId="ce8fbb54-122c-426d-b8da-fdcc5e1b5022" providerId="ADAL" clId="{A5C701A7-E2AA-4EFC-8F94-7D42E6CB0213}" dt="2023-10-12T07:51:07.844" v="218"/>
        <pc:sldMkLst>
          <pc:docMk/>
          <pc:sldMk cId="2422094028" sldId="2147474885"/>
        </pc:sldMkLst>
        <pc:picChg chg="del">
          <ac:chgData name="Li,Yuting (HP Medicine) BII-CN-S" userId="ce8fbb54-122c-426d-b8da-fdcc5e1b5022" providerId="ADAL" clId="{A5C701A7-E2AA-4EFC-8F94-7D42E6CB0213}" dt="2023-10-12T07:51:07.844" v="218"/>
          <ac:picMkLst>
            <pc:docMk/>
            <pc:sldMk cId="2422094028" sldId="2147474885"/>
            <ac:picMk id="1026" creationId="{68A23A36-337F-EE3A-C49A-D71D50A28462}"/>
          </ac:picMkLst>
        </pc:picChg>
      </pc:sldChg>
      <pc:sldChg chg="addSp modSp mod delCm">
        <pc:chgData name="Li,Yuting (HP Medicine) BII-CN-S" userId="ce8fbb54-122c-426d-b8da-fdcc5e1b5022" providerId="ADAL" clId="{A5C701A7-E2AA-4EFC-8F94-7D42E6CB0213}" dt="2023-10-12T06:36:00.903" v="117" actId="1076"/>
        <pc:sldMkLst>
          <pc:docMk/>
          <pc:sldMk cId="94460591" sldId="2147474911"/>
        </pc:sldMkLst>
        <pc:spChg chg="add mod">
          <ac:chgData name="Li,Yuting (HP Medicine) BII-CN-S" userId="ce8fbb54-122c-426d-b8da-fdcc5e1b5022" providerId="ADAL" clId="{A5C701A7-E2AA-4EFC-8F94-7D42E6CB0213}" dt="2023-10-12T06:36:00.903" v="117" actId="1076"/>
          <ac:spMkLst>
            <pc:docMk/>
            <pc:sldMk cId="94460591" sldId="2147474911"/>
            <ac:spMk id="2" creationId="{48F5E418-312B-DA68-2590-806DF5571B19}"/>
          </ac:spMkLst>
        </pc:spChg>
        <pc:spChg chg="mod">
          <ac:chgData name="Li,Yuting (HP Medicine) BII-CN-S" userId="ce8fbb54-122c-426d-b8da-fdcc5e1b5022" providerId="ADAL" clId="{A5C701A7-E2AA-4EFC-8F94-7D42E6CB0213}" dt="2023-10-12T06:20:24.449" v="43"/>
          <ac:spMkLst>
            <pc:docMk/>
            <pc:sldMk cId="94460591" sldId="2147474911"/>
            <ac:spMk id="9" creationId="{C1727C6A-C946-9D6B-28A9-9F45E43FB77E}"/>
          </ac:spMkLst>
        </pc:spChg>
      </pc:sldChg>
      <pc:sldChg chg="del delCm">
        <pc:chgData name="Li,Yuting (HP Medicine) BII-CN-S" userId="ce8fbb54-122c-426d-b8da-fdcc5e1b5022" providerId="ADAL" clId="{A5C701A7-E2AA-4EFC-8F94-7D42E6CB0213}" dt="2023-10-12T05:55:00.547" v="30" actId="47"/>
        <pc:sldMkLst>
          <pc:docMk/>
          <pc:sldMk cId="2135626461" sldId="2147474913"/>
        </pc:sldMkLst>
      </pc:sldChg>
      <pc:sldChg chg="modSp mod">
        <pc:chgData name="Li,Yuting (HP Medicine) BII-CN-S" userId="ce8fbb54-122c-426d-b8da-fdcc5e1b5022" providerId="ADAL" clId="{A5C701A7-E2AA-4EFC-8F94-7D42E6CB0213}" dt="2023-10-12T07:35:39.111" v="205" actId="20577"/>
        <pc:sldMkLst>
          <pc:docMk/>
          <pc:sldMk cId="2604200859" sldId="2147474929"/>
        </pc:sldMkLst>
        <pc:spChg chg="mod">
          <ac:chgData name="Li,Yuting (HP Medicine) BII-CN-S" userId="ce8fbb54-122c-426d-b8da-fdcc5e1b5022" providerId="ADAL" clId="{A5C701A7-E2AA-4EFC-8F94-7D42E6CB0213}" dt="2023-10-12T07:35:39.111" v="205" actId="20577"/>
          <ac:spMkLst>
            <pc:docMk/>
            <pc:sldMk cId="2604200859" sldId="2147474929"/>
            <ac:spMk id="62" creationId="{8DB07CF5-ABA1-4C9B-A9DA-0E66E05CDEC6}"/>
          </ac:spMkLst>
        </pc:spChg>
      </pc:sldChg>
      <pc:sldChg chg="modSp mod">
        <pc:chgData name="Li,Yuting (HP Medicine) BII-CN-S" userId="ce8fbb54-122c-426d-b8da-fdcc5e1b5022" providerId="ADAL" clId="{A5C701A7-E2AA-4EFC-8F94-7D42E6CB0213}" dt="2023-10-12T07:47:21.452" v="217" actId="20577"/>
        <pc:sldMkLst>
          <pc:docMk/>
          <pc:sldMk cId="2608856467" sldId="2147474930"/>
        </pc:sldMkLst>
        <pc:spChg chg="mod">
          <ac:chgData name="Li,Yuting (HP Medicine) BII-CN-S" userId="ce8fbb54-122c-426d-b8da-fdcc5e1b5022" providerId="ADAL" clId="{A5C701A7-E2AA-4EFC-8F94-7D42E6CB0213}" dt="2023-10-12T07:47:21.452" v="217" actId="20577"/>
          <ac:spMkLst>
            <pc:docMk/>
            <pc:sldMk cId="2608856467" sldId="2147474930"/>
            <ac:spMk id="6" creationId="{25357EA1-1F19-4D1B-9A4E-2EAB26F09BB9}"/>
          </ac:spMkLst>
        </pc:spChg>
      </pc:sldChg>
      <pc:sldChg chg="mod modShow delCm">
        <pc:chgData name="Li,Yuting (HP Medicine) BII-CN-S" userId="ce8fbb54-122c-426d-b8da-fdcc5e1b5022" providerId="ADAL" clId="{A5C701A7-E2AA-4EFC-8F94-7D42E6CB0213}" dt="2023-10-12T05:54:45.171" v="29" actId="729"/>
        <pc:sldMkLst>
          <pc:docMk/>
          <pc:sldMk cId="1620675733" sldId="2147474938"/>
        </pc:sldMkLst>
      </pc:sldChg>
      <pc:sldChg chg="modSp mod">
        <pc:chgData name="Li,Yuting (HP Medicine) BII-CN-S" userId="ce8fbb54-122c-426d-b8da-fdcc5e1b5022" providerId="ADAL" clId="{A5C701A7-E2AA-4EFC-8F94-7D42E6CB0213}" dt="2023-10-11T12:35:07.164" v="26" actId="207"/>
        <pc:sldMkLst>
          <pc:docMk/>
          <pc:sldMk cId="3715361284" sldId="2147474944"/>
        </pc:sldMkLst>
        <pc:graphicFrameChg chg="modGraphic">
          <ac:chgData name="Li,Yuting (HP Medicine) BII-CN-S" userId="ce8fbb54-122c-426d-b8da-fdcc5e1b5022" providerId="ADAL" clId="{A5C701A7-E2AA-4EFC-8F94-7D42E6CB0213}" dt="2023-10-11T12:35:07.164" v="26" actId="207"/>
          <ac:graphicFrameMkLst>
            <pc:docMk/>
            <pc:sldMk cId="3715361284" sldId="2147474944"/>
            <ac:graphicFrameMk id="10" creationId="{7ED29C9C-0700-480D-B788-68CBB9D31EEE}"/>
          </ac:graphicFrameMkLst>
        </pc:graphicFrameChg>
      </pc:sldChg>
      <pc:sldChg chg="modSp mod delCm">
        <pc:chgData name="Li,Yuting (HP Medicine) BII-CN-S" userId="ce8fbb54-122c-426d-b8da-fdcc5e1b5022" providerId="ADAL" clId="{A5C701A7-E2AA-4EFC-8F94-7D42E6CB0213}" dt="2023-10-12T06:48:05.677" v="118" actId="403"/>
        <pc:sldMkLst>
          <pc:docMk/>
          <pc:sldMk cId="4107447454" sldId="2147474946"/>
        </pc:sldMkLst>
        <pc:graphicFrameChg chg="modGraphic">
          <ac:chgData name="Li,Yuting (HP Medicine) BII-CN-S" userId="ce8fbb54-122c-426d-b8da-fdcc5e1b5022" providerId="ADAL" clId="{A5C701A7-E2AA-4EFC-8F94-7D42E6CB0213}" dt="2023-10-12T06:48:05.677" v="118" actId="403"/>
          <ac:graphicFrameMkLst>
            <pc:docMk/>
            <pc:sldMk cId="4107447454" sldId="2147474946"/>
            <ac:graphicFrameMk id="3" creationId="{11AE3040-3184-4C5F-87F2-D328CD8202AC}"/>
          </ac:graphicFrameMkLst>
        </pc:graphicFrameChg>
      </pc:sldChg>
      <pc:sldChg chg="modSp mod">
        <pc:chgData name="Li,Yuting (HP Medicine) BII-CN-S" userId="ce8fbb54-122c-426d-b8da-fdcc5e1b5022" providerId="ADAL" clId="{A5C701A7-E2AA-4EFC-8F94-7D42E6CB0213}" dt="2023-10-12T06:52:13.421" v="121" actId="20577"/>
        <pc:sldMkLst>
          <pc:docMk/>
          <pc:sldMk cId="3897820040" sldId="2147474948"/>
        </pc:sldMkLst>
        <pc:spChg chg="mod">
          <ac:chgData name="Li,Yuting (HP Medicine) BII-CN-S" userId="ce8fbb54-122c-426d-b8da-fdcc5e1b5022" providerId="ADAL" clId="{A5C701A7-E2AA-4EFC-8F94-7D42E6CB0213}" dt="2023-10-12T06:52:13.421" v="121" actId="20577"/>
          <ac:spMkLst>
            <pc:docMk/>
            <pc:sldMk cId="3897820040" sldId="2147474948"/>
            <ac:spMk id="41" creationId="{80672632-5059-4D01-BB59-096554D9CD3A}"/>
          </ac:spMkLst>
        </pc:spChg>
      </pc:sldChg>
      <pc:sldChg chg="modSp mod">
        <pc:chgData name="Li,Yuting (HP Medicine) BII-CN-S" userId="ce8fbb54-122c-426d-b8da-fdcc5e1b5022" providerId="ADAL" clId="{A5C701A7-E2AA-4EFC-8F94-7D42E6CB0213}" dt="2023-10-12T06:55:17.093" v="129" actId="20577"/>
        <pc:sldMkLst>
          <pc:docMk/>
          <pc:sldMk cId="3100313960" sldId="2147474949"/>
        </pc:sldMkLst>
        <pc:spChg chg="mod">
          <ac:chgData name="Li,Yuting (HP Medicine) BII-CN-S" userId="ce8fbb54-122c-426d-b8da-fdcc5e1b5022" providerId="ADAL" clId="{A5C701A7-E2AA-4EFC-8F94-7D42E6CB0213}" dt="2023-10-12T06:55:17.093" v="129" actId="20577"/>
          <ac:spMkLst>
            <pc:docMk/>
            <pc:sldMk cId="3100313960" sldId="2147474949"/>
            <ac:spMk id="126" creationId="{6A146A9F-3077-48E6-AD05-74AFFA257DC1}"/>
          </ac:spMkLst>
        </pc:spChg>
      </pc:sldChg>
      <pc:sldChg chg="modSp mod delCm">
        <pc:chgData name="Li,Yuting (HP Medicine) BII-CN-S" userId="ce8fbb54-122c-426d-b8da-fdcc5e1b5022" providerId="ADAL" clId="{A5C701A7-E2AA-4EFC-8F94-7D42E6CB0213}" dt="2023-10-12T07:12:57.350" v="136" actId="20577"/>
        <pc:sldMkLst>
          <pc:docMk/>
          <pc:sldMk cId="3162912799" sldId="2147474951"/>
        </pc:sldMkLst>
        <pc:spChg chg="mod">
          <ac:chgData name="Li,Yuting (HP Medicine) BII-CN-S" userId="ce8fbb54-122c-426d-b8da-fdcc5e1b5022" providerId="ADAL" clId="{A5C701A7-E2AA-4EFC-8F94-7D42E6CB0213}" dt="2023-10-12T07:12:57.350" v="136" actId="20577"/>
          <ac:spMkLst>
            <pc:docMk/>
            <pc:sldMk cId="3162912799" sldId="2147474951"/>
            <ac:spMk id="2" creationId="{BC8873B9-19AB-A496-35AD-2D528FF16024}"/>
          </ac:spMkLst>
        </pc:spChg>
      </pc:sldChg>
      <pc:sldChg chg="modSp mod">
        <pc:chgData name="Li,Yuting (HP Medicine) BII-CN-S" userId="ce8fbb54-122c-426d-b8da-fdcc5e1b5022" providerId="ADAL" clId="{A5C701A7-E2AA-4EFC-8F94-7D42E6CB0213}" dt="2023-10-12T07:19:18.508" v="188" actId="20577"/>
        <pc:sldMkLst>
          <pc:docMk/>
          <pc:sldMk cId="3438092037" sldId="2147474952"/>
        </pc:sldMkLst>
        <pc:spChg chg="mod">
          <ac:chgData name="Li,Yuting (HP Medicine) BII-CN-S" userId="ce8fbb54-122c-426d-b8da-fdcc5e1b5022" providerId="ADAL" clId="{A5C701A7-E2AA-4EFC-8F94-7D42E6CB0213}" dt="2023-10-12T07:19:18.508" v="188" actId="20577"/>
          <ac:spMkLst>
            <pc:docMk/>
            <pc:sldMk cId="3438092037" sldId="2147474952"/>
            <ac:spMk id="5" creationId="{23DB86F8-60A0-6A56-DC74-D2994B3B6CA9}"/>
          </ac:spMkLst>
        </pc:spChg>
      </pc:sldChg>
      <pc:sldChg chg="ord">
        <pc:chgData name="Li,Yuting (HP Medicine) BII-CN-S" userId="ce8fbb54-122c-426d-b8da-fdcc5e1b5022" providerId="ADAL" clId="{A5C701A7-E2AA-4EFC-8F94-7D42E6CB0213}" dt="2023-10-11T13:23:23.208" v="28"/>
        <pc:sldMkLst>
          <pc:docMk/>
          <pc:sldMk cId="3912572951" sldId="2147474962"/>
        </pc:sldMkLst>
      </pc:sldChg>
      <pc:sldChg chg="modSp mod">
        <pc:chgData name="Li,Yuting (HP Medicine) BII-CN-S" userId="ce8fbb54-122c-426d-b8da-fdcc5e1b5022" providerId="ADAL" clId="{A5C701A7-E2AA-4EFC-8F94-7D42E6CB0213}" dt="2023-10-12T08:52:58.436" v="272" actId="20577"/>
        <pc:sldMkLst>
          <pc:docMk/>
          <pc:sldMk cId="699325687" sldId="2147474963"/>
        </pc:sldMkLst>
        <pc:spChg chg="mod">
          <ac:chgData name="Li,Yuting (HP Medicine) BII-CN-S" userId="ce8fbb54-122c-426d-b8da-fdcc5e1b5022" providerId="ADAL" clId="{A5C701A7-E2AA-4EFC-8F94-7D42E6CB0213}" dt="2023-10-12T08:23:04.832" v="229" actId="403"/>
          <ac:spMkLst>
            <pc:docMk/>
            <pc:sldMk cId="699325687" sldId="2147474963"/>
            <ac:spMk id="5" creationId="{C4DECDA1-79AD-8B9D-708E-04480A636390}"/>
          </ac:spMkLst>
        </pc:spChg>
        <pc:spChg chg="mod">
          <ac:chgData name="Li,Yuting (HP Medicine) BII-CN-S" userId="ce8fbb54-122c-426d-b8da-fdcc5e1b5022" providerId="ADAL" clId="{A5C701A7-E2AA-4EFC-8F94-7D42E6CB0213}" dt="2023-10-12T08:52:58.436" v="272" actId="20577"/>
          <ac:spMkLst>
            <pc:docMk/>
            <pc:sldMk cId="699325687" sldId="2147474963"/>
            <ac:spMk id="30" creationId="{AE1A5680-D133-2FB3-FC32-EF85FAA610D3}"/>
          </ac:spMkLst>
        </pc:spChg>
      </pc:sldChg>
      <pc:sldChg chg="modSp mod">
        <pc:chgData name="Li,Yuting (HP Medicine) BII-CN-S" userId="ce8fbb54-122c-426d-b8da-fdcc5e1b5022" providerId="ADAL" clId="{A5C701A7-E2AA-4EFC-8F94-7D42E6CB0213}" dt="2023-10-12T08:50:02.406" v="250" actId="20577"/>
        <pc:sldMkLst>
          <pc:docMk/>
          <pc:sldMk cId="613113980" sldId="2147474964"/>
        </pc:sldMkLst>
        <pc:spChg chg="mod">
          <ac:chgData name="Li,Yuting (HP Medicine) BII-CN-S" userId="ce8fbb54-122c-426d-b8da-fdcc5e1b5022" providerId="ADAL" clId="{A5C701A7-E2AA-4EFC-8F94-7D42E6CB0213}" dt="2023-10-12T08:50:02.406" v="250" actId="20577"/>
          <ac:spMkLst>
            <pc:docMk/>
            <pc:sldMk cId="613113980" sldId="2147474964"/>
            <ac:spMk id="2" creationId="{8A86F1A2-3A1C-3779-5916-18F3F408A0A0}"/>
          </ac:spMkLst>
        </pc:spChg>
      </pc:sldChg>
      <pc:sldChg chg="ord delCm">
        <pc:chgData name="Li,Yuting (HP Medicine) BII-CN-S" userId="ce8fbb54-122c-426d-b8da-fdcc5e1b5022" providerId="ADAL" clId="{A5C701A7-E2AA-4EFC-8F94-7D42E6CB0213}" dt="2023-10-12T08:10:12.408" v="228"/>
        <pc:sldMkLst>
          <pc:docMk/>
          <pc:sldMk cId="200463304" sldId="2147474965"/>
        </pc:sldMkLst>
      </pc:sldChg>
      <pc:sldChg chg="addSp modSp new">
        <pc:chgData name="Li,Yuting (HP Medicine) BII-CN-S" userId="ce8fbb54-122c-426d-b8da-fdcc5e1b5022" providerId="ADAL" clId="{A5C701A7-E2AA-4EFC-8F94-7D42E6CB0213}" dt="2023-10-12T07:51:21.099" v="221" actId="14100"/>
        <pc:sldMkLst>
          <pc:docMk/>
          <pc:sldMk cId="1686292684" sldId="2147474967"/>
        </pc:sldMkLst>
        <pc:picChg chg="add mod">
          <ac:chgData name="Li,Yuting (HP Medicine) BII-CN-S" userId="ce8fbb54-122c-426d-b8da-fdcc5e1b5022" providerId="ADAL" clId="{A5C701A7-E2AA-4EFC-8F94-7D42E6CB0213}" dt="2023-10-12T07:51:21.099" v="221" actId="14100"/>
          <ac:picMkLst>
            <pc:docMk/>
            <pc:sldMk cId="1686292684" sldId="2147474967"/>
            <ac:picMk id="2050" creationId="{6ABC377F-D7FC-71CA-600B-26E460656511}"/>
          </ac:picMkLst>
        </pc:picChg>
      </pc:sldChg>
      <pc:sldChg chg="addSp modSp new">
        <pc:chgData name="Li,Yuting (HP Medicine) BII-CN-S" userId="ce8fbb54-122c-426d-b8da-fdcc5e1b5022" providerId="ADAL" clId="{A5C701A7-E2AA-4EFC-8F94-7D42E6CB0213}" dt="2023-10-12T07:52:58.102" v="225" actId="14100"/>
        <pc:sldMkLst>
          <pc:docMk/>
          <pc:sldMk cId="1561060572" sldId="2147474968"/>
        </pc:sldMkLst>
        <pc:spChg chg="mod">
          <ac:chgData name="Li,Yuting (HP Medicine) BII-CN-S" userId="ce8fbb54-122c-426d-b8da-fdcc5e1b5022" providerId="ADAL" clId="{A5C701A7-E2AA-4EFC-8F94-7D42E6CB0213}" dt="2023-10-12T07:52:47.662" v="224" actId="14100"/>
          <ac:spMkLst>
            <pc:docMk/>
            <pc:sldMk cId="1561060572" sldId="2147474968"/>
            <ac:spMk id="2" creationId="{2D970475-35A9-6922-5081-9A1AF6EF21CE}"/>
          </ac:spMkLst>
        </pc:spChg>
        <pc:picChg chg="add mod">
          <ac:chgData name="Li,Yuting (HP Medicine) BII-CN-S" userId="ce8fbb54-122c-426d-b8da-fdcc5e1b5022" providerId="ADAL" clId="{A5C701A7-E2AA-4EFC-8F94-7D42E6CB0213}" dt="2023-10-12T07:52:58.102" v="225" actId="14100"/>
          <ac:picMkLst>
            <pc:docMk/>
            <pc:sldMk cId="1561060572" sldId="2147474968"/>
            <ac:picMk id="3074" creationId="{1325F7F7-A337-370A-C589-B444CB0CDF77}"/>
          </ac:picMkLst>
        </pc:picChg>
      </pc:sldChg>
    </pc:docChg>
  </pc:docChgLst>
  <pc:docChgLst>
    <pc:chgData name="Li,Yuting (HP Medicine) BII-CN-S" userId="ce8fbb54-122c-426d-b8da-fdcc5e1b5022" providerId="ADAL" clId="{018CFA4C-3D03-40E0-9BCF-76A0950AB4E9}"/>
    <pc:docChg chg="undo custSel addSld delSld modSld sldOrd">
      <pc:chgData name="Li,Yuting (HP Medicine) BII-CN-S" userId="ce8fbb54-122c-426d-b8da-fdcc5e1b5022" providerId="ADAL" clId="{018CFA4C-3D03-40E0-9BCF-76A0950AB4E9}" dt="2022-10-11T02:02:58.213" v="1225" actId="20577"/>
      <pc:docMkLst>
        <pc:docMk/>
      </pc:docMkLst>
      <pc:sldChg chg="modSp mod">
        <pc:chgData name="Li,Yuting (HP Medicine) BII-CN-S" userId="ce8fbb54-122c-426d-b8da-fdcc5e1b5022" providerId="ADAL" clId="{018CFA4C-3D03-40E0-9BCF-76A0950AB4E9}" dt="2022-10-10T15:07:50.975" v="1199" actId="1076"/>
        <pc:sldMkLst>
          <pc:docMk/>
          <pc:sldMk cId="3859353500" sldId="9412"/>
        </pc:sldMkLst>
        <pc:spChg chg="mod">
          <ac:chgData name="Li,Yuting (HP Medicine) BII-CN-S" userId="ce8fbb54-122c-426d-b8da-fdcc5e1b5022" providerId="ADAL" clId="{018CFA4C-3D03-40E0-9BCF-76A0950AB4E9}" dt="2022-10-10T15:06:47.797" v="1187" actId="20577"/>
          <ac:spMkLst>
            <pc:docMk/>
            <pc:sldMk cId="3859353500" sldId="9412"/>
            <ac:spMk id="10" creationId="{055147EE-1DDC-4042-8C5A-0FDD781BEC93}"/>
          </ac:spMkLst>
        </pc:spChg>
        <pc:spChg chg="mod">
          <ac:chgData name="Li,Yuting (HP Medicine) BII-CN-S" userId="ce8fbb54-122c-426d-b8da-fdcc5e1b5022" providerId="ADAL" clId="{018CFA4C-3D03-40E0-9BCF-76A0950AB4E9}" dt="2022-10-10T15:07:11.595" v="1196" actId="1036"/>
          <ac:spMkLst>
            <pc:docMk/>
            <pc:sldMk cId="3859353500" sldId="9412"/>
            <ac:spMk id="14" creationId="{AE8A7D7D-67DD-44E2-BEB4-2F6F9377AE11}"/>
          </ac:spMkLst>
        </pc:spChg>
        <pc:spChg chg="mod">
          <ac:chgData name="Li,Yuting (HP Medicine) BII-CN-S" userId="ce8fbb54-122c-426d-b8da-fdcc5e1b5022" providerId="ADAL" clId="{018CFA4C-3D03-40E0-9BCF-76A0950AB4E9}" dt="2022-10-10T15:07:45.121" v="1198" actId="1076"/>
          <ac:spMkLst>
            <pc:docMk/>
            <pc:sldMk cId="3859353500" sldId="9412"/>
            <ac:spMk id="15" creationId="{7045298C-8CC1-4916-97F5-5EE799AEB374}"/>
          </ac:spMkLst>
        </pc:spChg>
        <pc:spChg chg="mod">
          <ac:chgData name="Li,Yuting (HP Medicine) BII-CN-S" userId="ce8fbb54-122c-426d-b8da-fdcc5e1b5022" providerId="ADAL" clId="{018CFA4C-3D03-40E0-9BCF-76A0950AB4E9}" dt="2022-10-10T15:07:50.975" v="1199" actId="1076"/>
          <ac:spMkLst>
            <pc:docMk/>
            <pc:sldMk cId="3859353500" sldId="9412"/>
            <ac:spMk id="16" creationId="{C68CB359-2E62-4F02-9FE7-3084B23C64E4}"/>
          </ac:spMkLst>
        </pc:spChg>
        <pc:spChg chg="mod">
          <ac:chgData name="Li,Yuting (HP Medicine) BII-CN-S" userId="ce8fbb54-122c-426d-b8da-fdcc5e1b5022" providerId="ADAL" clId="{018CFA4C-3D03-40E0-9BCF-76A0950AB4E9}" dt="2022-10-10T15:06:55.057" v="1188" actId="1076"/>
          <ac:spMkLst>
            <pc:docMk/>
            <pc:sldMk cId="3859353500" sldId="9412"/>
            <ac:spMk id="21" creationId="{2F7B2884-D7A8-4E60-8BCC-22AF08A39800}"/>
          </ac:spMkLst>
        </pc:spChg>
        <pc:grpChg chg="mod">
          <ac:chgData name="Li,Yuting (HP Medicine) BII-CN-S" userId="ce8fbb54-122c-426d-b8da-fdcc5e1b5022" providerId="ADAL" clId="{018CFA4C-3D03-40E0-9BCF-76A0950AB4E9}" dt="2022-10-09T06:16:19.524" v="259" actId="20578"/>
          <ac:grpSpMkLst>
            <pc:docMk/>
            <pc:sldMk cId="3859353500" sldId="9412"/>
            <ac:grpSpMk id="8" creationId="{31A592F9-ED5F-4525-9300-E7A431ED7500}"/>
          </ac:grpSpMkLst>
        </pc:grpChg>
        <pc:grpChg chg="mod">
          <ac:chgData name="Li,Yuting (HP Medicine) BII-CN-S" userId="ce8fbb54-122c-426d-b8da-fdcc5e1b5022" providerId="ADAL" clId="{018CFA4C-3D03-40E0-9BCF-76A0950AB4E9}" dt="2022-10-09T06:16:19.524" v="259" actId="20578"/>
          <ac:grpSpMkLst>
            <pc:docMk/>
            <pc:sldMk cId="3859353500" sldId="9412"/>
            <ac:grpSpMk id="9" creationId="{A983B288-1760-45B4-8E7F-740C853AF552}"/>
          </ac:grpSpMkLst>
        </pc:grpChg>
        <pc:grpChg chg="mod">
          <ac:chgData name="Li,Yuting (HP Medicine) BII-CN-S" userId="ce8fbb54-122c-426d-b8da-fdcc5e1b5022" providerId="ADAL" clId="{018CFA4C-3D03-40E0-9BCF-76A0950AB4E9}" dt="2022-10-10T15:07:11.595" v="1196" actId="1036"/>
          <ac:grpSpMkLst>
            <pc:docMk/>
            <pc:sldMk cId="3859353500" sldId="9412"/>
            <ac:grpSpMk id="19" creationId="{D185EC70-48EA-4ECA-AAB0-B5DDC4F1833F}"/>
          </ac:grpSpMkLst>
        </pc:grpChg>
        <pc:cxnChg chg="mod">
          <ac:chgData name="Li,Yuting (HP Medicine) BII-CN-S" userId="ce8fbb54-122c-426d-b8da-fdcc5e1b5022" providerId="ADAL" clId="{018CFA4C-3D03-40E0-9BCF-76A0950AB4E9}" dt="2022-10-10T15:07:27.381" v="1197" actId="14100"/>
          <ac:cxnSpMkLst>
            <pc:docMk/>
            <pc:sldMk cId="3859353500" sldId="9412"/>
            <ac:cxnSpMk id="11" creationId="{5DE92101-3606-4471-AB22-367A0304CE83}"/>
          </ac:cxnSpMkLst>
        </pc:cxnChg>
        <pc:cxnChg chg="mod">
          <ac:chgData name="Li,Yuting (HP Medicine) BII-CN-S" userId="ce8fbb54-122c-426d-b8da-fdcc5e1b5022" providerId="ADAL" clId="{018CFA4C-3D03-40E0-9BCF-76A0950AB4E9}" dt="2022-10-09T06:16:19.524" v="259" actId="20578"/>
          <ac:cxnSpMkLst>
            <pc:docMk/>
            <pc:sldMk cId="3859353500" sldId="9412"/>
            <ac:cxnSpMk id="12" creationId="{B541F502-5BB0-4C49-B8B3-B91B899096D1}"/>
          </ac:cxnSpMkLst>
        </pc:cxnChg>
        <pc:cxnChg chg="mod">
          <ac:chgData name="Li,Yuting (HP Medicine) BII-CN-S" userId="ce8fbb54-122c-426d-b8da-fdcc5e1b5022" providerId="ADAL" clId="{018CFA4C-3D03-40E0-9BCF-76A0950AB4E9}" dt="2022-10-10T15:07:03.830" v="1190" actId="1076"/>
          <ac:cxnSpMkLst>
            <pc:docMk/>
            <pc:sldMk cId="3859353500" sldId="9412"/>
            <ac:cxnSpMk id="22" creationId="{66A9239C-561F-4F9A-9A83-6B91F223B238}"/>
          </ac:cxnSpMkLst>
        </pc:cxnChg>
        <pc:cxnChg chg="mod">
          <ac:chgData name="Li,Yuting (HP Medicine) BII-CN-S" userId="ce8fbb54-122c-426d-b8da-fdcc5e1b5022" providerId="ADAL" clId="{018CFA4C-3D03-40E0-9BCF-76A0950AB4E9}" dt="2022-10-10T15:06:58.146" v="1189" actId="1076"/>
          <ac:cxnSpMkLst>
            <pc:docMk/>
            <pc:sldMk cId="3859353500" sldId="9412"/>
            <ac:cxnSpMk id="23" creationId="{0F633FEA-6B86-4C9C-986B-9E31B51168E8}"/>
          </ac:cxnSpMkLst>
        </pc:cxnChg>
      </pc:sldChg>
      <pc:sldChg chg="ord delCm">
        <pc:chgData name="Li,Yuting (HP Medicine) BII-CN-S" userId="ce8fbb54-122c-426d-b8da-fdcc5e1b5022" providerId="ADAL" clId="{018CFA4C-3D03-40E0-9BCF-76A0950AB4E9}" dt="2022-10-10T08:44:03.753" v="1170"/>
        <pc:sldMkLst>
          <pc:docMk/>
          <pc:sldMk cId="3461020021" sldId="9414"/>
        </pc:sldMkLst>
      </pc:sldChg>
      <pc:sldChg chg="delCm">
        <pc:chgData name="Li,Yuting (HP Medicine) BII-CN-S" userId="ce8fbb54-122c-426d-b8da-fdcc5e1b5022" providerId="ADAL" clId="{018CFA4C-3D03-40E0-9BCF-76A0950AB4E9}" dt="2022-10-08T09:26:41.443" v="2" actId="1592"/>
        <pc:sldMkLst>
          <pc:docMk/>
          <pc:sldMk cId="2295491106" sldId="2147377288"/>
        </pc:sldMkLst>
      </pc:sldChg>
      <pc:sldChg chg="delSp modSp mod">
        <pc:chgData name="Li,Yuting (HP Medicine) BII-CN-S" userId="ce8fbb54-122c-426d-b8da-fdcc5e1b5022" providerId="ADAL" clId="{018CFA4C-3D03-40E0-9BCF-76A0950AB4E9}" dt="2022-10-11T02:02:58.213" v="1225" actId="20577"/>
        <pc:sldMkLst>
          <pc:docMk/>
          <pc:sldMk cId="3639130434" sldId="2147377294"/>
        </pc:sldMkLst>
        <pc:spChg chg="mod">
          <ac:chgData name="Li,Yuting (HP Medicine) BII-CN-S" userId="ce8fbb54-122c-426d-b8da-fdcc5e1b5022" providerId="ADAL" clId="{018CFA4C-3D03-40E0-9BCF-76A0950AB4E9}" dt="2022-10-11T02:02:58.213" v="1225" actId="20577"/>
          <ac:spMkLst>
            <pc:docMk/>
            <pc:sldMk cId="3639130434" sldId="2147377294"/>
            <ac:spMk id="90" creationId="{9466DE8F-DCCC-4688-AD54-68172F2C8E9F}"/>
          </ac:spMkLst>
        </pc:spChg>
        <pc:spChg chg="del">
          <ac:chgData name="Li,Yuting (HP Medicine) BII-CN-S" userId="ce8fbb54-122c-426d-b8da-fdcc5e1b5022" providerId="ADAL" clId="{018CFA4C-3D03-40E0-9BCF-76A0950AB4E9}" dt="2022-10-10T09:21:58.327" v="1172" actId="478"/>
          <ac:spMkLst>
            <pc:docMk/>
            <pc:sldMk cId="3639130434" sldId="2147377294"/>
            <ac:spMk id="122" creationId="{CB525E90-4CE1-4306-99BA-98C75772D39E}"/>
          </ac:spMkLst>
        </pc:spChg>
        <pc:spChg chg="del">
          <ac:chgData name="Li,Yuting (HP Medicine) BII-CN-S" userId="ce8fbb54-122c-426d-b8da-fdcc5e1b5022" providerId="ADAL" clId="{018CFA4C-3D03-40E0-9BCF-76A0950AB4E9}" dt="2022-10-10T09:21:55.518" v="1171" actId="478"/>
          <ac:spMkLst>
            <pc:docMk/>
            <pc:sldMk cId="3639130434" sldId="2147377294"/>
            <ac:spMk id="130" creationId="{BFB944D7-3E31-495C-A6E7-9F88198DD540}"/>
          </ac:spMkLst>
        </pc:spChg>
      </pc:sldChg>
      <pc:sldChg chg="addSp modSp mod">
        <pc:chgData name="Li,Yuting (HP Medicine) BII-CN-S" userId="ce8fbb54-122c-426d-b8da-fdcc5e1b5022" providerId="ADAL" clId="{018CFA4C-3D03-40E0-9BCF-76A0950AB4E9}" dt="2022-10-09T12:42:11.559" v="623" actId="14100"/>
        <pc:sldMkLst>
          <pc:docMk/>
          <pc:sldMk cId="1238319318" sldId="2147377305"/>
        </pc:sldMkLst>
        <pc:spChg chg="mod">
          <ac:chgData name="Li,Yuting (HP Medicine) BII-CN-S" userId="ce8fbb54-122c-426d-b8da-fdcc5e1b5022" providerId="ADAL" clId="{018CFA4C-3D03-40E0-9BCF-76A0950AB4E9}" dt="2022-10-09T12:42:11.559" v="623" actId="14100"/>
          <ac:spMkLst>
            <pc:docMk/>
            <pc:sldMk cId="1238319318" sldId="2147377305"/>
            <ac:spMk id="179" creationId="{76B2B073-55B9-489E-9DB2-DE54D32D033F}"/>
          </ac:spMkLst>
        </pc:spChg>
        <pc:spChg chg="mod">
          <ac:chgData name="Li,Yuting (HP Medicine) BII-CN-S" userId="ce8fbb54-122c-426d-b8da-fdcc5e1b5022" providerId="ADAL" clId="{018CFA4C-3D03-40E0-9BCF-76A0950AB4E9}" dt="2022-10-09T07:03:44.609" v="268" actId="20577"/>
          <ac:spMkLst>
            <pc:docMk/>
            <pc:sldMk cId="1238319318" sldId="2147377305"/>
            <ac:spMk id="190" creationId="{3D839CE5-CB56-4642-8F43-0CE509C64CC2}"/>
          </ac:spMkLst>
        </pc:spChg>
        <pc:spChg chg="mod">
          <ac:chgData name="Li,Yuting (HP Medicine) BII-CN-S" userId="ce8fbb54-122c-426d-b8da-fdcc5e1b5022" providerId="ADAL" clId="{018CFA4C-3D03-40E0-9BCF-76A0950AB4E9}" dt="2022-10-09T12:42:06.679" v="622" actId="1076"/>
          <ac:spMkLst>
            <pc:docMk/>
            <pc:sldMk cId="1238319318" sldId="2147377305"/>
            <ac:spMk id="196" creationId="{00000000-0000-0000-0000-000000000000}"/>
          </ac:spMkLst>
        </pc:spChg>
        <pc:spChg chg="mod">
          <ac:chgData name="Li,Yuting (HP Medicine) BII-CN-S" userId="ce8fbb54-122c-426d-b8da-fdcc5e1b5022" providerId="ADAL" clId="{018CFA4C-3D03-40E0-9BCF-76A0950AB4E9}" dt="2022-10-09T07:03:26.043" v="266" actId="14100"/>
          <ac:spMkLst>
            <pc:docMk/>
            <pc:sldMk cId="1238319318" sldId="2147377305"/>
            <ac:spMk id="224" creationId="{3056344C-9383-485A-BFBA-8F2AD7C83A45}"/>
          </ac:spMkLst>
        </pc:spChg>
        <pc:spChg chg="add mod">
          <ac:chgData name="Li,Yuting (HP Medicine) BII-CN-S" userId="ce8fbb54-122c-426d-b8da-fdcc5e1b5022" providerId="ADAL" clId="{018CFA4C-3D03-40E0-9BCF-76A0950AB4E9}" dt="2022-10-09T07:04:24.791" v="270" actId="1076"/>
          <ac:spMkLst>
            <pc:docMk/>
            <pc:sldMk cId="1238319318" sldId="2147377305"/>
            <ac:spMk id="249" creationId="{0608E1E7-8A20-4ED7-ADCE-69806186C3E4}"/>
          </ac:spMkLst>
        </pc:spChg>
        <pc:spChg chg="add mod">
          <ac:chgData name="Li,Yuting (HP Medicine) BII-CN-S" userId="ce8fbb54-122c-426d-b8da-fdcc5e1b5022" providerId="ADAL" clId="{018CFA4C-3D03-40E0-9BCF-76A0950AB4E9}" dt="2022-10-09T07:04:51.986" v="297" actId="1076"/>
          <ac:spMkLst>
            <pc:docMk/>
            <pc:sldMk cId="1238319318" sldId="2147377305"/>
            <ac:spMk id="250" creationId="{09A80DB9-7FCB-460C-9033-2CCA2EDF25FE}"/>
          </ac:spMkLst>
        </pc:spChg>
      </pc:sldChg>
      <pc:sldChg chg="del">
        <pc:chgData name="Li,Yuting (HP Medicine) BII-CN-S" userId="ce8fbb54-122c-426d-b8da-fdcc5e1b5022" providerId="ADAL" clId="{018CFA4C-3D03-40E0-9BCF-76A0950AB4E9}" dt="2022-10-09T03:04:20.902" v="64" actId="47"/>
        <pc:sldMkLst>
          <pc:docMk/>
          <pc:sldMk cId="2154478483" sldId="2147377306"/>
        </pc:sldMkLst>
      </pc:sldChg>
      <pc:sldChg chg="del">
        <pc:chgData name="Li,Yuting (HP Medicine) BII-CN-S" userId="ce8fbb54-122c-426d-b8da-fdcc5e1b5022" providerId="ADAL" clId="{018CFA4C-3D03-40E0-9BCF-76A0950AB4E9}" dt="2022-10-09T03:04:20.902" v="64" actId="47"/>
        <pc:sldMkLst>
          <pc:docMk/>
          <pc:sldMk cId="722533359" sldId="2147377307"/>
        </pc:sldMkLst>
      </pc:sldChg>
      <pc:sldChg chg="del">
        <pc:chgData name="Li,Yuting (HP Medicine) BII-CN-S" userId="ce8fbb54-122c-426d-b8da-fdcc5e1b5022" providerId="ADAL" clId="{018CFA4C-3D03-40E0-9BCF-76A0950AB4E9}" dt="2022-10-09T03:04:20.902" v="64" actId="47"/>
        <pc:sldMkLst>
          <pc:docMk/>
          <pc:sldMk cId="2471105263" sldId="2147377308"/>
        </pc:sldMkLst>
      </pc:sldChg>
      <pc:sldChg chg="addSp delSp modSp mod">
        <pc:chgData name="Li,Yuting (HP Medicine) BII-CN-S" userId="ce8fbb54-122c-426d-b8da-fdcc5e1b5022" providerId="ADAL" clId="{018CFA4C-3D03-40E0-9BCF-76A0950AB4E9}" dt="2022-10-10T07:50:13.026" v="1138" actId="20577"/>
        <pc:sldMkLst>
          <pc:docMk/>
          <pc:sldMk cId="2911980940" sldId="2147377309"/>
        </pc:sldMkLst>
        <pc:spChg chg="mod">
          <ac:chgData name="Li,Yuting (HP Medicine) BII-CN-S" userId="ce8fbb54-122c-426d-b8da-fdcc5e1b5022" providerId="ADAL" clId="{018CFA4C-3D03-40E0-9BCF-76A0950AB4E9}" dt="2022-10-09T12:57:37.282" v="668" actId="14100"/>
          <ac:spMkLst>
            <pc:docMk/>
            <pc:sldMk cId="2911980940" sldId="2147377309"/>
            <ac:spMk id="107" creationId="{7DDA071E-5F80-4527-AE47-F1E7B2DC2A5B}"/>
          </ac:spMkLst>
        </pc:spChg>
        <pc:spChg chg="add mod">
          <ac:chgData name="Li,Yuting (HP Medicine) BII-CN-S" userId="ce8fbb54-122c-426d-b8da-fdcc5e1b5022" providerId="ADAL" clId="{018CFA4C-3D03-40E0-9BCF-76A0950AB4E9}" dt="2022-10-10T07:50:13.026" v="1138" actId="20577"/>
          <ac:spMkLst>
            <pc:docMk/>
            <pc:sldMk cId="2911980940" sldId="2147377309"/>
            <ac:spMk id="130" creationId="{F98529D6-BA87-4A22-9BF0-61F0D70359CA}"/>
          </ac:spMkLst>
        </pc:spChg>
        <pc:spChg chg="add del mod">
          <ac:chgData name="Li,Yuting (HP Medicine) BII-CN-S" userId="ce8fbb54-122c-426d-b8da-fdcc5e1b5022" providerId="ADAL" clId="{018CFA4C-3D03-40E0-9BCF-76A0950AB4E9}" dt="2022-10-08T13:36:41.488" v="34" actId="478"/>
          <ac:spMkLst>
            <pc:docMk/>
            <pc:sldMk cId="2911980940" sldId="2147377309"/>
            <ac:spMk id="132" creationId="{B082DE86-DB9B-4D57-AE58-6DE173B911C9}"/>
          </ac:spMkLst>
        </pc:spChg>
      </pc:sldChg>
      <pc:sldChg chg="modSp mod">
        <pc:chgData name="Li,Yuting (HP Medicine) BII-CN-S" userId="ce8fbb54-122c-426d-b8da-fdcc5e1b5022" providerId="ADAL" clId="{018CFA4C-3D03-40E0-9BCF-76A0950AB4E9}" dt="2022-10-11T01:30:37.027" v="1208" actId="14100"/>
        <pc:sldMkLst>
          <pc:docMk/>
          <pc:sldMk cId="178905972" sldId="2147377310"/>
        </pc:sldMkLst>
        <pc:spChg chg="mod">
          <ac:chgData name="Li,Yuting (HP Medicine) BII-CN-S" userId="ce8fbb54-122c-426d-b8da-fdcc5e1b5022" providerId="ADAL" clId="{018CFA4C-3D03-40E0-9BCF-76A0950AB4E9}" dt="2022-10-09T06:04:30.378" v="218" actId="14100"/>
          <ac:spMkLst>
            <pc:docMk/>
            <pc:sldMk cId="178905972" sldId="2147377310"/>
            <ac:spMk id="58" creationId="{5CCE401F-C5BC-453B-8950-70BEFB9CE391}"/>
          </ac:spMkLst>
        </pc:spChg>
        <pc:spChg chg="mod">
          <ac:chgData name="Li,Yuting (HP Medicine) BII-CN-S" userId="ce8fbb54-122c-426d-b8da-fdcc5e1b5022" providerId="ADAL" clId="{018CFA4C-3D03-40E0-9BCF-76A0950AB4E9}" dt="2022-10-11T01:30:37.027" v="1208" actId="14100"/>
          <ac:spMkLst>
            <pc:docMk/>
            <pc:sldMk cId="178905972" sldId="2147377310"/>
            <ac:spMk id="75" creationId="{23E443ED-C91E-4425-963C-DB47A7F0B19C}"/>
          </ac:spMkLst>
        </pc:spChg>
      </pc:sldChg>
      <pc:sldChg chg="delSp modSp mod delCm">
        <pc:chgData name="Li,Yuting (HP Medicine) BII-CN-S" userId="ce8fbb54-122c-426d-b8da-fdcc5e1b5022" providerId="ADAL" clId="{018CFA4C-3D03-40E0-9BCF-76A0950AB4E9}" dt="2022-10-10T01:25:53.707" v="876" actId="20577"/>
        <pc:sldMkLst>
          <pc:docMk/>
          <pc:sldMk cId="3315052253" sldId="2147377311"/>
        </pc:sldMkLst>
        <pc:spChg chg="mod">
          <ac:chgData name="Li,Yuting (HP Medicine) BII-CN-S" userId="ce8fbb54-122c-426d-b8da-fdcc5e1b5022" providerId="ADAL" clId="{018CFA4C-3D03-40E0-9BCF-76A0950AB4E9}" dt="2022-10-10T01:25:53.707" v="876" actId="20577"/>
          <ac:spMkLst>
            <pc:docMk/>
            <pc:sldMk cId="3315052253" sldId="2147377311"/>
            <ac:spMk id="7" creationId="{E9DC4527-9B66-4450-86F5-689D3C73A610}"/>
          </ac:spMkLst>
        </pc:spChg>
        <pc:spChg chg="del mod">
          <ac:chgData name="Li,Yuting (HP Medicine) BII-CN-S" userId="ce8fbb54-122c-426d-b8da-fdcc5e1b5022" providerId="ADAL" clId="{018CFA4C-3D03-40E0-9BCF-76A0950AB4E9}" dt="2022-10-09T06:11:39.567" v="238" actId="478"/>
          <ac:spMkLst>
            <pc:docMk/>
            <pc:sldMk cId="3315052253" sldId="2147377311"/>
            <ac:spMk id="20" creationId="{3ADCE14F-0FDE-4B34-BCC7-F95D00B678C1}"/>
          </ac:spMkLst>
        </pc:spChg>
        <pc:spChg chg="del">
          <ac:chgData name="Li,Yuting (HP Medicine) BII-CN-S" userId="ce8fbb54-122c-426d-b8da-fdcc5e1b5022" providerId="ADAL" clId="{018CFA4C-3D03-40E0-9BCF-76A0950AB4E9}" dt="2022-10-09T06:12:02.737" v="257" actId="478"/>
          <ac:spMkLst>
            <pc:docMk/>
            <pc:sldMk cId="3315052253" sldId="2147377311"/>
            <ac:spMk id="126" creationId="{D9EDAAA1-F498-4454-9FBC-C2DB2FC0CDA1}"/>
          </ac:spMkLst>
        </pc:spChg>
        <pc:spChg chg="mod">
          <ac:chgData name="Li,Yuting (HP Medicine) BII-CN-S" userId="ce8fbb54-122c-426d-b8da-fdcc5e1b5022" providerId="ADAL" clId="{018CFA4C-3D03-40E0-9BCF-76A0950AB4E9}" dt="2022-10-09T06:11:58.864" v="256" actId="20577"/>
          <ac:spMkLst>
            <pc:docMk/>
            <pc:sldMk cId="3315052253" sldId="2147377311"/>
            <ac:spMk id="129" creationId="{27FDBE8C-7109-4823-858C-A7A4574C2D77}"/>
          </ac:spMkLst>
        </pc:spChg>
        <pc:spChg chg="mod">
          <ac:chgData name="Li,Yuting (HP Medicine) BII-CN-S" userId="ce8fbb54-122c-426d-b8da-fdcc5e1b5022" providerId="ADAL" clId="{018CFA4C-3D03-40E0-9BCF-76A0950AB4E9}" dt="2022-10-09T06:11:33.115" v="236" actId="6549"/>
          <ac:spMkLst>
            <pc:docMk/>
            <pc:sldMk cId="3315052253" sldId="2147377311"/>
            <ac:spMk id="131" creationId="{3C8A9F34-FB9C-4122-9AF3-85366D4031A6}"/>
          </ac:spMkLst>
        </pc:spChg>
        <pc:spChg chg="mod">
          <ac:chgData name="Li,Yuting (HP Medicine) BII-CN-S" userId="ce8fbb54-122c-426d-b8da-fdcc5e1b5022" providerId="ADAL" clId="{018CFA4C-3D03-40E0-9BCF-76A0950AB4E9}" dt="2022-10-09T13:23:27.825" v="756" actId="20577"/>
          <ac:spMkLst>
            <pc:docMk/>
            <pc:sldMk cId="3315052253" sldId="2147377311"/>
            <ac:spMk id="168" creationId="{65EA3170-CB0D-432D-8631-319933F816A2}"/>
          </ac:spMkLst>
        </pc:spChg>
        <pc:spChg chg="del">
          <ac:chgData name="Li,Yuting (HP Medicine) BII-CN-S" userId="ce8fbb54-122c-426d-b8da-fdcc5e1b5022" providerId="ADAL" clId="{018CFA4C-3D03-40E0-9BCF-76A0950AB4E9}" dt="2022-10-09T06:11:40.815" v="239" actId="478"/>
          <ac:spMkLst>
            <pc:docMk/>
            <pc:sldMk cId="3315052253" sldId="2147377311"/>
            <ac:spMk id="181" creationId="{5C702FBC-E075-407B-97C5-C93799B49423}"/>
          </ac:spMkLst>
        </pc:spChg>
        <pc:spChg chg="del">
          <ac:chgData name="Li,Yuting (HP Medicine) BII-CN-S" userId="ce8fbb54-122c-426d-b8da-fdcc5e1b5022" providerId="ADAL" clId="{018CFA4C-3D03-40E0-9BCF-76A0950AB4E9}" dt="2022-10-09T06:11:43.991" v="240" actId="478"/>
          <ac:spMkLst>
            <pc:docMk/>
            <pc:sldMk cId="3315052253" sldId="2147377311"/>
            <ac:spMk id="182" creationId="{2CFAA1DA-F67B-4B70-B2B9-2880ECCB6E35}"/>
          </ac:spMkLst>
        </pc:spChg>
        <pc:spChg chg="mod">
          <ac:chgData name="Li,Yuting (HP Medicine) BII-CN-S" userId="ce8fbb54-122c-426d-b8da-fdcc5e1b5022" providerId="ADAL" clId="{018CFA4C-3D03-40E0-9BCF-76A0950AB4E9}" dt="2022-10-10T01:24:02.693" v="841" actId="20577"/>
          <ac:spMkLst>
            <pc:docMk/>
            <pc:sldMk cId="3315052253" sldId="2147377311"/>
            <ac:spMk id="192" creationId="{31193A60-52A8-4E9D-BB69-B3D203C95D66}"/>
          </ac:spMkLst>
        </pc:spChg>
      </pc:sldChg>
      <pc:sldChg chg="modSp mod">
        <pc:chgData name="Li,Yuting (HP Medicine) BII-CN-S" userId="ce8fbb54-122c-426d-b8da-fdcc5e1b5022" providerId="ADAL" clId="{018CFA4C-3D03-40E0-9BCF-76A0950AB4E9}" dt="2022-10-10T07:54:27.904" v="1140" actId="1076"/>
        <pc:sldMkLst>
          <pc:docMk/>
          <pc:sldMk cId="2748401682" sldId="2147377312"/>
        </pc:sldMkLst>
        <pc:spChg chg="mod">
          <ac:chgData name="Li,Yuting (HP Medicine) BII-CN-S" userId="ce8fbb54-122c-426d-b8da-fdcc5e1b5022" providerId="ADAL" clId="{018CFA4C-3D03-40E0-9BCF-76A0950AB4E9}" dt="2022-10-10T07:54:27.904" v="1140" actId="1076"/>
          <ac:spMkLst>
            <pc:docMk/>
            <pc:sldMk cId="2748401682" sldId="2147377312"/>
            <ac:spMk id="90" creationId="{F9345081-D2EC-4F9D-A965-3B9D77318B16}"/>
          </ac:spMkLst>
        </pc:spChg>
      </pc:sldChg>
      <pc:sldChg chg="modSp">
        <pc:chgData name="Li,Yuting (HP Medicine) BII-CN-S" userId="ce8fbb54-122c-426d-b8da-fdcc5e1b5022" providerId="ADAL" clId="{018CFA4C-3D03-40E0-9BCF-76A0950AB4E9}" dt="2022-10-09T06:18:07.318" v="260" actId="20578"/>
        <pc:sldMkLst>
          <pc:docMk/>
          <pc:sldMk cId="3772673125" sldId="2147377313"/>
        </pc:sldMkLst>
        <pc:spChg chg="mod">
          <ac:chgData name="Li,Yuting (HP Medicine) BII-CN-S" userId="ce8fbb54-122c-426d-b8da-fdcc5e1b5022" providerId="ADAL" clId="{018CFA4C-3D03-40E0-9BCF-76A0950AB4E9}" dt="2022-10-09T06:18:07.318" v="260" actId="20578"/>
          <ac:spMkLst>
            <pc:docMk/>
            <pc:sldMk cId="3772673125" sldId="2147377313"/>
            <ac:spMk id="99" creationId="{D11E8C8E-EA83-4AF2-B5EA-9A0D5FDC196B}"/>
          </ac:spMkLst>
        </pc:spChg>
      </pc:sldChg>
      <pc:sldChg chg="delCm">
        <pc:chgData name="Li,Yuting (HP Medicine) BII-CN-S" userId="ce8fbb54-122c-426d-b8da-fdcc5e1b5022" providerId="ADAL" clId="{018CFA4C-3D03-40E0-9BCF-76A0950AB4E9}" dt="2022-10-08T09:26:41.447" v="4" actId="1592"/>
        <pc:sldMkLst>
          <pc:docMk/>
          <pc:sldMk cId="1678805248" sldId="2147377323"/>
        </pc:sldMkLst>
      </pc:sldChg>
      <pc:sldChg chg="modSp add mod">
        <pc:chgData name="Li,Yuting (HP Medicine) BII-CN-S" userId="ce8fbb54-122c-426d-b8da-fdcc5e1b5022" providerId="ADAL" clId="{018CFA4C-3D03-40E0-9BCF-76A0950AB4E9}" dt="2022-10-11T01:26:53.692" v="1207" actId="20577"/>
        <pc:sldMkLst>
          <pc:docMk/>
          <pc:sldMk cId="2176290733" sldId="2147377324"/>
        </pc:sldMkLst>
        <pc:spChg chg="mod">
          <ac:chgData name="Li,Yuting (HP Medicine) BII-CN-S" userId="ce8fbb54-122c-426d-b8da-fdcc5e1b5022" providerId="ADAL" clId="{018CFA4C-3D03-40E0-9BCF-76A0950AB4E9}" dt="2022-10-11T01:26:53.692" v="1207" actId="20577"/>
          <ac:spMkLst>
            <pc:docMk/>
            <pc:sldMk cId="2176290733" sldId="2147377324"/>
            <ac:spMk id="41" creationId="{80672632-5059-4D01-BB59-096554D9CD3A}"/>
          </ac:spMkLst>
        </pc:spChg>
      </pc:sldChg>
      <pc:sldChg chg="add modNotesTx">
        <pc:chgData name="Li,Yuting (HP Medicine) BII-CN-S" userId="ce8fbb54-122c-426d-b8da-fdcc5e1b5022" providerId="ADAL" clId="{018CFA4C-3D03-40E0-9BCF-76A0950AB4E9}" dt="2022-10-09T05:52:43.479" v="84" actId="6549"/>
        <pc:sldMkLst>
          <pc:docMk/>
          <pc:sldMk cId="2223584250" sldId="2147377325"/>
        </pc:sldMkLst>
      </pc:sldChg>
      <pc:sldChg chg="add">
        <pc:chgData name="Li,Yuting (HP Medicine) BII-CN-S" userId="ce8fbb54-122c-426d-b8da-fdcc5e1b5022" providerId="ADAL" clId="{018CFA4C-3D03-40E0-9BCF-76A0950AB4E9}" dt="2022-10-09T03:04:14.981" v="63"/>
        <pc:sldMkLst>
          <pc:docMk/>
          <pc:sldMk cId="3965964038" sldId="2147377326"/>
        </pc:sldMkLst>
      </pc:sldChg>
    </pc:docChg>
  </pc:docChgLst>
  <pc:docChgLst>
    <pc:chgData name="Ying" userId="7c019f49-0ee9-4787-9ac5-a11d3b82d6d2" providerId="ADAL" clId="{9358EE73-10D3-4887-A333-0DEA5936C606}"/>
    <pc:docChg chg="custSel addSld delSld modSld sldOrd">
      <pc:chgData name="Ying" userId="7c019f49-0ee9-4787-9ac5-a11d3b82d6d2" providerId="ADAL" clId="{9358EE73-10D3-4887-A333-0DEA5936C606}" dt="2022-04-08T03:35:15.074" v="75" actId="20577"/>
      <pc:docMkLst>
        <pc:docMk/>
      </pc:docMkLst>
      <pc:sldChg chg="addSp delSp modSp new mod ord">
        <pc:chgData name="Ying" userId="7c019f49-0ee9-4787-9ac5-a11d3b82d6d2" providerId="ADAL" clId="{9358EE73-10D3-4887-A333-0DEA5936C606}" dt="2022-04-08T03:35:15.074" v="75" actId="20577"/>
        <pc:sldMkLst>
          <pc:docMk/>
          <pc:sldMk cId="4057732769" sldId="2147377202"/>
        </pc:sldMkLst>
        <pc:spChg chg="del">
          <ac:chgData name="Ying" userId="7c019f49-0ee9-4787-9ac5-a11d3b82d6d2" providerId="ADAL" clId="{9358EE73-10D3-4887-A333-0DEA5936C606}" dt="2022-04-08T03:32:40.056" v="1"/>
          <ac:spMkLst>
            <pc:docMk/>
            <pc:sldMk cId="4057732769" sldId="2147377202"/>
            <ac:spMk id="2" creationId="{D120FC6F-FA41-44AB-8718-CC43666496A1}"/>
          </ac:spMkLst>
        </pc:spChg>
        <pc:spChg chg="del">
          <ac:chgData name="Ying" userId="7c019f49-0ee9-4787-9ac5-a11d3b82d6d2" providerId="ADAL" clId="{9358EE73-10D3-4887-A333-0DEA5936C606}" dt="2022-04-08T03:33:14.778" v="7" actId="478"/>
          <ac:spMkLst>
            <pc:docMk/>
            <pc:sldMk cId="4057732769" sldId="2147377202"/>
            <ac:spMk id="6" creationId="{6CAFAC54-53EF-4B24-A996-715A3667E2F8}"/>
          </ac:spMkLst>
        </pc:spChg>
        <pc:spChg chg="add mod">
          <ac:chgData name="Ying" userId="7c019f49-0ee9-4787-9ac5-a11d3b82d6d2" providerId="ADAL" clId="{9358EE73-10D3-4887-A333-0DEA5936C606}" dt="2022-04-08T03:33:54.155" v="40"/>
          <ac:spMkLst>
            <pc:docMk/>
            <pc:sldMk cId="4057732769" sldId="2147377202"/>
            <ac:spMk id="8" creationId="{9F61FC83-485B-432E-AB26-2B598C5DCFE8}"/>
          </ac:spMkLst>
        </pc:spChg>
        <pc:graphicFrameChg chg="add mod modGraphic">
          <ac:chgData name="Ying" userId="7c019f49-0ee9-4787-9ac5-a11d3b82d6d2" providerId="ADAL" clId="{9358EE73-10D3-4887-A333-0DEA5936C606}" dt="2022-04-08T03:35:15.074" v="75" actId="20577"/>
          <ac:graphicFrameMkLst>
            <pc:docMk/>
            <pc:sldMk cId="4057732769" sldId="2147377202"/>
            <ac:graphicFrameMk id="7" creationId="{E5A1AE95-2D7E-46D2-A280-0174BE8F262D}"/>
          </ac:graphicFrameMkLst>
        </pc:graphicFrameChg>
      </pc:sldChg>
      <pc:sldChg chg="addSp delSp modSp new del mod">
        <pc:chgData name="Ying" userId="7c019f49-0ee9-4787-9ac5-a11d3b82d6d2" providerId="ADAL" clId="{9358EE73-10D3-4887-A333-0DEA5936C606}" dt="2022-04-08T03:33:55.832" v="41" actId="47"/>
        <pc:sldMkLst>
          <pc:docMk/>
          <pc:sldMk cId="2357391700" sldId="2147377203"/>
        </pc:sldMkLst>
        <pc:spChg chg="del mod">
          <ac:chgData name="Ying" userId="7c019f49-0ee9-4787-9ac5-a11d3b82d6d2" providerId="ADAL" clId="{9358EE73-10D3-4887-A333-0DEA5936C606}" dt="2022-04-08T03:33:52.146" v="39" actId="21"/>
          <ac:spMkLst>
            <pc:docMk/>
            <pc:sldMk cId="2357391700" sldId="2147377203"/>
            <ac:spMk id="6" creationId="{FF97D61E-D9F3-43FA-A930-B41933E68BBD}"/>
          </ac:spMkLst>
        </pc:spChg>
        <pc:spChg chg="add mod">
          <ac:chgData name="Ying" userId="7c019f49-0ee9-4787-9ac5-a11d3b82d6d2" providerId="ADAL" clId="{9358EE73-10D3-4887-A333-0DEA5936C606}" dt="2022-04-08T03:33:52.146" v="39" actId="21"/>
          <ac:spMkLst>
            <pc:docMk/>
            <pc:sldMk cId="2357391700" sldId="2147377203"/>
            <ac:spMk id="8" creationId="{D11E5D50-A3D7-4790-97A4-E7E23BE28ACA}"/>
          </ac:spMkLst>
        </pc:spChg>
      </pc:sldChg>
    </pc:docChg>
  </pc:docChgLst>
  <pc:docChgLst>
    <pc:chgData name="Chen,Dr.,Ying (HP Medicine) BII-CN-S" userId="7c019f49-0ee9-4787-9ac5-a11d3b82d6d2" providerId="ADAL" clId="{BA471CB1-A079-4853-B74C-FE35924CF9E5}"/>
    <pc:docChg chg="modSld">
      <pc:chgData name="Chen,Dr.,Ying (HP Medicine) BII-CN-S" userId="7c019f49-0ee9-4787-9ac5-a11d3b82d6d2" providerId="ADAL" clId="{BA471CB1-A079-4853-B74C-FE35924CF9E5}" dt="2023-03-15T02:37:34.150" v="13" actId="6549"/>
      <pc:docMkLst>
        <pc:docMk/>
      </pc:docMkLst>
      <pc:sldChg chg="modSp mod">
        <pc:chgData name="Chen,Dr.,Ying (HP Medicine) BII-CN-S" userId="7c019f49-0ee9-4787-9ac5-a11d3b82d6d2" providerId="ADAL" clId="{BA471CB1-A079-4853-B74C-FE35924CF9E5}" dt="2023-03-15T02:37:34.150" v="13" actId="6549"/>
        <pc:sldMkLst>
          <pc:docMk/>
          <pc:sldMk cId="2619049626" sldId="2147471208"/>
        </pc:sldMkLst>
        <pc:spChg chg="mod">
          <ac:chgData name="Chen,Dr.,Ying (HP Medicine) BII-CN-S" userId="7c019f49-0ee9-4787-9ac5-a11d3b82d6d2" providerId="ADAL" clId="{BA471CB1-A079-4853-B74C-FE35924CF9E5}" dt="2023-03-15T02:37:34.150" v="13" actId="6549"/>
          <ac:spMkLst>
            <pc:docMk/>
            <pc:sldMk cId="2619049626" sldId="2147471208"/>
            <ac:spMk id="12" creationId="{C900F43C-F4FF-4A5F-ADEF-A67452BFB7C9}"/>
          </ac:spMkLst>
        </pc:spChg>
      </pc:sldChg>
    </pc:docChg>
  </pc:docChgLst>
  <pc:docChgLst>
    <pc:chgData name="Zhang,Ying (MED CD&amp;O) BII-CN-S" userId="456eb1e0-4978-443e-822e-be854341a778" providerId="ADAL" clId="{13CCF2D7-C6A4-4265-BE7B-95731BB901A3}"/>
    <pc:docChg chg="custSel delSld modSld sldOrd">
      <pc:chgData name="Zhang,Ying (MED CD&amp;O) BII-CN-S" userId="456eb1e0-4978-443e-822e-be854341a778" providerId="ADAL" clId="{13CCF2D7-C6A4-4265-BE7B-95731BB901A3}" dt="2023-06-15T01:33:45.231" v="15" actId="20577"/>
      <pc:docMkLst>
        <pc:docMk/>
      </pc:docMkLst>
      <pc:sldChg chg="del">
        <pc:chgData name="Zhang,Ying (MED CD&amp;O) BII-CN-S" userId="456eb1e0-4978-443e-822e-be854341a778" providerId="ADAL" clId="{13CCF2D7-C6A4-4265-BE7B-95731BB901A3}" dt="2023-06-15T01:26:17.116" v="4" actId="47"/>
        <pc:sldMkLst>
          <pc:docMk/>
          <pc:sldMk cId="1655944972" sldId="2147474064"/>
        </pc:sldMkLst>
      </pc:sldChg>
      <pc:sldChg chg="modSp mod ord delCm">
        <pc:chgData name="Zhang,Ying (MED CD&amp;O) BII-CN-S" userId="456eb1e0-4978-443e-822e-be854341a778" providerId="ADAL" clId="{13CCF2D7-C6A4-4265-BE7B-95731BB901A3}" dt="2023-06-15T01:33:45.231" v="15" actId="20577"/>
        <pc:sldMkLst>
          <pc:docMk/>
          <pc:sldMk cId="1434960022" sldId="2147474085"/>
        </pc:sldMkLst>
        <pc:spChg chg="mod">
          <ac:chgData name="Zhang,Ying (MED CD&amp;O) BII-CN-S" userId="456eb1e0-4978-443e-822e-be854341a778" providerId="ADAL" clId="{13CCF2D7-C6A4-4265-BE7B-95731BB901A3}" dt="2023-06-15T01:27:53.514" v="14" actId="20577"/>
          <ac:spMkLst>
            <pc:docMk/>
            <pc:sldMk cId="1434960022" sldId="2147474085"/>
            <ac:spMk id="4" creationId="{5A74492E-2589-1B68-5A60-348CD6528FE8}"/>
          </ac:spMkLst>
        </pc:spChg>
        <pc:graphicFrameChg chg="modGraphic">
          <ac:chgData name="Zhang,Ying (MED CD&amp;O) BII-CN-S" userId="456eb1e0-4978-443e-822e-be854341a778" providerId="ADAL" clId="{13CCF2D7-C6A4-4265-BE7B-95731BB901A3}" dt="2023-06-15T01:33:45.231" v="15" actId="20577"/>
          <ac:graphicFrameMkLst>
            <pc:docMk/>
            <pc:sldMk cId="1434960022" sldId="2147474085"/>
            <ac:graphicFrameMk id="6" creationId="{ACE9568A-0306-B17E-7AC4-F0F3B8460C99}"/>
          </ac:graphicFrameMkLst>
        </pc:graphicFrameChg>
      </pc:sldChg>
    </pc:docChg>
  </pc:docChgLst>
  <pc:docChgLst>
    <pc:chgData name="Shi,Cherry (HP Medicine) BII-CN-S" userId="d1fa847a-fc45-456f-9c70-a123cc9ed61e" providerId="ADAL" clId="{4E9E1CA3-C92F-4015-9EF5-3C5867DF48F0}"/>
    <pc:docChg chg="custSel modSld">
      <pc:chgData name="Shi,Cherry (HP Medicine) BII-CN-S" userId="d1fa847a-fc45-456f-9c70-a123cc9ed61e" providerId="ADAL" clId="{4E9E1CA3-C92F-4015-9EF5-3C5867DF48F0}" dt="2024-04-22T01:19:15.401" v="1" actId="207"/>
      <pc:docMkLst>
        <pc:docMk/>
      </pc:docMkLst>
      <pc:sldChg chg="modSp mod">
        <pc:chgData name="Shi,Cherry (HP Medicine) BII-CN-S" userId="d1fa847a-fc45-456f-9c70-a123cc9ed61e" providerId="ADAL" clId="{4E9E1CA3-C92F-4015-9EF5-3C5867DF48F0}" dt="2024-04-22T01:19:15.401" v="1" actId="207"/>
        <pc:sldMkLst>
          <pc:docMk/>
          <pc:sldMk cId="3255186489" sldId="2147482704"/>
        </pc:sldMkLst>
        <pc:graphicFrameChg chg="modGraphic">
          <ac:chgData name="Shi,Cherry (HP Medicine) BII-CN-S" userId="d1fa847a-fc45-456f-9c70-a123cc9ed61e" providerId="ADAL" clId="{4E9E1CA3-C92F-4015-9EF5-3C5867DF48F0}" dt="2024-04-22T01:19:15.401" v="1" actId="207"/>
          <ac:graphicFrameMkLst>
            <pc:docMk/>
            <pc:sldMk cId="3255186489" sldId="2147482704"/>
            <ac:graphicFrameMk id="12" creationId="{EE24276D-C300-4706-ACD2-32E108653E2B}"/>
          </ac:graphicFrameMkLst>
        </pc:graphicFrameChg>
      </pc:sldChg>
      <pc:sldChg chg="modSp mod">
        <pc:chgData name="Shi,Cherry (HP Medicine) BII-CN-S" userId="d1fa847a-fc45-456f-9c70-a123cc9ed61e" providerId="ADAL" clId="{4E9E1CA3-C92F-4015-9EF5-3C5867DF48F0}" dt="2024-04-22T01:18:24.086" v="0" actId="207"/>
        <pc:sldMkLst>
          <pc:docMk/>
          <pc:sldMk cId="1345512173" sldId="2147482894"/>
        </pc:sldMkLst>
        <pc:graphicFrameChg chg="modGraphic">
          <ac:chgData name="Shi,Cherry (HP Medicine) BII-CN-S" userId="d1fa847a-fc45-456f-9c70-a123cc9ed61e" providerId="ADAL" clId="{4E9E1CA3-C92F-4015-9EF5-3C5867DF48F0}" dt="2024-04-22T01:18:24.086" v="0" actId="207"/>
          <ac:graphicFrameMkLst>
            <pc:docMk/>
            <pc:sldMk cId="1345512173" sldId="2147482894"/>
            <ac:graphicFrameMk id="3" creationId="{42627265-6254-5D05-37A2-610AB63446DB}"/>
          </ac:graphicFrameMkLst>
        </pc:graphicFrameChg>
      </pc:sldChg>
    </pc:docChg>
  </pc:docChgLst>
  <pc:docChgLst>
    <pc:chgData name="Liu,Angno (MED CD&amp;O) BII-CN-B" userId="S::angno.liu@boehringer-ingelheim.com::37b2aca2-cf92-40f3-baa6-f7ef7c25e438" providerId="AD" clId="Web-{80EB2914-DD50-6096-1B02-449C39AB246F}"/>
    <pc:docChg chg="modSld">
      <pc:chgData name="Liu,Angno (MED CD&amp;O) BII-CN-B" userId="S::angno.liu@boehringer-ingelheim.com::37b2aca2-cf92-40f3-baa6-f7ef7c25e438" providerId="AD" clId="Web-{80EB2914-DD50-6096-1B02-449C39AB246F}" dt="2024-01-10T05:51:39.336" v="15" actId="20577"/>
      <pc:docMkLst>
        <pc:docMk/>
      </pc:docMkLst>
      <pc:sldChg chg="modSp">
        <pc:chgData name="Liu,Angno (MED CD&amp;O) BII-CN-B" userId="S::angno.liu@boehringer-ingelheim.com::37b2aca2-cf92-40f3-baa6-f7ef7c25e438" providerId="AD" clId="Web-{80EB2914-DD50-6096-1B02-449C39AB246F}" dt="2024-01-10T05:50:42.553" v="10" actId="20577"/>
        <pc:sldMkLst>
          <pc:docMk/>
          <pc:sldMk cId="563099238" sldId="2147481384"/>
        </pc:sldMkLst>
        <pc:spChg chg="mod">
          <ac:chgData name="Liu,Angno (MED CD&amp;O) BII-CN-B" userId="S::angno.liu@boehringer-ingelheim.com::37b2aca2-cf92-40f3-baa6-f7ef7c25e438" providerId="AD" clId="Web-{80EB2914-DD50-6096-1B02-449C39AB246F}" dt="2024-01-10T05:50:42.553" v="10" actId="20577"/>
          <ac:spMkLst>
            <pc:docMk/>
            <pc:sldMk cId="563099238" sldId="2147481384"/>
            <ac:spMk id="2" creationId="{AA569DD2-0021-2D47-2899-910C454E5195}"/>
          </ac:spMkLst>
        </pc:spChg>
      </pc:sldChg>
      <pc:sldChg chg="modSp">
        <pc:chgData name="Liu,Angno (MED CD&amp;O) BII-CN-B" userId="S::angno.liu@boehringer-ingelheim.com::37b2aca2-cf92-40f3-baa6-f7ef7c25e438" providerId="AD" clId="Web-{80EB2914-DD50-6096-1B02-449C39AB246F}" dt="2024-01-10T05:51:39.336" v="15" actId="20577"/>
        <pc:sldMkLst>
          <pc:docMk/>
          <pc:sldMk cId="4057526493" sldId="2147481385"/>
        </pc:sldMkLst>
        <pc:spChg chg="mod">
          <ac:chgData name="Liu,Angno (MED CD&amp;O) BII-CN-B" userId="S::angno.liu@boehringer-ingelheim.com::37b2aca2-cf92-40f3-baa6-f7ef7c25e438" providerId="AD" clId="Web-{80EB2914-DD50-6096-1B02-449C39AB246F}" dt="2024-01-10T05:51:39.336" v="15" actId="20577"/>
          <ac:spMkLst>
            <pc:docMk/>
            <pc:sldMk cId="4057526493" sldId="2147481385"/>
            <ac:spMk id="3" creationId="{DD0E4A71-D301-5AE7-8320-A229CC6AD5EF}"/>
          </ac:spMkLst>
        </pc:spChg>
      </pc:sldChg>
    </pc:docChg>
  </pc:docChgLst>
  <pc:docChgLst>
    <pc:chgData name="Wang,Yuan (HP Medicine) BII-CN-S" userId="S::yuan_2.wang@boehringer-ingelheim.com::358dc601-7626-4089-85ae-a53dd0075322" providerId="AD" clId="Web-{C6FEB13E-0656-287C-6FB1-B418E4680ABF}"/>
    <pc:docChg chg="modSld">
      <pc:chgData name="Wang,Yuan (HP Medicine) BII-CN-S" userId="S::yuan_2.wang@boehringer-ingelheim.com::358dc601-7626-4089-85ae-a53dd0075322" providerId="AD" clId="Web-{C6FEB13E-0656-287C-6FB1-B418E4680ABF}" dt="2023-02-13T07:33:39.228" v="144"/>
      <pc:docMkLst>
        <pc:docMk/>
      </pc:docMkLst>
      <pc:sldChg chg="delSp modSp">
        <pc:chgData name="Wang,Yuan (HP Medicine) BII-CN-S" userId="S::yuan_2.wang@boehringer-ingelheim.com::358dc601-7626-4089-85ae-a53dd0075322" providerId="AD" clId="Web-{C6FEB13E-0656-287C-6FB1-B418E4680ABF}" dt="2023-02-13T07:33:39.228" v="144"/>
        <pc:sldMkLst>
          <pc:docMk/>
          <pc:sldMk cId="3255186489" sldId="2147377178"/>
        </pc:sldMkLst>
        <pc:spChg chg="del mod">
          <ac:chgData name="Wang,Yuan (HP Medicine) BII-CN-S" userId="S::yuan_2.wang@boehringer-ingelheim.com::358dc601-7626-4089-85ae-a53dd0075322" providerId="AD" clId="Web-{C6FEB13E-0656-287C-6FB1-B418E4680ABF}" dt="2023-02-13T05:07:45.677" v="139"/>
          <ac:spMkLst>
            <pc:docMk/>
            <pc:sldMk cId="3255186489" sldId="2147377178"/>
            <ac:spMk id="2" creationId="{E873FE29-82A5-4786-ADC4-9CB77E313698}"/>
          </ac:spMkLst>
        </pc:spChg>
        <pc:spChg chg="del">
          <ac:chgData name="Wang,Yuan (HP Medicine) BII-CN-S" userId="S::yuan_2.wang@boehringer-ingelheim.com::358dc601-7626-4089-85ae-a53dd0075322" providerId="AD" clId="Web-{C6FEB13E-0656-287C-6FB1-B418E4680ABF}" dt="2023-02-13T05:07:38.489" v="136"/>
          <ac:spMkLst>
            <pc:docMk/>
            <pc:sldMk cId="3255186489" sldId="2147377178"/>
            <ac:spMk id="7" creationId="{9DBDCC91-19FD-48CE-8906-23CCD87DAF59}"/>
          </ac:spMkLst>
        </pc:spChg>
        <pc:spChg chg="del">
          <ac:chgData name="Wang,Yuan (HP Medicine) BII-CN-S" userId="S::yuan_2.wang@boehringer-ingelheim.com::358dc601-7626-4089-85ae-a53dd0075322" providerId="AD" clId="Web-{C6FEB13E-0656-287C-6FB1-B418E4680ABF}" dt="2023-02-13T05:07:41.396" v="137"/>
          <ac:spMkLst>
            <pc:docMk/>
            <pc:sldMk cId="3255186489" sldId="2147377178"/>
            <ac:spMk id="11" creationId="{4B5AB2DC-DFFB-4615-A6B1-8A1DA96D4D10}"/>
          </ac:spMkLst>
        </pc:spChg>
        <pc:spChg chg="mod">
          <ac:chgData name="Wang,Yuan (HP Medicine) BII-CN-S" userId="S::yuan_2.wang@boehringer-ingelheim.com::358dc601-7626-4089-85ae-a53dd0075322" providerId="AD" clId="Web-{C6FEB13E-0656-287C-6FB1-B418E4680ABF}" dt="2023-02-13T05:07:50.240" v="140" actId="1076"/>
          <ac:spMkLst>
            <pc:docMk/>
            <pc:sldMk cId="3255186489" sldId="2147377178"/>
            <ac:spMk id="13" creationId="{BD07EB58-1853-4637-A411-2B9556E3CD7D}"/>
          </ac:spMkLst>
        </pc:spChg>
        <pc:graphicFrameChg chg="mod modGraphic">
          <ac:chgData name="Wang,Yuan (HP Medicine) BII-CN-S" userId="S::yuan_2.wang@boehringer-ingelheim.com::358dc601-7626-4089-85ae-a53dd0075322" providerId="AD" clId="Web-{C6FEB13E-0656-287C-6FB1-B418E4680ABF}" dt="2023-02-13T07:33:39.228" v="144"/>
          <ac:graphicFrameMkLst>
            <pc:docMk/>
            <pc:sldMk cId="3255186489" sldId="2147377178"/>
            <ac:graphicFrameMk id="12" creationId="{EE24276D-C300-4706-ACD2-32E108653E2B}"/>
          </ac:graphicFrameMkLst>
        </pc:graphicFrameChg>
      </pc:sldChg>
    </pc:docChg>
  </pc:docChgLst>
  <pc:docChgLst>
    <pc:chgData name="Li,Fengqiong (HP Med RA) BII-CN-B" userId="dae7b85d-6b67-4faa-a5b6-30ff5e066a0d" providerId="ADAL" clId="{13EE7926-ADF0-41E9-B563-293FB4008395}"/>
    <pc:docChg chg="undo custSel addSld delSld modSld">
      <pc:chgData name="Li,Fengqiong (HP Med RA) BII-CN-B" userId="dae7b85d-6b67-4faa-a5b6-30ff5e066a0d" providerId="ADAL" clId="{13EE7926-ADF0-41E9-B563-293FB4008395}" dt="2022-04-11T02:58:07.165" v="207" actId="20577"/>
      <pc:docMkLst>
        <pc:docMk/>
      </pc:docMkLst>
      <pc:sldChg chg="modSp mod">
        <pc:chgData name="Li,Fengqiong (HP Med RA) BII-CN-B" userId="dae7b85d-6b67-4faa-a5b6-30ff5e066a0d" providerId="ADAL" clId="{13EE7926-ADF0-41E9-B563-293FB4008395}" dt="2022-04-11T02:51:59.067" v="201" actId="20577"/>
        <pc:sldMkLst>
          <pc:docMk/>
          <pc:sldMk cId="4267623655" sldId="2141414117"/>
        </pc:sldMkLst>
        <pc:spChg chg="mod">
          <ac:chgData name="Li,Fengqiong (HP Med RA) BII-CN-B" userId="dae7b85d-6b67-4faa-a5b6-30ff5e066a0d" providerId="ADAL" clId="{13EE7926-ADF0-41E9-B563-293FB4008395}" dt="2022-04-11T02:51:59.067" v="201" actId="20577"/>
          <ac:spMkLst>
            <pc:docMk/>
            <pc:sldMk cId="4267623655" sldId="2141414117"/>
            <ac:spMk id="192" creationId="{31193A60-52A8-4E9D-BB69-B3D203C95D66}"/>
          </ac:spMkLst>
        </pc:spChg>
      </pc:sldChg>
      <pc:sldChg chg="delSp add del mod">
        <pc:chgData name="Li,Fengqiong (HP Med RA) BII-CN-B" userId="dae7b85d-6b67-4faa-a5b6-30ff5e066a0d" providerId="ADAL" clId="{13EE7926-ADF0-41E9-B563-293FB4008395}" dt="2022-04-11T02:41:49.538" v="68" actId="47"/>
        <pc:sldMkLst>
          <pc:docMk/>
          <pc:sldMk cId="2963637462" sldId="2147377203"/>
        </pc:sldMkLst>
        <pc:spChg chg="del">
          <ac:chgData name="Li,Fengqiong (HP Med RA) BII-CN-B" userId="dae7b85d-6b67-4faa-a5b6-30ff5e066a0d" providerId="ADAL" clId="{13EE7926-ADF0-41E9-B563-293FB4008395}" dt="2022-04-11T02:41:48.595" v="67" actId="478"/>
          <ac:spMkLst>
            <pc:docMk/>
            <pc:sldMk cId="2963637462" sldId="2147377203"/>
            <ac:spMk id="21" creationId="{82B1E6F5-3C92-40FC-98B5-CF9A2B2F83C0}"/>
          </ac:spMkLst>
        </pc:spChg>
      </pc:sldChg>
      <pc:sldChg chg="addSp delSp modSp new mod">
        <pc:chgData name="Li,Fengqiong (HP Med RA) BII-CN-B" userId="dae7b85d-6b67-4faa-a5b6-30ff5e066a0d" providerId="ADAL" clId="{13EE7926-ADF0-41E9-B563-293FB4008395}" dt="2022-04-11T02:58:07.165" v="207" actId="20577"/>
        <pc:sldMkLst>
          <pc:docMk/>
          <pc:sldMk cId="3105419234" sldId="2147377203"/>
        </pc:sldMkLst>
        <pc:spChg chg="mod">
          <ac:chgData name="Li,Fengqiong (HP Med RA) BII-CN-B" userId="dae7b85d-6b67-4faa-a5b6-30ff5e066a0d" providerId="ADAL" clId="{13EE7926-ADF0-41E9-B563-293FB4008395}" dt="2022-04-11T02:58:07.165" v="207" actId="20577"/>
          <ac:spMkLst>
            <pc:docMk/>
            <pc:sldMk cId="3105419234" sldId="2147377203"/>
            <ac:spMk id="5" creationId="{037EA4F6-4B36-478F-BB0B-287690BDF6F1}"/>
          </ac:spMkLst>
        </pc:spChg>
        <pc:graphicFrameChg chg="add del mod">
          <ac:chgData name="Li,Fengqiong (HP Med RA) BII-CN-B" userId="dae7b85d-6b67-4faa-a5b6-30ff5e066a0d" providerId="ADAL" clId="{13EE7926-ADF0-41E9-B563-293FB4008395}" dt="2022-04-11T02:43:04.005" v="91"/>
          <ac:graphicFrameMkLst>
            <pc:docMk/>
            <pc:sldMk cId="3105419234" sldId="2147377203"/>
            <ac:graphicFrameMk id="6" creationId="{C9A4D49C-C9BC-4073-AB74-70C7CBB00410}"/>
          </ac:graphicFrameMkLst>
        </pc:graphicFrameChg>
        <pc:graphicFrameChg chg="add mod modGraphic">
          <ac:chgData name="Li,Fengqiong (HP Med RA) BII-CN-B" userId="dae7b85d-6b67-4faa-a5b6-30ff5e066a0d" providerId="ADAL" clId="{13EE7926-ADF0-41E9-B563-293FB4008395}" dt="2022-04-11T02:46:50.312" v="183" actId="20577"/>
          <ac:graphicFrameMkLst>
            <pc:docMk/>
            <pc:sldMk cId="3105419234" sldId="2147377203"/>
            <ac:graphicFrameMk id="7" creationId="{0320A149-F553-4289-8B80-F0098E95A6B8}"/>
          </ac:graphicFrameMkLst>
        </pc:graphicFrameChg>
      </pc:sldChg>
    </pc:docChg>
  </pc:docChgLst>
  <pc:docChgLst>
    <pc:chgData name="Li,Yuting (HP Medicine) BII-CN-S" userId="S::yuting.li@boehringer-ingelheim.com::ce8fbb54-122c-426d-b8da-fdcc5e1b5022" providerId="AD" clId="Web-{B4C96F28-C5AF-1E38-BFCF-55AA1D1235E0}"/>
    <pc:docChg chg="modSld">
      <pc:chgData name="Li,Yuting (HP Medicine) BII-CN-S" userId="S::yuting.li@boehringer-ingelheim.com::ce8fbb54-122c-426d-b8da-fdcc5e1b5022" providerId="AD" clId="Web-{B4C96F28-C5AF-1E38-BFCF-55AA1D1235E0}" dt="2024-03-14T05:34:22.823" v="5" actId="20577"/>
      <pc:docMkLst>
        <pc:docMk/>
      </pc:docMkLst>
      <pc:sldChg chg="modSp">
        <pc:chgData name="Li,Yuting (HP Medicine) BII-CN-S" userId="S::yuting.li@boehringer-ingelheim.com::ce8fbb54-122c-426d-b8da-fdcc5e1b5022" providerId="AD" clId="Web-{B4C96F28-C5AF-1E38-BFCF-55AA1D1235E0}" dt="2024-03-14T05:34:22.823" v="5" actId="20577"/>
        <pc:sldMkLst>
          <pc:docMk/>
          <pc:sldMk cId="743177320" sldId="2147481431"/>
        </pc:sldMkLst>
        <pc:spChg chg="mod">
          <ac:chgData name="Li,Yuting (HP Medicine) BII-CN-S" userId="S::yuting.li@boehringer-ingelheim.com::ce8fbb54-122c-426d-b8da-fdcc5e1b5022" providerId="AD" clId="Web-{B4C96F28-C5AF-1E38-BFCF-55AA1D1235E0}" dt="2024-03-14T05:34:22.823" v="5" actId="20577"/>
          <ac:spMkLst>
            <pc:docMk/>
            <pc:sldMk cId="743177320" sldId="2147481431"/>
            <ac:spMk id="16" creationId="{397C50CA-40EC-2B76-5DCF-8E4B0390FC5E}"/>
          </ac:spMkLst>
        </pc:spChg>
      </pc:sldChg>
    </pc:docChg>
  </pc:docChgLst>
  <pc:docChgLst>
    <pc:chgData name="Liu,Angno (MED CD&amp;O) BII-CN-B" userId="37b2aca2-cf92-40f3-baa6-f7ef7c25e438" providerId="ADAL" clId="{C5047DB4-BEEF-4499-9B81-2BEC52AFD987}"/>
    <pc:docChg chg="custSel modSld">
      <pc:chgData name="Liu,Angno (MED CD&amp;O) BII-CN-B" userId="37b2aca2-cf92-40f3-baa6-f7ef7c25e438" providerId="ADAL" clId="{C5047DB4-BEEF-4499-9B81-2BEC52AFD987}" dt="2024-04-23T09:35:29.918" v="151" actId="1589"/>
      <pc:docMkLst>
        <pc:docMk/>
      </pc:docMkLst>
      <pc:sldChg chg="delSp modSp mod">
        <pc:chgData name="Liu,Angno (MED CD&amp;O) BII-CN-B" userId="37b2aca2-cf92-40f3-baa6-f7ef7c25e438" providerId="ADAL" clId="{C5047DB4-BEEF-4499-9B81-2BEC52AFD987}" dt="2024-04-23T09:31:39.174" v="85" actId="20577"/>
        <pc:sldMkLst>
          <pc:docMk/>
          <pc:sldMk cId="2549683632" sldId="2147482837"/>
        </pc:sldMkLst>
        <pc:spChg chg="del">
          <ac:chgData name="Liu,Angno (MED CD&amp;O) BII-CN-B" userId="37b2aca2-cf92-40f3-baa6-f7ef7c25e438" providerId="ADAL" clId="{C5047DB4-BEEF-4499-9B81-2BEC52AFD987}" dt="2024-04-23T09:30:39.149" v="48" actId="478"/>
          <ac:spMkLst>
            <pc:docMk/>
            <pc:sldMk cId="2549683632" sldId="2147482837"/>
            <ac:spMk id="4" creationId="{E2DF5973-4FDD-C3BC-3D99-4EB99A5FEFD0}"/>
          </ac:spMkLst>
        </pc:spChg>
        <pc:spChg chg="mod">
          <ac:chgData name="Liu,Angno (MED CD&amp;O) BII-CN-B" userId="37b2aca2-cf92-40f3-baa6-f7ef7c25e438" providerId="ADAL" clId="{C5047DB4-BEEF-4499-9B81-2BEC52AFD987}" dt="2024-04-23T09:31:39.174" v="85" actId="20577"/>
          <ac:spMkLst>
            <pc:docMk/>
            <pc:sldMk cId="2549683632" sldId="2147482837"/>
            <ac:spMk id="8" creationId="{EE219DC8-A663-C5A4-A855-7778258C39C8}"/>
          </ac:spMkLst>
        </pc:spChg>
      </pc:sldChg>
      <pc:sldChg chg="modSp mod addCm modCm">
        <pc:chgData name="Liu,Angno (MED CD&amp;O) BII-CN-B" userId="37b2aca2-cf92-40f3-baa6-f7ef7c25e438" providerId="ADAL" clId="{C5047DB4-BEEF-4499-9B81-2BEC52AFD987}" dt="2024-04-23T09:35:29.918" v="151" actId="1589"/>
        <pc:sldMkLst>
          <pc:docMk/>
          <pc:sldMk cId="76301859" sldId="2147482842"/>
        </pc:sldMkLst>
        <pc:spChg chg="mod">
          <ac:chgData name="Liu,Angno (MED CD&amp;O) BII-CN-B" userId="37b2aca2-cf92-40f3-baa6-f7ef7c25e438" providerId="ADAL" clId="{C5047DB4-BEEF-4499-9B81-2BEC52AFD987}" dt="2024-04-23T09:35:20.739" v="150" actId="20577"/>
          <ac:spMkLst>
            <pc:docMk/>
            <pc:sldMk cId="76301859" sldId="2147482842"/>
            <ac:spMk id="39" creationId="{3D8443B3-9E6B-09DB-6CF8-C1F69166E0A3}"/>
          </ac:spMkLst>
        </pc:spChg>
      </pc:sldChg>
      <pc:sldChg chg="modSp mod addCm modCm">
        <pc:chgData name="Liu,Angno (MED CD&amp;O) BII-CN-B" userId="37b2aca2-cf92-40f3-baa6-f7ef7c25e438" providerId="ADAL" clId="{C5047DB4-BEEF-4499-9B81-2BEC52AFD987}" dt="2024-04-23T09:34:17.200" v="123" actId="20577"/>
        <pc:sldMkLst>
          <pc:docMk/>
          <pc:sldMk cId="2254039120" sldId="2147482846"/>
        </pc:sldMkLst>
        <pc:spChg chg="mod">
          <ac:chgData name="Liu,Angno (MED CD&amp;O) BII-CN-B" userId="37b2aca2-cf92-40f3-baa6-f7ef7c25e438" providerId="ADAL" clId="{C5047DB4-BEEF-4499-9B81-2BEC52AFD987}" dt="2024-04-23T09:34:17.200" v="123" actId="20577"/>
          <ac:spMkLst>
            <pc:docMk/>
            <pc:sldMk cId="2254039120" sldId="2147482846"/>
            <ac:spMk id="30" creationId="{AE1A5680-D133-2FB3-FC32-EF85FAA610D3}"/>
          </ac:spMkLst>
        </pc:spChg>
      </pc:sldChg>
      <pc:sldChg chg="addSp delSp modSp mod">
        <pc:chgData name="Liu,Angno (MED CD&amp;O) BII-CN-B" userId="37b2aca2-cf92-40f3-baa6-f7ef7c25e438" providerId="ADAL" clId="{C5047DB4-BEEF-4499-9B81-2BEC52AFD987}" dt="2024-04-23T09:30:24.907" v="47" actId="20577"/>
        <pc:sldMkLst>
          <pc:docMk/>
          <pc:sldMk cId="641215758" sldId="2147482876"/>
        </pc:sldMkLst>
        <pc:spChg chg="mod">
          <ac:chgData name="Liu,Angno (MED CD&amp;O) BII-CN-B" userId="37b2aca2-cf92-40f3-baa6-f7ef7c25e438" providerId="ADAL" clId="{C5047DB4-BEEF-4499-9B81-2BEC52AFD987}" dt="2024-04-23T09:30:03.908" v="43" actId="20577"/>
          <ac:spMkLst>
            <pc:docMk/>
            <pc:sldMk cId="641215758" sldId="2147482876"/>
            <ac:spMk id="2" creationId="{0B437A0B-F69F-0260-9487-525442BE9599}"/>
          </ac:spMkLst>
        </pc:spChg>
        <pc:spChg chg="mod">
          <ac:chgData name="Liu,Angno (MED CD&amp;O) BII-CN-B" userId="37b2aca2-cf92-40f3-baa6-f7ef7c25e438" providerId="ADAL" clId="{C5047DB4-BEEF-4499-9B81-2BEC52AFD987}" dt="2024-04-23T09:28:46.029" v="27" actId="20577"/>
          <ac:spMkLst>
            <pc:docMk/>
            <pc:sldMk cId="641215758" sldId="2147482876"/>
            <ac:spMk id="9" creationId="{1B2207DD-47A4-1235-C105-24D4110F9845}"/>
          </ac:spMkLst>
        </pc:spChg>
        <pc:graphicFrameChg chg="del">
          <ac:chgData name="Liu,Angno (MED CD&amp;O) BII-CN-B" userId="37b2aca2-cf92-40f3-baa6-f7ef7c25e438" providerId="ADAL" clId="{C5047DB4-BEEF-4499-9B81-2BEC52AFD987}" dt="2024-04-23T09:28:03.564" v="15" actId="478"/>
          <ac:graphicFrameMkLst>
            <pc:docMk/>
            <pc:sldMk cId="641215758" sldId="2147482876"/>
            <ac:graphicFrameMk id="3" creationId="{9D857ED7-46A3-4EF4-92A6-9885561FD9AE}"/>
          </ac:graphicFrameMkLst>
        </pc:graphicFrameChg>
        <pc:graphicFrameChg chg="add mod">
          <ac:chgData name="Liu,Angno (MED CD&amp;O) BII-CN-B" userId="37b2aca2-cf92-40f3-baa6-f7ef7c25e438" providerId="ADAL" clId="{C5047DB4-BEEF-4499-9B81-2BEC52AFD987}" dt="2024-04-23T09:28:37.786" v="23" actId="14100"/>
          <ac:graphicFrameMkLst>
            <pc:docMk/>
            <pc:sldMk cId="641215758" sldId="2147482876"/>
            <ac:graphicFrameMk id="4" creationId="{9D857ED7-46A3-4EF4-92A6-9885561FD9AE}"/>
          </ac:graphicFrameMkLst>
        </pc:graphicFrameChg>
        <pc:graphicFrameChg chg="mod modGraphic">
          <ac:chgData name="Liu,Angno (MED CD&amp;O) BII-CN-B" userId="37b2aca2-cf92-40f3-baa6-f7ef7c25e438" providerId="ADAL" clId="{C5047DB4-BEEF-4499-9B81-2BEC52AFD987}" dt="2024-04-23T09:30:24.907" v="47" actId="20577"/>
          <ac:graphicFrameMkLst>
            <pc:docMk/>
            <pc:sldMk cId="641215758" sldId="2147482876"/>
            <ac:graphicFrameMk id="7" creationId="{61FD8698-09D9-4F53-1C8A-38CB0400F462}"/>
          </ac:graphicFrameMkLst>
        </pc:graphicFrameChg>
      </pc:sldChg>
      <pc:sldChg chg="addSp delSp modSp mod">
        <pc:chgData name="Liu,Angno (MED CD&amp;O) BII-CN-B" userId="37b2aca2-cf92-40f3-baa6-f7ef7c25e438" providerId="ADAL" clId="{C5047DB4-BEEF-4499-9B81-2BEC52AFD987}" dt="2024-04-23T09:25:10.320" v="14" actId="14100"/>
        <pc:sldMkLst>
          <pc:docMk/>
          <pc:sldMk cId="1101655354" sldId="2147482893"/>
        </pc:sldMkLst>
        <pc:spChg chg="mod">
          <ac:chgData name="Liu,Angno (MED CD&amp;O) BII-CN-B" userId="37b2aca2-cf92-40f3-baa6-f7ef7c25e438" providerId="ADAL" clId="{C5047DB4-BEEF-4499-9B81-2BEC52AFD987}" dt="2024-04-23T09:24:06.798" v="3" actId="20577"/>
          <ac:spMkLst>
            <pc:docMk/>
            <pc:sldMk cId="1101655354" sldId="2147482893"/>
            <ac:spMk id="9" creationId="{1B2207DD-47A4-1235-C105-24D4110F9845}"/>
          </ac:spMkLst>
        </pc:spChg>
        <pc:graphicFrameChg chg="add mod">
          <ac:chgData name="Liu,Angno (MED CD&amp;O) BII-CN-B" userId="37b2aca2-cf92-40f3-baa6-f7ef7c25e438" providerId="ADAL" clId="{C5047DB4-BEEF-4499-9B81-2BEC52AFD987}" dt="2024-04-23T09:25:06.752" v="13" actId="14100"/>
          <ac:graphicFrameMkLst>
            <pc:docMk/>
            <pc:sldMk cId="1101655354" sldId="2147482893"/>
            <ac:graphicFrameMk id="2" creationId="{57883224-1323-4D15-B02B-5BEABBF6E564}"/>
          </ac:graphicFrameMkLst>
        </pc:graphicFrameChg>
        <pc:graphicFrameChg chg="del">
          <ac:chgData name="Liu,Angno (MED CD&amp;O) BII-CN-B" userId="37b2aca2-cf92-40f3-baa6-f7ef7c25e438" providerId="ADAL" clId="{C5047DB4-BEEF-4499-9B81-2BEC52AFD987}" dt="2024-04-23T09:24:38.966" v="6" actId="478"/>
          <ac:graphicFrameMkLst>
            <pc:docMk/>
            <pc:sldMk cId="1101655354" sldId="2147482893"/>
            <ac:graphicFrameMk id="3" creationId="{57883224-1323-4D15-B02B-5BEABBF6E564}"/>
          </ac:graphicFrameMkLst>
        </pc:graphicFrameChg>
        <pc:graphicFrameChg chg="modGraphic">
          <ac:chgData name="Liu,Angno (MED CD&amp;O) BII-CN-B" userId="37b2aca2-cf92-40f3-baa6-f7ef7c25e438" providerId="ADAL" clId="{C5047DB4-BEEF-4499-9B81-2BEC52AFD987}" dt="2024-04-23T09:25:10.320" v="14" actId="14100"/>
          <ac:graphicFrameMkLst>
            <pc:docMk/>
            <pc:sldMk cId="1101655354" sldId="2147482893"/>
            <ac:graphicFrameMk id="14" creationId="{F4B0FD6E-521E-5446-543F-57C68956F6E5}"/>
          </ac:graphicFrameMkLst>
        </pc:graphicFrameChg>
      </pc:sldChg>
    </pc:docChg>
  </pc:docChgLst>
  <pc:docChgLst>
    <pc:chgData name="Zhao,Qian (MED CD&amp;O) BII-CN-S" userId="S::qian_3.zhao@boehringer-ingelheim.com::e5f2fa0e-800e-4e03-b8e2-beea36a7bf3b" providerId="AD" clId="Web-{32789FDE-4846-A533-D36B-93E06132ADC2}"/>
    <pc:docChg chg="modSld">
      <pc:chgData name="Zhao,Qian (MED CD&amp;O) BII-CN-S" userId="S::qian_3.zhao@boehringer-ingelheim.com::e5f2fa0e-800e-4e03-b8e2-beea36a7bf3b" providerId="AD" clId="Web-{32789FDE-4846-A533-D36B-93E06132ADC2}" dt="2024-01-10T02:01:46.178" v="4"/>
      <pc:docMkLst>
        <pc:docMk/>
      </pc:docMkLst>
      <pc:sldChg chg="addSp delSp modSp">
        <pc:chgData name="Zhao,Qian (MED CD&amp;O) BII-CN-S" userId="S::qian_3.zhao@boehringer-ingelheim.com::e5f2fa0e-800e-4e03-b8e2-beea36a7bf3b" providerId="AD" clId="Web-{32789FDE-4846-A533-D36B-93E06132ADC2}" dt="2024-01-10T02:01:46.178" v="4"/>
        <pc:sldMkLst>
          <pc:docMk/>
          <pc:sldMk cId="4072964452" sldId="2147481322"/>
        </pc:sldMkLst>
        <pc:picChg chg="del">
          <ac:chgData name="Zhao,Qian (MED CD&amp;O) BII-CN-S" userId="S::qian_3.zhao@boehringer-ingelheim.com::e5f2fa0e-800e-4e03-b8e2-beea36a7bf3b" providerId="AD" clId="Web-{32789FDE-4846-A533-D36B-93E06132ADC2}" dt="2024-01-10T02:01:43.256" v="3"/>
          <ac:picMkLst>
            <pc:docMk/>
            <pc:sldMk cId="4072964452" sldId="2147481322"/>
            <ac:picMk id="2" creationId="{723485B3-910D-1622-36D5-554458091A96}"/>
          </ac:picMkLst>
        </pc:picChg>
        <pc:picChg chg="add mod">
          <ac:chgData name="Zhao,Qian (MED CD&amp;O) BII-CN-S" userId="S::qian_3.zhao@boehringer-ingelheim.com::e5f2fa0e-800e-4e03-b8e2-beea36a7bf3b" providerId="AD" clId="Web-{32789FDE-4846-A533-D36B-93E06132ADC2}" dt="2024-01-10T02:01:46.178" v="4"/>
          <ac:picMkLst>
            <pc:docMk/>
            <pc:sldMk cId="4072964452" sldId="2147481322"/>
            <ac:picMk id="5" creationId="{E1236A87-639E-740D-1C57-FCE79A5EC4CB}"/>
          </ac:picMkLst>
        </pc:picChg>
      </pc:sldChg>
      <pc:sldChg chg="modSp">
        <pc:chgData name="Zhao,Qian (MED CD&amp;O) BII-CN-S" userId="S::qian_3.zhao@boehringer-ingelheim.com::e5f2fa0e-800e-4e03-b8e2-beea36a7bf3b" providerId="AD" clId="Web-{32789FDE-4846-A533-D36B-93E06132ADC2}" dt="2024-01-10T02:01:24.990" v="2" actId="20577"/>
        <pc:sldMkLst>
          <pc:docMk/>
          <pc:sldMk cId="1927358786" sldId="2147481373"/>
        </pc:sldMkLst>
        <pc:spChg chg="mod">
          <ac:chgData name="Zhao,Qian (MED CD&amp;O) BII-CN-S" userId="S::qian_3.zhao@boehringer-ingelheim.com::e5f2fa0e-800e-4e03-b8e2-beea36a7bf3b" providerId="AD" clId="Web-{32789FDE-4846-A533-D36B-93E06132ADC2}" dt="2024-01-10T02:01:24.990" v="2" actId="20577"/>
          <ac:spMkLst>
            <pc:docMk/>
            <pc:sldMk cId="1927358786" sldId="2147481373"/>
            <ac:spMk id="75" creationId="{23E443ED-C91E-4425-963C-DB47A7F0B19C}"/>
          </ac:spMkLst>
        </pc:spChg>
      </pc:sldChg>
    </pc:docChg>
  </pc:docChgLst>
  <pc:docChgLst>
    <pc:chgData name="Shi,Cherry (HP Medicine) BII-CN-S" userId="S::cherry.shi@boehringer-ingelheim.com::d1fa847a-fc45-456f-9c70-a123cc9ed61e" providerId="AD" clId="Web-{95B77367-760F-405B-4322-8208C567CFA2}"/>
    <pc:docChg chg="modSld">
      <pc:chgData name="Shi,Cherry (HP Medicine) BII-CN-S" userId="S::cherry.shi@boehringer-ingelheim.com::d1fa847a-fc45-456f-9c70-a123cc9ed61e" providerId="AD" clId="Web-{95B77367-760F-405B-4322-8208C567CFA2}" dt="2022-05-06T03:34:42.695" v="217" actId="20577"/>
      <pc:docMkLst>
        <pc:docMk/>
      </pc:docMkLst>
      <pc:sldChg chg="modSp modCm">
        <pc:chgData name="Shi,Cherry (HP Medicine) BII-CN-S" userId="S::cherry.shi@boehringer-ingelheim.com::d1fa847a-fc45-456f-9c70-a123cc9ed61e" providerId="AD" clId="Web-{95B77367-760F-405B-4322-8208C567CFA2}" dt="2022-05-06T03:34:42.695" v="217" actId="20577"/>
        <pc:sldMkLst>
          <pc:docMk/>
          <pc:sldMk cId="2777933554" sldId="2147377173"/>
        </pc:sldMkLst>
        <pc:spChg chg="mod">
          <ac:chgData name="Shi,Cherry (HP Medicine) BII-CN-S" userId="S::cherry.shi@boehringer-ingelheim.com::d1fa847a-fc45-456f-9c70-a123cc9ed61e" providerId="AD" clId="Web-{95B77367-760F-405B-4322-8208C567CFA2}" dt="2022-05-06T03:34:42.695" v="217" actId="20577"/>
          <ac:spMkLst>
            <pc:docMk/>
            <pc:sldMk cId="2777933554" sldId="2147377173"/>
            <ac:spMk id="41" creationId="{80672632-5059-4D01-BB59-096554D9CD3A}"/>
          </ac:spMkLst>
        </pc:spChg>
      </pc:sldChg>
    </pc:docChg>
  </pc:docChgLst>
  <pc:docChgLst>
    <pc:chgData name="Lu,Yixin (MED CD&amp;O) BII-CN-S" userId="6055c963-f18b-4b43-9f26-62c3b4c5f854" providerId="ADAL" clId="{CE56AB7D-839F-4CBE-90F4-52170BE7059E}"/>
    <pc:docChg chg="undo redo custSel addSld delSld modSld">
      <pc:chgData name="Lu,Yixin (MED CD&amp;O) BII-CN-S" userId="6055c963-f18b-4b43-9f26-62c3b4c5f854" providerId="ADAL" clId="{CE56AB7D-839F-4CBE-90F4-52170BE7059E}" dt="2023-06-14T06:32:02.035" v="1049" actId="2696"/>
      <pc:docMkLst>
        <pc:docMk/>
      </pc:docMkLst>
      <pc:sldChg chg="modSp mod">
        <pc:chgData name="Lu,Yixin (MED CD&amp;O) BII-CN-S" userId="6055c963-f18b-4b43-9f26-62c3b4c5f854" providerId="ADAL" clId="{CE56AB7D-839F-4CBE-90F4-52170BE7059E}" dt="2023-06-13T09:21:20.980" v="757" actId="20577"/>
        <pc:sldMkLst>
          <pc:docMk/>
          <pc:sldMk cId="3420136281" sldId="2147474062"/>
        </pc:sldMkLst>
        <pc:spChg chg="mod">
          <ac:chgData name="Lu,Yixin (MED CD&amp;O) BII-CN-S" userId="6055c963-f18b-4b43-9f26-62c3b4c5f854" providerId="ADAL" clId="{CE56AB7D-839F-4CBE-90F4-52170BE7059E}" dt="2023-06-13T09:21:20.980" v="757" actId="20577"/>
          <ac:spMkLst>
            <pc:docMk/>
            <pc:sldMk cId="3420136281" sldId="2147474062"/>
            <ac:spMk id="2" creationId="{899E9FD5-14F4-46B5-85BD-4B2D5616E6A9}"/>
          </ac:spMkLst>
        </pc:spChg>
        <pc:graphicFrameChg chg="modGraphic">
          <ac:chgData name="Lu,Yixin (MED CD&amp;O) BII-CN-S" userId="6055c963-f18b-4b43-9f26-62c3b4c5f854" providerId="ADAL" clId="{CE56AB7D-839F-4CBE-90F4-52170BE7059E}" dt="2023-06-13T09:20:01.584" v="753" actId="20577"/>
          <ac:graphicFrameMkLst>
            <pc:docMk/>
            <pc:sldMk cId="3420136281" sldId="2147474062"/>
            <ac:graphicFrameMk id="6" creationId="{127EE0F1-E4C5-159D-3810-21AA1F77D481}"/>
          </ac:graphicFrameMkLst>
        </pc:graphicFrameChg>
      </pc:sldChg>
      <pc:sldChg chg="modSp mod">
        <pc:chgData name="Lu,Yixin (MED CD&amp;O) BII-CN-S" userId="6055c963-f18b-4b43-9f26-62c3b4c5f854" providerId="ADAL" clId="{CE56AB7D-839F-4CBE-90F4-52170BE7059E}" dt="2023-06-13T09:23:29.745" v="773" actId="20577"/>
        <pc:sldMkLst>
          <pc:docMk/>
          <pc:sldMk cId="3825196918" sldId="2147474063"/>
        </pc:sldMkLst>
        <pc:spChg chg="mod">
          <ac:chgData name="Lu,Yixin (MED CD&amp;O) BII-CN-S" userId="6055c963-f18b-4b43-9f26-62c3b4c5f854" providerId="ADAL" clId="{CE56AB7D-839F-4CBE-90F4-52170BE7059E}" dt="2023-06-13T09:23:29.745" v="773" actId="20577"/>
          <ac:spMkLst>
            <pc:docMk/>
            <pc:sldMk cId="3825196918" sldId="2147474063"/>
            <ac:spMk id="2" creationId="{899E9FD5-14F4-46B5-85BD-4B2D5616E6A9}"/>
          </ac:spMkLst>
        </pc:spChg>
        <pc:graphicFrameChg chg="modGraphic">
          <ac:chgData name="Lu,Yixin (MED CD&amp;O) BII-CN-S" userId="6055c963-f18b-4b43-9f26-62c3b4c5f854" providerId="ADAL" clId="{CE56AB7D-839F-4CBE-90F4-52170BE7059E}" dt="2023-06-13T09:22:27.020" v="769" actId="20577"/>
          <ac:graphicFrameMkLst>
            <pc:docMk/>
            <pc:sldMk cId="3825196918" sldId="2147474063"/>
            <ac:graphicFrameMk id="5" creationId="{E6BE035E-4B35-4AB8-AD36-4B31F6665F19}"/>
          </ac:graphicFrameMkLst>
        </pc:graphicFrameChg>
      </pc:sldChg>
      <pc:sldChg chg="modSp mod addCm">
        <pc:chgData name="Lu,Yixin (MED CD&amp;O) BII-CN-S" userId="6055c963-f18b-4b43-9f26-62c3b4c5f854" providerId="ADAL" clId="{CE56AB7D-839F-4CBE-90F4-52170BE7059E}" dt="2023-06-14T05:23:29.332" v="872" actId="1589"/>
        <pc:sldMkLst>
          <pc:docMk/>
          <pc:sldMk cId="1655944972" sldId="2147474064"/>
        </pc:sldMkLst>
        <pc:spChg chg="mod">
          <ac:chgData name="Lu,Yixin (MED CD&amp;O) BII-CN-S" userId="6055c963-f18b-4b43-9f26-62c3b4c5f854" providerId="ADAL" clId="{CE56AB7D-839F-4CBE-90F4-52170BE7059E}" dt="2023-06-13T09:39:11.252" v="863" actId="20577"/>
          <ac:spMkLst>
            <pc:docMk/>
            <pc:sldMk cId="1655944972" sldId="2147474064"/>
            <ac:spMk id="2" creationId="{899E9FD5-14F4-46B5-85BD-4B2D5616E6A9}"/>
          </ac:spMkLst>
        </pc:spChg>
        <pc:spChg chg="mod">
          <ac:chgData name="Lu,Yixin (MED CD&amp;O) BII-CN-S" userId="6055c963-f18b-4b43-9f26-62c3b4c5f854" providerId="ADAL" clId="{CE56AB7D-839F-4CBE-90F4-52170BE7059E}" dt="2023-06-14T05:21:52.343" v="871" actId="20577"/>
          <ac:spMkLst>
            <pc:docMk/>
            <pc:sldMk cId="1655944972" sldId="2147474064"/>
            <ac:spMk id="4" creationId="{5A74492E-2589-1B68-5A60-348CD6528FE8}"/>
          </ac:spMkLst>
        </pc:spChg>
        <pc:graphicFrameChg chg="mod">
          <ac:chgData name="Lu,Yixin (MED CD&amp;O) BII-CN-S" userId="6055c963-f18b-4b43-9f26-62c3b4c5f854" providerId="ADAL" clId="{CE56AB7D-839F-4CBE-90F4-52170BE7059E}" dt="2023-06-08T03:14:29.538" v="24" actId="20577"/>
          <ac:graphicFrameMkLst>
            <pc:docMk/>
            <pc:sldMk cId="1655944972" sldId="2147474064"/>
            <ac:graphicFrameMk id="3" creationId="{73207099-613B-4188-B37D-91BA5B30A0AB}"/>
          </ac:graphicFrameMkLst>
        </pc:graphicFrameChg>
        <pc:graphicFrameChg chg="modGraphic">
          <ac:chgData name="Lu,Yixin (MED CD&amp;O) BII-CN-S" userId="6055c963-f18b-4b43-9f26-62c3b4c5f854" providerId="ADAL" clId="{CE56AB7D-839F-4CBE-90F4-52170BE7059E}" dt="2023-06-13T09:30:32.701" v="777" actId="20577"/>
          <ac:graphicFrameMkLst>
            <pc:docMk/>
            <pc:sldMk cId="1655944972" sldId="2147474064"/>
            <ac:graphicFrameMk id="6" creationId="{ACE9568A-0306-B17E-7AC4-F0F3B8460C99}"/>
          </ac:graphicFrameMkLst>
        </pc:graphicFrameChg>
      </pc:sldChg>
      <pc:sldChg chg="modSp mod">
        <pc:chgData name="Lu,Yixin (MED CD&amp;O) BII-CN-S" userId="6055c963-f18b-4b43-9f26-62c3b4c5f854" providerId="ADAL" clId="{CE56AB7D-839F-4CBE-90F4-52170BE7059E}" dt="2023-06-13T09:39:15.872" v="867" actId="20577"/>
        <pc:sldMkLst>
          <pc:docMk/>
          <pc:sldMk cId="1079775058" sldId="2147474065"/>
        </pc:sldMkLst>
        <pc:spChg chg="mod">
          <ac:chgData name="Lu,Yixin (MED CD&amp;O) BII-CN-S" userId="6055c963-f18b-4b43-9f26-62c3b4c5f854" providerId="ADAL" clId="{CE56AB7D-839F-4CBE-90F4-52170BE7059E}" dt="2023-06-13T09:39:15.872" v="867" actId="20577"/>
          <ac:spMkLst>
            <pc:docMk/>
            <pc:sldMk cId="1079775058" sldId="2147474065"/>
            <ac:spMk id="2" creationId="{899E9FD5-14F4-46B5-85BD-4B2D5616E6A9}"/>
          </ac:spMkLst>
        </pc:spChg>
        <pc:graphicFrameChg chg="modGraphic">
          <ac:chgData name="Lu,Yixin (MED CD&amp;O) BII-CN-S" userId="6055c963-f18b-4b43-9f26-62c3b4c5f854" providerId="ADAL" clId="{CE56AB7D-839F-4CBE-90F4-52170BE7059E}" dt="2023-06-13T09:38:46.577" v="859" actId="20577"/>
          <ac:graphicFrameMkLst>
            <pc:docMk/>
            <pc:sldMk cId="1079775058" sldId="2147474065"/>
            <ac:graphicFrameMk id="5" creationId="{C9373DC8-3AA3-4F74-A662-5C21ADFD09A3}"/>
          </ac:graphicFrameMkLst>
        </pc:graphicFrameChg>
      </pc:sldChg>
      <pc:sldChg chg="addSp delSp modSp mod">
        <pc:chgData name="Lu,Yixin (MED CD&amp;O) BII-CN-S" userId="6055c963-f18b-4b43-9f26-62c3b4c5f854" providerId="ADAL" clId="{CE56AB7D-839F-4CBE-90F4-52170BE7059E}" dt="2023-06-14T05:23:58.461" v="927" actId="20577"/>
        <pc:sldMkLst>
          <pc:docMk/>
          <pc:sldMk cId="990989320" sldId="2147474068"/>
        </pc:sldMkLst>
        <pc:spChg chg="del mod">
          <ac:chgData name="Lu,Yixin (MED CD&amp;O) BII-CN-S" userId="6055c963-f18b-4b43-9f26-62c3b4c5f854" providerId="ADAL" clId="{CE56AB7D-839F-4CBE-90F4-52170BE7059E}" dt="2023-06-08T03:17:40.892" v="65" actId="3680"/>
          <ac:spMkLst>
            <pc:docMk/>
            <pc:sldMk cId="990989320" sldId="2147474068"/>
            <ac:spMk id="2" creationId="{E382AE4D-1535-74AB-D389-C1421B49DA43}"/>
          </ac:spMkLst>
        </pc:spChg>
        <pc:spChg chg="mod">
          <ac:chgData name="Lu,Yixin (MED CD&amp;O) BII-CN-S" userId="6055c963-f18b-4b43-9f26-62c3b4c5f854" providerId="ADAL" clId="{CE56AB7D-839F-4CBE-90F4-52170BE7059E}" dt="2023-06-08T03:29:03.860" v="285" actId="20577"/>
          <ac:spMkLst>
            <pc:docMk/>
            <pc:sldMk cId="990989320" sldId="2147474068"/>
            <ac:spMk id="4" creationId="{2E24E0FE-E8BE-4153-624F-BA4E4D1E3A15}"/>
          </ac:spMkLst>
        </pc:spChg>
        <pc:spChg chg="add mod">
          <ac:chgData name="Lu,Yixin (MED CD&amp;O) BII-CN-S" userId="6055c963-f18b-4b43-9f26-62c3b4c5f854" providerId="ADAL" clId="{CE56AB7D-839F-4CBE-90F4-52170BE7059E}" dt="2023-06-13T09:34:23.543" v="808" actId="14100"/>
          <ac:spMkLst>
            <pc:docMk/>
            <pc:sldMk cId="990989320" sldId="2147474068"/>
            <ac:spMk id="7" creationId="{BB81310C-EAB7-57E3-CB03-F75503E85CE7}"/>
          </ac:spMkLst>
        </pc:spChg>
        <pc:spChg chg="add mod">
          <ac:chgData name="Lu,Yixin (MED CD&amp;O) BII-CN-S" userId="6055c963-f18b-4b43-9f26-62c3b4c5f854" providerId="ADAL" clId="{CE56AB7D-839F-4CBE-90F4-52170BE7059E}" dt="2023-06-14T05:23:58.461" v="927" actId="20577"/>
          <ac:spMkLst>
            <pc:docMk/>
            <pc:sldMk cId="990989320" sldId="2147474068"/>
            <ac:spMk id="8" creationId="{9E1A3849-4A3C-B76A-A645-71EA4106A487}"/>
          </ac:spMkLst>
        </pc:spChg>
        <pc:graphicFrameChg chg="add mod ord modGraphic">
          <ac:chgData name="Lu,Yixin (MED CD&amp;O) BII-CN-S" userId="6055c963-f18b-4b43-9f26-62c3b4c5f854" providerId="ADAL" clId="{CE56AB7D-839F-4CBE-90F4-52170BE7059E}" dt="2023-06-08T03:24:40.116" v="247" actId="20577"/>
          <ac:graphicFrameMkLst>
            <pc:docMk/>
            <pc:sldMk cId="990989320" sldId="2147474068"/>
            <ac:graphicFrameMk id="5" creationId="{A47F774C-072B-A934-A952-A823C27C3C6C}"/>
          </ac:graphicFrameMkLst>
        </pc:graphicFrameChg>
        <pc:graphicFrameChg chg="add mod modGraphic">
          <ac:chgData name="Lu,Yixin (MED CD&amp;O) BII-CN-S" userId="6055c963-f18b-4b43-9f26-62c3b4c5f854" providerId="ADAL" clId="{CE56AB7D-839F-4CBE-90F4-52170BE7059E}" dt="2023-06-08T03:38:29.320" v="522" actId="20577"/>
          <ac:graphicFrameMkLst>
            <pc:docMk/>
            <pc:sldMk cId="990989320" sldId="2147474068"/>
            <ac:graphicFrameMk id="6" creationId="{21400C20-E025-E3D6-F052-439A4B7B5914}"/>
          </ac:graphicFrameMkLst>
        </pc:graphicFrameChg>
      </pc:sldChg>
      <pc:sldChg chg="addSp delSp modSp new del mod modShow">
        <pc:chgData name="Lu,Yixin (MED CD&amp;O) BII-CN-S" userId="6055c963-f18b-4b43-9f26-62c3b4c5f854" providerId="ADAL" clId="{CE56AB7D-839F-4CBE-90F4-52170BE7059E}" dt="2023-06-14T06:32:02.035" v="1049" actId="2696"/>
        <pc:sldMkLst>
          <pc:docMk/>
          <pc:sldMk cId="151919049" sldId="2147474085"/>
        </pc:sldMkLst>
        <pc:spChg chg="mod">
          <ac:chgData name="Lu,Yixin (MED CD&amp;O) BII-CN-S" userId="6055c963-f18b-4b43-9f26-62c3b4c5f854" providerId="ADAL" clId="{CE56AB7D-839F-4CBE-90F4-52170BE7059E}" dt="2023-06-14T06:21:13.945" v="1015" actId="20577"/>
          <ac:spMkLst>
            <pc:docMk/>
            <pc:sldMk cId="151919049" sldId="2147474085"/>
            <ac:spMk id="2" creationId="{39A6DB02-F3B7-44A8-02F5-0A932E46FD22}"/>
          </ac:spMkLst>
        </pc:spChg>
        <pc:graphicFrameChg chg="add mod">
          <ac:chgData name="Lu,Yixin (MED CD&amp;O) BII-CN-S" userId="6055c963-f18b-4b43-9f26-62c3b4c5f854" providerId="ADAL" clId="{CE56AB7D-839F-4CBE-90F4-52170BE7059E}" dt="2023-06-14T06:30:39.682" v="1037"/>
          <ac:graphicFrameMkLst>
            <pc:docMk/>
            <pc:sldMk cId="151919049" sldId="2147474085"/>
            <ac:graphicFrameMk id="4" creationId="{5612B25A-0E28-1DCC-B8AE-5B6102A0CA0B}"/>
          </ac:graphicFrameMkLst>
        </pc:graphicFrameChg>
        <pc:graphicFrameChg chg="add mod modGraphic">
          <ac:chgData name="Lu,Yixin (MED CD&amp;O) BII-CN-S" userId="6055c963-f18b-4b43-9f26-62c3b4c5f854" providerId="ADAL" clId="{CE56AB7D-839F-4CBE-90F4-52170BE7059E}" dt="2023-06-14T06:21:02.725" v="1002" actId="13926"/>
          <ac:graphicFrameMkLst>
            <pc:docMk/>
            <pc:sldMk cId="151919049" sldId="2147474085"/>
            <ac:graphicFrameMk id="5" creationId="{71E4B71B-B4FD-5F4E-B25D-3F7FBA2BE511}"/>
          </ac:graphicFrameMkLst>
        </pc:graphicFrameChg>
        <pc:graphicFrameChg chg="add del mod modGraphic">
          <ac:chgData name="Lu,Yixin (MED CD&amp;O) BII-CN-S" userId="6055c963-f18b-4b43-9f26-62c3b4c5f854" providerId="ADAL" clId="{CE56AB7D-839F-4CBE-90F4-52170BE7059E}" dt="2023-06-14T06:30:22.415" v="1025"/>
          <ac:graphicFrameMkLst>
            <pc:docMk/>
            <pc:sldMk cId="151919049" sldId="2147474085"/>
            <ac:graphicFrameMk id="6" creationId="{2ED918A1-66E9-9B9B-40D6-409A3C2383C0}"/>
          </ac:graphicFrameMkLst>
        </pc:graphicFrameChg>
        <pc:graphicFrameChg chg="add del mod">
          <ac:chgData name="Lu,Yixin (MED CD&amp;O) BII-CN-S" userId="6055c963-f18b-4b43-9f26-62c3b4c5f854" providerId="ADAL" clId="{CE56AB7D-839F-4CBE-90F4-52170BE7059E}" dt="2023-06-14T06:30:30.944" v="1031"/>
          <ac:graphicFrameMkLst>
            <pc:docMk/>
            <pc:sldMk cId="151919049" sldId="2147474085"/>
            <ac:graphicFrameMk id="7" creationId="{ED0EE68E-FD82-9B62-FFCC-785C0CB9CC8F}"/>
          </ac:graphicFrameMkLst>
        </pc:graphicFrameChg>
        <pc:graphicFrameChg chg="add del mod">
          <ac:chgData name="Lu,Yixin (MED CD&amp;O) BII-CN-S" userId="6055c963-f18b-4b43-9f26-62c3b4c5f854" providerId="ADAL" clId="{CE56AB7D-839F-4CBE-90F4-52170BE7059E}" dt="2023-06-14T06:30:36.264" v="1035"/>
          <ac:graphicFrameMkLst>
            <pc:docMk/>
            <pc:sldMk cId="151919049" sldId="2147474085"/>
            <ac:graphicFrameMk id="8" creationId="{9FBAB445-0654-8559-CD19-A6A37537163B}"/>
          </ac:graphicFrameMkLst>
        </pc:graphicFrameChg>
        <pc:graphicFrameChg chg="add mod modGraphic">
          <ac:chgData name="Lu,Yixin (MED CD&amp;O) BII-CN-S" userId="6055c963-f18b-4b43-9f26-62c3b4c5f854" providerId="ADAL" clId="{CE56AB7D-839F-4CBE-90F4-52170BE7059E}" dt="2023-06-14T06:31:26.042" v="1048" actId="21"/>
          <ac:graphicFrameMkLst>
            <pc:docMk/>
            <pc:sldMk cId="151919049" sldId="2147474085"/>
            <ac:graphicFrameMk id="9" creationId="{862C0436-6954-D334-4683-3FEC16BEF6D9}"/>
          </ac:graphicFrameMkLst>
        </pc:graphicFrameChg>
      </pc:sldChg>
    </pc:docChg>
  </pc:docChgLst>
  <pc:docChgLst>
    <pc:chgData name="Jian" userId="d5e1e1c3-1b8e-4d7c-a738-2fc34bcfb3bb" providerId="ADAL" clId="{6D8A4276-F51A-4167-BB60-DD045EE3952D}"/>
    <pc:docChg chg="undo custSel addSld modSld">
      <pc:chgData name="Jian" userId="d5e1e1c3-1b8e-4d7c-a738-2fc34bcfb3bb" providerId="ADAL" clId="{6D8A4276-F51A-4167-BB60-DD045EE3952D}" dt="2022-04-13T01:04:18.554" v="1368" actId="1076"/>
      <pc:docMkLst>
        <pc:docMk/>
      </pc:docMkLst>
      <pc:sldChg chg="modSp mod">
        <pc:chgData name="Jian" userId="d5e1e1c3-1b8e-4d7c-a738-2fc34bcfb3bb" providerId="ADAL" clId="{6D8A4276-F51A-4167-BB60-DD045EE3952D}" dt="2022-04-12T12:36:34.035" v="38" actId="207"/>
        <pc:sldMkLst>
          <pc:docMk/>
          <pc:sldMk cId="4267623655" sldId="2141414117"/>
        </pc:sldMkLst>
        <pc:spChg chg="mod">
          <ac:chgData name="Jian" userId="d5e1e1c3-1b8e-4d7c-a738-2fc34bcfb3bb" providerId="ADAL" clId="{6D8A4276-F51A-4167-BB60-DD045EE3952D}" dt="2022-04-12T12:35:49.146" v="31" actId="207"/>
          <ac:spMkLst>
            <pc:docMk/>
            <pc:sldMk cId="4267623655" sldId="2141414117"/>
            <ac:spMk id="103" creationId="{2D05D1FC-EEF5-4E4F-9563-041EA0C8DA96}"/>
          </ac:spMkLst>
        </pc:spChg>
        <pc:spChg chg="mod">
          <ac:chgData name="Jian" userId="d5e1e1c3-1b8e-4d7c-a738-2fc34bcfb3bb" providerId="ADAL" clId="{6D8A4276-F51A-4167-BB60-DD045EE3952D}" dt="2022-04-12T12:36:22.762" v="36" actId="207"/>
          <ac:spMkLst>
            <pc:docMk/>
            <pc:sldMk cId="4267623655" sldId="2141414117"/>
            <ac:spMk id="105" creationId="{1D0ED006-D44E-4D1C-8839-8F7897971E09}"/>
          </ac:spMkLst>
        </pc:spChg>
        <pc:spChg chg="mod">
          <ac:chgData name="Jian" userId="d5e1e1c3-1b8e-4d7c-a738-2fc34bcfb3bb" providerId="ADAL" clId="{6D8A4276-F51A-4167-BB60-DD045EE3952D}" dt="2022-04-12T12:35:53.920" v="32" actId="207"/>
          <ac:spMkLst>
            <pc:docMk/>
            <pc:sldMk cId="4267623655" sldId="2141414117"/>
            <ac:spMk id="133" creationId="{E7356F44-C9B6-483B-BEA4-627D5EC02291}"/>
          </ac:spMkLst>
        </pc:spChg>
        <pc:spChg chg="mod">
          <ac:chgData name="Jian" userId="d5e1e1c3-1b8e-4d7c-a738-2fc34bcfb3bb" providerId="ADAL" clId="{6D8A4276-F51A-4167-BB60-DD045EE3952D}" dt="2022-04-12T12:36:34.035" v="38" actId="207"/>
          <ac:spMkLst>
            <pc:docMk/>
            <pc:sldMk cId="4267623655" sldId="2141414117"/>
            <ac:spMk id="144" creationId="{FB8D5037-BF94-45DE-ABF1-539D0002B322}"/>
          </ac:spMkLst>
        </pc:spChg>
        <pc:spChg chg="mod">
          <ac:chgData name="Jian" userId="d5e1e1c3-1b8e-4d7c-a738-2fc34bcfb3bb" providerId="ADAL" clId="{6D8A4276-F51A-4167-BB60-DD045EE3952D}" dt="2022-04-12T12:36:30.839" v="37" actId="207"/>
          <ac:spMkLst>
            <pc:docMk/>
            <pc:sldMk cId="4267623655" sldId="2141414117"/>
            <ac:spMk id="154" creationId="{3898B717-C225-481C-968D-2B660185D799}"/>
          </ac:spMkLst>
        </pc:spChg>
        <pc:spChg chg="mod">
          <ac:chgData name="Jian" userId="d5e1e1c3-1b8e-4d7c-a738-2fc34bcfb3bb" providerId="ADAL" clId="{6D8A4276-F51A-4167-BB60-DD045EE3952D}" dt="2022-04-12T12:36:06.616" v="34" actId="207"/>
          <ac:spMkLst>
            <pc:docMk/>
            <pc:sldMk cId="4267623655" sldId="2141414117"/>
            <ac:spMk id="163" creationId="{802E9DC8-241A-4700-8945-AB5EE6F15604}"/>
          </ac:spMkLst>
        </pc:spChg>
        <pc:spChg chg="mod">
          <ac:chgData name="Jian" userId="d5e1e1c3-1b8e-4d7c-a738-2fc34bcfb3bb" providerId="ADAL" clId="{6D8A4276-F51A-4167-BB60-DD045EE3952D}" dt="2022-04-12T12:34:33.352" v="29" actId="207"/>
          <ac:spMkLst>
            <pc:docMk/>
            <pc:sldMk cId="4267623655" sldId="2141414117"/>
            <ac:spMk id="166" creationId="{7F2C91D1-E650-4DDA-B93F-A0F9E2A9839F}"/>
          </ac:spMkLst>
        </pc:spChg>
        <pc:spChg chg="mod">
          <ac:chgData name="Jian" userId="d5e1e1c3-1b8e-4d7c-a738-2fc34bcfb3bb" providerId="ADAL" clId="{6D8A4276-F51A-4167-BB60-DD045EE3952D}" dt="2022-04-12T12:36:00.166" v="33" actId="207"/>
          <ac:spMkLst>
            <pc:docMk/>
            <pc:sldMk cId="4267623655" sldId="2141414117"/>
            <ac:spMk id="173" creationId="{61566E1B-1622-4AB5-830F-0B8002E04932}"/>
          </ac:spMkLst>
        </pc:spChg>
        <pc:spChg chg="mod">
          <ac:chgData name="Jian" userId="d5e1e1c3-1b8e-4d7c-a738-2fc34bcfb3bb" providerId="ADAL" clId="{6D8A4276-F51A-4167-BB60-DD045EE3952D}" dt="2022-04-12T12:35:42.435" v="30" actId="207"/>
          <ac:spMkLst>
            <pc:docMk/>
            <pc:sldMk cId="4267623655" sldId="2141414117"/>
            <ac:spMk id="192" creationId="{31193A60-52A8-4E9D-BB69-B3D203C95D66}"/>
          </ac:spMkLst>
        </pc:spChg>
      </pc:sldChg>
      <pc:sldChg chg="modSp new mod">
        <pc:chgData name="Jian" userId="d5e1e1c3-1b8e-4d7c-a738-2fc34bcfb3bb" providerId="ADAL" clId="{6D8A4276-F51A-4167-BB60-DD045EE3952D}" dt="2022-04-13T01:04:18.554" v="1368" actId="1076"/>
        <pc:sldMkLst>
          <pc:docMk/>
          <pc:sldMk cId="1848714605" sldId="2147377205"/>
        </pc:sldMkLst>
        <pc:spChg chg="mod">
          <ac:chgData name="Jian" userId="d5e1e1c3-1b8e-4d7c-a738-2fc34bcfb3bb" providerId="ADAL" clId="{6D8A4276-F51A-4167-BB60-DD045EE3952D}" dt="2022-04-13T01:04:18.554" v="1368" actId="1076"/>
          <ac:spMkLst>
            <pc:docMk/>
            <pc:sldMk cId="1848714605" sldId="2147377205"/>
            <ac:spMk id="2" creationId="{B5D342A0-7451-4B5C-88B1-17ACE7785C7B}"/>
          </ac:spMkLst>
        </pc:spChg>
        <pc:spChg chg="mod">
          <ac:chgData name="Jian" userId="d5e1e1c3-1b8e-4d7c-a738-2fc34bcfb3bb" providerId="ADAL" clId="{6D8A4276-F51A-4167-BB60-DD045EE3952D}" dt="2022-04-13T00:37:52.500" v="59" actId="20577"/>
          <ac:spMkLst>
            <pc:docMk/>
            <pc:sldMk cId="1848714605" sldId="2147377205"/>
            <ac:spMk id="3" creationId="{D608D1F2-5B5D-4EC4-A2E4-FE29BF560794}"/>
          </ac:spMkLst>
        </pc:spChg>
      </pc:sldChg>
    </pc:docChg>
  </pc:docChgLst>
  <pc:docChgLst>
    <pc:chgData name="Li,Yuting (HP Medicine) BII-CN-S" userId="ce8fbb54-122c-426d-b8da-fdcc5e1b5022" providerId="ADAL" clId="{860097B1-2B9F-42F2-84D9-6CB254AC7777}"/>
    <pc:docChg chg="undo redo custSel addSld delSld modSld sldOrd modSection">
      <pc:chgData name="Li,Yuting (HP Medicine) BII-CN-S" userId="ce8fbb54-122c-426d-b8da-fdcc5e1b5022" providerId="ADAL" clId="{860097B1-2B9F-42F2-84D9-6CB254AC7777}" dt="2024-04-24T01:05:39.587" v="2913" actId="20577"/>
      <pc:docMkLst>
        <pc:docMk/>
      </pc:docMkLst>
      <pc:sldChg chg="modSp mod">
        <pc:chgData name="Li,Yuting (HP Medicine) BII-CN-S" userId="ce8fbb54-122c-426d-b8da-fdcc5e1b5022" providerId="ADAL" clId="{860097B1-2B9F-42F2-84D9-6CB254AC7777}" dt="2024-04-20T03:06:12.530" v="13" actId="20577"/>
        <pc:sldMkLst>
          <pc:docMk/>
          <pc:sldMk cId="64439630" sldId="6601"/>
        </pc:sldMkLst>
        <pc:spChg chg="mod">
          <ac:chgData name="Li,Yuting (HP Medicine) BII-CN-S" userId="ce8fbb54-122c-426d-b8da-fdcc5e1b5022" providerId="ADAL" clId="{860097B1-2B9F-42F2-84D9-6CB254AC7777}" dt="2024-04-20T03:06:12.530" v="13" actId="20577"/>
          <ac:spMkLst>
            <pc:docMk/>
            <pc:sldMk cId="64439630" sldId="6601"/>
            <ac:spMk id="5" creationId="{00000000-0000-0000-0000-000000000000}"/>
          </ac:spMkLst>
        </pc:spChg>
      </pc:sldChg>
      <pc:sldChg chg="del">
        <pc:chgData name="Li,Yuting (HP Medicine) BII-CN-S" userId="ce8fbb54-122c-426d-b8da-fdcc5e1b5022" providerId="ADAL" clId="{860097B1-2B9F-42F2-84D9-6CB254AC7777}" dt="2024-04-20T03:22:55.723" v="44" actId="47"/>
        <pc:sldMkLst>
          <pc:docMk/>
          <pc:sldMk cId="3225768108" sldId="9822"/>
        </pc:sldMkLst>
      </pc:sldChg>
      <pc:sldChg chg="delSp modSp mod modShow">
        <pc:chgData name="Li,Yuting (HP Medicine) BII-CN-S" userId="ce8fbb54-122c-426d-b8da-fdcc5e1b5022" providerId="ADAL" clId="{860097B1-2B9F-42F2-84D9-6CB254AC7777}" dt="2024-04-24T01:02:08.463" v="2887" actId="478"/>
        <pc:sldMkLst>
          <pc:docMk/>
          <pc:sldMk cId="1958350439" sldId="9888"/>
        </pc:sldMkLst>
        <pc:spChg chg="mod">
          <ac:chgData name="Li,Yuting (HP Medicine) BII-CN-S" userId="ce8fbb54-122c-426d-b8da-fdcc5e1b5022" providerId="ADAL" clId="{860097B1-2B9F-42F2-84D9-6CB254AC7777}" dt="2024-04-24T01:02:04.751" v="2886" actId="1076"/>
          <ac:spMkLst>
            <pc:docMk/>
            <pc:sldMk cId="1958350439" sldId="9888"/>
            <ac:spMk id="2" creationId="{F6716030-26DD-F3D9-B664-0EC8701B7FC0}"/>
          </ac:spMkLst>
        </pc:spChg>
        <pc:spChg chg="del">
          <ac:chgData name="Li,Yuting (HP Medicine) BII-CN-S" userId="ce8fbb54-122c-426d-b8da-fdcc5e1b5022" providerId="ADAL" clId="{860097B1-2B9F-42F2-84D9-6CB254AC7777}" dt="2024-04-24T01:02:08.463" v="2887" actId="478"/>
          <ac:spMkLst>
            <pc:docMk/>
            <pc:sldMk cId="1958350439" sldId="9888"/>
            <ac:spMk id="3" creationId="{F9E36A75-4BAC-5DDE-5F49-D1A456E212C5}"/>
          </ac:spMkLst>
        </pc:spChg>
      </pc:sldChg>
      <pc:sldChg chg="add mod modShow">
        <pc:chgData name="Li,Yuting (HP Medicine) BII-CN-S" userId="ce8fbb54-122c-426d-b8da-fdcc5e1b5022" providerId="ADAL" clId="{860097B1-2B9F-42F2-84D9-6CB254AC7777}" dt="2024-04-20T03:21:12.518" v="34" actId="729"/>
        <pc:sldMkLst>
          <pc:docMk/>
          <pc:sldMk cId="4064854266" sldId="2145705817"/>
        </pc:sldMkLst>
      </pc:sldChg>
      <pc:sldChg chg="del">
        <pc:chgData name="Li,Yuting (HP Medicine) BII-CN-S" userId="ce8fbb54-122c-426d-b8da-fdcc5e1b5022" providerId="ADAL" clId="{860097B1-2B9F-42F2-84D9-6CB254AC7777}" dt="2024-04-20T03:23:03.034" v="45" actId="47"/>
        <pc:sldMkLst>
          <pc:docMk/>
          <pc:sldMk cId="60612364" sldId="2145705913"/>
        </pc:sldMkLst>
      </pc:sldChg>
      <pc:sldChg chg="del">
        <pc:chgData name="Li,Yuting (HP Medicine) BII-CN-S" userId="ce8fbb54-122c-426d-b8da-fdcc5e1b5022" providerId="ADAL" clId="{860097B1-2B9F-42F2-84D9-6CB254AC7777}" dt="2024-04-20T03:22:55.723" v="44" actId="47"/>
        <pc:sldMkLst>
          <pc:docMk/>
          <pc:sldMk cId="4237600097" sldId="2145705927"/>
        </pc:sldMkLst>
      </pc:sldChg>
      <pc:sldChg chg="del">
        <pc:chgData name="Li,Yuting (HP Medicine) BII-CN-S" userId="ce8fbb54-122c-426d-b8da-fdcc5e1b5022" providerId="ADAL" clId="{860097B1-2B9F-42F2-84D9-6CB254AC7777}" dt="2024-04-20T03:23:03.034" v="45" actId="47"/>
        <pc:sldMkLst>
          <pc:docMk/>
          <pc:sldMk cId="1179314214" sldId="2145705928"/>
        </pc:sldMkLst>
      </pc:sldChg>
      <pc:sldChg chg="del">
        <pc:chgData name="Li,Yuting (HP Medicine) BII-CN-S" userId="ce8fbb54-122c-426d-b8da-fdcc5e1b5022" providerId="ADAL" clId="{860097B1-2B9F-42F2-84D9-6CB254AC7777}" dt="2024-04-20T03:23:03.034" v="45" actId="47"/>
        <pc:sldMkLst>
          <pc:docMk/>
          <pc:sldMk cId="1892755012" sldId="2145705929"/>
        </pc:sldMkLst>
      </pc:sldChg>
      <pc:sldChg chg="addSp delSp modSp mod addCm modCm">
        <pc:chgData name="Li,Yuting (HP Medicine) BII-CN-S" userId="ce8fbb54-122c-426d-b8da-fdcc5e1b5022" providerId="ADAL" clId="{860097B1-2B9F-42F2-84D9-6CB254AC7777}" dt="2024-04-24T01:05:21.289" v="2910" actId="20577"/>
        <pc:sldMkLst>
          <pc:docMk/>
          <pc:sldMk cId="3030268934" sldId="2145705931"/>
        </pc:sldMkLst>
        <pc:spChg chg="mod">
          <ac:chgData name="Li,Yuting (HP Medicine) BII-CN-S" userId="ce8fbb54-122c-426d-b8da-fdcc5e1b5022" providerId="ADAL" clId="{860097B1-2B9F-42F2-84D9-6CB254AC7777}" dt="2024-04-24T01:05:21.289" v="2910" actId="20577"/>
          <ac:spMkLst>
            <pc:docMk/>
            <pc:sldMk cId="3030268934" sldId="2145705931"/>
            <ac:spMk id="3" creationId="{48A1F23A-8690-EF2D-0D26-7B7B938F4DC3}"/>
          </ac:spMkLst>
        </pc:spChg>
        <pc:picChg chg="add mod">
          <ac:chgData name="Li,Yuting (HP Medicine) BII-CN-S" userId="ce8fbb54-122c-426d-b8da-fdcc5e1b5022" providerId="ADAL" clId="{860097B1-2B9F-42F2-84D9-6CB254AC7777}" dt="2024-04-24T01:04:38.747" v="2893" actId="1076"/>
          <ac:picMkLst>
            <pc:docMk/>
            <pc:sldMk cId="3030268934" sldId="2145705931"/>
            <ac:picMk id="5" creationId="{2EBD2551-D8B1-1639-ACA8-DCA1727A478F}"/>
          </ac:picMkLst>
        </pc:picChg>
        <pc:picChg chg="del">
          <ac:chgData name="Li,Yuting (HP Medicine) BII-CN-S" userId="ce8fbb54-122c-426d-b8da-fdcc5e1b5022" providerId="ADAL" clId="{860097B1-2B9F-42F2-84D9-6CB254AC7777}" dt="2024-04-24T01:04:26.160" v="2888" actId="478"/>
          <ac:picMkLst>
            <pc:docMk/>
            <pc:sldMk cId="3030268934" sldId="2145705931"/>
            <ac:picMk id="8" creationId="{96110452-454D-185A-FAEB-807DEFBB8999}"/>
          </ac:picMkLst>
        </pc:picChg>
      </pc:sldChg>
      <pc:sldChg chg="add mod modShow">
        <pc:chgData name="Li,Yuting (HP Medicine) BII-CN-S" userId="ce8fbb54-122c-426d-b8da-fdcc5e1b5022" providerId="ADAL" clId="{860097B1-2B9F-42F2-84D9-6CB254AC7777}" dt="2024-04-20T05:44:06.158" v="1537" actId="729"/>
        <pc:sldMkLst>
          <pc:docMk/>
          <pc:sldMk cId="650102902" sldId="2147377168"/>
        </pc:sldMkLst>
      </pc:sldChg>
      <pc:sldChg chg="add mod modShow">
        <pc:chgData name="Li,Yuting (HP Medicine) BII-CN-S" userId="ce8fbb54-122c-426d-b8da-fdcc5e1b5022" providerId="ADAL" clId="{860097B1-2B9F-42F2-84D9-6CB254AC7777}" dt="2024-04-20T03:28:37.127" v="79" actId="729"/>
        <pc:sldMkLst>
          <pc:docMk/>
          <pc:sldMk cId="3051216712" sldId="2147377170"/>
        </pc:sldMkLst>
      </pc:sldChg>
      <pc:sldChg chg="add mod modShow">
        <pc:chgData name="Li,Yuting (HP Medicine) BII-CN-S" userId="ce8fbb54-122c-426d-b8da-fdcc5e1b5022" providerId="ADAL" clId="{860097B1-2B9F-42F2-84D9-6CB254AC7777}" dt="2024-04-20T03:28:37.127" v="79" actId="729"/>
        <pc:sldMkLst>
          <pc:docMk/>
          <pc:sldMk cId="3283230387" sldId="2147377171"/>
        </pc:sldMkLst>
      </pc:sldChg>
      <pc:sldChg chg="del">
        <pc:chgData name="Li,Yuting (HP Medicine) BII-CN-S" userId="ce8fbb54-122c-426d-b8da-fdcc5e1b5022" providerId="ADAL" clId="{860097B1-2B9F-42F2-84D9-6CB254AC7777}" dt="2024-04-20T03:08:11.900" v="24" actId="47"/>
        <pc:sldMkLst>
          <pc:docMk/>
          <pc:sldMk cId="1514539022" sldId="2147475028"/>
        </pc:sldMkLst>
      </pc:sldChg>
      <pc:sldChg chg="modSp mod">
        <pc:chgData name="Li,Yuting (HP Medicine) BII-CN-S" userId="ce8fbb54-122c-426d-b8da-fdcc5e1b5022" providerId="ADAL" clId="{860097B1-2B9F-42F2-84D9-6CB254AC7777}" dt="2024-04-23T01:45:31.815" v="2859" actId="207"/>
        <pc:sldMkLst>
          <pc:docMk/>
          <pc:sldMk cId="2059685924" sldId="2147481319"/>
        </pc:sldMkLst>
        <pc:spChg chg="mod">
          <ac:chgData name="Li,Yuting (HP Medicine) BII-CN-S" userId="ce8fbb54-122c-426d-b8da-fdcc5e1b5022" providerId="ADAL" clId="{860097B1-2B9F-42F2-84D9-6CB254AC7777}" dt="2024-04-20T05:54:14.409" v="1611" actId="1076"/>
          <ac:spMkLst>
            <pc:docMk/>
            <pc:sldMk cId="2059685924" sldId="2147481319"/>
            <ac:spMk id="4" creationId="{8EADD354-968B-ED0A-F579-87F376C49EB8}"/>
          </ac:spMkLst>
        </pc:spChg>
        <pc:spChg chg="mod">
          <ac:chgData name="Li,Yuting (HP Medicine) BII-CN-S" userId="ce8fbb54-122c-426d-b8da-fdcc5e1b5022" providerId="ADAL" clId="{860097B1-2B9F-42F2-84D9-6CB254AC7777}" dt="2024-04-20T05:54:36.127" v="1614" actId="1076"/>
          <ac:spMkLst>
            <pc:docMk/>
            <pc:sldMk cId="2059685924" sldId="2147481319"/>
            <ac:spMk id="19" creationId="{8B347624-7A6D-49C5-A0C1-0C077CF433E9}"/>
          </ac:spMkLst>
        </pc:spChg>
        <pc:spChg chg="mod">
          <ac:chgData name="Li,Yuting (HP Medicine) BII-CN-S" userId="ce8fbb54-122c-426d-b8da-fdcc5e1b5022" providerId="ADAL" clId="{860097B1-2B9F-42F2-84D9-6CB254AC7777}" dt="2024-04-20T05:54:32.306" v="1613" actId="1076"/>
          <ac:spMkLst>
            <pc:docMk/>
            <pc:sldMk cId="2059685924" sldId="2147481319"/>
            <ac:spMk id="22" creationId="{48EC2FC3-8256-4BA8-AFB9-0C0F2B45F8BE}"/>
          </ac:spMkLst>
        </pc:spChg>
        <pc:graphicFrameChg chg="mod modGraphic">
          <ac:chgData name="Li,Yuting (HP Medicine) BII-CN-S" userId="ce8fbb54-122c-426d-b8da-fdcc5e1b5022" providerId="ADAL" clId="{860097B1-2B9F-42F2-84D9-6CB254AC7777}" dt="2024-04-23T01:45:31.815" v="2859" actId="207"/>
          <ac:graphicFrameMkLst>
            <pc:docMk/>
            <pc:sldMk cId="2059685924" sldId="2147481319"/>
            <ac:graphicFrameMk id="10" creationId="{7ED29C9C-0700-480D-B788-68CBB9D31EEE}"/>
          </ac:graphicFrameMkLst>
        </pc:graphicFrameChg>
      </pc:sldChg>
      <pc:sldChg chg="addSp modSp add mod addCm modCm">
        <pc:chgData name="Li,Yuting (HP Medicine) BII-CN-S" userId="ce8fbb54-122c-426d-b8da-fdcc5e1b5022" providerId="ADAL" clId="{860097B1-2B9F-42F2-84D9-6CB254AC7777}" dt="2024-04-23T01:38:45.346" v="2827"/>
        <pc:sldMkLst>
          <pc:docMk/>
          <pc:sldMk cId="1369075416" sldId="2147481329"/>
        </pc:sldMkLst>
        <pc:spChg chg="add mod">
          <ac:chgData name="Li,Yuting (HP Medicine) BII-CN-S" userId="ce8fbb54-122c-426d-b8da-fdcc5e1b5022" providerId="ADAL" clId="{860097B1-2B9F-42F2-84D9-6CB254AC7777}" dt="2024-04-20T04:10:17.147" v="86" actId="404"/>
          <ac:spMkLst>
            <pc:docMk/>
            <pc:sldMk cId="1369075416" sldId="2147481329"/>
            <ac:spMk id="3" creationId="{3A628AA6-114A-3AF1-EDB4-489319ADAE39}"/>
          </ac:spMkLst>
        </pc:spChg>
        <pc:graphicFrameChg chg="mod modGraphic">
          <ac:chgData name="Li,Yuting (HP Medicine) BII-CN-S" userId="ce8fbb54-122c-426d-b8da-fdcc5e1b5022" providerId="ADAL" clId="{860097B1-2B9F-42F2-84D9-6CB254AC7777}" dt="2024-04-23T01:35:51.141" v="2664" actId="1076"/>
          <ac:graphicFrameMkLst>
            <pc:docMk/>
            <pc:sldMk cId="1369075416" sldId="2147481329"/>
            <ac:graphicFrameMk id="10" creationId="{22408AE6-219A-DD2E-0F65-8778054FE972}"/>
          </ac:graphicFrameMkLst>
        </pc:graphicFrameChg>
      </pc:sldChg>
      <pc:sldChg chg="add mod modShow">
        <pc:chgData name="Li,Yuting (HP Medicine) BII-CN-S" userId="ce8fbb54-122c-426d-b8da-fdcc5e1b5022" providerId="ADAL" clId="{860097B1-2B9F-42F2-84D9-6CB254AC7777}" dt="2024-04-20T03:21:12.518" v="34" actId="729"/>
        <pc:sldMkLst>
          <pc:docMk/>
          <pc:sldMk cId="3276089365" sldId="2147481332"/>
        </pc:sldMkLst>
      </pc:sldChg>
      <pc:sldChg chg="del">
        <pc:chgData name="Li,Yuting (HP Medicine) BII-CN-S" userId="ce8fbb54-122c-426d-b8da-fdcc5e1b5022" providerId="ADAL" clId="{860097B1-2B9F-42F2-84D9-6CB254AC7777}" dt="2024-04-20T03:24:08.590" v="51" actId="47"/>
        <pc:sldMkLst>
          <pc:docMk/>
          <pc:sldMk cId="1126967892" sldId="2147481407"/>
        </pc:sldMkLst>
      </pc:sldChg>
      <pc:sldChg chg="del">
        <pc:chgData name="Li,Yuting (HP Medicine) BII-CN-S" userId="ce8fbb54-122c-426d-b8da-fdcc5e1b5022" providerId="ADAL" clId="{860097B1-2B9F-42F2-84D9-6CB254AC7777}" dt="2024-04-20T03:22:04.868" v="39" actId="47"/>
        <pc:sldMkLst>
          <pc:docMk/>
          <pc:sldMk cId="988281381" sldId="2147481410"/>
        </pc:sldMkLst>
      </pc:sldChg>
      <pc:sldChg chg="del">
        <pc:chgData name="Li,Yuting (HP Medicine) BII-CN-S" userId="ce8fbb54-122c-426d-b8da-fdcc5e1b5022" providerId="ADAL" clId="{860097B1-2B9F-42F2-84D9-6CB254AC7777}" dt="2024-04-20T03:22:20.310" v="41" actId="47"/>
        <pc:sldMkLst>
          <pc:docMk/>
          <pc:sldMk cId="2571934809" sldId="2147481411"/>
        </pc:sldMkLst>
      </pc:sldChg>
      <pc:sldChg chg="del">
        <pc:chgData name="Li,Yuting (HP Medicine) BII-CN-S" userId="ce8fbb54-122c-426d-b8da-fdcc5e1b5022" providerId="ADAL" clId="{860097B1-2B9F-42F2-84D9-6CB254AC7777}" dt="2024-04-20T05:20:09.071" v="1225" actId="47"/>
        <pc:sldMkLst>
          <pc:docMk/>
          <pc:sldMk cId="830732274" sldId="2147481417"/>
        </pc:sldMkLst>
      </pc:sldChg>
      <pc:sldChg chg="del ord">
        <pc:chgData name="Li,Yuting (HP Medicine) BII-CN-S" userId="ce8fbb54-122c-426d-b8da-fdcc5e1b5022" providerId="ADAL" clId="{860097B1-2B9F-42F2-84D9-6CB254AC7777}" dt="2024-04-20T03:21:38.852" v="36" actId="47"/>
        <pc:sldMkLst>
          <pc:docMk/>
          <pc:sldMk cId="3310519173" sldId="2147481426"/>
        </pc:sldMkLst>
      </pc:sldChg>
      <pc:sldChg chg="del">
        <pc:chgData name="Li,Yuting (HP Medicine) BII-CN-S" userId="ce8fbb54-122c-426d-b8da-fdcc5e1b5022" providerId="ADAL" clId="{860097B1-2B9F-42F2-84D9-6CB254AC7777}" dt="2024-04-20T03:25:22.886" v="62" actId="47"/>
        <pc:sldMkLst>
          <pc:docMk/>
          <pc:sldMk cId="552167058" sldId="2147481435"/>
        </pc:sldMkLst>
      </pc:sldChg>
      <pc:sldChg chg="add del">
        <pc:chgData name="Li,Yuting (HP Medicine) BII-CN-S" userId="ce8fbb54-122c-426d-b8da-fdcc5e1b5022" providerId="ADAL" clId="{860097B1-2B9F-42F2-84D9-6CB254AC7777}" dt="2024-04-20T03:25:04.431" v="58" actId="47"/>
        <pc:sldMkLst>
          <pc:docMk/>
          <pc:sldMk cId="979362968" sldId="2147481438"/>
        </pc:sldMkLst>
      </pc:sldChg>
      <pc:sldChg chg="del">
        <pc:chgData name="Li,Yuting (HP Medicine) BII-CN-S" userId="ce8fbb54-122c-426d-b8da-fdcc5e1b5022" providerId="ADAL" clId="{860097B1-2B9F-42F2-84D9-6CB254AC7777}" dt="2024-04-20T03:08:08.043" v="23" actId="47"/>
        <pc:sldMkLst>
          <pc:docMk/>
          <pc:sldMk cId="4209453815" sldId="2147482671"/>
        </pc:sldMkLst>
      </pc:sldChg>
      <pc:sldChg chg="del">
        <pc:chgData name="Li,Yuting (HP Medicine) BII-CN-S" userId="ce8fbb54-122c-426d-b8da-fdcc5e1b5022" providerId="ADAL" clId="{860097B1-2B9F-42F2-84D9-6CB254AC7777}" dt="2024-04-20T03:23:28.043" v="47" actId="47"/>
        <pc:sldMkLst>
          <pc:docMk/>
          <pc:sldMk cId="2198931545" sldId="2147482674"/>
        </pc:sldMkLst>
      </pc:sldChg>
      <pc:sldChg chg="del">
        <pc:chgData name="Li,Yuting (HP Medicine) BII-CN-S" userId="ce8fbb54-122c-426d-b8da-fdcc5e1b5022" providerId="ADAL" clId="{860097B1-2B9F-42F2-84D9-6CB254AC7777}" dt="2024-04-20T03:25:49.013" v="64" actId="47"/>
        <pc:sldMkLst>
          <pc:docMk/>
          <pc:sldMk cId="3459206976" sldId="2147482675"/>
        </pc:sldMkLst>
      </pc:sldChg>
      <pc:sldChg chg="add del">
        <pc:chgData name="Li,Yuting (HP Medicine) BII-CN-S" userId="ce8fbb54-122c-426d-b8da-fdcc5e1b5022" providerId="ADAL" clId="{860097B1-2B9F-42F2-84D9-6CB254AC7777}" dt="2024-04-20T03:26:28.212" v="70"/>
        <pc:sldMkLst>
          <pc:docMk/>
          <pc:sldMk cId="172639324" sldId="2147482676"/>
        </pc:sldMkLst>
      </pc:sldChg>
      <pc:sldChg chg="del">
        <pc:chgData name="Li,Yuting (HP Medicine) BII-CN-S" userId="ce8fbb54-122c-426d-b8da-fdcc5e1b5022" providerId="ADAL" clId="{860097B1-2B9F-42F2-84D9-6CB254AC7777}" dt="2024-04-20T03:26:04.284" v="67" actId="47"/>
        <pc:sldMkLst>
          <pc:docMk/>
          <pc:sldMk cId="4255471262" sldId="2147482677"/>
        </pc:sldMkLst>
      </pc:sldChg>
      <pc:sldChg chg="del">
        <pc:chgData name="Li,Yuting (HP Medicine) BII-CN-S" userId="ce8fbb54-122c-426d-b8da-fdcc5e1b5022" providerId="ADAL" clId="{860097B1-2B9F-42F2-84D9-6CB254AC7777}" dt="2024-04-20T03:23:55.540" v="49" actId="47"/>
        <pc:sldMkLst>
          <pc:docMk/>
          <pc:sldMk cId="712939470" sldId="2147482678"/>
        </pc:sldMkLst>
      </pc:sldChg>
      <pc:sldChg chg="del">
        <pc:chgData name="Li,Yuting (HP Medicine) BII-CN-S" userId="ce8fbb54-122c-426d-b8da-fdcc5e1b5022" providerId="ADAL" clId="{860097B1-2B9F-42F2-84D9-6CB254AC7777}" dt="2024-04-20T03:25:20.032" v="61" actId="47"/>
        <pc:sldMkLst>
          <pc:docMk/>
          <pc:sldMk cId="2754901588" sldId="2147482680"/>
        </pc:sldMkLst>
      </pc:sldChg>
      <pc:sldChg chg="del">
        <pc:chgData name="Li,Yuting (HP Medicine) BII-CN-S" userId="ce8fbb54-122c-426d-b8da-fdcc5e1b5022" providerId="ADAL" clId="{860097B1-2B9F-42F2-84D9-6CB254AC7777}" dt="2024-04-20T03:24:46.704" v="55" actId="47"/>
        <pc:sldMkLst>
          <pc:docMk/>
          <pc:sldMk cId="1669947272" sldId="2147482681"/>
        </pc:sldMkLst>
      </pc:sldChg>
      <pc:sldChg chg="del">
        <pc:chgData name="Li,Yuting (HP Medicine) BII-CN-S" userId="ce8fbb54-122c-426d-b8da-fdcc5e1b5022" providerId="ADAL" clId="{860097B1-2B9F-42F2-84D9-6CB254AC7777}" dt="2024-04-20T03:26:37.828" v="72" actId="47"/>
        <pc:sldMkLst>
          <pc:docMk/>
          <pc:sldMk cId="2203081280" sldId="2147482682"/>
        </pc:sldMkLst>
      </pc:sldChg>
      <pc:sldChg chg="del">
        <pc:chgData name="Li,Yuting (HP Medicine) BII-CN-S" userId="ce8fbb54-122c-426d-b8da-fdcc5e1b5022" providerId="ADAL" clId="{860097B1-2B9F-42F2-84D9-6CB254AC7777}" dt="2024-04-20T03:28:23.969" v="77" actId="47"/>
        <pc:sldMkLst>
          <pc:docMk/>
          <pc:sldMk cId="2722966315" sldId="2147482683"/>
        </pc:sldMkLst>
      </pc:sldChg>
      <pc:sldChg chg="del">
        <pc:chgData name="Li,Yuting (HP Medicine) BII-CN-S" userId="ce8fbb54-122c-426d-b8da-fdcc5e1b5022" providerId="ADAL" clId="{860097B1-2B9F-42F2-84D9-6CB254AC7777}" dt="2024-04-20T03:28:24.786" v="78" actId="47"/>
        <pc:sldMkLst>
          <pc:docMk/>
          <pc:sldMk cId="2495042043" sldId="2147482684"/>
        </pc:sldMkLst>
      </pc:sldChg>
      <pc:sldChg chg="del">
        <pc:chgData name="Li,Yuting (HP Medicine) BII-CN-S" userId="ce8fbb54-122c-426d-b8da-fdcc5e1b5022" providerId="ADAL" clId="{860097B1-2B9F-42F2-84D9-6CB254AC7777}" dt="2024-04-20T03:24:21.276" v="53" actId="47"/>
        <pc:sldMkLst>
          <pc:docMk/>
          <pc:sldMk cId="89106298" sldId="2147482695"/>
        </pc:sldMkLst>
      </pc:sldChg>
      <pc:sldChg chg="del">
        <pc:chgData name="Li,Yuting (HP Medicine) BII-CN-S" userId="ce8fbb54-122c-426d-b8da-fdcc5e1b5022" providerId="ADAL" clId="{860097B1-2B9F-42F2-84D9-6CB254AC7777}" dt="2024-04-20T03:21:05.279" v="33" actId="47"/>
        <pc:sldMkLst>
          <pc:docMk/>
          <pc:sldMk cId="3834461442" sldId="2147482702"/>
        </pc:sldMkLst>
      </pc:sldChg>
      <pc:sldChg chg="del">
        <pc:chgData name="Li,Yuting (HP Medicine) BII-CN-S" userId="ce8fbb54-122c-426d-b8da-fdcc5e1b5022" providerId="ADAL" clId="{860097B1-2B9F-42F2-84D9-6CB254AC7777}" dt="2024-04-20T03:29:23.529" v="81" actId="47"/>
        <pc:sldMkLst>
          <pc:docMk/>
          <pc:sldMk cId="1272180570" sldId="2147482705"/>
        </pc:sldMkLst>
      </pc:sldChg>
      <pc:sldChg chg="del">
        <pc:chgData name="Li,Yuting (HP Medicine) BII-CN-S" userId="ce8fbb54-122c-426d-b8da-fdcc5e1b5022" providerId="ADAL" clId="{860097B1-2B9F-42F2-84D9-6CB254AC7777}" dt="2024-04-20T03:20:06.036" v="30" actId="47"/>
        <pc:sldMkLst>
          <pc:docMk/>
          <pc:sldMk cId="4264638658" sldId="2147482830"/>
        </pc:sldMkLst>
      </pc:sldChg>
      <pc:sldChg chg="del">
        <pc:chgData name="Li,Yuting (HP Medicine) BII-CN-S" userId="ce8fbb54-122c-426d-b8da-fdcc5e1b5022" providerId="ADAL" clId="{860097B1-2B9F-42F2-84D9-6CB254AC7777}" dt="2024-04-20T03:21:05.279" v="33" actId="47"/>
        <pc:sldMkLst>
          <pc:docMk/>
          <pc:sldMk cId="2848932906" sldId="2147482831"/>
        </pc:sldMkLst>
      </pc:sldChg>
      <pc:sldChg chg="del">
        <pc:chgData name="Li,Yuting (HP Medicine) BII-CN-S" userId="ce8fbb54-122c-426d-b8da-fdcc5e1b5022" providerId="ADAL" clId="{860097B1-2B9F-42F2-84D9-6CB254AC7777}" dt="2024-04-20T03:21:05.279" v="33" actId="47"/>
        <pc:sldMkLst>
          <pc:docMk/>
          <pc:sldMk cId="3754426887" sldId="2147482832"/>
        </pc:sldMkLst>
      </pc:sldChg>
      <pc:sldChg chg="del">
        <pc:chgData name="Li,Yuting (HP Medicine) BII-CN-S" userId="ce8fbb54-122c-426d-b8da-fdcc5e1b5022" providerId="ADAL" clId="{860097B1-2B9F-42F2-84D9-6CB254AC7777}" dt="2024-04-20T03:21:05.279" v="33" actId="47"/>
        <pc:sldMkLst>
          <pc:docMk/>
          <pc:sldMk cId="1286947427" sldId="2147482833"/>
        </pc:sldMkLst>
      </pc:sldChg>
      <pc:sldChg chg="del">
        <pc:chgData name="Li,Yuting (HP Medicine) BII-CN-S" userId="ce8fbb54-122c-426d-b8da-fdcc5e1b5022" providerId="ADAL" clId="{860097B1-2B9F-42F2-84D9-6CB254AC7777}" dt="2024-04-20T03:27:41.997" v="75" actId="47"/>
        <pc:sldMkLst>
          <pc:docMk/>
          <pc:sldMk cId="2988063833" sldId="2147482834"/>
        </pc:sldMkLst>
      </pc:sldChg>
      <pc:sldChg chg="mod modShow">
        <pc:chgData name="Li,Yuting (HP Medicine) BII-CN-S" userId="ce8fbb54-122c-426d-b8da-fdcc5e1b5022" providerId="ADAL" clId="{860097B1-2B9F-42F2-84D9-6CB254AC7777}" dt="2024-04-20T03:26:11.607" v="68" actId="729"/>
        <pc:sldMkLst>
          <pc:docMk/>
          <pc:sldMk cId="2549683632" sldId="2147482837"/>
        </pc:sldMkLst>
      </pc:sldChg>
      <pc:sldChg chg="del">
        <pc:chgData name="Li,Yuting (HP Medicine) BII-CN-S" userId="ce8fbb54-122c-426d-b8da-fdcc5e1b5022" providerId="ADAL" clId="{860097B1-2B9F-42F2-84D9-6CB254AC7777}" dt="2024-04-20T03:18:37.010" v="28" actId="47"/>
        <pc:sldMkLst>
          <pc:docMk/>
          <pc:sldMk cId="2961465287" sldId="2147482838"/>
        </pc:sldMkLst>
      </pc:sldChg>
      <pc:sldChg chg="del">
        <pc:chgData name="Li,Yuting (HP Medicine) BII-CN-S" userId="ce8fbb54-122c-426d-b8da-fdcc5e1b5022" providerId="ADAL" clId="{860097B1-2B9F-42F2-84D9-6CB254AC7777}" dt="2024-04-20T03:20:08.576" v="31" actId="47"/>
        <pc:sldMkLst>
          <pc:docMk/>
          <pc:sldMk cId="3541650897" sldId="2147482839"/>
        </pc:sldMkLst>
      </pc:sldChg>
      <pc:sldChg chg="addSp modSp add mod addCm modCm">
        <pc:chgData name="Li,Yuting (HP Medicine) BII-CN-S" userId="ce8fbb54-122c-426d-b8da-fdcc5e1b5022" providerId="ADAL" clId="{860097B1-2B9F-42F2-84D9-6CB254AC7777}" dt="2024-04-20T05:06:55.418" v="1224" actId="20577"/>
        <pc:sldMkLst>
          <pc:docMk/>
          <pc:sldMk cId="76301859" sldId="2147482842"/>
        </pc:sldMkLst>
        <pc:spChg chg="add mod">
          <ac:chgData name="Li,Yuting (HP Medicine) BII-CN-S" userId="ce8fbb54-122c-426d-b8da-fdcc5e1b5022" providerId="ADAL" clId="{860097B1-2B9F-42F2-84D9-6CB254AC7777}" dt="2024-04-20T05:05:53.843" v="1100" actId="1076"/>
          <ac:spMkLst>
            <pc:docMk/>
            <pc:sldMk cId="76301859" sldId="2147482842"/>
            <ac:spMk id="2" creationId="{D445C2B2-F35C-6319-9F57-388C201BA01A}"/>
          </ac:spMkLst>
        </pc:spChg>
        <pc:spChg chg="mod">
          <ac:chgData name="Li,Yuting (HP Medicine) BII-CN-S" userId="ce8fbb54-122c-426d-b8da-fdcc5e1b5022" providerId="ADAL" clId="{860097B1-2B9F-42F2-84D9-6CB254AC7777}" dt="2024-04-20T05:01:30.211" v="925" actId="12789"/>
          <ac:spMkLst>
            <pc:docMk/>
            <pc:sldMk cId="76301859" sldId="2147482842"/>
            <ac:spMk id="6" creationId="{F441CA3E-9C7D-2A20-286C-FCFC42D41AC3}"/>
          </ac:spMkLst>
        </pc:spChg>
        <pc:spChg chg="mod">
          <ac:chgData name="Li,Yuting (HP Medicine) BII-CN-S" userId="ce8fbb54-122c-426d-b8da-fdcc5e1b5022" providerId="ADAL" clId="{860097B1-2B9F-42F2-84D9-6CB254AC7777}" dt="2024-04-20T05:06:55.418" v="1224" actId="20577"/>
          <ac:spMkLst>
            <pc:docMk/>
            <pc:sldMk cId="76301859" sldId="2147482842"/>
            <ac:spMk id="39" creationId="{3D8443B3-9E6B-09DB-6CF8-C1F69166E0A3}"/>
          </ac:spMkLst>
        </pc:spChg>
        <pc:spChg chg="mod">
          <ac:chgData name="Li,Yuting (HP Medicine) BII-CN-S" userId="ce8fbb54-122c-426d-b8da-fdcc5e1b5022" providerId="ADAL" clId="{860097B1-2B9F-42F2-84D9-6CB254AC7777}" dt="2024-04-20T05:01:30.211" v="925" actId="12789"/>
          <ac:spMkLst>
            <pc:docMk/>
            <pc:sldMk cId="76301859" sldId="2147482842"/>
            <ac:spMk id="56" creationId="{DE2D8D1D-5D4A-2125-0581-80DA94ED2DFD}"/>
          </ac:spMkLst>
        </pc:spChg>
        <pc:spChg chg="mod">
          <ac:chgData name="Li,Yuting (HP Medicine) BII-CN-S" userId="ce8fbb54-122c-426d-b8da-fdcc5e1b5022" providerId="ADAL" clId="{860097B1-2B9F-42F2-84D9-6CB254AC7777}" dt="2024-04-20T05:01:30.211" v="925" actId="12789"/>
          <ac:spMkLst>
            <pc:docMk/>
            <pc:sldMk cId="76301859" sldId="2147482842"/>
            <ac:spMk id="57" creationId="{ECFBB495-36DF-D50B-42C5-F1F7EC1CEB61}"/>
          </ac:spMkLst>
        </pc:spChg>
      </pc:sldChg>
      <pc:sldChg chg="del">
        <pc:chgData name="Li,Yuting (HP Medicine) BII-CN-S" userId="ce8fbb54-122c-426d-b8da-fdcc5e1b5022" providerId="ADAL" clId="{860097B1-2B9F-42F2-84D9-6CB254AC7777}" dt="2024-04-20T03:22:55.723" v="44" actId="47"/>
        <pc:sldMkLst>
          <pc:docMk/>
          <pc:sldMk cId="1896543228" sldId="2147482842"/>
        </pc:sldMkLst>
      </pc:sldChg>
      <pc:sldChg chg="add mod modShow">
        <pc:chgData name="Li,Yuting (HP Medicine) BII-CN-S" userId="ce8fbb54-122c-426d-b8da-fdcc5e1b5022" providerId="ADAL" clId="{860097B1-2B9F-42F2-84D9-6CB254AC7777}" dt="2024-04-20T03:26:41.305" v="73" actId="729"/>
        <pc:sldMkLst>
          <pc:docMk/>
          <pc:sldMk cId="129592762" sldId="2147482843"/>
        </pc:sldMkLst>
      </pc:sldChg>
      <pc:sldChg chg="del">
        <pc:chgData name="Li,Yuting (HP Medicine) BII-CN-S" userId="ce8fbb54-122c-426d-b8da-fdcc5e1b5022" providerId="ADAL" clId="{860097B1-2B9F-42F2-84D9-6CB254AC7777}" dt="2024-04-20T03:22:55.723" v="44" actId="47"/>
        <pc:sldMkLst>
          <pc:docMk/>
          <pc:sldMk cId="3587886240" sldId="2147482843"/>
        </pc:sldMkLst>
      </pc:sldChg>
      <pc:sldChg chg="del">
        <pc:chgData name="Li,Yuting (HP Medicine) BII-CN-S" userId="ce8fbb54-122c-426d-b8da-fdcc5e1b5022" providerId="ADAL" clId="{860097B1-2B9F-42F2-84D9-6CB254AC7777}" dt="2024-04-20T03:22:55.723" v="44" actId="47"/>
        <pc:sldMkLst>
          <pc:docMk/>
          <pc:sldMk cId="2382234280" sldId="2147482844"/>
        </pc:sldMkLst>
      </pc:sldChg>
      <pc:sldChg chg="add mod modShow">
        <pc:chgData name="Li,Yuting (HP Medicine) BII-CN-S" userId="ce8fbb54-122c-426d-b8da-fdcc5e1b5022" providerId="ADAL" clId="{860097B1-2B9F-42F2-84D9-6CB254AC7777}" dt="2024-04-20T05:39:30.731" v="1349" actId="729"/>
        <pc:sldMkLst>
          <pc:docMk/>
          <pc:sldMk cId="3820800454" sldId="2147482844"/>
        </pc:sldMkLst>
      </pc:sldChg>
      <pc:sldChg chg="modSp add mod">
        <pc:chgData name="Li,Yuting (HP Medicine) BII-CN-S" userId="ce8fbb54-122c-426d-b8da-fdcc5e1b5022" providerId="ADAL" clId="{860097B1-2B9F-42F2-84D9-6CB254AC7777}" dt="2024-04-20T05:41:59.590" v="1528" actId="1076"/>
        <pc:sldMkLst>
          <pc:docMk/>
          <pc:sldMk cId="189511626" sldId="2147482845"/>
        </pc:sldMkLst>
        <pc:spChg chg="mod">
          <ac:chgData name="Li,Yuting (HP Medicine) BII-CN-S" userId="ce8fbb54-122c-426d-b8da-fdcc5e1b5022" providerId="ADAL" clId="{860097B1-2B9F-42F2-84D9-6CB254AC7777}" dt="2024-04-20T05:41:59.590" v="1528" actId="1076"/>
          <ac:spMkLst>
            <pc:docMk/>
            <pc:sldMk cId="189511626" sldId="2147482845"/>
            <ac:spMk id="99" creationId="{D11E8C8E-EA83-4AF2-B5EA-9A0D5FDC196B}"/>
          </ac:spMkLst>
        </pc:spChg>
      </pc:sldChg>
      <pc:sldChg chg="del">
        <pc:chgData name="Li,Yuting (HP Medicine) BII-CN-S" userId="ce8fbb54-122c-426d-b8da-fdcc5e1b5022" providerId="ADAL" clId="{860097B1-2B9F-42F2-84D9-6CB254AC7777}" dt="2024-04-20T03:23:03.034" v="45" actId="47"/>
        <pc:sldMkLst>
          <pc:docMk/>
          <pc:sldMk cId="4062247493" sldId="2147482845"/>
        </pc:sldMkLst>
      </pc:sldChg>
      <pc:sldChg chg="modSp add mod addCm modCm">
        <pc:chgData name="Li,Yuting (HP Medicine) BII-CN-S" userId="ce8fbb54-122c-426d-b8da-fdcc5e1b5022" providerId="ADAL" clId="{860097B1-2B9F-42F2-84D9-6CB254AC7777}" dt="2024-04-23T01:48:32.359" v="2867" actId="20577"/>
        <pc:sldMkLst>
          <pc:docMk/>
          <pc:sldMk cId="2254039120" sldId="2147482846"/>
        </pc:sldMkLst>
        <pc:spChg chg="mod">
          <ac:chgData name="Li,Yuting (HP Medicine) BII-CN-S" userId="ce8fbb54-122c-426d-b8da-fdcc5e1b5022" providerId="ADAL" clId="{860097B1-2B9F-42F2-84D9-6CB254AC7777}" dt="2024-04-23T01:48:32.359" v="2867" actId="20577"/>
          <ac:spMkLst>
            <pc:docMk/>
            <pc:sldMk cId="2254039120" sldId="2147482846"/>
            <ac:spMk id="30" creationId="{AE1A5680-D133-2FB3-FC32-EF85FAA610D3}"/>
          </ac:spMkLst>
        </pc:spChg>
      </pc:sldChg>
      <pc:sldChg chg="del">
        <pc:chgData name="Li,Yuting (HP Medicine) BII-CN-S" userId="ce8fbb54-122c-426d-b8da-fdcc5e1b5022" providerId="ADAL" clId="{860097B1-2B9F-42F2-84D9-6CB254AC7777}" dt="2024-04-20T03:23:03.034" v="45" actId="47"/>
        <pc:sldMkLst>
          <pc:docMk/>
          <pc:sldMk cId="3851038219" sldId="2147482846"/>
        </pc:sldMkLst>
      </pc:sldChg>
      <pc:sldChg chg="del">
        <pc:chgData name="Li,Yuting (HP Medicine) BII-CN-S" userId="ce8fbb54-122c-426d-b8da-fdcc5e1b5022" providerId="ADAL" clId="{860097B1-2B9F-42F2-84D9-6CB254AC7777}" dt="2024-04-20T03:23:03.034" v="45" actId="47"/>
        <pc:sldMkLst>
          <pc:docMk/>
          <pc:sldMk cId="2755444918" sldId="2147482847"/>
        </pc:sldMkLst>
      </pc:sldChg>
      <pc:sldChg chg="del">
        <pc:chgData name="Li,Yuting (HP Medicine) BII-CN-S" userId="ce8fbb54-122c-426d-b8da-fdcc5e1b5022" providerId="ADAL" clId="{860097B1-2B9F-42F2-84D9-6CB254AC7777}" dt="2024-04-20T03:23:03.034" v="45" actId="47"/>
        <pc:sldMkLst>
          <pc:docMk/>
          <pc:sldMk cId="1833692342" sldId="2147482848"/>
        </pc:sldMkLst>
      </pc:sldChg>
      <pc:sldChg chg="modSp add mod">
        <pc:chgData name="Li,Yuting (HP Medicine) BII-CN-S" userId="ce8fbb54-122c-426d-b8da-fdcc5e1b5022" providerId="ADAL" clId="{860097B1-2B9F-42F2-84D9-6CB254AC7777}" dt="2024-04-20T05:31:50.697" v="1348" actId="207"/>
        <pc:sldMkLst>
          <pc:docMk/>
          <pc:sldMk cId="1488870356" sldId="2147482849"/>
        </pc:sldMkLst>
        <pc:spChg chg="mod">
          <ac:chgData name="Li,Yuting (HP Medicine) BII-CN-S" userId="ce8fbb54-122c-426d-b8da-fdcc5e1b5022" providerId="ADAL" clId="{860097B1-2B9F-42F2-84D9-6CB254AC7777}" dt="2024-04-20T05:31:50.697" v="1348" actId="207"/>
          <ac:spMkLst>
            <pc:docMk/>
            <pc:sldMk cId="1488870356" sldId="2147482849"/>
            <ac:spMk id="15" creationId="{CF651D1B-B18B-051F-6EB5-E9A4A21F1806}"/>
          </ac:spMkLst>
        </pc:spChg>
        <pc:grpChg chg="mod">
          <ac:chgData name="Li,Yuting (HP Medicine) BII-CN-S" userId="ce8fbb54-122c-426d-b8da-fdcc5e1b5022" providerId="ADAL" clId="{860097B1-2B9F-42F2-84D9-6CB254AC7777}" dt="2024-04-20T05:31:27.677" v="1347" actId="1076"/>
          <ac:grpSpMkLst>
            <pc:docMk/>
            <pc:sldMk cId="1488870356" sldId="2147482849"/>
            <ac:grpSpMk id="59" creationId="{00000000-0000-0000-0000-000000000000}"/>
          </ac:grpSpMkLst>
        </pc:grpChg>
      </pc:sldChg>
      <pc:sldChg chg="del">
        <pc:chgData name="Li,Yuting (HP Medicine) BII-CN-S" userId="ce8fbb54-122c-426d-b8da-fdcc5e1b5022" providerId="ADAL" clId="{860097B1-2B9F-42F2-84D9-6CB254AC7777}" dt="2024-04-20T03:23:03.034" v="45" actId="47"/>
        <pc:sldMkLst>
          <pc:docMk/>
          <pc:sldMk cId="3415138379" sldId="2147482849"/>
        </pc:sldMkLst>
      </pc:sldChg>
      <pc:sldChg chg="modSp add mod">
        <pc:chgData name="Li,Yuting (HP Medicine) BII-CN-S" userId="ce8fbb54-122c-426d-b8da-fdcc5e1b5022" providerId="ADAL" clId="{860097B1-2B9F-42F2-84D9-6CB254AC7777}" dt="2024-04-24T01:05:39.587" v="2913" actId="20577"/>
        <pc:sldMkLst>
          <pc:docMk/>
          <pc:sldMk cId="1599585781" sldId="2147482850"/>
        </pc:sldMkLst>
        <pc:spChg chg="mod">
          <ac:chgData name="Li,Yuting (HP Medicine) BII-CN-S" userId="ce8fbb54-122c-426d-b8da-fdcc5e1b5022" providerId="ADAL" clId="{860097B1-2B9F-42F2-84D9-6CB254AC7777}" dt="2024-04-23T01:37:49.730" v="2825" actId="14100"/>
          <ac:spMkLst>
            <pc:docMk/>
            <pc:sldMk cId="1599585781" sldId="2147482850"/>
            <ac:spMk id="7" creationId="{E9DC4527-9B66-4450-86F5-689D3C73A610}"/>
          </ac:spMkLst>
        </pc:spChg>
        <pc:spChg chg="mod">
          <ac:chgData name="Li,Yuting (HP Medicine) BII-CN-S" userId="ce8fbb54-122c-426d-b8da-fdcc5e1b5022" providerId="ADAL" clId="{860097B1-2B9F-42F2-84D9-6CB254AC7777}" dt="2024-04-24T01:05:39.587" v="2913" actId="20577"/>
          <ac:spMkLst>
            <pc:docMk/>
            <pc:sldMk cId="1599585781" sldId="2147482850"/>
            <ac:spMk id="22" creationId="{2106AE05-78BC-AB72-6167-3DE6E697A996}"/>
          </ac:spMkLst>
        </pc:spChg>
      </pc:sldChg>
      <pc:sldChg chg="addSp delSp modSp add mod addAnim delAnim modAnim delCm">
        <pc:chgData name="Li,Yuting (HP Medicine) BII-CN-S" userId="ce8fbb54-122c-426d-b8da-fdcc5e1b5022" providerId="ADAL" clId="{860097B1-2B9F-42F2-84D9-6CB254AC7777}" dt="2024-04-23T01:52:33.390" v="2869"/>
        <pc:sldMkLst>
          <pc:docMk/>
          <pc:sldMk cId="1640622319" sldId="2147482871"/>
        </pc:sldMkLst>
        <pc:spChg chg="add mod">
          <ac:chgData name="Li,Yuting (HP Medicine) BII-CN-S" userId="ce8fbb54-122c-426d-b8da-fdcc5e1b5022" providerId="ADAL" clId="{860097B1-2B9F-42F2-84D9-6CB254AC7777}" dt="2024-04-20T05:49:56.645" v="1604" actId="207"/>
          <ac:spMkLst>
            <pc:docMk/>
            <pc:sldMk cId="1640622319" sldId="2147482871"/>
            <ac:spMk id="7" creationId="{A98726F8-43F5-9F84-9518-9C682843A639}"/>
          </ac:spMkLst>
        </pc:spChg>
        <pc:spChg chg="add del">
          <ac:chgData name="Li,Yuting (HP Medicine) BII-CN-S" userId="ce8fbb54-122c-426d-b8da-fdcc5e1b5022" providerId="ADAL" clId="{860097B1-2B9F-42F2-84D9-6CB254AC7777}" dt="2024-04-20T05:50:33.200" v="1606" actId="478"/>
          <ac:spMkLst>
            <pc:docMk/>
            <pc:sldMk cId="1640622319" sldId="2147482871"/>
            <ac:spMk id="8" creationId="{912E650D-6F6F-F262-41DD-CB9B9C47722B}"/>
          </ac:spMkLst>
        </pc:spChg>
        <pc:spChg chg="mod">
          <ac:chgData name="Li,Yuting (HP Medicine) BII-CN-S" userId="ce8fbb54-122c-426d-b8da-fdcc5e1b5022" providerId="ADAL" clId="{860097B1-2B9F-42F2-84D9-6CB254AC7777}" dt="2024-04-20T05:46:41.199" v="1569" actId="14100"/>
          <ac:spMkLst>
            <pc:docMk/>
            <pc:sldMk cId="1640622319" sldId="2147482871"/>
            <ac:spMk id="13" creationId="{D48410D5-5F32-2DA9-EF9C-5A8B412F6A13}"/>
          </ac:spMkLst>
        </pc:spChg>
        <pc:spChg chg="add del mod">
          <ac:chgData name="Li,Yuting (HP Medicine) BII-CN-S" userId="ce8fbb54-122c-426d-b8da-fdcc5e1b5022" providerId="ADAL" clId="{860097B1-2B9F-42F2-84D9-6CB254AC7777}" dt="2024-04-20T05:51:06.309" v="1608" actId="14100"/>
          <ac:spMkLst>
            <pc:docMk/>
            <pc:sldMk cId="1640622319" sldId="2147482871"/>
            <ac:spMk id="14" creationId="{044BE29D-5FA0-8A2E-3436-E7654F212C1D}"/>
          </ac:spMkLst>
        </pc:spChg>
        <pc:spChg chg="mod">
          <ac:chgData name="Li,Yuting (HP Medicine) BII-CN-S" userId="ce8fbb54-122c-426d-b8da-fdcc5e1b5022" providerId="ADAL" clId="{860097B1-2B9F-42F2-84D9-6CB254AC7777}" dt="2024-04-20T05:46:09.350" v="1545" actId="207"/>
          <ac:spMkLst>
            <pc:docMk/>
            <pc:sldMk cId="1640622319" sldId="2147482871"/>
            <ac:spMk id="16" creationId="{39E7EC60-2F9F-D3E2-6457-FC3CFBD2ACE3}"/>
          </ac:spMkLst>
        </pc:spChg>
        <pc:spChg chg="mod">
          <ac:chgData name="Li,Yuting (HP Medicine) BII-CN-S" userId="ce8fbb54-122c-426d-b8da-fdcc5e1b5022" providerId="ADAL" clId="{860097B1-2B9F-42F2-84D9-6CB254AC7777}" dt="2024-04-20T05:45:50.251" v="1544" actId="108"/>
          <ac:spMkLst>
            <pc:docMk/>
            <pc:sldMk cId="1640622319" sldId="2147482871"/>
            <ac:spMk id="22" creationId="{DEB9FE59-876E-778C-9856-2DE59BBA029A}"/>
          </ac:spMkLst>
        </pc:spChg>
        <pc:spChg chg="mod">
          <ac:chgData name="Li,Yuting (HP Medicine) BII-CN-S" userId="ce8fbb54-122c-426d-b8da-fdcc5e1b5022" providerId="ADAL" clId="{860097B1-2B9F-42F2-84D9-6CB254AC7777}" dt="2024-04-20T05:51:24.536" v="1609" actId="12789"/>
          <ac:spMkLst>
            <pc:docMk/>
            <pc:sldMk cId="1640622319" sldId="2147482871"/>
            <ac:spMk id="24" creationId="{CDB66A03-05B2-0F7B-BE85-07CAEA59B40C}"/>
          </ac:spMkLst>
        </pc:spChg>
        <pc:spChg chg="mod">
          <ac:chgData name="Li,Yuting (HP Medicine) BII-CN-S" userId="ce8fbb54-122c-426d-b8da-fdcc5e1b5022" providerId="ADAL" clId="{860097B1-2B9F-42F2-84D9-6CB254AC7777}" dt="2024-04-20T05:51:24.536" v="1609" actId="12789"/>
          <ac:spMkLst>
            <pc:docMk/>
            <pc:sldMk cId="1640622319" sldId="2147482871"/>
            <ac:spMk id="25" creationId="{0D384432-58D1-164A-AEEA-1EE7E8FBE2A5}"/>
          </ac:spMkLst>
        </pc:spChg>
        <pc:spChg chg="mod">
          <ac:chgData name="Li,Yuting (HP Medicine) BII-CN-S" userId="ce8fbb54-122c-426d-b8da-fdcc5e1b5022" providerId="ADAL" clId="{860097B1-2B9F-42F2-84D9-6CB254AC7777}" dt="2024-04-20T05:51:24.536" v="1609" actId="12789"/>
          <ac:spMkLst>
            <pc:docMk/>
            <pc:sldMk cId="1640622319" sldId="2147482871"/>
            <ac:spMk id="26" creationId="{8787A824-9F3A-A12F-EE00-A270712D97F8}"/>
          </ac:spMkLst>
        </pc:spChg>
        <pc:spChg chg="mod">
          <ac:chgData name="Li,Yuting (HP Medicine) BII-CN-S" userId="ce8fbb54-122c-426d-b8da-fdcc5e1b5022" providerId="ADAL" clId="{860097B1-2B9F-42F2-84D9-6CB254AC7777}" dt="2024-04-20T05:51:39.248" v="1610" actId="12789"/>
          <ac:spMkLst>
            <pc:docMk/>
            <pc:sldMk cId="1640622319" sldId="2147482871"/>
            <ac:spMk id="29" creationId="{3AAE5180-992F-9209-71E6-6987B9B6C5E9}"/>
          </ac:spMkLst>
        </pc:spChg>
        <pc:spChg chg="mod">
          <ac:chgData name="Li,Yuting (HP Medicine) BII-CN-S" userId="ce8fbb54-122c-426d-b8da-fdcc5e1b5022" providerId="ADAL" clId="{860097B1-2B9F-42F2-84D9-6CB254AC7777}" dt="2024-04-20T05:51:39.248" v="1610" actId="12789"/>
          <ac:spMkLst>
            <pc:docMk/>
            <pc:sldMk cId="1640622319" sldId="2147482871"/>
            <ac:spMk id="30" creationId="{7F41F673-E47F-1B36-5103-D32D06CDCCF6}"/>
          </ac:spMkLst>
        </pc:spChg>
        <pc:spChg chg="mod">
          <ac:chgData name="Li,Yuting (HP Medicine) BII-CN-S" userId="ce8fbb54-122c-426d-b8da-fdcc5e1b5022" providerId="ADAL" clId="{860097B1-2B9F-42F2-84D9-6CB254AC7777}" dt="2024-04-20T05:46:45.157" v="1570" actId="1076"/>
          <ac:spMkLst>
            <pc:docMk/>
            <pc:sldMk cId="1640622319" sldId="2147482871"/>
            <ac:spMk id="36" creationId="{DC0ACA7B-547A-1C86-CD8B-751C905A8ACC}"/>
          </ac:spMkLst>
        </pc:spChg>
        <pc:spChg chg="mod">
          <ac:chgData name="Li,Yuting (HP Medicine) BII-CN-S" userId="ce8fbb54-122c-426d-b8da-fdcc5e1b5022" providerId="ADAL" clId="{860097B1-2B9F-42F2-84D9-6CB254AC7777}" dt="2024-04-20T05:51:39.248" v="1610" actId="12789"/>
          <ac:spMkLst>
            <pc:docMk/>
            <pc:sldMk cId="1640622319" sldId="2147482871"/>
            <ac:spMk id="39" creationId="{DD27C74A-2480-B8BC-D248-2BDF58C7B6E4}"/>
          </ac:spMkLst>
        </pc:spChg>
        <pc:spChg chg="mod">
          <ac:chgData name="Li,Yuting (HP Medicine) BII-CN-S" userId="ce8fbb54-122c-426d-b8da-fdcc5e1b5022" providerId="ADAL" clId="{860097B1-2B9F-42F2-84D9-6CB254AC7777}" dt="2024-04-20T05:47:32.889" v="1585" actId="14100"/>
          <ac:spMkLst>
            <pc:docMk/>
            <pc:sldMk cId="1640622319" sldId="2147482871"/>
            <ac:spMk id="41" creationId="{56132B25-52E6-6F27-44EE-31D209D50DF9}"/>
          </ac:spMkLst>
        </pc:spChg>
        <pc:spChg chg="mod">
          <ac:chgData name="Li,Yuting (HP Medicine) BII-CN-S" userId="ce8fbb54-122c-426d-b8da-fdcc5e1b5022" providerId="ADAL" clId="{860097B1-2B9F-42F2-84D9-6CB254AC7777}" dt="2024-04-20T05:47:43.556" v="1587" actId="20577"/>
          <ac:spMkLst>
            <pc:docMk/>
            <pc:sldMk cId="1640622319" sldId="2147482871"/>
            <ac:spMk id="44" creationId="{B1D8C09F-6995-B7C8-0742-1A40DE9DA8A9}"/>
          </ac:spMkLst>
        </pc:spChg>
        <pc:spChg chg="mod">
          <ac:chgData name="Li,Yuting (HP Medicine) BII-CN-S" userId="ce8fbb54-122c-426d-b8da-fdcc5e1b5022" providerId="ADAL" clId="{860097B1-2B9F-42F2-84D9-6CB254AC7777}" dt="2024-04-20T05:51:06.309" v="1608" actId="14100"/>
          <ac:spMkLst>
            <pc:docMk/>
            <pc:sldMk cId="1640622319" sldId="2147482871"/>
            <ac:spMk id="46" creationId="{04F251CA-14B8-4B88-8C7F-EB50EAE2BC2E}"/>
          </ac:spMkLst>
        </pc:spChg>
        <pc:spChg chg="mod">
          <ac:chgData name="Li,Yuting (HP Medicine) BII-CN-S" userId="ce8fbb54-122c-426d-b8da-fdcc5e1b5022" providerId="ADAL" clId="{860097B1-2B9F-42F2-84D9-6CB254AC7777}" dt="2024-04-20T05:47:16.195" v="1583" actId="20577"/>
          <ac:spMkLst>
            <pc:docMk/>
            <pc:sldMk cId="1640622319" sldId="2147482871"/>
            <ac:spMk id="49" creationId="{2E4F350A-12F0-CD5B-117A-0390F7D35D28}"/>
          </ac:spMkLst>
        </pc:spChg>
        <pc:spChg chg="mod">
          <ac:chgData name="Li,Yuting (HP Medicine) BII-CN-S" userId="ce8fbb54-122c-426d-b8da-fdcc5e1b5022" providerId="ADAL" clId="{860097B1-2B9F-42F2-84D9-6CB254AC7777}" dt="2024-04-20T05:47:01.850" v="1576" actId="20577"/>
          <ac:spMkLst>
            <pc:docMk/>
            <pc:sldMk cId="1640622319" sldId="2147482871"/>
            <ac:spMk id="52" creationId="{0CF4541B-EDE5-F248-A499-73A301499FA3}"/>
          </ac:spMkLst>
        </pc:spChg>
        <pc:spChg chg="mod">
          <ac:chgData name="Li,Yuting (HP Medicine) BII-CN-S" userId="ce8fbb54-122c-426d-b8da-fdcc5e1b5022" providerId="ADAL" clId="{860097B1-2B9F-42F2-84D9-6CB254AC7777}" dt="2024-04-20T05:43:31.173" v="1536" actId="207"/>
          <ac:spMkLst>
            <pc:docMk/>
            <pc:sldMk cId="1640622319" sldId="2147482871"/>
            <ac:spMk id="56" creationId="{D08997F3-6F2F-6838-E89A-1AB91ECE3EE8}"/>
          </ac:spMkLst>
        </pc:spChg>
        <pc:spChg chg="mod">
          <ac:chgData name="Li,Yuting (HP Medicine) BII-CN-S" userId="ce8fbb54-122c-426d-b8da-fdcc5e1b5022" providerId="ADAL" clId="{860097B1-2B9F-42F2-84D9-6CB254AC7777}" dt="2024-04-20T05:45:40.335" v="1543" actId="108"/>
          <ac:spMkLst>
            <pc:docMk/>
            <pc:sldMk cId="1640622319" sldId="2147482871"/>
            <ac:spMk id="61" creationId="{D1E69803-DAB3-BCB6-E22D-FAE5B9C2ED0F}"/>
          </ac:spMkLst>
        </pc:spChg>
        <pc:spChg chg="mod">
          <ac:chgData name="Li,Yuting (HP Medicine) BII-CN-S" userId="ce8fbb54-122c-426d-b8da-fdcc5e1b5022" providerId="ADAL" clId="{860097B1-2B9F-42F2-84D9-6CB254AC7777}" dt="2024-04-20T05:45:33.631" v="1541" actId="108"/>
          <ac:spMkLst>
            <pc:docMk/>
            <pc:sldMk cId="1640622319" sldId="2147482871"/>
            <ac:spMk id="62" creationId="{E81C5DEB-3C78-EA70-6D3B-08F493C5CB07}"/>
          </ac:spMkLst>
        </pc:spChg>
      </pc:sldChg>
      <pc:sldChg chg="add">
        <pc:chgData name="Li,Yuting (HP Medicine) BII-CN-S" userId="ce8fbb54-122c-426d-b8da-fdcc5e1b5022" providerId="ADAL" clId="{860097B1-2B9F-42F2-84D9-6CB254AC7777}" dt="2024-04-20T03:26:00.361" v="65"/>
        <pc:sldMkLst>
          <pc:docMk/>
          <pc:sldMk cId="641215758" sldId="2147482876"/>
        </pc:sldMkLst>
      </pc:sldChg>
      <pc:sldChg chg="add mod modShow">
        <pc:chgData name="Li,Yuting (HP Medicine) BII-CN-S" userId="ce8fbb54-122c-426d-b8da-fdcc5e1b5022" providerId="ADAL" clId="{860097B1-2B9F-42F2-84D9-6CB254AC7777}" dt="2024-04-20T03:21:12.518" v="34" actId="729"/>
        <pc:sldMkLst>
          <pc:docMk/>
          <pc:sldMk cId="1819596868" sldId="2147482878"/>
        </pc:sldMkLst>
      </pc:sldChg>
      <pc:sldChg chg="add mod modShow">
        <pc:chgData name="Li,Yuting (HP Medicine) BII-CN-S" userId="ce8fbb54-122c-426d-b8da-fdcc5e1b5022" providerId="ADAL" clId="{860097B1-2B9F-42F2-84D9-6CB254AC7777}" dt="2024-04-23T01:33:48.707" v="2660" actId="729"/>
        <pc:sldMkLst>
          <pc:docMk/>
          <pc:sldMk cId="4252649887" sldId="2147482881"/>
        </pc:sldMkLst>
      </pc:sldChg>
      <pc:sldChg chg="add mod modShow">
        <pc:chgData name="Li,Yuting (HP Medicine) BII-CN-S" userId="ce8fbb54-122c-426d-b8da-fdcc5e1b5022" providerId="ADAL" clId="{860097B1-2B9F-42F2-84D9-6CB254AC7777}" dt="2024-04-23T01:33:53.849" v="2661" actId="729"/>
        <pc:sldMkLst>
          <pc:docMk/>
          <pc:sldMk cId="2939902763" sldId="2147482882"/>
        </pc:sldMkLst>
      </pc:sldChg>
      <pc:sldChg chg="add mod modShow">
        <pc:chgData name="Li,Yuting (HP Medicine) BII-CN-S" userId="ce8fbb54-122c-426d-b8da-fdcc5e1b5022" providerId="ADAL" clId="{860097B1-2B9F-42F2-84D9-6CB254AC7777}" dt="2024-04-20T03:21:12.518" v="34" actId="729"/>
        <pc:sldMkLst>
          <pc:docMk/>
          <pc:sldMk cId="1932188141" sldId="2147482883"/>
        </pc:sldMkLst>
      </pc:sldChg>
      <pc:sldChg chg="add mod modShow">
        <pc:chgData name="Li,Yuting (HP Medicine) BII-CN-S" userId="ce8fbb54-122c-426d-b8da-fdcc5e1b5022" providerId="ADAL" clId="{860097B1-2B9F-42F2-84D9-6CB254AC7777}" dt="2024-04-20T03:21:12.518" v="34" actId="729"/>
        <pc:sldMkLst>
          <pc:docMk/>
          <pc:sldMk cId="2102404303" sldId="2147482884"/>
        </pc:sldMkLst>
      </pc:sldChg>
      <pc:sldChg chg="add del mod modShow">
        <pc:chgData name="Li,Yuting (HP Medicine) BII-CN-S" userId="ce8fbb54-122c-426d-b8da-fdcc5e1b5022" providerId="ADAL" clId="{860097B1-2B9F-42F2-84D9-6CB254AC7777}" dt="2024-04-23T08:38:31.388" v="2871" actId="47"/>
        <pc:sldMkLst>
          <pc:docMk/>
          <pc:sldMk cId="3031930183" sldId="2147482885"/>
        </pc:sldMkLst>
      </pc:sldChg>
      <pc:sldChg chg="delSp modSp add mod addCm modCm">
        <pc:chgData name="Li,Yuting (HP Medicine) BII-CN-S" userId="ce8fbb54-122c-426d-b8da-fdcc5e1b5022" providerId="ADAL" clId="{860097B1-2B9F-42F2-84D9-6CB254AC7777}" dt="2024-04-23T08:39:21.350" v="2873"/>
        <pc:sldMkLst>
          <pc:docMk/>
          <pc:sldMk cId="3157137113" sldId="2147482886"/>
        </pc:sldMkLst>
        <pc:spChg chg="mod">
          <ac:chgData name="Li,Yuting (HP Medicine) BII-CN-S" userId="ce8fbb54-122c-426d-b8da-fdcc5e1b5022" providerId="ADAL" clId="{860097B1-2B9F-42F2-84D9-6CB254AC7777}" dt="2024-04-20T04:21:41.599" v="153" actId="1076"/>
          <ac:spMkLst>
            <pc:docMk/>
            <pc:sldMk cId="3157137113" sldId="2147482886"/>
            <ac:spMk id="2" creationId="{91B71626-502A-220A-C0CA-5DCF5E720A28}"/>
          </ac:spMkLst>
        </pc:spChg>
        <pc:spChg chg="mod">
          <ac:chgData name="Li,Yuting (HP Medicine) BII-CN-S" userId="ce8fbb54-122c-426d-b8da-fdcc5e1b5022" providerId="ADAL" clId="{860097B1-2B9F-42F2-84D9-6CB254AC7777}" dt="2024-04-20T04:24:48.872" v="278" actId="12789"/>
          <ac:spMkLst>
            <pc:docMk/>
            <pc:sldMk cId="3157137113" sldId="2147482886"/>
            <ac:spMk id="3" creationId="{99D0953E-C60D-91F9-2D19-9892602304B8}"/>
          </ac:spMkLst>
        </pc:spChg>
        <pc:spChg chg="mod">
          <ac:chgData name="Li,Yuting (HP Medicine) BII-CN-S" userId="ce8fbb54-122c-426d-b8da-fdcc5e1b5022" providerId="ADAL" clId="{860097B1-2B9F-42F2-84D9-6CB254AC7777}" dt="2024-04-20T04:24:29.821" v="276" actId="1037"/>
          <ac:spMkLst>
            <pc:docMk/>
            <pc:sldMk cId="3157137113" sldId="2147482886"/>
            <ac:spMk id="9" creationId="{D3AAD3AB-6306-FA76-26D3-41497B69A4B5}"/>
          </ac:spMkLst>
        </pc:spChg>
        <pc:spChg chg="mod">
          <ac:chgData name="Li,Yuting (HP Medicine) BII-CN-S" userId="ce8fbb54-122c-426d-b8da-fdcc5e1b5022" providerId="ADAL" clId="{860097B1-2B9F-42F2-84D9-6CB254AC7777}" dt="2024-04-20T04:24:29.821" v="276" actId="1037"/>
          <ac:spMkLst>
            <pc:docMk/>
            <pc:sldMk cId="3157137113" sldId="2147482886"/>
            <ac:spMk id="10" creationId="{588D91E2-5055-7479-DF06-7B521C375017}"/>
          </ac:spMkLst>
        </pc:spChg>
        <pc:spChg chg="mod">
          <ac:chgData name="Li,Yuting (HP Medicine) BII-CN-S" userId="ce8fbb54-122c-426d-b8da-fdcc5e1b5022" providerId="ADAL" clId="{860097B1-2B9F-42F2-84D9-6CB254AC7777}" dt="2024-04-20T04:24:29.821" v="276" actId="1037"/>
          <ac:spMkLst>
            <pc:docMk/>
            <pc:sldMk cId="3157137113" sldId="2147482886"/>
            <ac:spMk id="11" creationId="{43E90281-F9A1-4BB6-9A9E-890712863B6A}"/>
          </ac:spMkLst>
        </pc:spChg>
        <pc:spChg chg="mod">
          <ac:chgData name="Li,Yuting (HP Medicine) BII-CN-S" userId="ce8fbb54-122c-426d-b8da-fdcc5e1b5022" providerId="ADAL" clId="{860097B1-2B9F-42F2-84D9-6CB254AC7777}" dt="2024-04-20T04:24:29.821" v="276" actId="1037"/>
          <ac:spMkLst>
            <pc:docMk/>
            <pc:sldMk cId="3157137113" sldId="2147482886"/>
            <ac:spMk id="12" creationId="{E245984B-6187-3494-5ABB-B8AF31113848}"/>
          </ac:spMkLst>
        </pc:spChg>
        <pc:spChg chg="mod">
          <ac:chgData name="Li,Yuting (HP Medicine) BII-CN-S" userId="ce8fbb54-122c-426d-b8da-fdcc5e1b5022" providerId="ADAL" clId="{860097B1-2B9F-42F2-84D9-6CB254AC7777}" dt="2024-04-20T04:24:29.821" v="276" actId="1037"/>
          <ac:spMkLst>
            <pc:docMk/>
            <pc:sldMk cId="3157137113" sldId="2147482886"/>
            <ac:spMk id="13" creationId="{736DE054-5A16-8956-6E31-1168F8292663}"/>
          </ac:spMkLst>
        </pc:spChg>
        <pc:spChg chg="mod">
          <ac:chgData name="Li,Yuting (HP Medicine) BII-CN-S" userId="ce8fbb54-122c-426d-b8da-fdcc5e1b5022" providerId="ADAL" clId="{860097B1-2B9F-42F2-84D9-6CB254AC7777}" dt="2024-04-20T04:24:29.821" v="276" actId="1037"/>
          <ac:spMkLst>
            <pc:docMk/>
            <pc:sldMk cId="3157137113" sldId="2147482886"/>
            <ac:spMk id="14" creationId="{0184FFE5-C912-A181-C012-D5E42ADFF62C}"/>
          </ac:spMkLst>
        </pc:spChg>
        <pc:spChg chg="mod">
          <ac:chgData name="Li,Yuting (HP Medicine) BII-CN-S" userId="ce8fbb54-122c-426d-b8da-fdcc5e1b5022" providerId="ADAL" clId="{860097B1-2B9F-42F2-84D9-6CB254AC7777}" dt="2024-04-20T04:25:16.336" v="281" actId="20577"/>
          <ac:spMkLst>
            <pc:docMk/>
            <pc:sldMk cId="3157137113" sldId="2147482886"/>
            <ac:spMk id="135" creationId="{8DA8DBF8-FB19-788C-8BA3-1CFB27A06BA0}"/>
          </ac:spMkLst>
        </pc:spChg>
        <pc:spChg chg="mod">
          <ac:chgData name="Li,Yuting (HP Medicine) BII-CN-S" userId="ce8fbb54-122c-426d-b8da-fdcc5e1b5022" providerId="ADAL" clId="{860097B1-2B9F-42F2-84D9-6CB254AC7777}" dt="2024-04-20T04:23:01.483" v="157" actId="108"/>
          <ac:spMkLst>
            <pc:docMk/>
            <pc:sldMk cId="3157137113" sldId="2147482886"/>
            <ac:spMk id="243" creationId="{B8F454CB-123A-06AE-BE99-63C5B130BC33}"/>
          </ac:spMkLst>
        </pc:spChg>
        <pc:spChg chg="mod">
          <ac:chgData name="Li,Yuting (HP Medicine) BII-CN-S" userId="ce8fbb54-122c-426d-b8da-fdcc5e1b5022" providerId="ADAL" clId="{860097B1-2B9F-42F2-84D9-6CB254AC7777}" dt="2024-04-20T04:24:15.522" v="240" actId="1037"/>
          <ac:spMkLst>
            <pc:docMk/>
            <pc:sldMk cId="3157137113" sldId="2147482886"/>
            <ac:spMk id="244" creationId="{B15045EE-A89C-B2A7-99C7-8C985F903D7F}"/>
          </ac:spMkLst>
        </pc:spChg>
        <pc:spChg chg="mod">
          <ac:chgData name="Li,Yuting (HP Medicine) BII-CN-S" userId="ce8fbb54-122c-426d-b8da-fdcc5e1b5022" providerId="ADAL" clId="{860097B1-2B9F-42F2-84D9-6CB254AC7777}" dt="2024-04-20T04:24:15.522" v="240" actId="1037"/>
          <ac:spMkLst>
            <pc:docMk/>
            <pc:sldMk cId="3157137113" sldId="2147482886"/>
            <ac:spMk id="245" creationId="{FA4C2FB3-88B8-AE9B-2C85-3621CC3510F6}"/>
          </ac:spMkLst>
        </pc:spChg>
        <pc:spChg chg="mod">
          <ac:chgData name="Li,Yuting (HP Medicine) BII-CN-S" userId="ce8fbb54-122c-426d-b8da-fdcc5e1b5022" providerId="ADAL" clId="{860097B1-2B9F-42F2-84D9-6CB254AC7777}" dt="2024-04-20T04:24:15.522" v="240" actId="1037"/>
          <ac:spMkLst>
            <pc:docMk/>
            <pc:sldMk cId="3157137113" sldId="2147482886"/>
            <ac:spMk id="246" creationId="{EBB22C6C-29C0-80A7-B925-4C8B9215065A}"/>
          </ac:spMkLst>
        </pc:spChg>
        <pc:spChg chg="mod">
          <ac:chgData name="Li,Yuting (HP Medicine) BII-CN-S" userId="ce8fbb54-122c-426d-b8da-fdcc5e1b5022" providerId="ADAL" clId="{860097B1-2B9F-42F2-84D9-6CB254AC7777}" dt="2024-04-20T04:23:57.187" v="158" actId="1076"/>
          <ac:spMkLst>
            <pc:docMk/>
            <pc:sldMk cId="3157137113" sldId="2147482886"/>
            <ac:spMk id="247" creationId="{CB7C49C6-147B-4D68-CD95-94D6B0E01CDD}"/>
          </ac:spMkLst>
        </pc:spChg>
        <pc:spChg chg="mod">
          <ac:chgData name="Li,Yuting (HP Medicine) BII-CN-S" userId="ce8fbb54-122c-426d-b8da-fdcc5e1b5022" providerId="ADAL" clId="{860097B1-2B9F-42F2-84D9-6CB254AC7777}" dt="2024-04-20T04:24:03.821" v="177" actId="1037"/>
          <ac:spMkLst>
            <pc:docMk/>
            <pc:sldMk cId="3157137113" sldId="2147482886"/>
            <ac:spMk id="248" creationId="{0F78323F-6A87-2B7F-BCA5-3B9879186326}"/>
          </ac:spMkLst>
        </pc:spChg>
        <pc:spChg chg="mod">
          <ac:chgData name="Li,Yuting (HP Medicine) BII-CN-S" userId="ce8fbb54-122c-426d-b8da-fdcc5e1b5022" providerId="ADAL" clId="{860097B1-2B9F-42F2-84D9-6CB254AC7777}" dt="2024-04-20T04:24:03.821" v="177" actId="1037"/>
          <ac:spMkLst>
            <pc:docMk/>
            <pc:sldMk cId="3157137113" sldId="2147482886"/>
            <ac:spMk id="249" creationId="{7E9A8A2D-CAB1-85AE-E7ED-997912074959}"/>
          </ac:spMkLst>
        </pc:spChg>
        <pc:spChg chg="mod">
          <ac:chgData name="Li,Yuting (HP Medicine) BII-CN-S" userId="ce8fbb54-122c-426d-b8da-fdcc5e1b5022" providerId="ADAL" clId="{860097B1-2B9F-42F2-84D9-6CB254AC7777}" dt="2024-04-20T04:24:48.872" v="278" actId="12789"/>
          <ac:spMkLst>
            <pc:docMk/>
            <pc:sldMk cId="3157137113" sldId="2147482886"/>
            <ac:spMk id="253" creationId="{F81314E4-3460-685F-09F4-D8B5AC912C10}"/>
          </ac:spMkLst>
        </pc:spChg>
        <pc:spChg chg="del mod">
          <ac:chgData name="Li,Yuting (HP Medicine) BII-CN-S" userId="ce8fbb54-122c-426d-b8da-fdcc5e1b5022" providerId="ADAL" clId="{860097B1-2B9F-42F2-84D9-6CB254AC7777}" dt="2024-04-20T04:22:07.009" v="156" actId="478"/>
          <ac:spMkLst>
            <pc:docMk/>
            <pc:sldMk cId="3157137113" sldId="2147482886"/>
            <ac:spMk id="254" creationId="{19963B41-BB5D-F514-2BE2-BAB6FEE15420}"/>
          </ac:spMkLst>
        </pc:spChg>
        <pc:spChg chg="mod">
          <ac:chgData name="Li,Yuting (HP Medicine) BII-CN-S" userId="ce8fbb54-122c-426d-b8da-fdcc5e1b5022" providerId="ADAL" clId="{860097B1-2B9F-42F2-84D9-6CB254AC7777}" dt="2024-04-20T04:24:48.872" v="278" actId="12789"/>
          <ac:spMkLst>
            <pc:docMk/>
            <pc:sldMk cId="3157137113" sldId="2147482886"/>
            <ac:spMk id="255" creationId="{6B2FE7D0-2A11-AB5A-ED17-34DF69E56CA1}"/>
          </ac:spMkLst>
        </pc:spChg>
        <pc:spChg chg="del">
          <ac:chgData name="Li,Yuting (HP Medicine) BII-CN-S" userId="ce8fbb54-122c-426d-b8da-fdcc5e1b5022" providerId="ADAL" clId="{860097B1-2B9F-42F2-84D9-6CB254AC7777}" dt="2024-04-20T03:22:39.007" v="42" actId="478"/>
          <ac:spMkLst>
            <pc:docMk/>
            <pc:sldMk cId="3157137113" sldId="2147482886"/>
            <ac:spMk id="277" creationId="{E30A6013-C45B-EA40-6B3B-4D0AE3A803AE}"/>
          </ac:spMkLst>
        </pc:spChg>
      </pc:sldChg>
      <pc:sldChg chg="addSp delSp modSp add mod">
        <pc:chgData name="Li,Yuting (HP Medicine) BII-CN-S" userId="ce8fbb54-122c-426d-b8da-fdcc5e1b5022" providerId="ADAL" clId="{860097B1-2B9F-42F2-84D9-6CB254AC7777}" dt="2024-04-23T01:40:40.120" v="2838" actId="20577"/>
        <pc:sldMkLst>
          <pc:docMk/>
          <pc:sldMk cId="3618109852" sldId="2147482887"/>
        </pc:sldMkLst>
        <pc:spChg chg="mod">
          <ac:chgData name="Li,Yuting (HP Medicine) BII-CN-S" userId="ce8fbb54-122c-426d-b8da-fdcc5e1b5022" providerId="ADAL" clId="{860097B1-2B9F-42F2-84D9-6CB254AC7777}" dt="2024-04-23T01:40:40.120" v="2838" actId="20577"/>
          <ac:spMkLst>
            <pc:docMk/>
            <pc:sldMk cId="3618109852" sldId="2147482887"/>
            <ac:spMk id="5" creationId="{221E1926-9858-CDC1-B1FE-8B5BFE34A4D4}"/>
          </ac:spMkLst>
        </pc:spChg>
        <pc:spChg chg="add mod">
          <ac:chgData name="Li,Yuting (HP Medicine) BII-CN-S" userId="ce8fbb54-122c-426d-b8da-fdcc5e1b5022" providerId="ADAL" clId="{860097B1-2B9F-42F2-84D9-6CB254AC7777}" dt="2024-04-20T04:28:03.112" v="343"/>
          <ac:spMkLst>
            <pc:docMk/>
            <pc:sldMk cId="3618109852" sldId="2147482887"/>
            <ac:spMk id="7" creationId="{B9C85ADB-4D6A-E672-9DB3-599CFE681AB3}"/>
          </ac:spMkLst>
        </pc:spChg>
        <pc:spChg chg="del mod">
          <ac:chgData name="Li,Yuting (HP Medicine) BII-CN-S" userId="ce8fbb54-122c-426d-b8da-fdcc5e1b5022" providerId="ADAL" clId="{860097B1-2B9F-42F2-84D9-6CB254AC7777}" dt="2024-04-20T04:30:15.675" v="344" actId="478"/>
          <ac:spMkLst>
            <pc:docMk/>
            <pc:sldMk cId="3618109852" sldId="2147482887"/>
            <ac:spMk id="52" creationId="{7532E7E9-CE0C-597F-9F9F-1F8571B9A4AE}"/>
          </ac:spMkLst>
        </pc:spChg>
      </pc:sldChg>
      <pc:sldChg chg="modSp add mod">
        <pc:chgData name="Li,Yuting (HP Medicine) BII-CN-S" userId="ce8fbb54-122c-426d-b8da-fdcc5e1b5022" providerId="ADAL" clId="{860097B1-2B9F-42F2-84D9-6CB254AC7777}" dt="2024-04-23T01:41:28.904" v="2843" actId="108"/>
        <pc:sldMkLst>
          <pc:docMk/>
          <pc:sldMk cId="1857858005" sldId="2147482888"/>
        </pc:sldMkLst>
        <pc:spChg chg="mod">
          <ac:chgData name="Li,Yuting (HP Medicine) BII-CN-S" userId="ce8fbb54-122c-426d-b8da-fdcc5e1b5022" providerId="ADAL" clId="{860097B1-2B9F-42F2-84D9-6CB254AC7777}" dt="2024-04-23T01:41:28.904" v="2843" actId="108"/>
          <ac:spMkLst>
            <pc:docMk/>
            <pc:sldMk cId="1857858005" sldId="2147482888"/>
            <ac:spMk id="62" creationId="{8DB07CF5-ABA1-4C9B-A9DA-0E66E05CDEC6}"/>
          </ac:spMkLst>
        </pc:spChg>
      </pc:sldChg>
      <pc:sldChg chg="delSp modSp add mod">
        <pc:chgData name="Li,Yuting (HP Medicine) BII-CN-S" userId="ce8fbb54-122c-426d-b8da-fdcc5e1b5022" providerId="ADAL" clId="{860097B1-2B9F-42F2-84D9-6CB254AC7777}" dt="2024-04-23T01:42:02.825" v="2845" actId="20577"/>
        <pc:sldMkLst>
          <pc:docMk/>
          <pc:sldMk cId="3126664250" sldId="2147482889"/>
        </pc:sldMkLst>
        <pc:spChg chg="mod">
          <ac:chgData name="Li,Yuting (HP Medicine) BII-CN-S" userId="ce8fbb54-122c-426d-b8da-fdcc5e1b5022" providerId="ADAL" clId="{860097B1-2B9F-42F2-84D9-6CB254AC7777}" dt="2024-04-23T01:42:02.825" v="2845" actId="20577"/>
          <ac:spMkLst>
            <pc:docMk/>
            <pc:sldMk cId="3126664250" sldId="2147482889"/>
            <ac:spMk id="16" creationId="{397C50CA-40EC-2B76-5DCF-8E4B0390FC5E}"/>
          </ac:spMkLst>
        </pc:spChg>
        <pc:spChg chg="del">
          <ac:chgData name="Li,Yuting (HP Medicine) BII-CN-S" userId="ce8fbb54-122c-426d-b8da-fdcc5e1b5022" providerId="ADAL" clId="{860097B1-2B9F-42F2-84D9-6CB254AC7777}" dt="2024-04-20T04:47:36.255" v="612" actId="478"/>
          <ac:spMkLst>
            <pc:docMk/>
            <pc:sldMk cId="3126664250" sldId="2147482889"/>
            <ac:spMk id="19" creationId="{CBB55EF8-1452-1014-961D-69F9952F093D}"/>
          </ac:spMkLst>
        </pc:spChg>
        <pc:spChg chg="mod">
          <ac:chgData name="Li,Yuting (HP Medicine) BII-CN-S" userId="ce8fbb54-122c-426d-b8da-fdcc5e1b5022" providerId="ADAL" clId="{860097B1-2B9F-42F2-84D9-6CB254AC7777}" dt="2024-04-20T04:48:14.185" v="614" actId="207"/>
          <ac:spMkLst>
            <pc:docMk/>
            <pc:sldMk cId="3126664250" sldId="2147482889"/>
            <ac:spMk id="88" creationId="{9224C17E-1AA1-4096-A3FD-25D6FD8BA444}"/>
          </ac:spMkLst>
        </pc:spChg>
        <pc:spChg chg="mod">
          <ac:chgData name="Li,Yuting (HP Medicine) BII-CN-S" userId="ce8fbb54-122c-426d-b8da-fdcc5e1b5022" providerId="ADAL" clId="{860097B1-2B9F-42F2-84D9-6CB254AC7777}" dt="2024-04-20T04:47:44.126" v="613" actId="207"/>
          <ac:spMkLst>
            <pc:docMk/>
            <pc:sldMk cId="3126664250" sldId="2147482889"/>
            <ac:spMk id="99" creationId="{60F985A7-AFE4-4927-9447-634719D10FAA}"/>
          </ac:spMkLst>
        </pc:spChg>
        <pc:spChg chg="mod">
          <ac:chgData name="Li,Yuting (HP Medicine) BII-CN-S" userId="ce8fbb54-122c-426d-b8da-fdcc5e1b5022" providerId="ADAL" clId="{860097B1-2B9F-42F2-84D9-6CB254AC7777}" dt="2024-04-20T04:48:31.350" v="616" actId="207"/>
          <ac:spMkLst>
            <pc:docMk/>
            <pc:sldMk cId="3126664250" sldId="2147482889"/>
            <ac:spMk id="113" creationId="{A2BFCC99-10CA-4B3D-B761-C3B50E1A72E2}"/>
          </ac:spMkLst>
        </pc:spChg>
        <pc:spChg chg="mod">
          <ac:chgData name="Li,Yuting (HP Medicine) BII-CN-S" userId="ce8fbb54-122c-426d-b8da-fdcc5e1b5022" providerId="ADAL" clId="{860097B1-2B9F-42F2-84D9-6CB254AC7777}" dt="2024-04-20T04:48:22.865" v="615" actId="207"/>
          <ac:spMkLst>
            <pc:docMk/>
            <pc:sldMk cId="3126664250" sldId="2147482889"/>
            <ac:spMk id="135" creationId="{27E01833-72AF-477E-AE8F-2DD7F1F4B984}"/>
          </ac:spMkLst>
        </pc:spChg>
        <pc:spChg chg="mod">
          <ac:chgData name="Li,Yuting (HP Medicine) BII-CN-S" userId="ce8fbb54-122c-426d-b8da-fdcc5e1b5022" providerId="ADAL" clId="{860097B1-2B9F-42F2-84D9-6CB254AC7777}" dt="2024-04-20T04:48:38.189" v="617" actId="207"/>
          <ac:spMkLst>
            <pc:docMk/>
            <pc:sldMk cId="3126664250" sldId="2147482889"/>
            <ac:spMk id="137" creationId="{1CA4D503-0497-424B-83B6-B28389852B8A}"/>
          </ac:spMkLst>
        </pc:spChg>
      </pc:sldChg>
      <pc:sldChg chg="add mod modShow">
        <pc:chgData name="Li,Yuting (HP Medicine) BII-CN-S" userId="ce8fbb54-122c-426d-b8da-fdcc5e1b5022" providerId="ADAL" clId="{860097B1-2B9F-42F2-84D9-6CB254AC7777}" dt="2024-04-20T04:57:23.925" v="863" actId="729"/>
        <pc:sldMkLst>
          <pc:docMk/>
          <pc:sldMk cId="2957096630" sldId="2147482890"/>
        </pc:sldMkLst>
      </pc:sldChg>
      <pc:sldChg chg="modSp add mod">
        <pc:chgData name="Li,Yuting (HP Medicine) BII-CN-S" userId="ce8fbb54-122c-426d-b8da-fdcc5e1b5022" providerId="ADAL" clId="{860097B1-2B9F-42F2-84D9-6CB254AC7777}" dt="2024-04-23T01:44:38.151" v="2856" actId="20577"/>
        <pc:sldMkLst>
          <pc:docMk/>
          <pc:sldMk cId="476487339" sldId="2147482891"/>
        </pc:sldMkLst>
        <pc:spChg chg="mod">
          <ac:chgData name="Li,Yuting (HP Medicine) BII-CN-S" userId="ce8fbb54-122c-426d-b8da-fdcc5e1b5022" providerId="ADAL" clId="{860097B1-2B9F-42F2-84D9-6CB254AC7777}" dt="2024-04-23T01:44:38.151" v="2856" actId="20577"/>
          <ac:spMkLst>
            <pc:docMk/>
            <pc:sldMk cId="476487339" sldId="2147482891"/>
            <ac:spMk id="90" creationId="{9466DE8F-DCCC-4688-AD54-68172F2C8E9F}"/>
          </ac:spMkLst>
        </pc:spChg>
        <pc:spChg chg="mod">
          <ac:chgData name="Li,Yuting (HP Medicine) BII-CN-S" userId="ce8fbb54-122c-426d-b8da-fdcc5e1b5022" providerId="ADAL" clId="{860097B1-2B9F-42F2-84D9-6CB254AC7777}" dt="2024-04-20T04:59:00.361" v="877" actId="20577"/>
          <ac:spMkLst>
            <pc:docMk/>
            <pc:sldMk cId="476487339" sldId="2147482891"/>
            <ac:spMk id="171" creationId="{5DF7619E-8037-4119-9490-E9399FFC5DFC}"/>
          </ac:spMkLst>
        </pc:spChg>
      </pc:sldChg>
      <pc:sldChg chg="add mod modShow">
        <pc:chgData name="Li,Yuting (HP Medicine) BII-CN-S" userId="ce8fbb54-122c-426d-b8da-fdcc5e1b5022" providerId="ADAL" clId="{860097B1-2B9F-42F2-84D9-6CB254AC7777}" dt="2024-04-20T03:25:08.293" v="59" actId="729"/>
        <pc:sldMkLst>
          <pc:docMk/>
          <pc:sldMk cId="145855450" sldId="2147482892"/>
        </pc:sldMkLst>
      </pc:sldChg>
      <pc:sldChg chg="add addCm modCm">
        <pc:chgData name="Li,Yuting (HP Medicine) BII-CN-S" userId="ce8fbb54-122c-426d-b8da-fdcc5e1b5022" providerId="ADAL" clId="{860097B1-2B9F-42F2-84D9-6CB254AC7777}" dt="2024-04-23T01:47:27.208" v="2861"/>
        <pc:sldMkLst>
          <pc:docMk/>
          <pc:sldMk cId="1101655354" sldId="2147482893"/>
        </pc:sldMkLst>
      </pc:sldChg>
      <pc:sldChg chg="add del">
        <pc:chgData name="Li,Yuting (HP Medicine) BII-CN-S" userId="ce8fbb54-122c-426d-b8da-fdcc5e1b5022" providerId="ADAL" clId="{860097B1-2B9F-42F2-84D9-6CB254AC7777}" dt="2024-04-20T03:26:28.212" v="70"/>
        <pc:sldMkLst>
          <pc:docMk/>
          <pc:sldMk cId="461504099" sldId="2147482894"/>
        </pc:sldMkLst>
      </pc:sldChg>
      <pc:sldChg chg="add">
        <pc:chgData name="Li,Yuting (HP Medicine) BII-CN-S" userId="ce8fbb54-122c-426d-b8da-fdcc5e1b5022" providerId="ADAL" clId="{860097B1-2B9F-42F2-84D9-6CB254AC7777}" dt="2024-04-20T03:29:21.423" v="80"/>
        <pc:sldMkLst>
          <pc:docMk/>
          <pc:sldMk cId="1345512173" sldId="2147482894"/>
        </pc:sldMkLst>
      </pc:sldChg>
      <pc:sldChg chg="modSp mod">
        <pc:chgData name="Li,Yuting (HP Medicine) BII-CN-S" userId="ce8fbb54-122c-426d-b8da-fdcc5e1b5022" providerId="ADAL" clId="{860097B1-2B9F-42F2-84D9-6CB254AC7777}" dt="2024-04-23T08:51:06.445" v="2882" actId="20577"/>
        <pc:sldMkLst>
          <pc:docMk/>
          <pc:sldMk cId="1978415779" sldId="2147482895"/>
        </pc:sldMkLst>
        <pc:spChg chg="mod">
          <ac:chgData name="Li,Yuting (HP Medicine) BII-CN-S" userId="ce8fbb54-122c-426d-b8da-fdcc5e1b5022" providerId="ADAL" clId="{860097B1-2B9F-42F2-84D9-6CB254AC7777}" dt="2024-04-23T08:51:06.445" v="2882" actId="20577"/>
          <ac:spMkLst>
            <pc:docMk/>
            <pc:sldMk cId="1978415779" sldId="2147482895"/>
            <ac:spMk id="5" creationId="{23DB86F8-60A0-6A56-DC74-D2994B3B6CA9}"/>
          </ac:spMkLst>
        </pc:spChg>
      </pc:sldChg>
      <pc:sldChg chg="addSp delSp modSp new mod ord modClrScheme chgLayout">
        <pc:chgData name="Li,Yuting (HP Medicine) BII-CN-S" userId="ce8fbb54-122c-426d-b8da-fdcc5e1b5022" providerId="ADAL" clId="{860097B1-2B9F-42F2-84D9-6CB254AC7777}" dt="2024-04-23T08:35:39.906" v="2870" actId="6549"/>
        <pc:sldMkLst>
          <pc:docMk/>
          <pc:sldMk cId="19036512" sldId="2147482896"/>
        </pc:sldMkLst>
        <pc:spChg chg="mod">
          <ac:chgData name="Li,Yuting (HP Medicine) BII-CN-S" userId="ce8fbb54-122c-426d-b8da-fdcc5e1b5022" providerId="ADAL" clId="{860097B1-2B9F-42F2-84D9-6CB254AC7777}" dt="2024-04-23T01:31:50.237" v="2645" actId="26606"/>
          <ac:spMkLst>
            <pc:docMk/>
            <pc:sldMk cId="19036512" sldId="2147482896"/>
            <ac:spMk id="2" creationId="{1945F313-C64B-87DB-E27F-7AFDAEE6555C}"/>
          </ac:spMkLst>
        </pc:spChg>
        <pc:spChg chg="del">
          <ac:chgData name="Li,Yuting (HP Medicine) BII-CN-S" userId="ce8fbb54-122c-426d-b8da-fdcc5e1b5022" providerId="ADAL" clId="{860097B1-2B9F-42F2-84D9-6CB254AC7777}" dt="2024-04-22T13:50:09.517" v="1616"/>
          <ac:spMkLst>
            <pc:docMk/>
            <pc:sldMk cId="19036512" sldId="2147482896"/>
            <ac:spMk id="3" creationId="{FFEB6F0C-AE92-9D92-97C8-62DAB2A1B09A}"/>
          </ac:spMkLst>
        </pc:spChg>
        <pc:spChg chg="del">
          <ac:chgData name="Li,Yuting (HP Medicine) BII-CN-S" userId="ce8fbb54-122c-426d-b8da-fdcc5e1b5022" providerId="ADAL" clId="{860097B1-2B9F-42F2-84D9-6CB254AC7777}" dt="2024-04-23T01:31:50.237" v="2645" actId="26606"/>
          <ac:spMkLst>
            <pc:docMk/>
            <pc:sldMk cId="19036512" sldId="2147482896"/>
            <ac:spMk id="4" creationId="{CD51B7B1-357B-59A3-32E2-86FC707F3866}"/>
          </ac:spMkLst>
        </pc:spChg>
        <pc:spChg chg="mod ord">
          <ac:chgData name="Li,Yuting (HP Medicine) BII-CN-S" userId="ce8fbb54-122c-426d-b8da-fdcc5e1b5022" providerId="ADAL" clId="{860097B1-2B9F-42F2-84D9-6CB254AC7777}" dt="2024-04-23T01:31:50.237" v="2645" actId="26606"/>
          <ac:spMkLst>
            <pc:docMk/>
            <pc:sldMk cId="19036512" sldId="2147482896"/>
            <ac:spMk id="5" creationId="{DCF7574A-C776-E0B4-E364-FD23F1F9ACFA}"/>
          </ac:spMkLst>
        </pc:spChg>
        <pc:spChg chg="mod ord">
          <ac:chgData name="Li,Yuting (HP Medicine) BII-CN-S" userId="ce8fbb54-122c-426d-b8da-fdcc5e1b5022" providerId="ADAL" clId="{860097B1-2B9F-42F2-84D9-6CB254AC7777}" dt="2024-04-23T01:31:50.237" v="2645" actId="26606"/>
          <ac:spMkLst>
            <pc:docMk/>
            <pc:sldMk cId="19036512" sldId="2147482896"/>
            <ac:spMk id="6" creationId="{C82DEDDF-C91D-7C40-E55B-C92482BDF9FD}"/>
          </ac:spMkLst>
        </pc:spChg>
        <pc:spChg chg="add del mod">
          <ac:chgData name="Li,Yuting (HP Medicine) BII-CN-S" userId="ce8fbb54-122c-426d-b8da-fdcc5e1b5022" providerId="ADAL" clId="{860097B1-2B9F-42F2-84D9-6CB254AC7777}" dt="2024-04-23T01:24:54.331" v="2628" actId="478"/>
          <ac:spMkLst>
            <pc:docMk/>
            <pc:sldMk cId="19036512" sldId="2147482896"/>
            <ac:spMk id="8" creationId="{46097B9B-C0F0-4486-6927-819A1E03A2A2}"/>
          </ac:spMkLst>
        </pc:spChg>
        <pc:spChg chg="add mod">
          <ac:chgData name="Li,Yuting (HP Medicine) BII-CN-S" userId="ce8fbb54-122c-426d-b8da-fdcc5e1b5022" providerId="ADAL" clId="{860097B1-2B9F-42F2-84D9-6CB254AC7777}" dt="2024-04-23T08:35:39.906" v="2870" actId="6549"/>
          <ac:spMkLst>
            <pc:docMk/>
            <pc:sldMk cId="19036512" sldId="2147482896"/>
            <ac:spMk id="9" creationId="{10E6AC82-D0A3-F6C0-C01F-B08C8E4F334B}"/>
          </ac:spMkLst>
        </pc:spChg>
        <pc:spChg chg="add mod">
          <ac:chgData name="Li,Yuting (HP Medicine) BII-CN-S" userId="ce8fbb54-122c-426d-b8da-fdcc5e1b5022" providerId="ADAL" clId="{860097B1-2B9F-42F2-84D9-6CB254AC7777}" dt="2024-04-23T01:31:50.237" v="2645" actId="26606"/>
          <ac:spMkLst>
            <pc:docMk/>
            <pc:sldMk cId="19036512" sldId="2147482896"/>
            <ac:spMk id="20" creationId="{5AB7794B-26F7-4CF2-0007-F96AE6C1F75C}"/>
          </ac:spMkLst>
        </pc:spChg>
        <pc:graphicFrameChg chg="add del mod">
          <ac:chgData name="Li,Yuting (HP Medicine) BII-CN-S" userId="ce8fbb54-122c-426d-b8da-fdcc5e1b5022" providerId="ADAL" clId="{860097B1-2B9F-42F2-84D9-6CB254AC7777}" dt="2024-04-23T01:28:35.637" v="2630" actId="478"/>
          <ac:graphicFrameMkLst>
            <pc:docMk/>
            <pc:sldMk cId="19036512" sldId="2147482896"/>
            <ac:graphicFrameMk id="10" creationId="{E4AAC576-1013-58C0-B555-6BC2D898CC90}"/>
          </ac:graphicFrameMkLst>
        </pc:graphicFrameChg>
        <pc:picChg chg="add del mod">
          <ac:chgData name="Li,Yuting (HP Medicine) BII-CN-S" userId="ce8fbb54-122c-426d-b8da-fdcc5e1b5022" providerId="ADAL" clId="{860097B1-2B9F-42F2-84D9-6CB254AC7777}" dt="2024-04-23T01:24:50.866" v="2627" actId="478"/>
          <ac:picMkLst>
            <pc:docMk/>
            <pc:sldMk cId="19036512" sldId="2147482896"/>
            <ac:picMk id="7" creationId="{7D317A31-78D9-B49A-5BBC-1C58D8F7FCF1}"/>
          </ac:picMkLst>
        </pc:picChg>
        <pc:picChg chg="add del">
          <ac:chgData name="Li,Yuting (HP Medicine) BII-CN-S" userId="ce8fbb54-122c-426d-b8da-fdcc5e1b5022" providerId="ADAL" clId="{860097B1-2B9F-42F2-84D9-6CB254AC7777}" dt="2024-04-22T13:50:48.443" v="1624" actId="478"/>
          <ac:picMkLst>
            <pc:docMk/>
            <pc:sldMk cId="19036512" sldId="2147482896"/>
            <ac:picMk id="8" creationId="{0C9F4A89-9A93-029E-2752-650073577A15}"/>
          </ac:picMkLst>
        </pc:picChg>
        <pc:picChg chg="add del mod">
          <ac:chgData name="Li,Yuting (HP Medicine) BII-CN-S" userId="ce8fbb54-122c-426d-b8da-fdcc5e1b5022" providerId="ADAL" clId="{860097B1-2B9F-42F2-84D9-6CB254AC7777}" dt="2024-04-23T01:29:24.594" v="2632" actId="478"/>
          <ac:picMkLst>
            <pc:docMk/>
            <pc:sldMk cId="19036512" sldId="2147482896"/>
            <ac:picMk id="11" creationId="{4334A62E-9D6E-CA32-36DD-05312F052F03}"/>
          </ac:picMkLst>
        </pc:picChg>
        <pc:picChg chg="add del mod">
          <ac:chgData name="Li,Yuting (HP Medicine) BII-CN-S" userId="ce8fbb54-122c-426d-b8da-fdcc5e1b5022" providerId="ADAL" clId="{860097B1-2B9F-42F2-84D9-6CB254AC7777}" dt="2024-04-23T01:31:03.616" v="2642" actId="478"/>
          <ac:picMkLst>
            <pc:docMk/>
            <pc:sldMk cId="19036512" sldId="2147482896"/>
            <ac:picMk id="13" creationId="{83B4A8D9-3958-45A9-9B6F-DACAB7A00E0F}"/>
          </ac:picMkLst>
        </pc:picChg>
        <pc:picChg chg="add mod">
          <ac:chgData name="Li,Yuting (HP Medicine) BII-CN-S" userId="ce8fbb54-122c-426d-b8da-fdcc5e1b5022" providerId="ADAL" clId="{860097B1-2B9F-42F2-84D9-6CB254AC7777}" dt="2024-04-23T01:31:56.131" v="2647" actId="1076"/>
          <ac:picMkLst>
            <pc:docMk/>
            <pc:sldMk cId="19036512" sldId="2147482896"/>
            <ac:picMk id="15" creationId="{61F9A9F7-968B-756C-D10C-32AF98D693E9}"/>
          </ac:picMkLst>
        </pc:picChg>
        <pc:picChg chg="add del">
          <ac:chgData name="Li,Yuting (HP Medicine) BII-CN-S" userId="ce8fbb54-122c-426d-b8da-fdcc5e1b5022" providerId="ADAL" clId="{860097B1-2B9F-42F2-84D9-6CB254AC7777}" dt="2024-04-22T13:50:42.653" v="1622" actId="478"/>
          <ac:picMkLst>
            <pc:docMk/>
            <pc:sldMk cId="19036512" sldId="2147482896"/>
            <ac:picMk id="1026" creationId="{03AB864C-CA7A-38F8-CEE2-06C7C1836DBB}"/>
          </ac:picMkLst>
        </pc:picChg>
        <pc:picChg chg="add del mod">
          <ac:chgData name="Li,Yuting (HP Medicine) BII-CN-S" userId="ce8fbb54-122c-426d-b8da-fdcc5e1b5022" providerId="ADAL" clId="{860097B1-2B9F-42F2-84D9-6CB254AC7777}" dt="2024-04-22T13:54:30.338" v="1727" actId="478"/>
          <ac:picMkLst>
            <pc:docMk/>
            <pc:sldMk cId="19036512" sldId="2147482896"/>
            <ac:picMk id="1028" creationId="{213B05A4-7E29-679B-2F7A-344E19E7E06E}"/>
          </ac:picMkLst>
        </pc:picChg>
        <pc:picChg chg="add del mod">
          <ac:chgData name="Li,Yuting (HP Medicine) BII-CN-S" userId="ce8fbb54-122c-426d-b8da-fdcc5e1b5022" providerId="ADAL" clId="{860097B1-2B9F-42F2-84D9-6CB254AC7777}" dt="2024-04-22T13:57:03.708" v="1741" actId="478"/>
          <ac:picMkLst>
            <pc:docMk/>
            <pc:sldMk cId="19036512" sldId="2147482896"/>
            <ac:picMk id="1030" creationId="{CC04AD3A-0AB2-675F-7848-1FAAD79C8208}"/>
          </ac:picMkLst>
        </pc:picChg>
      </pc:sldChg>
      <pc:sldMasterChg chg="delSldLayout">
        <pc:chgData name="Li,Yuting (HP Medicine) BII-CN-S" userId="ce8fbb54-122c-426d-b8da-fdcc5e1b5022" providerId="ADAL" clId="{860097B1-2B9F-42F2-84D9-6CB254AC7777}" dt="2024-04-20T03:08:11.900" v="24" actId="47"/>
        <pc:sldMasterMkLst>
          <pc:docMk/>
          <pc:sldMasterMk cId="2265167584" sldId="2147485032"/>
        </pc:sldMasterMkLst>
        <pc:sldLayoutChg chg="del">
          <pc:chgData name="Li,Yuting (HP Medicine) BII-CN-S" userId="ce8fbb54-122c-426d-b8da-fdcc5e1b5022" providerId="ADAL" clId="{860097B1-2B9F-42F2-84D9-6CB254AC7777}" dt="2024-04-20T03:08:11.900" v="24" actId="47"/>
          <pc:sldLayoutMkLst>
            <pc:docMk/>
            <pc:sldMasterMk cId="2265167584" sldId="2147485032"/>
            <pc:sldLayoutMk cId="2965046814" sldId="2147485029"/>
          </pc:sldLayoutMkLst>
        </pc:sldLayoutChg>
      </pc:sldMasterChg>
    </pc:docChg>
  </pc:docChgLst>
  <pc:docChgLst>
    <pc:chgData name="Zhang,Ying (MED CD&amp;O) BII-CN-S" userId="456eb1e0-4978-443e-822e-be854341a778" providerId="ADAL" clId="{8428A654-016B-4ECB-9800-F6BF44688732}"/>
    <pc:docChg chg="custSel modSld">
      <pc:chgData name="Zhang,Ying (MED CD&amp;O) BII-CN-S" userId="456eb1e0-4978-443e-822e-be854341a778" providerId="ADAL" clId="{8428A654-016B-4ECB-9800-F6BF44688732}" dt="2024-03-19T11:40:48.710" v="54" actId="207"/>
      <pc:docMkLst>
        <pc:docMk/>
      </pc:docMkLst>
      <pc:sldChg chg="modSp mod">
        <pc:chgData name="Zhang,Ying (MED CD&amp;O) BII-CN-S" userId="456eb1e0-4978-443e-822e-be854341a778" providerId="ADAL" clId="{8428A654-016B-4ECB-9800-F6BF44688732}" dt="2024-03-19T11:37:28.129" v="10" actId="27636"/>
        <pc:sldMkLst>
          <pc:docMk/>
          <pc:sldMk cId="3629372718" sldId="2147480453"/>
        </pc:sldMkLst>
        <pc:spChg chg="mod">
          <ac:chgData name="Zhang,Ying (MED CD&amp;O) BII-CN-S" userId="456eb1e0-4978-443e-822e-be854341a778" providerId="ADAL" clId="{8428A654-016B-4ECB-9800-F6BF44688732}" dt="2024-03-19T11:37:28.129" v="10" actId="27636"/>
          <ac:spMkLst>
            <pc:docMk/>
            <pc:sldMk cId="3629372718" sldId="2147480453"/>
            <ac:spMk id="2" creationId="{AAF1140E-EF9F-4509-9E45-0059E1E49075}"/>
          </ac:spMkLst>
        </pc:spChg>
      </pc:sldChg>
      <pc:sldChg chg="modSp mod">
        <pc:chgData name="Zhang,Ying (MED CD&amp;O) BII-CN-S" userId="456eb1e0-4978-443e-822e-be854341a778" providerId="ADAL" clId="{8428A654-016B-4ECB-9800-F6BF44688732}" dt="2024-03-19T11:37:34.996" v="21" actId="20577"/>
        <pc:sldMkLst>
          <pc:docMk/>
          <pc:sldMk cId="4264638658" sldId="2147482830"/>
        </pc:sldMkLst>
        <pc:spChg chg="mod">
          <ac:chgData name="Zhang,Ying (MED CD&amp;O) BII-CN-S" userId="456eb1e0-4978-443e-822e-be854341a778" providerId="ADAL" clId="{8428A654-016B-4ECB-9800-F6BF44688732}" dt="2024-03-19T11:37:34.996" v="21" actId="20577"/>
          <ac:spMkLst>
            <pc:docMk/>
            <pc:sldMk cId="4264638658" sldId="2147482830"/>
            <ac:spMk id="5" creationId="{708D8ACC-D62A-4885-8E32-7CB35C6A4753}"/>
          </ac:spMkLst>
        </pc:spChg>
        <pc:graphicFrameChg chg="mod">
          <ac:chgData name="Zhang,Ying (MED CD&amp;O) BII-CN-S" userId="456eb1e0-4978-443e-822e-be854341a778" providerId="ADAL" clId="{8428A654-016B-4ECB-9800-F6BF44688732}" dt="2024-03-18T06:58:57.591" v="1" actId="20577"/>
          <ac:graphicFrameMkLst>
            <pc:docMk/>
            <pc:sldMk cId="4264638658" sldId="2147482830"/>
            <ac:graphicFrameMk id="18" creationId="{EA5738E2-E1F0-7626-AB37-129D572473EF}"/>
          </ac:graphicFrameMkLst>
        </pc:graphicFrameChg>
        <pc:graphicFrameChg chg="mod">
          <ac:chgData name="Zhang,Ying (MED CD&amp;O) BII-CN-S" userId="456eb1e0-4978-443e-822e-be854341a778" providerId="ADAL" clId="{8428A654-016B-4ECB-9800-F6BF44688732}" dt="2024-03-18T06:59:00.508" v="3" actId="20577"/>
          <ac:graphicFrameMkLst>
            <pc:docMk/>
            <pc:sldMk cId="4264638658" sldId="2147482830"/>
            <ac:graphicFrameMk id="22" creationId="{5A69AF7F-8A7D-0247-6132-33AE47ED075D}"/>
          </ac:graphicFrameMkLst>
        </pc:graphicFrameChg>
      </pc:sldChg>
      <pc:sldChg chg="modSp mod">
        <pc:chgData name="Zhang,Ying (MED CD&amp;O) BII-CN-S" userId="456eb1e0-4978-443e-822e-be854341a778" providerId="ADAL" clId="{8428A654-016B-4ECB-9800-F6BF44688732}" dt="2024-03-19T11:40:48.710" v="54" actId="207"/>
        <pc:sldMkLst>
          <pc:docMk/>
          <pc:sldMk cId="2961465287" sldId="2147482838"/>
        </pc:sldMkLst>
        <pc:graphicFrameChg chg="mod modGraphic">
          <ac:chgData name="Zhang,Ying (MED CD&amp;O) BII-CN-S" userId="456eb1e0-4978-443e-822e-be854341a778" providerId="ADAL" clId="{8428A654-016B-4ECB-9800-F6BF44688732}" dt="2024-03-19T11:40:48.710" v="54" actId="207"/>
          <ac:graphicFrameMkLst>
            <pc:docMk/>
            <pc:sldMk cId="2961465287" sldId="2147482838"/>
            <ac:graphicFrameMk id="9" creationId="{74944B63-9079-5C89-2AAD-A28D8E2D79ED}"/>
          </ac:graphicFrameMkLst>
        </pc:graphicFrameChg>
      </pc:sldChg>
      <pc:sldChg chg="modSp mod">
        <pc:chgData name="Zhang,Ying (MED CD&amp;O) BII-CN-S" userId="456eb1e0-4978-443e-822e-be854341a778" providerId="ADAL" clId="{8428A654-016B-4ECB-9800-F6BF44688732}" dt="2024-03-19T11:38:38.553" v="42" actId="20577"/>
        <pc:sldMkLst>
          <pc:docMk/>
          <pc:sldMk cId="3541650897" sldId="2147482839"/>
        </pc:sldMkLst>
        <pc:spChg chg="mod">
          <ac:chgData name="Zhang,Ying (MED CD&amp;O) BII-CN-S" userId="456eb1e0-4978-443e-822e-be854341a778" providerId="ADAL" clId="{8428A654-016B-4ECB-9800-F6BF44688732}" dt="2024-03-19T11:38:38.553" v="42" actId="20577"/>
          <ac:spMkLst>
            <pc:docMk/>
            <pc:sldMk cId="3541650897" sldId="2147482839"/>
            <ac:spMk id="5" creationId="{8FCB2A47-625E-6883-476C-2C1FF4D351F9}"/>
          </ac:spMkLst>
        </pc:spChg>
      </pc:sldChg>
    </pc:docChg>
  </pc:docChgLst>
  <pc:docChgLst>
    <pc:chgData name="Chen,Michael (HP Med RA) BII-CN-B" userId="d5e1e1c3-1b8e-4d7c-a738-2fc34bcfb3bb" providerId="ADAL" clId="{B8D7F84B-C7EC-439A-8AF1-CFA680158149}"/>
    <pc:docChg chg="custSel delSld modSld">
      <pc:chgData name="Chen,Michael (HP Med RA) BII-CN-B" userId="d5e1e1c3-1b8e-4d7c-a738-2fc34bcfb3bb" providerId="ADAL" clId="{B8D7F84B-C7EC-439A-8AF1-CFA680158149}" dt="2022-05-07T07:33:53.441" v="5" actId="207"/>
      <pc:docMkLst>
        <pc:docMk/>
      </pc:docMkLst>
      <pc:sldChg chg="del">
        <pc:chgData name="Chen,Michael (HP Med RA) BII-CN-B" userId="d5e1e1c3-1b8e-4d7c-a738-2fc34bcfb3bb" providerId="ADAL" clId="{B8D7F84B-C7EC-439A-8AF1-CFA680158149}" dt="2022-05-07T07:33:35.331" v="3" actId="47"/>
        <pc:sldMkLst>
          <pc:docMk/>
          <pc:sldMk cId="1492430006" sldId="2147377131"/>
        </pc:sldMkLst>
      </pc:sldChg>
      <pc:sldChg chg="delSp modSp mod">
        <pc:chgData name="Chen,Michael (HP Med RA) BII-CN-B" userId="d5e1e1c3-1b8e-4d7c-a738-2fc34bcfb3bb" providerId="ADAL" clId="{B8D7F84B-C7EC-439A-8AF1-CFA680158149}" dt="2022-05-07T07:33:53.441" v="5" actId="207"/>
        <pc:sldMkLst>
          <pc:docMk/>
          <pc:sldMk cId="1001967075" sldId="2147377159"/>
        </pc:sldMkLst>
        <pc:spChg chg="mod">
          <ac:chgData name="Chen,Michael (HP Med RA) BII-CN-B" userId="d5e1e1c3-1b8e-4d7c-a738-2fc34bcfb3bb" providerId="ADAL" clId="{B8D7F84B-C7EC-439A-8AF1-CFA680158149}" dt="2022-05-07T07:32:39.150" v="2" actId="6549"/>
          <ac:spMkLst>
            <pc:docMk/>
            <pc:sldMk cId="1001967075" sldId="2147377159"/>
            <ac:spMk id="2" creationId="{1962438C-E78A-4FF5-90E4-98B6AD60A7F0}"/>
          </ac:spMkLst>
        </pc:spChg>
        <pc:spChg chg="del">
          <ac:chgData name="Chen,Michael (HP Med RA) BII-CN-B" userId="d5e1e1c3-1b8e-4d7c-a738-2fc34bcfb3bb" providerId="ADAL" clId="{B8D7F84B-C7EC-439A-8AF1-CFA680158149}" dt="2022-05-07T07:32:30.570" v="1" actId="478"/>
          <ac:spMkLst>
            <pc:docMk/>
            <pc:sldMk cId="1001967075" sldId="2147377159"/>
            <ac:spMk id="4" creationId="{88E9D82C-4129-43B4-B432-F228B30FFCC5}"/>
          </ac:spMkLst>
        </pc:spChg>
        <pc:spChg chg="mod">
          <ac:chgData name="Chen,Michael (HP Med RA) BII-CN-B" userId="d5e1e1c3-1b8e-4d7c-a738-2fc34bcfb3bb" providerId="ADAL" clId="{B8D7F84B-C7EC-439A-8AF1-CFA680158149}" dt="2022-05-07T07:33:53.441" v="5" actId="207"/>
          <ac:spMkLst>
            <pc:docMk/>
            <pc:sldMk cId="1001967075" sldId="2147377159"/>
            <ac:spMk id="65" creationId="{00000000-0000-0000-0000-000000000000}"/>
          </ac:spMkLst>
        </pc:spChg>
        <pc:spChg chg="mod">
          <ac:chgData name="Chen,Michael (HP Med RA) BII-CN-B" userId="d5e1e1c3-1b8e-4d7c-a738-2fc34bcfb3bb" providerId="ADAL" clId="{B8D7F84B-C7EC-439A-8AF1-CFA680158149}" dt="2022-05-07T07:33:50.300" v="4" actId="207"/>
          <ac:spMkLst>
            <pc:docMk/>
            <pc:sldMk cId="1001967075" sldId="2147377159"/>
            <ac:spMk id="71" creationId="{00000000-0000-0000-0000-000000000000}"/>
          </ac:spMkLst>
        </pc:spChg>
      </pc:sldChg>
      <pc:sldMasterChg chg="delSldLayout">
        <pc:chgData name="Chen,Michael (HP Med RA) BII-CN-B" userId="d5e1e1c3-1b8e-4d7c-a738-2fc34bcfb3bb" providerId="ADAL" clId="{B8D7F84B-C7EC-439A-8AF1-CFA680158149}" dt="2022-05-07T07:33:35.331" v="3" actId="47"/>
        <pc:sldMasterMkLst>
          <pc:docMk/>
          <pc:sldMasterMk cId="3309733294" sldId="2147484123"/>
        </pc:sldMasterMkLst>
        <pc:sldLayoutChg chg="del">
          <pc:chgData name="Chen,Michael (HP Med RA) BII-CN-B" userId="d5e1e1c3-1b8e-4d7c-a738-2fc34bcfb3bb" providerId="ADAL" clId="{B8D7F84B-C7EC-439A-8AF1-CFA680158149}" dt="2022-05-07T07:33:35.331" v="3" actId="47"/>
          <pc:sldLayoutMkLst>
            <pc:docMk/>
            <pc:sldMasterMk cId="3309733294" sldId="2147484123"/>
            <pc:sldLayoutMk cId="2328783525" sldId="2147484167"/>
          </pc:sldLayoutMkLst>
        </pc:sldLayoutChg>
      </pc:sldMasterChg>
    </pc:docChg>
  </pc:docChgLst>
  <pc:docChgLst>
    <pc:chgData name="Luo,Ling (MED CD&amp;O) BII-CN-B" userId="S::ling.luo@boehringer-ingelheim.com::8fcf03b3-2fe6-40aa-8e36-254db6098ccc" providerId="AD" clId="Web-{37A6C55B-6BFA-35A3-0B74-F822518AA995}"/>
    <pc:docChg chg="modSld">
      <pc:chgData name="Luo,Ling (MED CD&amp;O) BII-CN-B" userId="S::ling.luo@boehringer-ingelheim.com::8fcf03b3-2fe6-40aa-8e36-254db6098ccc" providerId="AD" clId="Web-{37A6C55B-6BFA-35A3-0B74-F822518AA995}" dt="2022-09-30T08:39:10.976" v="44"/>
      <pc:docMkLst>
        <pc:docMk/>
      </pc:docMkLst>
      <pc:sldChg chg="addSp delSp modSp addCm">
        <pc:chgData name="Luo,Ling (MED CD&amp;O) BII-CN-B" userId="S::ling.luo@boehringer-ingelheim.com::8fcf03b3-2fe6-40aa-8e36-254db6098ccc" providerId="AD" clId="Web-{37A6C55B-6BFA-35A3-0B74-F822518AA995}" dt="2022-09-30T08:39:10.976" v="44"/>
        <pc:sldMkLst>
          <pc:docMk/>
          <pc:sldMk cId="1678805248" sldId="2147377323"/>
        </pc:sldMkLst>
        <pc:spChg chg="add del mod">
          <ac:chgData name="Luo,Ling (MED CD&amp;O) BII-CN-B" userId="S::ling.luo@boehringer-ingelheim.com::8fcf03b3-2fe6-40aa-8e36-254db6098ccc" providerId="AD" clId="Web-{37A6C55B-6BFA-35A3-0B74-F822518AA995}" dt="2022-09-30T08:35:56.127" v="3"/>
          <ac:spMkLst>
            <pc:docMk/>
            <pc:sldMk cId="1678805248" sldId="2147377323"/>
            <ac:spMk id="7" creationId="{6A5F81AC-6BE4-5783-2B74-72EC08E13A9E}"/>
          </ac:spMkLst>
        </pc:spChg>
        <pc:graphicFrameChg chg="add del mod">
          <ac:chgData name="Luo,Ling (MED CD&amp;O) BII-CN-B" userId="S::ling.luo@boehringer-ingelheim.com::8fcf03b3-2fe6-40aa-8e36-254db6098ccc" providerId="AD" clId="Web-{37A6C55B-6BFA-35A3-0B74-F822518AA995}" dt="2022-09-30T08:35:56.127" v="4"/>
          <ac:graphicFrameMkLst>
            <pc:docMk/>
            <pc:sldMk cId="1678805248" sldId="2147377323"/>
            <ac:graphicFrameMk id="4" creationId="{B114FA99-AF2E-9486-D18A-C5BEF87D95D7}"/>
          </ac:graphicFrameMkLst>
        </pc:graphicFrameChg>
        <pc:graphicFrameChg chg="mod modGraphic">
          <ac:chgData name="Luo,Ling (MED CD&amp;O) BII-CN-B" userId="S::ling.luo@boehringer-ingelheim.com::8fcf03b3-2fe6-40aa-8e36-254db6098ccc" providerId="AD" clId="Web-{37A6C55B-6BFA-35A3-0B74-F822518AA995}" dt="2022-09-30T08:38:40.038" v="43"/>
          <ac:graphicFrameMkLst>
            <pc:docMk/>
            <pc:sldMk cId="1678805248" sldId="2147377323"/>
            <ac:graphicFrameMk id="8" creationId="{9C9FA665-381D-D6B4-6582-91EA536AFF33}"/>
          </ac:graphicFrameMkLst>
        </pc:graphicFrameChg>
      </pc:sldChg>
    </pc:docChg>
  </pc:docChgLst>
  <pc:docChgLst>
    <pc:chgData name="zxSHA Li,Lili (MED CD&amp;O) EXTERNAL" userId="caae5028-c4b7-4139-b798-d46cb2b8c45e" providerId="ADAL" clId="{225CC8D4-4B7C-409E-B29E-F9DFAAFD7FBF}"/>
    <pc:docChg chg="custSel modSld">
      <pc:chgData name="zxSHA Li,Lili (MED CD&amp;O) EXTERNAL" userId="caae5028-c4b7-4139-b798-d46cb2b8c45e" providerId="ADAL" clId="{225CC8D4-4B7C-409E-B29E-F9DFAAFD7FBF}" dt="2023-02-12T03:24:37.420" v="19" actId="1076"/>
      <pc:docMkLst>
        <pc:docMk/>
      </pc:docMkLst>
      <pc:sldChg chg="addSp delSp modSp mod">
        <pc:chgData name="zxSHA Li,Lili (MED CD&amp;O) EXTERNAL" userId="caae5028-c4b7-4139-b798-d46cb2b8c45e" providerId="ADAL" clId="{225CC8D4-4B7C-409E-B29E-F9DFAAFD7FBF}" dt="2023-02-12T03:23:02.535" v="12" actId="14100"/>
        <pc:sldMkLst>
          <pc:docMk/>
          <pc:sldMk cId="2458946375" sldId="2147471179"/>
        </pc:sldMkLst>
        <pc:spChg chg="mod">
          <ac:chgData name="zxSHA Li,Lili (MED CD&amp;O) EXTERNAL" userId="caae5028-c4b7-4139-b798-d46cb2b8c45e" providerId="ADAL" clId="{225CC8D4-4B7C-409E-B29E-F9DFAAFD7FBF}" dt="2023-02-12T03:22:28.083" v="9" actId="20577"/>
          <ac:spMkLst>
            <pc:docMk/>
            <pc:sldMk cId="2458946375" sldId="2147471179"/>
            <ac:spMk id="2" creationId="{899E9FD5-14F4-46B5-85BD-4B2D5616E6A9}"/>
          </ac:spMkLst>
        </pc:spChg>
        <pc:graphicFrameChg chg="del">
          <ac:chgData name="zxSHA Li,Lili (MED CD&amp;O) EXTERNAL" userId="caae5028-c4b7-4139-b798-d46cb2b8c45e" providerId="ADAL" clId="{225CC8D4-4B7C-409E-B29E-F9DFAAFD7FBF}" dt="2023-02-12T03:22:22.525" v="5" actId="478"/>
          <ac:graphicFrameMkLst>
            <pc:docMk/>
            <pc:sldMk cId="2458946375" sldId="2147471179"/>
            <ac:graphicFrameMk id="3" creationId="{C3686DCF-86F9-4D9B-A7A9-01432843E95E}"/>
          </ac:graphicFrameMkLst>
        </pc:graphicFrameChg>
        <pc:graphicFrameChg chg="add mod">
          <ac:chgData name="zxSHA Li,Lili (MED CD&amp;O) EXTERNAL" userId="caae5028-c4b7-4139-b798-d46cb2b8c45e" providerId="ADAL" clId="{225CC8D4-4B7C-409E-B29E-F9DFAAFD7FBF}" dt="2023-02-12T03:23:02.535" v="12" actId="14100"/>
          <ac:graphicFrameMkLst>
            <pc:docMk/>
            <pc:sldMk cId="2458946375" sldId="2147471179"/>
            <ac:graphicFrameMk id="5" creationId="{57883224-1323-4D15-B02B-5BEABBF6E564}"/>
          </ac:graphicFrameMkLst>
        </pc:graphicFrameChg>
        <pc:graphicFrameChg chg="add mod">
          <ac:chgData name="zxSHA Li,Lili (MED CD&amp;O) EXTERNAL" userId="caae5028-c4b7-4139-b798-d46cb2b8c45e" providerId="ADAL" clId="{225CC8D4-4B7C-409E-B29E-F9DFAAFD7FBF}" dt="2023-02-12T03:22:58.510" v="11" actId="1076"/>
          <ac:graphicFrameMkLst>
            <pc:docMk/>
            <pc:sldMk cId="2458946375" sldId="2147471179"/>
            <ac:graphicFrameMk id="6" creationId="{CFB4C816-8F89-4AC7-99AF-0ADCC3742DF9}"/>
          </ac:graphicFrameMkLst>
        </pc:graphicFrameChg>
        <pc:picChg chg="del">
          <ac:chgData name="zxSHA Li,Lili (MED CD&amp;O) EXTERNAL" userId="caae5028-c4b7-4139-b798-d46cb2b8c45e" providerId="ADAL" clId="{225CC8D4-4B7C-409E-B29E-F9DFAAFD7FBF}" dt="2023-02-12T03:21:54.916" v="0" actId="478"/>
          <ac:picMkLst>
            <pc:docMk/>
            <pc:sldMk cId="2458946375" sldId="2147471179"/>
            <ac:picMk id="4" creationId="{6D385282-BD3D-5462-272B-01671ACCEC2A}"/>
          </ac:picMkLst>
        </pc:picChg>
      </pc:sldChg>
      <pc:sldChg chg="addSp delSp modSp mod">
        <pc:chgData name="zxSHA Li,Lili (MED CD&amp;O) EXTERNAL" userId="caae5028-c4b7-4139-b798-d46cb2b8c45e" providerId="ADAL" clId="{225CC8D4-4B7C-409E-B29E-F9DFAAFD7FBF}" dt="2023-02-12T03:24:37.420" v="19" actId="1076"/>
        <pc:sldMkLst>
          <pc:docMk/>
          <pc:sldMk cId="1161439986" sldId="2147471191"/>
        </pc:sldMkLst>
        <pc:spChg chg="mod">
          <ac:chgData name="zxSHA Li,Lili (MED CD&amp;O) EXTERNAL" userId="caae5028-c4b7-4139-b798-d46cb2b8c45e" providerId="ADAL" clId="{225CC8D4-4B7C-409E-B29E-F9DFAAFD7FBF}" dt="2023-02-12T03:23:11.805" v="16" actId="20577"/>
          <ac:spMkLst>
            <pc:docMk/>
            <pc:sldMk cId="1161439986" sldId="2147471191"/>
            <ac:spMk id="2" creationId="{899E9FD5-14F4-46B5-85BD-4B2D5616E6A9}"/>
          </ac:spMkLst>
        </pc:spChg>
        <pc:graphicFrameChg chg="del">
          <ac:chgData name="zxSHA Li,Lili (MED CD&amp;O) EXTERNAL" userId="caae5028-c4b7-4139-b798-d46cb2b8c45e" providerId="ADAL" clId="{225CC8D4-4B7C-409E-B29E-F9DFAAFD7FBF}" dt="2023-02-12T03:23:59.745" v="17" actId="478"/>
          <ac:graphicFrameMkLst>
            <pc:docMk/>
            <pc:sldMk cId="1161439986" sldId="2147471191"/>
            <ac:graphicFrameMk id="3" creationId="{1208299D-F734-4704-8345-EF70C57A5331}"/>
          </ac:graphicFrameMkLst>
        </pc:graphicFrameChg>
        <pc:graphicFrameChg chg="add mod">
          <ac:chgData name="zxSHA Li,Lili (MED CD&amp;O) EXTERNAL" userId="caae5028-c4b7-4139-b798-d46cb2b8c45e" providerId="ADAL" clId="{225CC8D4-4B7C-409E-B29E-F9DFAAFD7FBF}" dt="2023-02-12T03:24:37.420" v="19" actId="1076"/>
          <ac:graphicFrameMkLst>
            <pc:docMk/>
            <pc:sldMk cId="1161439986" sldId="2147471191"/>
            <ac:graphicFrameMk id="4" creationId="{C38780B6-8A2D-4394-B47D-F178076B69AD}"/>
          </ac:graphicFrameMkLst>
        </pc:graphicFrameChg>
      </pc:sldChg>
    </pc:docChg>
  </pc:docChgLst>
  <pc:docChgLst>
    <pc:chgData name="Wang,Shirley (HP Med RA) BII-CN-B" userId="S::shirley_2.wang@boehringer-ingelheim.com::48b801ce-80b8-42d3-931b-2dcaf726016f" providerId="AD" clId="Web-{5953B0B6-947B-83CA-F0D8-9CAA22700745}"/>
    <pc:docChg chg="modSld">
      <pc:chgData name="Wang,Shirley (HP Med RA) BII-CN-B" userId="S::shirley_2.wang@boehringer-ingelheim.com::48b801ce-80b8-42d3-931b-2dcaf726016f" providerId="AD" clId="Web-{5953B0B6-947B-83CA-F0D8-9CAA22700745}" dt="2023-04-06T01:36:29.843" v="16"/>
      <pc:docMkLst>
        <pc:docMk/>
      </pc:docMkLst>
      <pc:sldChg chg="delSp">
        <pc:chgData name="Wang,Shirley (HP Med RA) BII-CN-B" userId="S::shirley_2.wang@boehringer-ingelheim.com::48b801ce-80b8-42d3-931b-2dcaf726016f" providerId="AD" clId="Web-{5953B0B6-947B-83CA-F0D8-9CAA22700745}" dt="2023-04-06T01:31:24.699" v="0"/>
        <pc:sldMkLst>
          <pc:docMk/>
          <pc:sldMk cId="1877840380" sldId="2147471213"/>
        </pc:sldMkLst>
        <pc:spChg chg="del">
          <ac:chgData name="Wang,Shirley (HP Med RA) BII-CN-B" userId="S::shirley_2.wang@boehringer-ingelheim.com::48b801ce-80b8-42d3-931b-2dcaf726016f" providerId="AD" clId="Web-{5953B0B6-947B-83CA-F0D8-9CAA22700745}" dt="2023-04-06T01:31:24.699" v="0"/>
          <ac:spMkLst>
            <pc:docMk/>
            <pc:sldMk cId="1877840380" sldId="2147471213"/>
            <ac:spMk id="77" creationId="{9E8B2BA5-F5C7-41AE-8F97-2F6EC8AED43B}"/>
          </ac:spMkLst>
        </pc:spChg>
      </pc:sldChg>
      <pc:sldChg chg="modSp">
        <pc:chgData name="Wang,Shirley (HP Med RA) BII-CN-B" userId="S::shirley_2.wang@boehringer-ingelheim.com::48b801ce-80b8-42d3-931b-2dcaf726016f" providerId="AD" clId="Web-{5953B0B6-947B-83CA-F0D8-9CAA22700745}" dt="2023-04-06T01:36:29.843" v="16"/>
        <pc:sldMkLst>
          <pc:docMk/>
          <pc:sldMk cId="1855604625" sldId="2147471228"/>
        </pc:sldMkLst>
        <pc:graphicFrameChg chg="mod modGraphic">
          <ac:chgData name="Wang,Shirley (HP Med RA) BII-CN-B" userId="S::shirley_2.wang@boehringer-ingelheim.com::48b801ce-80b8-42d3-931b-2dcaf726016f" providerId="AD" clId="Web-{5953B0B6-947B-83CA-F0D8-9CAA22700745}" dt="2023-04-06T01:36:29.843" v="16"/>
          <ac:graphicFrameMkLst>
            <pc:docMk/>
            <pc:sldMk cId="1855604625" sldId="2147471228"/>
            <ac:graphicFrameMk id="3" creationId="{11AE3040-3184-4C5F-87F2-D328CD8202AC}"/>
          </ac:graphicFrameMkLst>
        </pc:graphicFrameChg>
      </pc:sldChg>
    </pc:docChg>
  </pc:docChgLst>
  <pc:docChgLst>
    <pc:chgData name="Cui,Ping (MED CD&amp;O) BII-CN-S" userId="S::ping_2.cui@boehringer-ingelheim.com::a7b8e339-d15e-457d-b89d-442820060871" providerId="AD" clId="Web-{ABF95FB1-DFCD-AF56-2A54-A76C28E71134}"/>
    <pc:docChg chg="modSld">
      <pc:chgData name="Cui,Ping (MED CD&amp;O) BII-CN-S" userId="S::ping_2.cui@boehringer-ingelheim.com::a7b8e339-d15e-457d-b89d-442820060871" providerId="AD" clId="Web-{ABF95FB1-DFCD-AF56-2A54-A76C28E71134}" dt="2023-12-14T07:13:46.757" v="16" actId="20577"/>
      <pc:docMkLst>
        <pc:docMk/>
      </pc:docMkLst>
      <pc:sldChg chg="modSp">
        <pc:chgData name="Cui,Ping (MED CD&amp;O) BII-CN-S" userId="S::ping_2.cui@boehringer-ingelheim.com::a7b8e339-d15e-457d-b89d-442820060871" providerId="AD" clId="Web-{ABF95FB1-DFCD-AF56-2A54-A76C28E71134}" dt="2023-12-14T07:13:46.757" v="16" actId="20577"/>
        <pc:sldMkLst>
          <pc:docMk/>
          <pc:sldMk cId="2945762149" sldId="2147475026"/>
        </pc:sldMkLst>
        <pc:spChg chg="mod">
          <ac:chgData name="Cui,Ping (MED CD&amp;O) BII-CN-S" userId="S::ping_2.cui@boehringer-ingelheim.com::a7b8e339-d15e-457d-b89d-442820060871" providerId="AD" clId="Web-{ABF95FB1-DFCD-AF56-2A54-A76C28E71134}" dt="2023-12-14T07:13:46.757" v="16" actId="20577"/>
          <ac:spMkLst>
            <pc:docMk/>
            <pc:sldMk cId="2945762149" sldId="2147475026"/>
            <ac:spMk id="4" creationId="{F5C2EB7C-0FCC-F60F-54FB-560ADAB5EEA4}"/>
          </ac:spMkLst>
        </pc:spChg>
        <pc:graphicFrameChg chg="mod modGraphic">
          <ac:chgData name="Cui,Ping (MED CD&amp;O) BII-CN-S" userId="S::ping_2.cui@boehringer-ingelheim.com::a7b8e339-d15e-457d-b89d-442820060871" providerId="AD" clId="Web-{ABF95FB1-DFCD-AF56-2A54-A76C28E71134}" dt="2023-12-14T07:13:28.788" v="11"/>
          <ac:graphicFrameMkLst>
            <pc:docMk/>
            <pc:sldMk cId="2945762149" sldId="2147475026"/>
            <ac:graphicFrameMk id="11" creationId="{A5854CEA-8393-AB5C-F5D2-19D7CB3D49CC}"/>
          </ac:graphicFrameMkLst>
        </pc:graphicFrameChg>
      </pc:sldChg>
    </pc:docChg>
  </pc:docChgLst>
  <pc:docChgLst>
    <pc:chgData name="Zhang,Ying (MED CD&amp;O) BII-CN-S" userId="S::ying_2.zhang@boehringer-ingelheim.com::456eb1e0-4978-443e-822e-be854341a778" providerId="AD" clId="Web-{E60F61FA-579F-4E01-1EC8-06C62F4B008D}"/>
    <pc:docChg chg="">
      <pc:chgData name="Zhang,Ying (MED CD&amp;O) BII-CN-S" userId="S::ying_2.zhang@boehringer-ingelheim.com::456eb1e0-4978-443e-822e-be854341a778" providerId="AD" clId="Web-{E60F61FA-579F-4E01-1EC8-06C62F4B008D}" dt="2023-12-12T14:07:45.010" v="0"/>
      <pc:docMkLst>
        <pc:docMk/>
      </pc:docMkLst>
      <pc:sldChg chg="addCm">
        <pc:chgData name="Zhang,Ying (MED CD&amp;O) BII-CN-S" userId="S::ying_2.zhang@boehringer-ingelheim.com::456eb1e0-4978-443e-822e-be854341a778" providerId="AD" clId="Web-{E60F61FA-579F-4E01-1EC8-06C62F4B008D}" dt="2023-12-12T14:07:45.010" v="0"/>
        <pc:sldMkLst>
          <pc:docMk/>
          <pc:sldMk cId="1948529012" sldId="2147475038"/>
        </pc:sldMkLst>
      </pc:sldChg>
    </pc:docChg>
  </pc:docChgLst>
  <pc:docChgLst>
    <pc:chgData name="Zhang,Ying (MED CD&amp;O) BII-CN-S" userId="456eb1e0-4978-443e-822e-be854341a778" providerId="ADAL" clId="{C7178D90-5483-4538-95C4-63DD1CB1F58E}"/>
    <pc:docChg chg="undo redo custSel modSld delMainMaster">
      <pc:chgData name="Zhang,Ying (MED CD&amp;O) BII-CN-S" userId="456eb1e0-4978-443e-822e-be854341a778" providerId="ADAL" clId="{C7178D90-5483-4538-95C4-63DD1CB1F58E}" dt="2023-04-06T08:40:15.560" v="711" actId="2166"/>
      <pc:docMkLst>
        <pc:docMk/>
      </pc:docMkLst>
      <pc:sldChg chg="modSp mod modClrScheme addCm modCm chgLayout">
        <pc:chgData name="Zhang,Ying (MED CD&amp;O) BII-CN-S" userId="456eb1e0-4978-443e-822e-be854341a778" providerId="ADAL" clId="{C7178D90-5483-4538-95C4-63DD1CB1F58E}" dt="2023-04-06T05:51:40.687" v="688" actId="207"/>
        <pc:sldMkLst>
          <pc:docMk/>
          <pc:sldMk cId="1240174947" sldId="2147471217"/>
        </pc:sldMkLst>
        <pc:spChg chg="mod ord">
          <ac:chgData name="Zhang,Ying (MED CD&amp;O) BII-CN-S" userId="456eb1e0-4978-443e-822e-be854341a778" providerId="ADAL" clId="{C7178D90-5483-4538-95C4-63DD1CB1F58E}" dt="2023-04-06T05:50:23.686" v="684" actId="700"/>
          <ac:spMkLst>
            <pc:docMk/>
            <pc:sldMk cId="1240174947" sldId="2147471217"/>
            <ac:spMk id="2" creationId="{899E9FD5-14F4-46B5-85BD-4B2D5616E6A9}"/>
          </ac:spMkLst>
        </pc:spChg>
        <pc:graphicFrameChg chg="modGraphic">
          <ac:chgData name="Zhang,Ying (MED CD&amp;O) BII-CN-S" userId="456eb1e0-4978-443e-822e-be854341a778" providerId="ADAL" clId="{C7178D90-5483-4538-95C4-63DD1CB1F58E}" dt="2023-04-06T05:51:40.687" v="688" actId="207"/>
          <ac:graphicFrameMkLst>
            <pc:docMk/>
            <pc:sldMk cId="1240174947" sldId="2147471217"/>
            <ac:graphicFrameMk id="6" creationId="{D931383D-96E5-4731-A1FF-B6CA53DC2CE4}"/>
          </ac:graphicFrameMkLst>
        </pc:graphicFrameChg>
      </pc:sldChg>
      <pc:sldChg chg="modSp mod">
        <pc:chgData name="Zhang,Ying (MED CD&amp;O) BII-CN-S" userId="456eb1e0-4978-443e-822e-be854341a778" providerId="ADAL" clId="{C7178D90-5483-4538-95C4-63DD1CB1F58E}" dt="2023-04-06T05:40:41.098" v="624" actId="20577"/>
        <pc:sldMkLst>
          <pc:docMk/>
          <pc:sldMk cId="3401409697" sldId="2147471219"/>
        </pc:sldMkLst>
        <pc:graphicFrameChg chg="modGraphic">
          <ac:chgData name="Zhang,Ying (MED CD&amp;O) BII-CN-S" userId="456eb1e0-4978-443e-822e-be854341a778" providerId="ADAL" clId="{C7178D90-5483-4538-95C4-63DD1CB1F58E}" dt="2023-04-06T05:40:41.098" v="624" actId="20577"/>
          <ac:graphicFrameMkLst>
            <pc:docMk/>
            <pc:sldMk cId="3401409697" sldId="2147471219"/>
            <ac:graphicFrameMk id="7" creationId="{CF93168F-5C7F-40AA-B999-90ABB583D641}"/>
          </ac:graphicFrameMkLst>
        </pc:graphicFrameChg>
      </pc:sldChg>
      <pc:sldChg chg="addCm">
        <pc:chgData name="Zhang,Ying (MED CD&amp;O) BII-CN-S" userId="456eb1e0-4978-443e-822e-be854341a778" providerId="ADAL" clId="{C7178D90-5483-4538-95C4-63DD1CB1F58E}" dt="2023-04-06T05:16:12.914" v="537"/>
        <pc:sldMkLst>
          <pc:docMk/>
          <pc:sldMk cId="3686398753" sldId="2147471220"/>
        </pc:sldMkLst>
      </pc:sldChg>
      <pc:sldChg chg="addCm">
        <pc:chgData name="Zhang,Ying (MED CD&amp;O) BII-CN-S" userId="456eb1e0-4978-443e-822e-be854341a778" providerId="ADAL" clId="{C7178D90-5483-4538-95C4-63DD1CB1F58E}" dt="2023-04-06T05:18:07.516" v="539"/>
        <pc:sldMkLst>
          <pc:docMk/>
          <pc:sldMk cId="2668428287" sldId="2147471233"/>
        </pc:sldMkLst>
      </pc:sldChg>
      <pc:sldChg chg="modSp mod">
        <pc:chgData name="Zhang,Ying (MED CD&amp;O) BII-CN-S" userId="456eb1e0-4978-443e-822e-be854341a778" providerId="ADAL" clId="{C7178D90-5483-4538-95C4-63DD1CB1F58E}" dt="2023-04-06T05:42:13.760" v="678" actId="113"/>
        <pc:sldMkLst>
          <pc:docMk/>
          <pc:sldMk cId="1326441350" sldId="2147471234"/>
        </pc:sldMkLst>
        <pc:graphicFrameChg chg="modGraphic">
          <ac:chgData name="Zhang,Ying (MED CD&amp;O) BII-CN-S" userId="456eb1e0-4978-443e-822e-be854341a778" providerId="ADAL" clId="{C7178D90-5483-4538-95C4-63DD1CB1F58E}" dt="2023-04-06T05:42:13.760" v="678" actId="113"/>
          <ac:graphicFrameMkLst>
            <pc:docMk/>
            <pc:sldMk cId="1326441350" sldId="2147471234"/>
            <ac:graphicFrameMk id="5" creationId="{E6BE035E-4B35-4AB8-AD36-4B31F6665F19}"/>
          </ac:graphicFrameMkLst>
        </pc:graphicFrameChg>
      </pc:sldChg>
      <pc:sldChg chg="modSp mod">
        <pc:chgData name="Zhang,Ying (MED CD&amp;O) BII-CN-S" userId="456eb1e0-4978-443e-822e-be854341a778" providerId="ADAL" clId="{C7178D90-5483-4538-95C4-63DD1CB1F58E}" dt="2023-04-06T05:41:46.900" v="676" actId="255"/>
        <pc:sldMkLst>
          <pc:docMk/>
          <pc:sldMk cId="720579693" sldId="2147471235"/>
        </pc:sldMkLst>
        <pc:graphicFrameChg chg="modGraphic">
          <ac:chgData name="Zhang,Ying (MED CD&amp;O) BII-CN-S" userId="456eb1e0-4978-443e-822e-be854341a778" providerId="ADAL" clId="{C7178D90-5483-4538-95C4-63DD1CB1F58E}" dt="2023-04-06T05:41:46.900" v="676" actId="255"/>
          <ac:graphicFrameMkLst>
            <pc:docMk/>
            <pc:sldMk cId="720579693" sldId="2147471235"/>
            <ac:graphicFrameMk id="5" creationId="{078C53F4-9D29-4357-A124-9BC1EB245AB6}"/>
          </ac:graphicFrameMkLst>
        </pc:graphicFrameChg>
      </pc:sldChg>
      <pc:sldChg chg="modSp mod">
        <pc:chgData name="Zhang,Ying (MED CD&amp;O) BII-CN-S" userId="456eb1e0-4978-443e-822e-be854341a778" providerId="ADAL" clId="{C7178D90-5483-4538-95C4-63DD1CB1F58E}" dt="2023-04-06T05:41:06.827" v="671" actId="20577"/>
        <pc:sldMkLst>
          <pc:docMk/>
          <pc:sldMk cId="1287201833" sldId="2147471236"/>
        </pc:sldMkLst>
        <pc:graphicFrameChg chg="modGraphic">
          <ac:chgData name="Zhang,Ying (MED CD&amp;O) BII-CN-S" userId="456eb1e0-4978-443e-822e-be854341a778" providerId="ADAL" clId="{C7178D90-5483-4538-95C4-63DD1CB1F58E}" dt="2023-04-06T05:41:06.827" v="671" actId="20577"/>
          <ac:graphicFrameMkLst>
            <pc:docMk/>
            <pc:sldMk cId="1287201833" sldId="2147471236"/>
            <ac:graphicFrameMk id="5" creationId="{C9373DC8-3AA3-4F74-A662-5C21ADFD09A3}"/>
          </ac:graphicFrameMkLst>
        </pc:graphicFrameChg>
      </pc:sldChg>
      <pc:sldChg chg="modSp mod modClrScheme chgLayout">
        <pc:chgData name="Zhang,Ying (MED CD&amp;O) BII-CN-S" userId="456eb1e0-4978-443e-822e-be854341a778" providerId="ADAL" clId="{C7178D90-5483-4538-95C4-63DD1CB1F58E}" dt="2023-04-06T08:40:15.560" v="711" actId="2166"/>
        <pc:sldMkLst>
          <pc:docMk/>
          <pc:sldMk cId="3685012844" sldId="2147471238"/>
        </pc:sldMkLst>
        <pc:spChg chg="mod ord">
          <ac:chgData name="Zhang,Ying (MED CD&amp;O) BII-CN-S" userId="456eb1e0-4978-443e-822e-be854341a778" providerId="ADAL" clId="{C7178D90-5483-4538-95C4-63DD1CB1F58E}" dt="2023-04-06T05:52:05.864" v="690" actId="27636"/>
          <ac:spMkLst>
            <pc:docMk/>
            <pc:sldMk cId="3685012844" sldId="2147471238"/>
            <ac:spMk id="2" creationId="{899E9FD5-14F4-46B5-85BD-4B2D5616E6A9}"/>
          </ac:spMkLst>
        </pc:spChg>
        <pc:graphicFrameChg chg="mod modGraphic">
          <ac:chgData name="Zhang,Ying (MED CD&amp;O) BII-CN-S" userId="456eb1e0-4978-443e-822e-be854341a778" providerId="ADAL" clId="{C7178D90-5483-4538-95C4-63DD1CB1F58E}" dt="2023-04-06T08:40:15.560" v="711" actId="2166"/>
          <ac:graphicFrameMkLst>
            <pc:docMk/>
            <pc:sldMk cId="3685012844" sldId="2147471238"/>
            <ac:graphicFrameMk id="4" creationId="{FE70CDC6-FB89-4AA6-8DE1-A919E5F15505}"/>
          </ac:graphicFrameMkLst>
        </pc:graphicFrameChg>
      </pc:sldChg>
      <pc:sldMasterChg chg="del delSldLayout">
        <pc:chgData name="Zhang,Ying (MED CD&amp;O) BII-CN-S" userId="456eb1e0-4978-443e-822e-be854341a778" providerId="ADAL" clId="{C7178D90-5483-4538-95C4-63DD1CB1F58E}" dt="2023-04-06T05:09:18.558" v="517" actId="2696"/>
        <pc:sldMasterMkLst>
          <pc:docMk/>
          <pc:sldMasterMk cId="753736432" sldId="2147483785"/>
        </pc:sldMasterMkLst>
        <pc:sldLayoutChg chg="del">
          <pc:chgData name="Zhang,Ying (MED CD&amp;O) BII-CN-S" userId="456eb1e0-4978-443e-822e-be854341a778" providerId="ADAL" clId="{C7178D90-5483-4538-95C4-63DD1CB1F58E}" dt="2023-04-06T05:09:18.488" v="512" actId="2696"/>
          <pc:sldLayoutMkLst>
            <pc:docMk/>
            <pc:sldMasterMk cId="753736432" sldId="2147483785"/>
            <pc:sldLayoutMk cId="2546274625" sldId="2147483786"/>
          </pc:sldLayoutMkLst>
        </pc:sldLayoutChg>
        <pc:sldLayoutChg chg="del">
          <pc:chgData name="Zhang,Ying (MED CD&amp;O) BII-CN-S" userId="456eb1e0-4978-443e-822e-be854341a778" providerId="ADAL" clId="{C7178D90-5483-4538-95C4-63DD1CB1F58E}" dt="2023-04-06T05:09:18.505" v="513" actId="2696"/>
          <pc:sldLayoutMkLst>
            <pc:docMk/>
            <pc:sldMasterMk cId="753736432" sldId="2147483785"/>
            <pc:sldLayoutMk cId="2284950965" sldId="2147483787"/>
          </pc:sldLayoutMkLst>
        </pc:sldLayoutChg>
        <pc:sldLayoutChg chg="del">
          <pc:chgData name="Zhang,Ying (MED CD&amp;O) BII-CN-S" userId="456eb1e0-4978-443e-822e-be854341a778" providerId="ADAL" clId="{C7178D90-5483-4538-95C4-63DD1CB1F58E}" dt="2023-04-06T05:09:18.505" v="514" actId="2696"/>
          <pc:sldLayoutMkLst>
            <pc:docMk/>
            <pc:sldMasterMk cId="753736432" sldId="2147483785"/>
            <pc:sldLayoutMk cId="657344527" sldId="2147483788"/>
          </pc:sldLayoutMkLst>
        </pc:sldLayoutChg>
        <pc:sldLayoutChg chg="del">
          <pc:chgData name="Zhang,Ying (MED CD&amp;O) BII-CN-S" userId="456eb1e0-4978-443e-822e-be854341a778" providerId="ADAL" clId="{C7178D90-5483-4538-95C4-63DD1CB1F58E}" dt="2023-04-06T05:09:18.524" v="515" actId="2696"/>
          <pc:sldLayoutMkLst>
            <pc:docMk/>
            <pc:sldMasterMk cId="753736432" sldId="2147483785"/>
            <pc:sldLayoutMk cId="3751374035" sldId="2147483789"/>
          </pc:sldLayoutMkLst>
        </pc:sldLayoutChg>
        <pc:sldLayoutChg chg="del">
          <pc:chgData name="Zhang,Ying (MED CD&amp;O) BII-CN-S" userId="456eb1e0-4978-443e-822e-be854341a778" providerId="ADAL" clId="{C7178D90-5483-4538-95C4-63DD1CB1F58E}" dt="2023-04-06T05:09:18.524" v="516" actId="2696"/>
          <pc:sldLayoutMkLst>
            <pc:docMk/>
            <pc:sldMasterMk cId="753736432" sldId="2147483785"/>
            <pc:sldLayoutMk cId="3767879871" sldId="2147483790"/>
          </pc:sldLayoutMkLst>
        </pc:sldLayoutChg>
      </pc:sldMasterChg>
      <pc:sldMasterChg chg="del delSldLayout">
        <pc:chgData name="Zhang,Ying (MED CD&amp;O) BII-CN-S" userId="456eb1e0-4978-443e-822e-be854341a778" providerId="ADAL" clId="{C7178D90-5483-4538-95C4-63DD1CB1F58E}" dt="2023-04-06T05:09:16.923" v="57" actId="2696"/>
        <pc:sldMasterMkLst>
          <pc:docMk/>
          <pc:sldMasterMk cId="333160943" sldId="2147483791"/>
        </pc:sldMasterMkLst>
        <pc:sldLayoutChg chg="del">
          <pc:chgData name="Zhang,Ying (MED CD&amp;O) BII-CN-S" userId="456eb1e0-4978-443e-822e-be854341a778" providerId="ADAL" clId="{C7178D90-5483-4538-95C4-63DD1CB1F58E}" dt="2023-04-06T05:09:16.892" v="29" actId="2696"/>
          <pc:sldLayoutMkLst>
            <pc:docMk/>
            <pc:sldMasterMk cId="333160943" sldId="2147483791"/>
            <pc:sldLayoutMk cId="288699045" sldId="2147483792"/>
          </pc:sldLayoutMkLst>
        </pc:sldLayoutChg>
        <pc:sldLayoutChg chg="del">
          <pc:chgData name="Zhang,Ying (MED CD&amp;O) BII-CN-S" userId="456eb1e0-4978-443e-822e-be854341a778" providerId="ADAL" clId="{C7178D90-5483-4538-95C4-63DD1CB1F58E}" dt="2023-04-06T05:09:16.893" v="30" actId="2696"/>
          <pc:sldLayoutMkLst>
            <pc:docMk/>
            <pc:sldMasterMk cId="333160943" sldId="2147483791"/>
            <pc:sldLayoutMk cId="1503440562" sldId="2147483793"/>
          </pc:sldLayoutMkLst>
        </pc:sldLayoutChg>
        <pc:sldLayoutChg chg="del">
          <pc:chgData name="Zhang,Ying (MED CD&amp;O) BII-CN-S" userId="456eb1e0-4978-443e-822e-be854341a778" providerId="ADAL" clId="{C7178D90-5483-4538-95C4-63DD1CB1F58E}" dt="2023-04-06T05:09:16.894" v="31" actId="2696"/>
          <pc:sldLayoutMkLst>
            <pc:docMk/>
            <pc:sldMasterMk cId="333160943" sldId="2147483791"/>
            <pc:sldLayoutMk cId="3669536259" sldId="2147483794"/>
          </pc:sldLayoutMkLst>
        </pc:sldLayoutChg>
        <pc:sldLayoutChg chg="del">
          <pc:chgData name="Zhang,Ying (MED CD&amp;O) BII-CN-S" userId="456eb1e0-4978-443e-822e-be854341a778" providerId="ADAL" clId="{C7178D90-5483-4538-95C4-63DD1CB1F58E}" dt="2023-04-06T05:09:16.894" v="32" actId="2696"/>
          <pc:sldLayoutMkLst>
            <pc:docMk/>
            <pc:sldMasterMk cId="333160943" sldId="2147483791"/>
            <pc:sldLayoutMk cId="2805498658" sldId="2147483795"/>
          </pc:sldLayoutMkLst>
        </pc:sldLayoutChg>
        <pc:sldLayoutChg chg="del">
          <pc:chgData name="Zhang,Ying (MED CD&amp;O) BII-CN-S" userId="456eb1e0-4978-443e-822e-be854341a778" providerId="ADAL" clId="{C7178D90-5483-4538-95C4-63DD1CB1F58E}" dt="2023-04-06T05:09:16.895" v="33" actId="2696"/>
          <pc:sldLayoutMkLst>
            <pc:docMk/>
            <pc:sldMasterMk cId="333160943" sldId="2147483791"/>
            <pc:sldLayoutMk cId="1887320088" sldId="2147483796"/>
          </pc:sldLayoutMkLst>
        </pc:sldLayoutChg>
        <pc:sldLayoutChg chg="del">
          <pc:chgData name="Zhang,Ying (MED CD&amp;O) BII-CN-S" userId="456eb1e0-4978-443e-822e-be854341a778" providerId="ADAL" clId="{C7178D90-5483-4538-95C4-63DD1CB1F58E}" dt="2023-04-06T05:09:16.896" v="34" actId="2696"/>
          <pc:sldLayoutMkLst>
            <pc:docMk/>
            <pc:sldMasterMk cId="333160943" sldId="2147483791"/>
            <pc:sldLayoutMk cId="3211025643" sldId="2147483797"/>
          </pc:sldLayoutMkLst>
        </pc:sldLayoutChg>
        <pc:sldLayoutChg chg="del">
          <pc:chgData name="Zhang,Ying (MED CD&amp;O) BII-CN-S" userId="456eb1e0-4978-443e-822e-be854341a778" providerId="ADAL" clId="{C7178D90-5483-4538-95C4-63DD1CB1F58E}" dt="2023-04-06T05:09:16.897" v="35" actId="2696"/>
          <pc:sldLayoutMkLst>
            <pc:docMk/>
            <pc:sldMasterMk cId="333160943" sldId="2147483791"/>
            <pc:sldLayoutMk cId="1433279373" sldId="2147483798"/>
          </pc:sldLayoutMkLst>
        </pc:sldLayoutChg>
        <pc:sldLayoutChg chg="del">
          <pc:chgData name="Zhang,Ying (MED CD&amp;O) BII-CN-S" userId="456eb1e0-4978-443e-822e-be854341a778" providerId="ADAL" clId="{C7178D90-5483-4538-95C4-63DD1CB1F58E}" dt="2023-04-06T05:09:16.897" v="36" actId="2696"/>
          <pc:sldLayoutMkLst>
            <pc:docMk/>
            <pc:sldMasterMk cId="333160943" sldId="2147483791"/>
            <pc:sldLayoutMk cId="2917310952" sldId="2147483799"/>
          </pc:sldLayoutMkLst>
        </pc:sldLayoutChg>
        <pc:sldLayoutChg chg="del">
          <pc:chgData name="Zhang,Ying (MED CD&amp;O) BII-CN-S" userId="456eb1e0-4978-443e-822e-be854341a778" providerId="ADAL" clId="{C7178D90-5483-4538-95C4-63DD1CB1F58E}" dt="2023-04-06T05:09:16.898" v="37" actId="2696"/>
          <pc:sldLayoutMkLst>
            <pc:docMk/>
            <pc:sldMasterMk cId="333160943" sldId="2147483791"/>
            <pc:sldLayoutMk cId="635252967" sldId="2147483800"/>
          </pc:sldLayoutMkLst>
        </pc:sldLayoutChg>
        <pc:sldLayoutChg chg="del">
          <pc:chgData name="Zhang,Ying (MED CD&amp;O) BII-CN-S" userId="456eb1e0-4978-443e-822e-be854341a778" providerId="ADAL" clId="{C7178D90-5483-4538-95C4-63DD1CB1F58E}" dt="2023-04-06T05:09:16.899" v="38" actId="2696"/>
          <pc:sldLayoutMkLst>
            <pc:docMk/>
            <pc:sldMasterMk cId="333160943" sldId="2147483791"/>
            <pc:sldLayoutMk cId="988286237" sldId="2147483801"/>
          </pc:sldLayoutMkLst>
        </pc:sldLayoutChg>
        <pc:sldLayoutChg chg="del">
          <pc:chgData name="Zhang,Ying (MED CD&amp;O) BII-CN-S" userId="456eb1e0-4978-443e-822e-be854341a778" providerId="ADAL" clId="{C7178D90-5483-4538-95C4-63DD1CB1F58E}" dt="2023-04-06T05:09:16.900" v="39" actId="2696"/>
          <pc:sldLayoutMkLst>
            <pc:docMk/>
            <pc:sldMasterMk cId="333160943" sldId="2147483791"/>
            <pc:sldLayoutMk cId="1175053715" sldId="2147483802"/>
          </pc:sldLayoutMkLst>
        </pc:sldLayoutChg>
        <pc:sldLayoutChg chg="del">
          <pc:chgData name="Zhang,Ying (MED CD&amp;O) BII-CN-S" userId="456eb1e0-4978-443e-822e-be854341a778" providerId="ADAL" clId="{C7178D90-5483-4538-95C4-63DD1CB1F58E}" dt="2023-04-06T05:09:16.901" v="40" actId="2696"/>
          <pc:sldLayoutMkLst>
            <pc:docMk/>
            <pc:sldMasterMk cId="333160943" sldId="2147483791"/>
            <pc:sldLayoutMk cId="973722629" sldId="2147483803"/>
          </pc:sldLayoutMkLst>
        </pc:sldLayoutChg>
        <pc:sldLayoutChg chg="del">
          <pc:chgData name="Zhang,Ying (MED CD&amp;O) BII-CN-S" userId="456eb1e0-4978-443e-822e-be854341a778" providerId="ADAL" clId="{C7178D90-5483-4538-95C4-63DD1CB1F58E}" dt="2023-04-06T05:09:16.901" v="41" actId="2696"/>
          <pc:sldLayoutMkLst>
            <pc:docMk/>
            <pc:sldMasterMk cId="333160943" sldId="2147483791"/>
            <pc:sldLayoutMk cId="2913139337" sldId="2147483804"/>
          </pc:sldLayoutMkLst>
        </pc:sldLayoutChg>
        <pc:sldLayoutChg chg="del">
          <pc:chgData name="Zhang,Ying (MED CD&amp;O) BII-CN-S" userId="456eb1e0-4978-443e-822e-be854341a778" providerId="ADAL" clId="{C7178D90-5483-4538-95C4-63DD1CB1F58E}" dt="2023-04-06T05:09:16.902" v="42" actId="2696"/>
          <pc:sldLayoutMkLst>
            <pc:docMk/>
            <pc:sldMasterMk cId="333160943" sldId="2147483791"/>
            <pc:sldLayoutMk cId="2371463017" sldId="2147483805"/>
          </pc:sldLayoutMkLst>
        </pc:sldLayoutChg>
        <pc:sldLayoutChg chg="del">
          <pc:chgData name="Zhang,Ying (MED CD&amp;O) BII-CN-S" userId="456eb1e0-4978-443e-822e-be854341a778" providerId="ADAL" clId="{C7178D90-5483-4538-95C4-63DD1CB1F58E}" dt="2023-04-06T05:09:16.903" v="43" actId="2696"/>
          <pc:sldLayoutMkLst>
            <pc:docMk/>
            <pc:sldMasterMk cId="333160943" sldId="2147483791"/>
            <pc:sldLayoutMk cId="2709511433" sldId="2147483806"/>
          </pc:sldLayoutMkLst>
        </pc:sldLayoutChg>
        <pc:sldLayoutChg chg="del">
          <pc:chgData name="Zhang,Ying (MED CD&amp;O) BII-CN-S" userId="456eb1e0-4978-443e-822e-be854341a778" providerId="ADAL" clId="{C7178D90-5483-4538-95C4-63DD1CB1F58E}" dt="2023-04-06T05:09:16.904" v="44" actId="2696"/>
          <pc:sldLayoutMkLst>
            <pc:docMk/>
            <pc:sldMasterMk cId="333160943" sldId="2147483791"/>
            <pc:sldLayoutMk cId="3918982934" sldId="2147483807"/>
          </pc:sldLayoutMkLst>
        </pc:sldLayoutChg>
        <pc:sldLayoutChg chg="del">
          <pc:chgData name="Zhang,Ying (MED CD&amp;O) BII-CN-S" userId="456eb1e0-4978-443e-822e-be854341a778" providerId="ADAL" clId="{C7178D90-5483-4538-95C4-63DD1CB1F58E}" dt="2023-04-06T05:09:16.905" v="45" actId="2696"/>
          <pc:sldLayoutMkLst>
            <pc:docMk/>
            <pc:sldMasterMk cId="333160943" sldId="2147483791"/>
            <pc:sldLayoutMk cId="4005152867" sldId="2147483808"/>
          </pc:sldLayoutMkLst>
        </pc:sldLayoutChg>
        <pc:sldLayoutChg chg="del">
          <pc:chgData name="Zhang,Ying (MED CD&amp;O) BII-CN-S" userId="456eb1e0-4978-443e-822e-be854341a778" providerId="ADAL" clId="{C7178D90-5483-4538-95C4-63DD1CB1F58E}" dt="2023-04-06T05:09:16.905" v="46" actId="2696"/>
          <pc:sldLayoutMkLst>
            <pc:docMk/>
            <pc:sldMasterMk cId="333160943" sldId="2147483791"/>
            <pc:sldLayoutMk cId="1803639529" sldId="2147483809"/>
          </pc:sldLayoutMkLst>
        </pc:sldLayoutChg>
        <pc:sldLayoutChg chg="del">
          <pc:chgData name="Zhang,Ying (MED CD&amp;O) BII-CN-S" userId="456eb1e0-4978-443e-822e-be854341a778" providerId="ADAL" clId="{C7178D90-5483-4538-95C4-63DD1CB1F58E}" dt="2023-04-06T05:09:16.907" v="47" actId="2696"/>
          <pc:sldLayoutMkLst>
            <pc:docMk/>
            <pc:sldMasterMk cId="333160943" sldId="2147483791"/>
            <pc:sldLayoutMk cId="2837384546" sldId="2147483810"/>
          </pc:sldLayoutMkLst>
        </pc:sldLayoutChg>
        <pc:sldLayoutChg chg="del">
          <pc:chgData name="Zhang,Ying (MED CD&amp;O) BII-CN-S" userId="456eb1e0-4978-443e-822e-be854341a778" providerId="ADAL" clId="{C7178D90-5483-4538-95C4-63DD1CB1F58E}" dt="2023-04-06T05:09:16.908" v="48" actId="2696"/>
          <pc:sldLayoutMkLst>
            <pc:docMk/>
            <pc:sldMasterMk cId="333160943" sldId="2147483791"/>
            <pc:sldLayoutMk cId="801440925" sldId="2147483811"/>
          </pc:sldLayoutMkLst>
        </pc:sldLayoutChg>
        <pc:sldLayoutChg chg="del">
          <pc:chgData name="Zhang,Ying (MED CD&amp;O) BII-CN-S" userId="456eb1e0-4978-443e-822e-be854341a778" providerId="ADAL" clId="{C7178D90-5483-4538-95C4-63DD1CB1F58E}" dt="2023-04-06T05:09:16.910" v="49" actId="2696"/>
          <pc:sldLayoutMkLst>
            <pc:docMk/>
            <pc:sldMasterMk cId="333160943" sldId="2147483791"/>
            <pc:sldLayoutMk cId="3753518627" sldId="2147483812"/>
          </pc:sldLayoutMkLst>
        </pc:sldLayoutChg>
        <pc:sldLayoutChg chg="del">
          <pc:chgData name="Zhang,Ying (MED CD&amp;O) BII-CN-S" userId="456eb1e0-4978-443e-822e-be854341a778" providerId="ADAL" clId="{C7178D90-5483-4538-95C4-63DD1CB1F58E}" dt="2023-04-06T05:09:16.911" v="50" actId="2696"/>
          <pc:sldLayoutMkLst>
            <pc:docMk/>
            <pc:sldMasterMk cId="333160943" sldId="2147483791"/>
            <pc:sldLayoutMk cId="3578338052" sldId="2147483813"/>
          </pc:sldLayoutMkLst>
        </pc:sldLayoutChg>
        <pc:sldLayoutChg chg="del">
          <pc:chgData name="Zhang,Ying (MED CD&amp;O) BII-CN-S" userId="456eb1e0-4978-443e-822e-be854341a778" providerId="ADAL" clId="{C7178D90-5483-4538-95C4-63DD1CB1F58E}" dt="2023-04-06T05:09:16.913" v="51" actId="2696"/>
          <pc:sldLayoutMkLst>
            <pc:docMk/>
            <pc:sldMasterMk cId="333160943" sldId="2147483791"/>
            <pc:sldLayoutMk cId="3221702546" sldId="2147483814"/>
          </pc:sldLayoutMkLst>
        </pc:sldLayoutChg>
        <pc:sldLayoutChg chg="del">
          <pc:chgData name="Zhang,Ying (MED CD&amp;O) BII-CN-S" userId="456eb1e0-4978-443e-822e-be854341a778" providerId="ADAL" clId="{C7178D90-5483-4538-95C4-63DD1CB1F58E}" dt="2023-04-06T05:09:16.914" v="52" actId="2696"/>
          <pc:sldLayoutMkLst>
            <pc:docMk/>
            <pc:sldMasterMk cId="333160943" sldId="2147483791"/>
            <pc:sldLayoutMk cId="1183755054" sldId="2147483815"/>
          </pc:sldLayoutMkLst>
        </pc:sldLayoutChg>
        <pc:sldLayoutChg chg="del">
          <pc:chgData name="Zhang,Ying (MED CD&amp;O) BII-CN-S" userId="456eb1e0-4978-443e-822e-be854341a778" providerId="ADAL" clId="{C7178D90-5483-4538-95C4-63DD1CB1F58E}" dt="2023-04-06T05:09:16.916" v="53" actId="2696"/>
          <pc:sldLayoutMkLst>
            <pc:docMk/>
            <pc:sldMasterMk cId="333160943" sldId="2147483791"/>
            <pc:sldLayoutMk cId="441504708" sldId="2147483816"/>
          </pc:sldLayoutMkLst>
        </pc:sldLayoutChg>
        <pc:sldLayoutChg chg="del">
          <pc:chgData name="Zhang,Ying (MED CD&amp;O) BII-CN-S" userId="456eb1e0-4978-443e-822e-be854341a778" providerId="ADAL" clId="{C7178D90-5483-4538-95C4-63DD1CB1F58E}" dt="2023-04-06T05:09:16.922" v="54" actId="2696"/>
          <pc:sldLayoutMkLst>
            <pc:docMk/>
            <pc:sldMasterMk cId="333160943" sldId="2147483791"/>
            <pc:sldLayoutMk cId="2015374585" sldId="2147483817"/>
          </pc:sldLayoutMkLst>
        </pc:sldLayoutChg>
        <pc:sldLayoutChg chg="del">
          <pc:chgData name="Zhang,Ying (MED CD&amp;O) BII-CN-S" userId="456eb1e0-4978-443e-822e-be854341a778" providerId="ADAL" clId="{C7178D90-5483-4538-95C4-63DD1CB1F58E}" dt="2023-04-06T05:09:16.923" v="55" actId="2696"/>
          <pc:sldLayoutMkLst>
            <pc:docMk/>
            <pc:sldMasterMk cId="333160943" sldId="2147483791"/>
            <pc:sldLayoutMk cId="1918670965" sldId="2147483818"/>
          </pc:sldLayoutMkLst>
        </pc:sldLayoutChg>
        <pc:sldLayoutChg chg="del">
          <pc:chgData name="Zhang,Ying (MED CD&amp;O) BII-CN-S" userId="456eb1e0-4978-443e-822e-be854341a778" providerId="ADAL" clId="{C7178D90-5483-4538-95C4-63DD1CB1F58E}" dt="2023-04-06T05:09:16.923" v="56" actId="2696"/>
          <pc:sldLayoutMkLst>
            <pc:docMk/>
            <pc:sldMasterMk cId="333160943" sldId="2147483791"/>
            <pc:sldLayoutMk cId="3289510010" sldId="2147483819"/>
          </pc:sldLayoutMkLst>
        </pc:sldLayoutChg>
      </pc:sldMasterChg>
      <pc:sldMasterChg chg="del delSldLayout">
        <pc:chgData name="Zhang,Ying (MED CD&amp;O) BII-CN-S" userId="456eb1e0-4978-443e-822e-be854341a778" providerId="ADAL" clId="{C7178D90-5483-4538-95C4-63DD1CB1F58E}" dt="2023-04-06T05:09:18.154" v="432" actId="2696"/>
        <pc:sldMasterMkLst>
          <pc:docMk/>
          <pc:sldMasterMk cId="3768203352" sldId="2147483820"/>
        </pc:sldMasterMkLst>
        <pc:sldLayoutChg chg="del">
          <pc:chgData name="Zhang,Ying (MED CD&amp;O) BII-CN-S" userId="456eb1e0-4978-443e-822e-be854341a778" providerId="ADAL" clId="{C7178D90-5483-4538-95C4-63DD1CB1F58E}" dt="2023-04-06T05:09:18.097" v="405" actId="2696"/>
          <pc:sldLayoutMkLst>
            <pc:docMk/>
            <pc:sldMasterMk cId="3768203352" sldId="2147483820"/>
            <pc:sldLayoutMk cId="1792301591" sldId="2147483821"/>
          </pc:sldLayoutMkLst>
        </pc:sldLayoutChg>
        <pc:sldLayoutChg chg="del">
          <pc:chgData name="Zhang,Ying (MED CD&amp;O) BII-CN-S" userId="456eb1e0-4978-443e-822e-be854341a778" providerId="ADAL" clId="{C7178D90-5483-4538-95C4-63DD1CB1F58E}" dt="2023-04-06T05:09:18.099" v="406" actId="2696"/>
          <pc:sldLayoutMkLst>
            <pc:docMk/>
            <pc:sldMasterMk cId="3768203352" sldId="2147483820"/>
            <pc:sldLayoutMk cId="1672215603" sldId="2147483822"/>
          </pc:sldLayoutMkLst>
        </pc:sldLayoutChg>
        <pc:sldLayoutChg chg="del">
          <pc:chgData name="Zhang,Ying (MED CD&amp;O) BII-CN-S" userId="456eb1e0-4978-443e-822e-be854341a778" providerId="ADAL" clId="{C7178D90-5483-4538-95C4-63DD1CB1F58E}" dt="2023-04-06T05:09:18.099" v="407" actId="2696"/>
          <pc:sldLayoutMkLst>
            <pc:docMk/>
            <pc:sldMasterMk cId="3768203352" sldId="2147483820"/>
            <pc:sldLayoutMk cId="337759545" sldId="2147483823"/>
          </pc:sldLayoutMkLst>
        </pc:sldLayoutChg>
        <pc:sldLayoutChg chg="del">
          <pc:chgData name="Zhang,Ying (MED CD&amp;O) BII-CN-S" userId="456eb1e0-4978-443e-822e-be854341a778" providerId="ADAL" clId="{C7178D90-5483-4538-95C4-63DD1CB1F58E}" dt="2023-04-06T05:09:18.099" v="408" actId="2696"/>
          <pc:sldLayoutMkLst>
            <pc:docMk/>
            <pc:sldMasterMk cId="3768203352" sldId="2147483820"/>
            <pc:sldLayoutMk cId="2018511980" sldId="2147483824"/>
          </pc:sldLayoutMkLst>
        </pc:sldLayoutChg>
        <pc:sldLayoutChg chg="del">
          <pc:chgData name="Zhang,Ying (MED CD&amp;O) BII-CN-S" userId="456eb1e0-4978-443e-822e-be854341a778" providerId="ADAL" clId="{C7178D90-5483-4538-95C4-63DD1CB1F58E}" dt="2023-04-06T05:09:18.099" v="409" actId="2696"/>
          <pc:sldLayoutMkLst>
            <pc:docMk/>
            <pc:sldMasterMk cId="3768203352" sldId="2147483820"/>
            <pc:sldLayoutMk cId="2694957662" sldId="2147483825"/>
          </pc:sldLayoutMkLst>
        </pc:sldLayoutChg>
        <pc:sldLayoutChg chg="del">
          <pc:chgData name="Zhang,Ying (MED CD&amp;O) BII-CN-S" userId="456eb1e0-4978-443e-822e-be854341a778" providerId="ADAL" clId="{C7178D90-5483-4538-95C4-63DD1CB1F58E}" dt="2023-04-06T05:09:18.104" v="410" actId="2696"/>
          <pc:sldLayoutMkLst>
            <pc:docMk/>
            <pc:sldMasterMk cId="3768203352" sldId="2147483820"/>
            <pc:sldLayoutMk cId="912266063" sldId="2147483826"/>
          </pc:sldLayoutMkLst>
        </pc:sldLayoutChg>
        <pc:sldLayoutChg chg="del">
          <pc:chgData name="Zhang,Ying (MED CD&amp;O) BII-CN-S" userId="456eb1e0-4978-443e-822e-be854341a778" providerId="ADAL" clId="{C7178D90-5483-4538-95C4-63DD1CB1F58E}" dt="2023-04-06T05:09:18.106" v="411" actId="2696"/>
          <pc:sldLayoutMkLst>
            <pc:docMk/>
            <pc:sldMasterMk cId="3768203352" sldId="2147483820"/>
            <pc:sldLayoutMk cId="1590431835" sldId="2147483827"/>
          </pc:sldLayoutMkLst>
        </pc:sldLayoutChg>
        <pc:sldLayoutChg chg="del">
          <pc:chgData name="Zhang,Ying (MED CD&amp;O) BII-CN-S" userId="456eb1e0-4978-443e-822e-be854341a778" providerId="ADAL" clId="{C7178D90-5483-4538-95C4-63DD1CB1F58E}" dt="2023-04-06T05:09:18.108" v="412" actId="2696"/>
          <pc:sldLayoutMkLst>
            <pc:docMk/>
            <pc:sldMasterMk cId="3768203352" sldId="2147483820"/>
            <pc:sldLayoutMk cId="1340250993" sldId="2147483828"/>
          </pc:sldLayoutMkLst>
        </pc:sldLayoutChg>
        <pc:sldLayoutChg chg="del">
          <pc:chgData name="Zhang,Ying (MED CD&amp;O) BII-CN-S" userId="456eb1e0-4978-443e-822e-be854341a778" providerId="ADAL" clId="{C7178D90-5483-4538-95C4-63DD1CB1F58E}" dt="2023-04-06T05:09:18.109" v="413" actId="2696"/>
          <pc:sldLayoutMkLst>
            <pc:docMk/>
            <pc:sldMasterMk cId="3768203352" sldId="2147483820"/>
            <pc:sldLayoutMk cId="570574923" sldId="2147483829"/>
          </pc:sldLayoutMkLst>
        </pc:sldLayoutChg>
        <pc:sldLayoutChg chg="del">
          <pc:chgData name="Zhang,Ying (MED CD&amp;O) BII-CN-S" userId="456eb1e0-4978-443e-822e-be854341a778" providerId="ADAL" clId="{C7178D90-5483-4538-95C4-63DD1CB1F58E}" dt="2023-04-06T05:09:18.111" v="414" actId="2696"/>
          <pc:sldLayoutMkLst>
            <pc:docMk/>
            <pc:sldMasterMk cId="3768203352" sldId="2147483820"/>
            <pc:sldLayoutMk cId="2936718807" sldId="2147483830"/>
          </pc:sldLayoutMkLst>
        </pc:sldLayoutChg>
        <pc:sldLayoutChg chg="del">
          <pc:chgData name="Zhang,Ying (MED CD&amp;O) BII-CN-S" userId="456eb1e0-4978-443e-822e-be854341a778" providerId="ADAL" clId="{C7178D90-5483-4538-95C4-63DD1CB1F58E}" dt="2023-04-06T05:09:18.113" v="415" actId="2696"/>
          <pc:sldLayoutMkLst>
            <pc:docMk/>
            <pc:sldMasterMk cId="3768203352" sldId="2147483820"/>
            <pc:sldLayoutMk cId="2511753155" sldId="2147483831"/>
          </pc:sldLayoutMkLst>
        </pc:sldLayoutChg>
        <pc:sldLayoutChg chg="del">
          <pc:chgData name="Zhang,Ying (MED CD&amp;O) BII-CN-S" userId="456eb1e0-4978-443e-822e-be854341a778" providerId="ADAL" clId="{C7178D90-5483-4538-95C4-63DD1CB1F58E}" dt="2023-04-06T05:09:18.115" v="416" actId="2696"/>
          <pc:sldLayoutMkLst>
            <pc:docMk/>
            <pc:sldMasterMk cId="3768203352" sldId="2147483820"/>
            <pc:sldLayoutMk cId="1728851116" sldId="2147483832"/>
          </pc:sldLayoutMkLst>
        </pc:sldLayoutChg>
        <pc:sldLayoutChg chg="del">
          <pc:chgData name="Zhang,Ying (MED CD&amp;O) BII-CN-S" userId="456eb1e0-4978-443e-822e-be854341a778" providerId="ADAL" clId="{C7178D90-5483-4538-95C4-63DD1CB1F58E}" dt="2023-04-06T05:09:18.116" v="417" actId="2696"/>
          <pc:sldLayoutMkLst>
            <pc:docMk/>
            <pc:sldMasterMk cId="3768203352" sldId="2147483820"/>
            <pc:sldLayoutMk cId="3107548484" sldId="2147483833"/>
          </pc:sldLayoutMkLst>
        </pc:sldLayoutChg>
        <pc:sldLayoutChg chg="del">
          <pc:chgData name="Zhang,Ying (MED CD&amp;O) BII-CN-S" userId="456eb1e0-4978-443e-822e-be854341a778" providerId="ADAL" clId="{C7178D90-5483-4538-95C4-63DD1CB1F58E}" dt="2023-04-06T05:09:18.118" v="418" actId="2696"/>
          <pc:sldLayoutMkLst>
            <pc:docMk/>
            <pc:sldMasterMk cId="3768203352" sldId="2147483820"/>
            <pc:sldLayoutMk cId="1656941122" sldId="2147483834"/>
          </pc:sldLayoutMkLst>
        </pc:sldLayoutChg>
        <pc:sldLayoutChg chg="del">
          <pc:chgData name="Zhang,Ying (MED CD&amp;O) BII-CN-S" userId="456eb1e0-4978-443e-822e-be854341a778" providerId="ADAL" clId="{C7178D90-5483-4538-95C4-63DD1CB1F58E}" dt="2023-04-06T05:09:18.119" v="419" actId="2696"/>
          <pc:sldLayoutMkLst>
            <pc:docMk/>
            <pc:sldMasterMk cId="3768203352" sldId="2147483820"/>
            <pc:sldLayoutMk cId="3609610551" sldId="2147483835"/>
          </pc:sldLayoutMkLst>
        </pc:sldLayoutChg>
        <pc:sldLayoutChg chg="del">
          <pc:chgData name="Zhang,Ying (MED CD&amp;O) BII-CN-S" userId="456eb1e0-4978-443e-822e-be854341a778" providerId="ADAL" clId="{C7178D90-5483-4538-95C4-63DD1CB1F58E}" dt="2023-04-06T05:09:18.121" v="420" actId="2696"/>
          <pc:sldLayoutMkLst>
            <pc:docMk/>
            <pc:sldMasterMk cId="3768203352" sldId="2147483820"/>
            <pc:sldLayoutMk cId="1755667529" sldId="2147483836"/>
          </pc:sldLayoutMkLst>
        </pc:sldLayoutChg>
        <pc:sldLayoutChg chg="del">
          <pc:chgData name="Zhang,Ying (MED CD&amp;O) BII-CN-S" userId="456eb1e0-4978-443e-822e-be854341a778" providerId="ADAL" clId="{C7178D90-5483-4538-95C4-63DD1CB1F58E}" dt="2023-04-06T05:09:18.122" v="421" actId="2696"/>
          <pc:sldLayoutMkLst>
            <pc:docMk/>
            <pc:sldMasterMk cId="3768203352" sldId="2147483820"/>
            <pc:sldLayoutMk cId="1438207690" sldId="2147483837"/>
          </pc:sldLayoutMkLst>
        </pc:sldLayoutChg>
        <pc:sldLayoutChg chg="del">
          <pc:chgData name="Zhang,Ying (MED CD&amp;O) BII-CN-S" userId="456eb1e0-4978-443e-822e-be854341a778" providerId="ADAL" clId="{C7178D90-5483-4538-95C4-63DD1CB1F58E}" dt="2023-04-06T05:09:18.123" v="422" actId="2696"/>
          <pc:sldLayoutMkLst>
            <pc:docMk/>
            <pc:sldMasterMk cId="3768203352" sldId="2147483820"/>
            <pc:sldLayoutMk cId="178837263" sldId="2147483838"/>
          </pc:sldLayoutMkLst>
        </pc:sldLayoutChg>
        <pc:sldLayoutChg chg="del">
          <pc:chgData name="Zhang,Ying (MED CD&amp;O) BII-CN-S" userId="456eb1e0-4978-443e-822e-be854341a778" providerId="ADAL" clId="{C7178D90-5483-4538-95C4-63DD1CB1F58E}" dt="2023-04-06T05:09:18.125" v="423" actId="2696"/>
          <pc:sldLayoutMkLst>
            <pc:docMk/>
            <pc:sldMasterMk cId="3768203352" sldId="2147483820"/>
            <pc:sldLayoutMk cId="1517742301" sldId="2147483839"/>
          </pc:sldLayoutMkLst>
        </pc:sldLayoutChg>
        <pc:sldLayoutChg chg="del">
          <pc:chgData name="Zhang,Ying (MED CD&amp;O) BII-CN-S" userId="456eb1e0-4978-443e-822e-be854341a778" providerId="ADAL" clId="{C7178D90-5483-4538-95C4-63DD1CB1F58E}" dt="2023-04-06T05:09:18.127" v="424" actId="2696"/>
          <pc:sldLayoutMkLst>
            <pc:docMk/>
            <pc:sldMasterMk cId="3768203352" sldId="2147483820"/>
            <pc:sldLayoutMk cId="2272483237" sldId="2147483840"/>
          </pc:sldLayoutMkLst>
        </pc:sldLayoutChg>
        <pc:sldLayoutChg chg="del">
          <pc:chgData name="Zhang,Ying (MED CD&amp;O) BII-CN-S" userId="456eb1e0-4978-443e-822e-be854341a778" providerId="ADAL" clId="{C7178D90-5483-4538-95C4-63DD1CB1F58E}" dt="2023-04-06T05:09:18.129" v="425" actId="2696"/>
          <pc:sldLayoutMkLst>
            <pc:docMk/>
            <pc:sldMasterMk cId="3768203352" sldId="2147483820"/>
            <pc:sldLayoutMk cId="1443176771" sldId="2147483841"/>
          </pc:sldLayoutMkLst>
        </pc:sldLayoutChg>
        <pc:sldLayoutChg chg="del">
          <pc:chgData name="Zhang,Ying (MED CD&amp;O) BII-CN-S" userId="456eb1e0-4978-443e-822e-be854341a778" providerId="ADAL" clId="{C7178D90-5483-4538-95C4-63DD1CB1F58E}" dt="2023-04-06T05:09:18.131" v="426" actId="2696"/>
          <pc:sldLayoutMkLst>
            <pc:docMk/>
            <pc:sldMasterMk cId="3768203352" sldId="2147483820"/>
            <pc:sldLayoutMk cId="3949983708" sldId="2147483842"/>
          </pc:sldLayoutMkLst>
        </pc:sldLayoutChg>
        <pc:sldLayoutChg chg="del">
          <pc:chgData name="Zhang,Ying (MED CD&amp;O) BII-CN-S" userId="456eb1e0-4978-443e-822e-be854341a778" providerId="ADAL" clId="{C7178D90-5483-4538-95C4-63DD1CB1F58E}" dt="2023-04-06T05:09:18.133" v="427" actId="2696"/>
          <pc:sldLayoutMkLst>
            <pc:docMk/>
            <pc:sldMasterMk cId="3768203352" sldId="2147483820"/>
            <pc:sldLayoutMk cId="3622816988" sldId="2147483843"/>
          </pc:sldLayoutMkLst>
        </pc:sldLayoutChg>
        <pc:sldLayoutChg chg="del">
          <pc:chgData name="Zhang,Ying (MED CD&amp;O) BII-CN-S" userId="456eb1e0-4978-443e-822e-be854341a778" providerId="ADAL" clId="{C7178D90-5483-4538-95C4-63DD1CB1F58E}" dt="2023-04-06T05:09:18.135" v="428" actId="2696"/>
          <pc:sldLayoutMkLst>
            <pc:docMk/>
            <pc:sldMasterMk cId="3768203352" sldId="2147483820"/>
            <pc:sldLayoutMk cId="3720426180" sldId="2147483844"/>
          </pc:sldLayoutMkLst>
        </pc:sldLayoutChg>
        <pc:sldLayoutChg chg="del">
          <pc:chgData name="Zhang,Ying (MED CD&amp;O) BII-CN-S" userId="456eb1e0-4978-443e-822e-be854341a778" providerId="ADAL" clId="{C7178D90-5483-4538-95C4-63DD1CB1F58E}" dt="2023-04-06T05:09:18.138" v="429" actId="2696"/>
          <pc:sldLayoutMkLst>
            <pc:docMk/>
            <pc:sldMasterMk cId="3768203352" sldId="2147483820"/>
            <pc:sldLayoutMk cId="3584082825" sldId="2147483845"/>
          </pc:sldLayoutMkLst>
        </pc:sldLayoutChg>
        <pc:sldLayoutChg chg="del">
          <pc:chgData name="Zhang,Ying (MED CD&amp;O) BII-CN-S" userId="456eb1e0-4978-443e-822e-be854341a778" providerId="ADAL" clId="{C7178D90-5483-4538-95C4-63DD1CB1F58E}" dt="2023-04-06T05:09:18.145" v="430" actId="2696"/>
          <pc:sldLayoutMkLst>
            <pc:docMk/>
            <pc:sldMasterMk cId="3768203352" sldId="2147483820"/>
            <pc:sldLayoutMk cId="3452497682" sldId="2147483846"/>
          </pc:sldLayoutMkLst>
        </pc:sldLayoutChg>
        <pc:sldLayoutChg chg="del">
          <pc:chgData name="Zhang,Ying (MED CD&amp;O) BII-CN-S" userId="456eb1e0-4978-443e-822e-be854341a778" providerId="ADAL" clId="{C7178D90-5483-4538-95C4-63DD1CB1F58E}" dt="2023-04-06T05:09:18.154" v="431" actId="2696"/>
          <pc:sldLayoutMkLst>
            <pc:docMk/>
            <pc:sldMasterMk cId="3768203352" sldId="2147483820"/>
            <pc:sldLayoutMk cId="2553783087" sldId="2147483847"/>
          </pc:sldLayoutMkLst>
        </pc:sldLayoutChg>
      </pc:sldMasterChg>
      <pc:sldMasterChg chg="del delSldLayout">
        <pc:chgData name="Zhang,Ying (MED CD&amp;O) BII-CN-S" userId="456eb1e0-4978-443e-822e-be854341a778" providerId="ADAL" clId="{C7178D90-5483-4538-95C4-63DD1CB1F58E}" dt="2023-04-06T05:09:17.040" v="113" actId="2696"/>
        <pc:sldMasterMkLst>
          <pc:docMk/>
          <pc:sldMasterMk cId="2710880105" sldId="2147483848"/>
        </pc:sldMasterMkLst>
        <pc:sldLayoutChg chg="del">
          <pc:chgData name="Zhang,Ying (MED CD&amp;O) BII-CN-S" userId="456eb1e0-4978-443e-822e-be854341a778" providerId="ADAL" clId="{C7178D90-5483-4538-95C4-63DD1CB1F58E}" dt="2023-04-06T05:09:16.972" v="92" actId="2696"/>
          <pc:sldLayoutMkLst>
            <pc:docMk/>
            <pc:sldMasterMk cId="2710880105" sldId="2147483848"/>
            <pc:sldLayoutMk cId="3911541064" sldId="2147483849"/>
          </pc:sldLayoutMkLst>
        </pc:sldLayoutChg>
        <pc:sldLayoutChg chg="del">
          <pc:chgData name="Zhang,Ying (MED CD&amp;O) BII-CN-S" userId="456eb1e0-4978-443e-822e-be854341a778" providerId="ADAL" clId="{C7178D90-5483-4538-95C4-63DD1CB1F58E}" dt="2023-04-06T05:09:16.972" v="93" actId="2696"/>
          <pc:sldLayoutMkLst>
            <pc:docMk/>
            <pc:sldMasterMk cId="2710880105" sldId="2147483848"/>
            <pc:sldLayoutMk cId="2376214149" sldId="2147483850"/>
          </pc:sldLayoutMkLst>
        </pc:sldLayoutChg>
        <pc:sldLayoutChg chg="del">
          <pc:chgData name="Zhang,Ying (MED CD&amp;O) BII-CN-S" userId="456eb1e0-4978-443e-822e-be854341a778" providerId="ADAL" clId="{C7178D90-5483-4538-95C4-63DD1CB1F58E}" dt="2023-04-06T05:09:16.972" v="94" actId="2696"/>
          <pc:sldLayoutMkLst>
            <pc:docMk/>
            <pc:sldMasterMk cId="2710880105" sldId="2147483848"/>
            <pc:sldLayoutMk cId="963493287" sldId="2147483851"/>
          </pc:sldLayoutMkLst>
        </pc:sldLayoutChg>
        <pc:sldLayoutChg chg="del">
          <pc:chgData name="Zhang,Ying (MED CD&amp;O) BII-CN-S" userId="456eb1e0-4978-443e-822e-be854341a778" providerId="ADAL" clId="{C7178D90-5483-4538-95C4-63DD1CB1F58E}" dt="2023-04-06T05:09:16.972" v="95" actId="2696"/>
          <pc:sldLayoutMkLst>
            <pc:docMk/>
            <pc:sldMasterMk cId="2710880105" sldId="2147483848"/>
            <pc:sldLayoutMk cId="3147561295" sldId="2147483852"/>
          </pc:sldLayoutMkLst>
        </pc:sldLayoutChg>
        <pc:sldLayoutChg chg="del">
          <pc:chgData name="Zhang,Ying (MED CD&amp;O) BII-CN-S" userId="456eb1e0-4978-443e-822e-be854341a778" providerId="ADAL" clId="{C7178D90-5483-4538-95C4-63DD1CB1F58E}" dt="2023-04-06T05:09:16.972" v="96" actId="2696"/>
          <pc:sldLayoutMkLst>
            <pc:docMk/>
            <pc:sldMasterMk cId="2710880105" sldId="2147483848"/>
            <pc:sldLayoutMk cId="2000535288" sldId="2147483853"/>
          </pc:sldLayoutMkLst>
        </pc:sldLayoutChg>
        <pc:sldLayoutChg chg="del">
          <pc:chgData name="Zhang,Ying (MED CD&amp;O) BII-CN-S" userId="456eb1e0-4978-443e-822e-be854341a778" providerId="ADAL" clId="{C7178D90-5483-4538-95C4-63DD1CB1F58E}" dt="2023-04-06T05:09:17.006" v="97" actId="2696"/>
          <pc:sldLayoutMkLst>
            <pc:docMk/>
            <pc:sldMasterMk cId="2710880105" sldId="2147483848"/>
            <pc:sldLayoutMk cId="2261089442" sldId="2147483854"/>
          </pc:sldLayoutMkLst>
        </pc:sldLayoutChg>
        <pc:sldLayoutChg chg="del">
          <pc:chgData name="Zhang,Ying (MED CD&amp;O) BII-CN-S" userId="456eb1e0-4978-443e-822e-be854341a778" providerId="ADAL" clId="{C7178D90-5483-4538-95C4-63DD1CB1F58E}" dt="2023-04-06T05:09:17.006" v="98" actId="2696"/>
          <pc:sldLayoutMkLst>
            <pc:docMk/>
            <pc:sldMasterMk cId="2710880105" sldId="2147483848"/>
            <pc:sldLayoutMk cId="683043734" sldId="2147483855"/>
          </pc:sldLayoutMkLst>
        </pc:sldLayoutChg>
        <pc:sldLayoutChg chg="del">
          <pc:chgData name="Zhang,Ying (MED CD&amp;O) BII-CN-S" userId="456eb1e0-4978-443e-822e-be854341a778" providerId="ADAL" clId="{C7178D90-5483-4538-95C4-63DD1CB1F58E}" dt="2023-04-06T05:09:17.006" v="99" actId="2696"/>
          <pc:sldLayoutMkLst>
            <pc:docMk/>
            <pc:sldMasterMk cId="2710880105" sldId="2147483848"/>
            <pc:sldLayoutMk cId="1326666098" sldId="2147483856"/>
          </pc:sldLayoutMkLst>
        </pc:sldLayoutChg>
        <pc:sldLayoutChg chg="del">
          <pc:chgData name="Zhang,Ying (MED CD&amp;O) BII-CN-S" userId="456eb1e0-4978-443e-822e-be854341a778" providerId="ADAL" clId="{C7178D90-5483-4538-95C4-63DD1CB1F58E}" dt="2023-04-06T05:09:17.006" v="100" actId="2696"/>
          <pc:sldLayoutMkLst>
            <pc:docMk/>
            <pc:sldMasterMk cId="2710880105" sldId="2147483848"/>
            <pc:sldLayoutMk cId="2728546320" sldId="2147483857"/>
          </pc:sldLayoutMkLst>
        </pc:sldLayoutChg>
        <pc:sldLayoutChg chg="del">
          <pc:chgData name="Zhang,Ying (MED CD&amp;O) BII-CN-S" userId="456eb1e0-4978-443e-822e-be854341a778" providerId="ADAL" clId="{C7178D90-5483-4538-95C4-63DD1CB1F58E}" dt="2023-04-06T05:09:17.006" v="101" actId="2696"/>
          <pc:sldLayoutMkLst>
            <pc:docMk/>
            <pc:sldMasterMk cId="2710880105" sldId="2147483848"/>
            <pc:sldLayoutMk cId="3067944817" sldId="2147483858"/>
          </pc:sldLayoutMkLst>
        </pc:sldLayoutChg>
        <pc:sldLayoutChg chg="del">
          <pc:chgData name="Zhang,Ying (MED CD&amp;O) BII-CN-S" userId="456eb1e0-4978-443e-822e-be854341a778" providerId="ADAL" clId="{C7178D90-5483-4538-95C4-63DD1CB1F58E}" dt="2023-04-06T05:09:17.006" v="102" actId="2696"/>
          <pc:sldLayoutMkLst>
            <pc:docMk/>
            <pc:sldMasterMk cId="2710880105" sldId="2147483848"/>
            <pc:sldLayoutMk cId="1833914979" sldId="2147483859"/>
          </pc:sldLayoutMkLst>
        </pc:sldLayoutChg>
        <pc:sldLayoutChg chg="del">
          <pc:chgData name="Zhang,Ying (MED CD&amp;O) BII-CN-S" userId="456eb1e0-4978-443e-822e-be854341a778" providerId="ADAL" clId="{C7178D90-5483-4538-95C4-63DD1CB1F58E}" dt="2023-04-06T05:09:17.006" v="103" actId="2696"/>
          <pc:sldLayoutMkLst>
            <pc:docMk/>
            <pc:sldMasterMk cId="2710880105" sldId="2147483848"/>
            <pc:sldLayoutMk cId="3394061165" sldId="2147483860"/>
          </pc:sldLayoutMkLst>
        </pc:sldLayoutChg>
        <pc:sldLayoutChg chg="del">
          <pc:chgData name="Zhang,Ying (MED CD&amp;O) BII-CN-S" userId="456eb1e0-4978-443e-822e-be854341a778" providerId="ADAL" clId="{C7178D90-5483-4538-95C4-63DD1CB1F58E}" dt="2023-04-06T05:09:17.021" v="104" actId="2696"/>
          <pc:sldLayoutMkLst>
            <pc:docMk/>
            <pc:sldMasterMk cId="2710880105" sldId="2147483848"/>
            <pc:sldLayoutMk cId="2749925585" sldId="2147483861"/>
          </pc:sldLayoutMkLst>
        </pc:sldLayoutChg>
        <pc:sldLayoutChg chg="del">
          <pc:chgData name="Zhang,Ying (MED CD&amp;O) BII-CN-S" userId="456eb1e0-4978-443e-822e-be854341a778" providerId="ADAL" clId="{C7178D90-5483-4538-95C4-63DD1CB1F58E}" dt="2023-04-06T05:09:17.022" v="105" actId="2696"/>
          <pc:sldLayoutMkLst>
            <pc:docMk/>
            <pc:sldMasterMk cId="2710880105" sldId="2147483848"/>
            <pc:sldLayoutMk cId="1498401339" sldId="2147483862"/>
          </pc:sldLayoutMkLst>
        </pc:sldLayoutChg>
        <pc:sldLayoutChg chg="del">
          <pc:chgData name="Zhang,Ying (MED CD&amp;O) BII-CN-S" userId="456eb1e0-4978-443e-822e-be854341a778" providerId="ADAL" clId="{C7178D90-5483-4538-95C4-63DD1CB1F58E}" dt="2023-04-06T05:09:17.023" v="106" actId="2696"/>
          <pc:sldLayoutMkLst>
            <pc:docMk/>
            <pc:sldMasterMk cId="2710880105" sldId="2147483848"/>
            <pc:sldLayoutMk cId="534253966" sldId="2147483863"/>
          </pc:sldLayoutMkLst>
        </pc:sldLayoutChg>
        <pc:sldLayoutChg chg="del">
          <pc:chgData name="Zhang,Ying (MED CD&amp;O) BII-CN-S" userId="456eb1e0-4978-443e-822e-be854341a778" providerId="ADAL" clId="{C7178D90-5483-4538-95C4-63DD1CB1F58E}" dt="2023-04-06T05:09:17.023" v="107" actId="2696"/>
          <pc:sldLayoutMkLst>
            <pc:docMk/>
            <pc:sldMasterMk cId="2710880105" sldId="2147483848"/>
            <pc:sldLayoutMk cId="1598055693" sldId="2147483864"/>
          </pc:sldLayoutMkLst>
        </pc:sldLayoutChg>
        <pc:sldLayoutChg chg="del">
          <pc:chgData name="Zhang,Ying (MED CD&amp;O) BII-CN-S" userId="456eb1e0-4978-443e-822e-be854341a778" providerId="ADAL" clId="{C7178D90-5483-4538-95C4-63DD1CB1F58E}" dt="2023-04-06T05:09:17.023" v="108" actId="2696"/>
          <pc:sldLayoutMkLst>
            <pc:docMk/>
            <pc:sldMasterMk cId="2710880105" sldId="2147483848"/>
            <pc:sldLayoutMk cId="2247219191" sldId="2147483865"/>
          </pc:sldLayoutMkLst>
        </pc:sldLayoutChg>
        <pc:sldLayoutChg chg="del">
          <pc:chgData name="Zhang,Ying (MED CD&amp;O) BII-CN-S" userId="456eb1e0-4978-443e-822e-be854341a778" providerId="ADAL" clId="{C7178D90-5483-4538-95C4-63DD1CB1F58E}" dt="2023-04-06T05:09:17.023" v="109" actId="2696"/>
          <pc:sldLayoutMkLst>
            <pc:docMk/>
            <pc:sldMasterMk cId="2710880105" sldId="2147483848"/>
            <pc:sldLayoutMk cId="2578818067" sldId="2147483866"/>
          </pc:sldLayoutMkLst>
        </pc:sldLayoutChg>
        <pc:sldLayoutChg chg="del">
          <pc:chgData name="Zhang,Ying (MED CD&amp;O) BII-CN-S" userId="456eb1e0-4978-443e-822e-be854341a778" providerId="ADAL" clId="{C7178D90-5483-4538-95C4-63DD1CB1F58E}" dt="2023-04-06T05:09:17.023" v="110" actId="2696"/>
          <pc:sldLayoutMkLst>
            <pc:docMk/>
            <pc:sldMasterMk cId="2710880105" sldId="2147483848"/>
            <pc:sldLayoutMk cId="468434643" sldId="2147483867"/>
          </pc:sldLayoutMkLst>
        </pc:sldLayoutChg>
        <pc:sldLayoutChg chg="del">
          <pc:chgData name="Zhang,Ying (MED CD&amp;O) BII-CN-S" userId="456eb1e0-4978-443e-822e-be854341a778" providerId="ADAL" clId="{C7178D90-5483-4538-95C4-63DD1CB1F58E}" dt="2023-04-06T05:09:17.023" v="111" actId="2696"/>
          <pc:sldLayoutMkLst>
            <pc:docMk/>
            <pc:sldMasterMk cId="2710880105" sldId="2147483848"/>
            <pc:sldLayoutMk cId="1014371589" sldId="2147483868"/>
          </pc:sldLayoutMkLst>
        </pc:sldLayoutChg>
        <pc:sldLayoutChg chg="del">
          <pc:chgData name="Zhang,Ying (MED CD&amp;O) BII-CN-S" userId="456eb1e0-4978-443e-822e-be854341a778" providerId="ADAL" clId="{C7178D90-5483-4538-95C4-63DD1CB1F58E}" dt="2023-04-06T05:09:17.023" v="112" actId="2696"/>
          <pc:sldLayoutMkLst>
            <pc:docMk/>
            <pc:sldMasterMk cId="2710880105" sldId="2147483848"/>
            <pc:sldLayoutMk cId="545296394" sldId="2147483869"/>
          </pc:sldLayoutMkLst>
        </pc:sldLayoutChg>
      </pc:sldMasterChg>
      <pc:sldMasterChg chg="del delSldLayout">
        <pc:chgData name="Zhang,Ying (MED CD&amp;O) BII-CN-S" userId="456eb1e0-4978-443e-822e-be854341a778" providerId="ADAL" clId="{C7178D90-5483-4538-95C4-63DD1CB1F58E}" dt="2023-04-06T05:09:17.922" v="350" actId="2696"/>
        <pc:sldMasterMkLst>
          <pc:docMk/>
          <pc:sldMasterMk cId="2786205193" sldId="2147483870"/>
        </pc:sldMasterMkLst>
        <pc:sldLayoutChg chg="del">
          <pc:chgData name="Zhang,Ying (MED CD&amp;O) BII-CN-S" userId="456eb1e0-4978-443e-822e-be854341a778" providerId="ADAL" clId="{C7178D90-5483-4538-95C4-63DD1CB1F58E}" dt="2023-04-06T05:09:17.665" v="309" actId="2696"/>
          <pc:sldLayoutMkLst>
            <pc:docMk/>
            <pc:sldMasterMk cId="2786205193" sldId="2147483870"/>
            <pc:sldLayoutMk cId="4191243960" sldId="2147483871"/>
          </pc:sldLayoutMkLst>
        </pc:sldLayoutChg>
        <pc:sldLayoutChg chg="del">
          <pc:chgData name="Zhang,Ying (MED CD&amp;O) BII-CN-S" userId="456eb1e0-4978-443e-822e-be854341a778" providerId="ADAL" clId="{C7178D90-5483-4538-95C4-63DD1CB1F58E}" dt="2023-04-06T05:09:17.671" v="310" actId="2696"/>
          <pc:sldLayoutMkLst>
            <pc:docMk/>
            <pc:sldMasterMk cId="2786205193" sldId="2147483870"/>
            <pc:sldLayoutMk cId="886604099" sldId="2147483872"/>
          </pc:sldLayoutMkLst>
        </pc:sldLayoutChg>
        <pc:sldLayoutChg chg="del">
          <pc:chgData name="Zhang,Ying (MED CD&amp;O) BII-CN-S" userId="456eb1e0-4978-443e-822e-be854341a778" providerId="ADAL" clId="{C7178D90-5483-4538-95C4-63DD1CB1F58E}" dt="2023-04-06T05:09:17.672" v="311" actId="2696"/>
          <pc:sldLayoutMkLst>
            <pc:docMk/>
            <pc:sldMasterMk cId="2786205193" sldId="2147483870"/>
            <pc:sldLayoutMk cId="2832148579" sldId="2147483873"/>
          </pc:sldLayoutMkLst>
        </pc:sldLayoutChg>
        <pc:sldLayoutChg chg="del">
          <pc:chgData name="Zhang,Ying (MED CD&amp;O) BII-CN-S" userId="456eb1e0-4978-443e-822e-be854341a778" providerId="ADAL" clId="{C7178D90-5483-4538-95C4-63DD1CB1F58E}" dt="2023-04-06T05:09:17.672" v="312" actId="2696"/>
          <pc:sldLayoutMkLst>
            <pc:docMk/>
            <pc:sldMasterMk cId="2786205193" sldId="2147483870"/>
            <pc:sldLayoutMk cId="4215021561" sldId="2147483874"/>
          </pc:sldLayoutMkLst>
        </pc:sldLayoutChg>
        <pc:sldLayoutChg chg="del">
          <pc:chgData name="Zhang,Ying (MED CD&amp;O) BII-CN-S" userId="456eb1e0-4978-443e-822e-be854341a778" providerId="ADAL" clId="{C7178D90-5483-4538-95C4-63DD1CB1F58E}" dt="2023-04-06T05:09:17.672" v="313" actId="2696"/>
          <pc:sldLayoutMkLst>
            <pc:docMk/>
            <pc:sldMasterMk cId="2786205193" sldId="2147483870"/>
            <pc:sldLayoutMk cId="1236959272" sldId="2147483875"/>
          </pc:sldLayoutMkLst>
        </pc:sldLayoutChg>
        <pc:sldLayoutChg chg="del">
          <pc:chgData name="Zhang,Ying (MED CD&amp;O) BII-CN-S" userId="456eb1e0-4978-443e-822e-be854341a778" providerId="ADAL" clId="{C7178D90-5483-4538-95C4-63DD1CB1F58E}" dt="2023-04-06T05:09:17.672" v="314" actId="2696"/>
          <pc:sldLayoutMkLst>
            <pc:docMk/>
            <pc:sldMasterMk cId="2786205193" sldId="2147483870"/>
            <pc:sldLayoutMk cId="1738827690" sldId="2147483876"/>
          </pc:sldLayoutMkLst>
        </pc:sldLayoutChg>
        <pc:sldLayoutChg chg="del">
          <pc:chgData name="Zhang,Ying (MED CD&amp;O) BII-CN-S" userId="456eb1e0-4978-443e-822e-be854341a778" providerId="ADAL" clId="{C7178D90-5483-4538-95C4-63DD1CB1F58E}" dt="2023-04-06T05:09:17.672" v="315" actId="2696"/>
          <pc:sldLayoutMkLst>
            <pc:docMk/>
            <pc:sldMasterMk cId="2786205193" sldId="2147483870"/>
            <pc:sldLayoutMk cId="329266652" sldId="2147483877"/>
          </pc:sldLayoutMkLst>
        </pc:sldLayoutChg>
        <pc:sldLayoutChg chg="del">
          <pc:chgData name="Zhang,Ying (MED CD&amp;O) BII-CN-S" userId="456eb1e0-4978-443e-822e-be854341a778" providerId="ADAL" clId="{C7178D90-5483-4538-95C4-63DD1CB1F58E}" dt="2023-04-06T05:09:17.689" v="316" actId="2696"/>
          <pc:sldLayoutMkLst>
            <pc:docMk/>
            <pc:sldMasterMk cId="2786205193" sldId="2147483870"/>
            <pc:sldLayoutMk cId="1190903602" sldId="2147483878"/>
          </pc:sldLayoutMkLst>
        </pc:sldLayoutChg>
        <pc:sldLayoutChg chg="del">
          <pc:chgData name="Zhang,Ying (MED CD&amp;O) BII-CN-S" userId="456eb1e0-4978-443e-822e-be854341a778" providerId="ADAL" clId="{C7178D90-5483-4538-95C4-63DD1CB1F58E}" dt="2023-04-06T05:09:17.689" v="317" actId="2696"/>
          <pc:sldLayoutMkLst>
            <pc:docMk/>
            <pc:sldMasterMk cId="2786205193" sldId="2147483870"/>
            <pc:sldLayoutMk cId="833320301" sldId="2147483879"/>
          </pc:sldLayoutMkLst>
        </pc:sldLayoutChg>
        <pc:sldLayoutChg chg="del">
          <pc:chgData name="Zhang,Ying (MED CD&amp;O) BII-CN-S" userId="456eb1e0-4978-443e-822e-be854341a778" providerId="ADAL" clId="{C7178D90-5483-4538-95C4-63DD1CB1F58E}" dt="2023-04-06T05:09:17.689" v="318" actId="2696"/>
          <pc:sldLayoutMkLst>
            <pc:docMk/>
            <pc:sldMasterMk cId="2786205193" sldId="2147483870"/>
            <pc:sldLayoutMk cId="1639919330" sldId="2147483880"/>
          </pc:sldLayoutMkLst>
        </pc:sldLayoutChg>
        <pc:sldLayoutChg chg="del">
          <pc:chgData name="Zhang,Ying (MED CD&amp;O) BII-CN-S" userId="456eb1e0-4978-443e-822e-be854341a778" providerId="ADAL" clId="{C7178D90-5483-4538-95C4-63DD1CB1F58E}" dt="2023-04-06T05:09:17.689" v="319" actId="2696"/>
          <pc:sldLayoutMkLst>
            <pc:docMk/>
            <pc:sldMasterMk cId="2786205193" sldId="2147483870"/>
            <pc:sldLayoutMk cId="4193836785" sldId="2147483881"/>
          </pc:sldLayoutMkLst>
        </pc:sldLayoutChg>
        <pc:sldLayoutChg chg="del">
          <pc:chgData name="Zhang,Ying (MED CD&amp;O) BII-CN-S" userId="456eb1e0-4978-443e-822e-be854341a778" providerId="ADAL" clId="{C7178D90-5483-4538-95C4-63DD1CB1F58E}" dt="2023-04-06T05:09:17.689" v="320" actId="2696"/>
          <pc:sldLayoutMkLst>
            <pc:docMk/>
            <pc:sldMasterMk cId="2786205193" sldId="2147483870"/>
            <pc:sldLayoutMk cId="2481324382" sldId="2147483882"/>
          </pc:sldLayoutMkLst>
        </pc:sldLayoutChg>
        <pc:sldLayoutChg chg="del">
          <pc:chgData name="Zhang,Ying (MED CD&amp;O) BII-CN-S" userId="456eb1e0-4978-443e-822e-be854341a778" providerId="ADAL" clId="{C7178D90-5483-4538-95C4-63DD1CB1F58E}" dt="2023-04-06T05:09:17.689" v="321" actId="2696"/>
          <pc:sldLayoutMkLst>
            <pc:docMk/>
            <pc:sldMasterMk cId="2786205193" sldId="2147483870"/>
            <pc:sldLayoutMk cId="277278017" sldId="2147483883"/>
          </pc:sldLayoutMkLst>
        </pc:sldLayoutChg>
        <pc:sldLayoutChg chg="del">
          <pc:chgData name="Zhang,Ying (MED CD&amp;O) BII-CN-S" userId="456eb1e0-4978-443e-822e-be854341a778" providerId="ADAL" clId="{C7178D90-5483-4538-95C4-63DD1CB1F58E}" dt="2023-04-06T05:09:17.705" v="322" actId="2696"/>
          <pc:sldLayoutMkLst>
            <pc:docMk/>
            <pc:sldMasterMk cId="2786205193" sldId="2147483870"/>
            <pc:sldLayoutMk cId="2665802839" sldId="2147483884"/>
          </pc:sldLayoutMkLst>
        </pc:sldLayoutChg>
        <pc:sldLayoutChg chg="del">
          <pc:chgData name="Zhang,Ying (MED CD&amp;O) BII-CN-S" userId="456eb1e0-4978-443e-822e-be854341a778" providerId="ADAL" clId="{C7178D90-5483-4538-95C4-63DD1CB1F58E}" dt="2023-04-06T05:09:17.705" v="323" actId="2696"/>
          <pc:sldLayoutMkLst>
            <pc:docMk/>
            <pc:sldMasterMk cId="2786205193" sldId="2147483870"/>
            <pc:sldLayoutMk cId="2864631242" sldId="2147483885"/>
          </pc:sldLayoutMkLst>
        </pc:sldLayoutChg>
        <pc:sldLayoutChg chg="del">
          <pc:chgData name="Zhang,Ying (MED CD&amp;O) BII-CN-S" userId="456eb1e0-4978-443e-822e-be854341a778" providerId="ADAL" clId="{C7178D90-5483-4538-95C4-63DD1CB1F58E}" dt="2023-04-06T05:09:17.722" v="324" actId="2696"/>
          <pc:sldLayoutMkLst>
            <pc:docMk/>
            <pc:sldMasterMk cId="2786205193" sldId="2147483870"/>
            <pc:sldLayoutMk cId="4256332066" sldId="2147483886"/>
          </pc:sldLayoutMkLst>
        </pc:sldLayoutChg>
        <pc:sldLayoutChg chg="del">
          <pc:chgData name="Zhang,Ying (MED CD&amp;O) BII-CN-S" userId="456eb1e0-4978-443e-822e-be854341a778" providerId="ADAL" clId="{C7178D90-5483-4538-95C4-63DD1CB1F58E}" dt="2023-04-06T05:09:17.722" v="325" actId="2696"/>
          <pc:sldLayoutMkLst>
            <pc:docMk/>
            <pc:sldMasterMk cId="2786205193" sldId="2147483870"/>
            <pc:sldLayoutMk cId="3313939869" sldId="2147483887"/>
          </pc:sldLayoutMkLst>
        </pc:sldLayoutChg>
        <pc:sldLayoutChg chg="del">
          <pc:chgData name="Zhang,Ying (MED CD&amp;O) BII-CN-S" userId="456eb1e0-4978-443e-822e-be854341a778" providerId="ADAL" clId="{C7178D90-5483-4538-95C4-63DD1CB1F58E}" dt="2023-04-06T05:09:17.722" v="326" actId="2696"/>
          <pc:sldLayoutMkLst>
            <pc:docMk/>
            <pc:sldMasterMk cId="2786205193" sldId="2147483870"/>
            <pc:sldLayoutMk cId="1162543307" sldId="2147483888"/>
          </pc:sldLayoutMkLst>
        </pc:sldLayoutChg>
        <pc:sldLayoutChg chg="del">
          <pc:chgData name="Zhang,Ying (MED CD&amp;O) BII-CN-S" userId="456eb1e0-4978-443e-822e-be854341a778" providerId="ADAL" clId="{C7178D90-5483-4538-95C4-63DD1CB1F58E}" dt="2023-04-06T05:09:17.722" v="327" actId="2696"/>
          <pc:sldLayoutMkLst>
            <pc:docMk/>
            <pc:sldMasterMk cId="2786205193" sldId="2147483870"/>
            <pc:sldLayoutMk cId="3695405590" sldId="2147483889"/>
          </pc:sldLayoutMkLst>
        </pc:sldLayoutChg>
        <pc:sldLayoutChg chg="del">
          <pc:chgData name="Zhang,Ying (MED CD&amp;O) BII-CN-S" userId="456eb1e0-4978-443e-822e-be854341a778" providerId="ADAL" clId="{C7178D90-5483-4538-95C4-63DD1CB1F58E}" dt="2023-04-06T05:09:17.738" v="328" actId="2696"/>
          <pc:sldLayoutMkLst>
            <pc:docMk/>
            <pc:sldMasterMk cId="2786205193" sldId="2147483870"/>
            <pc:sldLayoutMk cId="1342510621" sldId="2147483890"/>
          </pc:sldLayoutMkLst>
        </pc:sldLayoutChg>
        <pc:sldLayoutChg chg="del">
          <pc:chgData name="Zhang,Ying (MED CD&amp;O) BII-CN-S" userId="456eb1e0-4978-443e-822e-be854341a778" providerId="ADAL" clId="{C7178D90-5483-4538-95C4-63DD1CB1F58E}" dt="2023-04-06T05:09:17.757" v="329" actId="2696"/>
          <pc:sldLayoutMkLst>
            <pc:docMk/>
            <pc:sldMasterMk cId="2786205193" sldId="2147483870"/>
            <pc:sldLayoutMk cId="1502349715" sldId="2147483891"/>
          </pc:sldLayoutMkLst>
        </pc:sldLayoutChg>
        <pc:sldLayoutChg chg="del">
          <pc:chgData name="Zhang,Ying (MED CD&amp;O) BII-CN-S" userId="456eb1e0-4978-443e-822e-be854341a778" providerId="ADAL" clId="{C7178D90-5483-4538-95C4-63DD1CB1F58E}" dt="2023-04-06T05:09:17.760" v="330" actId="2696"/>
          <pc:sldLayoutMkLst>
            <pc:docMk/>
            <pc:sldMasterMk cId="2786205193" sldId="2147483870"/>
            <pc:sldLayoutMk cId="1218416196" sldId="2147483892"/>
          </pc:sldLayoutMkLst>
        </pc:sldLayoutChg>
        <pc:sldLayoutChg chg="del">
          <pc:chgData name="Zhang,Ying (MED CD&amp;O) BII-CN-S" userId="456eb1e0-4978-443e-822e-be854341a778" providerId="ADAL" clId="{C7178D90-5483-4538-95C4-63DD1CB1F58E}" dt="2023-04-06T05:09:17.761" v="331" actId="2696"/>
          <pc:sldLayoutMkLst>
            <pc:docMk/>
            <pc:sldMasterMk cId="2786205193" sldId="2147483870"/>
            <pc:sldLayoutMk cId="1651433449" sldId="2147483893"/>
          </pc:sldLayoutMkLst>
        </pc:sldLayoutChg>
        <pc:sldLayoutChg chg="del">
          <pc:chgData name="Zhang,Ying (MED CD&amp;O) BII-CN-S" userId="456eb1e0-4978-443e-822e-be854341a778" providerId="ADAL" clId="{C7178D90-5483-4538-95C4-63DD1CB1F58E}" dt="2023-04-06T05:09:17.778" v="332" actId="2696"/>
          <pc:sldLayoutMkLst>
            <pc:docMk/>
            <pc:sldMasterMk cId="2786205193" sldId="2147483870"/>
            <pc:sldLayoutMk cId="3281596050" sldId="2147483894"/>
          </pc:sldLayoutMkLst>
        </pc:sldLayoutChg>
        <pc:sldLayoutChg chg="del">
          <pc:chgData name="Zhang,Ying (MED CD&amp;O) BII-CN-S" userId="456eb1e0-4978-443e-822e-be854341a778" providerId="ADAL" clId="{C7178D90-5483-4538-95C4-63DD1CB1F58E}" dt="2023-04-06T05:09:17.788" v="333" actId="2696"/>
          <pc:sldLayoutMkLst>
            <pc:docMk/>
            <pc:sldMasterMk cId="2786205193" sldId="2147483870"/>
            <pc:sldLayoutMk cId="3515933723" sldId="2147483895"/>
          </pc:sldLayoutMkLst>
        </pc:sldLayoutChg>
        <pc:sldLayoutChg chg="del">
          <pc:chgData name="Zhang,Ying (MED CD&amp;O) BII-CN-S" userId="456eb1e0-4978-443e-822e-be854341a778" providerId="ADAL" clId="{C7178D90-5483-4538-95C4-63DD1CB1F58E}" dt="2023-04-06T05:09:17.805" v="334" actId="2696"/>
          <pc:sldLayoutMkLst>
            <pc:docMk/>
            <pc:sldMasterMk cId="2786205193" sldId="2147483870"/>
            <pc:sldLayoutMk cId="3158506191" sldId="2147483896"/>
          </pc:sldLayoutMkLst>
        </pc:sldLayoutChg>
        <pc:sldLayoutChg chg="del">
          <pc:chgData name="Zhang,Ying (MED CD&amp;O) BII-CN-S" userId="456eb1e0-4978-443e-822e-be854341a778" providerId="ADAL" clId="{C7178D90-5483-4538-95C4-63DD1CB1F58E}" dt="2023-04-06T05:09:17.805" v="335" actId="2696"/>
          <pc:sldLayoutMkLst>
            <pc:docMk/>
            <pc:sldMasterMk cId="2786205193" sldId="2147483870"/>
            <pc:sldLayoutMk cId="4106288262" sldId="2147483897"/>
          </pc:sldLayoutMkLst>
        </pc:sldLayoutChg>
        <pc:sldLayoutChg chg="del">
          <pc:chgData name="Zhang,Ying (MED CD&amp;O) BII-CN-S" userId="456eb1e0-4978-443e-822e-be854341a778" providerId="ADAL" clId="{C7178D90-5483-4538-95C4-63DD1CB1F58E}" dt="2023-04-06T05:09:17.805" v="336" actId="2696"/>
          <pc:sldLayoutMkLst>
            <pc:docMk/>
            <pc:sldMasterMk cId="2786205193" sldId="2147483870"/>
            <pc:sldLayoutMk cId="3914953167" sldId="2147483898"/>
          </pc:sldLayoutMkLst>
        </pc:sldLayoutChg>
        <pc:sldLayoutChg chg="del">
          <pc:chgData name="Zhang,Ying (MED CD&amp;O) BII-CN-S" userId="456eb1e0-4978-443e-822e-be854341a778" providerId="ADAL" clId="{C7178D90-5483-4538-95C4-63DD1CB1F58E}" dt="2023-04-06T05:09:17.822" v="337" actId="2696"/>
          <pc:sldLayoutMkLst>
            <pc:docMk/>
            <pc:sldMasterMk cId="2786205193" sldId="2147483870"/>
            <pc:sldLayoutMk cId="3072758920" sldId="2147483899"/>
          </pc:sldLayoutMkLst>
        </pc:sldLayoutChg>
        <pc:sldLayoutChg chg="del">
          <pc:chgData name="Zhang,Ying (MED CD&amp;O) BII-CN-S" userId="456eb1e0-4978-443e-822e-be854341a778" providerId="ADAL" clId="{C7178D90-5483-4538-95C4-63DD1CB1F58E}" dt="2023-04-06T05:09:17.838" v="338" actId="2696"/>
          <pc:sldLayoutMkLst>
            <pc:docMk/>
            <pc:sldMasterMk cId="2786205193" sldId="2147483870"/>
            <pc:sldLayoutMk cId="1316011119" sldId="2147483900"/>
          </pc:sldLayoutMkLst>
        </pc:sldLayoutChg>
        <pc:sldLayoutChg chg="del">
          <pc:chgData name="Zhang,Ying (MED CD&amp;O) BII-CN-S" userId="456eb1e0-4978-443e-822e-be854341a778" providerId="ADAL" clId="{C7178D90-5483-4538-95C4-63DD1CB1F58E}" dt="2023-04-06T05:09:17.838" v="339" actId="2696"/>
          <pc:sldLayoutMkLst>
            <pc:docMk/>
            <pc:sldMasterMk cId="2786205193" sldId="2147483870"/>
            <pc:sldLayoutMk cId="1548105123" sldId="2147483901"/>
          </pc:sldLayoutMkLst>
        </pc:sldLayoutChg>
        <pc:sldLayoutChg chg="del">
          <pc:chgData name="Zhang,Ying (MED CD&amp;O) BII-CN-S" userId="456eb1e0-4978-443e-822e-be854341a778" providerId="ADAL" clId="{C7178D90-5483-4538-95C4-63DD1CB1F58E}" dt="2023-04-06T05:09:17.838" v="340" actId="2696"/>
          <pc:sldLayoutMkLst>
            <pc:docMk/>
            <pc:sldMasterMk cId="2786205193" sldId="2147483870"/>
            <pc:sldLayoutMk cId="2975887103" sldId="2147483902"/>
          </pc:sldLayoutMkLst>
        </pc:sldLayoutChg>
        <pc:sldLayoutChg chg="del">
          <pc:chgData name="Zhang,Ying (MED CD&amp;O) BII-CN-S" userId="456eb1e0-4978-443e-822e-be854341a778" providerId="ADAL" clId="{C7178D90-5483-4538-95C4-63DD1CB1F58E}" dt="2023-04-06T05:09:17.841" v="341" actId="2696"/>
          <pc:sldLayoutMkLst>
            <pc:docMk/>
            <pc:sldMasterMk cId="2786205193" sldId="2147483870"/>
            <pc:sldLayoutMk cId="1443376361" sldId="2147483903"/>
          </pc:sldLayoutMkLst>
        </pc:sldLayoutChg>
        <pc:sldLayoutChg chg="del">
          <pc:chgData name="Zhang,Ying (MED CD&amp;O) BII-CN-S" userId="456eb1e0-4978-443e-822e-be854341a778" providerId="ADAL" clId="{C7178D90-5483-4538-95C4-63DD1CB1F58E}" dt="2023-04-06T05:09:17.841" v="342" actId="2696"/>
          <pc:sldLayoutMkLst>
            <pc:docMk/>
            <pc:sldMasterMk cId="2786205193" sldId="2147483870"/>
            <pc:sldLayoutMk cId="187597815" sldId="2147483904"/>
          </pc:sldLayoutMkLst>
        </pc:sldLayoutChg>
        <pc:sldLayoutChg chg="del">
          <pc:chgData name="Zhang,Ying (MED CD&amp;O) BII-CN-S" userId="456eb1e0-4978-443e-822e-be854341a778" providerId="ADAL" clId="{C7178D90-5483-4538-95C4-63DD1CB1F58E}" dt="2023-04-06T05:09:17.856" v="343" actId="2696"/>
          <pc:sldLayoutMkLst>
            <pc:docMk/>
            <pc:sldMasterMk cId="2786205193" sldId="2147483870"/>
            <pc:sldLayoutMk cId="4017160654" sldId="2147483905"/>
          </pc:sldLayoutMkLst>
        </pc:sldLayoutChg>
        <pc:sldLayoutChg chg="del">
          <pc:chgData name="Zhang,Ying (MED CD&amp;O) BII-CN-S" userId="456eb1e0-4978-443e-822e-be854341a778" providerId="ADAL" clId="{C7178D90-5483-4538-95C4-63DD1CB1F58E}" dt="2023-04-06T05:09:17.866" v="344" actId="2696"/>
          <pc:sldLayoutMkLst>
            <pc:docMk/>
            <pc:sldMasterMk cId="2786205193" sldId="2147483870"/>
            <pc:sldLayoutMk cId="2224599342" sldId="2147483906"/>
          </pc:sldLayoutMkLst>
        </pc:sldLayoutChg>
        <pc:sldLayoutChg chg="del">
          <pc:chgData name="Zhang,Ying (MED CD&amp;O) BII-CN-S" userId="456eb1e0-4978-443e-822e-be854341a778" providerId="ADAL" clId="{C7178D90-5483-4538-95C4-63DD1CB1F58E}" dt="2023-04-06T05:09:17.871" v="345" actId="2696"/>
          <pc:sldLayoutMkLst>
            <pc:docMk/>
            <pc:sldMasterMk cId="2786205193" sldId="2147483870"/>
            <pc:sldLayoutMk cId="1592920421" sldId="2147483907"/>
          </pc:sldLayoutMkLst>
        </pc:sldLayoutChg>
        <pc:sldLayoutChg chg="del">
          <pc:chgData name="Zhang,Ying (MED CD&amp;O) BII-CN-S" userId="456eb1e0-4978-443e-822e-be854341a778" providerId="ADAL" clId="{C7178D90-5483-4538-95C4-63DD1CB1F58E}" dt="2023-04-06T05:09:17.888" v="346" actId="2696"/>
          <pc:sldLayoutMkLst>
            <pc:docMk/>
            <pc:sldMasterMk cId="2786205193" sldId="2147483870"/>
            <pc:sldLayoutMk cId="4080138039" sldId="2147483908"/>
          </pc:sldLayoutMkLst>
        </pc:sldLayoutChg>
        <pc:sldLayoutChg chg="del">
          <pc:chgData name="Zhang,Ying (MED CD&amp;O) BII-CN-S" userId="456eb1e0-4978-443e-822e-be854341a778" providerId="ADAL" clId="{C7178D90-5483-4538-95C4-63DD1CB1F58E}" dt="2023-04-06T05:09:17.888" v="347" actId="2696"/>
          <pc:sldLayoutMkLst>
            <pc:docMk/>
            <pc:sldMasterMk cId="2786205193" sldId="2147483870"/>
            <pc:sldLayoutMk cId="1990596218" sldId="2147483909"/>
          </pc:sldLayoutMkLst>
        </pc:sldLayoutChg>
        <pc:sldLayoutChg chg="del">
          <pc:chgData name="Zhang,Ying (MED CD&amp;O) BII-CN-S" userId="456eb1e0-4978-443e-822e-be854341a778" providerId="ADAL" clId="{C7178D90-5483-4538-95C4-63DD1CB1F58E}" dt="2023-04-06T05:09:17.905" v="348" actId="2696"/>
          <pc:sldLayoutMkLst>
            <pc:docMk/>
            <pc:sldMasterMk cId="2786205193" sldId="2147483870"/>
            <pc:sldLayoutMk cId="4162089988" sldId="2147483910"/>
          </pc:sldLayoutMkLst>
        </pc:sldLayoutChg>
        <pc:sldLayoutChg chg="del">
          <pc:chgData name="Zhang,Ying (MED CD&amp;O) BII-CN-S" userId="456eb1e0-4978-443e-822e-be854341a778" providerId="ADAL" clId="{C7178D90-5483-4538-95C4-63DD1CB1F58E}" dt="2023-04-06T05:09:17.905" v="349" actId="2696"/>
          <pc:sldLayoutMkLst>
            <pc:docMk/>
            <pc:sldMasterMk cId="2786205193" sldId="2147483870"/>
            <pc:sldLayoutMk cId="3769232394" sldId="2147483911"/>
          </pc:sldLayoutMkLst>
        </pc:sldLayoutChg>
      </pc:sldMasterChg>
      <pc:sldMasterChg chg="del delSldLayout">
        <pc:chgData name="Zhang,Ying (MED CD&amp;O) BII-CN-S" userId="456eb1e0-4978-443e-822e-be854341a778" providerId="ADAL" clId="{C7178D90-5483-4538-95C4-63DD1CB1F58E}" dt="2023-04-06T05:09:17.223" v="204" actId="2696"/>
        <pc:sldMasterMkLst>
          <pc:docMk/>
          <pc:sldMasterMk cId="3256750490" sldId="2147483913"/>
        </pc:sldMasterMkLst>
        <pc:sldLayoutChg chg="del">
          <pc:chgData name="Zhang,Ying (MED CD&amp;O) BII-CN-S" userId="456eb1e0-4978-443e-822e-be854341a778" providerId="ADAL" clId="{C7178D90-5483-4538-95C4-63DD1CB1F58E}" dt="2023-04-06T05:09:17.173" v="177" actId="2696"/>
          <pc:sldLayoutMkLst>
            <pc:docMk/>
            <pc:sldMasterMk cId="3256750490" sldId="2147483913"/>
            <pc:sldLayoutMk cId="1532105109" sldId="2147483914"/>
          </pc:sldLayoutMkLst>
        </pc:sldLayoutChg>
        <pc:sldLayoutChg chg="del">
          <pc:chgData name="Zhang,Ying (MED CD&amp;O) BII-CN-S" userId="456eb1e0-4978-443e-822e-be854341a778" providerId="ADAL" clId="{C7178D90-5483-4538-95C4-63DD1CB1F58E}" dt="2023-04-06T05:09:17.173" v="178" actId="2696"/>
          <pc:sldLayoutMkLst>
            <pc:docMk/>
            <pc:sldMasterMk cId="3256750490" sldId="2147483913"/>
            <pc:sldLayoutMk cId="3311164852" sldId="2147483915"/>
          </pc:sldLayoutMkLst>
        </pc:sldLayoutChg>
        <pc:sldLayoutChg chg="del">
          <pc:chgData name="Zhang,Ying (MED CD&amp;O) BII-CN-S" userId="456eb1e0-4978-443e-822e-be854341a778" providerId="ADAL" clId="{C7178D90-5483-4538-95C4-63DD1CB1F58E}" dt="2023-04-06T05:09:17.173" v="179" actId="2696"/>
          <pc:sldLayoutMkLst>
            <pc:docMk/>
            <pc:sldMasterMk cId="3256750490" sldId="2147483913"/>
            <pc:sldLayoutMk cId="3261327815" sldId="2147483916"/>
          </pc:sldLayoutMkLst>
        </pc:sldLayoutChg>
        <pc:sldLayoutChg chg="del">
          <pc:chgData name="Zhang,Ying (MED CD&amp;O) BII-CN-S" userId="456eb1e0-4978-443e-822e-be854341a778" providerId="ADAL" clId="{C7178D90-5483-4538-95C4-63DD1CB1F58E}" dt="2023-04-06T05:09:17.173" v="180" actId="2696"/>
          <pc:sldLayoutMkLst>
            <pc:docMk/>
            <pc:sldMasterMk cId="3256750490" sldId="2147483913"/>
            <pc:sldLayoutMk cId="7407110" sldId="2147483917"/>
          </pc:sldLayoutMkLst>
        </pc:sldLayoutChg>
        <pc:sldLayoutChg chg="del">
          <pc:chgData name="Zhang,Ying (MED CD&amp;O) BII-CN-S" userId="456eb1e0-4978-443e-822e-be854341a778" providerId="ADAL" clId="{C7178D90-5483-4538-95C4-63DD1CB1F58E}" dt="2023-04-06T05:09:17.173" v="181" actId="2696"/>
          <pc:sldLayoutMkLst>
            <pc:docMk/>
            <pc:sldMasterMk cId="3256750490" sldId="2147483913"/>
            <pc:sldLayoutMk cId="1843085233" sldId="2147483918"/>
          </pc:sldLayoutMkLst>
        </pc:sldLayoutChg>
        <pc:sldLayoutChg chg="del">
          <pc:chgData name="Zhang,Ying (MED CD&amp;O) BII-CN-S" userId="456eb1e0-4978-443e-822e-be854341a778" providerId="ADAL" clId="{C7178D90-5483-4538-95C4-63DD1CB1F58E}" dt="2023-04-06T05:09:17.173" v="182" actId="2696"/>
          <pc:sldLayoutMkLst>
            <pc:docMk/>
            <pc:sldMasterMk cId="3256750490" sldId="2147483913"/>
            <pc:sldLayoutMk cId="2844519784" sldId="2147483919"/>
          </pc:sldLayoutMkLst>
        </pc:sldLayoutChg>
        <pc:sldLayoutChg chg="del">
          <pc:chgData name="Zhang,Ying (MED CD&amp;O) BII-CN-S" userId="456eb1e0-4978-443e-822e-be854341a778" providerId="ADAL" clId="{C7178D90-5483-4538-95C4-63DD1CB1F58E}" dt="2023-04-06T05:09:17.173" v="183" actId="2696"/>
          <pc:sldLayoutMkLst>
            <pc:docMk/>
            <pc:sldMasterMk cId="3256750490" sldId="2147483913"/>
            <pc:sldLayoutMk cId="942987152" sldId="2147483920"/>
          </pc:sldLayoutMkLst>
        </pc:sldLayoutChg>
        <pc:sldLayoutChg chg="del">
          <pc:chgData name="Zhang,Ying (MED CD&amp;O) BII-CN-S" userId="456eb1e0-4978-443e-822e-be854341a778" providerId="ADAL" clId="{C7178D90-5483-4538-95C4-63DD1CB1F58E}" dt="2023-04-06T05:09:17.173" v="184" actId="2696"/>
          <pc:sldLayoutMkLst>
            <pc:docMk/>
            <pc:sldMasterMk cId="3256750490" sldId="2147483913"/>
            <pc:sldLayoutMk cId="4268562094" sldId="2147483921"/>
          </pc:sldLayoutMkLst>
        </pc:sldLayoutChg>
        <pc:sldLayoutChg chg="del">
          <pc:chgData name="Zhang,Ying (MED CD&amp;O) BII-CN-S" userId="456eb1e0-4978-443e-822e-be854341a778" providerId="ADAL" clId="{C7178D90-5483-4538-95C4-63DD1CB1F58E}" dt="2023-04-06T05:09:17.173" v="185" actId="2696"/>
          <pc:sldLayoutMkLst>
            <pc:docMk/>
            <pc:sldMasterMk cId="3256750490" sldId="2147483913"/>
            <pc:sldLayoutMk cId="4220170742" sldId="2147483922"/>
          </pc:sldLayoutMkLst>
        </pc:sldLayoutChg>
        <pc:sldLayoutChg chg="del">
          <pc:chgData name="Zhang,Ying (MED CD&amp;O) BII-CN-S" userId="456eb1e0-4978-443e-822e-be854341a778" providerId="ADAL" clId="{C7178D90-5483-4538-95C4-63DD1CB1F58E}" dt="2023-04-06T05:09:17.173" v="186" actId="2696"/>
          <pc:sldLayoutMkLst>
            <pc:docMk/>
            <pc:sldMasterMk cId="3256750490" sldId="2147483913"/>
            <pc:sldLayoutMk cId="1151062703" sldId="2147483923"/>
          </pc:sldLayoutMkLst>
        </pc:sldLayoutChg>
        <pc:sldLayoutChg chg="del">
          <pc:chgData name="Zhang,Ying (MED CD&amp;O) BII-CN-S" userId="456eb1e0-4978-443e-822e-be854341a778" providerId="ADAL" clId="{C7178D90-5483-4538-95C4-63DD1CB1F58E}" dt="2023-04-06T05:09:17.173" v="187" actId="2696"/>
          <pc:sldLayoutMkLst>
            <pc:docMk/>
            <pc:sldMasterMk cId="3256750490" sldId="2147483913"/>
            <pc:sldLayoutMk cId="2510699674" sldId="2147483924"/>
          </pc:sldLayoutMkLst>
        </pc:sldLayoutChg>
        <pc:sldLayoutChg chg="del">
          <pc:chgData name="Zhang,Ying (MED CD&amp;O) BII-CN-S" userId="456eb1e0-4978-443e-822e-be854341a778" providerId="ADAL" clId="{C7178D90-5483-4538-95C4-63DD1CB1F58E}" dt="2023-04-06T05:09:17.173" v="188" actId="2696"/>
          <pc:sldLayoutMkLst>
            <pc:docMk/>
            <pc:sldMasterMk cId="3256750490" sldId="2147483913"/>
            <pc:sldLayoutMk cId="2958314499" sldId="2147483925"/>
          </pc:sldLayoutMkLst>
        </pc:sldLayoutChg>
        <pc:sldLayoutChg chg="del">
          <pc:chgData name="Zhang,Ying (MED CD&amp;O) BII-CN-S" userId="456eb1e0-4978-443e-822e-be854341a778" providerId="ADAL" clId="{C7178D90-5483-4538-95C4-63DD1CB1F58E}" dt="2023-04-06T05:09:17.173" v="189" actId="2696"/>
          <pc:sldLayoutMkLst>
            <pc:docMk/>
            <pc:sldMasterMk cId="3256750490" sldId="2147483913"/>
            <pc:sldLayoutMk cId="3658228694" sldId="2147483926"/>
          </pc:sldLayoutMkLst>
        </pc:sldLayoutChg>
        <pc:sldLayoutChg chg="del">
          <pc:chgData name="Zhang,Ying (MED CD&amp;O) BII-CN-S" userId="456eb1e0-4978-443e-822e-be854341a778" providerId="ADAL" clId="{C7178D90-5483-4538-95C4-63DD1CB1F58E}" dt="2023-04-06T05:09:17.173" v="190" actId="2696"/>
          <pc:sldLayoutMkLst>
            <pc:docMk/>
            <pc:sldMasterMk cId="3256750490" sldId="2147483913"/>
            <pc:sldLayoutMk cId="2521792787" sldId="2147483927"/>
          </pc:sldLayoutMkLst>
        </pc:sldLayoutChg>
        <pc:sldLayoutChg chg="del">
          <pc:chgData name="Zhang,Ying (MED CD&amp;O) BII-CN-S" userId="456eb1e0-4978-443e-822e-be854341a778" providerId="ADAL" clId="{C7178D90-5483-4538-95C4-63DD1CB1F58E}" dt="2023-04-06T05:09:17.189" v="191" actId="2696"/>
          <pc:sldLayoutMkLst>
            <pc:docMk/>
            <pc:sldMasterMk cId="3256750490" sldId="2147483913"/>
            <pc:sldLayoutMk cId="437225490" sldId="2147483928"/>
          </pc:sldLayoutMkLst>
        </pc:sldLayoutChg>
        <pc:sldLayoutChg chg="del">
          <pc:chgData name="Zhang,Ying (MED CD&amp;O) BII-CN-S" userId="456eb1e0-4978-443e-822e-be854341a778" providerId="ADAL" clId="{C7178D90-5483-4538-95C4-63DD1CB1F58E}" dt="2023-04-06T05:09:17.190" v="192" actId="2696"/>
          <pc:sldLayoutMkLst>
            <pc:docMk/>
            <pc:sldMasterMk cId="3256750490" sldId="2147483913"/>
            <pc:sldLayoutMk cId="470619792" sldId="2147483929"/>
          </pc:sldLayoutMkLst>
        </pc:sldLayoutChg>
        <pc:sldLayoutChg chg="del">
          <pc:chgData name="Zhang,Ying (MED CD&amp;O) BII-CN-S" userId="456eb1e0-4978-443e-822e-be854341a778" providerId="ADAL" clId="{C7178D90-5483-4538-95C4-63DD1CB1F58E}" dt="2023-04-06T05:09:17.190" v="193" actId="2696"/>
          <pc:sldLayoutMkLst>
            <pc:docMk/>
            <pc:sldMasterMk cId="3256750490" sldId="2147483913"/>
            <pc:sldLayoutMk cId="3176706944" sldId="2147483930"/>
          </pc:sldLayoutMkLst>
        </pc:sldLayoutChg>
        <pc:sldLayoutChg chg="del">
          <pc:chgData name="Zhang,Ying (MED CD&amp;O) BII-CN-S" userId="456eb1e0-4978-443e-822e-be854341a778" providerId="ADAL" clId="{C7178D90-5483-4538-95C4-63DD1CB1F58E}" dt="2023-04-06T05:09:17.190" v="194" actId="2696"/>
          <pc:sldLayoutMkLst>
            <pc:docMk/>
            <pc:sldMasterMk cId="3256750490" sldId="2147483913"/>
            <pc:sldLayoutMk cId="3652989455" sldId="2147483931"/>
          </pc:sldLayoutMkLst>
        </pc:sldLayoutChg>
        <pc:sldLayoutChg chg="del">
          <pc:chgData name="Zhang,Ying (MED CD&amp;O) BII-CN-S" userId="456eb1e0-4978-443e-822e-be854341a778" providerId="ADAL" clId="{C7178D90-5483-4538-95C4-63DD1CB1F58E}" dt="2023-04-06T05:09:17.190" v="195" actId="2696"/>
          <pc:sldLayoutMkLst>
            <pc:docMk/>
            <pc:sldMasterMk cId="3256750490" sldId="2147483913"/>
            <pc:sldLayoutMk cId="1479175329" sldId="2147483932"/>
          </pc:sldLayoutMkLst>
        </pc:sldLayoutChg>
        <pc:sldLayoutChg chg="del">
          <pc:chgData name="Zhang,Ying (MED CD&amp;O) BII-CN-S" userId="456eb1e0-4978-443e-822e-be854341a778" providerId="ADAL" clId="{C7178D90-5483-4538-95C4-63DD1CB1F58E}" dt="2023-04-06T05:09:17.190" v="196" actId="2696"/>
          <pc:sldLayoutMkLst>
            <pc:docMk/>
            <pc:sldMasterMk cId="3256750490" sldId="2147483913"/>
            <pc:sldLayoutMk cId="1575095696" sldId="2147483933"/>
          </pc:sldLayoutMkLst>
        </pc:sldLayoutChg>
        <pc:sldLayoutChg chg="del">
          <pc:chgData name="Zhang,Ying (MED CD&amp;O) BII-CN-S" userId="456eb1e0-4978-443e-822e-be854341a778" providerId="ADAL" clId="{C7178D90-5483-4538-95C4-63DD1CB1F58E}" dt="2023-04-06T05:09:17.190" v="197" actId="2696"/>
          <pc:sldLayoutMkLst>
            <pc:docMk/>
            <pc:sldMasterMk cId="3256750490" sldId="2147483913"/>
            <pc:sldLayoutMk cId="3476577922" sldId="2147483934"/>
          </pc:sldLayoutMkLst>
        </pc:sldLayoutChg>
        <pc:sldLayoutChg chg="del">
          <pc:chgData name="Zhang,Ying (MED CD&amp;O) BII-CN-S" userId="456eb1e0-4978-443e-822e-be854341a778" providerId="ADAL" clId="{C7178D90-5483-4538-95C4-63DD1CB1F58E}" dt="2023-04-06T05:09:17.190" v="198" actId="2696"/>
          <pc:sldLayoutMkLst>
            <pc:docMk/>
            <pc:sldMasterMk cId="3256750490" sldId="2147483913"/>
            <pc:sldLayoutMk cId="1191434585" sldId="2147483935"/>
          </pc:sldLayoutMkLst>
        </pc:sldLayoutChg>
        <pc:sldLayoutChg chg="del">
          <pc:chgData name="Zhang,Ying (MED CD&amp;O) BII-CN-S" userId="456eb1e0-4978-443e-822e-be854341a778" providerId="ADAL" clId="{C7178D90-5483-4538-95C4-63DD1CB1F58E}" dt="2023-04-06T05:09:17.190" v="199" actId="2696"/>
          <pc:sldLayoutMkLst>
            <pc:docMk/>
            <pc:sldMasterMk cId="3256750490" sldId="2147483913"/>
            <pc:sldLayoutMk cId="1300395712" sldId="2147483936"/>
          </pc:sldLayoutMkLst>
        </pc:sldLayoutChg>
        <pc:sldLayoutChg chg="del">
          <pc:chgData name="Zhang,Ying (MED CD&amp;O) BII-CN-S" userId="456eb1e0-4978-443e-822e-be854341a778" providerId="ADAL" clId="{C7178D90-5483-4538-95C4-63DD1CB1F58E}" dt="2023-04-06T05:09:17.190" v="200" actId="2696"/>
          <pc:sldLayoutMkLst>
            <pc:docMk/>
            <pc:sldMasterMk cId="3256750490" sldId="2147483913"/>
            <pc:sldLayoutMk cId="288550970" sldId="2147483937"/>
          </pc:sldLayoutMkLst>
        </pc:sldLayoutChg>
        <pc:sldLayoutChg chg="del">
          <pc:chgData name="Zhang,Ying (MED CD&amp;O) BII-CN-S" userId="456eb1e0-4978-443e-822e-be854341a778" providerId="ADAL" clId="{C7178D90-5483-4538-95C4-63DD1CB1F58E}" dt="2023-04-06T05:09:17.205" v="201" actId="2696"/>
          <pc:sldLayoutMkLst>
            <pc:docMk/>
            <pc:sldMasterMk cId="3256750490" sldId="2147483913"/>
            <pc:sldLayoutMk cId="3537765471" sldId="2147483938"/>
          </pc:sldLayoutMkLst>
        </pc:sldLayoutChg>
        <pc:sldLayoutChg chg="del">
          <pc:chgData name="Zhang,Ying (MED CD&amp;O) BII-CN-S" userId="456eb1e0-4978-443e-822e-be854341a778" providerId="ADAL" clId="{C7178D90-5483-4538-95C4-63DD1CB1F58E}" dt="2023-04-06T05:09:17.205" v="202" actId="2696"/>
          <pc:sldLayoutMkLst>
            <pc:docMk/>
            <pc:sldMasterMk cId="3256750490" sldId="2147483913"/>
            <pc:sldLayoutMk cId="2055012792" sldId="2147483939"/>
          </pc:sldLayoutMkLst>
        </pc:sldLayoutChg>
        <pc:sldLayoutChg chg="del">
          <pc:chgData name="Zhang,Ying (MED CD&amp;O) BII-CN-S" userId="456eb1e0-4978-443e-822e-be854341a778" providerId="ADAL" clId="{C7178D90-5483-4538-95C4-63DD1CB1F58E}" dt="2023-04-06T05:09:17.205" v="203" actId="2696"/>
          <pc:sldLayoutMkLst>
            <pc:docMk/>
            <pc:sldMasterMk cId="3256750490" sldId="2147483913"/>
            <pc:sldLayoutMk cId="1010345962" sldId="2147483940"/>
          </pc:sldLayoutMkLst>
        </pc:sldLayoutChg>
      </pc:sldMasterChg>
      <pc:sldMasterChg chg="del delSldLayout">
        <pc:chgData name="Zhang,Ying (MED CD&amp;O) BII-CN-S" userId="456eb1e0-4978-443e-822e-be854341a778" providerId="ADAL" clId="{C7178D90-5483-4538-95C4-63DD1CB1F58E}" dt="2023-04-06T05:09:17.665" v="308" actId="2696"/>
        <pc:sldMasterMkLst>
          <pc:docMk/>
          <pc:sldMasterMk cId="635065472" sldId="2147484029"/>
        </pc:sldMasterMkLst>
        <pc:sldLayoutChg chg="del">
          <pc:chgData name="Zhang,Ying (MED CD&amp;O) BII-CN-S" userId="456eb1e0-4978-443e-822e-be854341a778" providerId="ADAL" clId="{C7178D90-5483-4538-95C4-63DD1CB1F58E}" dt="2023-04-06T05:09:17.372" v="267" actId="2696"/>
          <pc:sldLayoutMkLst>
            <pc:docMk/>
            <pc:sldMasterMk cId="635065472" sldId="2147484029"/>
            <pc:sldLayoutMk cId="3886380894" sldId="2147484030"/>
          </pc:sldLayoutMkLst>
        </pc:sldLayoutChg>
        <pc:sldLayoutChg chg="del">
          <pc:chgData name="Zhang,Ying (MED CD&amp;O) BII-CN-S" userId="456eb1e0-4978-443e-822e-be854341a778" providerId="ADAL" clId="{C7178D90-5483-4538-95C4-63DD1CB1F58E}" dt="2023-04-06T05:09:17.372" v="268" actId="2696"/>
          <pc:sldLayoutMkLst>
            <pc:docMk/>
            <pc:sldMasterMk cId="635065472" sldId="2147484029"/>
            <pc:sldLayoutMk cId="958078865" sldId="2147484031"/>
          </pc:sldLayoutMkLst>
        </pc:sldLayoutChg>
        <pc:sldLayoutChg chg="del">
          <pc:chgData name="Zhang,Ying (MED CD&amp;O) BII-CN-S" userId="456eb1e0-4978-443e-822e-be854341a778" providerId="ADAL" clId="{C7178D90-5483-4538-95C4-63DD1CB1F58E}" dt="2023-04-06T05:09:17.372" v="269" actId="2696"/>
          <pc:sldLayoutMkLst>
            <pc:docMk/>
            <pc:sldMasterMk cId="635065472" sldId="2147484029"/>
            <pc:sldLayoutMk cId="608739090" sldId="2147484032"/>
          </pc:sldLayoutMkLst>
        </pc:sldLayoutChg>
        <pc:sldLayoutChg chg="del">
          <pc:chgData name="Zhang,Ying (MED CD&amp;O) BII-CN-S" userId="456eb1e0-4978-443e-822e-be854341a778" providerId="ADAL" clId="{C7178D90-5483-4538-95C4-63DD1CB1F58E}" dt="2023-04-06T05:09:17.372" v="270" actId="2696"/>
          <pc:sldLayoutMkLst>
            <pc:docMk/>
            <pc:sldMasterMk cId="635065472" sldId="2147484029"/>
            <pc:sldLayoutMk cId="3141556079" sldId="2147484033"/>
          </pc:sldLayoutMkLst>
        </pc:sldLayoutChg>
        <pc:sldLayoutChg chg="del">
          <pc:chgData name="Zhang,Ying (MED CD&amp;O) BII-CN-S" userId="456eb1e0-4978-443e-822e-be854341a778" providerId="ADAL" clId="{C7178D90-5483-4538-95C4-63DD1CB1F58E}" dt="2023-04-06T05:09:17.372" v="271" actId="2696"/>
          <pc:sldLayoutMkLst>
            <pc:docMk/>
            <pc:sldMasterMk cId="635065472" sldId="2147484029"/>
            <pc:sldLayoutMk cId="1188617417" sldId="2147484034"/>
          </pc:sldLayoutMkLst>
        </pc:sldLayoutChg>
        <pc:sldLayoutChg chg="del">
          <pc:chgData name="Zhang,Ying (MED CD&amp;O) BII-CN-S" userId="456eb1e0-4978-443e-822e-be854341a778" providerId="ADAL" clId="{C7178D90-5483-4538-95C4-63DD1CB1F58E}" dt="2023-04-06T05:09:17.389" v="272" actId="2696"/>
          <pc:sldLayoutMkLst>
            <pc:docMk/>
            <pc:sldMasterMk cId="635065472" sldId="2147484029"/>
            <pc:sldLayoutMk cId="1999756959" sldId="2147484035"/>
          </pc:sldLayoutMkLst>
        </pc:sldLayoutChg>
        <pc:sldLayoutChg chg="del">
          <pc:chgData name="Zhang,Ying (MED CD&amp;O) BII-CN-S" userId="456eb1e0-4978-443e-822e-be854341a778" providerId="ADAL" clId="{C7178D90-5483-4538-95C4-63DD1CB1F58E}" dt="2023-04-06T05:09:17.389" v="273" actId="2696"/>
          <pc:sldLayoutMkLst>
            <pc:docMk/>
            <pc:sldMasterMk cId="635065472" sldId="2147484029"/>
            <pc:sldLayoutMk cId="307277126" sldId="2147484036"/>
          </pc:sldLayoutMkLst>
        </pc:sldLayoutChg>
        <pc:sldLayoutChg chg="del">
          <pc:chgData name="Zhang,Ying (MED CD&amp;O) BII-CN-S" userId="456eb1e0-4978-443e-822e-be854341a778" providerId="ADAL" clId="{C7178D90-5483-4538-95C4-63DD1CB1F58E}" dt="2023-04-06T05:09:17.389" v="274" actId="2696"/>
          <pc:sldLayoutMkLst>
            <pc:docMk/>
            <pc:sldMasterMk cId="635065472" sldId="2147484029"/>
            <pc:sldLayoutMk cId="2706247623" sldId="2147484037"/>
          </pc:sldLayoutMkLst>
        </pc:sldLayoutChg>
        <pc:sldLayoutChg chg="del">
          <pc:chgData name="Zhang,Ying (MED CD&amp;O) BII-CN-S" userId="456eb1e0-4978-443e-822e-be854341a778" providerId="ADAL" clId="{C7178D90-5483-4538-95C4-63DD1CB1F58E}" dt="2023-04-06T05:09:17.389" v="275" actId="2696"/>
          <pc:sldLayoutMkLst>
            <pc:docMk/>
            <pc:sldMasterMk cId="635065472" sldId="2147484029"/>
            <pc:sldLayoutMk cId="1207717638" sldId="2147484038"/>
          </pc:sldLayoutMkLst>
        </pc:sldLayoutChg>
        <pc:sldLayoutChg chg="del">
          <pc:chgData name="Zhang,Ying (MED CD&amp;O) BII-CN-S" userId="456eb1e0-4978-443e-822e-be854341a778" providerId="ADAL" clId="{C7178D90-5483-4538-95C4-63DD1CB1F58E}" dt="2023-04-06T05:09:17.389" v="276" actId="2696"/>
          <pc:sldLayoutMkLst>
            <pc:docMk/>
            <pc:sldMasterMk cId="635065472" sldId="2147484029"/>
            <pc:sldLayoutMk cId="2944045770" sldId="2147484039"/>
          </pc:sldLayoutMkLst>
        </pc:sldLayoutChg>
        <pc:sldLayoutChg chg="del">
          <pc:chgData name="Zhang,Ying (MED CD&amp;O) BII-CN-S" userId="456eb1e0-4978-443e-822e-be854341a778" providerId="ADAL" clId="{C7178D90-5483-4538-95C4-63DD1CB1F58E}" dt="2023-04-06T05:09:17.404" v="277" actId="2696"/>
          <pc:sldLayoutMkLst>
            <pc:docMk/>
            <pc:sldMasterMk cId="635065472" sldId="2147484029"/>
            <pc:sldLayoutMk cId="156724029" sldId="2147484040"/>
          </pc:sldLayoutMkLst>
        </pc:sldLayoutChg>
        <pc:sldLayoutChg chg="del">
          <pc:chgData name="Zhang,Ying (MED CD&amp;O) BII-CN-S" userId="456eb1e0-4978-443e-822e-be854341a778" providerId="ADAL" clId="{C7178D90-5483-4538-95C4-63DD1CB1F58E}" dt="2023-04-06T05:09:17.405" v="278" actId="2696"/>
          <pc:sldLayoutMkLst>
            <pc:docMk/>
            <pc:sldMasterMk cId="635065472" sldId="2147484029"/>
            <pc:sldLayoutMk cId="402703244" sldId="2147484041"/>
          </pc:sldLayoutMkLst>
        </pc:sldLayoutChg>
        <pc:sldLayoutChg chg="del">
          <pc:chgData name="Zhang,Ying (MED CD&amp;O) BII-CN-S" userId="456eb1e0-4978-443e-822e-be854341a778" providerId="ADAL" clId="{C7178D90-5483-4538-95C4-63DD1CB1F58E}" dt="2023-04-06T05:09:17.406" v="279" actId="2696"/>
          <pc:sldLayoutMkLst>
            <pc:docMk/>
            <pc:sldMasterMk cId="635065472" sldId="2147484029"/>
            <pc:sldLayoutMk cId="3388720309" sldId="2147484042"/>
          </pc:sldLayoutMkLst>
        </pc:sldLayoutChg>
        <pc:sldLayoutChg chg="del">
          <pc:chgData name="Zhang,Ying (MED CD&amp;O) BII-CN-S" userId="456eb1e0-4978-443e-822e-be854341a778" providerId="ADAL" clId="{C7178D90-5483-4538-95C4-63DD1CB1F58E}" dt="2023-04-06T05:09:17.422" v="280" actId="2696"/>
          <pc:sldLayoutMkLst>
            <pc:docMk/>
            <pc:sldMasterMk cId="635065472" sldId="2147484029"/>
            <pc:sldLayoutMk cId="582677470" sldId="2147484043"/>
          </pc:sldLayoutMkLst>
        </pc:sldLayoutChg>
        <pc:sldLayoutChg chg="del">
          <pc:chgData name="Zhang,Ying (MED CD&amp;O) BII-CN-S" userId="456eb1e0-4978-443e-822e-be854341a778" providerId="ADAL" clId="{C7178D90-5483-4538-95C4-63DD1CB1F58E}" dt="2023-04-06T05:09:17.423" v="281" actId="2696"/>
          <pc:sldLayoutMkLst>
            <pc:docMk/>
            <pc:sldMasterMk cId="635065472" sldId="2147484029"/>
            <pc:sldLayoutMk cId="136837965" sldId="2147484044"/>
          </pc:sldLayoutMkLst>
        </pc:sldLayoutChg>
        <pc:sldLayoutChg chg="del">
          <pc:chgData name="Zhang,Ying (MED CD&amp;O) BII-CN-S" userId="456eb1e0-4978-443e-822e-be854341a778" providerId="ADAL" clId="{C7178D90-5483-4538-95C4-63DD1CB1F58E}" dt="2023-04-06T05:09:17.434" v="282" actId="2696"/>
          <pc:sldLayoutMkLst>
            <pc:docMk/>
            <pc:sldMasterMk cId="635065472" sldId="2147484029"/>
            <pc:sldLayoutMk cId="829074604" sldId="2147484045"/>
          </pc:sldLayoutMkLst>
        </pc:sldLayoutChg>
        <pc:sldLayoutChg chg="del">
          <pc:chgData name="Zhang,Ying (MED CD&amp;O) BII-CN-S" userId="456eb1e0-4978-443e-822e-be854341a778" providerId="ADAL" clId="{C7178D90-5483-4538-95C4-63DD1CB1F58E}" dt="2023-04-06T05:09:17.435" v="283" actId="2696"/>
          <pc:sldLayoutMkLst>
            <pc:docMk/>
            <pc:sldMasterMk cId="635065472" sldId="2147484029"/>
            <pc:sldLayoutMk cId="3200916498" sldId="2147484046"/>
          </pc:sldLayoutMkLst>
        </pc:sldLayoutChg>
        <pc:sldLayoutChg chg="del">
          <pc:chgData name="Zhang,Ying (MED CD&amp;O) BII-CN-S" userId="456eb1e0-4978-443e-822e-be854341a778" providerId="ADAL" clId="{C7178D90-5483-4538-95C4-63DD1CB1F58E}" dt="2023-04-06T05:09:17.438" v="284" actId="2696"/>
          <pc:sldLayoutMkLst>
            <pc:docMk/>
            <pc:sldMasterMk cId="635065472" sldId="2147484029"/>
            <pc:sldLayoutMk cId="3471403276" sldId="2147484047"/>
          </pc:sldLayoutMkLst>
        </pc:sldLayoutChg>
        <pc:sldLayoutChg chg="del">
          <pc:chgData name="Zhang,Ying (MED CD&amp;O) BII-CN-S" userId="456eb1e0-4978-443e-822e-be854341a778" providerId="ADAL" clId="{C7178D90-5483-4538-95C4-63DD1CB1F58E}" dt="2023-04-06T05:09:17.439" v="285" actId="2696"/>
          <pc:sldLayoutMkLst>
            <pc:docMk/>
            <pc:sldMasterMk cId="635065472" sldId="2147484029"/>
            <pc:sldLayoutMk cId="4155101132" sldId="2147484048"/>
          </pc:sldLayoutMkLst>
        </pc:sldLayoutChg>
        <pc:sldLayoutChg chg="del">
          <pc:chgData name="Zhang,Ying (MED CD&amp;O) BII-CN-S" userId="456eb1e0-4978-443e-822e-be854341a778" providerId="ADAL" clId="{C7178D90-5483-4538-95C4-63DD1CB1F58E}" dt="2023-04-06T05:09:17.441" v="286" actId="2696"/>
          <pc:sldLayoutMkLst>
            <pc:docMk/>
            <pc:sldMasterMk cId="635065472" sldId="2147484029"/>
            <pc:sldLayoutMk cId="1406099758" sldId="2147484049"/>
          </pc:sldLayoutMkLst>
        </pc:sldLayoutChg>
        <pc:sldLayoutChg chg="del">
          <pc:chgData name="Zhang,Ying (MED CD&amp;O) BII-CN-S" userId="456eb1e0-4978-443e-822e-be854341a778" providerId="ADAL" clId="{C7178D90-5483-4538-95C4-63DD1CB1F58E}" dt="2023-04-06T05:09:17.460" v="287" actId="2696"/>
          <pc:sldLayoutMkLst>
            <pc:docMk/>
            <pc:sldMasterMk cId="635065472" sldId="2147484029"/>
            <pc:sldLayoutMk cId="3766171836" sldId="2147484050"/>
          </pc:sldLayoutMkLst>
        </pc:sldLayoutChg>
        <pc:sldLayoutChg chg="del">
          <pc:chgData name="Zhang,Ying (MED CD&amp;O) BII-CN-S" userId="456eb1e0-4978-443e-822e-be854341a778" providerId="ADAL" clId="{C7178D90-5483-4538-95C4-63DD1CB1F58E}" dt="2023-04-06T05:09:17.460" v="288" actId="2696"/>
          <pc:sldLayoutMkLst>
            <pc:docMk/>
            <pc:sldMasterMk cId="635065472" sldId="2147484029"/>
            <pc:sldLayoutMk cId="2571679137" sldId="2147484051"/>
          </pc:sldLayoutMkLst>
        </pc:sldLayoutChg>
        <pc:sldLayoutChg chg="del">
          <pc:chgData name="Zhang,Ying (MED CD&amp;O) BII-CN-S" userId="456eb1e0-4978-443e-822e-be854341a778" providerId="ADAL" clId="{C7178D90-5483-4538-95C4-63DD1CB1F58E}" dt="2023-04-06T05:09:17.460" v="289" actId="2696"/>
          <pc:sldLayoutMkLst>
            <pc:docMk/>
            <pc:sldMasterMk cId="635065472" sldId="2147484029"/>
            <pc:sldLayoutMk cId="63013881" sldId="2147484052"/>
          </pc:sldLayoutMkLst>
        </pc:sldLayoutChg>
        <pc:sldLayoutChg chg="del">
          <pc:chgData name="Zhang,Ying (MED CD&amp;O) BII-CN-S" userId="456eb1e0-4978-443e-822e-be854341a778" providerId="ADAL" clId="{C7178D90-5483-4538-95C4-63DD1CB1F58E}" dt="2023-04-06T05:09:17.483" v="290" actId="2696"/>
          <pc:sldLayoutMkLst>
            <pc:docMk/>
            <pc:sldMasterMk cId="635065472" sldId="2147484029"/>
            <pc:sldLayoutMk cId="1905763327" sldId="2147484053"/>
          </pc:sldLayoutMkLst>
        </pc:sldLayoutChg>
        <pc:sldLayoutChg chg="del">
          <pc:chgData name="Zhang,Ying (MED CD&amp;O) BII-CN-S" userId="456eb1e0-4978-443e-822e-be854341a778" providerId="ADAL" clId="{C7178D90-5483-4538-95C4-63DD1CB1F58E}" dt="2023-04-06T05:09:17.498" v="291" actId="2696"/>
          <pc:sldLayoutMkLst>
            <pc:docMk/>
            <pc:sldMasterMk cId="635065472" sldId="2147484029"/>
            <pc:sldLayoutMk cId="45346896" sldId="2147484054"/>
          </pc:sldLayoutMkLst>
        </pc:sldLayoutChg>
        <pc:sldLayoutChg chg="del">
          <pc:chgData name="Zhang,Ying (MED CD&amp;O) BII-CN-S" userId="456eb1e0-4978-443e-822e-be854341a778" providerId="ADAL" clId="{C7178D90-5483-4538-95C4-63DD1CB1F58E}" dt="2023-04-06T05:09:17.510" v="292" actId="2696"/>
          <pc:sldLayoutMkLst>
            <pc:docMk/>
            <pc:sldMasterMk cId="635065472" sldId="2147484029"/>
            <pc:sldLayoutMk cId="1223780832" sldId="2147484055"/>
          </pc:sldLayoutMkLst>
        </pc:sldLayoutChg>
        <pc:sldLayoutChg chg="del">
          <pc:chgData name="Zhang,Ying (MED CD&amp;O) BII-CN-S" userId="456eb1e0-4978-443e-822e-be854341a778" providerId="ADAL" clId="{C7178D90-5483-4538-95C4-63DD1CB1F58E}" dt="2023-04-06T05:09:17.510" v="293" actId="2696"/>
          <pc:sldLayoutMkLst>
            <pc:docMk/>
            <pc:sldMasterMk cId="635065472" sldId="2147484029"/>
            <pc:sldLayoutMk cId="2137909728" sldId="2147484056"/>
          </pc:sldLayoutMkLst>
        </pc:sldLayoutChg>
        <pc:sldLayoutChg chg="del">
          <pc:chgData name="Zhang,Ying (MED CD&amp;O) BII-CN-S" userId="456eb1e0-4978-443e-822e-be854341a778" providerId="ADAL" clId="{C7178D90-5483-4538-95C4-63DD1CB1F58E}" dt="2023-04-06T05:09:17.510" v="294" actId="2696"/>
          <pc:sldLayoutMkLst>
            <pc:docMk/>
            <pc:sldMasterMk cId="635065472" sldId="2147484029"/>
            <pc:sldLayoutMk cId="3839630212" sldId="2147484057"/>
          </pc:sldLayoutMkLst>
        </pc:sldLayoutChg>
        <pc:sldLayoutChg chg="del">
          <pc:chgData name="Zhang,Ying (MED CD&amp;O) BII-CN-S" userId="456eb1e0-4978-443e-822e-be854341a778" providerId="ADAL" clId="{C7178D90-5483-4538-95C4-63DD1CB1F58E}" dt="2023-04-06T05:09:17.539" v="295" actId="2696"/>
          <pc:sldLayoutMkLst>
            <pc:docMk/>
            <pc:sldMasterMk cId="635065472" sldId="2147484029"/>
            <pc:sldLayoutMk cId="3197487171" sldId="2147484058"/>
          </pc:sldLayoutMkLst>
        </pc:sldLayoutChg>
        <pc:sldLayoutChg chg="del">
          <pc:chgData name="Zhang,Ying (MED CD&amp;O) BII-CN-S" userId="456eb1e0-4978-443e-822e-be854341a778" providerId="ADAL" clId="{C7178D90-5483-4538-95C4-63DD1CB1F58E}" dt="2023-04-06T05:09:17.556" v="296" actId="2696"/>
          <pc:sldLayoutMkLst>
            <pc:docMk/>
            <pc:sldMasterMk cId="635065472" sldId="2147484029"/>
            <pc:sldLayoutMk cId="2394323034" sldId="2147484059"/>
          </pc:sldLayoutMkLst>
        </pc:sldLayoutChg>
        <pc:sldLayoutChg chg="del">
          <pc:chgData name="Zhang,Ying (MED CD&amp;O) BII-CN-S" userId="456eb1e0-4978-443e-822e-be854341a778" providerId="ADAL" clId="{C7178D90-5483-4538-95C4-63DD1CB1F58E}" dt="2023-04-06T05:09:17.556" v="297" actId="2696"/>
          <pc:sldLayoutMkLst>
            <pc:docMk/>
            <pc:sldMasterMk cId="635065472" sldId="2147484029"/>
            <pc:sldLayoutMk cId="1253592757" sldId="2147484060"/>
          </pc:sldLayoutMkLst>
        </pc:sldLayoutChg>
        <pc:sldLayoutChg chg="del">
          <pc:chgData name="Zhang,Ying (MED CD&amp;O) BII-CN-S" userId="456eb1e0-4978-443e-822e-be854341a778" providerId="ADAL" clId="{C7178D90-5483-4538-95C4-63DD1CB1F58E}" dt="2023-04-06T05:09:17.556" v="298" actId="2696"/>
          <pc:sldLayoutMkLst>
            <pc:docMk/>
            <pc:sldMasterMk cId="635065472" sldId="2147484029"/>
            <pc:sldLayoutMk cId="3079049624" sldId="2147484061"/>
          </pc:sldLayoutMkLst>
        </pc:sldLayoutChg>
        <pc:sldLayoutChg chg="del">
          <pc:chgData name="Zhang,Ying (MED CD&amp;O) BII-CN-S" userId="456eb1e0-4978-443e-822e-be854341a778" providerId="ADAL" clId="{C7178D90-5483-4538-95C4-63DD1CB1F58E}" dt="2023-04-06T05:09:17.573" v="299" actId="2696"/>
          <pc:sldLayoutMkLst>
            <pc:docMk/>
            <pc:sldMasterMk cId="635065472" sldId="2147484029"/>
            <pc:sldLayoutMk cId="980663335" sldId="2147484062"/>
          </pc:sldLayoutMkLst>
        </pc:sldLayoutChg>
        <pc:sldLayoutChg chg="del">
          <pc:chgData name="Zhang,Ying (MED CD&amp;O) BII-CN-S" userId="456eb1e0-4978-443e-822e-be854341a778" providerId="ADAL" clId="{C7178D90-5483-4538-95C4-63DD1CB1F58E}" dt="2023-04-06T05:09:17.573" v="300" actId="2696"/>
          <pc:sldLayoutMkLst>
            <pc:docMk/>
            <pc:sldMasterMk cId="635065472" sldId="2147484029"/>
            <pc:sldLayoutMk cId="678024085" sldId="2147484063"/>
          </pc:sldLayoutMkLst>
        </pc:sldLayoutChg>
        <pc:sldLayoutChg chg="del">
          <pc:chgData name="Zhang,Ying (MED CD&amp;O) BII-CN-S" userId="456eb1e0-4978-443e-822e-be854341a778" providerId="ADAL" clId="{C7178D90-5483-4538-95C4-63DD1CB1F58E}" dt="2023-04-06T05:09:17.595" v="301" actId="2696"/>
          <pc:sldLayoutMkLst>
            <pc:docMk/>
            <pc:sldMasterMk cId="635065472" sldId="2147484029"/>
            <pc:sldLayoutMk cId="1741440216" sldId="2147484064"/>
          </pc:sldLayoutMkLst>
        </pc:sldLayoutChg>
        <pc:sldLayoutChg chg="del">
          <pc:chgData name="Zhang,Ying (MED CD&amp;O) BII-CN-S" userId="456eb1e0-4978-443e-822e-be854341a778" providerId="ADAL" clId="{C7178D90-5483-4538-95C4-63DD1CB1F58E}" dt="2023-04-06T05:09:17.596" v="302" actId="2696"/>
          <pc:sldLayoutMkLst>
            <pc:docMk/>
            <pc:sldMasterMk cId="635065472" sldId="2147484029"/>
            <pc:sldLayoutMk cId="1371963165" sldId="2147484065"/>
          </pc:sldLayoutMkLst>
        </pc:sldLayoutChg>
        <pc:sldLayoutChg chg="del">
          <pc:chgData name="Zhang,Ying (MED CD&amp;O) BII-CN-S" userId="456eb1e0-4978-443e-822e-be854341a778" providerId="ADAL" clId="{C7178D90-5483-4538-95C4-63DD1CB1F58E}" dt="2023-04-06T05:09:17.612" v="303" actId="2696"/>
          <pc:sldLayoutMkLst>
            <pc:docMk/>
            <pc:sldMasterMk cId="635065472" sldId="2147484029"/>
            <pc:sldLayoutMk cId="2706025440" sldId="2147484066"/>
          </pc:sldLayoutMkLst>
        </pc:sldLayoutChg>
        <pc:sldLayoutChg chg="del">
          <pc:chgData name="Zhang,Ying (MED CD&amp;O) BII-CN-S" userId="456eb1e0-4978-443e-822e-be854341a778" providerId="ADAL" clId="{C7178D90-5483-4538-95C4-63DD1CB1F58E}" dt="2023-04-06T05:09:17.621" v="304" actId="2696"/>
          <pc:sldLayoutMkLst>
            <pc:docMk/>
            <pc:sldMasterMk cId="635065472" sldId="2147484029"/>
            <pc:sldLayoutMk cId="3642896301" sldId="2147484067"/>
          </pc:sldLayoutMkLst>
        </pc:sldLayoutChg>
        <pc:sldLayoutChg chg="del">
          <pc:chgData name="Zhang,Ying (MED CD&amp;O) BII-CN-S" userId="456eb1e0-4978-443e-822e-be854341a778" providerId="ADAL" clId="{C7178D90-5483-4538-95C4-63DD1CB1F58E}" dt="2023-04-06T05:09:17.638" v="305" actId="2696"/>
          <pc:sldLayoutMkLst>
            <pc:docMk/>
            <pc:sldMasterMk cId="635065472" sldId="2147484029"/>
            <pc:sldLayoutMk cId="503087185" sldId="2147484068"/>
          </pc:sldLayoutMkLst>
        </pc:sldLayoutChg>
        <pc:sldLayoutChg chg="del">
          <pc:chgData name="Zhang,Ying (MED CD&amp;O) BII-CN-S" userId="456eb1e0-4978-443e-822e-be854341a778" providerId="ADAL" clId="{C7178D90-5483-4538-95C4-63DD1CB1F58E}" dt="2023-04-06T05:09:17.638" v="306" actId="2696"/>
          <pc:sldLayoutMkLst>
            <pc:docMk/>
            <pc:sldMasterMk cId="635065472" sldId="2147484029"/>
            <pc:sldLayoutMk cId="3175423093" sldId="2147484069"/>
          </pc:sldLayoutMkLst>
        </pc:sldLayoutChg>
        <pc:sldLayoutChg chg="del">
          <pc:chgData name="Zhang,Ying (MED CD&amp;O) BII-CN-S" userId="456eb1e0-4978-443e-822e-be854341a778" providerId="ADAL" clId="{C7178D90-5483-4538-95C4-63DD1CB1F58E}" dt="2023-04-06T05:09:17.638" v="307" actId="2696"/>
          <pc:sldLayoutMkLst>
            <pc:docMk/>
            <pc:sldMasterMk cId="635065472" sldId="2147484029"/>
            <pc:sldLayoutMk cId="2347418093" sldId="2147484070"/>
          </pc:sldLayoutMkLst>
        </pc:sldLayoutChg>
      </pc:sldMasterChg>
      <pc:sldMasterChg chg="del delSldLayout">
        <pc:chgData name="Zhang,Ying (MED CD&amp;O) BII-CN-S" userId="456eb1e0-4978-443e-822e-be854341a778" providerId="ADAL" clId="{C7178D90-5483-4538-95C4-63DD1CB1F58E}" dt="2023-04-06T05:09:17.272" v="234" actId="2696"/>
        <pc:sldMasterMkLst>
          <pc:docMk/>
          <pc:sldMasterMk cId="3065838185" sldId="2147484073"/>
        </pc:sldMasterMkLst>
        <pc:sldLayoutChg chg="del">
          <pc:chgData name="Zhang,Ying (MED CD&amp;O) BII-CN-S" userId="456eb1e0-4978-443e-822e-be854341a778" providerId="ADAL" clId="{C7178D90-5483-4538-95C4-63DD1CB1F58E}" dt="2023-04-06T05:09:17.223" v="205" actId="2696"/>
          <pc:sldLayoutMkLst>
            <pc:docMk/>
            <pc:sldMasterMk cId="3065838185" sldId="2147484073"/>
            <pc:sldLayoutMk cId="2928006703" sldId="2147484074"/>
          </pc:sldLayoutMkLst>
        </pc:sldLayoutChg>
        <pc:sldLayoutChg chg="del">
          <pc:chgData name="Zhang,Ying (MED CD&amp;O) BII-CN-S" userId="456eb1e0-4978-443e-822e-be854341a778" providerId="ADAL" clId="{C7178D90-5483-4538-95C4-63DD1CB1F58E}" dt="2023-04-06T05:09:17.223" v="206" actId="2696"/>
          <pc:sldLayoutMkLst>
            <pc:docMk/>
            <pc:sldMasterMk cId="3065838185" sldId="2147484073"/>
            <pc:sldLayoutMk cId="1283091169" sldId="2147484075"/>
          </pc:sldLayoutMkLst>
        </pc:sldLayoutChg>
        <pc:sldLayoutChg chg="del">
          <pc:chgData name="Zhang,Ying (MED CD&amp;O) BII-CN-S" userId="456eb1e0-4978-443e-822e-be854341a778" providerId="ADAL" clId="{C7178D90-5483-4538-95C4-63DD1CB1F58E}" dt="2023-04-06T05:09:17.223" v="207" actId="2696"/>
          <pc:sldLayoutMkLst>
            <pc:docMk/>
            <pc:sldMasterMk cId="3065838185" sldId="2147484073"/>
            <pc:sldLayoutMk cId="3858970761" sldId="2147484076"/>
          </pc:sldLayoutMkLst>
        </pc:sldLayoutChg>
        <pc:sldLayoutChg chg="del">
          <pc:chgData name="Zhang,Ying (MED CD&amp;O) BII-CN-S" userId="456eb1e0-4978-443e-822e-be854341a778" providerId="ADAL" clId="{C7178D90-5483-4538-95C4-63DD1CB1F58E}" dt="2023-04-06T05:09:17.223" v="208" actId="2696"/>
          <pc:sldLayoutMkLst>
            <pc:docMk/>
            <pc:sldMasterMk cId="3065838185" sldId="2147484073"/>
            <pc:sldLayoutMk cId="3206083058" sldId="2147484077"/>
          </pc:sldLayoutMkLst>
        </pc:sldLayoutChg>
        <pc:sldLayoutChg chg="del">
          <pc:chgData name="Zhang,Ying (MED CD&amp;O) BII-CN-S" userId="456eb1e0-4978-443e-822e-be854341a778" providerId="ADAL" clId="{C7178D90-5483-4538-95C4-63DD1CB1F58E}" dt="2023-04-06T05:09:17.223" v="209" actId="2696"/>
          <pc:sldLayoutMkLst>
            <pc:docMk/>
            <pc:sldMasterMk cId="3065838185" sldId="2147484073"/>
            <pc:sldLayoutMk cId="4002373365" sldId="2147484078"/>
          </pc:sldLayoutMkLst>
        </pc:sldLayoutChg>
        <pc:sldLayoutChg chg="del">
          <pc:chgData name="Zhang,Ying (MED CD&amp;O) BII-CN-S" userId="456eb1e0-4978-443e-822e-be854341a778" providerId="ADAL" clId="{C7178D90-5483-4538-95C4-63DD1CB1F58E}" dt="2023-04-06T05:09:17.223" v="210" actId="2696"/>
          <pc:sldLayoutMkLst>
            <pc:docMk/>
            <pc:sldMasterMk cId="3065838185" sldId="2147484073"/>
            <pc:sldLayoutMk cId="2348119810" sldId="2147484079"/>
          </pc:sldLayoutMkLst>
        </pc:sldLayoutChg>
        <pc:sldLayoutChg chg="del">
          <pc:chgData name="Zhang,Ying (MED CD&amp;O) BII-CN-S" userId="456eb1e0-4978-443e-822e-be854341a778" providerId="ADAL" clId="{C7178D90-5483-4538-95C4-63DD1CB1F58E}" dt="2023-04-06T05:09:17.223" v="211" actId="2696"/>
          <pc:sldLayoutMkLst>
            <pc:docMk/>
            <pc:sldMasterMk cId="3065838185" sldId="2147484073"/>
            <pc:sldLayoutMk cId="3184606530" sldId="2147484080"/>
          </pc:sldLayoutMkLst>
        </pc:sldLayoutChg>
        <pc:sldLayoutChg chg="del">
          <pc:chgData name="Zhang,Ying (MED CD&amp;O) BII-CN-S" userId="456eb1e0-4978-443e-822e-be854341a778" providerId="ADAL" clId="{C7178D90-5483-4538-95C4-63DD1CB1F58E}" dt="2023-04-06T05:09:17.223" v="212" actId="2696"/>
          <pc:sldLayoutMkLst>
            <pc:docMk/>
            <pc:sldMasterMk cId="3065838185" sldId="2147484073"/>
            <pc:sldLayoutMk cId="3290005314" sldId="2147484081"/>
          </pc:sldLayoutMkLst>
        </pc:sldLayoutChg>
        <pc:sldLayoutChg chg="del">
          <pc:chgData name="Zhang,Ying (MED CD&amp;O) BII-CN-S" userId="456eb1e0-4978-443e-822e-be854341a778" providerId="ADAL" clId="{C7178D90-5483-4538-95C4-63DD1CB1F58E}" dt="2023-04-06T05:09:17.223" v="213" actId="2696"/>
          <pc:sldLayoutMkLst>
            <pc:docMk/>
            <pc:sldMasterMk cId="3065838185" sldId="2147484073"/>
            <pc:sldLayoutMk cId="688233112" sldId="2147484082"/>
          </pc:sldLayoutMkLst>
        </pc:sldLayoutChg>
        <pc:sldLayoutChg chg="del">
          <pc:chgData name="Zhang,Ying (MED CD&amp;O) BII-CN-S" userId="456eb1e0-4978-443e-822e-be854341a778" providerId="ADAL" clId="{C7178D90-5483-4538-95C4-63DD1CB1F58E}" dt="2023-04-06T05:09:17.223" v="214" actId="2696"/>
          <pc:sldLayoutMkLst>
            <pc:docMk/>
            <pc:sldMasterMk cId="3065838185" sldId="2147484073"/>
            <pc:sldLayoutMk cId="3733695272" sldId="2147484083"/>
          </pc:sldLayoutMkLst>
        </pc:sldLayoutChg>
        <pc:sldLayoutChg chg="del">
          <pc:chgData name="Zhang,Ying (MED CD&amp;O) BII-CN-S" userId="456eb1e0-4978-443e-822e-be854341a778" providerId="ADAL" clId="{C7178D90-5483-4538-95C4-63DD1CB1F58E}" dt="2023-04-06T05:09:17.223" v="215" actId="2696"/>
          <pc:sldLayoutMkLst>
            <pc:docMk/>
            <pc:sldMasterMk cId="3065838185" sldId="2147484073"/>
            <pc:sldLayoutMk cId="3239407444" sldId="2147484084"/>
          </pc:sldLayoutMkLst>
        </pc:sldLayoutChg>
        <pc:sldLayoutChg chg="del">
          <pc:chgData name="Zhang,Ying (MED CD&amp;O) BII-CN-S" userId="456eb1e0-4978-443e-822e-be854341a778" providerId="ADAL" clId="{C7178D90-5483-4538-95C4-63DD1CB1F58E}" dt="2023-04-06T05:09:17.223" v="216" actId="2696"/>
          <pc:sldLayoutMkLst>
            <pc:docMk/>
            <pc:sldMasterMk cId="3065838185" sldId="2147484073"/>
            <pc:sldLayoutMk cId="30998921" sldId="2147484085"/>
          </pc:sldLayoutMkLst>
        </pc:sldLayoutChg>
        <pc:sldLayoutChg chg="del">
          <pc:chgData name="Zhang,Ying (MED CD&amp;O) BII-CN-S" userId="456eb1e0-4978-443e-822e-be854341a778" providerId="ADAL" clId="{C7178D90-5483-4538-95C4-63DD1CB1F58E}" dt="2023-04-06T05:09:17.223" v="217" actId="2696"/>
          <pc:sldLayoutMkLst>
            <pc:docMk/>
            <pc:sldMasterMk cId="3065838185" sldId="2147484073"/>
            <pc:sldLayoutMk cId="3713288077" sldId="2147484086"/>
          </pc:sldLayoutMkLst>
        </pc:sldLayoutChg>
        <pc:sldLayoutChg chg="del">
          <pc:chgData name="Zhang,Ying (MED CD&amp;O) BII-CN-S" userId="456eb1e0-4978-443e-822e-be854341a778" providerId="ADAL" clId="{C7178D90-5483-4538-95C4-63DD1CB1F58E}" dt="2023-04-06T05:09:17.239" v="218" actId="2696"/>
          <pc:sldLayoutMkLst>
            <pc:docMk/>
            <pc:sldMasterMk cId="3065838185" sldId="2147484073"/>
            <pc:sldLayoutMk cId="1949349726" sldId="2147484087"/>
          </pc:sldLayoutMkLst>
        </pc:sldLayoutChg>
        <pc:sldLayoutChg chg="del">
          <pc:chgData name="Zhang,Ying (MED CD&amp;O) BII-CN-S" userId="456eb1e0-4978-443e-822e-be854341a778" providerId="ADAL" clId="{C7178D90-5483-4538-95C4-63DD1CB1F58E}" dt="2023-04-06T05:09:17.240" v="219" actId="2696"/>
          <pc:sldLayoutMkLst>
            <pc:docMk/>
            <pc:sldMasterMk cId="3065838185" sldId="2147484073"/>
            <pc:sldLayoutMk cId="912858770" sldId="2147484088"/>
          </pc:sldLayoutMkLst>
        </pc:sldLayoutChg>
        <pc:sldLayoutChg chg="del">
          <pc:chgData name="Zhang,Ying (MED CD&amp;O) BII-CN-S" userId="456eb1e0-4978-443e-822e-be854341a778" providerId="ADAL" clId="{C7178D90-5483-4538-95C4-63DD1CB1F58E}" dt="2023-04-06T05:09:17.241" v="220" actId="2696"/>
          <pc:sldLayoutMkLst>
            <pc:docMk/>
            <pc:sldMasterMk cId="3065838185" sldId="2147484073"/>
            <pc:sldLayoutMk cId="1196083557" sldId="2147484089"/>
          </pc:sldLayoutMkLst>
        </pc:sldLayoutChg>
        <pc:sldLayoutChg chg="del">
          <pc:chgData name="Zhang,Ying (MED CD&amp;O) BII-CN-S" userId="456eb1e0-4978-443e-822e-be854341a778" providerId="ADAL" clId="{C7178D90-5483-4538-95C4-63DD1CB1F58E}" dt="2023-04-06T05:09:17.241" v="221" actId="2696"/>
          <pc:sldLayoutMkLst>
            <pc:docMk/>
            <pc:sldMasterMk cId="3065838185" sldId="2147484073"/>
            <pc:sldLayoutMk cId="3307025659" sldId="2147484090"/>
          </pc:sldLayoutMkLst>
        </pc:sldLayoutChg>
        <pc:sldLayoutChg chg="del">
          <pc:chgData name="Zhang,Ying (MED CD&amp;O) BII-CN-S" userId="456eb1e0-4978-443e-822e-be854341a778" providerId="ADAL" clId="{C7178D90-5483-4538-95C4-63DD1CB1F58E}" dt="2023-04-06T05:09:17.242" v="222" actId="2696"/>
          <pc:sldLayoutMkLst>
            <pc:docMk/>
            <pc:sldMasterMk cId="3065838185" sldId="2147484073"/>
            <pc:sldLayoutMk cId="2587188649" sldId="2147484091"/>
          </pc:sldLayoutMkLst>
        </pc:sldLayoutChg>
        <pc:sldLayoutChg chg="del">
          <pc:chgData name="Zhang,Ying (MED CD&amp;O) BII-CN-S" userId="456eb1e0-4978-443e-822e-be854341a778" providerId="ADAL" clId="{C7178D90-5483-4538-95C4-63DD1CB1F58E}" dt="2023-04-06T05:09:17.243" v="223" actId="2696"/>
          <pc:sldLayoutMkLst>
            <pc:docMk/>
            <pc:sldMasterMk cId="3065838185" sldId="2147484073"/>
            <pc:sldLayoutMk cId="602759216" sldId="2147484092"/>
          </pc:sldLayoutMkLst>
        </pc:sldLayoutChg>
        <pc:sldLayoutChg chg="del">
          <pc:chgData name="Zhang,Ying (MED CD&amp;O) BII-CN-S" userId="456eb1e0-4978-443e-822e-be854341a778" providerId="ADAL" clId="{C7178D90-5483-4538-95C4-63DD1CB1F58E}" dt="2023-04-06T05:09:17.244" v="224" actId="2696"/>
          <pc:sldLayoutMkLst>
            <pc:docMk/>
            <pc:sldMasterMk cId="3065838185" sldId="2147484073"/>
            <pc:sldLayoutMk cId="1329492994" sldId="2147484093"/>
          </pc:sldLayoutMkLst>
        </pc:sldLayoutChg>
        <pc:sldLayoutChg chg="del">
          <pc:chgData name="Zhang,Ying (MED CD&amp;O) BII-CN-S" userId="456eb1e0-4978-443e-822e-be854341a778" providerId="ADAL" clId="{C7178D90-5483-4538-95C4-63DD1CB1F58E}" dt="2023-04-06T05:09:17.246" v="225" actId="2696"/>
          <pc:sldLayoutMkLst>
            <pc:docMk/>
            <pc:sldMasterMk cId="3065838185" sldId="2147484073"/>
            <pc:sldLayoutMk cId="2837007365" sldId="2147484094"/>
          </pc:sldLayoutMkLst>
        </pc:sldLayoutChg>
        <pc:sldLayoutChg chg="del">
          <pc:chgData name="Zhang,Ying (MED CD&amp;O) BII-CN-S" userId="456eb1e0-4978-443e-822e-be854341a778" providerId="ADAL" clId="{C7178D90-5483-4538-95C4-63DD1CB1F58E}" dt="2023-04-06T05:09:17.248" v="226" actId="2696"/>
          <pc:sldLayoutMkLst>
            <pc:docMk/>
            <pc:sldMasterMk cId="3065838185" sldId="2147484073"/>
            <pc:sldLayoutMk cId="4265530528" sldId="2147484095"/>
          </pc:sldLayoutMkLst>
        </pc:sldLayoutChg>
        <pc:sldLayoutChg chg="del">
          <pc:chgData name="Zhang,Ying (MED CD&amp;O) BII-CN-S" userId="456eb1e0-4978-443e-822e-be854341a778" providerId="ADAL" clId="{C7178D90-5483-4538-95C4-63DD1CB1F58E}" dt="2023-04-06T05:09:17.250" v="227" actId="2696"/>
          <pc:sldLayoutMkLst>
            <pc:docMk/>
            <pc:sldMasterMk cId="3065838185" sldId="2147484073"/>
            <pc:sldLayoutMk cId="3425805373" sldId="2147484096"/>
          </pc:sldLayoutMkLst>
        </pc:sldLayoutChg>
        <pc:sldLayoutChg chg="del">
          <pc:chgData name="Zhang,Ying (MED CD&amp;O) BII-CN-S" userId="456eb1e0-4978-443e-822e-be854341a778" providerId="ADAL" clId="{C7178D90-5483-4538-95C4-63DD1CB1F58E}" dt="2023-04-06T05:09:17.251" v="228" actId="2696"/>
          <pc:sldLayoutMkLst>
            <pc:docMk/>
            <pc:sldMasterMk cId="3065838185" sldId="2147484073"/>
            <pc:sldLayoutMk cId="113940074" sldId="2147484097"/>
          </pc:sldLayoutMkLst>
        </pc:sldLayoutChg>
        <pc:sldLayoutChg chg="del">
          <pc:chgData name="Zhang,Ying (MED CD&amp;O) BII-CN-S" userId="456eb1e0-4978-443e-822e-be854341a778" providerId="ADAL" clId="{C7178D90-5483-4538-95C4-63DD1CB1F58E}" dt="2023-04-06T05:09:17.253" v="229" actId="2696"/>
          <pc:sldLayoutMkLst>
            <pc:docMk/>
            <pc:sldMasterMk cId="3065838185" sldId="2147484073"/>
            <pc:sldLayoutMk cId="2725974276" sldId="2147484098"/>
          </pc:sldLayoutMkLst>
        </pc:sldLayoutChg>
        <pc:sldLayoutChg chg="del">
          <pc:chgData name="Zhang,Ying (MED CD&amp;O) BII-CN-S" userId="456eb1e0-4978-443e-822e-be854341a778" providerId="ADAL" clId="{C7178D90-5483-4538-95C4-63DD1CB1F58E}" dt="2023-04-06T05:09:17.255" v="230" actId="2696"/>
          <pc:sldLayoutMkLst>
            <pc:docMk/>
            <pc:sldMasterMk cId="3065838185" sldId="2147484073"/>
            <pc:sldLayoutMk cId="2377514391" sldId="2147484099"/>
          </pc:sldLayoutMkLst>
        </pc:sldLayoutChg>
        <pc:sldLayoutChg chg="del">
          <pc:chgData name="Zhang,Ying (MED CD&amp;O) BII-CN-S" userId="456eb1e0-4978-443e-822e-be854341a778" providerId="ADAL" clId="{C7178D90-5483-4538-95C4-63DD1CB1F58E}" dt="2023-04-06T05:09:17.257" v="231" actId="2696"/>
          <pc:sldLayoutMkLst>
            <pc:docMk/>
            <pc:sldMasterMk cId="3065838185" sldId="2147484073"/>
            <pc:sldLayoutMk cId="665053814" sldId="2147484100"/>
          </pc:sldLayoutMkLst>
        </pc:sldLayoutChg>
        <pc:sldLayoutChg chg="del">
          <pc:chgData name="Zhang,Ying (MED CD&amp;O) BII-CN-S" userId="456eb1e0-4978-443e-822e-be854341a778" providerId="ADAL" clId="{C7178D90-5483-4538-95C4-63DD1CB1F58E}" dt="2023-04-06T05:09:17.263" v="232" actId="2696"/>
          <pc:sldLayoutMkLst>
            <pc:docMk/>
            <pc:sldMasterMk cId="3065838185" sldId="2147484073"/>
            <pc:sldLayoutMk cId="3668937149" sldId="2147484101"/>
          </pc:sldLayoutMkLst>
        </pc:sldLayoutChg>
        <pc:sldLayoutChg chg="del">
          <pc:chgData name="Zhang,Ying (MED CD&amp;O) BII-CN-S" userId="456eb1e0-4978-443e-822e-be854341a778" providerId="ADAL" clId="{C7178D90-5483-4538-95C4-63DD1CB1F58E}" dt="2023-04-06T05:09:17.271" v="233" actId="2696"/>
          <pc:sldLayoutMkLst>
            <pc:docMk/>
            <pc:sldMasterMk cId="3065838185" sldId="2147484073"/>
            <pc:sldLayoutMk cId="4279851082" sldId="2147484102"/>
          </pc:sldLayoutMkLst>
        </pc:sldLayoutChg>
      </pc:sldMasterChg>
      <pc:sldMasterChg chg="del delSldLayout">
        <pc:chgData name="Zhang,Ying (MED CD&amp;O) BII-CN-S" userId="456eb1e0-4978-443e-822e-be854341a778" providerId="ADAL" clId="{C7178D90-5483-4538-95C4-63DD1CB1F58E}" dt="2023-04-06T05:09:18.567" v="536" actId="2696"/>
        <pc:sldMasterMkLst>
          <pc:docMk/>
          <pc:sldMasterMk cId="2955746177" sldId="2147484103"/>
        </pc:sldMasterMkLst>
        <pc:sldLayoutChg chg="del">
          <pc:chgData name="Zhang,Ying (MED CD&amp;O) BII-CN-S" userId="456eb1e0-4978-443e-822e-be854341a778" providerId="ADAL" clId="{C7178D90-5483-4538-95C4-63DD1CB1F58E}" dt="2023-04-06T05:09:18.558" v="518" actId="2696"/>
          <pc:sldLayoutMkLst>
            <pc:docMk/>
            <pc:sldMasterMk cId="2955746177" sldId="2147484103"/>
            <pc:sldLayoutMk cId="1147781874" sldId="2147484104"/>
          </pc:sldLayoutMkLst>
        </pc:sldLayoutChg>
        <pc:sldLayoutChg chg="del">
          <pc:chgData name="Zhang,Ying (MED CD&amp;O) BII-CN-S" userId="456eb1e0-4978-443e-822e-be854341a778" providerId="ADAL" clId="{C7178D90-5483-4538-95C4-63DD1CB1F58E}" dt="2023-04-06T05:09:18.558" v="519" actId="2696"/>
          <pc:sldLayoutMkLst>
            <pc:docMk/>
            <pc:sldMasterMk cId="2955746177" sldId="2147484103"/>
            <pc:sldLayoutMk cId="4256519607" sldId="2147484105"/>
          </pc:sldLayoutMkLst>
        </pc:sldLayoutChg>
        <pc:sldLayoutChg chg="del">
          <pc:chgData name="Zhang,Ying (MED CD&amp;O) BII-CN-S" userId="456eb1e0-4978-443e-822e-be854341a778" providerId="ADAL" clId="{C7178D90-5483-4538-95C4-63DD1CB1F58E}" dt="2023-04-06T05:09:18.558" v="520" actId="2696"/>
          <pc:sldLayoutMkLst>
            <pc:docMk/>
            <pc:sldMasterMk cId="2955746177" sldId="2147484103"/>
            <pc:sldLayoutMk cId="1008907882" sldId="2147484106"/>
          </pc:sldLayoutMkLst>
        </pc:sldLayoutChg>
        <pc:sldLayoutChg chg="del">
          <pc:chgData name="Zhang,Ying (MED CD&amp;O) BII-CN-S" userId="456eb1e0-4978-443e-822e-be854341a778" providerId="ADAL" clId="{C7178D90-5483-4538-95C4-63DD1CB1F58E}" dt="2023-04-06T05:09:18.558" v="521" actId="2696"/>
          <pc:sldLayoutMkLst>
            <pc:docMk/>
            <pc:sldMasterMk cId="2955746177" sldId="2147484103"/>
            <pc:sldLayoutMk cId="3565967870" sldId="2147484107"/>
          </pc:sldLayoutMkLst>
        </pc:sldLayoutChg>
        <pc:sldLayoutChg chg="del">
          <pc:chgData name="Zhang,Ying (MED CD&amp;O) BII-CN-S" userId="456eb1e0-4978-443e-822e-be854341a778" providerId="ADAL" clId="{C7178D90-5483-4538-95C4-63DD1CB1F58E}" dt="2023-04-06T05:09:18.558" v="522" actId="2696"/>
          <pc:sldLayoutMkLst>
            <pc:docMk/>
            <pc:sldMasterMk cId="2955746177" sldId="2147484103"/>
            <pc:sldLayoutMk cId="2227853024" sldId="2147484108"/>
          </pc:sldLayoutMkLst>
        </pc:sldLayoutChg>
        <pc:sldLayoutChg chg="del">
          <pc:chgData name="Zhang,Ying (MED CD&amp;O) BII-CN-S" userId="456eb1e0-4978-443e-822e-be854341a778" providerId="ADAL" clId="{C7178D90-5483-4538-95C4-63DD1CB1F58E}" dt="2023-04-06T05:09:18.558" v="523" actId="2696"/>
          <pc:sldLayoutMkLst>
            <pc:docMk/>
            <pc:sldMasterMk cId="2955746177" sldId="2147484103"/>
            <pc:sldLayoutMk cId="1166102185" sldId="2147484109"/>
          </pc:sldLayoutMkLst>
        </pc:sldLayoutChg>
        <pc:sldLayoutChg chg="del">
          <pc:chgData name="Zhang,Ying (MED CD&amp;O) BII-CN-S" userId="456eb1e0-4978-443e-822e-be854341a778" providerId="ADAL" clId="{C7178D90-5483-4538-95C4-63DD1CB1F58E}" dt="2023-04-06T05:09:18.558" v="524" actId="2696"/>
          <pc:sldLayoutMkLst>
            <pc:docMk/>
            <pc:sldMasterMk cId="2955746177" sldId="2147484103"/>
            <pc:sldLayoutMk cId="2354401386" sldId="2147484110"/>
          </pc:sldLayoutMkLst>
        </pc:sldLayoutChg>
        <pc:sldLayoutChg chg="del">
          <pc:chgData name="Zhang,Ying (MED CD&amp;O) BII-CN-S" userId="456eb1e0-4978-443e-822e-be854341a778" providerId="ADAL" clId="{C7178D90-5483-4538-95C4-63DD1CB1F58E}" dt="2023-04-06T05:09:18.567" v="525" actId="2696"/>
          <pc:sldLayoutMkLst>
            <pc:docMk/>
            <pc:sldMasterMk cId="2955746177" sldId="2147484103"/>
            <pc:sldLayoutMk cId="4291846309" sldId="2147484111"/>
          </pc:sldLayoutMkLst>
        </pc:sldLayoutChg>
        <pc:sldLayoutChg chg="del">
          <pc:chgData name="Zhang,Ying (MED CD&amp;O) BII-CN-S" userId="456eb1e0-4978-443e-822e-be854341a778" providerId="ADAL" clId="{C7178D90-5483-4538-95C4-63DD1CB1F58E}" dt="2023-04-06T05:09:18.567" v="526" actId="2696"/>
          <pc:sldLayoutMkLst>
            <pc:docMk/>
            <pc:sldMasterMk cId="2955746177" sldId="2147484103"/>
            <pc:sldLayoutMk cId="1458854330" sldId="2147484112"/>
          </pc:sldLayoutMkLst>
        </pc:sldLayoutChg>
        <pc:sldLayoutChg chg="del">
          <pc:chgData name="Zhang,Ying (MED CD&amp;O) BII-CN-S" userId="456eb1e0-4978-443e-822e-be854341a778" providerId="ADAL" clId="{C7178D90-5483-4538-95C4-63DD1CB1F58E}" dt="2023-04-06T05:09:18.567" v="527" actId="2696"/>
          <pc:sldLayoutMkLst>
            <pc:docMk/>
            <pc:sldMasterMk cId="2955746177" sldId="2147484103"/>
            <pc:sldLayoutMk cId="1711436076" sldId="2147484113"/>
          </pc:sldLayoutMkLst>
        </pc:sldLayoutChg>
        <pc:sldLayoutChg chg="del">
          <pc:chgData name="Zhang,Ying (MED CD&amp;O) BII-CN-S" userId="456eb1e0-4978-443e-822e-be854341a778" providerId="ADAL" clId="{C7178D90-5483-4538-95C4-63DD1CB1F58E}" dt="2023-04-06T05:09:18.567" v="528" actId="2696"/>
          <pc:sldLayoutMkLst>
            <pc:docMk/>
            <pc:sldMasterMk cId="2955746177" sldId="2147484103"/>
            <pc:sldLayoutMk cId="2888130087" sldId="2147484114"/>
          </pc:sldLayoutMkLst>
        </pc:sldLayoutChg>
        <pc:sldLayoutChg chg="del">
          <pc:chgData name="Zhang,Ying (MED CD&amp;O) BII-CN-S" userId="456eb1e0-4978-443e-822e-be854341a778" providerId="ADAL" clId="{C7178D90-5483-4538-95C4-63DD1CB1F58E}" dt="2023-04-06T05:09:18.567" v="529" actId="2696"/>
          <pc:sldLayoutMkLst>
            <pc:docMk/>
            <pc:sldMasterMk cId="2955746177" sldId="2147484103"/>
            <pc:sldLayoutMk cId="2214668136" sldId="2147484115"/>
          </pc:sldLayoutMkLst>
        </pc:sldLayoutChg>
        <pc:sldLayoutChg chg="del">
          <pc:chgData name="Zhang,Ying (MED CD&amp;O) BII-CN-S" userId="456eb1e0-4978-443e-822e-be854341a778" providerId="ADAL" clId="{C7178D90-5483-4538-95C4-63DD1CB1F58E}" dt="2023-04-06T05:09:18.567" v="530" actId="2696"/>
          <pc:sldLayoutMkLst>
            <pc:docMk/>
            <pc:sldMasterMk cId="2955746177" sldId="2147484103"/>
            <pc:sldLayoutMk cId="47068860" sldId="2147484116"/>
          </pc:sldLayoutMkLst>
        </pc:sldLayoutChg>
        <pc:sldLayoutChg chg="del">
          <pc:chgData name="Zhang,Ying (MED CD&amp;O) BII-CN-S" userId="456eb1e0-4978-443e-822e-be854341a778" providerId="ADAL" clId="{C7178D90-5483-4538-95C4-63DD1CB1F58E}" dt="2023-04-06T05:09:18.567" v="531" actId="2696"/>
          <pc:sldLayoutMkLst>
            <pc:docMk/>
            <pc:sldMasterMk cId="2955746177" sldId="2147484103"/>
            <pc:sldLayoutMk cId="1751323967" sldId="2147484117"/>
          </pc:sldLayoutMkLst>
        </pc:sldLayoutChg>
        <pc:sldLayoutChg chg="del">
          <pc:chgData name="Zhang,Ying (MED CD&amp;O) BII-CN-S" userId="456eb1e0-4978-443e-822e-be854341a778" providerId="ADAL" clId="{C7178D90-5483-4538-95C4-63DD1CB1F58E}" dt="2023-04-06T05:09:18.567" v="532" actId="2696"/>
          <pc:sldLayoutMkLst>
            <pc:docMk/>
            <pc:sldMasterMk cId="2955746177" sldId="2147484103"/>
            <pc:sldLayoutMk cId="2072598601" sldId="2147484118"/>
          </pc:sldLayoutMkLst>
        </pc:sldLayoutChg>
        <pc:sldLayoutChg chg="del">
          <pc:chgData name="Zhang,Ying (MED CD&amp;O) BII-CN-S" userId="456eb1e0-4978-443e-822e-be854341a778" providerId="ADAL" clId="{C7178D90-5483-4538-95C4-63DD1CB1F58E}" dt="2023-04-06T05:09:18.567" v="533" actId="2696"/>
          <pc:sldLayoutMkLst>
            <pc:docMk/>
            <pc:sldMasterMk cId="2955746177" sldId="2147484103"/>
            <pc:sldLayoutMk cId="227873632" sldId="2147484119"/>
          </pc:sldLayoutMkLst>
        </pc:sldLayoutChg>
        <pc:sldLayoutChg chg="del">
          <pc:chgData name="Zhang,Ying (MED CD&amp;O) BII-CN-S" userId="456eb1e0-4978-443e-822e-be854341a778" providerId="ADAL" clId="{C7178D90-5483-4538-95C4-63DD1CB1F58E}" dt="2023-04-06T05:09:18.567" v="534" actId="2696"/>
          <pc:sldLayoutMkLst>
            <pc:docMk/>
            <pc:sldMasterMk cId="2955746177" sldId="2147484103"/>
            <pc:sldLayoutMk cId="2739228327" sldId="2147484120"/>
          </pc:sldLayoutMkLst>
        </pc:sldLayoutChg>
        <pc:sldLayoutChg chg="del">
          <pc:chgData name="Zhang,Ying (MED CD&amp;O) BII-CN-S" userId="456eb1e0-4978-443e-822e-be854341a778" providerId="ADAL" clId="{C7178D90-5483-4538-95C4-63DD1CB1F58E}" dt="2023-04-06T05:09:18.567" v="535" actId="2696"/>
          <pc:sldLayoutMkLst>
            <pc:docMk/>
            <pc:sldMasterMk cId="2955746177" sldId="2147484103"/>
            <pc:sldLayoutMk cId="1972304312" sldId="2147484121"/>
          </pc:sldLayoutMkLst>
        </pc:sldLayoutChg>
      </pc:sldMasterChg>
      <pc:sldMasterChg chg="del delSldLayout">
        <pc:chgData name="Zhang,Ying (MED CD&amp;O) BII-CN-S" userId="456eb1e0-4978-443e-822e-be854341a778" providerId="ADAL" clId="{C7178D90-5483-4538-95C4-63DD1CB1F58E}" dt="2023-04-06T05:09:17.140" v="160" actId="2696"/>
        <pc:sldMasterMkLst>
          <pc:docMk/>
          <pc:sldMasterMk cId="50543734" sldId="2147484168"/>
        </pc:sldMasterMkLst>
        <pc:sldLayoutChg chg="del">
          <pc:chgData name="Zhang,Ying (MED CD&amp;O) BII-CN-S" userId="456eb1e0-4978-443e-822e-be854341a778" providerId="ADAL" clId="{C7178D90-5483-4538-95C4-63DD1CB1F58E}" dt="2023-04-06T05:09:17.089" v="132" actId="2696"/>
          <pc:sldLayoutMkLst>
            <pc:docMk/>
            <pc:sldMasterMk cId="50543734" sldId="2147484168"/>
            <pc:sldLayoutMk cId="3240194741" sldId="2147484169"/>
          </pc:sldLayoutMkLst>
        </pc:sldLayoutChg>
        <pc:sldLayoutChg chg="del">
          <pc:chgData name="Zhang,Ying (MED CD&amp;O) BII-CN-S" userId="456eb1e0-4978-443e-822e-be854341a778" providerId="ADAL" clId="{C7178D90-5483-4538-95C4-63DD1CB1F58E}" dt="2023-04-06T05:09:17.089" v="133" actId="2696"/>
          <pc:sldLayoutMkLst>
            <pc:docMk/>
            <pc:sldMasterMk cId="50543734" sldId="2147484168"/>
            <pc:sldLayoutMk cId="280941657" sldId="2147484170"/>
          </pc:sldLayoutMkLst>
        </pc:sldLayoutChg>
        <pc:sldLayoutChg chg="del">
          <pc:chgData name="Zhang,Ying (MED CD&amp;O) BII-CN-S" userId="456eb1e0-4978-443e-822e-be854341a778" providerId="ADAL" clId="{C7178D90-5483-4538-95C4-63DD1CB1F58E}" dt="2023-04-06T05:09:17.089" v="134" actId="2696"/>
          <pc:sldLayoutMkLst>
            <pc:docMk/>
            <pc:sldMasterMk cId="50543734" sldId="2147484168"/>
            <pc:sldLayoutMk cId="3539975857" sldId="2147484171"/>
          </pc:sldLayoutMkLst>
        </pc:sldLayoutChg>
        <pc:sldLayoutChg chg="del">
          <pc:chgData name="Zhang,Ying (MED CD&amp;O) BII-CN-S" userId="456eb1e0-4978-443e-822e-be854341a778" providerId="ADAL" clId="{C7178D90-5483-4538-95C4-63DD1CB1F58E}" dt="2023-04-06T05:09:17.089" v="135" actId="2696"/>
          <pc:sldLayoutMkLst>
            <pc:docMk/>
            <pc:sldMasterMk cId="50543734" sldId="2147484168"/>
            <pc:sldLayoutMk cId="322214793" sldId="2147484172"/>
          </pc:sldLayoutMkLst>
        </pc:sldLayoutChg>
        <pc:sldLayoutChg chg="del">
          <pc:chgData name="Zhang,Ying (MED CD&amp;O) BII-CN-S" userId="456eb1e0-4978-443e-822e-be854341a778" providerId="ADAL" clId="{C7178D90-5483-4538-95C4-63DD1CB1F58E}" dt="2023-04-06T05:09:17.089" v="136" actId="2696"/>
          <pc:sldLayoutMkLst>
            <pc:docMk/>
            <pc:sldMasterMk cId="50543734" sldId="2147484168"/>
            <pc:sldLayoutMk cId="4178160376" sldId="2147484173"/>
          </pc:sldLayoutMkLst>
        </pc:sldLayoutChg>
        <pc:sldLayoutChg chg="del">
          <pc:chgData name="Zhang,Ying (MED CD&amp;O) BII-CN-S" userId="456eb1e0-4978-443e-822e-be854341a778" providerId="ADAL" clId="{C7178D90-5483-4538-95C4-63DD1CB1F58E}" dt="2023-04-06T05:09:17.089" v="137" actId="2696"/>
          <pc:sldLayoutMkLst>
            <pc:docMk/>
            <pc:sldMasterMk cId="50543734" sldId="2147484168"/>
            <pc:sldLayoutMk cId="298984948" sldId="2147484174"/>
          </pc:sldLayoutMkLst>
        </pc:sldLayoutChg>
        <pc:sldLayoutChg chg="del">
          <pc:chgData name="Zhang,Ying (MED CD&amp;O) BII-CN-S" userId="456eb1e0-4978-443e-822e-be854341a778" providerId="ADAL" clId="{C7178D90-5483-4538-95C4-63DD1CB1F58E}" dt="2023-04-06T05:09:17.089" v="138" actId="2696"/>
          <pc:sldLayoutMkLst>
            <pc:docMk/>
            <pc:sldMasterMk cId="50543734" sldId="2147484168"/>
            <pc:sldLayoutMk cId="3233607521" sldId="2147484175"/>
          </pc:sldLayoutMkLst>
        </pc:sldLayoutChg>
        <pc:sldLayoutChg chg="del">
          <pc:chgData name="Zhang,Ying (MED CD&amp;O) BII-CN-S" userId="456eb1e0-4978-443e-822e-be854341a778" providerId="ADAL" clId="{C7178D90-5483-4538-95C4-63DD1CB1F58E}" dt="2023-04-06T05:09:17.089" v="139" actId="2696"/>
          <pc:sldLayoutMkLst>
            <pc:docMk/>
            <pc:sldMasterMk cId="50543734" sldId="2147484168"/>
            <pc:sldLayoutMk cId="4042601228" sldId="2147484176"/>
          </pc:sldLayoutMkLst>
        </pc:sldLayoutChg>
        <pc:sldLayoutChg chg="del">
          <pc:chgData name="Zhang,Ying (MED CD&amp;O) BII-CN-S" userId="456eb1e0-4978-443e-822e-be854341a778" providerId="ADAL" clId="{C7178D90-5483-4538-95C4-63DD1CB1F58E}" dt="2023-04-06T05:09:17.089" v="140" actId="2696"/>
          <pc:sldLayoutMkLst>
            <pc:docMk/>
            <pc:sldMasterMk cId="50543734" sldId="2147484168"/>
            <pc:sldLayoutMk cId="2267214130" sldId="2147484177"/>
          </pc:sldLayoutMkLst>
        </pc:sldLayoutChg>
        <pc:sldLayoutChg chg="del">
          <pc:chgData name="Zhang,Ying (MED CD&amp;O) BII-CN-S" userId="456eb1e0-4978-443e-822e-be854341a778" providerId="ADAL" clId="{C7178D90-5483-4538-95C4-63DD1CB1F58E}" dt="2023-04-06T05:09:17.089" v="141" actId="2696"/>
          <pc:sldLayoutMkLst>
            <pc:docMk/>
            <pc:sldMasterMk cId="50543734" sldId="2147484168"/>
            <pc:sldLayoutMk cId="2281598983" sldId="2147484178"/>
          </pc:sldLayoutMkLst>
        </pc:sldLayoutChg>
        <pc:sldLayoutChg chg="del">
          <pc:chgData name="Zhang,Ying (MED CD&amp;O) BII-CN-S" userId="456eb1e0-4978-443e-822e-be854341a778" providerId="ADAL" clId="{C7178D90-5483-4538-95C4-63DD1CB1F58E}" dt="2023-04-06T05:09:17.089" v="142" actId="2696"/>
          <pc:sldLayoutMkLst>
            <pc:docMk/>
            <pc:sldMasterMk cId="50543734" sldId="2147484168"/>
            <pc:sldLayoutMk cId="202277837" sldId="2147484179"/>
          </pc:sldLayoutMkLst>
        </pc:sldLayoutChg>
        <pc:sldLayoutChg chg="del">
          <pc:chgData name="Zhang,Ying (MED CD&amp;O) BII-CN-S" userId="456eb1e0-4978-443e-822e-be854341a778" providerId="ADAL" clId="{C7178D90-5483-4538-95C4-63DD1CB1F58E}" dt="2023-04-06T05:09:17.089" v="143" actId="2696"/>
          <pc:sldLayoutMkLst>
            <pc:docMk/>
            <pc:sldMasterMk cId="50543734" sldId="2147484168"/>
            <pc:sldLayoutMk cId="1312990279" sldId="2147484180"/>
          </pc:sldLayoutMkLst>
        </pc:sldLayoutChg>
        <pc:sldLayoutChg chg="del">
          <pc:chgData name="Zhang,Ying (MED CD&amp;O) BII-CN-S" userId="456eb1e0-4978-443e-822e-be854341a778" providerId="ADAL" clId="{C7178D90-5483-4538-95C4-63DD1CB1F58E}" dt="2023-04-06T05:09:17.089" v="144" actId="2696"/>
          <pc:sldLayoutMkLst>
            <pc:docMk/>
            <pc:sldMasterMk cId="50543734" sldId="2147484168"/>
            <pc:sldLayoutMk cId="1037306043" sldId="2147484181"/>
          </pc:sldLayoutMkLst>
        </pc:sldLayoutChg>
        <pc:sldLayoutChg chg="del">
          <pc:chgData name="Zhang,Ying (MED CD&amp;O) BII-CN-S" userId="456eb1e0-4978-443e-822e-be854341a778" providerId="ADAL" clId="{C7178D90-5483-4538-95C4-63DD1CB1F58E}" dt="2023-04-06T05:09:17.089" v="145" actId="2696"/>
          <pc:sldLayoutMkLst>
            <pc:docMk/>
            <pc:sldMasterMk cId="50543734" sldId="2147484168"/>
            <pc:sldLayoutMk cId="404364840" sldId="2147484182"/>
          </pc:sldLayoutMkLst>
        </pc:sldLayoutChg>
        <pc:sldLayoutChg chg="del">
          <pc:chgData name="Zhang,Ying (MED CD&amp;O) BII-CN-S" userId="456eb1e0-4978-443e-822e-be854341a778" providerId="ADAL" clId="{C7178D90-5483-4538-95C4-63DD1CB1F58E}" dt="2023-04-06T05:09:17.089" v="146" actId="2696"/>
          <pc:sldLayoutMkLst>
            <pc:docMk/>
            <pc:sldMasterMk cId="50543734" sldId="2147484168"/>
            <pc:sldLayoutMk cId="183082784" sldId="2147484183"/>
          </pc:sldLayoutMkLst>
        </pc:sldLayoutChg>
        <pc:sldLayoutChg chg="del">
          <pc:chgData name="Zhang,Ying (MED CD&amp;O) BII-CN-S" userId="456eb1e0-4978-443e-822e-be854341a778" providerId="ADAL" clId="{C7178D90-5483-4538-95C4-63DD1CB1F58E}" dt="2023-04-06T05:09:17.089" v="147" actId="2696"/>
          <pc:sldLayoutMkLst>
            <pc:docMk/>
            <pc:sldMasterMk cId="50543734" sldId="2147484168"/>
            <pc:sldLayoutMk cId="3612926674" sldId="2147484184"/>
          </pc:sldLayoutMkLst>
        </pc:sldLayoutChg>
        <pc:sldLayoutChg chg="del">
          <pc:chgData name="Zhang,Ying (MED CD&amp;O) BII-CN-S" userId="456eb1e0-4978-443e-822e-be854341a778" providerId="ADAL" clId="{C7178D90-5483-4538-95C4-63DD1CB1F58E}" dt="2023-04-06T05:09:17.105" v="148" actId="2696"/>
          <pc:sldLayoutMkLst>
            <pc:docMk/>
            <pc:sldMasterMk cId="50543734" sldId="2147484168"/>
            <pc:sldLayoutMk cId="1467619702" sldId="2147484185"/>
          </pc:sldLayoutMkLst>
        </pc:sldLayoutChg>
        <pc:sldLayoutChg chg="del">
          <pc:chgData name="Zhang,Ying (MED CD&amp;O) BII-CN-S" userId="456eb1e0-4978-443e-822e-be854341a778" providerId="ADAL" clId="{C7178D90-5483-4538-95C4-63DD1CB1F58E}" dt="2023-04-06T05:09:17.106" v="149" actId="2696"/>
          <pc:sldLayoutMkLst>
            <pc:docMk/>
            <pc:sldMasterMk cId="50543734" sldId="2147484168"/>
            <pc:sldLayoutMk cId="53831004" sldId="2147484186"/>
          </pc:sldLayoutMkLst>
        </pc:sldLayoutChg>
        <pc:sldLayoutChg chg="del">
          <pc:chgData name="Zhang,Ying (MED CD&amp;O) BII-CN-S" userId="456eb1e0-4978-443e-822e-be854341a778" providerId="ADAL" clId="{C7178D90-5483-4538-95C4-63DD1CB1F58E}" dt="2023-04-06T05:09:17.106" v="150" actId="2696"/>
          <pc:sldLayoutMkLst>
            <pc:docMk/>
            <pc:sldMasterMk cId="50543734" sldId="2147484168"/>
            <pc:sldLayoutMk cId="437942313" sldId="2147484187"/>
          </pc:sldLayoutMkLst>
        </pc:sldLayoutChg>
        <pc:sldLayoutChg chg="del">
          <pc:chgData name="Zhang,Ying (MED CD&amp;O) BII-CN-S" userId="456eb1e0-4978-443e-822e-be854341a778" providerId="ADAL" clId="{C7178D90-5483-4538-95C4-63DD1CB1F58E}" dt="2023-04-06T05:09:17.106" v="151" actId="2696"/>
          <pc:sldLayoutMkLst>
            <pc:docMk/>
            <pc:sldMasterMk cId="50543734" sldId="2147484168"/>
            <pc:sldLayoutMk cId="3765868478" sldId="2147484188"/>
          </pc:sldLayoutMkLst>
        </pc:sldLayoutChg>
        <pc:sldLayoutChg chg="del">
          <pc:chgData name="Zhang,Ying (MED CD&amp;O) BII-CN-S" userId="456eb1e0-4978-443e-822e-be854341a778" providerId="ADAL" clId="{C7178D90-5483-4538-95C4-63DD1CB1F58E}" dt="2023-04-06T05:09:17.106" v="152" actId="2696"/>
          <pc:sldLayoutMkLst>
            <pc:docMk/>
            <pc:sldMasterMk cId="50543734" sldId="2147484168"/>
            <pc:sldLayoutMk cId="328541788" sldId="2147484189"/>
          </pc:sldLayoutMkLst>
        </pc:sldLayoutChg>
        <pc:sldLayoutChg chg="del">
          <pc:chgData name="Zhang,Ying (MED CD&amp;O) BII-CN-S" userId="456eb1e0-4978-443e-822e-be854341a778" providerId="ADAL" clId="{C7178D90-5483-4538-95C4-63DD1CB1F58E}" dt="2023-04-06T05:09:17.106" v="153" actId="2696"/>
          <pc:sldLayoutMkLst>
            <pc:docMk/>
            <pc:sldMasterMk cId="50543734" sldId="2147484168"/>
            <pc:sldLayoutMk cId="271709748" sldId="2147484190"/>
          </pc:sldLayoutMkLst>
        </pc:sldLayoutChg>
        <pc:sldLayoutChg chg="del">
          <pc:chgData name="Zhang,Ying (MED CD&amp;O) BII-CN-S" userId="456eb1e0-4978-443e-822e-be854341a778" providerId="ADAL" clId="{C7178D90-5483-4538-95C4-63DD1CB1F58E}" dt="2023-04-06T05:09:17.106" v="154" actId="2696"/>
          <pc:sldLayoutMkLst>
            <pc:docMk/>
            <pc:sldMasterMk cId="50543734" sldId="2147484168"/>
            <pc:sldLayoutMk cId="1775602504" sldId="2147484191"/>
          </pc:sldLayoutMkLst>
        </pc:sldLayoutChg>
        <pc:sldLayoutChg chg="del">
          <pc:chgData name="Zhang,Ying (MED CD&amp;O) BII-CN-S" userId="456eb1e0-4978-443e-822e-be854341a778" providerId="ADAL" clId="{C7178D90-5483-4538-95C4-63DD1CB1F58E}" dt="2023-04-06T05:09:17.106" v="155" actId="2696"/>
          <pc:sldLayoutMkLst>
            <pc:docMk/>
            <pc:sldMasterMk cId="50543734" sldId="2147484168"/>
            <pc:sldLayoutMk cId="2874525147" sldId="2147484192"/>
          </pc:sldLayoutMkLst>
        </pc:sldLayoutChg>
        <pc:sldLayoutChg chg="del">
          <pc:chgData name="Zhang,Ying (MED CD&amp;O) BII-CN-S" userId="456eb1e0-4978-443e-822e-be854341a778" providerId="ADAL" clId="{C7178D90-5483-4538-95C4-63DD1CB1F58E}" dt="2023-04-06T05:09:17.122" v="156" actId="2696"/>
          <pc:sldLayoutMkLst>
            <pc:docMk/>
            <pc:sldMasterMk cId="50543734" sldId="2147484168"/>
            <pc:sldLayoutMk cId="2360186540" sldId="2147484193"/>
          </pc:sldLayoutMkLst>
        </pc:sldLayoutChg>
        <pc:sldLayoutChg chg="del">
          <pc:chgData name="Zhang,Ying (MED CD&amp;O) BII-CN-S" userId="456eb1e0-4978-443e-822e-be854341a778" providerId="ADAL" clId="{C7178D90-5483-4538-95C4-63DD1CB1F58E}" dt="2023-04-06T05:09:17.123" v="157" actId="2696"/>
          <pc:sldLayoutMkLst>
            <pc:docMk/>
            <pc:sldMasterMk cId="50543734" sldId="2147484168"/>
            <pc:sldLayoutMk cId="3754692831" sldId="2147484194"/>
          </pc:sldLayoutMkLst>
        </pc:sldLayoutChg>
        <pc:sldLayoutChg chg="del">
          <pc:chgData name="Zhang,Ying (MED CD&amp;O) BII-CN-S" userId="456eb1e0-4978-443e-822e-be854341a778" providerId="ADAL" clId="{C7178D90-5483-4538-95C4-63DD1CB1F58E}" dt="2023-04-06T05:09:17.140" v="158" actId="2696"/>
          <pc:sldLayoutMkLst>
            <pc:docMk/>
            <pc:sldMasterMk cId="50543734" sldId="2147484168"/>
            <pc:sldLayoutMk cId="2892699902" sldId="2147484195"/>
          </pc:sldLayoutMkLst>
        </pc:sldLayoutChg>
        <pc:sldLayoutChg chg="del">
          <pc:chgData name="Zhang,Ying (MED CD&amp;O) BII-CN-S" userId="456eb1e0-4978-443e-822e-be854341a778" providerId="ADAL" clId="{C7178D90-5483-4538-95C4-63DD1CB1F58E}" dt="2023-04-06T05:09:17.140" v="159" actId="2696"/>
          <pc:sldLayoutMkLst>
            <pc:docMk/>
            <pc:sldMasterMk cId="50543734" sldId="2147484168"/>
            <pc:sldLayoutMk cId="1112791936" sldId="2147484196"/>
          </pc:sldLayoutMkLst>
        </pc:sldLayoutChg>
      </pc:sldMasterChg>
      <pc:sldMasterChg chg="del delSldLayout">
        <pc:chgData name="Zhang,Ying (MED CD&amp;O) BII-CN-S" userId="456eb1e0-4978-443e-822e-be854341a778" providerId="ADAL" clId="{C7178D90-5483-4538-95C4-63DD1CB1F58E}" dt="2023-04-06T05:09:18.470" v="506" actId="2696"/>
        <pc:sldMasterMkLst>
          <pc:docMk/>
          <pc:sldMasterMk cId="417166421" sldId="2147484197"/>
        </pc:sldMasterMkLst>
        <pc:sldLayoutChg chg="del">
          <pc:chgData name="Zhang,Ying (MED CD&amp;O) BII-CN-S" userId="456eb1e0-4978-443e-822e-be854341a778" providerId="ADAL" clId="{C7178D90-5483-4538-95C4-63DD1CB1F58E}" dt="2023-04-06T05:09:18.237" v="463" actId="2696"/>
          <pc:sldLayoutMkLst>
            <pc:docMk/>
            <pc:sldMasterMk cId="417166421" sldId="2147484197"/>
            <pc:sldLayoutMk cId="23202085" sldId="2147484198"/>
          </pc:sldLayoutMkLst>
        </pc:sldLayoutChg>
        <pc:sldLayoutChg chg="del">
          <pc:chgData name="Zhang,Ying (MED CD&amp;O) BII-CN-S" userId="456eb1e0-4978-443e-822e-be854341a778" providerId="ADAL" clId="{C7178D90-5483-4538-95C4-63DD1CB1F58E}" dt="2023-04-06T05:09:18.237" v="464" actId="2696"/>
          <pc:sldLayoutMkLst>
            <pc:docMk/>
            <pc:sldMasterMk cId="417166421" sldId="2147484197"/>
            <pc:sldLayoutMk cId="547603228" sldId="2147484199"/>
          </pc:sldLayoutMkLst>
        </pc:sldLayoutChg>
        <pc:sldLayoutChg chg="del">
          <pc:chgData name="Zhang,Ying (MED CD&amp;O) BII-CN-S" userId="456eb1e0-4978-443e-822e-be854341a778" providerId="ADAL" clId="{C7178D90-5483-4538-95C4-63DD1CB1F58E}" dt="2023-04-06T05:09:18.237" v="465" actId="2696"/>
          <pc:sldLayoutMkLst>
            <pc:docMk/>
            <pc:sldMasterMk cId="417166421" sldId="2147484197"/>
            <pc:sldLayoutMk cId="882570371" sldId="2147484200"/>
          </pc:sldLayoutMkLst>
        </pc:sldLayoutChg>
        <pc:sldLayoutChg chg="del">
          <pc:chgData name="Zhang,Ying (MED CD&amp;O) BII-CN-S" userId="456eb1e0-4978-443e-822e-be854341a778" providerId="ADAL" clId="{C7178D90-5483-4538-95C4-63DD1CB1F58E}" dt="2023-04-06T05:09:18.237" v="466" actId="2696"/>
          <pc:sldLayoutMkLst>
            <pc:docMk/>
            <pc:sldMasterMk cId="417166421" sldId="2147484197"/>
            <pc:sldLayoutMk cId="3835611486" sldId="2147484201"/>
          </pc:sldLayoutMkLst>
        </pc:sldLayoutChg>
        <pc:sldLayoutChg chg="del">
          <pc:chgData name="Zhang,Ying (MED CD&amp;O) BII-CN-S" userId="456eb1e0-4978-443e-822e-be854341a778" providerId="ADAL" clId="{C7178D90-5483-4538-95C4-63DD1CB1F58E}" dt="2023-04-06T05:09:18.237" v="467" actId="2696"/>
          <pc:sldLayoutMkLst>
            <pc:docMk/>
            <pc:sldMasterMk cId="417166421" sldId="2147484197"/>
            <pc:sldLayoutMk cId="1093769439" sldId="2147484202"/>
          </pc:sldLayoutMkLst>
        </pc:sldLayoutChg>
        <pc:sldLayoutChg chg="del">
          <pc:chgData name="Zhang,Ying (MED CD&amp;O) BII-CN-S" userId="456eb1e0-4978-443e-822e-be854341a778" providerId="ADAL" clId="{C7178D90-5483-4538-95C4-63DD1CB1F58E}" dt="2023-04-06T05:09:18.237" v="468" actId="2696"/>
          <pc:sldLayoutMkLst>
            <pc:docMk/>
            <pc:sldMasterMk cId="417166421" sldId="2147484197"/>
            <pc:sldLayoutMk cId="2294274112" sldId="2147484203"/>
          </pc:sldLayoutMkLst>
        </pc:sldLayoutChg>
        <pc:sldLayoutChg chg="del">
          <pc:chgData name="Zhang,Ying (MED CD&amp;O) BII-CN-S" userId="456eb1e0-4978-443e-822e-be854341a778" providerId="ADAL" clId="{C7178D90-5483-4538-95C4-63DD1CB1F58E}" dt="2023-04-06T05:09:18.237" v="469" actId="2696"/>
          <pc:sldLayoutMkLst>
            <pc:docMk/>
            <pc:sldMasterMk cId="417166421" sldId="2147484197"/>
            <pc:sldLayoutMk cId="737156848" sldId="2147484204"/>
          </pc:sldLayoutMkLst>
        </pc:sldLayoutChg>
        <pc:sldLayoutChg chg="del">
          <pc:chgData name="Zhang,Ying (MED CD&amp;O) BII-CN-S" userId="456eb1e0-4978-443e-822e-be854341a778" providerId="ADAL" clId="{C7178D90-5483-4538-95C4-63DD1CB1F58E}" dt="2023-04-06T05:09:18.254" v="470" actId="2696"/>
          <pc:sldLayoutMkLst>
            <pc:docMk/>
            <pc:sldMasterMk cId="417166421" sldId="2147484197"/>
            <pc:sldLayoutMk cId="738324561" sldId="2147484205"/>
          </pc:sldLayoutMkLst>
        </pc:sldLayoutChg>
        <pc:sldLayoutChg chg="del">
          <pc:chgData name="Zhang,Ying (MED CD&amp;O) BII-CN-S" userId="456eb1e0-4978-443e-822e-be854341a778" providerId="ADAL" clId="{C7178D90-5483-4538-95C4-63DD1CB1F58E}" dt="2023-04-06T05:09:18.254" v="471" actId="2696"/>
          <pc:sldLayoutMkLst>
            <pc:docMk/>
            <pc:sldMasterMk cId="417166421" sldId="2147484197"/>
            <pc:sldLayoutMk cId="1297522307" sldId="2147484206"/>
          </pc:sldLayoutMkLst>
        </pc:sldLayoutChg>
        <pc:sldLayoutChg chg="del">
          <pc:chgData name="Zhang,Ying (MED CD&amp;O) BII-CN-S" userId="456eb1e0-4978-443e-822e-be854341a778" providerId="ADAL" clId="{C7178D90-5483-4538-95C4-63DD1CB1F58E}" dt="2023-04-06T05:09:18.254" v="472" actId="2696"/>
          <pc:sldLayoutMkLst>
            <pc:docMk/>
            <pc:sldMasterMk cId="417166421" sldId="2147484197"/>
            <pc:sldLayoutMk cId="2205959864" sldId="2147484207"/>
          </pc:sldLayoutMkLst>
        </pc:sldLayoutChg>
        <pc:sldLayoutChg chg="del">
          <pc:chgData name="Zhang,Ying (MED CD&amp;O) BII-CN-S" userId="456eb1e0-4978-443e-822e-be854341a778" providerId="ADAL" clId="{C7178D90-5483-4538-95C4-63DD1CB1F58E}" dt="2023-04-06T05:09:18.254" v="473" actId="2696"/>
          <pc:sldLayoutMkLst>
            <pc:docMk/>
            <pc:sldMasterMk cId="417166421" sldId="2147484197"/>
            <pc:sldLayoutMk cId="3993625240" sldId="2147484208"/>
          </pc:sldLayoutMkLst>
        </pc:sldLayoutChg>
        <pc:sldLayoutChg chg="del">
          <pc:chgData name="Zhang,Ying (MED CD&amp;O) BII-CN-S" userId="456eb1e0-4978-443e-822e-be854341a778" providerId="ADAL" clId="{C7178D90-5483-4538-95C4-63DD1CB1F58E}" dt="2023-04-06T05:09:18.254" v="474" actId="2696"/>
          <pc:sldLayoutMkLst>
            <pc:docMk/>
            <pc:sldMasterMk cId="417166421" sldId="2147484197"/>
            <pc:sldLayoutMk cId="375496881" sldId="2147484209"/>
          </pc:sldLayoutMkLst>
        </pc:sldLayoutChg>
        <pc:sldLayoutChg chg="del">
          <pc:chgData name="Zhang,Ying (MED CD&amp;O) BII-CN-S" userId="456eb1e0-4978-443e-822e-be854341a778" providerId="ADAL" clId="{C7178D90-5483-4538-95C4-63DD1CB1F58E}" dt="2023-04-06T05:09:18.254" v="475" actId="2696"/>
          <pc:sldLayoutMkLst>
            <pc:docMk/>
            <pc:sldMasterMk cId="417166421" sldId="2147484197"/>
            <pc:sldLayoutMk cId="3893915859" sldId="2147484210"/>
          </pc:sldLayoutMkLst>
        </pc:sldLayoutChg>
        <pc:sldLayoutChg chg="del">
          <pc:chgData name="Zhang,Ying (MED CD&amp;O) BII-CN-S" userId="456eb1e0-4978-443e-822e-be854341a778" providerId="ADAL" clId="{C7178D90-5483-4538-95C4-63DD1CB1F58E}" dt="2023-04-06T05:09:18.266" v="476" actId="2696"/>
          <pc:sldLayoutMkLst>
            <pc:docMk/>
            <pc:sldMasterMk cId="417166421" sldId="2147484197"/>
            <pc:sldLayoutMk cId="735193602" sldId="2147484211"/>
          </pc:sldLayoutMkLst>
        </pc:sldLayoutChg>
        <pc:sldLayoutChg chg="del">
          <pc:chgData name="Zhang,Ying (MED CD&amp;O) BII-CN-S" userId="456eb1e0-4978-443e-822e-be854341a778" providerId="ADAL" clId="{C7178D90-5483-4538-95C4-63DD1CB1F58E}" dt="2023-04-06T05:09:18.266" v="477" actId="2696"/>
          <pc:sldLayoutMkLst>
            <pc:docMk/>
            <pc:sldMasterMk cId="417166421" sldId="2147484197"/>
            <pc:sldLayoutMk cId="2674677752" sldId="2147484212"/>
          </pc:sldLayoutMkLst>
        </pc:sldLayoutChg>
        <pc:sldLayoutChg chg="del">
          <pc:chgData name="Zhang,Ying (MED CD&amp;O) BII-CN-S" userId="456eb1e0-4978-443e-822e-be854341a778" providerId="ADAL" clId="{C7178D90-5483-4538-95C4-63DD1CB1F58E}" dt="2023-04-06T05:09:18.291" v="478" actId="2696"/>
          <pc:sldLayoutMkLst>
            <pc:docMk/>
            <pc:sldMasterMk cId="417166421" sldId="2147484197"/>
            <pc:sldLayoutMk cId="3474658642" sldId="2147484213"/>
          </pc:sldLayoutMkLst>
        </pc:sldLayoutChg>
        <pc:sldLayoutChg chg="del">
          <pc:chgData name="Zhang,Ying (MED CD&amp;O) BII-CN-S" userId="456eb1e0-4978-443e-822e-be854341a778" providerId="ADAL" clId="{C7178D90-5483-4538-95C4-63DD1CB1F58E}" dt="2023-04-06T05:09:18.293" v="479" actId="2696"/>
          <pc:sldLayoutMkLst>
            <pc:docMk/>
            <pc:sldMasterMk cId="417166421" sldId="2147484197"/>
            <pc:sldLayoutMk cId="3409580824" sldId="2147484214"/>
          </pc:sldLayoutMkLst>
        </pc:sldLayoutChg>
        <pc:sldLayoutChg chg="del">
          <pc:chgData name="Zhang,Ying (MED CD&amp;O) BII-CN-S" userId="456eb1e0-4978-443e-822e-be854341a778" providerId="ADAL" clId="{C7178D90-5483-4538-95C4-63DD1CB1F58E}" dt="2023-04-06T05:09:18.294" v="480" actId="2696"/>
          <pc:sldLayoutMkLst>
            <pc:docMk/>
            <pc:sldMasterMk cId="417166421" sldId="2147484197"/>
            <pc:sldLayoutMk cId="720232027" sldId="2147484215"/>
          </pc:sldLayoutMkLst>
        </pc:sldLayoutChg>
        <pc:sldLayoutChg chg="del">
          <pc:chgData name="Zhang,Ying (MED CD&amp;O) BII-CN-S" userId="456eb1e0-4978-443e-822e-be854341a778" providerId="ADAL" clId="{C7178D90-5483-4538-95C4-63DD1CB1F58E}" dt="2023-04-06T05:09:18.295" v="481" actId="2696"/>
          <pc:sldLayoutMkLst>
            <pc:docMk/>
            <pc:sldMasterMk cId="417166421" sldId="2147484197"/>
            <pc:sldLayoutMk cId="1957511101" sldId="2147484216"/>
          </pc:sldLayoutMkLst>
        </pc:sldLayoutChg>
        <pc:sldLayoutChg chg="del">
          <pc:chgData name="Zhang,Ying (MED CD&amp;O) BII-CN-S" userId="456eb1e0-4978-443e-822e-be854341a778" providerId="ADAL" clId="{C7178D90-5483-4538-95C4-63DD1CB1F58E}" dt="2023-04-06T05:09:18.296" v="482" actId="2696"/>
          <pc:sldLayoutMkLst>
            <pc:docMk/>
            <pc:sldMasterMk cId="417166421" sldId="2147484197"/>
            <pc:sldLayoutMk cId="3762637191" sldId="2147484217"/>
          </pc:sldLayoutMkLst>
        </pc:sldLayoutChg>
        <pc:sldLayoutChg chg="del">
          <pc:chgData name="Zhang,Ying (MED CD&amp;O) BII-CN-S" userId="456eb1e0-4978-443e-822e-be854341a778" providerId="ADAL" clId="{C7178D90-5483-4538-95C4-63DD1CB1F58E}" dt="2023-04-06T05:09:18.310" v="483" actId="2696"/>
          <pc:sldLayoutMkLst>
            <pc:docMk/>
            <pc:sldMasterMk cId="417166421" sldId="2147484197"/>
            <pc:sldLayoutMk cId="1213075931" sldId="2147484218"/>
          </pc:sldLayoutMkLst>
        </pc:sldLayoutChg>
        <pc:sldLayoutChg chg="del">
          <pc:chgData name="Zhang,Ying (MED CD&amp;O) BII-CN-S" userId="456eb1e0-4978-443e-822e-be854341a778" providerId="ADAL" clId="{C7178D90-5483-4538-95C4-63DD1CB1F58E}" dt="2023-04-06T05:09:18.311" v="484" actId="2696"/>
          <pc:sldLayoutMkLst>
            <pc:docMk/>
            <pc:sldMasterMk cId="417166421" sldId="2147484197"/>
            <pc:sldLayoutMk cId="3432561534" sldId="2147484219"/>
          </pc:sldLayoutMkLst>
        </pc:sldLayoutChg>
        <pc:sldLayoutChg chg="del">
          <pc:chgData name="Zhang,Ying (MED CD&amp;O) BII-CN-S" userId="456eb1e0-4978-443e-822e-be854341a778" providerId="ADAL" clId="{C7178D90-5483-4538-95C4-63DD1CB1F58E}" dt="2023-04-06T05:09:18.312" v="485" actId="2696"/>
          <pc:sldLayoutMkLst>
            <pc:docMk/>
            <pc:sldMasterMk cId="417166421" sldId="2147484197"/>
            <pc:sldLayoutMk cId="2310871866" sldId="2147484220"/>
          </pc:sldLayoutMkLst>
        </pc:sldLayoutChg>
        <pc:sldLayoutChg chg="del">
          <pc:chgData name="Zhang,Ying (MED CD&amp;O) BII-CN-S" userId="456eb1e0-4978-443e-822e-be854341a778" providerId="ADAL" clId="{C7178D90-5483-4538-95C4-63DD1CB1F58E}" dt="2023-04-06T05:09:18.322" v="486" actId="2696"/>
          <pc:sldLayoutMkLst>
            <pc:docMk/>
            <pc:sldMasterMk cId="417166421" sldId="2147484197"/>
            <pc:sldLayoutMk cId="921462716" sldId="2147484221"/>
          </pc:sldLayoutMkLst>
        </pc:sldLayoutChg>
        <pc:sldLayoutChg chg="del">
          <pc:chgData name="Zhang,Ying (MED CD&amp;O) BII-CN-S" userId="456eb1e0-4978-443e-822e-be854341a778" providerId="ADAL" clId="{C7178D90-5483-4538-95C4-63DD1CB1F58E}" dt="2023-04-06T05:09:18.322" v="487" actId="2696"/>
          <pc:sldLayoutMkLst>
            <pc:docMk/>
            <pc:sldMasterMk cId="417166421" sldId="2147484197"/>
            <pc:sldLayoutMk cId="2343957929" sldId="2147484222"/>
          </pc:sldLayoutMkLst>
        </pc:sldLayoutChg>
        <pc:sldLayoutChg chg="del">
          <pc:chgData name="Zhang,Ying (MED CD&amp;O) BII-CN-S" userId="456eb1e0-4978-443e-822e-be854341a778" providerId="ADAL" clId="{C7178D90-5483-4538-95C4-63DD1CB1F58E}" dt="2023-04-06T05:09:18.338" v="488" actId="2696"/>
          <pc:sldLayoutMkLst>
            <pc:docMk/>
            <pc:sldMasterMk cId="417166421" sldId="2147484197"/>
            <pc:sldLayoutMk cId="1846637642" sldId="2147484223"/>
          </pc:sldLayoutMkLst>
        </pc:sldLayoutChg>
        <pc:sldLayoutChg chg="del">
          <pc:chgData name="Zhang,Ying (MED CD&amp;O) BII-CN-S" userId="456eb1e0-4978-443e-822e-be854341a778" providerId="ADAL" clId="{C7178D90-5483-4538-95C4-63DD1CB1F58E}" dt="2023-04-06T05:09:18.338" v="489" actId="2696"/>
          <pc:sldLayoutMkLst>
            <pc:docMk/>
            <pc:sldMasterMk cId="417166421" sldId="2147484197"/>
            <pc:sldLayoutMk cId="356529454" sldId="2147484224"/>
          </pc:sldLayoutMkLst>
        </pc:sldLayoutChg>
        <pc:sldLayoutChg chg="del">
          <pc:chgData name="Zhang,Ying (MED CD&amp;O) BII-CN-S" userId="456eb1e0-4978-443e-822e-be854341a778" providerId="ADAL" clId="{C7178D90-5483-4538-95C4-63DD1CB1F58E}" dt="2023-04-06T05:09:18.338" v="490" actId="2696"/>
          <pc:sldLayoutMkLst>
            <pc:docMk/>
            <pc:sldMasterMk cId="417166421" sldId="2147484197"/>
            <pc:sldLayoutMk cId="361725979" sldId="2147484225"/>
          </pc:sldLayoutMkLst>
        </pc:sldLayoutChg>
        <pc:sldLayoutChg chg="del">
          <pc:chgData name="Zhang,Ying (MED CD&amp;O) BII-CN-S" userId="456eb1e0-4978-443e-822e-be854341a778" providerId="ADAL" clId="{C7178D90-5483-4538-95C4-63DD1CB1F58E}" dt="2023-04-06T05:09:18.355" v="491" actId="2696"/>
          <pc:sldLayoutMkLst>
            <pc:docMk/>
            <pc:sldMasterMk cId="417166421" sldId="2147484197"/>
            <pc:sldLayoutMk cId="3736898205" sldId="2147484226"/>
          </pc:sldLayoutMkLst>
        </pc:sldLayoutChg>
        <pc:sldLayoutChg chg="del">
          <pc:chgData name="Zhang,Ying (MED CD&amp;O) BII-CN-S" userId="456eb1e0-4978-443e-822e-be854341a778" providerId="ADAL" clId="{C7178D90-5483-4538-95C4-63DD1CB1F58E}" dt="2023-04-06T05:09:18.366" v="492" actId="2696"/>
          <pc:sldLayoutMkLst>
            <pc:docMk/>
            <pc:sldMasterMk cId="417166421" sldId="2147484197"/>
            <pc:sldLayoutMk cId="52632162" sldId="2147484227"/>
          </pc:sldLayoutMkLst>
        </pc:sldLayoutChg>
        <pc:sldLayoutChg chg="del">
          <pc:chgData name="Zhang,Ying (MED CD&amp;O) BII-CN-S" userId="456eb1e0-4978-443e-822e-be854341a778" providerId="ADAL" clId="{C7178D90-5483-4538-95C4-63DD1CB1F58E}" dt="2023-04-06T05:09:18.366" v="493" actId="2696"/>
          <pc:sldLayoutMkLst>
            <pc:docMk/>
            <pc:sldMasterMk cId="417166421" sldId="2147484197"/>
            <pc:sldLayoutMk cId="3279228793" sldId="2147484228"/>
          </pc:sldLayoutMkLst>
        </pc:sldLayoutChg>
        <pc:sldLayoutChg chg="del">
          <pc:chgData name="Zhang,Ying (MED CD&amp;O) BII-CN-S" userId="456eb1e0-4978-443e-822e-be854341a778" providerId="ADAL" clId="{C7178D90-5483-4538-95C4-63DD1CB1F58E}" dt="2023-04-06T05:09:18.366" v="494" actId="2696"/>
          <pc:sldLayoutMkLst>
            <pc:docMk/>
            <pc:sldMasterMk cId="417166421" sldId="2147484197"/>
            <pc:sldLayoutMk cId="3591900478" sldId="2147484229"/>
          </pc:sldLayoutMkLst>
        </pc:sldLayoutChg>
        <pc:sldLayoutChg chg="del">
          <pc:chgData name="Zhang,Ying (MED CD&amp;O) BII-CN-S" userId="456eb1e0-4978-443e-822e-be854341a778" providerId="ADAL" clId="{C7178D90-5483-4538-95C4-63DD1CB1F58E}" dt="2023-04-06T05:09:18.383" v="495" actId="2696"/>
          <pc:sldLayoutMkLst>
            <pc:docMk/>
            <pc:sldMasterMk cId="417166421" sldId="2147484197"/>
            <pc:sldLayoutMk cId="3663782791" sldId="2147484230"/>
          </pc:sldLayoutMkLst>
        </pc:sldLayoutChg>
        <pc:sldLayoutChg chg="del">
          <pc:chgData name="Zhang,Ying (MED CD&amp;O) BII-CN-S" userId="456eb1e0-4978-443e-822e-be854341a778" providerId="ADAL" clId="{C7178D90-5483-4538-95C4-63DD1CB1F58E}" dt="2023-04-06T05:09:18.383" v="496" actId="2696"/>
          <pc:sldLayoutMkLst>
            <pc:docMk/>
            <pc:sldMasterMk cId="417166421" sldId="2147484197"/>
            <pc:sldLayoutMk cId="2233161581" sldId="2147484231"/>
          </pc:sldLayoutMkLst>
        </pc:sldLayoutChg>
        <pc:sldLayoutChg chg="del">
          <pc:chgData name="Zhang,Ying (MED CD&amp;O) BII-CN-S" userId="456eb1e0-4978-443e-822e-be854341a778" providerId="ADAL" clId="{C7178D90-5483-4538-95C4-63DD1CB1F58E}" dt="2023-04-06T05:09:18.388" v="497" actId="2696"/>
          <pc:sldLayoutMkLst>
            <pc:docMk/>
            <pc:sldMasterMk cId="417166421" sldId="2147484197"/>
            <pc:sldLayoutMk cId="3320866041" sldId="2147484232"/>
          </pc:sldLayoutMkLst>
        </pc:sldLayoutChg>
        <pc:sldLayoutChg chg="del">
          <pc:chgData name="Zhang,Ying (MED CD&amp;O) BII-CN-S" userId="456eb1e0-4978-443e-822e-be854341a778" providerId="ADAL" clId="{C7178D90-5483-4538-95C4-63DD1CB1F58E}" dt="2023-04-06T05:09:18.404" v="498" actId="2696"/>
          <pc:sldLayoutMkLst>
            <pc:docMk/>
            <pc:sldMasterMk cId="417166421" sldId="2147484197"/>
            <pc:sldLayoutMk cId="3055410985" sldId="2147484233"/>
          </pc:sldLayoutMkLst>
        </pc:sldLayoutChg>
        <pc:sldLayoutChg chg="del">
          <pc:chgData name="Zhang,Ying (MED CD&amp;O) BII-CN-S" userId="456eb1e0-4978-443e-822e-be854341a778" providerId="ADAL" clId="{C7178D90-5483-4538-95C4-63DD1CB1F58E}" dt="2023-04-06T05:09:18.405" v="499" actId="2696"/>
          <pc:sldLayoutMkLst>
            <pc:docMk/>
            <pc:sldMasterMk cId="417166421" sldId="2147484197"/>
            <pc:sldLayoutMk cId="2299484903" sldId="2147484234"/>
          </pc:sldLayoutMkLst>
        </pc:sldLayoutChg>
        <pc:sldLayoutChg chg="del">
          <pc:chgData name="Zhang,Ying (MED CD&amp;O) BII-CN-S" userId="456eb1e0-4978-443e-822e-be854341a778" providerId="ADAL" clId="{C7178D90-5483-4538-95C4-63DD1CB1F58E}" dt="2023-04-06T05:09:18.421" v="500" actId="2696"/>
          <pc:sldLayoutMkLst>
            <pc:docMk/>
            <pc:sldMasterMk cId="417166421" sldId="2147484197"/>
            <pc:sldLayoutMk cId="3608622106" sldId="2147484235"/>
          </pc:sldLayoutMkLst>
        </pc:sldLayoutChg>
        <pc:sldLayoutChg chg="del">
          <pc:chgData name="Zhang,Ying (MED CD&amp;O) BII-CN-S" userId="456eb1e0-4978-443e-822e-be854341a778" providerId="ADAL" clId="{C7178D90-5483-4538-95C4-63DD1CB1F58E}" dt="2023-04-06T05:09:18.439" v="501" actId="2696"/>
          <pc:sldLayoutMkLst>
            <pc:docMk/>
            <pc:sldMasterMk cId="417166421" sldId="2147484197"/>
            <pc:sldLayoutMk cId="271743556" sldId="2147484236"/>
          </pc:sldLayoutMkLst>
        </pc:sldLayoutChg>
        <pc:sldLayoutChg chg="del">
          <pc:chgData name="Zhang,Ying (MED CD&amp;O) BII-CN-S" userId="456eb1e0-4978-443e-822e-be854341a778" providerId="ADAL" clId="{C7178D90-5483-4538-95C4-63DD1CB1F58E}" dt="2023-04-06T05:09:18.455" v="502" actId="2696"/>
          <pc:sldLayoutMkLst>
            <pc:docMk/>
            <pc:sldMasterMk cId="417166421" sldId="2147484197"/>
            <pc:sldLayoutMk cId="3959946019" sldId="2147484237"/>
          </pc:sldLayoutMkLst>
        </pc:sldLayoutChg>
        <pc:sldLayoutChg chg="del">
          <pc:chgData name="Zhang,Ying (MED CD&amp;O) BII-CN-S" userId="456eb1e0-4978-443e-822e-be854341a778" providerId="ADAL" clId="{C7178D90-5483-4538-95C4-63DD1CB1F58E}" dt="2023-04-06T05:09:18.456" v="503" actId="2696"/>
          <pc:sldLayoutMkLst>
            <pc:docMk/>
            <pc:sldMasterMk cId="417166421" sldId="2147484197"/>
            <pc:sldLayoutMk cId="1933908930" sldId="2147484238"/>
          </pc:sldLayoutMkLst>
        </pc:sldLayoutChg>
        <pc:sldLayoutChg chg="del">
          <pc:chgData name="Zhang,Ying (MED CD&amp;O) BII-CN-S" userId="456eb1e0-4978-443e-822e-be854341a778" providerId="ADAL" clId="{C7178D90-5483-4538-95C4-63DD1CB1F58E}" dt="2023-04-06T05:09:18.457" v="504" actId="2696"/>
          <pc:sldLayoutMkLst>
            <pc:docMk/>
            <pc:sldMasterMk cId="417166421" sldId="2147484197"/>
            <pc:sldLayoutMk cId="1536113883" sldId="2147484240"/>
          </pc:sldLayoutMkLst>
        </pc:sldLayoutChg>
        <pc:sldLayoutChg chg="del">
          <pc:chgData name="Zhang,Ying (MED CD&amp;O) BII-CN-S" userId="456eb1e0-4978-443e-822e-be854341a778" providerId="ADAL" clId="{C7178D90-5483-4538-95C4-63DD1CB1F58E}" dt="2023-04-06T05:09:18.458" v="505" actId="2696"/>
          <pc:sldLayoutMkLst>
            <pc:docMk/>
            <pc:sldMasterMk cId="417166421" sldId="2147484197"/>
            <pc:sldLayoutMk cId="3856591325" sldId="2147484241"/>
          </pc:sldLayoutMkLst>
        </pc:sldLayoutChg>
      </pc:sldMasterChg>
      <pc:sldMasterChg chg="del delSldLayout">
        <pc:chgData name="Zhang,Ying (MED CD&amp;O) BII-CN-S" userId="456eb1e0-4978-443e-822e-be854341a778" providerId="ADAL" clId="{C7178D90-5483-4538-95C4-63DD1CB1F58E}" dt="2023-04-06T05:09:18.082" v="404" actId="2696"/>
        <pc:sldMasterMkLst>
          <pc:docMk/>
          <pc:sldMasterMk cId="3377519847" sldId="2147484242"/>
        </pc:sldMasterMkLst>
        <pc:sldLayoutChg chg="del">
          <pc:chgData name="Zhang,Ying (MED CD&amp;O) BII-CN-S" userId="456eb1e0-4978-443e-822e-be854341a778" providerId="ADAL" clId="{C7178D90-5483-4538-95C4-63DD1CB1F58E}" dt="2023-04-06T05:09:18.055" v="383" actId="2696"/>
          <pc:sldLayoutMkLst>
            <pc:docMk/>
            <pc:sldMasterMk cId="3377519847" sldId="2147484242"/>
            <pc:sldLayoutMk cId="4144355111" sldId="2147484243"/>
          </pc:sldLayoutMkLst>
        </pc:sldLayoutChg>
        <pc:sldLayoutChg chg="del">
          <pc:chgData name="Zhang,Ying (MED CD&amp;O) BII-CN-S" userId="456eb1e0-4978-443e-822e-be854341a778" providerId="ADAL" clId="{C7178D90-5483-4538-95C4-63DD1CB1F58E}" dt="2023-04-06T05:09:18.055" v="384" actId="2696"/>
          <pc:sldLayoutMkLst>
            <pc:docMk/>
            <pc:sldMasterMk cId="3377519847" sldId="2147484242"/>
            <pc:sldLayoutMk cId="1415549032" sldId="2147484244"/>
          </pc:sldLayoutMkLst>
        </pc:sldLayoutChg>
        <pc:sldLayoutChg chg="del">
          <pc:chgData name="Zhang,Ying (MED CD&amp;O) BII-CN-S" userId="456eb1e0-4978-443e-822e-be854341a778" providerId="ADAL" clId="{C7178D90-5483-4538-95C4-63DD1CB1F58E}" dt="2023-04-06T05:09:18.066" v="385" actId="2696"/>
          <pc:sldLayoutMkLst>
            <pc:docMk/>
            <pc:sldMasterMk cId="3377519847" sldId="2147484242"/>
            <pc:sldLayoutMk cId="1343908262" sldId="2147484245"/>
          </pc:sldLayoutMkLst>
        </pc:sldLayoutChg>
        <pc:sldLayoutChg chg="del">
          <pc:chgData name="Zhang,Ying (MED CD&amp;O) BII-CN-S" userId="456eb1e0-4978-443e-822e-be854341a778" providerId="ADAL" clId="{C7178D90-5483-4538-95C4-63DD1CB1F58E}" dt="2023-04-06T05:09:18.066" v="386" actId="2696"/>
          <pc:sldLayoutMkLst>
            <pc:docMk/>
            <pc:sldMasterMk cId="3377519847" sldId="2147484242"/>
            <pc:sldLayoutMk cId="1337786853" sldId="2147484246"/>
          </pc:sldLayoutMkLst>
        </pc:sldLayoutChg>
        <pc:sldLayoutChg chg="del">
          <pc:chgData name="Zhang,Ying (MED CD&amp;O) BII-CN-S" userId="456eb1e0-4978-443e-822e-be854341a778" providerId="ADAL" clId="{C7178D90-5483-4538-95C4-63DD1CB1F58E}" dt="2023-04-06T05:09:18.066" v="387" actId="2696"/>
          <pc:sldLayoutMkLst>
            <pc:docMk/>
            <pc:sldMasterMk cId="3377519847" sldId="2147484242"/>
            <pc:sldLayoutMk cId="426980654" sldId="2147484247"/>
          </pc:sldLayoutMkLst>
        </pc:sldLayoutChg>
        <pc:sldLayoutChg chg="del">
          <pc:chgData name="Zhang,Ying (MED CD&amp;O) BII-CN-S" userId="456eb1e0-4978-443e-822e-be854341a778" providerId="ADAL" clId="{C7178D90-5483-4538-95C4-63DD1CB1F58E}" dt="2023-04-06T05:09:18.066" v="388" actId="2696"/>
          <pc:sldLayoutMkLst>
            <pc:docMk/>
            <pc:sldMasterMk cId="3377519847" sldId="2147484242"/>
            <pc:sldLayoutMk cId="3317365580" sldId="2147484248"/>
          </pc:sldLayoutMkLst>
        </pc:sldLayoutChg>
        <pc:sldLayoutChg chg="del">
          <pc:chgData name="Zhang,Ying (MED CD&amp;O) BII-CN-S" userId="456eb1e0-4978-443e-822e-be854341a778" providerId="ADAL" clId="{C7178D90-5483-4538-95C4-63DD1CB1F58E}" dt="2023-04-06T05:09:18.066" v="389" actId="2696"/>
          <pc:sldLayoutMkLst>
            <pc:docMk/>
            <pc:sldMasterMk cId="3377519847" sldId="2147484242"/>
            <pc:sldLayoutMk cId="3871924323" sldId="2147484249"/>
          </pc:sldLayoutMkLst>
        </pc:sldLayoutChg>
        <pc:sldLayoutChg chg="del">
          <pc:chgData name="Zhang,Ying (MED CD&amp;O) BII-CN-S" userId="456eb1e0-4978-443e-822e-be854341a778" providerId="ADAL" clId="{C7178D90-5483-4538-95C4-63DD1CB1F58E}" dt="2023-04-06T05:09:18.066" v="390" actId="2696"/>
          <pc:sldLayoutMkLst>
            <pc:docMk/>
            <pc:sldMasterMk cId="3377519847" sldId="2147484242"/>
            <pc:sldLayoutMk cId="10914303" sldId="2147484250"/>
          </pc:sldLayoutMkLst>
        </pc:sldLayoutChg>
        <pc:sldLayoutChg chg="del">
          <pc:chgData name="Zhang,Ying (MED CD&amp;O) BII-CN-S" userId="456eb1e0-4978-443e-822e-be854341a778" providerId="ADAL" clId="{C7178D90-5483-4538-95C4-63DD1CB1F58E}" dt="2023-04-06T05:09:18.066" v="391" actId="2696"/>
          <pc:sldLayoutMkLst>
            <pc:docMk/>
            <pc:sldMasterMk cId="3377519847" sldId="2147484242"/>
            <pc:sldLayoutMk cId="1783179738" sldId="2147484251"/>
          </pc:sldLayoutMkLst>
        </pc:sldLayoutChg>
        <pc:sldLayoutChg chg="del">
          <pc:chgData name="Zhang,Ying (MED CD&amp;O) BII-CN-S" userId="456eb1e0-4978-443e-822e-be854341a778" providerId="ADAL" clId="{C7178D90-5483-4538-95C4-63DD1CB1F58E}" dt="2023-04-06T05:09:18.066" v="392" actId="2696"/>
          <pc:sldLayoutMkLst>
            <pc:docMk/>
            <pc:sldMasterMk cId="3377519847" sldId="2147484242"/>
            <pc:sldLayoutMk cId="3188671846" sldId="2147484252"/>
          </pc:sldLayoutMkLst>
        </pc:sldLayoutChg>
        <pc:sldLayoutChg chg="del">
          <pc:chgData name="Zhang,Ying (MED CD&amp;O) BII-CN-S" userId="456eb1e0-4978-443e-822e-be854341a778" providerId="ADAL" clId="{C7178D90-5483-4538-95C4-63DD1CB1F58E}" dt="2023-04-06T05:09:18.082" v="393" actId="2696"/>
          <pc:sldLayoutMkLst>
            <pc:docMk/>
            <pc:sldMasterMk cId="3377519847" sldId="2147484242"/>
            <pc:sldLayoutMk cId="3113708120" sldId="2147484253"/>
          </pc:sldLayoutMkLst>
        </pc:sldLayoutChg>
        <pc:sldLayoutChg chg="del">
          <pc:chgData name="Zhang,Ying (MED CD&amp;O) BII-CN-S" userId="456eb1e0-4978-443e-822e-be854341a778" providerId="ADAL" clId="{C7178D90-5483-4538-95C4-63DD1CB1F58E}" dt="2023-04-06T05:09:18.082" v="394" actId="2696"/>
          <pc:sldLayoutMkLst>
            <pc:docMk/>
            <pc:sldMasterMk cId="3377519847" sldId="2147484242"/>
            <pc:sldLayoutMk cId="13737193" sldId="2147484254"/>
          </pc:sldLayoutMkLst>
        </pc:sldLayoutChg>
        <pc:sldLayoutChg chg="del">
          <pc:chgData name="Zhang,Ying (MED CD&amp;O) BII-CN-S" userId="456eb1e0-4978-443e-822e-be854341a778" providerId="ADAL" clId="{C7178D90-5483-4538-95C4-63DD1CB1F58E}" dt="2023-04-06T05:09:18.082" v="395" actId="2696"/>
          <pc:sldLayoutMkLst>
            <pc:docMk/>
            <pc:sldMasterMk cId="3377519847" sldId="2147484242"/>
            <pc:sldLayoutMk cId="1292173259" sldId="2147484255"/>
          </pc:sldLayoutMkLst>
        </pc:sldLayoutChg>
        <pc:sldLayoutChg chg="del">
          <pc:chgData name="Zhang,Ying (MED CD&amp;O) BII-CN-S" userId="456eb1e0-4978-443e-822e-be854341a778" providerId="ADAL" clId="{C7178D90-5483-4538-95C4-63DD1CB1F58E}" dt="2023-04-06T05:09:18.082" v="396" actId="2696"/>
          <pc:sldLayoutMkLst>
            <pc:docMk/>
            <pc:sldMasterMk cId="3377519847" sldId="2147484242"/>
            <pc:sldLayoutMk cId="2972286391" sldId="2147484256"/>
          </pc:sldLayoutMkLst>
        </pc:sldLayoutChg>
        <pc:sldLayoutChg chg="del">
          <pc:chgData name="Zhang,Ying (MED CD&amp;O) BII-CN-S" userId="456eb1e0-4978-443e-822e-be854341a778" providerId="ADAL" clId="{C7178D90-5483-4538-95C4-63DD1CB1F58E}" dt="2023-04-06T05:09:18.082" v="397" actId="2696"/>
          <pc:sldLayoutMkLst>
            <pc:docMk/>
            <pc:sldMasterMk cId="3377519847" sldId="2147484242"/>
            <pc:sldLayoutMk cId="2438150561" sldId="2147484257"/>
          </pc:sldLayoutMkLst>
        </pc:sldLayoutChg>
        <pc:sldLayoutChg chg="del">
          <pc:chgData name="Zhang,Ying (MED CD&amp;O) BII-CN-S" userId="456eb1e0-4978-443e-822e-be854341a778" providerId="ADAL" clId="{C7178D90-5483-4538-95C4-63DD1CB1F58E}" dt="2023-04-06T05:09:18.082" v="398" actId="2696"/>
          <pc:sldLayoutMkLst>
            <pc:docMk/>
            <pc:sldMasterMk cId="3377519847" sldId="2147484242"/>
            <pc:sldLayoutMk cId="3908944839" sldId="2147484258"/>
          </pc:sldLayoutMkLst>
        </pc:sldLayoutChg>
        <pc:sldLayoutChg chg="del">
          <pc:chgData name="Zhang,Ying (MED CD&amp;O) BII-CN-S" userId="456eb1e0-4978-443e-822e-be854341a778" providerId="ADAL" clId="{C7178D90-5483-4538-95C4-63DD1CB1F58E}" dt="2023-04-06T05:09:18.082" v="399" actId="2696"/>
          <pc:sldLayoutMkLst>
            <pc:docMk/>
            <pc:sldMasterMk cId="3377519847" sldId="2147484242"/>
            <pc:sldLayoutMk cId="3833512882" sldId="2147484259"/>
          </pc:sldLayoutMkLst>
        </pc:sldLayoutChg>
        <pc:sldLayoutChg chg="del">
          <pc:chgData name="Zhang,Ying (MED CD&amp;O) BII-CN-S" userId="456eb1e0-4978-443e-822e-be854341a778" providerId="ADAL" clId="{C7178D90-5483-4538-95C4-63DD1CB1F58E}" dt="2023-04-06T05:09:18.082" v="400" actId="2696"/>
          <pc:sldLayoutMkLst>
            <pc:docMk/>
            <pc:sldMasterMk cId="3377519847" sldId="2147484242"/>
            <pc:sldLayoutMk cId="643751666" sldId="2147484260"/>
          </pc:sldLayoutMkLst>
        </pc:sldLayoutChg>
        <pc:sldLayoutChg chg="del">
          <pc:chgData name="Zhang,Ying (MED CD&amp;O) BII-CN-S" userId="456eb1e0-4978-443e-822e-be854341a778" providerId="ADAL" clId="{C7178D90-5483-4538-95C4-63DD1CB1F58E}" dt="2023-04-06T05:09:18.082" v="401" actId="2696"/>
          <pc:sldLayoutMkLst>
            <pc:docMk/>
            <pc:sldMasterMk cId="3377519847" sldId="2147484242"/>
            <pc:sldLayoutMk cId="3617655887" sldId="2147484261"/>
          </pc:sldLayoutMkLst>
        </pc:sldLayoutChg>
        <pc:sldLayoutChg chg="del">
          <pc:chgData name="Zhang,Ying (MED CD&amp;O) BII-CN-S" userId="456eb1e0-4978-443e-822e-be854341a778" providerId="ADAL" clId="{C7178D90-5483-4538-95C4-63DD1CB1F58E}" dt="2023-04-06T05:09:18.082" v="402" actId="2696"/>
          <pc:sldLayoutMkLst>
            <pc:docMk/>
            <pc:sldMasterMk cId="3377519847" sldId="2147484242"/>
            <pc:sldLayoutMk cId="4081594712" sldId="2147484262"/>
          </pc:sldLayoutMkLst>
        </pc:sldLayoutChg>
        <pc:sldLayoutChg chg="del">
          <pc:chgData name="Zhang,Ying (MED CD&amp;O) BII-CN-S" userId="456eb1e0-4978-443e-822e-be854341a778" providerId="ADAL" clId="{C7178D90-5483-4538-95C4-63DD1CB1F58E}" dt="2023-04-06T05:09:18.082" v="403" actId="2696"/>
          <pc:sldLayoutMkLst>
            <pc:docMk/>
            <pc:sldMasterMk cId="3377519847" sldId="2147484242"/>
            <pc:sldLayoutMk cId="1439590135" sldId="2147484263"/>
          </pc:sldLayoutMkLst>
        </pc:sldLayoutChg>
      </pc:sldMasterChg>
      <pc:sldMasterChg chg="del delSldLayout">
        <pc:chgData name="Zhang,Ying (MED CD&amp;O) BII-CN-S" userId="456eb1e0-4978-443e-822e-be854341a778" providerId="ADAL" clId="{C7178D90-5483-4538-95C4-63DD1CB1F58E}" dt="2023-04-06T05:09:16.891" v="28" actId="2696"/>
        <pc:sldMasterMkLst>
          <pc:docMk/>
          <pc:sldMasterMk cId="2594269485" sldId="2147484265"/>
        </pc:sldMasterMkLst>
        <pc:sldLayoutChg chg="del">
          <pc:chgData name="Zhang,Ying (MED CD&amp;O) BII-CN-S" userId="456eb1e0-4978-443e-822e-be854341a778" providerId="ADAL" clId="{C7178D90-5483-4538-95C4-63DD1CB1F58E}" dt="2023-04-06T05:09:16.845" v="0" actId="2696"/>
          <pc:sldLayoutMkLst>
            <pc:docMk/>
            <pc:sldMasterMk cId="2594269485" sldId="2147484265"/>
            <pc:sldLayoutMk cId="4003413638" sldId="2147484266"/>
          </pc:sldLayoutMkLst>
        </pc:sldLayoutChg>
        <pc:sldLayoutChg chg="del">
          <pc:chgData name="Zhang,Ying (MED CD&amp;O) BII-CN-S" userId="456eb1e0-4978-443e-822e-be854341a778" providerId="ADAL" clId="{C7178D90-5483-4538-95C4-63DD1CB1F58E}" dt="2023-04-06T05:09:16.847" v="1" actId="2696"/>
          <pc:sldLayoutMkLst>
            <pc:docMk/>
            <pc:sldMasterMk cId="2594269485" sldId="2147484265"/>
            <pc:sldLayoutMk cId="714912160" sldId="2147484267"/>
          </pc:sldLayoutMkLst>
        </pc:sldLayoutChg>
        <pc:sldLayoutChg chg="del">
          <pc:chgData name="Zhang,Ying (MED CD&amp;O) BII-CN-S" userId="456eb1e0-4978-443e-822e-be854341a778" providerId="ADAL" clId="{C7178D90-5483-4538-95C4-63DD1CB1F58E}" dt="2023-04-06T05:09:16.848" v="2" actId="2696"/>
          <pc:sldLayoutMkLst>
            <pc:docMk/>
            <pc:sldMasterMk cId="2594269485" sldId="2147484265"/>
            <pc:sldLayoutMk cId="1048176679" sldId="2147484268"/>
          </pc:sldLayoutMkLst>
        </pc:sldLayoutChg>
        <pc:sldLayoutChg chg="del">
          <pc:chgData name="Zhang,Ying (MED CD&amp;O) BII-CN-S" userId="456eb1e0-4978-443e-822e-be854341a778" providerId="ADAL" clId="{C7178D90-5483-4538-95C4-63DD1CB1F58E}" dt="2023-04-06T05:09:16.848" v="3" actId="2696"/>
          <pc:sldLayoutMkLst>
            <pc:docMk/>
            <pc:sldMasterMk cId="2594269485" sldId="2147484265"/>
            <pc:sldLayoutMk cId="1917100009" sldId="2147484269"/>
          </pc:sldLayoutMkLst>
        </pc:sldLayoutChg>
        <pc:sldLayoutChg chg="del">
          <pc:chgData name="Zhang,Ying (MED CD&amp;O) BII-CN-S" userId="456eb1e0-4978-443e-822e-be854341a778" providerId="ADAL" clId="{C7178D90-5483-4538-95C4-63DD1CB1F58E}" dt="2023-04-06T05:09:16.848" v="4" actId="2696"/>
          <pc:sldLayoutMkLst>
            <pc:docMk/>
            <pc:sldMasterMk cId="2594269485" sldId="2147484265"/>
            <pc:sldLayoutMk cId="1455892240" sldId="2147484270"/>
          </pc:sldLayoutMkLst>
        </pc:sldLayoutChg>
        <pc:sldLayoutChg chg="del">
          <pc:chgData name="Zhang,Ying (MED CD&amp;O) BII-CN-S" userId="456eb1e0-4978-443e-822e-be854341a778" providerId="ADAL" clId="{C7178D90-5483-4538-95C4-63DD1CB1F58E}" dt="2023-04-06T05:09:16.848" v="5" actId="2696"/>
          <pc:sldLayoutMkLst>
            <pc:docMk/>
            <pc:sldMasterMk cId="2594269485" sldId="2147484265"/>
            <pc:sldLayoutMk cId="1309752433" sldId="2147484271"/>
          </pc:sldLayoutMkLst>
        </pc:sldLayoutChg>
        <pc:sldLayoutChg chg="del">
          <pc:chgData name="Zhang,Ying (MED CD&amp;O) BII-CN-S" userId="456eb1e0-4978-443e-822e-be854341a778" providerId="ADAL" clId="{C7178D90-5483-4538-95C4-63DD1CB1F58E}" dt="2023-04-06T05:09:16.852" v="6" actId="2696"/>
          <pc:sldLayoutMkLst>
            <pc:docMk/>
            <pc:sldMasterMk cId="2594269485" sldId="2147484265"/>
            <pc:sldLayoutMk cId="2323534953" sldId="2147484272"/>
          </pc:sldLayoutMkLst>
        </pc:sldLayoutChg>
        <pc:sldLayoutChg chg="del">
          <pc:chgData name="Zhang,Ying (MED CD&amp;O) BII-CN-S" userId="456eb1e0-4978-443e-822e-be854341a778" providerId="ADAL" clId="{C7178D90-5483-4538-95C4-63DD1CB1F58E}" dt="2023-04-06T05:09:16.854" v="7" actId="2696"/>
          <pc:sldLayoutMkLst>
            <pc:docMk/>
            <pc:sldMasterMk cId="2594269485" sldId="2147484265"/>
            <pc:sldLayoutMk cId="3686372366" sldId="2147484273"/>
          </pc:sldLayoutMkLst>
        </pc:sldLayoutChg>
        <pc:sldLayoutChg chg="del">
          <pc:chgData name="Zhang,Ying (MED CD&amp;O) BII-CN-S" userId="456eb1e0-4978-443e-822e-be854341a778" providerId="ADAL" clId="{C7178D90-5483-4538-95C4-63DD1CB1F58E}" dt="2023-04-06T05:09:16.855" v="8" actId="2696"/>
          <pc:sldLayoutMkLst>
            <pc:docMk/>
            <pc:sldMasterMk cId="2594269485" sldId="2147484265"/>
            <pc:sldLayoutMk cId="2031897983" sldId="2147484274"/>
          </pc:sldLayoutMkLst>
        </pc:sldLayoutChg>
        <pc:sldLayoutChg chg="del">
          <pc:chgData name="Zhang,Ying (MED CD&amp;O) BII-CN-S" userId="456eb1e0-4978-443e-822e-be854341a778" providerId="ADAL" clId="{C7178D90-5483-4538-95C4-63DD1CB1F58E}" dt="2023-04-06T05:09:16.856" v="9" actId="2696"/>
          <pc:sldLayoutMkLst>
            <pc:docMk/>
            <pc:sldMasterMk cId="2594269485" sldId="2147484265"/>
            <pc:sldLayoutMk cId="1402269600" sldId="2147484275"/>
          </pc:sldLayoutMkLst>
        </pc:sldLayoutChg>
        <pc:sldLayoutChg chg="del">
          <pc:chgData name="Zhang,Ying (MED CD&amp;O) BII-CN-S" userId="456eb1e0-4978-443e-822e-be854341a778" providerId="ADAL" clId="{C7178D90-5483-4538-95C4-63DD1CB1F58E}" dt="2023-04-06T05:09:16.856" v="10" actId="2696"/>
          <pc:sldLayoutMkLst>
            <pc:docMk/>
            <pc:sldMasterMk cId="2594269485" sldId="2147484265"/>
            <pc:sldLayoutMk cId="987039734" sldId="2147484276"/>
          </pc:sldLayoutMkLst>
        </pc:sldLayoutChg>
        <pc:sldLayoutChg chg="del">
          <pc:chgData name="Zhang,Ying (MED CD&amp;O) BII-CN-S" userId="456eb1e0-4978-443e-822e-be854341a778" providerId="ADAL" clId="{C7178D90-5483-4538-95C4-63DD1CB1F58E}" dt="2023-04-06T05:09:16.856" v="11" actId="2696"/>
          <pc:sldLayoutMkLst>
            <pc:docMk/>
            <pc:sldMasterMk cId="2594269485" sldId="2147484265"/>
            <pc:sldLayoutMk cId="1057365452" sldId="2147484277"/>
          </pc:sldLayoutMkLst>
        </pc:sldLayoutChg>
        <pc:sldLayoutChg chg="del">
          <pc:chgData name="Zhang,Ying (MED CD&amp;O) BII-CN-S" userId="456eb1e0-4978-443e-822e-be854341a778" providerId="ADAL" clId="{C7178D90-5483-4538-95C4-63DD1CB1F58E}" dt="2023-04-06T05:09:16.856" v="12" actId="2696"/>
          <pc:sldLayoutMkLst>
            <pc:docMk/>
            <pc:sldMasterMk cId="2594269485" sldId="2147484265"/>
            <pc:sldLayoutMk cId="2001621198" sldId="2147484278"/>
          </pc:sldLayoutMkLst>
        </pc:sldLayoutChg>
        <pc:sldLayoutChg chg="del">
          <pc:chgData name="Zhang,Ying (MED CD&amp;O) BII-CN-S" userId="456eb1e0-4978-443e-822e-be854341a778" providerId="ADAL" clId="{C7178D90-5483-4538-95C4-63DD1CB1F58E}" dt="2023-04-06T05:09:16.856" v="13" actId="2696"/>
          <pc:sldLayoutMkLst>
            <pc:docMk/>
            <pc:sldMasterMk cId="2594269485" sldId="2147484265"/>
            <pc:sldLayoutMk cId="4254037523" sldId="2147484279"/>
          </pc:sldLayoutMkLst>
        </pc:sldLayoutChg>
        <pc:sldLayoutChg chg="del">
          <pc:chgData name="Zhang,Ying (MED CD&amp;O) BII-CN-S" userId="456eb1e0-4978-443e-822e-be854341a778" providerId="ADAL" clId="{C7178D90-5483-4538-95C4-63DD1CB1F58E}" dt="2023-04-06T05:09:16.856" v="14" actId="2696"/>
          <pc:sldLayoutMkLst>
            <pc:docMk/>
            <pc:sldMasterMk cId="2594269485" sldId="2147484265"/>
            <pc:sldLayoutMk cId="1673852566" sldId="2147484280"/>
          </pc:sldLayoutMkLst>
        </pc:sldLayoutChg>
        <pc:sldLayoutChg chg="del">
          <pc:chgData name="Zhang,Ying (MED CD&amp;O) BII-CN-S" userId="456eb1e0-4978-443e-822e-be854341a778" providerId="ADAL" clId="{C7178D90-5483-4538-95C4-63DD1CB1F58E}" dt="2023-04-06T05:09:16.856" v="15" actId="2696"/>
          <pc:sldLayoutMkLst>
            <pc:docMk/>
            <pc:sldMasterMk cId="2594269485" sldId="2147484265"/>
            <pc:sldLayoutMk cId="335046074" sldId="2147484281"/>
          </pc:sldLayoutMkLst>
        </pc:sldLayoutChg>
        <pc:sldLayoutChg chg="del">
          <pc:chgData name="Zhang,Ying (MED CD&amp;O) BII-CN-S" userId="456eb1e0-4978-443e-822e-be854341a778" providerId="ADAL" clId="{C7178D90-5483-4538-95C4-63DD1CB1F58E}" dt="2023-04-06T05:09:16.862" v="16" actId="2696"/>
          <pc:sldLayoutMkLst>
            <pc:docMk/>
            <pc:sldMasterMk cId="2594269485" sldId="2147484265"/>
            <pc:sldLayoutMk cId="2310738014" sldId="2147484282"/>
          </pc:sldLayoutMkLst>
        </pc:sldLayoutChg>
        <pc:sldLayoutChg chg="del">
          <pc:chgData name="Zhang,Ying (MED CD&amp;O) BII-CN-S" userId="456eb1e0-4978-443e-822e-be854341a778" providerId="ADAL" clId="{C7178D90-5483-4538-95C4-63DD1CB1F58E}" dt="2023-04-06T05:09:16.862" v="17" actId="2696"/>
          <pc:sldLayoutMkLst>
            <pc:docMk/>
            <pc:sldMasterMk cId="2594269485" sldId="2147484265"/>
            <pc:sldLayoutMk cId="3121401888" sldId="2147484283"/>
          </pc:sldLayoutMkLst>
        </pc:sldLayoutChg>
        <pc:sldLayoutChg chg="del">
          <pc:chgData name="Zhang,Ying (MED CD&amp;O) BII-CN-S" userId="456eb1e0-4978-443e-822e-be854341a778" providerId="ADAL" clId="{C7178D90-5483-4538-95C4-63DD1CB1F58E}" dt="2023-04-06T05:09:16.864" v="18" actId="2696"/>
          <pc:sldLayoutMkLst>
            <pc:docMk/>
            <pc:sldMasterMk cId="2594269485" sldId="2147484265"/>
            <pc:sldLayoutMk cId="668006347" sldId="2147484284"/>
          </pc:sldLayoutMkLst>
        </pc:sldLayoutChg>
        <pc:sldLayoutChg chg="del">
          <pc:chgData name="Zhang,Ying (MED CD&amp;O) BII-CN-S" userId="456eb1e0-4978-443e-822e-be854341a778" providerId="ADAL" clId="{C7178D90-5483-4538-95C4-63DD1CB1F58E}" dt="2023-04-06T05:09:16.864" v="19" actId="2696"/>
          <pc:sldLayoutMkLst>
            <pc:docMk/>
            <pc:sldMasterMk cId="2594269485" sldId="2147484265"/>
            <pc:sldLayoutMk cId="4151091058" sldId="2147484285"/>
          </pc:sldLayoutMkLst>
        </pc:sldLayoutChg>
        <pc:sldLayoutChg chg="del">
          <pc:chgData name="Zhang,Ying (MED CD&amp;O) BII-CN-S" userId="456eb1e0-4978-443e-822e-be854341a778" providerId="ADAL" clId="{C7178D90-5483-4538-95C4-63DD1CB1F58E}" dt="2023-04-06T05:09:16.864" v="20" actId="2696"/>
          <pc:sldLayoutMkLst>
            <pc:docMk/>
            <pc:sldMasterMk cId="2594269485" sldId="2147484265"/>
            <pc:sldLayoutMk cId="2369217802" sldId="2147484286"/>
          </pc:sldLayoutMkLst>
        </pc:sldLayoutChg>
        <pc:sldLayoutChg chg="del">
          <pc:chgData name="Zhang,Ying (MED CD&amp;O) BII-CN-S" userId="456eb1e0-4978-443e-822e-be854341a778" providerId="ADAL" clId="{C7178D90-5483-4538-95C4-63DD1CB1F58E}" dt="2023-04-06T05:09:16.864" v="21" actId="2696"/>
          <pc:sldLayoutMkLst>
            <pc:docMk/>
            <pc:sldMasterMk cId="2594269485" sldId="2147484265"/>
            <pc:sldLayoutMk cId="1006071894" sldId="2147484287"/>
          </pc:sldLayoutMkLst>
        </pc:sldLayoutChg>
        <pc:sldLayoutChg chg="del">
          <pc:chgData name="Zhang,Ying (MED CD&amp;O) BII-CN-S" userId="456eb1e0-4978-443e-822e-be854341a778" providerId="ADAL" clId="{C7178D90-5483-4538-95C4-63DD1CB1F58E}" dt="2023-04-06T05:09:16.864" v="22" actId="2696"/>
          <pc:sldLayoutMkLst>
            <pc:docMk/>
            <pc:sldMasterMk cId="2594269485" sldId="2147484265"/>
            <pc:sldLayoutMk cId="3411184659" sldId="2147484288"/>
          </pc:sldLayoutMkLst>
        </pc:sldLayoutChg>
        <pc:sldLayoutChg chg="del">
          <pc:chgData name="Zhang,Ying (MED CD&amp;O) BII-CN-S" userId="456eb1e0-4978-443e-822e-be854341a778" providerId="ADAL" clId="{C7178D90-5483-4538-95C4-63DD1CB1F58E}" dt="2023-04-06T05:09:16.864" v="23" actId="2696"/>
          <pc:sldLayoutMkLst>
            <pc:docMk/>
            <pc:sldMasterMk cId="2594269485" sldId="2147484265"/>
            <pc:sldLayoutMk cId="3027674877" sldId="2147484289"/>
          </pc:sldLayoutMkLst>
        </pc:sldLayoutChg>
        <pc:sldLayoutChg chg="del">
          <pc:chgData name="Zhang,Ying (MED CD&amp;O) BII-CN-S" userId="456eb1e0-4978-443e-822e-be854341a778" providerId="ADAL" clId="{C7178D90-5483-4538-95C4-63DD1CB1F58E}" dt="2023-04-06T05:09:16.873" v="24" actId="2696"/>
          <pc:sldLayoutMkLst>
            <pc:docMk/>
            <pc:sldMasterMk cId="2594269485" sldId="2147484265"/>
            <pc:sldLayoutMk cId="3278378304" sldId="2147484290"/>
          </pc:sldLayoutMkLst>
        </pc:sldLayoutChg>
        <pc:sldLayoutChg chg="del">
          <pc:chgData name="Zhang,Ying (MED CD&amp;O) BII-CN-S" userId="456eb1e0-4978-443e-822e-be854341a778" providerId="ADAL" clId="{C7178D90-5483-4538-95C4-63DD1CB1F58E}" dt="2023-04-06T05:09:16.876" v="25" actId="2696"/>
          <pc:sldLayoutMkLst>
            <pc:docMk/>
            <pc:sldMasterMk cId="2594269485" sldId="2147484265"/>
            <pc:sldLayoutMk cId="1115674696" sldId="2147484291"/>
          </pc:sldLayoutMkLst>
        </pc:sldLayoutChg>
        <pc:sldLayoutChg chg="del">
          <pc:chgData name="Zhang,Ying (MED CD&amp;O) BII-CN-S" userId="456eb1e0-4978-443e-822e-be854341a778" providerId="ADAL" clId="{C7178D90-5483-4538-95C4-63DD1CB1F58E}" dt="2023-04-06T05:09:16.884" v="26" actId="2696"/>
          <pc:sldLayoutMkLst>
            <pc:docMk/>
            <pc:sldMasterMk cId="2594269485" sldId="2147484265"/>
            <pc:sldLayoutMk cId="1797959068" sldId="2147484292"/>
          </pc:sldLayoutMkLst>
        </pc:sldLayoutChg>
        <pc:sldLayoutChg chg="del">
          <pc:chgData name="Zhang,Ying (MED CD&amp;O) BII-CN-S" userId="456eb1e0-4978-443e-822e-be854341a778" providerId="ADAL" clId="{C7178D90-5483-4538-95C4-63DD1CB1F58E}" dt="2023-04-06T05:09:16.884" v="27" actId="2696"/>
          <pc:sldLayoutMkLst>
            <pc:docMk/>
            <pc:sldMasterMk cId="2594269485" sldId="2147484265"/>
            <pc:sldLayoutMk cId="1234835720" sldId="2147484293"/>
          </pc:sldLayoutMkLst>
        </pc:sldLayoutChg>
      </pc:sldMasterChg>
      <pc:sldMasterChg chg="del delSldLayout">
        <pc:chgData name="Zhang,Ying (MED CD&amp;O) BII-CN-S" userId="456eb1e0-4978-443e-822e-be854341a778" providerId="ADAL" clId="{C7178D90-5483-4538-95C4-63DD1CB1F58E}" dt="2023-04-06T05:09:18.055" v="382" actId="2696"/>
        <pc:sldMasterMkLst>
          <pc:docMk/>
          <pc:sldMasterMk cId="1501998402" sldId="2147484295"/>
        </pc:sldMasterMkLst>
        <pc:sldLayoutChg chg="del">
          <pc:chgData name="Zhang,Ying (MED CD&amp;O) BII-CN-S" userId="456eb1e0-4978-443e-822e-be854341a778" providerId="ADAL" clId="{C7178D90-5483-4538-95C4-63DD1CB1F58E}" dt="2023-04-06T05:09:17.922" v="351" actId="2696"/>
          <pc:sldLayoutMkLst>
            <pc:docMk/>
            <pc:sldMasterMk cId="1501998402" sldId="2147484295"/>
            <pc:sldLayoutMk cId="2704592685" sldId="2147484296"/>
          </pc:sldLayoutMkLst>
        </pc:sldLayoutChg>
        <pc:sldLayoutChg chg="del">
          <pc:chgData name="Zhang,Ying (MED CD&amp;O) BII-CN-S" userId="456eb1e0-4978-443e-822e-be854341a778" providerId="ADAL" clId="{C7178D90-5483-4538-95C4-63DD1CB1F58E}" dt="2023-04-06T05:09:17.922" v="352" actId="2696"/>
          <pc:sldLayoutMkLst>
            <pc:docMk/>
            <pc:sldMasterMk cId="1501998402" sldId="2147484295"/>
            <pc:sldLayoutMk cId="298148128" sldId="2147484297"/>
          </pc:sldLayoutMkLst>
        </pc:sldLayoutChg>
        <pc:sldLayoutChg chg="del">
          <pc:chgData name="Zhang,Ying (MED CD&amp;O) BII-CN-S" userId="456eb1e0-4978-443e-822e-be854341a778" providerId="ADAL" clId="{C7178D90-5483-4538-95C4-63DD1CB1F58E}" dt="2023-04-06T05:09:17.922" v="353" actId="2696"/>
          <pc:sldLayoutMkLst>
            <pc:docMk/>
            <pc:sldMasterMk cId="1501998402" sldId="2147484295"/>
            <pc:sldLayoutMk cId="3672128782" sldId="2147484298"/>
          </pc:sldLayoutMkLst>
        </pc:sldLayoutChg>
        <pc:sldLayoutChg chg="del">
          <pc:chgData name="Zhang,Ying (MED CD&amp;O) BII-CN-S" userId="456eb1e0-4978-443e-822e-be854341a778" providerId="ADAL" clId="{C7178D90-5483-4538-95C4-63DD1CB1F58E}" dt="2023-04-06T05:09:17.922" v="354" actId="2696"/>
          <pc:sldLayoutMkLst>
            <pc:docMk/>
            <pc:sldMasterMk cId="1501998402" sldId="2147484295"/>
            <pc:sldLayoutMk cId="201805821" sldId="2147484299"/>
          </pc:sldLayoutMkLst>
        </pc:sldLayoutChg>
        <pc:sldLayoutChg chg="del">
          <pc:chgData name="Zhang,Ying (MED CD&amp;O) BII-CN-S" userId="456eb1e0-4978-443e-822e-be854341a778" providerId="ADAL" clId="{C7178D90-5483-4538-95C4-63DD1CB1F58E}" dt="2023-04-06T05:09:17.938" v="355" actId="2696"/>
          <pc:sldLayoutMkLst>
            <pc:docMk/>
            <pc:sldMasterMk cId="1501998402" sldId="2147484295"/>
            <pc:sldLayoutMk cId="1069445379" sldId="2147484300"/>
          </pc:sldLayoutMkLst>
        </pc:sldLayoutChg>
        <pc:sldLayoutChg chg="del">
          <pc:chgData name="Zhang,Ying (MED CD&amp;O) BII-CN-S" userId="456eb1e0-4978-443e-822e-be854341a778" providerId="ADAL" clId="{C7178D90-5483-4538-95C4-63DD1CB1F58E}" dt="2023-04-06T05:09:17.953" v="356" actId="2696"/>
          <pc:sldLayoutMkLst>
            <pc:docMk/>
            <pc:sldMasterMk cId="1501998402" sldId="2147484295"/>
            <pc:sldLayoutMk cId="1700211599" sldId="2147484301"/>
          </pc:sldLayoutMkLst>
        </pc:sldLayoutChg>
        <pc:sldLayoutChg chg="del">
          <pc:chgData name="Zhang,Ying (MED CD&amp;O) BII-CN-S" userId="456eb1e0-4978-443e-822e-be854341a778" providerId="ADAL" clId="{C7178D90-5483-4538-95C4-63DD1CB1F58E}" dt="2023-04-06T05:09:17.954" v="357" actId="2696"/>
          <pc:sldLayoutMkLst>
            <pc:docMk/>
            <pc:sldMasterMk cId="1501998402" sldId="2147484295"/>
            <pc:sldLayoutMk cId="530044400" sldId="2147484302"/>
          </pc:sldLayoutMkLst>
        </pc:sldLayoutChg>
        <pc:sldLayoutChg chg="del">
          <pc:chgData name="Zhang,Ying (MED CD&amp;O) BII-CN-S" userId="456eb1e0-4978-443e-822e-be854341a778" providerId="ADAL" clId="{C7178D90-5483-4538-95C4-63DD1CB1F58E}" dt="2023-04-06T05:09:17.956" v="358" actId="2696"/>
          <pc:sldLayoutMkLst>
            <pc:docMk/>
            <pc:sldMasterMk cId="1501998402" sldId="2147484295"/>
            <pc:sldLayoutMk cId="3575487358" sldId="2147484303"/>
          </pc:sldLayoutMkLst>
        </pc:sldLayoutChg>
        <pc:sldLayoutChg chg="del">
          <pc:chgData name="Zhang,Ying (MED CD&amp;O) BII-CN-S" userId="456eb1e0-4978-443e-822e-be854341a778" providerId="ADAL" clId="{C7178D90-5483-4538-95C4-63DD1CB1F58E}" dt="2023-04-06T05:09:17.958" v="359" actId="2696"/>
          <pc:sldLayoutMkLst>
            <pc:docMk/>
            <pc:sldMasterMk cId="1501998402" sldId="2147484295"/>
            <pc:sldLayoutMk cId="1868335537" sldId="2147484304"/>
          </pc:sldLayoutMkLst>
        </pc:sldLayoutChg>
        <pc:sldLayoutChg chg="del">
          <pc:chgData name="Zhang,Ying (MED CD&amp;O) BII-CN-S" userId="456eb1e0-4978-443e-822e-be854341a778" providerId="ADAL" clId="{C7178D90-5483-4538-95C4-63DD1CB1F58E}" dt="2023-04-06T05:09:17.959" v="360" actId="2696"/>
          <pc:sldLayoutMkLst>
            <pc:docMk/>
            <pc:sldMasterMk cId="1501998402" sldId="2147484295"/>
            <pc:sldLayoutMk cId="3851010683" sldId="2147484305"/>
          </pc:sldLayoutMkLst>
        </pc:sldLayoutChg>
        <pc:sldLayoutChg chg="del">
          <pc:chgData name="Zhang,Ying (MED CD&amp;O) BII-CN-S" userId="456eb1e0-4978-443e-822e-be854341a778" providerId="ADAL" clId="{C7178D90-5483-4538-95C4-63DD1CB1F58E}" dt="2023-04-06T05:09:17.960" v="361" actId="2696"/>
          <pc:sldLayoutMkLst>
            <pc:docMk/>
            <pc:sldMasterMk cId="1501998402" sldId="2147484295"/>
            <pc:sldLayoutMk cId="3419302146" sldId="2147484306"/>
          </pc:sldLayoutMkLst>
        </pc:sldLayoutChg>
        <pc:sldLayoutChg chg="del">
          <pc:chgData name="Zhang,Ying (MED CD&amp;O) BII-CN-S" userId="456eb1e0-4978-443e-822e-be854341a778" providerId="ADAL" clId="{C7178D90-5483-4538-95C4-63DD1CB1F58E}" dt="2023-04-06T05:09:17.962" v="362" actId="2696"/>
          <pc:sldLayoutMkLst>
            <pc:docMk/>
            <pc:sldMasterMk cId="1501998402" sldId="2147484295"/>
            <pc:sldLayoutMk cId="1146732978" sldId="2147484307"/>
          </pc:sldLayoutMkLst>
        </pc:sldLayoutChg>
        <pc:sldLayoutChg chg="del">
          <pc:chgData name="Zhang,Ying (MED CD&amp;O) BII-CN-S" userId="456eb1e0-4978-443e-822e-be854341a778" providerId="ADAL" clId="{C7178D90-5483-4538-95C4-63DD1CB1F58E}" dt="2023-04-06T05:09:17.963" v="363" actId="2696"/>
          <pc:sldLayoutMkLst>
            <pc:docMk/>
            <pc:sldMasterMk cId="1501998402" sldId="2147484295"/>
            <pc:sldLayoutMk cId="136162352" sldId="2147484308"/>
          </pc:sldLayoutMkLst>
        </pc:sldLayoutChg>
        <pc:sldLayoutChg chg="del">
          <pc:chgData name="Zhang,Ying (MED CD&amp;O) BII-CN-S" userId="456eb1e0-4978-443e-822e-be854341a778" providerId="ADAL" clId="{C7178D90-5483-4538-95C4-63DD1CB1F58E}" dt="2023-04-06T05:09:17.964" v="364" actId="2696"/>
          <pc:sldLayoutMkLst>
            <pc:docMk/>
            <pc:sldMasterMk cId="1501998402" sldId="2147484295"/>
            <pc:sldLayoutMk cId="3104338450" sldId="2147484309"/>
          </pc:sldLayoutMkLst>
        </pc:sldLayoutChg>
        <pc:sldLayoutChg chg="del">
          <pc:chgData name="Zhang,Ying (MED CD&amp;O) BII-CN-S" userId="456eb1e0-4978-443e-822e-be854341a778" providerId="ADAL" clId="{C7178D90-5483-4538-95C4-63DD1CB1F58E}" dt="2023-04-06T05:09:17.965" v="365" actId="2696"/>
          <pc:sldLayoutMkLst>
            <pc:docMk/>
            <pc:sldMasterMk cId="1501998402" sldId="2147484295"/>
            <pc:sldLayoutMk cId="1318420770" sldId="2147484310"/>
          </pc:sldLayoutMkLst>
        </pc:sldLayoutChg>
        <pc:sldLayoutChg chg="del">
          <pc:chgData name="Zhang,Ying (MED CD&amp;O) BII-CN-S" userId="456eb1e0-4978-443e-822e-be854341a778" providerId="ADAL" clId="{C7178D90-5483-4538-95C4-63DD1CB1F58E}" dt="2023-04-06T05:09:17.966" v="366" actId="2696"/>
          <pc:sldLayoutMkLst>
            <pc:docMk/>
            <pc:sldMasterMk cId="1501998402" sldId="2147484295"/>
            <pc:sldLayoutMk cId="2047470130" sldId="2147484311"/>
          </pc:sldLayoutMkLst>
        </pc:sldLayoutChg>
        <pc:sldLayoutChg chg="del">
          <pc:chgData name="Zhang,Ying (MED CD&amp;O) BII-CN-S" userId="456eb1e0-4978-443e-822e-be854341a778" providerId="ADAL" clId="{C7178D90-5483-4538-95C4-63DD1CB1F58E}" dt="2023-04-06T05:09:17.967" v="367" actId="2696"/>
          <pc:sldLayoutMkLst>
            <pc:docMk/>
            <pc:sldMasterMk cId="1501998402" sldId="2147484295"/>
            <pc:sldLayoutMk cId="210242630" sldId="2147484312"/>
          </pc:sldLayoutMkLst>
        </pc:sldLayoutChg>
        <pc:sldLayoutChg chg="del">
          <pc:chgData name="Zhang,Ying (MED CD&amp;O) BII-CN-S" userId="456eb1e0-4978-443e-822e-be854341a778" providerId="ADAL" clId="{C7178D90-5483-4538-95C4-63DD1CB1F58E}" dt="2023-04-06T05:09:17.968" v="368" actId="2696"/>
          <pc:sldLayoutMkLst>
            <pc:docMk/>
            <pc:sldMasterMk cId="1501998402" sldId="2147484295"/>
            <pc:sldLayoutMk cId="2565021698" sldId="2147484313"/>
          </pc:sldLayoutMkLst>
        </pc:sldLayoutChg>
        <pc:sldLayoutChg chg="del">
          <pc:chgData name="Zhang,Ying (MED CD&amp;O) BII-CN-S" userId="456eb1e0-4978-443e-822e-be854341a778" providerId="ADAL" clId="{C7178D90-5483-4538-95C4-63DD1CB1F58E}" dt="2023-04-06T05:09:17.972" v="369" actId="2696"/>
          <pc:sldLayoutMkLst>
            <pc:docMk/>
            <pc:sldMasterMk cId="1501998402" sldId="2147484295"/>
            <pc:sldLayoutMk cId="10194969" sldId="2147484314"/>
          </pc:sldLayoutMkLst>
        </pc:sldLayoutChg>
        <pc:sldLayoutChg chg="del">
          <pc:chgData name="Zhang,Ying (MED CD&amp;O) BII-CN-S" userId="456eb1e0-4978-443e-822e-be854341a778" providerId="ADAL" clId="{C7178D90-5483-4538-95C4-63DD1CB1F58E}" dt="2023-04-06T05:09:17.990" v="370" actId="2696"/>
          <pc:sldLayoutMkLst>
            <pc:docMk/>
            <pc:sldMasterMk cId="1501998402" sldId="2147484295"/>
            <pc:sldLayoutMk cId="4147493391" sldId="2147484315"/>
          </pc:sldLayoutMkLst>
        </pc:sldLayoutChg>
        <pc:sldLayoutChg chg="del">
          <pc:chgData name="Zhang,Ying (MED CD&amp;O) BII-CN-S" userId="456eb1e0-4978-443e-822e-be854341a778" providerId="ADAL" clId="{C7178D90-5483-4538-95C4-63DD1CB1F58E}" dt="2023-04-06T05:09:17.990" v="371" actId="2696"/>
          <pc:sldLayoutMkLst>
            <pc:docMk/>
            <pc:sldMasterMk cId="1501998402" sldId="2147484295"/>
            <pc:sldLayoutMk cId="2840607602" sldId="2147484316"/>
          </pc:sldLayoutMkLst>
        </pc:sldLayoutChg>
        <pc:sldLayoutChg chg="del">
          <pc:chgData name="Zhang,Ying (MED CD&amp;O) BII-CN-S" userId="456eb1e0-4978-443e-822e-be854341a778" providerId="ADAL" clId="{C7178D90-5483-4538-95C4-63DD1CB1F58E}" dt="2023-04-06T05:09:18.005" v="372" actId="2696"/>
          <pc:sldLayoutMkLst>
            <pc:docMk/>
            <pc:sldMasterMk cId="1501998402" sldId="2147484295"/>
            <pc:sldLayoutMk cId="4280744048" sldId="2147484317"/>
          </pc:sldLayoutMkLst>
        </pc:sldLayoutChg>
        <pc:sldLayoutChg chg="del">
          <pc:chgData name="Zhang,Ying (MED CD&amp;O) BII-CN-S" userId="456eb1e0-4978-443e-822e-be854341a778" providerId="ADAL" clId="{C7178D90-5483-4538-95C4-63DD1CB1F58E}" dt="2023-04-06T05:09:18.021" v="373" actId="2696"/>
          <pc:sldLayoutMkLst>
            <pc:docMk/>
            <pc:sldMasterMk cId="1501998402" sldId="2147484295"/>
            <pc:sldLayoutMk cId="2452329175" sldId="2147484318"/>
          </pc:sldLayoutMkLst>
        </pc:sldLayoutChg>
        <pc:sldLayoutChg chg="del">
          <pc:chgData name="Zhang,Ying (MED CD&amp;O) BII-CN-S" userId="456eb1e0-4978-443e-822e-be854341a778" providerId="ADAL" clId="{C7178D90-5483-4538-95C4-63DD1CB1F58E}" dt="2023-04-06T05:09:18.021" v="374" actId="2696"/>
          <pc:sldLayoutMkLst>
            <pc:docMk/>
            <pc:sldMasterMk cId="1501998402" sldId="2147484295"/>
            <pc:sldLayoutMk cId="280748857" sldId="2147484319"/>
          </pc:sldLayoutMkLst>
        </pc:sldLayoutChg>
        <pc:sldLayoutChg chg="del">
          <pc:chgData name="Zhang,Ying (MED CD&amp;O) BII-CN-S" userId="456eb1e0-4978-443e-822e-be854341a778" providerId="ADAL" clId="{C7178D90-5483-4538-95C4-63DD1CB1F58E}" dt="2023-04-06T05:09:18.021" v="375" actId="2696"/>
          <pc:sldLayoutMkLst>
            <pc:docMk/>
            <pc:sldMasterMk cId="1501998402" sldId="2147484295"/>
            <pc:sldLayoutMk cId="3956454094" sldId="2147484320"/>
          </pc:sldLayoutMkLst>
        </pc:sldLayoutChg>
        <pc:sldLayoutChg chg="del">
          <pc:chgData name="Zhang,Ying (MED CD&amp;O) BII-CN-S" userId="456eb1e0-4978-443e-822e-be854341a778" providerId="ADAL" clId="{C7178D90-5483-4538-95C4-63DD1CB1F58E}" dt="2023-04-06T05:09:18.021" v="376" actId="2696"/>
          <pc:sldLayoutMkLst>
            <pc:docMk/>
            <pc:sldMasterMk cId="1501998402" sldId="2147484295"/>
            <pc:sldLayoutMk cId="2317876801" sldId="2147484321"/>
          </pc:sldLayoutMkLst>
        </pc:sldLayoutChg>
        <pc:sldLayoutChg chg="del">
          <pc:chgData name="Zhang,Ying (MED CD&amp;O) BII-CN-S" userId="456eb1e0-4978-443e-822e-be854341a778" providerId="ADAL" clId="{C7178D90-5483-4538-95C4-63DD1CB1F58E}" dt="2023-04-06T05:09:18.021" v="377" actId="2696"/>
          <pc:sldLayoutMkLst>
            <pc:docMk/>
            <pc:sldMasterMk cId="1501998402" sldId="2147484295"/>
            <pc:sldLayoutMk cId="2618975589" sldId="2147484322"/>
          </pc:sldLayoutMkLst>
        </pc:sldLayoutChg>
        <pc:sldLayoutChg chg="del">
          <pc:chgData name="Zhang,Ying (MED CD&amp;O) BII-CN-S" userId="456eb1e0-4978-443e-822e-be854341a778" providerId="ADAL" clId="{C7178D90-5483-4538-95C4-63DD1CB1F58E}" dt="2023-04-06T05:09:18.021" v="378" actId="2696"/>
          <pc:sldLayoutMkLst>
            <pc:docMk/>
            <pc:sldMasterMk cId="1501998402" sldId="2147484295"/>
            <pc:sldLayoutMk cId="574493128" sldId="2147484323"/>
          </pc:sldLayoutMkLst>
        </pc:sldLayoutChg>
        <pc:sldLayoutChg chg="del">
          <pc:chgData name="Zhang,Ying (MED CD&amp;O) BII-CN-S" userId="456eb1e0-4978-443e-822e-be854341a778" providerId="ADAL" clId="{C7178D90-5483-4538-95C4-63DD1CB1F58E}" dt="2023-04-06T05:09:18.037" v="379" actId="2696"/>
          <pc:sldLayoutMkLst>
            <pc:docMk/>
            <pc:sldMasterMk cId="1501998402" sldId="2147484295"/>
            <pc:sldLayoutMk cId="2738498126" sldId="2147484324"/>
          </pc:sldLayoutMkLst>
        </pc:sldLayoutChg>
        <pc:sldLayoutChg chg="del">
          <pc:chgData name="Zhang,Ying (MED CD&amp;O) BII-CN-S" userId="456eb1e0-4978-443e-822e-be854341a778" providerId="ADAL" clId="{C7178D90-5483-4538-95C4-63DD1CB1F58E}" dt="2023-04-06T05:09:18.039" v="380" actId="2696"/>
          <pc:sldLayoutMkLst>
            <pc:docMk/>
            <pc:sldMasterMk cId="1501998402" sldId="2147484295"/>
            <pc:sldLayoutMk cId="2740358008" sldId="2147484325"/>
          </pc:sldLayoutMkLst>
        </pc:sldLayoutChg>
        <pc:sldLayoutChg chg="del">
          <pc:chgData name="Zhang,Ying (MED CD&amp;O) BII-CN-S" userId="456eb1e0-4978-443e-822e-be854341a778" providerId="ADAL" clId="{C7178D90-5483-4538-95C4-63DD1CB1F58E}" dt="2023-04-06T05:09:18.039" v="381" actId="2696"/>
          <pc:sldLayoutMkLst>
            <pc:docMk/>
            <pc:sldMasterMk cId="1501998402" sldId="2147484295"/>
            <pc:sldLayoutMk cId="4030555984" sldId="2147484326"/>
          </pc:sldLayoutMkLst>
        </pc:sldLayoutChg>
      </pc:sldMasterChg>
      <pc:sldMasterChg chg="del delSldLayout">
        <pc:chgData name="Zhang,Ying (MED CD&amp;O) BII-CN-S" userId="456eb1e0-4978-443e-822e-be854341a778" providerId="ADAL" clId="{C7178D90-5483-4538-95C4-63DD1CB1F58E}" dt="2023-04-06T05:09:17.173" v="176" actId="2696"/>
        <pc:sldMasterMkLst>
          <pc:docMk/>
          <pc:sldMasterMk cId="822765824" sldId="2147484327"/>
        </pc:sldMasterMkLst>
        <pc:sldLayoutChg chg="del">
          <pc:chgData name="Zhang,Ying (MED CD&amp;O) BII-CN-S" userId="456eb1e0-4978-443e-822e-be854341a778" providerId="ADAL" clId="{C7178D90-5483-4538-95C4-63DD1CB1F58E}" dt="2023-04-06T05:09:17.140" v="161" actId="2696"/>
          <pc:sldLayoutMkLst>
            <pc:docMk/>
            <pc:sldMasterMk cId="822765824" sldId="2147484327"/>
            <pc:sldLayoutMk cId="2248947500" sldId="2147484328"/>
          </pc:sldLayoutMkLst>
        </pc:sldLayoutChg>
        <pc:sldLayoutChg chg="del">
          <pc:chgData name="Zhang,Ying (MED CD&amp;O) BII-CN-S" userId="456eb1e0-4978-443e-822e-be854341a778" providerId="ADAL" clId="{C7178D90-5483-4538-95C4-63DD1CB1F58E}" dt="2023-04-06T05:09:17.154" v="162" actId="2696"/>
          <pc:sldLayoutMkLst>
            <pc:docMk/>
            <pc:sldMasterMk cId="822765824" sldId="2147484327"/>
            <pc:sldLayoutMk cId="1329426158" sldId="2147484329"/>
          </pc:sldLayoutMkLst>
        </pc:sldLayoutChg>
        <pc:sldLayoutChg chg="del">
          <pc:chgData name="Zhang,Ying (MED CD&amp;O) BII-CN-S" userId="456eb1e0-4978-443e-822e-be854341a778" providerId="ADAL" clId="{C7178D90-5483-4538-95C4-63DD1CB1F58E}" dt="2023-04-06T05:09:17.156" v="163" actId="2696"/>
          <pc:sldLayoutMkLst>
            <pc:docMk/>
            <pc:sldMasterMk cId="822765824" sldId="2147484327"/>
            <pc:sldLayoutMk cId="2067762735" sldId="2147484330"/>
          </pc:sldLayoutMkLst>
        </pc:sldLayoutChg>
        <pc:sldLayoutChg chg="del">
          <pc:chgData name="Zhang,Ying (MED CD&amp;O) BII-CN-S" userId="456eb1e0-4978-443e-822e-be854341a778" providerId="ADAL" clId="{C7178D90-5483-4538-95C4-63DD1CB1F58E}" dt="2023-04-06T05:09:17.156" v="164" actId="2696"/>
          <pc:sldLayoutMkLst>
            <pc:docMk/>
            <pc:sldMasterMk cId="822765824" sldId="2147484327"/>
            <pc:sldLayoutMk cId="3728077140" sldId="2147484331"/>
          </pc:sldLayoutMkLst>
        </pc:sldLayoutChg>
        <pc:sldLayoutChg chg="del">
          <pc:chgData name="Zhang,Ying (MED CD&amp;O) BII-CN-S" userId="456eb1e0-4978-443e-822e-be854341a778" providerId="ADAL" clId="{C7178D90-5483-4538-95C4-63DD1CB1F58E}" dt="2023-04-06T05:09:17.156" v="165" actId="2696"/>
          <pc:sldLayoutMkLst>
            <pc:docMk/>
            <pc:sldMasterMk cId="822765824" sldId="2147484327"/>
            <pc:sldLayoutMk cId="3847651908" sldId="2147484332"/>
          </pc:sldLayoutMkLst>
        </pc:sldLayoutChg>
        <pc:sldLayoutChg chg="del">
          <pc:chgData name="Zhang,Ying (MED CD&amp;O) BII-CN-S" userId="456eb1e0-4978-443e-822e-be854341a778" providerId="ADAL" clId="{C7178D90-5483-4538-95C4-63DD1CB1F58E}" dt="2023-04-06T05:09:17.156" v="166" actId="2696"/>
          <pc:sldLayoutMkLst>
            <pc:docMk/>
            <pc:sldMasterMk cId="822765824" sldId="2147484327"/>
            <pc:sldLayoutMk cId="523313934" sldId="2147484333"/>
          </pc:sldLayoutMkLst>
        </pc:sldLayoutChg>
        <pc:sldLayoutChg chg="del">
          <pc:chgData name="Zhang,Ying (MED CD&amp;O) BII-CN-S" userId="456eb1e0-4978-443e-822e-be854341a778" providerId="ADAL" clId="{C7178D90-5483-4538-95C4-63DD1CB1F58E}" dt="2023-04-06T05:09:17.156" v="167" actId="2696"/>
          <pc:sldLayoutMkLst>
            <pc:docMk/>
            <pc:sldMasterMk cId="822765824" sldId="2147484327"/>
            <pc:sldLayoutMk cId="1026750992" sldId="2147484334"/>
          </pc:sldLayoutMkLst>
        </pc:sldLayoutChg>
        <pc:sldLayoutChg chg="del">
          <pc:chgData name="Zhang,Ying (MED CD&amp;O) BII-CN-S" userId="456eb1e0-4978-443e-822e-be854341a778" providerId="ADAL" clId="{C7178D90-5483-4538-95C4-63DD1CB1F58E}" dt="2023-04-06T05:09:17.156" v="168" actId="2696"/>
          <pc:sldLayoutMkLst>
            <pc:docMk/>
            <pc:sldMasterMk cId="822765824" sldId="2147484327"/>
            <pc:sldLayoutMk cId="2866242639" sldId="2147484335"/>
          </pc:sldLayoutMkLst>
        </pc:sldLayoutChg>
        <pc:sldLayoutChg chg="del">
          <pc:chgData name="Zhang,Ying (MED CD&amp;O) BII-CN-S" userId="456eb1e0-4978-443e-822e-be854341a778" providerId="ADAL" clId="{C7178D90-5483-4538-95C4-63DD1CB1F58E}" dt="2023-04-06T05:09:17.156" v="169" actId="2696"/>
          <pc:sldLayoutMkLst>
            <pc:docMk/>
            <pc:sldMasterMk cId="822765824" sldId="2147484327"/>
            <pc:sldLayoutMk cId="2688130842" sldId="2147484336"/>
          </pc:sldLayoutMkLst>
        </pc:sldLayoutChg>
        <pc:sldLayoutChg chg="del">
          <pc:chgData name="Zhang,Ying (MED CD&amp;O) BII-CN-S" userId="456eb1e0-4978-443e-822e-be854341a778" providerId="ADAL" clId="{C7178D90-5483-4538-95C4-63DD1CB1F58E}" dt="2023-04-06T05:09:17.156" v="170" actId="2696"/>
          <pc:sldLayoutMkLst>
            <pc:docMk/>
            <pc:sldMasterMk cId="822765824" sldId="2147484327"/>
            <pc:sldLayoutMk cId="2904272133" sldId="2147484337"/>
          </pc:sldLayoutMkLst>
        </pc:sldLayoutChg>
        <pc:sldLayoutChg chg="del">
          <pc:chgData name="Zhang,Ying (MED CD&amp;O) BII-CN-S" userId="456eb1e0-4978-443e-822e-be854341a778" providerId="ADAL" clId="{C7178D90-5483-4538-95C4-63DD1CB1F58E}" dt="2023-04-06T05:09:17.156" v="171" actId="2696"/>
          <pc:sldLayoutMkLst>
            <pc:docMk/>
            <pc:sldMasterMk cId="822765824" sldId="2147484327"/>
            <pc:sldLayoutMk cId="1226026523" sldId="2147484338"/>
          </pc:sldLayoutMkLst>
        </pc:sldLayoutChg>
        <pc:sldLayoutChg chg="del">
          <pc:chgData name="Zhang,Ying (MED CD&amp;O) BII-CN-S" userId="456eb1e0-4978-443e-822e-be854341a778" providerId="ADAL" clId="{C7178D90-5483-4538-95C4-63DD1CB1F58E}" dt="2023-04-06T05:09:17.156" v="172" actId="2696"/>
          <pc:sldLayoutMkLst>
            <pc:docMk/>
            <pc:sldMasterMk cId="822765824" sldId="2147484327"/>
            <pc:sldLayoutMk cId="1973099716" sldId="2147484339"/>
          </pc:sldLayoutMkLst>
        </pc:sldLayoutChg>
        <pc:sldLayoutChg chg="del">
          <pc:chgData name="Zhang,Ying (MED CD&amp;O) BII-CN-S" userId="456eb1e0-4978-443e-822e-be854341a778" providerId="ADAL" clId="{C7178D90-5483-4538-95C4-63DD1CB1F58E}" dt="2023-04-06T05:09:17.156" v="173" actId="2696"/>
          <pc:sldLayoutMkLst>
            <pc:docMk/>
            <pc:sldMasterMk cId="822765824" sldId="2147484327"/>
            <pc:sldLayoutMk cId="62585376" sldId="2147484340"/>
          </pc:sldLayoutMkLst>
        </pc:sldLayoutChg>
        <pc:sldLayoutChg chg="del">
          <pc:chgData name="Zhang,Ying (MED CD&amp;O) BII-CN-S" userId="456eb1e0-4978-443e-822e-be854341a778" providerId="ADAL" clId="{C7178D90-5483-4538-95C4-63DD1CB1F58E}" dt="2023-04-06T05:09:17.156" v="174" actId="2696"/>
          <pc:sldLayoutMkLst>
            <pc:docMk/>
            <pc:sldMasterMk cId="822765824" sldId="2147484327"/>
            <pc:sldLayoutMk cId="1608842318" sldId="2147484341"/>
          </pc:sldLayoutMkLst>
        </pc:sldLayoutChg>
        <pc:sldLayoutChg chg="del">
          <pc:chgData name="Zhang,Ying (MED CD&amp;O) BII-CN-S" userId="456eb1e0-4978-443e-822e-be854341a778" providerId="ADAL" clId="{C7178D90-5483-4538-95C4-63DD1CB1F58E}" dt="2023-04-06T05:09:17.156" v="175" actId="2696"/>
          <pc:sldLayoutMkLst>
            <pc:docMk/>
            <pc:sldMasterMk cId="822765824" sldId="2147484327"/>
            <pc:sldLayoutMk cId="3452863689" sldId="2147484342"/>
          </pc:sldLayoutMkLst>
        </pc:sldLayoutChg>
      </pc:sldMasterChg>
      <pc:sldMasterChg chg="del delSldLayout">
        <pc:chgData name="Zhang,Ying (MED CD&amp;O) BII-CN-S" userId="456eb1e0-4978-443e-822e-be854341a778" providerId="ADAL" clId="{C7178D90-5483-4538-95C4-63DD1CB1F58E}" dt="2023-04-06T05:09:17.372" v="266" actId="2696"/>
        <pc:sldMasterMkLst>
          <pc:docMk/>
          <pc:sldMasterMk cId="3002878753" sldId="2147484343"/>
        </pc:sldMasterMkLst>
        <pc:sldLayoutChg chg="del">
          <pc:chgData name="Zhang,Ying (MED CD&amp;O) BII-CN-S" userId="456eb1e0-4978-443e-822e-be854341a778" providerId="ADAL" clId="{C7178D90-5483-4538-95C4-63DD1CB1F58E}" dt="2023-04-06T05:09:17.272" v="235" actId="2696"/>
          <pc:sldLayoutMkLst>
            <pc:docMk/>
            <pc:sldMasterMk cId="3002878753" sldId="2147484343"/>
            <pc:sldLayoutMk cId="1995066136" sldId="2147484344"/>
          </pc:sldLayoutMkLst>
        </pc:sldLayoutChg>
        <pc:sldLayoutChg chg="del">
          <pc:chgData name="Zhang,Ying (MED CD&amp;O) BII-CN-S" userId="456eb1e0-4978-443e-822e-be854341a778" providerId="ADAL" clId="{C7178D90-5483-4538-95C4-63DD1CB1F58E}" dt="2023-04-06T05:09:17.272" v="236" actId="2696"/>
          <pc:sldLayoutMkLst>
            <pc:docMk/>
            <pc:sldMasterMk cId="3002878753" sldId="2147484343"/>
            <pc:sldLayoutMk cId="1640378981" sldId="2147484345"/>
          </pc:sldLayoutMkLst>
        </pc:sldLayoutChg>
        <pc:sldLayoutChg chg="del">
          <pc:chgData name="Zhang,Ying (MED CD&amp;O) BII-CN-S" userId="456eb1e0-4978-443e-822e-be854341a778" providerId="ADAL" clId="{C7178D90-5483-4538-95C4-63DD1CB1F58E}" dt="2023-04-06T05:09:17.272" v="237" actId="2696"/>
          <pc:sldLayoutMkLst>
            <pc:docMk/>
            <pc:sldMasterMk cId="3002878753" sldId="2147484343"/>
            <pc:sldLayoutMk cId="3875998555" sldId="2147484346"/>
          </pc:sldLayoutMkLst>
        </pc:sldLayoutChg>
        <pc:sldLayoutChg chg="del">
          <pc:chgData name="Zhang,Ying (MED CD&amp;O) BII-CN-S" userId="456eb1e0-4978-443e-822e-be854341a778" providerId="ADAL" clId="{C7178D90-5483-4538-95C4-63DD1CB1F58E}" dt="2023-04-06T05:09:17.272" v="238" actId="2696"/>
          <pc:sldLayoutMkLst>
            <pc:docMk/>
            <pc:sldMasterMk cId="3002878753" sldId="2147484343"/>
            <pc:sldLayoutMk cId="485300895" sldId="2147484347"/>
          </pc:sldLayoutMkLst>
        </pc:sldLayoutChg>
        <pc:sldLayoutChg chg="del">
          <pc:chgData name="Zhang,Ying (MED CD&amp;O) BII-CN-S" userId="456eb1e0-4978-443e-822e-be854341a778" providerId="ADAL" clId="{C7178D90-5483-4538-95C4-63DD1CB1F58E}" dt="2023-04-06T05:09:17.272" v="239" actId="2696"/>
          <pc:sldLayoutMkLst>
            <pc:docMk/>
            <pc:sldMasterMk cId="3002878753" sldId="2147484343"/>
            <pc:sldLayoutMk cId="3178108252" sldId="2147484348"/>
          </pc:sldLayoutMkLst>
        </pc:sldLayoutChg>
        <pc:sldLayoutChg chg="del">
          <pc:chgData name="Zhang,Ying (MED CD&amp;O) BII-CN-S" userId="456eb1e0-4978-443e-822e-be854341a778" providerId="ADAL" clId="{C7178D90-5483-4538-95C4-63DD1CB1F58E}" dt="2023-04-06T05:09:17.292" v="240" actId="2696"/>
          <pc:sldLayoutMkLst>
            <pc:docMk/>
            <pc:sldMasterMk cId="3002878753" sldId="2147484343"/>
            <pc:sldLayoutMk cId="1531738311" sldId="2147484349"/>
          </pc:sldLayoutMkLst>
        </pc:sldLayoutChg>
        <pc:sldLayoutChg chg="del">
          <pc:chgData name="Zhang,Ying (MED CD&amp;O) BII-CN-S" userId="456eb1e0-4978-443e-822e-be854341a778" providerId="ADAL" clId="{C7178D90-5483-4538-95C4-63DD1CB1F58E}" dt="2023-04-06T05:09:17.292" v="241" actId="2696"/>
          <pc:sldLayoutMkLst>
            <pc:docMk/>
            <pc:sldMasterMk cId="3002878753" sldId="2147484343"/>
            <pc:sldLayoutMk cId="3387571617" sldId="2147484350"/>
          </pc:sldLayoutMkLst>
        </pc:sldLayoutChg>
        <pc:sldLayoutChg chg="del">
          <pc:chgData name="Zhang,Ying (MED CD&amp;O) BII-CN-S" userId="456eb1e0-4978-443e-822e-be854341a778" providerId="ADAL" clId="{C7178D90-5483-4538-95C4-63DD1CB1F58E}" dt="2023-04-06T05:09:17.292" v="242" actId="2696"/>
          <pc:sldLayoutMkLst>
            <pc:docMk/>
            <pc:sldMasterMk cId="3002878753" sldId="2147484343"/>
            <pc:sldLayoutMk cId="4411191" sldId="2147484351"/>
          </pc:sldLayoutMkLst>
        </pc:sldLayoutChg>
        <pc:sldLayoutChg chg="del">
          <pc:chgData name="Zhang,Ying (MED CD&amp;O) BII-CN-S" userId="456eb1e0-4978-443e-822e-be854341a778" providerId="ADAL" clId="{C7178D90-5483-4538-95C4-63DD1CB1F58E}" dt="2023-04-06T05:09:17.292" v="243" actId="2696"/>
          <pc:sldLayoutMkLst>
            <pc:docMk/>
            <pc:sldMasterMk cId="3002878753" sldId="2147484343"/>
            <pc:sldLayoutMk cId="1254044366" sldId="2147484352"/>
          </pc:sldLayoutMkLst>
        </pc:sldLayoutChg>
        <pc:sldLayoutChg chg="del">
          <pc:chgData name="Zhang,Ying (MED CD&amp;O) BII-CN-S" userId="456eb1e0-4978-443e-822e-be854341a778" providerId="ADAL" clId="{C7178D90-5483-4538-95C4-63DD1CB1F58E}" dt="2023-04-06T05:09:17.292" v="244" actId="2696"/>
          <pc:sldLayoutMkLst>
            <pc:docMk/>
            <pc:sldMasterMk cId="3002878753" sldId="2147484343"/>
            <pc:sldLayoutMk cId="3376103158" sldId="2147484353"/>
          </pc:sldLayoutMkLst>
        </pc:sldLayoutChg>
        <pc:sldLayoutChg chg="del">
          <pc:chgData name="Zhang,Ying (MED CD&amp;O) BII-CN-S" userId="456eb1e0-4978-443e-822e-be854341a778" providerId="ADAL" clId="{C7178D90-5483-4538-95C4-63DD1CB1F58E}" dt="2023-04-06T05:09:17.292" v="245" actId="2696"/>
          <pc:sldLayoutMkLst>
            <pc:docMk/>
            <pc:sldMasterMk cId="3002878753" sldId="2147484343"/>
            <pc:sldLayoutMk cId="1963819269" sldId="2147484354"/>
          </pc:sldLayoutMkLst>
        </pc:sldLayoutChg>
        <pc:sldLayoutChg chg="del">
          <pc:chgData name="Zhang,Ying (MED CD&amp;O) BII-CN-S" userId="456eb1e0-4978-443e-822e-be854341a778" providerId="ADAL" clId="{C7178D90-5483-4538-95C4-63DD1CB1F58E}" dt="2023-04-06T05:09:17.292" v="246" actId="2696"/>
          <pc:sldLayoutMkLst>
            <pc:docMk/>
            <pc:sldMasterMk cId="3002878753" sldId="2147484343"/>
            <pc:sldLayoutMk cId="2496182143" sldId="2147484355"/>
          </pc:sldLayoutMkLst>
        </pc:sldLayoutChg>
        <pc:sldLayoutChg chg="del">
          <pc:chgData name="Zhang,Ying (MED CD&amp;O) BII-CN-S" userId="456eb1e0-4978-443e-822e-be854341a778" providerId="ADAL" clId="{C7178D90-5483-4538-95C4-63DD1CB1F58E}" dt="2023-04-06T05:09:17.292" v="247" actId="2696"/>
          <pc:sldLayoutMkLst>
            <pc:docMk/>
            <pc:sldMasterMk cId="3002878753" sldId="2147484343"/>
            <pc:sldLayoutMk cId="2476682868" sldId="2147484356"/>
          </pc:sldLayoutMkLst>
        </pc:sldLayoutChg>
        <pc:sldLayoutChg chg="del">
          <pc:chgData name="Zhang,Ying (MED CD&amp;O) BII-CN-S" userId="456eb1e0-4978-443e-822e-be854341a778" providerId="ADAL" clId="{C7178D90-5483-4538-95C4-63DD1CB1F58E}" dt="2023-04-06T05:09:17.292" v="248" actId="2696"/>
          <pc:sldLayoutMkLst>
            <pc:docMk/>
            <pc:sldMasterMk cId="3002878753" sldId="2147484343"/>
            <pc:sldLayoutMk cId="2142139742" sldId="2147484357"/>
          </pc:sldLayoutMkLst>
        </pc:sldLayoutChg>
        <pc:sldLayoutChg chg="del">
          <pc:chgData name="Zhang,Ying (MED CD&amp;O) BII-CN-S" userId="456eb1e0-4978-443e-822e-be854341a778" providerId="ADAL" clId="{C7178D90-5483-4538-95C4-63DD1CB1F58E}" dt="2023-04-06T05:09:17.292" v="249" actId="2696"/>
          <pc:sldLayoutMkLst>
            <pc:docMk/>
            <pc:sldMasterMk cId="3002878753" sldId="2147484343"/>
            <pc:sldLayoutMk cId="3558369279" sldId="2147484358"/>
          </pc:sldLayoutMkLst>
        </pc:sldLayoutChg>
        <pc:sldLayoutChg chg="del">
          <pc:chgData name="Zhang,Ying (MED CD&amp;O) BII-CN-S" userId="456eb1e0-4978-443e-822e-be854341a778" providerId="ADAL" clId="{C7178D90-5483-4538-95C4-63DD1CB1F58E}" dt="2023-04-06T05:09:17.305" v="250" actId="2696"/>
          <pc:sldLayoutMkLst>
            <pc:docMk/>
            <pc:sldMasterMk cId="3002878753" sldId="2147484343"/>
            <pc:sldLayoutMk cId="2290929931" sldId="2147484359"/>
          </pc:sldLayoutMkLst>
        </pc:sldLayoutChg>
        <pc:sldLayoutChg chg="del">
          <pc:chgData name="Zhang,Ying (MED CD&amp;O) BII-CN-S" userId="456eb1e0-4978-443e-822e-be854341a778" providerId="ADAL" clId="{C7178D90-5483-4538-95C4-63DD1CB1F58E}" dt="2023-04-06T05:09:17.306" v="251" actId="2696"/>
          <pc:sldLayoutMkLst>
            <pc:docMk/>
            <pc:sldMasterMk cId="3002878753" sldId="2147484343"/>
            <pc:sldLayoutMk cId="2860690331" sldId="2147484360"/>
          </pc:sldLayoutMkLst>
        </pc:sldLayoutChg>
        <pc:sldLayoutChg chg="del">
          <pc:chgData name="Zhang,Ying (MED CD&amp;O) BII-CN-S" userId="456eb1e0-4978-443e-822e-be854341a778" providerId="ADAL" clId="{C7178D90-5483-4538-95C4-63DD1CB1F58E}" dt="2023-04-06T05:09:17.306" v="252" actId="2696"/>
          <pc:sldLayoutMkLst>
            <pc:docMk/>
            <pc:sldMasterMk cId="3002878753" sldId="2147484343"/>
            <pc:sldLayoutMk cId="1156930265" sldId="2147484361"/>
          </pc:sldLayoutMkLst>
        </pc:sldLayoutChg>
        <pc:sldLayoutChg chg="del">
          <pc:chgData name="Zhang,Ying (MED CD&amp;O) BII-CN-S" userId="456eb1e0-4978-443e-822e-be854341a778" providerId="ADAL" clId="{C7178D90-5483-4538-95C4-63DD1CB1F58E}" dt="2023-04-06T05:09:17.311" v="253" actId="2696"/>
          <pc:sldLayoutMkLst>
            <pc:docMk/>
            <pc:sldMasterMk cId="3002878753" sldId="2147484343"/>
            <pc:sldLayoutMk cId="1689715743" sldId="2147484362"/>
          </pc:sldLayoutMkLst>
        </pc:sldLayoutChg>
        <pc:sldLayoutChg chg="del">
          <pc:chgData name="Zhang,Ying (MED CD&amp;O) BII-CN-S" userId="456eb1e0-4978-443e-822e-be854341a778" providerId="ADAL" clId="{C7178D90-5483-4538-95C4-63DD1CB1F58E}" dt="2023-04-06T05:09:17.323" v="254" actId="2696"/>
          <pc:sldLayoutMkLst>
            <pc:docMk/>
            <pc:sldMasterMk cId="3002878753" sldId="2147484343"/>
            <pc:sldLayoutMk cId="2509568358" sldId="2147484363"/>
          </pc:sldLayoutMkLst>
        </pc:sldLayoutChg>
        <pc:sldLayoutChg chg="del">
          <pc:chgData name="Zhang,Ying (MED CD&amp;O) BII-CN-S" userId="456eb1e0-4978-443e-822e-be854341a778" providerId="ADAL" clId="{C7178D90-5483-4538-95C4-63DD1CB1F58E}" dt="2023-04-06T05:09:17.323" v="255" actId="2696"/>
          <pc:sldLayoutMkLst>
            <pc:docMk/>
            <pc:sldMasterMk cId="3002878753" sldId="2147484343"/>
            <pc:sldLayoutMk cId="2033060960" sldId="2147484364"/>
          </pc:sldLayoutMkLst>
        </pc:sldLayoutChg>
        <pc:sldLayoutChg chg="del">
          <pc:chgData name="Zhang,Ying (MED CD&amp;O) BII-CN-S" userId="456eb1e0-4978-443e-822e-be854341a778" providerId="ADAL" clId="{C7178D90-5483-4538-95C4-63DD1CB1F58E}" dt="2023-04-06T05:09:17.339" v="256" actId="2696"/>
          <pc:sldLayoutMkLst>
            <pc:docMk/>
            <pc:sldMasterMk cId="3002878753" sldId="2147484343"/>
            <pc:sldLayoutMk cId="1183129752" sldId="2147484365"/>
          </pc:sldLayoutMkLst>
        </pc:sldLayoutChg>
        <pc:sldLayoutChg chg="del">
          <pc:chgData name="Zhang,Ying (MED CD&amp;O) BII-CN-S" userId="456eb1e0-4978-443e-822e-be854341a778" providerId="ADAL" clId="{C7178D90-5483-4538-95C4-63DD1CB1F58E}" dt="2023-04-06T05:09:17.339" v="257" actId="2696"/>
          <pc:sldLayoutMkLst>
            <pc:docMk/>
            <pc:sldMasterMk cId="3002878753" sldId="2147484343"/>
            <pc:sldLayoutMk cId="731709415" sldId="2147484366"/>
          </pc:sldLayoutMkLst>
        </pc:sldLayoutChg>
        <pc:sldLayoutChg chg="del">
          <pc:chgData name="Zhang,Ying (MED CD&amp;O) BII-CN-S" userId="456eb1e0-4978-443e-822e-be854341a778" providerId="ADAL" clId="{C7178D90-5483-4538-95C4-63DD1CB1F58E}" dt="2023-04-06T05:09:17.356" v="258" actId="2696"/>
          <pc:sldLayoutMkLst>
            <pc:docMk/>
            <pc:sldMasterMk cId="3002878753" sldId="2147484343"/>
            <pc:sldLayoutMk cId="95753299" sldId="2147484367"/>
          </pc:sldLayoutMkLst>
        </pc:sldLayoutChg>
        <pc:sldLayoutChg chg="del">
          <pc:chgData name="Zhang,Ying (MED CD&amp;O) BII-CN-S" userId="456eb1e0-4978-443e-822e-be854341a778" providerId="ADAL" clId="{C7178D90-5483-4538-95C4-63DD1CB1F58E}" dt="2023-04-06T05:09:17.356" v="259" actId="2696"/>
          <pc:sldLayoutMkLst>
            <pc:docMk/>
            <pc:sldMasterMk cId="3002878753" sldId="2147484343"/>
            <pc:sldLayoutMk cId="1941314171" sldId="2147484368"/>
          </pc:sldLayoutMkLst>
        </pc:sldLayoutChg>
        <pc:sldLayoutChg chg="del">
          <pc:chgData name="Zhang,Ying (MED CD&amp;O) BII-CN-S" userId="456eb1e0-4978-443e-822e-be854341a778" providerId="ADAL" clId="{C7178D90-5483-4538-95C4-63DD1CB1F58E}" dt="2023-04-06T05:09:17.356" v="260" actId="2696"/>
          <pc:sldLayoutMkLst>
            <pc:docMk/>
            <pc:sldMasterMk cId="3002878753" sldId="2147484343"/>
            <pc:sldLayoutMk cId="2834908359" sldId="2147484369"/>
          </pc:sldLayoutMkLst>
        </pc:sldLayoutChg>
        <pc:sldLayoutChg chg="del">
          <pc:chgData name="Zhang,Ying (MED CD&amp;O) BII-CN-S" userId="456eb1e0-4978-443e-822e-be854341a778" providerId="ADAL" clId="{C7178D90-5483-4538-95C4-63DD1CB1F58E}" dt="2023-04-06T05:09:17.356" v="261" actId="2696"/>
          <pc:sldLayoutMkLst>
            <pc:docMk/>
            <pc:sldMasterMk cId="3002878753" sldId="2147484343"/>
            <pc:sldLayoutMk cId="3569604567" sldId="2147484370"/>
          </pc:sldLayoutMkLst>
        </pc:sldLayoutChg>
        <pc:sldLayoutChg chg="del">
          <pc:chgData name="Zhang,Ying (MED CD&amp;O) BII-CN-S" userId="456eb1e0-4978-443e-822e-be854341a778" providerId="ADAL" clId="{C7178D90-5483-4538-95C4-63DD1CB1F58E}" dt="2023-04-06T05:09:17.356" v="262" actId="2696"/>
          <pc:sldLayoutMkLst>
            <pc:docMk/>
            <pc:sldMasterMk cId="3002878753" sldId="2147484343"/>
            <pc:sldLayoutMk cId="3287980295" sldId="2147484371"/>
          </pc:sldLayoutMkLst>
        </pc:sldLayoutChg>
        <pc:sldLayoutChg chg="del">
          <pc:chgData name="Zhang,Ying (MED CD&amp;O) BII-CN-S" userId="456eb1e0-4978-443e-822e-be854341a778" providerId="ADAL" clId="{C7178D90-5483-4538-95C4-63DD1CB1F58E}" dt="2023-04-06T05:09:17.356" v="263" actId="2696"/>
          <pc:sldLayoutMkLst>
            <pc:docMk/>
            <pc:sldMasterMk cId="3002878753" sldId="2147484343"/>
            <pc:sldLayoutMk cId="709981574" sldId="2147484372"/>
          </pc:sldLayoutMkLst>
        </pc:sldLayoutChg>
        <pc:sldLayoutChg chg="del">
          <pc:chgData name="Zhang,Ying (MED CD&amp;O) BII-CN-S" userId="456eb1e0-4978-443e-822e-be854341a778" providerId="ADAL" clId="{C7178D90-5483-4538-95C4-63DD1CB1F58E}" dt="2023-04-06T05:09:17.356" v="264" actId="2696"/>
          <pc:sldLayoutMkLst>
            <pc:docMk/>
            <pc:sldMasterMk cId="3002878753" sldId="2147484343"/>
            <pc:sldLayoutMk cId="4239067799" sldId="2147484373"/>
          </pc:sldLayoutMkLst>
        </pc:sldLayoutChg>
        <pc:sldLayoutChg chg="del">
          <pc:chgData name="Zhang,Ying (MED CD&amp;O) BII-CN-S" userId="456eb1e0-4978-443e-822e-be854341a778" providerId="ADAL" clId="{C7178D90-5483-4538-95C4-63DD1CB1F58E}" dt="2023-04-06T05:09:17.356" v="265" actId="2696"/>
          <pc:sldLayoutMkLst>
            <pc:docMk/>
            <pc:sldMasterMk cId="3002878753" sldId="2147484343"/>
            <pc:sldLayoutMk cId="3731003764" sldId="2147484374"/>
          </pc:sldLayoutMkLst>
        </pc:sldLayoutChg>
      </pc:sldMasterChg>
      <pc:sldMasterChg chg="del delSldLayout">
        <pc:chgData name="Zhang,Ying (MED CD&amp;O) BII-CN-S" userId="456eb1e0-4978-443e-822e-be854341a778" providerId="ADAL" clId="{C7178D90-5483-4538-95C4-63DD1CB1F58E}" dt="2023-04-06T05:09:16.972" v="87" actId="2696"/>
        <pc:sldMasterMkLst>
          <pc:docMk/>
          <pc:sldMasterMk cId="3741303548" sldId="2147484375"/>
        </pc:sldMasterMkLst>
        <pc:sldLayoutChg chg="del">
          <pc:chgData name="Zhang,Ying (MED CD&amp;O) BII-CN-S" userId="456eb1e0-4978-443e-822e-be854341a778" providerId="ADAL" clId="{C7178D90-5483-4538-95C4-63DD1CB1F58E}" dt="2023-04-06T05:09:16.923" v="58" actId="2696"/>
          <pc:sldLayoutMkLst>
            <pc:docMk/>
            <pc:sldMasterMk cId="3741303548" sldId="2147484375"/>
            <pc:sldLayoutMk cId="2692601536" sldId="2147484376"/>
          </pc:sldLayoutMkLst>
        </pc:sldLayoutChg>
        <pc:sldLayoutChg chg="del">
          <pc:chgData name="Zhang,Ying (MED CD&amp;O) BII-CN-S" userId="456eb1e0-4978-443e-822e-be854341a778" providerId="ADAL" clId="{C7178D90-5483-4538-95C4-63DD1CB1F58E}" dt="2023-04-06T05:09:16.923" v="59" actId="2696"/>
          <pc:sldLayoutMkLst>
            <pc:docMk/>
            <pc:sldMasterMk cId="3741303548" sldId="2147484375"/>
            <pc:sldLayoutMk cId="626387269" sldId="2147484377"/>
          </pc:sldLayoutMkLst>
        </pc:sldLayoutChg>
        <pc:sldLayoutChg chg="del">
          <pc:chgData name="Zhang,Ying (MED CD&amp;O) BII-CN-S" userId="456eb1e0-4978-443e-822e-be854341a778" providerId="ADAL" clId="{C7178D90-5483-4538-95C4-63DD1CB1F58E}" dt="2023-04-06T05:09:16.923" v="60" actId="2696"/>
          <pc:sldLayoutMkLst>
            <pc:docMk/>
            <pc:sldMasterMk cId="3741303548" sldId="2147484375"/>
            <pc:sldLayoutMk cId="3940653003" sldId="2147484378"/>
          </pc:sldLayoutMkLst>
        </pc:sldLayoutChg>
        <pc:sldLayoutChg chg="del">
          <pc:chgData name="Zhang,Ying (MED CD&amp;O) BII-CN-S" userId="456eb1e0-4978-443e-822e-be854341a778" providerId="ADAL" clId="{C7178D90-5483-4538-95C4-63DD1CB1F58E}" dt="2023-04-06T05:09:16.923" v="61" actId="2696"/>
          <pc:sldLayoutMkLst>
            <pc:docMk/>
            <pc:sldMasterMk cId="3741303548" sldId="2147484375"/>
            <pc:sldLayoutMk cId="1598285171" sldId="2147484379"/>
          </pc:sldLayoutMkLst>
        </pc:sldLayoutChg>
        <pc:sldLayoutChg chg="del">
          <pc:chgData name="Zhang,Ying (MED CD&amp;O) BII-CN-S" userId="456eb1e0-4978-443e-822e-be854341a778" providerId="ADAL" clId="{C7178D90-5483-4538-95C4-63DD1CB1F58E}" dt="2023-04-06T05:09:16.923" v="62" actId="2696"/>
          <pc:sldLayoutMkLst>
            <pc:docMk/>
            <pc:sldMasterMk cId="3741303548" sldId="2147484375"/>
            <pc:sldLayoutMk cId="4144621538" sldId="2147484380"/>
          </pc:sldLayoutMkLst>
        </pc:sldLayoutChg>
        <pc:sldLayoutChg chg="del">
          <pc:chgData name="Zhang,Ying (MED CD&amp;O) BII-CN-S" userId="456eb1e0-4978-443e-822e-be854341a778" providerId="ADAL" clId="{C7178D90-5483-4538-95C4-63DD1CB1F58E}" dt="2023-04-06T05:09:16.923" v="63" actId="2696"/>
          <pc:sldLayoutMkLst>
            <pc:docMk/>
            <pc:sldMasterMk cId="3741303548" sldId="2147484375"/>
            <pc:sldLayoutMk cId="2512670197" sldId="2147484381"/>
          </pc:sldLayoutMkLst>
        </pc:sldLayoutChg>
        <pc:sldLayoutChg chg="del">
          <pc:chgData name="Zhang,Ying (MED CD&amp;O) BII-CN-S" userId="456eb1e0-4978-443e-822e-be854341a778" providerId="ADAL" clId="{C7178D90-5483-4538-95C4-63DD1CB1F58E}" dt="2023-04-06T05:09:16.938" v="64" actId="2696"/>
          <pc:sldLayoutMkLst>
            <pc:docMk/>
            <pc:sldMasterMk cId="3741303548" sldId="2147484375"/>
            <pc:sldLayoutMk cId="602367858" sldId="2147484382"/>
          </pc:sldLayoutMkLst>
        </pc:sldLayoutChg>
        <pc:sldLayoutChg chg="del">
          <pc:chgData name="Zhang,Ying (MED CD&amp;O) BII-CN-S" userId="456eb1e0-4978-443e-822e-be854341a778" providerId="ADAL" clId="{C7178D90-5483-4538-95C4-63DD1CB1F58E}" dt="2023-04-06T05:09:16.939" v="65" actId="2696"/>
          <pc:sldLayoutMkLst>
            <pc:docMk/>
            <pc:sldMasterMk cId="3741303548" sldId="2147484375"/>
            <pc:sldLayoutMk cId="3501189807" sldId="2147484383"/>
          </pc:sldLayoutMkLst>
        </pc:sldLayoutChg>
        <pc:sldLayoutChg chg="del">
          <pc:chgData name="Zhang,Ying (MED CD&amp;O) BII-CN-S" userId="456eb1e0-4978-443e-822e-be854341a778" providerId="ADAL" clId="{C7178D90-5483-4538-95C4-63DD1CB1F58E}" dt="2023-04-06T05:09:16.940" v="66" actId="2696"/>
          <pc:sldLayoutMkLst>
            <pc:docMk/>
            <pc:sldMasterMk cId="3741303548" sldId="2147484375"/>
            <pc:sldLayoutMk cId="1681533721" sldId="2147484384"/>
          </pc:sldLayoutMkLst>
        </pc:sldLayoutChg>
        <pc:sldLayoutChg chg="del">
          <pc:chgData name="Zhang,Ying (MED CD&amp;O) BII-CN-S" userId="456eb1e0-4978-443e-822e-be854341a778" providerId="ADAL" clId="{C7178D90-5483-4538-95C4-63DD1CB1F58E}" dt="2023-04-06T05:09:16.940" v="67" actId="2696"/>
          <pc:sldLayoutMkLst>
            <pc:docMk/>
            <pc:sldMasterMk cId="3741303548" sldId="2147484375"/>
            <pc:sldLayoutMk cId="101425032" sldId="2147484385"/>
          </pc:sldLayoutMkLst>
        </pc:sldLayoutChg>
        <pc:sldLayoutChg chg="del">
          <pc:chgData name="Zhang,Ying (MED CD&amp;O) BII-CN-S" userId="456eb1e0-4978-443e-822e-be854341a778" providerId="ADAL" clId="{C7178D90-5483-4538-95C4-63DD1CB1F58E}" dt="2023-04-06T05:09:16.940" v="68" actId="2696"/>
          <pc:sldLayoutMkLst>
            <pc:docMk/>
            <pc:sldMasterMk cId="3741303548" sldId="2147484375"/>
            <pc:sldLayoutMk cId="2632499825" sldId="2147484386"/>
          </pc:sldLayoutMkLst>
        </pc:sldLayoutChg>
        <pc:sldLayoutChg chg="del">
          <pc:chgData name="Zhang,Ying (MED CD&amp;O) BII-CN-S" userId="456eb1e0-4978-443e-822e-be854341a778" providerId="ADAL" clId="{C7178D90-5483-4538-95C4-63DD1CB1F58E}" dt="2023-04-06T05:09:16.940" v="69" actId="2696"/>
          <pc:sldLayoutMkLst>
            <pc:docMk/>
            <pc:sldMasterMk cId="3741303548" sldId="2147484375"/>
            <pc:sldLayoutMk cId="3186240408" sldId="2147484387"/>
          </pc:sldLayoutMkLst>
        </pc:sldLayoutChg>
        <pc:sldLayoutChg chg="del">
          <pc:chgData name="Zhang,Ying (MED CD&amp;O) BII-CN-S" userId="456eb1e0-4978-443e-822e-be854341a778" providerId="ADAL" clId="{C7178D90-5483-4538-95C4-63DD1CB1F58E}" dt="2023-04-06T05:09:16.940" v="70" actId="2696"/>
          <pc:sldLayoutMkLst>
            <pc:docMk/>
            <pc:sldMasterMk cId="3741303548" sldId="2147484375"/>
            <pc:sldLayoutMk cId="945097390" sldId="2147484388"/>
          </pc:sldLayoutMkLst>
        </pc:sldLayoutChg>
        <pc:sldLayoutChg chg="del">
          <pc:chgData name="Zhang,Ying (MED CD&amp;O) BII-CN-S" userId="456eb1e0-4978-443e-822e-be854341a778" providerId="ADAL" clId="{C7178D90-5483-4538-95C4-63DD1CB1F58E}" dt="2023-04-06T05:09:16.940" v="71" actId="2696"/>
          <pc:sldLayoutMkLst>
            <pc:docMk/>
            <pc:sldMasterMk cId="3741303548" sldId="2147484375"/>
            <pc:sldLayoutMk cId="1692264991" sldId="2147484389"/>
          </pc:sldLayoutMkLst>
        </pc:sldLayoutChg>
        <pc:sldLayoutChg chg="del">
          <pc:chgData name="Zhang,Ying (MED CD&amp;O) BII-CN-S" userId="456eb1e0-4978-443e-822e-be854341a778" providerId="ADAL" clId="{C7178D90-5483-4538-95C4-63DD1CB1F58E}" dt="2023-04-06T05:09:16.940" v="72" actId="2696"/>
          <pc:sldLayoutMkLst>
            <pc:docMk/>
            <pc:sldMasterMk cId="3741303548" sldId="2147484375"/>
            <pc:sldLayoutMk cId="2083020039" sldId="2147484390"/>
          </pc:sldLayoutMkLst>
        </pc:sldLayoutChg>
        <pc:sldLayoutChg chg="del">
          <pc:chgData name="Zhang,Ying (MED CD&amp;O) BII-CN-S" userId="456eb1e0-4978-443e-822e-be854341a778" providerId="ADAL" clId="{C7178D90-5483-4538-95C4-63DD1CB1F58E}" dt="2023-04-06T05:09:16.940" v="73" actId="2696"/>
          <pc:sldLayoutMkLst>
            <pc:docMk/>
            <pc:sldMasterMk cId="3741303548" sldId="2147484375"/>
            <pc:sldLayoutMk cId="2553693839" sldId="2147484391"/>
          </pc:sldLayoutMkLst>
        </pc:sldLayoutChg>
        <pc:sldLayoutChg chg="del">
          <pc:chgData name="Zhang,Ying (MED CD&amp;O) BII-CN-S" userId="456eb1e0-4978-443e-822e-be854341a778" providerId="ADAL" clId="{C7178D90-5483-4538-95C4-63DD1CB1F58E}" dt="2023-04-06T05:09:16.940" v="74" actId="2696"/>
          <pc:sldLayoutMkLst>
            <pc:docMk/>
            <pc:sldMasterMk cId="3741303548" sldId="2147484375"/>
            <pc:sldLayoutMk cId="3344744696" sldId="2147484392"/>
          </pc:sldLayoutMkLst>
        </pc:sldLayoutChg>
        <pc:sldLayoutChg chg="del">
          <pc:chgData name="Zhang,Ying (MED CD&amp;O) BII-CN-S" userId="456eb1e0-4978-443e-822e-be854341a778" providerId="ADAL" clId="{C7178D90-5483-4538-95C4-63DD1CB1F58E}" dt="2023-04-06T05:09:16.940" v="75" actId="2696"/>
          <pc:sldLayoutMkLst>
            <pc:docMk/>
            <pc:sldMasterMk cId="3741303548" sldId="2147484375"/>
            <pc:sldLayoutMk cId="2037582900" sldId="2147484393"/>
          </pc:sldLayoutMkLst>
        </pc:sldLayoutChg>
        <pc:sldLayoutChg chg="del">
          <pc:chgData name="Zhang,Ying (MED CD&amp;O) BII-CN-S" userId="456eb1e0-4978-443e-822e-be854341a778" providerId="ADAL" clId="{C7178D90-5483-4538-95C4-63DD1CB1F58E}" dt="2023-04-06T05:09:16.940" v="76" actId="2696"/>
          <pc:sldLayoutMkLst>
            <pc:docMk/>
            <pc:sldMasterMk cId="3741303548" sldId="2147484375"/>
            <pc:sldLayoutMk cId="982360126" sldId="2147484394"/>
          </pc:sldLayoutMkLst>
        </pc:sldLayoutChg>
        <pc:sldLayoutChg chg="del">
          <pc:chgData name="Zhang,Ying (MED CD&amp;O) BII-CN-S" userId="456eb1e0-4978-443e-822e-be854341a778" providerId="ADAL" clId="{C7178D90-5483-4538-95C4-63DD1CB1F58E}" dt="2023-04-06T05:09:16.940" v="77" actId="2696"/>
          <pc:sldLayoutMkLst>
            <pc:docMk/>
            <pc:sldMasterMk cId="3741303548" sldId="2147484375"/>
            <pc:sldLayoutMk cId="882016359" sldId="2147484395"/>
          </pc:sldLayoutMkLst>
        </pc:sldLayoutChg>
        <pc:sldLayoutChg chg="del">
          <pc:chgData name="Zhang,Ying (MED CD&amp;O) BII-CN-S" userId="456eb1e0-4978-443e-822e-be854341a778" providerId="ADAL" clId="{C7178D90-5483-4538-95C4-63DD1CB1F58E}" dt="2023-04-06T05:09:16.940" v="78" actId="2696"/>
          <pc:sldLayoutMkLst>
            <pc:docMk/>
            <pc:sldMasterMk cId="3741303548" sldId="2147484375"/>
            <pc:sldLayoutMk cId="3445094822" sldId="2147484396"/>
          </pc:sldLayoutMkLst>
        </pc:sldLayoutChg>
        <pc:sldLayoutChg chg="del">
          <pc:chgData name="Zhang,Ying (MED CD&amp;O) BII-CN-S" userId="456eb1e0-4978-443e-822e-be854341a778" providerId="ADAL" clId="{C7178D90-5483-4538-95C4-63DD1CB1F58E}" dt="2023-04-06T05:09:16.940" v="79" actId="2696"/>
          <pc:sldLayoutMkLst>
            <pc:docMk/>
            <pc:sldMasterMk cId="3741303548" sldId="2147484375"/>
            <pc:sldLayoutMk cId="3551214548" sldId="2147484397"/>
          </pc:sldLayoutMkLst>
        </pc:sldLayoutChg>
        <pc:sldLayoutChg chg="del">
          <pc:chgData name="Zhang,Ying (MED CD&amp;O) BII-CN-S" userId="456eb1e0-4978-443e-822e-be854341a778" providerId="ADAL" clId="{C7178D90-5483-4538-95C4-63DD1CB1F58E}" dt="2023-04-06T05:09:16.956" v="80" actId="2696"/>
          <pc:sldLayoutMkLst>
            <pc:docMk/>
            <pc:sldMasterMk cId="3741303548" sldId="2147484375"/>
            <pc:sldLayoutMk cId="3512428760" sldId="2147484398"/>
          </pc:sldLayoutMkLst>
        </pc:sldLayoutChg>
        <pc:sldLayoutChg chg="del">
          <pc:chgData name="Zhang,Ying (MED CD&amp;O) BII-CN-S" userId="456eb1e0-4978-443e-822e-be854341a778" providerId="ADAL" clId="{C7178D90-5483-4538-95C4-63DD1CB1F58E}" dt="2023-04-06T05:09:16.956" v="81" actId="2696"/>
          <pc:sldLayoutMkLst>
            <pc:docMk/>
            <pc:sldMasterMk cId="3741303548" sldId="2147484375"/>
            <pc:sldLayoutMk cId="1168741663" sldId="2147484399"/>
          </pc:sldLayoutMkLst>
        </pc:sldLayoutChg>
        <pc:sldLayoutChg chg="del">
          <pc:chgData name="Zhang,Ying (MED CD&amp;O) BII-CN-S" userId="456eb1e0-4978-443e-822e-be854341a778" providerId="ADAL" clId="{C7178D90-5483-4538-95C4-63DD1CB1F58E}" dt="2023-04-06T05:09:16.956" v="82" actId="2696"/>
          <pc:sldLayoutMkLst>
            <pc:docMk/>
            <pc:sldMasterMk cId="3741303548" sldId="2147484375"/>
            <pc:sldLayoutMk cId="716229366" sldId="2147484400"/>
          </pc:sldLayoutMkLst>
        </pc:sldLayoutChg>
        <pc:sldLayoutChg chg="del">
          <pc:chgData name="Zhang,Ying (MED CD&amp;O) BII-CN-S" userId="456eb1e0-4978-443e-822e-be854341a778" providerId="ADAL" clId="{C7178D90-5483-4538-95C4-63DD1CB1F58E}" dt="2023-04-06T05:09:16.956" v="83" actId="2696"/>
          <pc:sldLayoutMkLst>
            <pc:docMk/>
            <pc:sldMasterMk cId="3741303548" sldId="2147484375"/>
            <pc:sldLayoutMk cId="3045956667" sldId="2147484401"/>
          </pc:sldLayoutMkLst>
        </pc:sldLayoutChg>
        <pc:sldLayoutChg chg="del">
          <pc:chgData name="Zhang,Ying (MED CD&amp;O) BII-CN-S" userId="456eb1e0-4978-443e-822e-be854341a778" providerId="ADAL" clId="{C7178D90-5483-4538-95C4-63DD1CB1F58E}" dt="2023-04-06T05:09:16.956" v="84" actId="2696"/>
          <pc:sldLayoutMkLst>
            <pc:docMk/>
            <pc:sldMasterMk cId="3741303548" sldId="2147484375"/>
            <pc:sldLayoutMk cId="754979060" sldId="2147484402"/>
          </pc:sldLayoutMkLst>
        </pc:sldLayoutChg>
        <pc:sldLayoutChg chg="del">
          <pc:chgData name="Zhang,Ying (MED CD&amp;O) BII-CN-S" userId="456eb1e0-4978-443e-822e-be854341a778" providerId="ADAL" clId="{C7178D90-5483-4538-95C4-63DD1CB1F58E}" dt="2023-04-06T05:09:16.972" v="85" actId="2696"/>
          <pc:sldLayoutMkLst>
            <pc:docMk/>
            <pc:sldMasterMk cId="3741303548" sldId="2147484375"/>
            <pc:sldLayoutMk cId="212542638" sldId="2147484403"/>
          </pc:sldLayoutMkLst>
        </pc:sldLayoutChg>
        <pc:sldLayoutChg chg="del">
          <pc:chgData name="Zhang,Ying (MED CD&amp;O) BII-CN-S" userId="456eb1e0-4978-443e-822e-be854341a778" providerId="ADAL" clId="{C7178D90-5483-4538-95C4-63DD1CB1F58E}" dt="2023-04-06T05:09:16.972" v="86" actId="2696"/>
          <pc:sldLayoutMkLst>
            <pc:docMk/>
            <pc:sldMasterMk cId="3741303548" sldId="2147484375"/>
            <pc:sldLayoutMk cId="892329348" sldId="2147484404"/>
          </pc:sldLayoutMkLst>
        </pc:sldLayoutChg>
      </pc:sldMasterChg>
      <pc:sldMasterChg chg="del delSldLayout">
        <pc:chgData name="Zhang,Ying (MED CD&amp;O) BII-CN-S" userId="456eb1e0-4978-443e-822e-be854341a778" providerId="ADAL" clId="{C7178D90-5483-4538-95C4-63DD1CB1F58E}" dt="2023-04-06T05:09:18.235" v="462" actId="2696"/>
        <pc:sldMasterMkLst>
          <pc:docMk/>
          <pc:sldMasterMk cId="1601920851" sldId="2147484405"/>
        </pc:sldMasterMkLst>
        <pc:sldLayoutChg chg="del">
          <pc:chgData name="Zhang,Ying (MED CD&amp;O) BII-CN-S" userId="456eb1e0-4978-443e-822e-be854341a778" providerId="ADAL" clId="{C7178D90-5483-4538-95C4-63DD1CB1F58E}" dt="2023-04-06T05:09:18.154" v="433" actId="2696"/>
          <pc:sldLayoutMkLst>
            <pc:docMk/>
            <pc:sldMasterMk cId="1601920851" sldId="2147484405"/>
            <pc:sldLayoutMk cId="1280263105" sldId="2147484406"/>
          </pc:sldLayoutMkLst>
        </pc:sldLayoutChg>
        <pc:sldLayoutChg chg="del">
          <pc:chgData name="Zhang,Ying (MED CD&amp;O) BII-CN-S" userId="456eb1e0-4978-443e-822e-be854341a778" providerId="ADAL" clId="{C7178D90-5483-4538-95C4-63DD1CB1F58E}" dt="2023-04-06T05:09:18.154" v="434" actId="2696"/>
          <pc:sldLayoutMkLst>
            <pc:docMk/>
            <pc:sldMasterMk cId="1601920851" sldId="2147484405"/>
            <pc:sldLayoutMk cId="2581563482" sldId="2147484407"/>
          </pc:sldLayoutMkLst>
        </pc:sldLayoutChg>
        <pc:sldLayoutChg chg="del">
          <pc:chgData name="Zhang,Ying (MED CD&amp;O) BII-CN-S" userId="456eb1e0-4978-443e-822e-be854341a778" providerId="ADAL" clId="{C7178D90-5483-4538-95C4-63DD1CB1F58E}" dt="2023-04-06T05:09:18.154" v="435" actId="2696"/>
          <pc:sldLayoutMkLst>
            <pc:docMk/>
            <pc:sldMasterMk cId="1601920851" sldId="2147484405"/>
            <pc:sldLayoutMk cId="2118232292" sldId="2147484408"/>
          </pc:sldLayoutMkLst>
        </pc:sldLayoutChg>
        <pc:sldLayoutChg chg="del">
          <pc:chgData name="Zhang,Ying (MED CD&amp;O) BII-CN-S" userId="456eb1e0-4978-443e-822e-be854341a778" providerId="ADAL" clId="{C7178D90-5483-4538-95C4-63DD1CB1F58E}" dt="2023-04-06T05:09:18.154" v="436" actId="2696"/>
          <pc:sldLayoutMkLst>
            <pc:docMk/>
            <pc:sldMasterMk cId="1601920851" sldId="2147484405"/>
            <pc:sldLayoutMk cId="3562023219" sldId="2147484409"/>
          </pc:sldLayoutMkLst>
        </pc:sldLayoutChg>
        <pc:sldLayoutChg chg="del">
          <pc:chgData name="Zhang,Ying (MED CD&amp;O) BII-CN-S" userId="456eb1e0-4978-443e-822e-be854341a778" providerId="ADAL" clId="{C7178D90-5483-4538-95C4-63DD1CB1F58E}" dt="2023-04-06T05:09:18.154" v="437" actId="2696"/>
          <pc:sldLayoutMkLst>
            <pc:docMk/>
            <pc:sldMasterMk cId="1601920851" sldId="2147484405"/>
            <pc:sldLayoutMk cId="2088505260" sldId="2147484410"/>
          </pc:sldLayoutMkLst>
        </pc:sldLayoutChg>
        <pc:sldLayoutChg chg="del">
          <pc:chgData name="Zhang,Ying (MED CD&amp;O) BII-CN-S" userId="456eb1e0-4978-443e-822e-be854341a778" providerId="ADAL" clId="{C7178D90-5483-4538-95C4-63DD1CB1F58E}" dt="2023-04-06T05:09:18.166" v="438" actId="2696"/>
          <pc:sldLayoutMkLst>
            <pc:docMk/>
            <pc:sldMasterMk cId="1601920851" sldId="2147484405"/>
            <pc:sldLayoutMk cId="3676760804" sldId="2147484411"/>
          </pc:sldLayoutMkLst>
        </pc:sldLayoutChg>
        <pc:sldLayoutChg chg="del">
          <pc:chgData name="Zhang,Ying (MED CD&amp;O) BII-CN-S" userId="456eb1e0-4978-443e-822e-be854341a778" providerId="ADAL" clId="{C7178D90-5483-4538-95C4-63DD1CB1F58E}" dt="2023-04-06T05:09:18.166" v="439" actId="2696"/>
          <pc:sldLayoutMkLst>
            <pc:docMk/>
            <pc:sldMasterMk cId="1601920851" sldId="2147484405"/>
            <pc:sldLayoutMk cId="1864020688" sldId="2147484412"/>
          </pc:sldLayoutMkLst>
        </pc:sldLayoutChg>
        <pc:sldLayoutChg chg="del">
          <pc:chgData name="Zhang,Ying (MED CD&amp;O) BII-CN-S" userId="456eb1e0-4978-443e-822e-be854341a778" providerId="ADAL" clId="{C7178D90-5483-4538-95C4-63DD1CB1F58E}" dt="2023-04-06T05:09:18.166" v="440" actId="2696"/>
          <pc:sldLayoutMkLst>
            <pc:docMk/>
            <pc:sldMasterMk cId="1601920851" sldId="2147484405"/>
            <pc:sldLayoutMk cId="1664302727" sldId="2147484413"/>
          </pc:sldLayoutMkLst>
        </pc:sldLayoutChg>
        <pc:sldLayoutChg chg="del">
          <pc:chgData name="Zhang,Ying (MED CD&amp;O) BII-CN-S" userId="456eb1e0-4978-443e-822e-be854341a778" providerId="ADAL" clId="{C7178D90-5483-4538-95C4-63DD1CB1F58E}" dt="2023-04-06T05:09:18.171" v="441" actId="2696"/>
          <pc:sldLayoutMkLst>
            <pc:docMk/>
            <pc:sldMasterMk cId="1601920851" sldId="2147484405"/>
            <pc:sldLayoutMk cId="3111805655" sldId="2147484414"/>
          </pc:sldLayoutMkLst>
        </pc:sldLayoutChg>
        <pc:sldLayoutChg chg="del">
          <pc:chgData name="Zhang,Ying (MED CD&amp;O) BII-CN-S" userId="456eb1e0-4978-443e-822e-be854341a778" providerId="ADAL" clId="{C7178D90-5483-4538-95C4-63DD1CB1F58E}" dt="2023-04-06T05:09:18.172" v="442" actId="2696"/>
          <pc:sldLayoutMkLst>
            <pc:docMk/>
            <pc:sldMasterMk cId="1601920851" sldId="2147484405"/>
            <pc:sldLayoutMk cId="1156556568" sldId="2147484415"/>
          </pc:sldLayoutMkLst>
        </pc:sldLayoutChg>
        <pc:sldLayoutChg chg="del">
          <pc:chgData name="Zhang,Ying (MED CD&amp;O) BII-CN-S" userId="456eb1e0-4978-443e-822e-be854341a778" providerId="ADAL" clId="{C7178D90-5483-4538-95C4-63DD1CB1F58E}" dt="2023-04-06T05:09:18.172" v="443" actId="2696"/>
          <pc:sldLayoutMkLst>
            <pc:docMk/>
            <pc:sldMasterMk cId="1601920851" sldId="2147484405"/>
            <pc:sldLayoutMk cId="956832344" sldId="2147484416"/>
          </pc:sldLayoutMkLst>
        </pc:sldLayoutChg>
        <pc:sldLayoutChg chg="del">
          <pc:chgData name="Zhang,Ying (MED CD&amp;O) BII-CN-S" userId="456eb1e0-4978-443e-822e-be854341a778" providerId="ADAL" clId="{C7178D90-5483-4538-95C4-63DD1CB1F58E}" dt="2023-04-06T05:09:18.172" v="444" actId="2696"/>
          <pc:sldLayoutMkLst>
            <pc:docMk/>
            <pc:sldMasterMk cId="1601920851" sldId="2147484405"/>
            <pc:sldLayoutMk cId="3550590204" sldId="2147484417"/>
          </pc:sldLayoutMkLst>
        </pc:sldLayoutChg>
        <pc:sldLayoutChg chg="del">
          <pc:chgData name="Zhang,Ying (MED CD&amp;O) BII-CN-S" userId="456eb1e0-4978-443e-822e-be854341a778" providerId="ADAL" clId="{C7178D90-5483-4538-95C4-63DD1CB1F58E}" dt="2023-04-06T05:09:18.172" v="445" actId="2696"/>
          <pc:sldLayoutMkLst>
            <pc:docMk/>
            <pc:sldMasterMk cId="1601920851" sldId="2147484405"/>
            <pc:sldLayoutMk cId="1204596334" sldId="2147484418"/>
          </pc:sldLayoutMkLst>
        </pc:sldLayoutChg>
        <pc:sldLayoutChg chg="del">
          <pc:chgData name="Zhang,Ying (MED CD&amp;O) BII-CN-S" userId="456eb1e0-4978-443e-822e-be854341a778" providerId="ADAL" clId="{C7178D90-5483-4538-95C4-63DD1CB1F58E}" dt="2023-04-06T05:09:18.172" v="446" actId="2696"/>
          <pc:sldLayoutMkLst>
            <pc:docMk/>
            <pc:sldMasterMk cId="1601920851" sldId="2147484405"/>
            <pc:sldLayoutMk cId="2072015608" sldId="2147484419"/>
          </pc:sldLayoutMkLst>
        </pc:sldLayoutChg>
        <pc:sldLayoutChg chg="del">
          <pc:chgData name="Zhang,Ying (MED CD&amp;O) BII-CN-S" userId="456eb1e0-4978-443e-822e-be854341a778" providerId="ADAL" clId="{C7178D90-5483-4538-95C4-63DD1CB1F58E}" dt="2023-04-06T05:09:18.172" v="447" actId="2696"/>
          <pc:sldLayoutMkLst>
            <pc:docMk/>
            <pc:sldMasterMk cId="1601920851" sldId="2147484405"/>
            <pc:sldLayoutMk cId="448723966" sldId="2147484420"/>
          </pc:sldLayoutMkLst>
        </pc:sldLayoutChg>
        <pc:sldLayoutChg chg="del">
          <pc:chgData name="Zhang,Ying (MED CD&amp;O) BII-CN-S" userId="456eb1e0-4978-443e-822e-be854341a778" providerId="ADAL" clId="{C7178D90-5483-4538-95C4-63DD1CB1F58E}" dt="2023-04-06T05:09:18.172" v="448" actId="2696"/>
          <pc:sldLayoutMkLst>
            <pc:docMk/>
            <pc:sldMasterMk cId="1601920851" sldId="2147484405"/>
            <pc:sldLayoutMk cId="4217538469" sldId="2147484421"/>
          </pc:sldLayoutMkLst>
        </pc:sldLayoutChg>
        <pc:sldLayoutChg chg="del">
          <pc:chgData name="Zhang,Ying (MED CD&amp;O) BII-CN-S" userId="456eb1e0-4978-443e-822e-be854341a778" providerId="ADAL" clId="{C7178D90-5483-4538-95C4-63DD1CB1F58E}" dt="2023-04-06T05:09:18.172" v="449" actId="2696"/>
          <pc:sldLayoutMkLst>
            <pc:docMk/>
            <pc:sldMasterMk cId="1601920851" sldId="2147484405"/>
            <pc:sldLayoutMk cId="2600432648" sldId="2147484422"/>
          </pc:sldLayoutMkLst>
        </pc:sldLayoutChg>
        <pc:sldLayoutChg chg="del">
          <pc:chgData name="Zhang,Ying (MED CD&amp;O) BII-CN-S" userId="456eb1e0-4978-443e-822e-be854341a778" providerId="ADAL" clId="{C7178D90-5483-4538-95C4-63DD1CB1F58E}" dt="2023-04-06T05:09:18.172" v="450" actId="2696"/>
          <pc:sldLayoutMkLst>
            <pc:docMk/>
            <pc:sldMasterMk cId="1601920851" sldId="2147484405"/>
            <pc:sldLayoutMk cId="2626603317" sldId="2147484423"/>
          </pc:sldLayoutMkLst>
        </pc:sldLayoutChg>
        <pc:sldLayoutChg chg="del">
          <pc:chgData name="Zhang,Ying (MED CD&amp;O) BII-CN-S" userId="456eb1e0-4978-443e-822e-be854341a778" providerId="ADAL" clId="{C7178D90-5483-4538-95C4-63DD1CB1F58E}" dt="2023-04-06T05:09:18.188" v="451" actId="2696"/>
          <pc:sldLayoutMkLst>
            <pc:docMk/>
            <pc:sldMasterMk cId="1601920851" sldId="2147484405"/>
            <pc:sldLayoutMk cId="1067328568" sldId="2147484424"/>
          </pc:sldLayoutMkLst>
        </pc:sldLayoutChg>
        <pc:sldLayoutChg chg="del">
          <pc:chgData name="Zhang,Ying (MED CD&amp;O) BII-CN-S" userId="456eb1e0-4978-443e-822e-be854341a778" providerId="ADAL" clId="{C7178D90-5483-4538-95C4-63DD1CB1F58E}" dt="2023-04-06T05:09:18.188" v="452" actId="2696"/>
          <pc:sldLayoutMkLst>
            <pc:docMk/>
            <pc:sldMasterMk cId="1601920851" sldId="2147484405"/>
            <pc:sldLayoutMk cId="3365941711" sldId="2147484425"/>
          </pc:sldLayoutMkLst>
        </pc:sldLayoutChg>
        <pc:sldLayoutChg chg="del">
          <pc:chgData name="Zhang,Ying (MED CD&amp;O) BII-CN-S" userId="456eb1e0-4978-443e-822e-be854341a778" providerId="ADAL" clId="{C7178D90-5483-4538-95C4-63DD1CB1F58E}" dt="2023-04-06T05:09:18.188" v="453" actId="2696"/>
          <pc:sldLayoutMkLst>
            <pc:docMk/>
            <pc:sldMasterMk cId="1601920851" sldId="2147484405"/>
            <pc:sldLayoutMk cId="326315710" sldId="2147484426"/>
          </pc:sldLayoutMkLst>
        </pc:sldLayoutChg>
        <pc:sldLayoutChg chg="del">
          <pc:chgData name="Zhang,Ying (MED CD&amp;O) BII-CN-S" userId="456eb1e0-4978-443e-822e-be854341a778" providerId="ADAL" clId="{C7178D90-5483-4538-95C4-63DD1CB1F58E}" dt="2023-04-06T05:09:18.188" v="454" actId="2696"/>
          <pc:sldLayoutMkLst>
            <pc:docMk/>
            <pc:sldMasterMk cId="1601920851" sldId="2147484405"/>
            <pc:sldLayoutMk cId="2524034370" sldId="2147484427"/>
          </pc:sldLayoutMkLst>
        </pc:sldLayoutChg>
        <pc:sldLayoutChg chg="del">
          <pc:chgData name="Zhang,Ying (MED CD&amp;O) BII-CN-S" userId="456eb1e0-4978-443e-822e-be854341a778" providerId="ADAL" clId="{C7178D90-5483-4538-95C4-63DD1CB1F58E}" dt="2023-04-06T05:09:18.188" v="455" actId="2696"/>
          <pc:sldLayoutMkLst>
            <pc:docMk/>
            <pc:sldMasterMk cId="1601920851" sldId="2147484405"/>
            <pc:sldLayoutMk cId="4032632127" sldId="2147484428"/>
          </pc:sldLayoutMkLst>
        </pc:sldLayoutChg>
        <pc:sldLayoutChg chg="del">
          <pc:chgData name="Zhang,Ying (MED CD&amp;O) BII-CN-S" userId="456eb1e0-4978-443e-822e-be854341a778" providerId="ADAL" clId="{C7178D90-5483-4538-95C4-63DD1CB1F58E}" dt="2023-04-06T05:09:18.188" v="456" actId="2696"/>
          <pc:sldLayoutMkLst>
            <pc:docMk/>
            <pc:sldMasterMk cId="1601920851" sldId="2147484405"/>
            <pc:sldLayoutMk cId="3289908484" sldId="2147484429"/>
          </pc:sldLayoutMkLst>
        </pc:sldLayoutChg>
        <pc:sldLayoutChg chg="del">
          <pc:chgData name="Zhang,Ying (MED CD&amp;O) BII-CN-S" userId="456eb1e0-4978-443e-822e-be854341a778" providerId="ADAL" clId="{C7178D90-5483-4538-95C4-63DD1CB1F58E}" dt="2023-04-06T05:09:18.204" v="457" actId="2696"/>
          <pc:sldLayoutMkLst>
            <pc:docMk/>
            <pc:sldMasterMk cId="1601920851" sldId="2147484405"/>
            <pc:sldLayoutMk cId="563349050" sldId="2147484430"/>
          </pc:sldLayoutMkLst>
        </pc:sldLayoutChg>
        <pc:sldLayoutChg chg="del">
          <pc:chgData name="Zhang,Ying (MED CD&amp;O) BII-CN-S" userId="456eb1e0-4978-443e-822e-be854341a778" providerId="ADAL" clId="{C7178D90-5483-4538-95C4-63DD1CB1F58E}" dt="2023-04-06T05:09:18.204" v="458" actId="2696"/>
          <pc:sldLayoutMkLst>
            <pc:docMk/>
            <pc:sldMasterMk cId="1601920851" sldId="2147484405"/>
            <pc:sldLayoutMk cId="3687258738" sldId="2147484431"/>
          </pc:sldLayoutMkLst>
        </pc:sldLayoutChg>
        <pc:sldLayoutChg chg="del">
          <pc:chgData name="Zhang,Ying (MED CD&amp;O) BII-CN-S" userId="456eb1e0-4978-443e-822e-be854341a778" providerId="ADAL" clId="{C7178D90-5483-4538-95C4-63DD1CB1F58E}" dt="2023-04-06T05:09:18.204" v="459" actId="2696"/>
          <pc:sldLayoutMkLst>
            <pc:docMk/>
            <pc:sldMasterMk cId="1601920851" sldId="2147484405"/>
            <pc:sldLayoutMk cId="484968726" sldId="2147484432"/>
          </pc:sldLayoutMkLst>
        </pc:sldLayoutChg>
        <pc:sldLayoutChg chg="del">
          <pc:chgData name="Zhang,Ying (MED CD&amp;O) BII-CN-S" userId="456eb1e0-4978-443e-822e-be854341a778" providerId="ADAL" clId="{C7178D90-5483-4538-95C4-63DD1CB1F58E}" dt="2023-04-06T05:09:18.219" v="460" actId="2696"/>
          <pc:sldLayoutMkLst>
            <pc:docMk/>
            <pc:sldMasterMk cId="1601920851" sldId="2147484405"/>
            <pc:sldLayoutMk cId="3223902986" sldId="2147484433"/>
          </pc:sldLayoutMkLst>
        </pc:sldLayoutChg>
        <pc:sldLayoutChg chg="del">
          <pc:chgData name="Zhang,Ying (MED CD&amp;O) BII-CN-S" userId="456eb1e0-4978-443e-822e-be854341a778" providerId="ADAL" clId="{C7178D90-5483-4538-95C4-63DD1CB1F58E}" dt="2023-04-06T05:09:18.219" v="461" actId="2696"/>
          <pc:sldLayoutMkLst>
            <pc:docMk/>
            <pc:sldMasterMk cId="1601920851" sldId="2147484405"/>
            <pc:sldLayoutMk cId="131202989" sldId="2147484434"/>
          </pc:sldLayoutMkLst>
        </pc:sldLayoutChg>
      </pc:sldMasterChg>
      <pc:sldMasterChg chg="del delSldLayout">
        <pc:chgData name="Zhang,Ying (MED CD&amp;O) BII-CN-S" userId="456eb1e0-4978-443e-822e-be854341a778" providerId="ADAL" clId="{C7178D90-5483-4538-95C4-63DD1CB1F58E}" dt="2023-04-06T05:09:16.972" v="91" actId="2696"/>
        <pc:sldMasterMkLst>
          <pc:docMk/>
          <pc:sldMasterMk cId="2554413266" sldId="2147484481"/>
        </pc:sldMasterMkLst>
        <pc:sldLayoutChg chg="del">
          <pc:chgData name="Zhang,Ying (MED CD&amp;O) BII-CN-S" userId="456eb1e0-4978-443e-822e-be854341a778" providerId="ADAL" clId="{C7178D90-5483-4538-95C4-63DD1CB1F58E}" dt="2023-04-06T05:09:16.972" v="88" actId="2696"/>
          <pc:sldLayoutMkLst>
            <pc:docMk/>
            <pc:sldMasterMk cId="2554413266" sldId="2147484481"/>
            <pc:sldLayoutMk cId="2047863339" sldId="2147484482"/>
          </pc:sldLayoutMkLst>
        </pc:sldLayoutChg>
        <pc:sldLayoutChg chg="del">
          <pc:chgData name="Zhang,Ying (MED CD&amp;O) BII-CN-S" userId="456eb1e0-4978-443e-822e-be854341a778" providerId="ADAL" clId="{C7178D90-5483-4538-95C4-63DD1CB1F58E}" dt="2023-04-06T05:09:16.972" v="89" actId="2696"/>
          <pc:sldLayoutMkLst>
            <pc:docMk/>
            <pc:sldMasterMk cId="2554413266" sldId="2147484481"/>
            <pc:sldLayoutMk cId="3679345400" sldId="2147484483"/>
          </pc:sldLayoutMkLst>
        </pc:sldLayoutChg>
        <pc:sldLayoutChg chg="del">
          <pc:chgData name="Zhang,Ying (MED CD&amp;O) BII-CN-S" userId="456eb1e0-4978-443e-822e-be854341a778" providerId="ADAL" clId="{C7178D90-5483-4538-95C4-63DD1CB1F58E}" dt="2023-04-06T05:09:16.972" v="90" actId="2696"/>
          <pc:sldLayoutMkLst>
            <pc:docMk/>
            <pc:sldMasterMk cId="2554413266" sldId="2147484481"/>
            <pc:sldLayoutMk cId="1509112993" sldId="2147484484"/>
          </pc:sldLayoutMkLst>
        </pc:sldLayoutChg>
      </pc:sldMasterChg>
      <pc:sldMasterChg chg="del delSldLayout">
        <pc:chgData name="Zhang,Ying (MED CD&amp;O) BII-CN-S" userId="456eb1e0-4978-443e-822e-be854341a778" providerId="ADAL" clId="{C7178D90-5483-4538-95C4-63DD1CB1F58E}" dt="2023-04-06T05:09:17.089" v="131" actId="2696"/>
        <pc:sldMasterMkLst>
          <pc:docMk/>
          <pc:sldMasterMk cId="2116419884" sldId="2147484485"/>
        </pc:sldMasterMkLst>
        <pc:sldLayoutChg chg="del">
          <pc:chgData name="Zhang,Ying (MED CD&amp;O) BII-CN-S" userId="456eb1e0-4978-443e-822e-be854341a778" providerId="ADAL" clId="{C7178D90-5483-4538-95C4-63DD1CB1F58E}" dt="2023-04-06T05:09:17.054" v="114" actId="2696"/>
          <pc:sldLayoutMkLst>
            <pc:docMk/>
            <pc:sldMasterMk cId="2116419884" sldId="2147484485"/>
            <pc:sldLayoutMk cId="2958818190" sldId="2147484486"/>
          </pc:sldLayoutMkLst>
        </pc:sldLayoutChg>
        <pc:sldLayoutChg chg="del">
          <pc:chgData name="Zhang,Ying (MED CD&amp;O) BII-CN-S" userId="456eb1e0-4978-443e-822e-be854341a778" providerId="ADAL" clId="{C7178D90-5483-4538-95C4-63DD1CB1F58E}" dt="2023-04-06T05:09:17.056" v="115" actId="2696"/>
          <pc:sldLayoutMkLst>
            <pc:docMk/>
            <pc:sldMasterMk cId="2116419884" sldId="2147484485"/>
            <pc:sldLayoutMk cId="312866443" sldId="2147484487"/>
          </pc:sldLayoutMkLst>
        </pc:sldLayoutChg>
        <pc:sldLayoutChg chg="del">
          <pc:chgData name="Zhang,Ying (MED CD&amp;O) BII-CN-S" userId="456eb1e0-4978-443e-822e-be854341a778" providerId="ADAL" clId="{C7178D90-5483-4538-95C4-63DD1CB1F58E}" dt="2023-04-06T05:09:17.057" v="116" actId="2696"/>
          <pc:sldLayoutMkLst>
            <pc:docMk/>
            <pc:sldMasterMk cId="2116419884" sldId="2147484485"/>
            <pc:sldLayoutMk cId="1666398572" sldId="2147484488"/>
          </pc:sldLayoutMkLst>
        </pc:sldLayoutChg>
        <pc:sldLayoutChg chg="del">
          <pc:chgData name="Zhang,Ying (MED CD&amp;O) BII-CN-S" userId="456eb1e0-4978-443e-822e-be854341a778" providerId="ADAL" clId="{C7178D90-5483-4538-95C4-63DD1CB1F58E}" dt="2023-04-06T05:09:17.058" v="117" actId="2696"/>
          <pc:sldLayoutMkLst>
            <pc:docMk/>
            <pc:sldMasterMk cId="2116419884" sldId="2147484485"/>
            <pc:sldLayoutMk cId="2640214404" sldId="2147484489"/>
          </pc:sldLayoutMkLst>
        </pc:sldLayoutChg>
        <pc:sldLayoutChg chg="del">
          <pc:chgData name="Zhang,Ying (MED CD&amp;O) BII-CN-S" userId="456eb1e0-4978-443e-822e-be854341a778" providerId="ADAL" clId="{C7178D90-5483-4538-95C4-63DD1CB1F58E}" dt="2023-04-06T05:09:17.059" v="118" actId="2696"/>
          <pc:sldLayoutMkLst>
            <pc:docMk/>
            <pc:sldMasterMk cId="2116419884" sldId="2147484485"/>
            <pc:sldLayoutMk cId="318653938" sldId="2147484490"/>
          </pc:sldLayoutMkLst>
        </pc:sldLayoutChg>
        <pc:sldLayoutChg chg="del">
          <pc:chgData name="Zhang,Ying (MED CD&amp;O) BII-CN-S" userId="456eb1e0-4978-443e-822e-be854341a778" providerId="ADAL" clId="{C7178D90-5483-4538-95C4-63DD1CB1F58E}" dt="2023-04-06T05:09:17.060" v="119" actId="2696"/>
          <pc:sldLayoutMkLst>
            <pc:docMk/>
            <pc:sldMasterMk cId="2116419884" sldId="2147484485"/>
            <pc:sldLayoutMk cId="948015877" sldId="2147484491"/>
          </pc:sldLayoutMkLst>
        </pc:sldLayoutChg>
        <pc:sldLayoutChg chg="del">
          <pc:chgData name="Zhang,Ying (MED CD&amp;O) BII-CN-S" userId="456eb1e0-4978-443e-822e-be854341a778" providerId="ADAL" clId="{C7178D90-5483-4538-95C4-63DD1CB1F58E}" dt="2023-04-06T05:09:17.061" v="120" actId="2696"/>
          <pc:sldLayoutMkLst>
            <pc:docMk/>
            <pc:sldMasterMk cId="2116419884" sldId="2147484485"/>
            <pc:sldLayoutMk cId="4090740441" sldId="2147484492"/>
          </pc:sldLayoutMkLst>
        </pc:sldLayoutChg>
        <pc:sldLayoutChg chg="del">
          <pc:chgData name="Zhang,Ying (MED CD&amp;O) BII-CN-S" userId="456eb1e0-4978-443e-822e-be854341a778" providerId="ADAL" clId="{C7178D90-5483-4538-95C4-63DD1CB1F58E}" dt="2023-04-06T05:09:17.062" v="121" actId="2696"/>
          <pc:sldLayoutMkLst>
            <pc:docMk/>
            <pc:sldMasterMk cId="2116419884" sldId="2147484485"/>
            <pc:sldLayoutMk cId="3589072941" sldId="2147484493"/>
          </pc:sldLayoutMkLst>
        </pc:sldLayoutChg>
        <pc:sldLayoutChg chg="del">
          <pc:chgData name="Zhang,Ying (MED CD&amp;O) BII-CN-S" userId="456eb1e0-4978-443e-822e-be854341a778" providerId="ADAL" clId="{C7178D90-5483-4538-95C4-63DD1CB1F58E}" dt="2023-04-06T05:09:17.063" v="122" actId="2696"/>
          <pc:sldLayoutMkLst>
            <pc:docMk/>
            <pc:sldMasterMk cId="2116419884" sldId="2147484485"/>
            <pc:sldLayoutMk cId="2853123675" sldId="2147484494"/>
          </pc:sldLayoutMkLst>
        </pc:sldLayoutChg>
        <pc:sldLayoutChg chg="del">
          <pc:chgData name="Zhang,Ying (MED CD&amp;O) BII-CN-S" userId="456eb1e0-4978-443e-822e-be854341a778" providerId="ADAL" clId="{C7178D90-5483-4538-95C4-63DD1CB1F58E}" dt="2023-04-06T05:09:17.064" v="123" actId="2696"/>
          <pc:sldLayoutMkLst>
            <pc:docMk/>
            <pc:sldMasterMk cId="2116419884" sldId="2147484485"/>
            <pc:sldLayoutMk cId="3986302757" sldId="2147484495"/>
          </pc:sldLayoutMkLst>
        </pc:sldLayoutChg>
        <pc:sldLayoutChg chg="del">
          <pc:chgData name="Zhang,Ying (MED CD&amp;O) BII-CN-S" userId="456eb1e0-4978-443e-822e-be854341a778" providerId="ADAL" clId="{C7178D90-5483-4538-95C4-63DD1CB1F58E}" dt="2023-04-06T05:09:17.065" v="124" actId="2696"/>
          <pc:sldLayoutMkLst>
            <pc:docMk/>
            <pc:sldMasterMk cId="2116419884" sldId="2147484485"/>
            <pc:sldLayoutMk cId="2363396155" sldId="2147484496"/>
          </pc:sldLayoutMkLst>
        </pc:sldLayoutChg>
        <pc:sldLayoutChg chg="del">
          <pc:chgData name="Zhang,Ying (MED CD&amp;O) BII-CN-S" userId="456eb1e0-4978-443e-822e-be854341a778" providerId="ADAL" clId="{C7178D90-5483-4538-95C4-63DD1CB1F58E}" dt="2023-04-06T05:09:17.066" v="125" actId="2696"/>
          <pc:sldLayoutMkLst>
            <pc:docMk/>
            <pc:sldMasterMk cId="2116419884" sldId="2147484485"/>
            <pc:sldLayoutMk cId="4063515824" sldId="2147484497"/>
          </pc:sldLayoutMkLst>
        </pc:sldLayoutChg>
        <pc:sldLayoutChg chg="del">
          <pc:chgData name="Zhang,Ying (MED CD&amp;O) BII-CN-S" userId="456eb1e0-4978-443e-822e-be854341a778" providerId="ADAL" clId="{C7178D90-5483-4538-95C4-63DD1CB1F58E}" dt="2023-04-06T05:09:17.068" v="126" actId="2696"/>
          <pc:sldLayoutMkLst>
            <pc:docMk/>
            <pc:sldMasterMk cId="2116419884" sldId="2147484485"/>
            <pc:sldLayoutMk cId="188115133" sldId="2147484498"/>
          </pc:sldLayoutMkLst>
        </pc:sldLayoutChg>
        <pc:sldLayoutChg chg="del">
          <pc:chgData name="Zhang,Ying (MED CD&amp;O) BII-CN-S" userId="456eb1e0-4978-443e-822e-be854341a778" providerId="ADAL" clId="{C7178D90-5483-4538-95C4-63DD1CB1F58E}" dt="2023-04-06T05:09:17.069" v="127" actId="2696"/>
          <pc:sldLayoutMkLst>
            <pc:docMk/>
            <pc:sldMasterMk cId="2116419884" sldId="2147484485"/>
            <pc:sldLayoutMk cId="2536281090" sldId="2147484499"/>
          </pc:sldLayoutMkLst>
        </pc:sldLayoutChg>
        <pc:sldLayoutChg chg="del">
          <pc:chgData name="Zhang,Ying (MED CD&amp;O) BII-CN-S" userId="456eb1e0-4978-443e-822e-be854341a778" providerId="ADAL" clId="{C7178D90-5483-4538-95C4-63DD1CB1F58E}" dt="2023-04-06T05:09:17.070" v="128" actId="2696"/>
          <pc:sldLayoutMkLst>
            <pc:docMk/>
            <pc:sldMasterMk cId="2116419884" sldId="2147484485"/>
            <pc:sldLayoutMk cId="3320802358" sldId="2147484500"/>
          </pc:sldLayoutMkLst>
        </pc:sldLayoutChg>
        <pc:sldLayoutChg chg="del">
          <pc:chgData name="Zhang,Ying (MED CD&amp;O) BII-CN-S" userId="456eb1e0-4978-443e-822e-be854341a778" providerId="ADAL" clId="{C7178D90-5483-4538-95C4-63DD1CB1F58E}" dt="2023-04-06T05:09:17.072" v="129" actId="2696"/>
          <pc:sldLayoutMkLst>
            <pc:docMk/>
            <pc:sldMasterMk cId="2116419884" sldId="2147484485"/>
            <pc:sldLayoutMk cId="3031657287" sldId="2147484501"/>
          </pc:sldLayoutMkLst>
        </pc:sldLayoutChg>
        <pc:sldLayoutChg chg="del">
          <pc:chgData name="Zhang,Ying (MED CD&amp;O) BII-CN-S" userId="456eb1e0-4978-443e-822e-be854341a778" providerId="ADAL" clId="{C7178D90-5483-4538-95C4-63DD1CB1F58E}" dt="2023-04-06T05:09:17.085" v="130" actId="2696"/>
          <pc:sldLayoutMkLst>
            <pc:docMk/>
            <pc:sldMasterMk cId="2116419884" sldId="2147484485"/>
            <pc:sldLayoutMk cId="4051315689" sldId="2147484502"/>
          </pc:sldLayoutMkLst>
        </pc:sldLayoutChg>
      </pc:sldMasterChg>
      <pc:sldMasterChg chg="del delSldLayout">
        <pc:chgData name="Zhang,Ying (MED CD&amp;O) BII-CN-S" userId="456eb1e0-4978-443e-822e-be854341a778" providerId="ADAL" clId="{C7178D90-5483-4538-95C4-63DD1CB1F58E}" dt="2023-04-06T05:09:18.478" v="511" actId="2696"/>
        <pc:sldMasterMkLst>
          <pc:docMk/>
          <pc:sldMasterMk cId="295423908" sldId="2147484524"/>
        </pc:sldMasterMkLst>
        <pc:sldLayoutChg chg="del">
          <pc:chgData name="Zhang,Ying (MED CD&amp;O) BII-CN-S" userId="456eb1e0-4978-443e-822e-be854341a778" providerId="ADAL" clId="{C7178D90-5483-4538-95C4-63DD1CB1F58E}" dt="2023-04-06T05:09:18.471" v="507" actId="2696"/>
          <pc:sldLayoutMkLst>
            <pc:docMk/>
            <pc:sldMasterMk cId="295423908" sldId="2147484524"/>
            <pc:sldLayoutMk cId="3238483334" sldId="2147484525"/>
          </pc:sldLayoutMkLst>
        </pc:sldLayoutChg>
        <pc:sldLayoutChg chg="del">
          <pc:chgData name="Zhang,Ying (MED CD&amp;O) BII-CN-S" userId="456eb1e0-4978-443e-822e-be854341a778" providerId="ADAL" clId="{C7178D90-5483-4538-95C4-63DD1CB1F58E}" dt="2023-04-06T05:09:18.473" v="508" actId="2696"/>
          <pc:sldLayoutMkLst>
            <pc:docMk/>
            <pc:sldMasterMk cId="295423908" sldId="2147484524"/>
            <pc:sldLayoutMk cId="3790137044" sldId="2147484526"/>
          </pc:sldLayoutMkLst>
        </pc:sldLayoutChg>
        <pc:sldLayoutChg chg="del">
          <pc:chgData name="Zhang,Ying (MED CD&amp;O) BII-CN-S" userId="456eb1e0-4978-443e-822e-be854341a778" providerId="ADAL" clId="{C7178D90-5483-4538-95C4-63DD1CB1F58E}" dt="2023-04-06T05:09:18.475" v="509" actId="2696"/>
          <pc:sldLayoutMkLst>
            <pc:docMk/>
            <pc:sldMasterMk cId="295423908" sldId="2147484524"/>
            <pc:sldLayoutMk cId="3813018106" sldId="2147484527"/>
          </pc:sldLayoutMkLst>
        </pc:sldLayoutChg>
        <pc:sldLayoutChg chg="del">
          <pc:chgData name="Zhang,Ying (MED CD&amp;O) BII-CN-S" userId="456eb1e0-4978-443e-822e-be854341a778" providerId="ADAL" clId="{C7178D90-5483-4538-95C4-63DD1CB1F58E}" dt="2023-04-06T05:09:18.476" v="510" actId="2696"/>
          <pc:sldLayoutMkLst>
            <pc:docMk/>
            <pc:sldMasterMk cId="295423908" sldId="2147484524"/>
            <pc:sldLayoutMk cId="343239352" sldId="2147484528"/>
          </pc:sldLayoutMkLst>
        </pc:sldLayoutChg>
      </pc:sldMasterChg>
    </pc:docChg>
  </pc:docChgLst>
  <pc:docChgLst>
    <pc:chgData name="Sun,Dr.,Alex (HP Medicine) BII-CN-S" userId="S::alex.sun@boehringer-ingelheim.com::4719f32c-0e69-47bd-a472-8593e5571da4" providerId="AD" clId="Web-{DDCE0D52-7529-97D8-E69C-B7608E013330}"/>
    <pc:docChg chg="mod">
      <pc:chgData name="Sun,Dr.,Alex (HP Medicine) BII-CN-S" userId="S::alex.sun@boehringer-ingelheim.com::4719f32c-0e69-47bd-a472-8593e5571da4" providerId="AD" clId="Web-{DDCE0D52-7529-97D8-E69C-B7608E013330}" dt="2022-07-05T08:19:58.727" v="1"/>
      <pc:docMkLst>
        <pc:docMk/>
      </pc:docMkLst>
      <pc:sldChg chg="addCm">
        <pc:chgData name="Sun,Dr.,Alex (HP Medicine) BII-CN-S" userId="S::alex.sun@boehringer-ingelheim.com::4719f32c-0e69-47bd-a472-8593e5571da4" providerId="AD" clId="Web-{DDCE0D52-7529-97D8-E69C-B7608E013330}" dt="2022-07-05T08:19:58.727" v="1"/>
        <pc:sldMkLst>
          <pc:docMk/>
          <pc:sldMk cId="3928773985" sldId="2147377211"/>
        </pc:sldMkLst>
      </pc:sldChg>
    </pc:docChg>
  </pc:docChgLst>
  <pc:docChgLst>
    <pc:chgData name="Chen,Michael (HP Med RA) BII-CN-B" userId="d5e1e1c3-1b8e-4d7c-a738-2fc34bcfb3bb" providerId="ADAL" clId="{E0D1B65D-D83D-4CA4-AB6A-FD06834D3966}"/>
    <pc:docChg chg="undo custSel delSld modSld">
      <pc:chgData name="Chen,Michael (HP Med RA) BII-CN-B" userId="d5e1e1c3-1b8e-4d7c-a738-2fc34bcfb3bb" providerId="ADAL" clId="{E0D1B65D-D83D-4CA4-AB6A-FD06834D3966}" dt="2022-10-11T02:16:42.351" v="1062" actId="108"/>
      <pc:docMkLst>
        <pc:docMk/>
      </pc:docMkLst>
      <pc:sldChg chg="modSp del mod">
        <pc:chgData name="Chen,Michael (HP Med RA) BII-CN-B" userId="d5e1e1c3-1b8e-4d7c-a738-2fc34bcfb3bb" providerId="ADAL" clId="{E0D1B65D-D83D-4CA4-AB6A-FD06834D3966}" dt="2022-10-11T02:16:42.351" v="1062" actId="108"/>
        <pc:sldMkLst>
          <pc:docMk/>
          <pc:sldMk cId="707578781" sldId="2147377269"/>
        </pc:sldMkLst>
        <pc:spChg chg="mod">
          <ac:chgData name="Chen,Michael (HP Med RA) BII-CN-B" userId="d5e1e1c3-1b8e-4d7c-a738-2fc34bcfb3bb" providerId="ADAL" clId="{E0D1B65D-D83D-4CA4-AB6A-FD06834D3966}" dt="2022-10-11T01:53:11.515" v="924" actId="20577"/>
          <ac:spMkLst>
            <pc:docMk/>
            <pc:sldMk cId="707578781" sldId="2147377269"/>
            <ac:spMk id="2" creationId="{B45A6907-3F11-4B86-806D-24523D2018A6}"/>
          </ac:spMkLst>
        </pc:spChg>
        <pc:spChg chg="mod">
          <ac:chgData name="Chen,Michael (HP Med RA) BII-CN-B" userId="d5e1e1c3-1b8e-4d7c-a738-2fc34bcfb3bb" providerId="ADAL" clId="{E0D1B65D-D83D-4CA4-AB6A-FD06834D3966}" dt="2022-10-11T02:10:49.998" v="1060" actId="6549"/>
          <ac:spMkLst>
            <pc:docMk/>
            <pc:sldMk cId="707578781" sldId="2147377269"/>
            <ac:spMk id="8" creationId="{17CC25C4-D5E8-492D-ABF5-F541E39595C8}"/>
          </ac:spMkLst>
        </pc:spChg>
        <pc:graphicFrameChg chg="mod modGraphic">
          <ac:chgData name="Chen,Michael (HP Med RA) BII-CN-B" userId="d5e1e1c3-1b8e-4d7c-a738-2fc34bcfb3bb" providerId="ADAL" clId="{E0D1B65D-D83D-4CA4-AB6A-FD06834D3966}" dt="2022-10-11T02:16:42.351" v="1062" actId="108"/>
          <ac:graphicFrameMkLst>
            <pc:docMk/>
            <pc:sldMk cId="707578781" sldId="2147377269"/>
            <ac:graphicFrameMk id="7" creationId="{213A6F17-47EB-492A-A286-52E7C44BC4E1}"/>
          </ac:graphicFrameMkLst>
        </pc:graphicFrameChg>
      </pc:sldChg>
      <pc:sldChg chg="modSp mod">
        <pc:chgData name="Chen,Michael (HP Med RA) BII-CN-B" userId="d5e1e1c3-1b8e-4d7c-a738-2fc34bcfb3bb" providerId="ADAL" clId="{E0D1B65D-D83D-4CA4-AB6A-FD06834D3966}" dt="2022-10-11T01:22:23.308" v="522" actId="6549"/>
        <pc:sldMkLst>
          <pc:docMk/>
          <pc:sldMk cId="178905972" sldId="2147377310"/>
        </pc:sldMkLst>
        <pc:spChg chg="mod">
          <ac:chgData name="Chen,Michael (HP Med RA) BII-CN-B" userId="d5e1e1c3-1b8e-4d7c-a738-2fc34bcfb3bb" providerId="ADAL" clId="{E0D1B65D-D83D-4CA4-AB6A-FD06834D3966}" dt="2022-10-11T01:22:23.308" v="522" actId="6549"/>
          <ac:spMkLst>
            <pc:docMk/>
            <pc:sldMk cId="178905972" sldId="2147377310"/>
            <ac:spMk id="75" creationId="{23E443ED-C91E-4425-963C-DB47A7F0B19C}"/>
          </ac:spMkLst>
        </pc:spChg>
      </pc:sldChg>
    </pc:docChg>
  </pc:docChgLst>
  <pc:docChgLst>
    <pc:chgData name="Zhu,Julia (HP Medicine) BII-CN-S" userId="03b5dd03-9d84-43b3-85a3-94d8f7e7e050" providerId="ADAL" clId="{29FB38A7-4BCD-4542-BF82-1D53252911E4}"/>
    <pc:docChg chg="custSel modSld modNotesMaster modHandout">
      <pc:chgData name="Zhu,Julia (HP Medicine) BII-CN-S" userId="03b5dd03-9d84-43b3-85a3-94d8f7e7e050" providerId="ADAL" clId="{29FB38A7-4BCD-4542-BF82-1D53252911E4}" dt="2023-11-10T09:21:24.046" v="7" actId="5900"/>
      <pc:docMkLst>
        <pc:docMk/>
      </pc:docMkLst>
      <pc:sldChg chg="addCm modCm">
        <pc:chgData name="Zhu,Julia (HP Medicine) BII-CN-S" userId="03b5dd03-9d84-43b3-85a3-94d8f7e7e050" providerId="ADAL" clId="{29FB38A7-4BCD-4542-BF82-1D53252911E4}" dt="2023-11-10T09:21:24.046" v="7" actId="5900"/>
        <pc:sldMkLst>
          <pc:docMk/>
          <pc:sldMk cId="729251913" sldId="2147475004"/>
        </pc:sldMkLst>
      </pc:sldChg>
    </pc:docChg>
  </pc:docChgLst>
  <pc:docChgLst>
    <pc:chgData name="Luo,Ling (MED CD&amp;O) BII-CN-B" userId="S::ling.luo@boehringer-ingelheim.com::8fcf03b3-2fe6-40aa-8e36-254db6098ccc" providerId="AD" clId="Web-{7A61E018-7D59-20B7-8676-2D17EAF88003}"/>
    <pc:docChg chg="modSld">
      <pc:chgData name="Luo,Ling (MED CD&amp;O) BII-CN-B" userId="S::ling.luo@boehringer-ingelheim.com::8fcf03b3-2fe6-40aa-8e36-254db6098ccc" providerId="AD" clId="Web-{7A61E018-7D59-20B7-8676-2D17EAF88003}" dt="2022-09-30T09:11:07.028" v="54"/>
      <pc:docMkLst>
        <pc:docMk/>
      </pc:docMkLst>
      <pc:sldChg chg="modSp">
        <pc:chgData name="Luo,Ling (MED CD&amp;O) BII-CN-B" userId="S::ling.luo@boehringer-ingelheim.com::8fcf03b3-2fe6-40aa-8e36-254db6098ccc" providerId="AD" clId="Web-{7A61E018-7D59-20B7-8676-2D17EAF88003}" dt="2022-09-30T09:11:07.028" v="54"/>
        <pc:sldMkLst>
          <pc:docMk/>
          <pc:sldMk cId="1678805248" sldId="2147377323"/>
        </pc:sldMkLst>
        <pc:graphicFrameChg chg="mod modGraphic">
          <ac:chgData name="Luo,Ling (MED CD&amp;O) BII-CN-B" userId="S::ling.luo@boehringer-ingelheim.com::8fcf03b3-2fe6-40aa-8e36-254db6098ccc" providerId="AD" clId="Web-{7A61E018-7D59-20B7-8676-2D17EAF88003}" dt="2022-09-30T09:11:07.028" v="54"/>
          <ac:graphicFrameMkLst>
            <pc:docMk/>
            <pc:sldMk cId="1678805248" sldId="2147377323"/>
            <ac:graphicFrameMk id="8" creationId="{9C9FA665-381D-D6B4-6582-91EA536AFF33}"/>
          </ac:graphicFrameMkLst>
        </pc:graphicFrameChg>
      </pc:sldChg>
    </pc:docChg>
  </pc:docChgLst>
  <pc:docChgLst>
    <pc:chgData name="Lin,Julia (MED CD&amp;O) BI-TW-T" userId="S::julia.lin@boehringer-ingelheim.com::2407819e-49bf-4c7b-96f7-ea5422769517" providerId="AD" clId="Web-{68C4B7BD-0F03-BCF9-01A0-F87C84A8ACD5}"/>
    <pc:docChg chg="addSld">
      <pc:chgData name="Lin,Julia (MED CD&amp;O) BI-TW-T" userId="S::julia.lin@boehringer-ingelheim.com::2407819e-49bf-4c7b-96f7-ea5422769517" providerId="AD" clId="Web-{68C4B7BD-0F03-BCF9-01A0-F87C84A8ACD5}" dt="2023-03-13T01:45:41.876" v="0"/>
      <pc:docMkLst>
        <pc:docMk/>
      </pc:docMkLst>
      <pc:sldChg chg="new">
        <pc:chgData name="Lin,Julia (MED CD&amp;O) BI-TW-T" userId="S::julia.lin@boehringer-ingelheim.com::2407819e-49bf-4c7b-96f7-ea5422769517" providerId="AD" clId="Web-{68C4B7BD-0F03-BCF9-01A0-F87C84A8ACD5}" dt="2023-03-13T01:45:41.876" v="0"/>
        <pc:sldMkLst>
          <pc:docMk/>
          <pc:sldMk cId="80699570" sldId="2147471208"/>
        </pc:sldMkLst>
      </pc:sldChg>
    </pc:docChg>
  </pc:docChgLst>
  <pc:docChgLst>
    <pc:chgData name="Lu,Yixin (MED CD&amp;O) BII-CN-S" userId="6055c963-f18b-4b43-9f26-62c3b4c5f854" providerId="ADAL" clId="{FCDCC83E-51AF-482E-9A8A-A581925B1B85}"/>
    <pc:docChg chg="modSld">
      <pc:chgData name="Lu,Yixin (MED CD&amp;O) BII-CN-S" userId="6055c963-f18b-4b43-9f26-62c3b4c5f854" providerId="ADAL" clId="{FCDCC83E-51AF-482E-9A8A-A581925B1B85}" dt="2023-12-17T04:10:02.872" v="15" actId="20577"/>
      <pc:docMkLst>
        <pc:docMk/>
      </pc:docMkLst>
      <pc:sldChg chg="modSp mod">
        <pc:chgData name="Lu,Yixin (MED CD&amp;O) BII-CN-S" userId="6055c963-f18b-4b43-9f26-62c3b4c5f854" providerId="ADAL" clId="{FCDCC83E-51AF-482E-9A8A-A581925B1B85}" dt="2023-12-17T04:10:02.872" v="15" actId="20577"/>
        <pc:sldMkLst>
          <pc:docMk/>
          <pc:sldMk cId="1232703207" sldId="2147475036"/>
        </pc:sldMkLst>
        <pc:graphicFrameChg chg="modGraphic">
          <ac:chgData name="Lu,Yixin (MED CD&amp;O) BII-CN-S" userId="6055c963-f18b-4b43-9f26-62c3b4c5f854" providerId="ADAL" clId="{FCDCC83E-51AF-482E-9A8A-A581925B1B85}" dt="2023-12-17T04:10:02.872" v="15" actId="20577"/>
          <ac:graphicFrameMkLst>
            <pc:docMk/>
            <pc:sldMk cId="1232703207" sldId="2147475036"/>
            <ac:graphicFrameMk id="3" creationId="{38BC0603-425D-345B-3228-EA1FEC8A72B8}"/>
          </ac:graphicFrameMkLst>
        </pc:graphicFrameChg>
      </pc:sldChg>
      <pc:sldChg chg="modSp mod">
        <pc:chgData name="Lu,Yixin (MED CD&amp;O) BII-CN-S" userId="6055c963-f18b-4b43-9f26-62c3b4c5f854" providerId="ADAL" clId="{FCDCC83E-51AF-482E-9A8A-A581925B1B85}" dt="2023-12-17T04:09:03.425" v="11" actId="20577"/>
        <pc:sldMkLst>
          <pc:docMk/>
          <pc:sldMk cId="1369075416" sldId="2147481318"/>
        </pc:sldMkLst>
        <pc:spChg chg="mod">
          <ac:chgData name="Lu,Yixin (MED CD&amp;O) BII-CN-S" userId="6055c963-f18b-4b43-9f26-62c3b4c5f854" providerId="ADAL" clId="{FCDCC83E-51AF-482E-9A8A-A581925B1B85}" dt="2023-12-17T04:07:08.379" v="7" actId="20577"/>
          <ac:spMkLst>
            <pc:docMk/>
            <pc:sldMk cId="1369075416" sldId="2147481318"/>
            <ac:spMk id="11" creationId="{3F961C65-9467-0E1C-7623-D0C043CDDB1B}"/>
          </ac:spMkLst>
        </pc:spChg>
        <pc:graphicFrameChg chg="modGraphic">
          <ac:chgData name="Lu,Yixin (MED CD&amp;O) BII-CN-S" userId="6055c963-f18b-4b43-9f26-62c3b4c5f854" providerId="ADAL" clId="{FCDCC83E-51AF-482E-9A8A-A581925B1B85}" dt="2023-12-17T04:09:03.425" v="11" actId="20577"/>
          <ac:graphicFrameMkLst>
            <pc:docMk/>
            <pc:sldMk cId="1369075416" sldId="2147481318"/>
            <ac:graphicFrameMk id="10" creationId="{22408AE6-219A-DD2E-0F65-8778054FE972}"/>
          </ac:graphicFrameMkLst>
        </pc:graphicFrameChg>
      </pc:sldChg>
    </pc:docChg>
  </pc:docChgLst>
  <pc:docChgLst>
    <pc:chgData name="Lin,Julia (MED CD&amp;O) BI-TW-T" userId="S::julia.lin@boehringer-ingelheim.com::2407819e-49bf-4c7b-96f7-ea5422769517" providerId="AD" clId="Web-{12724FED-4F69-9EDC-E6D3-B3D5D6E80B25}"/>
    <pc:docChg chg="">
      <pc:chgData name="Lin,Julia (MED CD&amp;O) BI-TW-T" userId="S::julia.lin@boehringer-ingelheim.com::2407819e-49bf-4c7b-96f7-ea5422769517" providerId="AD" clId="Web-{12724FED-4F69-9EDC-E6D3-B3D5D6E80B25}" dt="2024-01-10T09:31:46.585" v="0"/>
      <pc:docMkLst>
        <pc:docMk/>
      </pc:docMkLst>
      <pc:sldChg chg="addCm">
        <pc:chgData name="Lin,Julia (MED CD&amp;O) BI-TW-T" userId="S::julia.lin@boehringer-ingelheim.com::2407819e-49bf-4c7b-96f7-ea5422769517" providerId="AD" clId="Web-{12724FED-4F69-9EDC-E6D3-B3D5D6E80B25}" dt="2024-01-10T09:31:46.585" v="0"/>
        <pc:sldMkLst>
          <pc:docMk/>
          <pc:sldMk cId="1730592404" sldId="2147481329"/>
        </pc:sldMkLst>
      </pc:sldChg>
    </pc:docChg>
  </pc:docChgLst>
  <pc:docChgLst>
    <pc:chgData name="Li,Yuting (HP Medicine) BII-CN-S" userId="ce8fbb54-122c-426d-b8da-fdcc5e1b5022" providerId="ADAL" clId="{247DAB11-610C-4494-899B-B4F2B11289BF}"/>
    <pc:docChg chg="undo custSel addSld delSld modSld modSection">
      <pc:chgData name="Li,Yuting (HP Medicine) BII-CN-S" userId="ce8fbb54-122c-426d-b8da-fdcc5e1b5022" providerId="ADAL" clId="{247DAB11-610C-4494-899B-B4F2B11289BF}" dt="2024-04-25T00:47:34.799" v="710" actId="729"/>
      <pc:docMkLst>
        <pc:docMk/>
      </pc:docMkLst>
      <pc:sldChg chg="delCm">
        <pc:chgData name="Li,Yuting (HP Medicine) BII-CN-S" userId="ce8fbb54-122c-426d-b8da-fdcc5e1b5022" providerId="ADAL" clId="{247DAB11-610C-4494-899B-B4F2B11289BF}" dt="2024-04-24T01:28:12.248" v="2" actId="1592"/>
        <pc:sldMkLst>
          <pc:docMk/>
          <pc:sldMk cId="3030268934" sldId="2145705931"/>
        </pc:sldMkLst>
      </pc:sldChg>
      <pc:sldChg chg="mod modShow">
        <pc:chgData name="Li,Yuting (HP Medicine) BII-CN-S" userId="ce8fbb54-122c-426d-b8da-fdcc5e1b5022" providerId="ADAL" clId="{247DAB11-610C-4494-899B-B4F2B11289BF}" dt="2024-04-24T08:57:48.138" v="507" actId="729"/>
        <pc:sldMkLst>
          <pc:docMk/>
          <pc:sldMk cId="1430608407" sldId="2147374418"/>
        </pc:sldMkLst>
      </pc:sldChg>
      <pc:sldChg chg="del delCm">
        <pc:chgData name="Li,Yuting (HP Medicine) BII-CN-S" userId="ce8fbb54-122c-426d-b8da-fdcc5e1b5022" providerId="ADAL" clId="{247DAB11-610C-4494-899B-B4F2B11289BF}" dt="2024-04-24T10:02:47.493" v="678" actId="47"/>
        <pc:sldMkLst>
          <pc:docMk/>
          <pc:sldMk cId="3051216712" sldId="2147377170"/>
        </pc:sldMkLst>
      </pc:sldChg>
      <pc:sldChg chg="modSp mod delCm">
        <pc:chgData name="Li,Yuting (HP Medicine) BII-CN-S" userId="ce8fbb54-122c-426d-b8da-fdcc5e1b5022" providerId="ADAL" clId="{247DAB11-610C-4494-899B-B4F2B11289BF}" dt="2024-04-24T08:25:40.734" v="493" actId="20577"/>
        <pc:sldMkLst>
          <pc:docMk/>
          <pc:sldMk cId="1369075416" sldId="2147481329"/>
        </pc:sldMkLst>
        <pc:graphicFrameChg chg="mod modGraphic">
          <ac:chgData name="Li,Yuting (HP Medicine) BII-CN-S" userId="ce8fbb54-122c-426d-b8da-fdcc5e1b5022" providerId="ADAL" clId="{247DAB11-610C-4494-899B-B4F2B11289BF}" dt="2024-04-24T08:25:40.734" v="493" actId="20577"/>
          <ac:graphicFrameMkLst>
            <pc:docMk/>
            <pc:sldMk cId="1369075416" sldId="2147481329"/>
            <ac:graphicFrameMk id="10" creationId="{22408AE6-219A-DD2E-0F65-8778054FE972}"/>
          </ac:graphicFrameMkLst>
        </pc:graphicFrameChg>
      </pc:sldChg>
      <pc:sldChg chg="modSp mod modShow">
        <pc:chgData name="Li,Yuting (HP Medicine) BII-CN-S" userId="ce8fbb54-122c-426d-b8da-fdcc5e1b5022" providerId="ADAL" clId="{247DAB11-610C-4494-899B-B4F2B11289BF}" dt="2024-04-24T12:32:25.424" v="709" actId="729"/>
        <pc:sldMkLst>
          <pc:docMk/>
          <pc:sldMk cId="31170121" sldId="2147482274"/>
        </pc:sldMkLst>
        <pc:spChg chg="mod">
          <ac:chgData name="Li,Yuting (HP Medicine) BII-CN-S" userId="ce8fbb54-122c-426d-b8da-fdcc5e1b5022" providerId="ADAL" clId="{247DAB11-610C-4494-899B-B4F2B11289BF}" dt="2024-04-24T12:03:16.982" v="699" actId="20577"/>
          <ac:spMkLst>
            <pc:docMk/>
            <pc:sldMk cId="31170121" sldId="2147482274"/>
            <ac:spMk id="2" creationId="{20B27487-EF03-22BC-F66F-8A5CEC13A9A4}"/>
          </ac:spMkLst>
        </pc:spChg>
      </pc:sldChg>
      <pc:sldChg chg="delCm">
        <pc:chgData name="Li,Yuting (HP Medicine) BII-CN-S" userId="ce8fbb54-122c-426d-b8da-fdcc5e1b5022" providerId="ADAL" clId="{247DAB11-610C-4494-899B-B4F2B11289BF}" dt="2024-04-24T01:28:12.258" v="11" actId="1592"/>
        <pc:sldMkLst>
          <pc:docMk/>
          <pc:sldMk cId="3255186489" sldId="2147482704"/>
        </pc:sldMkLst>
      </pc:sldChg>
      <pc:sldChg chg="addSp delSp modSp mod delCm">
        <pc:chgData name="Li,Yuting (HP Medicine) BII-CN-S" userId="ce8fbb54-122c-426d-b8da-fdcc5e1b5022" providerId="ADAL" clId="{247DAB11-610C-4494-899B-B4F2B11289BF}" dt="2024-04-24T09:27:18.372" v="609" actId="20577"/>
        <pc:sldMkLst>
          <pc:docMk/>
          <pc:sldMk cId="76301859" sldId="2147482842"/>
        </pc:sldMkLst>
        <pc:spChg chg="mod">
          <ac:chgData name="Li,Yuting (HP Medicine) BII-CN-S" userId="ce8fbb54-122c-426d-b8da-fdcc5e1b5022" providerId="ADAL" clId="{247DAB11-610C-4494-899B-B4F2B11289BF}" dt="2024-04-24T09:25:16.192" v="605" actId="20577"/>
          <ac:spMkLst>
            <pc:docMk/>
            <pc:sldMk cId="76301859" sldId="2147482842"/>
            <ac:spMk id="2" creationId="{D445C2B2-F35C-6319-9F57-388C201BA01A}"/>
          </ac:spMkLst>
        </pc:spChg>
        <pc:spChg chg="mod">
          <ac:chgData name="Li,Yuting (HP Medicine) BII-CN-S" userId="ce8fbb54-122c-426d-b8da-fdcc5e1b5022" providerId="ADAL" clId="{247DAB11-610C-4494-899B-B4F2B11289BF}" dt="2024-04-24T09:23:19.910" v="586" actId="20577"/>
          <ac:spMkLst>
            <pc:docMk/>
            <pc:sldMk cId="76301859" sldId="2147482842"/>
            <ac:spMk id="11" creationId="{092AA1F3-E360-44B0-7988-AAC479AC8EAB}"/>
          </ac:spMkLst>
        </pc:spChg>
        <pc:spChg chg="add del mod">
          <ac:chgData name="Li,Yuting (HP Medicine) BII-CN-S" userId="ce8fbb54-122c-426d-b8da-fdcc5e1b5022" providerId="ADAL" clId="{247DAB11-610C-4494-899B-B4F2B11289BF}" dt="2024-04-24T09:22:19.206" v="557" actId="478"/>
          <ac:spMkLst>
            <pc:docMk/>
            <pc:sldMk cId="76301859" sldId="2147482842"/>
            <ac:spMk id="34" creationId="{33B83173-D0BC-809F-CA0C-69E981305077}"/>
          </ac:spMkLst>
        </pc:spChg>
        <pc:spChg chg="mod">
          <ac:chgData name="Li,Yuting (HP Medicine) BII-CN-S" userId="ce8fbb54-122c-426d-b8da-fdcc5e1b5022" providerId="ADAL" clId="{247DAB11-610C-4494-899B-B4F2B11289BF}" dt="2024-04-24T09:27:18.372" v="609" actId="20577"/>
          <ac:spMkLst>
            <pc:docMk/>
            <pc:sldMk cId="76301859" sldId="2147482842"/>
            <ac:spMk id="39" creationId="{3D8443B3-9E6B-09DB-6CF8-C1F69166E0A3}"/>
          </ac:spMkLst>
        </pc:spChg>
      </pc:sldChg>
      <pc:sldChg chg="modSp mod">
        <pc:chgData name="Li,Yuting (HP Medicine) BII-CN-S" userId="ce8fbb54-122c-426d-b8da-fdcc5e1b5022" providerId="ADAL" clId="{247DAB11-610C-4494-899B-B4F2B11289BF}" dt="2024-04-24T09:49:34.917" v="666" actId="20577"/>
        <pc:sldMkLst>
          <pc:docMk/>
          <pc:sldMk cId="189511626" sldId="2147482845"/>
        </pc:sldMkLst>
        <pc:spChg chg="mod">
          <ac:chgData name="Li,Yuting (HP Medicine) BII-CN-S" userId="ce8fbb54-122c-426d-b8da-fdcc5e1b5022" providerId="ADAL" clId="{247DAB11-610C-4494-899B-B4F2B11289BF}" dt="2024-04-24T09:49:34.917" v="666" actId="20577"/>
          <ac:spMkLst>
            <pc:docMk/>
            <pc:sldMk cId="189511626" sldId="2147482845"/>
            <ac:spMk id="99" creationId="{D11E8C8E-EA83-4AF2-B5EA-9A0D5FDC196B}"/>
          </ac:spMkLst>
        </pc:spChg>
      </pc:sldChg>
      <pc:sldChg chg="modSp add del mod delCm">
        <pc:chgData name="Li,Yuting (HP Medicine) BII-CN-S" userId="ce8fbb54-122c-426d-b8da-fdcc5e1b5022" providerId="ADAL" clId="{247DAB11-610C-4494-899B-B4F2B11289BF}" dt="2024-04-24T09:39:58.444" v="660" actId="6549"/>
        <pc:sldMkLst>
          <pc:docMk/>
          <pc:sldMk cId="2254039120" sldId="2147482846"/>
        </pc:sldMkLst>
        <pc:spChg chg="mod">
          <ac:chgData name="Li,Yuting (HP Medicine) BII-CN-S" userId="ce8fbb54-122c-426d-b8da-fdcc5e1b5022" providerId="ADAL" clId="{247DAB11-610C-4494-899B-B4F2B11289BF}" dt="2024-04-24T09:34:12.018" v="621" actId="20577"/>
          <ac:spMkLst>
            <pc:docMk/>
            <pc:sldMk cId="2254039120" sldId="2147482846"/>
            <ac:spMk id="5" creationId="{C4DECDA1-79AD-8B9D-708E-04480A636390}"/>
          </ac:spMkLst>
        </pc:spChg>
        <pc:spChg chg="mod">
          <ac:chgData name="Li,Yuting (HP Medicine) BII-CN-S" userId="ce8fbb54-122c-426d-b8da-fdcc5e1b5022" providerId="ADAL" clId="{247DAB11-610C-4494-899B-B4F2B11289BF}" dt="2024-04-24T09:39:58.444" v="660" actId="6549"/>
          <ac:spMkLst>
            <pc:docMk/>
            <pc:sldMk cId="2254039120" sldId="2147482846"/>
            <ac:spMk id="30" creationId="{AE1A5680-D133-2FB3-FC32-EF85FAA610D3}"/>
          </ac:spMkLst>
        </pc:spChg>
      </pc:sldChg>
      <pc:sldChg chg="modSp mod">
        <pc:chgData name="Li,Yuting (HP Medicine) BII-CN-S" userId="ce8fbb54-122c-426d-b8da-fdcc5e1b5022" providerId="ADAL" clId="{247DAB11-610C-4494-899B-B4F2B11289BF}" dt="2024-04-24T09:47:22.755" v="661" actId="6549"/>
        <pc:sldMkLst>
          <pc:docMk/>
          <pc:sldMk cId="1488870356" sldId="2147482849"/>
        </pc:sldMkLst>
        <pc:spChg chg="mod">
          <ac:chgData name="Li,Yuting (HP Medicine) BII-CN-S" userId="ce8fbb54-122c-426d-b8da-fdcc5e1b5022" providerId="ADAL" clId="{247DAB11-610C-4494-899B-B4F2B11289BF}" dt="2024-04-24T09:47:22.755" v="661" actId="6549"/>
          <ac:spMkLst>
            <pc:docMk/>
            <pc:sldMk cId="1488870356" sldId="2147482849"/>
            <ac:spMk id="99" creationId="{D11E8C8E-EA83-4AF2-B5EA-9A0D5FDC196B}"/>
          </ac:spMkLst>
        </pc:spChg>
      </pc:sldChg>
      <pc:sldChg chg="modSp mod">
        <pc:chgData name="Li,Yuting (HP Medicine) BII-CN-S" userId="ce8fbb54-122c-426d-b8da-fdcc5e1b5022" providerId="ADAL" clId="{247DAB11-610C-4494-899B-B4F2B11289BF}" dt="2024-04-24T08:21:55.778" v="469" actId="20577"/>
        <pc:sldMkLst>
          <pc:docMk/>
          <pc:sldMk cId="1599585781" sldId="2147482850"/>
        </pc:sldMkLst>
        <pc:spChg chg="mod">
          <ac:chgData name="Li,Yuting (HP Medicine) BII-CN-S" userId="ce8fbb54-122c-426d-b8da-fdcc5e1b5022" providerId="ADAL" clId="{247DAB11-610C-4494-899B-B4F2B11289BF}" dt="2024-04-24T08:02:45.370" v="466" actId="1076"/>
          <ac:spMkLst>
            <pc:docMk/>
            <pc:sldMk cId="1599585781" sldId="2147482850"/>
            <ac:spMk id="7" creationId="{E9DC4527-9B66-4450-86F5-689D3C73A610}"/>
          </ac:spMkLst>
        </pc:spChg>
        <pc:spChg chg="mod">
          <ac:chgData name="Li,Yuting (HP Medicine) BII-CN-S" userId="ce8fbb54-122c-426d-b8da-fdcc5e1b5022" providerId="ADAL" clId="{247DAB11-610C-4494-899B-B4F2B11289BF}" dt="2024-04-24T08:21:55.778" v="469" actId="20577"/>
          <ac:spMkLst>
            <pc:docMk/>
            <pc:sldMk cId="1599585781" sldId="2147482850"/>
            <ac:spMk id="22" creationId="{2106AE05-78BC-AB72-6167-3DE6E697A996}"/>
          </ac:spMkLst>
        </pc:spChg>
      </pc:sldChg>
      <pc:sldChg chg="delCm">
        <pc:chgData name="Li,Yuting (HP Medicine) BII-CN-S" userId="ce8fbb54-122c-426d-b8da-fdcc5e1b5022" providerId="ADAL" clId="{247DAB11-610C-4494-899B-B4F2B11289BF}" dt="2024-04-24T01:28:12.256" v="8" actId="1592"/>
        <pc:sldMkLst>
          <pc:docMk/>
          <pc:sldMk cId="3812252762" sldId="2147482855"/>
        </pc:sldMkLst>
      </pc:sldChg>
      <pc:sldChg chg="delCm">
        <pc:chgData name="Li,Yuting (HP Medicine) BII-CN-S" userId="ce8fbb54-122c-426d-b8da-fdcc5e1b5022" providerId="ADAL" clId="{247DAB11-610C-4494-899B-B4F2B11289BF}" dt="2024-04-24T01:28:12.257" v="10" actId="1592"/>
        <pc:sldMkLst>
          <pc:docMk/>
          <pc:sldMk cId="1814409918" sldId="2147482857"/>
        </pc:sldMkLst>
      </pc:sldChg>
      <pc:sldChg chg="del">
        <pc:chgData name="Li,Yuting (HP Medicine) BII-CN-S" userId="ce8fbb54-122c-426d-b8da-fdcc5e1b5022" providerId="ADAL" clId="{247DAB11-610C-4494-899B-B4F2B11289BF}" dt="2024-04-24T09:52:16.941" v="669" actId="47"/>
        <pc:sldMkLst>
          <pc:docMk/>
          <pc:sldMk cId="1640622319" sldId="2147482871"/>
        </pc:sldMkLst>
      </pc:sldChg>
      <pc:sldChg chg="mod modShow">
        <pc:chgData name="Li,Yuting (HP Medicine) BII-CN-S" userId="ce8fbb54-122c-426d-b8da-fdcc5e1b5022" providerId="ADAL" clId="{247DAB11-610C-4494-899B-B4F2B11289BF}" dt="2024-04-25T00:47:34.799" v="710" actId="729"/>
        <pc:sldMkLst>
          <pc:docMk/>
          <pc:sldMk cId="3599449491" sldId="2147482873"/>
        </pc:sldMkLst>
      </pc:sldChg>
      <pc:sldChg chg="delCm">
        <pc:chgData name="Li,Yuting (HP Medicine) BII-CN-S" userId="ce8fbb54-122c-426d-b8da-fdcc5e1b5022" providerId="ADAL" clId="{247DAB11-610C-4494-899B-B4F2B11289BF}" dt="2024-04-24T01:28:12.254" v="6" actId="1592"/>
        <pc:sldMkLst>
          <pc:docMk/>
          <pc:sldMk cId="641215758" sldId="2147482876"/>
        </pc:sldMkLst>
      </pc:sldChg>
      <pc:sldChg chg="addSp modSp mod delCm">
        <pc:chgData name="Li,Yuting (HP Medicine) BII-CN-S" userId="ce8fbb54-122c-426d-b8da-fdcc5e1b5022" providerId="ADAL" clId="{247DAB11-610C-4494-899B-B4F2B11289BF}" dt="2024-04-24T08:39:51.154" v="502" actId="6549"/>
        <pc:sldMkLst>
          <pc:docMk/>
          <pc:sldMk cId="3157137113" sldId="2147482886"/>
        </pc:sldMkLst>
        <pc:spChg chg="mod">
          <ac:chgData name="Li,Yuting (HP Medicine) BII-CN-S" userId="ce8fbb54-122c-426d-b8da-fdcc5e1b5022" providerId="ADAL" clId="{247DAB11-610C-4494-899B-B4F2B11289BF}" dt="2024-04-24T08:39:51.154" v="502" actId="6549"/>
          <ac:spMkLst>
            <pc:docMk/>
            <pc:sldMk cId="3157137113" sldId="2147482886"/>
            <ac:spMk id="2" creationId="{91B71626-502A-220A-C0CA-5DCF5E720A28}"/>
          </ac:spMkLst>
        </pc:spChg>
        <pc:spChg chg="add mod">
          <ac:chgData name="Li,Yuting (HP Medicine) BII-CN-S" userId="ce8fbb54-122c-426d-b8da-fdcc5e1b5022" providerId="ADAL" clId="{247DAB11-610C-4494-899B-B4F2B11289BF}" dt="2024-04-24T08:39:45.515" v="501" actId="1076"/>
          <ac:spMkLst>
            <pc:docMk/>
            <pc:sldMk cId="3157137113" sldId="2147482886"/>
            <ac:spMk id="4" creationId="{833B0583-F578-B2F4-DF2C-34F56401C4F0}"/>
          </ac:spMkLst>
        </pc:spChg>
      </pc:sldChg>
      <pc:sldChg chg="modSp mod">
        <pc:chgData name="Li,Yuting (HP Medicine) BII-CN-S" userId="ce8fbb54-122c-426d-b8da-fdcc5e1b5022" providerId="ADAL" clId="{247DAB11-610C-4494-899B-B4F2B11289BF}" dt="2024-04-24T09:00:25.676" v="521" actId="20577"/>
        <pc:sldMkLst>
          <pc:docMk/>
          <pc:sldMk cId="3618109852" sldId="2147482887"/>
        </pc:sldMkLst>
        <pc:spChg chg="mod">
          <ac:chgData name="Li,Yuting (HP Medicine) BII-CN-S" userId="ce8fbb54-122c-426d-b8da-fdcc5e1b5022" providerId="ADAL" clId="{247DAB11-610C-4494-899B-B4F2B11289BF}" dt="2024-04-24T09:00:25.676" v="521" actId="20577"/>
          <ac:spMkLst>
            <pc:docMk/>
            <pc:sldMk cId="3618109852" sldId="2147482887"/>
            <ac:spMk id="5" creationId="{221E1926-9858-CDC1-B1FE-8B5BFE34A4D4}"/>
          </ac:spMkLst>
        </pc:spChg>
      </pc:sldChg>
      <pc:sldChg chg="modSp mod">
        <pc:chgData name="Li,Yuting (HP Medicine) BII-CN-S" userId="ce8fbb54-122c-426d-b8da-fdcc5e1b5022" providerId="ADAL" clId="{247DAB11-610C-4494-899B-B4F2B11289BF}" dt="2024-04-24T12:22:15.694" v="708" actId="20577"/>
        <pc:sldMkLst>
          <pc:docMk/>
          <pc:sldMk cId="1857858005" sldId="2147482888"/>
        </pc:sldMkLst>
        <pc:spChg chg="mod">
          <ac:chgData name="Li,Yuting (HP Medicine) BII-CN-S" userId="ce8fbb54-122c-426d-b8da-fdcc5e1b5022" providerId="ADAL" clId="{247DAB11-610C-4494-899B-B4F2B11289BF}" dt="2024-04-24T12:22:15.694" v="708" actId="20577"/>
          <ac:spMkLst>
            <pc:docMk/>
            <pc:sldMk cId="1857858005" sldId="2147482888"/>
            <ac:spMk id="62" creationId="{8DB07CF5-ABA1-4C9B-A9DA-0E66E05CDEC6}"/>
          </ac:spMkLst>
        </pc:spChg>
      </pc:sldChg>
      <pc:sldChg chg="modSp mod">
        <pc:chgData name="Li,Yuting (HP Medicine) BII-CN-S" userId="ce8fbb54-122c-426d-b8da-fdcc5e1b5022" providerId="ADAL" clId="{247DAB11-610C-4494-899B-B4F2B11289BF}" dt="2024-04-24T09:08:24.122" v="527" actId="6549"/>
        <pc:sldMkLst>
          <pc:docMk/>
          <pc:sldMk cId="3126664250" sldId="2147482889"/>
        </pc:sldMkLst>
        <pc:spChg chg="mod">
          <ac:chgData name="Li,Yuting (HP Medicine) BII-CN-S" userId="ce8fbb54-122c-426d-b8da-fdcc5e1b5022" providerId="ADAL" clId="{247DAB11-610C-4494-899B-B4F2B11289BF}" dt="2024-04-24T09:08:24.122" v="527" actId="6549"/>
          <ac:spMkLst>
            <pc:docMk/>
            <pc:sldMk cId="3126664250" sldId="2147482889"/>
            <ac:spMk id="16" creationId="{397C50CA-40EC-2B76-5DCF-8E4B0390FC5E}"/>
          </ac:spMkLst>
        </pc:spChg>
      </pc:sldChg>
      <pc:sldChg chg="add del delCm">
        <pc:chgData name="Li,Yuting (HP Medicine) BII-CN-S" userId="ce8fbb54-122c-426d-b8da-fdcc5e1b5022" providerId="ADAL" clId="{247DAB11-610C-4494-899B-B4F2B11289BF}" dt="2024-04-24T09:33:56.917" v="614" actId="47"/>
        <pc:sldMkLst>
          <pc:docMk/>
          <pc:sldMk cId="1101655354" sldId="2147482893"/>
        </pc:sldMkLst>
      </pc:sldChg>
      <pc:sldChg chg="modSp mod">
        <pc:chgData name="Li,Yuting (HP Medicine) BII-CN-S" userId="ce8fbb54-122c-426d-b8da-fdcc5e1b5022" providerId="ADAL" clId="{247DAB11-610C-4494-899B-B4F2B11289BF}" dt="2024-04-24T08:00:01.656" v="431" actId="6549"/>
        <pc:sldMkLst>
          <pc:docMk/>
          <pc:sldMk cId="1345512173" sldId="2147482894"/>
        </pc:sldMkLst>
        <pc:graphicFrameChg chg="modGraphic">
          <ac:chgData name="Li,Yuting (HP Medicine) BII-CN-S" userId="ce8fbb54-122c-426d-b8da-fdcc5e1b5022" providerId="ADAL" clId="{247DAB11-610C-4494-899B-B4F2B11289BF}" dt="2024-04-24T08:00:01.656" v="431" actId="6549"/>
          <ac:graphicFrameMkLst>
            <pc:docMk/>
            <pc:sldMk cId="1345512173" sldId="2147482894"/>
            <ac:graphicFrameMk id="3" creationId="{42627265-6254-5D05-37A2-610AB63446DB}"/>
          </ac:graphicFrameMkLst>
        </pc:graphicFrameChg>
      </pc:sldChg>
      <pc:sldChg chg="modSp mod">
        <pc:chgData name="Li,Yuting (HP Medicine) BII-CN-S" userId="ce8fbb54-122c-426d-b8da-fdcc5e1b5022" providerId="ADAL" clId="{247DAB11-610C-4494-899B-B4F2B11289BF}" dt="2024-04-24T07:50:07.970" v="65" actId="6549"/>
        <pc:sldMkLst>
          <pc:docMk/>
          <pc:sldMk cId="19036512" sldId="2147482896"/>
        </pc:sldMkLst>
        <pc:spChg chg="mod">
          <ac:chgData name="Li,Yuting (HP Medicine) BII-CN-S" userId="ce8fbb54-122c-426d-b8da-fdcc5e1b5022" providerId="ADAL" clId="{247DAB11-610C-4494-899B-B4F2B11289BF}" dt="2024-04-24T07:50:07.970" v="65" actId="6549"/>
          <ac:spMkLst>
            <pc:docMk/>
            <pc:sldMk cId="19036512" sldId="2147482896"/>
            <ac:spMk id="9" creationId="{10E6AC82-D0A3-F6C0-C01F-B08C8E4F334B}"/>
          </ac:spMkLst>
        </pc:spChg>
      </pc:sldChg>
      <pc:sldChg chg="addSp delSp modSp add mod addAnim delAnim modAnim">
        <pc:chgData name="Li,Yuting (HP Medicine) BII-CN-S" userId="ce8fbb54-122c-426d-b8da-fdcc5e1b5022" providerId="ADAL" clId="{247DAB11-610C-4494-899B-B4F2B11289BF}" dt="2024-04-24T09:56:44.115" v="676"/>
        <pc:sldMkLst>
          <pc:docMk/>
          <pc:sldMk cId="2019380729" sldId="2147482899"/>
        </pc:sldMkLst>
        <pc:spChg chg="add del mod">
          <ac:chgData name="Li,Yuting (HP Medicine) BII-CN-S" userId="ce8fbb54-122c-426d-b8da-fdcc5e1b5022" providerId="ADAL" clId="{247DAB11-610C-4494-899B-B4F2B11289BF}" dt="2024-04-24T09:55:07.042" v="671" actId="478"/>
          <ac:spMkLst>
            <pc:docMk/>
            <pc:sldMk cId="2019380729" sldId="2147482899"/>
            <ac:spMk id="7" creationId="{13D6CCBF-D08A-B6CF-B12E-F53454ED2AA3}"/>
          </ac:spMkLst>
        </pc:spChg>
      </pc:sldChg>
      <pc:sldChg chg="add mod modShow">
        <pc:chgData name="Li,Yuting (HP Medicine) BII-CN-S" userId="ce8fbb54-122c-426d-b8da-fdcc5e1b5022" providerId="ADAL" clId="{247DAB11-610C-4494-899B-B4F2B11289BF}" dt="2024-04-24T10:02:55.226" v="679" actId="729"/>
        <pc:sldMkLst>
          <pc:docMk/>
          <pc:sldMk cId="1807067894" sldId="2147482900"/>
        </pc:sldMkLst>
      </pc:sldChg>
    </pc:docChg>
  </pc:docChgLst>
  <pc:docChgLst>
    <pc:chgData name="Li,Fengqiong (HP Med RA) BII-CN-B" userId="dae7b85d-6b67-4faa-a5b6-30ff5e066a0d" providerId="ADAL" clId="{4DCB091B-A6AA-4B15-A188-EC089AD203A7}"/>
    <pc:docChg chg="custSel modSld">
      <pc:chgData name="Li,Fengqiong (HP Med RA) BII-CN-B" userId="dae7b85d-6b67-4faa-a5b6-30ff5e066a0d" providerId="ADAL" clId="{4DCB091B-A6AA-4B15-A188-EC089AD203A7}" dt="2022-06-09T07:34:01.964" v="17" actId="20577"/>
      <pc:docMkLst>
        <pc:docMk/>
      </pc:docMkLst>
      <pc:sldChg chg="modSp mod addCm modCm">
        <pc:chgData name="Li,Fengqiong (HP Med RA) BII-CN-B" userId="dae7b85d-6b67-4faa-a5b6-30ff5e066a0d" providerId="ADAL" clId="{4DCB091B-A6AA-4B15-A188-EC089AD203A7}" dt="2022-06-09T07:34:01.964" v="17" actId="20577"/>
        <pc:sldMkLst>
          <pc:docMk/>
          <pc:sldMk cId="16040882" sldId="2147377231"/>
        </pc:sldMkLst>
        <pc:graphicFrameChg chg="modGraphic">
          <ac:chgData name="Li,Fengqiong (HP Med RA) BII-CN-B" userId="dae7b85d-6b67-4faa-a5b6-30ff5e066a0d" providerId="ADAL" clId="{4DCB091B-A6AA-4B15-A188-EC089AD203A7}" dt="2022-06-09T07:34:01.964" v="17" actId="20577"/>
          <ac:graphicFrameMkLst>
            <pc:docMk/>
            <pc:sldMk cId="16040882" sldId="2147377231"/>
            <ac:graphicFrameMk id="6" creationId="{EB284954-4E69-45FF-97FD-FCD77C6765B0}"/>
          </ac:graphicFrameMkLst>
        </pc:graphicFrameChg>
      </pc:sldChg>
    </pc:docChg>
  </pc:docChgLst>
  <pc:docChgLst>
    <pc:chgData name="Wang,Dr.,Bo (HP Medicine) BII-CN-S" userId="950b8564-41e4-4a68-9f11-e3d2e116a359" providerId="ADAL" clId="{ED954062-A5DB-4103-AD11-88BAAD9AF994}"/>
    <pc:docChg chg="custSel modSld">
      <pc:chgData name="Wang,Dr.,Bo (HP Medicine) BII-CN-S" userId="950b8564-41e4-4a68-9f11-e3d2e116a359" providerId="ADAL" clId="{ED954062-A5DB-4103-AD11-88BAAD9AF994}" dt="2024-04-23T02:52:28.303" v="98"/>
      <pc:docMkLst>
        <pc:docMk/>
      </pc:docMkLst>
      <pc:sldChg chg="modSp mod addCm delCm modCm">
        <pc:chgData name="Wang,Dr.,Bo (HP Medicine) BII-CN-S" userId="950b8564-41e4-4a68-9f11-e3d2e116a359" providerId="ADAL" clId="{ED954062-A5DB-4103-AD11-88BAAD9AF994}" dt="2024-04-23T02:52:28.303" v="98"/>
        <pc:sldMkLst>
          <pc:docMk/>
          <pc:sldMk cId="3812252762" sldId="2147482855"/>
        </pc:sldMkLst>
        <pc:spChg chg="mod">
          <ac:chgData name="Wang,Dr.,Bo (HP Medicine) BII-CN-S" userId="950b8564-41e4-4a68-9f11-e3d2e116a359" providerId="ADAL" clId="{ED954062-A5DB-4103-AD11-88BAAD9AF994}" dt="2024-04-23T02:50:43.212" v="95" actId="20577"/>
          <ac:spMkLst>
            <pc:docMk/>
            <pc:sldMk cId="3812252762" sldId="2147482855"/>
            <ac:spMk id="107" creationId="{7DDA071E-5F80-4527-AE47-F1E7B2DC2A5B}"/>
          </ac:spMkLst>
        </pc:spChg>
      </pc:sldChg>
    </pc:docChg>
  </pc:docChgLst>
  <pc:docChgLst>
    <pc:chgData name="Wang,Dr.,Bo (HP Medicine) BII-CN-S" userId="950b8564-41e4-4a68-9f11-e3d2e116a359" providerId="ADAL" clId="{BDBDFAF5-9ADE-44CE-A33B-30C5DB454998}"/>
    <pc:docChg chg="custSel modSld">
      <pc:chgData name="Wang,Dr.,Bo (HP Medicine) BII-CN-S" userId="950b8564-41e4-4a68-9f11-e3d2e116a359" providerId="ADAL" clId="{BDBDFAF5-9ADE-44CE-A33B-30C5DB454998}" dt="2023-02-13T02:05:31.734" v="2"/>
      <pc:docMkLst>
        <pc:docMk/>
      </pc:docMkLst>
      <pc:sldChg chg="addCm modCm">
        <pc:chgData name="Wang,Dr.,Bo (HP Medicine) BII-CN-S" userId="950b8564-41e4-4a68-9f11-e3d2e116a359" providerId="ADAL" clId="{BDBDFAF5-9ADE-44CE-A33B-30C5DB454998}" dt="2023-02-13T02:05:31.734" v="2"/>
        <pc:sldMkLst>
          <pc:docMk/>
          <pc:sldMk cId="2527347167" sldId="2147469253"/>
        </pc:sldMkLst>
      </pc:sldChg>
    </pc:docChg>
  </pc:docChgLst>
  <pc:docChgLst>
    <pc:chgData name="Li,Ansu (HP Medicine) BII-CN-S" userId="ec2f8842-dc81-4094-912e-223fc8542a04" providerId="ADAL" clId="{095B9C58-8C3C-41F0-845C-C2969E7E3CCD}"/>
    <pc:docChg chg="undo custSel modSld">
      <pc:chgData name="Li,Ansu (HP Medicine) BII-CN-S" userId="ec2f8842-dc81-4094-912e-223fc8542a04" providerId="ADAL" clId="{095B9C58-8C3C-41F0-845C-C2969E7E3CCD}" dt="2024-02-23T07:30:02.125" v="329"/>
      <pc:docMkLst>
        <pc:docMk/>
      </pc:docMkLst>
      <pc:sldChg chg="addCm delCm modCm">
        <pc:chgData name="Li,Ansu (HP Medicine) BII-CN-S" userId="ec2f8842-dc81-4094-912e-223fc8542a04" providerId="ADAL" clId="{095B9C58-8C3C-41F0-845C-C2969E7E3CCD}" dt="2024-02-23T07:30:02.125" v="329"/>
        <pc:sldMkLst>
          <pc:docMk/>
          <pc:sldMk cId="2413956995" sldId="2147481399"/>
        </pc:sldMkLst>
      </pc:sldChg>
      <pc:sldChg chg="modSp">
        <pc:chgData name="Li,Ansu (HP Medicine) BII-CN-S" userId="ec2f8842-dc81-4094-912e-223fc8542a04" providerId="ADAL" clId="{095B9C58-8C3C-41F0-845C-C2969E7E3CCD}" dt="2024-02-22T06:29:02.871" v="295" actId="20578"/>
        <pc:sldMkLst>
          <pc:docMk/>
          <pc:sldMk cId="687104770" sldId="2147481403"/>
        </pc:sldMkLst>
        <pc:spChg chg="mod">
          <ac:chgData name="Li,Ansu (HP Medicine) BII-CN-S" userId="ec2f8842-dc81-4094-912e-223fc8542a04" providerId="ADAL" clId="{095B9C58-8C3C-41F0-845C-C2969E7E3CCD}" dt="2024-02-22T06:29:02.871" v="295" actId="20578"/>
          <ac:spMkLst>
            <pc:docMk/>
            <pc:sldMk cId="687104770" sldId="2147481403"/>
            <ac:spMk id="2" creationId="{2183922C-E343-FE15-DCB0-52F86DE019F7}"/>
          </ac:spMkLst>
        </pc:spChg>
      </pc:sldChg>
      <pc:sldChg chg="delSp modSp mod delCm">
        <pc:chgData name="Li,Ansu (HP Medicine) BII-CN-S" userId="ec2f8842-dc81-4094-912e-223fc8542a04" providerId="ADAL" clId="{095B9C58-8C3C-41F0-845C-C2969E7E3CCD}" dt="2024-02-22T06:19:47.290" v="293" actId="20577"/>
        <pc:sldMkLst>
          <pc:docMk/>
          <pc:sldMk cId="988281381" sldId="2147481410"/>
        </pc:sldMkLst>
        <pc:spChg chg="mod">
          <ac:chgData name="Li,Ansu (HP Medicine) BII-CN-S" userId="ec2f8842-dc81-4094-912e-223fc8542a04" providerId="ADAL" clId="{095B9C58-8C3C-41F0-845C-C2969E7E3CCD}" dt="2024-02-21T07:02:37.761" v="20" actId="14100"/>
          <ac:spMkLst>
            <pc:docMk/>
            <pc:sldMk cId="988281381" sldId="2147481410"/>
            <ac:spMk id="9" creationId="{D3AAD3AB-6306-FA76-26D3-41497B69A4B5}"/>
          </ac:spMkLst>
        </pc:spChg>
        <pc:spChg chg="mod">
          <ac:chgData name="Li,Ansu (HP Medicine) BII-CN-S" userId="ec2f8842-dc81-4094-912e-223fc8542a04" providerId="ADAL" clId="{095B9C58-8C3C-41F0-845C-C2969E7E3CCD}" dt="2024-02-21T07:02:07.475" v="13" actId="1037"/>
          <ac:spMkLst>
            <pc:docMk/>
            <pc:sldMk cId="988281381" sldId="2147481410"/>
            <ac:spMk id="12" creationId="{E245984B-6187-3494-5ABB-B8AF31113848}"/>
          </ac:spMkLst>
        </pc:spChg>
        <pc:spChg chg="mod">
          <ac:chgData name="Li,Ansu (HP Medicine) BII-CN-S" userId="ec2f8842-dc81-4094-912e-223fc8542a04" providerId="ADAL" clId="{095B9C58-8C3C-41F0-845C-C2969E7E3CCD}" dt="2024-02-21T07:02:18.330" v="18" actId="1037"/>
          <ac:spMkLst>
            <pc:docMk/>
            <pc:sldMk cId="988281381" sldId="2147481410"/>
            <ac:spMk id="22" creationId="{E75D2188-FEF6-437C-73F9-650E186E2A11}"/>
          </ac:spMkLst>
        </pc:spChg>
        <pc:spChg chg="mod">
          <ac:chgData name="Li,Ansu (HP Medicine) BII-CN-S" userId="ec2f8842-dc81-4094-912e-223fc8542a04" providerId="ADAL" clId="{095B9C58-8C3C-41F0-845C-C2969E7E3CCD}" dt="2024-02-21T07:02:18.330" v="18" actId="1037"/>
          <ac:spMkLst>
            <pc:docMk/>
            <pc:sldMk cId="988281381" sldId="2147481410"/>
            <ac:spMk id="25" creationId="{40DF0293-A40D-9E12-8B69-01F3CDE32A6B}"/>
          </ac:spMkLst>
        </pc:spChg>
        <pc:spChg chg="mod">
          <ac:chgData name="Li,Ansu (HP Medicine) BII-CN-S" userId="ec2f8842-dc81-4094-912e-223fc8542a04" providerId="ADAL" clId="{095B9C58-8C3C-41F0-845C-C2969E7E3CCD}" dt="2024-02-22T06:10:37.294" v="154"/>
          <ac:spMkLst>
            <pc:docMk/>
            <pc:sldMk cId="988281381" sldId="2147481410"/>
            <ac:spMk id="120" creationId="{E8AE3E22-1A63-909A-C6E9-C945AB73E27A}"/>
          </ac:spMkLst>
        </pc:spChg>
        <pc:spChg chg="mod">
          <ac:chgData name="Li,Ansu (HP Medicine) BII-CN-S" userId="ec2f8842-dc81-4094-912e-223fc8542a04" providerId="ADAL" clId="{095B9C58-8C3C-41F0-845C-C2969E7E3CCD}" dt="2024-02-22T06:19:47.290" v="293" actId="20577"/>
          <ac:spMkLst>
            <pc:docMk/>
            <pc:sldMk cId="988281381" sldId="2147481410"/>
            <ac:spMk id="191" creationId="{BF56A08D-FC05-9DF2-B83F-F13D8E86589D}"/>
          </ac:spMkLst>
        </pc:spChg>
        <pc:spChg chg="mod">
          <ac:chgData name="Li,Ansu (HP Medicine) BII-CN-S" userId="ec2f8842-dc81-4094-912e-223fc8542a04" providerId="ADAL" clId="{095B9C58-8C3C-41F0-845C-C2969E7E3CCD}" dt="2024-02-21T07:02:18.330" v="18" actId="1037"/>
          <ac:spMkLst>
            <pc:docMk/>
            <pc:sldMk cId="988281381" sldId="2147481410"/>
            <ac:spMk id="221" creationId="{19606966-EC6D-CB08-A94E-4D6125CD5727}"/>
          </ac:spMkLst>
        </pc:spChg>
        <pc:spChg chg="mod">
          <ac:chgData name="Li,Ansu (HP Medicine) BII-CN-S" userId="ec2f8842-dc81-4094-912e-223fc8542a04" providerId="ADAL" clId="{095B9C58-8C3C-41F0-845C-C2969E7E3CCD}" dt="2024-02-21T07:02:18.330" v="18" actId="1037"/>
          <ac:spMkLst>
            <pc:docMk/>
            <pc:sldMk cId="988281381" sldId="2147481410"/>
            <ac:spMk id="238" creationId="{BBE43476-27BA-68AB-1DFD-AB5886839650}"/>
          </ac:spMkLst>
        </pc:spChg>
        <pc:spChg chg="mod">
          <ac:chgData name="Li,Ansu (HP Medicine) BII-CN-S" userId="ec2f8842-dc81-4094-912e-223fc8542a04" providerId="ADAL" clId="{095B9C58-8C3C-41F0-845C-C2969E7E3CCD}" dt="2024-02-21T07:02:07.475" v="13" actId="1037"/>
          <ac:spMkLst>
            <pc:docMk/>
            <pc:sldMk cId="988281381" sldId="2147481410"/>
            <ac:spMk id="241" creationId="{CA64818A-7781-CDE9-6472-23C443A159E5}"/>
          </ac:spMkLst>
        </pc:spChg>
        <pc:spChg chg="mod">
          <ac:chgData name="Li,Ansu (HP Medicine) BII-CN-S" userId="ec2f8842-dc81-4094-912e-223fc8542a04" providerId="ADAL" clId="{095B9C58-8C3C-41F0-845C-C2969E7E3CCD}" dt="2024-02-21T07:02:37.761" v="20" actId="14100"/>
          <ac:spMkLst>
            <pc:docMk/>
            <pc:sldMk cId="988281381" sldId="2147481410"/>
            <ac:spMk id="246" creationId="{EBB22C6C-29C0-80A7-B925-4C8B9215065A}"/>
          </ac:spMkLst>
        </pc:spChg>
        <pc:spChg chg="mod topLvl">
          <ac:chgData name="Li,Ansu (HP Medicine) BII-CN-S" userId="ec2f8842-dc81-4094-912e-223fc8542a04" providerId="ADAL" clId="{095B9C58-8C3C-41F0-845C-C2969E7E3CCD}" dt="2024-02-21T07:02:30.855" v="19" actId="165"/>
          <ac:spMkLst>
            <pc:docMk/>
            <pc:sldMk cId="988281381" sldId="2147481410"/>
            <ac:spMk id="247" creationId="{CB7C49C6-147B-4D68-CD95-94D6B0E01CDD}"/>
          </ac:spMkLst>
        </pc:spChg>
        <pc:spChg chg="mod topLvl">
          <ac:chgData name="Li,Ansu (HP Medicine) BII-CN-S" userId="ec2f8842-dc81-4094-912e-223fc8542a04" providerId="ADAL" clId="{095B9C58-8C3C-41F0-845C-C2969E7E3CCD}" dt="2024-02-21T07:02:30.855" v="19" actId="165"/>
          <ac:spMkLst>
            <pc:docMk/>
            <pc:sldMk cId="988281381" sldId="2147481410"/>
            <ac:spMk id="248" creationId="{0F78323F-6A87-2B7F-BCA5-3B9879186326}"/>
          </ac:spMkLst>
        </pc:spChg>
        <pc:spChg chg="mod topLvl">
          <ac:chgData name="Li,Ansu (HP Medicine) BII-CN-S" userId="ec2f8842-dc81-4094-912e-223fc8542a04" providerId="ADAL" clId="{095B9C58-8C3C-41F0-845C-C2969E7E3CCD}" dt="2024-02-21T07:02:37.761" v="20" actId="14100"/>
          <ac:spMkLst>
            <pc:docMk/>
            <pc:sldMk cId="988281381" sldId="2147481410"/>
            <ac:spMk id="249" creationId="{7E9A8A2D-CAB1-85AE-E7ED-997912074959}"/>
          </ac:spMkLst>
        </pc:spChg>
        <pc:spChg chg="mod">
          <ac:chgData name="Li,Ansu (HP Medicine) BII-CN-S" userId="ec2f8842-dc81-4094-912e-223fc8542a04" providerId="ADAL" clId="{095B9C58-8C3C-41F0-845C-C2969E7E3CCD}" dt="2024-02-21T07:02:18.330" v="18" actId="1037"/>
          <ac:spMkLst>
            <pc:docMk/>
            <pc:sldMk cId="988281381" sldId="2147481410"/>
            <ac:spMk id="278" creationId="{F8961C28-740C-70D9-576D-3322D0A5AD7B}"/>
          </ac:spMkLst>
        </pc:spChg>
        <pc:spChg chg="mod topLvl">
          <ac:chgData name="Li,Ansu (HP Medicine) BII-CN-S" userId="ec2f8842-dc81-4094-912e-223fc8542a04" providerId="ADAL" clId="{095B9C58-8C3C-41F0-845C-C2969E7E3CCD}" dt="2024-02-21T07:02:30.855" v="19" actId="165"/>
          <ac:spMkLst>
            <pc:docMk/>
            <pc:sldMk cId="988281381" sldId="2147481410"/>
            <ac:spMk id="282" creationId="{4BCE5392-ED30-BBD0-A879-05DB95F5D825}"/>
          </ac:spMkLst>
        </pc:spChg>
        <pc:spChg chg="mod topLvl">
          <ac:chgData name="Li,Ansu (HP Medicine) BII-CN-S" userId="ec2f8842-dc81-4094-912e-223fc8542a04" providerId="ADAL" clId="{095B9C58-8C3C-41F0-845C-C2969E7E3CCD}" dt="2024-02-21T07:02:30.855" v="19" actId="165"/>
          <ac:spMkLst>
            <pc:docMk/>
            <pc:sldMk cId="988281381" sldId="2147481410"/>
            <ac:spMk id="283" creationId="{41832F71-124C-DCB5-1DD8-B042531B6986}"/>
          </ac:spMkLst>
        </pc:spChg>
        <pc:spChg chg="mod topLvl">
          <ac:chgData name="Li,Ansu (HP Medicine) BII-CN-S" userId="ec2f8842-dc81-4094-912e-223fc8542a04" providerId="ADAL" clId="{095B9C58-8C3C-41F0-845C-C2969E7E3CCD}" dt="2024-02-21T07:02:37.761" v="20" actId="14100"/>
          <ac:spMkLst>
            <pc:docMk/>
            <pc:sldMk cId="988281381" sldId="2147481410"/>
            <ac:spMk id="284" creationId="{0FC79D8A-DA0B-ED1F-655B-D982CE378338}"/>
          </ac:spMkLst>
        </pc:spChg>
        <pc:grpChg chg="del">
          <ac:chgData name="Li,Ansu (HP Medicine) BII-CN-S" userId="ec2f8842-dc81-4094-912e-223fc8542a04" providerId="ADAL" clId="{095B9C58-8C3C-41F0-845C-C2969E7E3CCD}" dt="2024-02-21T07:02:30.855" v="19" actId="165"/>
          <ac:grpSpMkLst>
            <pc:docMk/>
            <pc:sldMk cId="988281381" sldId="2147481410"/>
            <ac:grpSpMk id="271" creationId="{E44CA98C-7A2F-62F2-96EB-B127E9AAD42A}"/>
          </ac:grpSpMkLst>
        </pc:grpChg>
        <pc:grpChg chg="del">
          <ac:chgData name="Li,Ansu (HP Medicine) BII-CN-S" userId="ec2f8842-dc81-4094-912e-223fc8542a04" providerId="ADAL" clId="{095B9C58-8C3C-41F0-845C-C2969E7E3CCD}" dt="2024-02-21T07:02:30.855" v="19" actId="165"/>
          <ac:grpSpMkLst>
            <pc:docMk/>
            <pc:sldMk cId="988281381" sldId="2147481410"/>
            <ac:grpSpMk id="281" creationId="{88FDF251-B1BE-2D08-081C-FCF1C3B9D307}"/>
          </ac:grpSpMkLst>
        </pc:grpChg>
      </pc:sldChg>
      <pc:sldChg chg="addSp modSp mod addCm delCm modCm">
        <pc:chgData name="Li,Ansu (HP Medicine) BII-CN-S" userId="ec2f8842-dc81-4094-912e-223fc8542a04" providerId="ADAL" clId="{095B9C58-8C3C-41F0-845C-C2969E7E3CCD}" dt="2024-02-23T02:17:24.324" v="321" actId="5900"/>
        <pc:sldMkLst>
          <pc:docMk/>
          <pc:sldMk cId="1095581670" sldId="2147481425"/>
        </pc:sldMkLst>
        <pc:spChg chg="mod">
          <ac:chgData name="Li,Ansu (HP Medicine) BII-CN-S" userId="ec2f8842-dc81-4094-912e-223fc8542a04" providerId="ADAL" clId="{095B9C58-8C3C-41F0-845C-C2969E7E3CCD}" dt="2024-02-22T06:10:14.415" v="149"/>
          <ac:spMkLst>
            <pc:docMk/>
            <pc:sldMk cId="1095581670" sldId="2147481425"/>
            <ac:spMk id="4" creationId="{00000000-0000-0000-0000-000000000000}"/>
          </ac:spMkLst>
        </pc:spChg>
        <pc:spChg chg="add mod">
          <ac:chgData name="Li,Ansu (HP Medicine) BII-CN-S" userId="ec2f8842-dc81-4094-912e-223fc8542a04" providerId="ADAL" clId="{095B9C58-8C3C-41F0-845C-C2969E7E3CCD}" dt="2024-02-22T06:13:38.880" v="157" actId="1076"/>
          <ac:spMkLst>
            <pc:docMk/>
            <pc:sldMk cId="1095581670" sldId="2147481425"/>
            <ac:spMk id="22" creationId="{2106AE05-78BC-AB72-6167-3DE6E697A996}"/>
          </ac:spMkLst>
        </pc:spChg>
      </pc:sldChg>
      <pc:sldChg chg="modSp mod">
        <pc:chgData name="Li,Ansu (HP Medicine) BII-CN-S" userId="ec2f8842-dc81-4094-912e-223fc8542a04" providerId="ADAL" clId="{095B9C58-8C3C-41F0-845C-C2969E7E3CCD}" dt="2024-02-22T06:10:20.489" v="151" actId="20577"/>
        <pc:sldMkLst>
          <pc:docMk/>
          <pc:sldMk cId="3310519173" sldId="2147481426"/>
        </pc:sldMkLst>
        <pc:spChg chg="mod">
          <ac:chgData name="Li,Ansu (HP Medicine) BII-CN-S" userId="ec2f8842-dc81-4094-912e-223fc8542a04" providerId="ADAL" clId="{095B9C58-8C3C-41F0-845C-C2969E7E3CCD}" dt="2024-02-22T06:10:20.489" v="151" actId="20577"/>
          <ac:spMkLst>
            <pc:docMk/>
            <pc:sldMk cId="3310519173" sldId="2147481426"/>
            <ac:spMk id="4" creationId="{00000000-0000-0000-0000-000000000000}"/>
          </ac:spMkLst>
        </pc:spChg>
      </pc:sldChg>
      <pc:sldChg chg="modSp mod">
        <pc:chgData name="Li,Ansu (HP Medicine) BII-CN-S" userId="ec2f8842-dc81-4094-912e-223fc8542a04" providerId="ADAL" clId="{095B9C58-8C3C-41F0-845C-C2969E7E3CCD}" dt="2024-02-21T07:04:28.270" v="29" actId="1076"/>
        <pc:sldMkLst>
          <pc:docMk/>
          <pc:sldMk cId="1665562255" sldId="2147481427"/>
        </pc:sldMkLst>
        <pc:spChg chg="mod">
          <ac:chgData name="Li,Ansu (HP Medicine) BII-CN-S" userId="ec2f8842-dc81-4094-912e-223fc8542a04" providerId="ADAL" clId="{095B9C58-8C3C-41F0-845C-C2969E7E3CCD}" dt="2024-02-21T07:04:26.486" v="28" actId="1076"/>
          <ac:spMkLst>
            <pc:docMk/>
            <pc:sldMk cId="1665562255" sldId="2147481427"/>
            <ac:spMk id="29" creationId="{9224C17E-1AA1-4096-A3FD-25D6FD8BA444}"/>
          </ac:spMkLst>
        </pc:spChg>
        <pc:spChg chg="mod">
          <ac:chgData name="Li,Ansu (HP Medicine) BII-CN-S" userId="ec2f8842-dc81-4094-912e-223fc8542a04" providerId="ADAL" clId="{095B9C58-8C3C-41F0-845C-C2969E7E3CCD}" dt="2024-02-21T07:04:28.270" v="29" actId="1076"/>
          <ac:spMkLst>
            <pc:docMk/>
            <pc:sldMk cId="1665562255" sldId="2147481427"/>
            <ac:spMk id="62" creationId="{8DB07CF5-ABA1-4C9B-A9DA-0E66E05CDEC6}"/>
          </ac:spMkLst>
        </pc:spChg>
        <pc:cxnChg chg="mod">
          <ac:chgData name="Li,Ansu (HP Medicine) BII-CN-S" userId="ec2f8842-dc81-4094-912e-223fc8542a04" providerId="ADAL" clId="{095B9C58-8C3C-41F0-845C-C2969E7E3CCD}" dt="2024-02-21T07:04:26.486" v="28" actId="1076"/>
          <ac:cxnSpMkLst>
            <pc:docMk/>
            <pc:sldMk cId="1665562255" sldId="2147481427"/>
            <ac:cxnSpMk id="28" creationId="{9C165100-0114-4167-8FF0-BFF01B293D04}"/>
          </ac:cxnSpMkLst>
        </pc:cxnChg>
      </pc:sldChg>
      <pc:sldChg chg="modSp mod">
        <pc:chgData name="Li,Ansu (HP Medicine) BII-CN-S" userId="ec2f8842-dc81-4094-912e-223fc8542a04" providerId="ADAL" clId="{095B9C58-8C3C-41F0-845C-C2969E7E3CCD}" dt="2024-02-22T07:18:41.798" v="312" actId="20577"/>
        <pc:sldMkLst>
          <pc:docMk/>
          <pc:sldMk cId="743177320" sldId="2147481431"/>
        </pc:sldMkLst>
        <pc:spChg chg="mod">
          <ac:chgData name="Li,Ansu (HP Medicine) BII-CN-S" userId="ec2f8842-dc81-4094-912e-223fc8542a04" providerId="ADAL" clId="{095B9C58-8C3C-41F0-845C-C2969E7E3CCD}" dt="2024-02-22T05:04:28.526" v="127" actId="1037"/>
          <ac:spMkLst>
            <pc:docMk/>
            <pc:sldMk cId="743177320" sldId="2147481431"/>
            <ac:spMk id="7" creationId="{738A70B0-C5E4-DAB4-FB50-FECA75E43C02}"/>
          </ac:spMkLst>
        </pc:spChg>
        <pc:spChg chg="mod">
          <ac:chgData name="Li,Ansu (HP Medicine) BII-CN-S" userId="ec2f8842-dc81-4094-912e-223fc8542a04" providerId="ADAL" clId="{095B9C58-8C3C-41F0-845C-C2969E7E3CCD}" dt="2024-02-22T07:18:41.798" v="312" actId="20577"/>
          <ac:spMkLst>
            <pc:docMk/>
            <pc:sldMk cId="743177320" sldId="2147481431"/>
            <ac:spMk id="16" creationId="{397C50CA-40EC-2B76-5DCF-8E4B0390FC5E}"/>
          </ac:spMkLst>
        </pc:spChg>
        <pc:spChg chg="mod">
          <ac:chgData name="Li,Ansu (HP Medicine) BII-CN-S" userId="ec2f8842-dc81-4094-912e-223fc8542a04" providerId="ADAL" clId="{095B9C58-8C3C-41F0-845C-C2969E7E3CCD}" dt="2024-02-22T05:05:00.464" v="136" actId="1038"/>
          <ac:spMkLst>
            <pc:docMk/>
            <pc:sldMk cId="743177320" sldId="2147481431"/>
            <ac:spMk id="62" creationId="{CD85B817-8531-43FF-BC59-76B1A69AEED5}"/>
          </ac:spMkLst>
        </pc:spChg>
        <pc:spChg chg="mod">
          <ac:chgData name="Li,Ansu (HP Medicine) BII-CN-S" userId="ec2f8842-dc81-4094-912e-223fc8542a04" providerId="ADAL" clId="{095B9C58-8C3C-41F0-845C-C2969E7E3CCD}" dt="2024-02-22T05:05:22.564" v="142" actId="1037"/>
          <ac:spMkLst>
            <pc:docMk/>
            <pc:sldMk cId="743177320" sldId="2147481431"/>
            <ac:spMk id="87" creationId="{CF7FE704-764D-4AC4-9833-EA9B7CE3B57C}"/>
          </ac:spMkLst>
        </pc:spChg>
        <pc:spChg chg="mod">
          <ac:chgData name="Li,Ansu (HP Medicine) BII-CN-S" userId="ec2f8842-dc81-4094-912e-223fc8542a04" providerId="ADAL" clId="{095B9C58-8C3C-41F0-845C-C2969E7E3CCD}" dt="2024-02-22T05:05:22.564" v="142" actId="1037"/>
          <ac:spMkLst>
            <pc:docMk/>
            <pc:sldMk cId="743177320" sldId="2147481431"/>
            <ac:spMk id="89" creationId="{632FAAF9-D9F3-439F-8B60-C81840F8867A}"/>
          </ac:spMkLst>
        </pc:spChg>
        <pc:spChg chg="mod">
          <ac:chgData name="Li,Ansu (HP Medicine) BII-CN-S" userId="ec2f8842-dc81-4094-912e-223fc8542a04" providerId="ADAL" clId="{095B9C58-8C3C-41F0-845C-C2969E7E3CCD}" dt="2024-02-22T05:05:04.515" v="137" actId="14100"/>
          <ac:spMkLst>
            <pc:docMk/>
            <pc:sldMk cId="743177320" sldId="2147481431"/>
            <ac:spMk id="142" creationId="{13BBD805-6B4E-49B8-8A28-7FC80412D5B3}"/>
          </ac:spMkLst>
        </pc:spChg>
        <pc:spChg chg="mod">
          <ac:chgData name="Li,Ansu (HP Medicine) BII-CN-S" userId="ec2f8842-dc81-4094-912e-223fc8542a04" providerId="ADAL" clId="{095B9C58-8C3C-41F0-845C-C2969E7E3CCD}" dt="2024-02-22T05:05:00.464" v="136" actId="1038"/>
          <ac:spMkLst>
            <pc:docMk/>
            <pc:sldMk cId="743177320" sldId="2147481431"/>
            <ac:spMk id="145" creationId="{FF2EE900-EF38-4A20-8571-F11FC61C771A}"/>
          </ac:spMkLst>
        </pc:spChg>
        <pc:cxnChg chg="mod">
          <ac:chgData name="Li,Ansu (HP Medicine) BII-CN-S" userId="ec2f8842-dc81-4094-912e-223fc8542a04" providerId="ADAL" clId="{095B9C58-8C3C-41F0-845C-C2969E7E3CCD}" dt="2024-02-22T05:04:28.526" v="127" actId="1037"/>
          <ac:cxnSpMkLst>
            <pc:docMk/>
            <pc:sldMk cId="743177320" sldId="2147481431"/>
            <ac:cxnSpMk id="20" creationId="{AA32F3B2-8CC4-4858-46F3-72CB3AB63665}"/>
          </ac:cxnSpMkLst>
        </pc:cxnChg>
      </pc:sldChg>
      <pc:sldChg chg="modSp mod">
        <pc:chgData name="Li,Ansu (HP Medicine) BII-CN-S" userId="ec2f8842-dc81-4094-912e-223fc8542a04" providerId="ADAL" clId="{095B9C58-8C3C-41F0-845C-C2969E7E3CCD}" dt="2024-02-22T07:18:57.999" v="315" actId="108"/>
        <pc:sldMkLst>
          <pc:docMk/>
          <pc:sldMk cId="999878928" sldId="2147481432"/>
        </pc:sldMkLst>
        <pc:spChg chg="mod">
          <ac:chgData name="Li,Ansu (HP Medicine) BII-CN-S" userId="ec2f8842-dc81-4094-912e-223fc8542a04" providerId="ADAL" clId="{095B9C58-8C3C-41F0-845C-C2969E7E3CCD}" dt="2024-02-22T07:18:57.999" v="315" actId="108"/>
          <ac:spMkLst>
            <pc:docMk/>
            <pc:sldMk cId="999878928" sldId="2147481432"/>
            <ac:spMk id="90" creationId="{9466DE8F-DCCC-4688-AD54-68172F2C8E9F}"/>
          </ac:spMkLst>
        </pc:spChg>
        <pc:grpChg chg="mod">
          <ac:chgData name="Li,Ansu (HP Medicine) BII-CN-S" userId="ec2f8842-dc81-4094-912e-223fc8542a04" providerId="ADAL" clId="{095B9C58-8C3C-41F0-845C-C2969E7E3CCD}" dt="2024-02-22T05:05:42.973" v="147" actId="1036"/>
          <ac:grpSpMkLst>
            <pc:docMk/>
            <pc:sldMk cId="999878928" sldId="2147481432"/>
            <ac:grpSpMk id="7" creationId="{81D3D4A1-DB3F-B9DD-49F1-7C971D8DE7AF}"/>
          </ac:grpSpMkLst>
        </pc:grpChg>
      </pc:sldChg>
    </pc:docChg>
  </pc:docChgLst>
  <pc:docChgLst>
    <pc:chgData name="Lu,Yixin (MED CD&amp;O) BII-CN-S" userId="S::yixin.lu@boehringer-ingelheim.com::6055c963-f18b-4b43-9f26-62c3b4c5f854" providerId="AD" clId="Web-{9744E723-B0A8-0681-0262-07F7CE6450FA}"/>
    <pc:docChg chg="">
      <pc:chgData name="Lu,Yixin (MED CD&amp;O) BII-CN-S" userId="S::yixin.lu@boehringer-ingelheim.com::6055c963-f18b-4b43-9f26-62c3b4c5f854" providerId="AD" clId="Web-{9744E723-B0A8-0681-0262-07F7CE6450FA}" dt="2023-02-13T01:46:01.491" v="0"/>
      <pc:docMkLst>
        <pc:docMk/>
      </pc:docMkLst>
      <pc:sldChg chg="addCm">
        <pc:chgData name="Lu,Yixin (MED CD&amp;O) BII-CN-S" userId="S::yixin.lu@boehringer-ingelheim.com::6055c963-f18b-4b43-9f26-62c3b4c5f854" providerId="AD" clId="Web-{9744E723-B0A8-0681-0262-07F7CE6450FA}" dt="2023-02-13T01:46:01.491" v="0"/>
        <pc:sldMkLst>
          <pc:docMk/>
          <pc:sldMk cId="4049709740" sldId="2147471186"/>
        </pc:sldMkLst>
      </pc:sldChg>
    </pc:docChg>
  </pc:docChgLst>
  <pc:docChgLst>
    <pc:chgData name="Zhao,Qian (MED CD&amp;O) BII-CN-S" userId="S::qian_3.zhao@boehringer-ingelheim.com::e5f2fa0e-800e-4e03-b8e2-beea36a7bf3b" providerId="AD" clId="Web-{9572CAE9-A17D-DE3F-9D0B-C72FA465E114}"/>
    <pc:docChg chg="modSld">
      <pc:chgData name="Zhao,Qian (MED CD&amp;O) BII-CN-S" userId="S::qian_3.zhao@boehringer-ingelheim.com::e5f2fa0e-800e-4e03-b8e2-beea36a7bf3b" providerId="AD" clId="Web-{9572CAE9-A17D-DE3F-9D0B-C72FA465E114}" dt="2023-11-13T02:06:32.891" v="12" actId="20577"/>
      <pc:docMkLst>
        <pc:docMk/>
      </pc:docMkLst>
      <pc:sldChg chg="modSp">
        <pc:chgData name="Zhao,Qian (MED CD&amp;O) BII-CN-S" userId="S::qian_3.zhao@boehringer-ingelheim.com::e5f2fa0e-800e-4e03-b8e2-beea36a7bf3b" providerId="AD" clId="Web-{9572CAE9-A17D-DE3F-9D0B-C72FA465E114}" dt="2023-11-13T02:06:32.891" v="12" actId="20577"/>
        <pc:sldMkLst>
          <pc:docMk/>
          <pc:sldMk cId="2549160259" sldId="2147475005"/>
        </pc:sldMkLst>
        <pc:spChg chg="mod">
          <ac:chgData name="Zhao,Qian (MED CD&amp;O) BII-CN-S" userId="S::qian_3.zhao@boehringer-ingelheim.com::e5f2fa0e-800e-4e03-b8e2-beea36a7bf3b" providerId="AD" clId="Web-{9572CAE9-A17D-DE3F-9D0B-C72FA465E114}" dt="2023-11-13T02:06:32.891" v="12" actId="20577"/>
          <ac:spMkLst>
            <pc:docMk/>
            <pc:sldMk cId="2549160259" sldId="2147475005"/>
            <ac:spMk id="5" creationId="{23DB86F8-60A0-6A56-DC74-D2994B3B6CA9}"/>
          </ac:spMkLst>
        </pc:spChg>
        <pc:spChg chg="mod">
          <ac:chgData name="Zhao,Qian (MED CD&amp;O) BII-CN-S" userId="S::qian_3.zhao@boehringer-ingelheim.com::e5f2fa0e-800e-4e03-b8e2-beea36a7bf3b" providerId="AD" clId="Web-{9572CAE9-A17D-DE3F-9D0B-C72FA465E114}" dt="2023-11-13T02:04:57.452" v="2" actId="20577"/>
          <ac:spMkLst>
            <pc:docMk/>
            <pc:sldMk cId="2549160259" sldId="2147475005"/>
            <ac:spMk id="75" creationId="{23E443ED-C91E-4425-963C-DB47A7F0B19C}"/>
          </ac:spMkLst>
        </pc:spChg>
      </pc:sldChg>
    </pc:docChg>
  </pc:docChgLst>
  <pc:docChgLst>
    <pc:chgData name="Shi,Cherry (HP Medicine) BII-CN-S" userId="S::cherry.shi@boehringer-ingelheim.com::d1fa847a-fc45-456f-9c70-a123cc9ed61e" providerId="AD" clId="Web-{16A24038-BA3E-7F05-E868-55EDCE22D8C3}"/>
    <pc:docChg chg="modSld">
      <pc:chgData name="Shi,Cherry (HP Medicine) BII-CN-S" userId="S::cherry.shi@boehringer-ingelheim.com::d1fa847a-fc45-456f-9c70-a123cc9ed61e" providerId="AD" clId="Web-{16A24038-BA3E-7F05-E868-55EDCE22D8C3}" dt="2023-03-14T06:39:12.371" v="1" actId="14100"/>
      <pc:docMkLst>
        <pc:docMk/>
      </pc:docMkLst>
      <pc:sldChg chg="modSp">
        <pc:chgData name="Shi,Cherry (HP Medicine) BII-CN-S" userId="S::cherry.shi@boehringer-ingelheim.com::d1fa847a-fc45-456f-9c70-a123cc9ed61e" providerId="AD" clId="Web-{16A24038-BA3E-7F05-E868-55EDCE22D8C3}" dt="2023-03-14T06:39:12.371" v="1" actId="14100"/>
        <pc:sldMkLst>
          <pc:docMk/>
          <pc:sldMk cId="2064789201" sldId="2147471168"/>
        </pc:sldMkLst>
        <pc:spChg chg="mod">
          <ac:chgData name="Shi,Cherry (HP Medicine) BII-CN-S" userId="S::cherry.shi@boehringer-ingelheim.com::d1fa847a-fc45-456f-9c70-a123cc9ed61e" providerId="AD" clId="Web-{16A24038-BA3E-7F05-E868-55EDCE22D8C3}" dt="2023-03-14T06:39:12.371" v="1" actId="14100"/>
          <ac:spMkLst>
            <pc:docMk/>
            <pc:sldMk cId="2064789201" sldId="2147471168"/>
            <ac:spMk id="41" creationId="{80672632-5059-4D01-BB59-096554D9CD3A}"/>
          </ac:spMkLst>
        </pc:spChg>
      </pc:sldChg>
    </pc:docChg>
  </pc:docChgLst>
  <pc:docChgLst>
    <pc:chgData name="Lin,Julia (MED CD&amp;O) BI-TW-T" userId="S::julia.lin@boehringer-ingelheim.com::2407819e-49bf-4c7b-96f7-ea5422769517" providerId="AD" clId="Web-{C1DF5F50-F29D-BAC5-8274-345A95E2A75D}"/>
    <pc:docChg chg="modSld">
      <pc:chgData name="Lin,Julia (MED CD&amp;O) BI-TW-T" userId="S::julia.lin@boehringer-ingelheim.com::2407819e-49bf-4c7b-96f7-ea5422769517" providerId="AD" clId="Web-{C1DF5F50-F29D-BAC5-8274-345A95E2A75D}" dt="2023-10-11T06:53:51.706" v="1" actId="20577"/>
      <pc:docMkLst>
        <pc:docMk/>
      </pc:docMkLst>
      <pc:sldChg chg="modSp">
        <pc:chgData name="Lin,Julia (MED CD&amp;O) BI-TW-T" userId="S::julia.lin@boehringer-ingelheim.com::2407819e-49bf-4c7b-96f7-ea5422769517" providerId="AD" clId="Web-{C1DF5F50-F29D-BAC5-8274-345A95E2A75D}" dt="2023-10-11T06:53:51.706" v="1" actId="20577"/>
        <pc:sldMkLst>
          <pc:docMk/>
          <pc:sldMk cId="1692118248" sldId="2147474241"/>
        </pc:sldMkLst>
        <pc:spChg chg="mod">
          <ac:chgData name="Lin,Julia (MED CD&amp;O) BI-TW-T" userId="S::julia.lin@boehringer-ingelheim.com::2407819e-49bf-4c7b-96f7-ea5422769517" providerId="AD" clId="Web-{C1DF5F50-F29D-BAC5-8274-345A95E2A75D}" dt="2023-10-11T06:53:51.706" v="1" actId="20577"/>
          <ac:spMkLst>
            <pc:docMk/>
            <pc:sldMk cId="1692118248" sldId="2147474241"/>
            <ac:spMk id="10" creationId="{F4C6B61C-982F-46D1-BDD3-32EC9C1D272D}"/>
          </ac:spMkLst>
        </pc:spChg>
      </pc:sldChg>
    </pc:docChg>
  </pc:docChgLst>
  <pc:docChgLst>
    <pc:chgData name="Shiruo" userId="48b801ce-80b8-42d3-931b-2dcaf726016f" providerId="ADAL" clId="{59AF1488-DA78-41D9-8112-D82D893069BF}"/>
    <pc:docChg chg="undo custSel addSld modSld">
      <pc:chgData name="Shiruo" userId="48b801ce-80b8-42d3-931b-2dcaf726016f" providerId="ADAL" clId="{59AF1488-DA78-41D9-8112-D82D893069BF}" dt="2022-10-10T06:49:28.169" v="1048" actId="20577"/>
      <pc:docMkLst>
        <pc:docMk/>
      </pc:docMkLst>
      <pc:sldChg chg="modSp mod">
        <pc:chgData name="Shiruo" userId="48b801ce-80b8-42d3-931b-2dcaf726016f" providerId="ADAL" clId="{59AF1488-DA78-41D9-8112-D82D893069BF}" dt="2022-10-10T06:42:21.163" v="848" actId="113"/>
        <pc:sldMkLst>
          <pc:docMk/>
          <pc:sldMk cId="2876164168" sldId="2147377296"/>
        </pc:sldMkLst>
        <pc:spChg chg="mod">
          <ac:chgData name="Shiruo" userId="48b801ce-80b8-42d3-931b-2dcaf726016f" providerId="ADAL" clId="{59AF1488-DA78-41D9-8112-D82D893069BF}" dt="2022-10-10T06:14:48.293" v="768" actId="1076"/>
          <ac:spMkLst>
            <pc:docMk/>
            <pc:sldMk cId="2876164168" sldId="2147377296"/>
            <ac:spMk id="3" creationId="{3459BA77-53B0-44C3-8E58-DE884978B5E5}"/>
          </ac:spMkLst>
        </pc:spChg>
        <pc:graphicFrameChg chg="mod modGraphic">
          <ac:chgData name="Shiruo" userId="48b801ce-80b8-42d3-931b-2dcaf726016f" providerId="ADAL" clId="{59AF1488-DA78-41D9-8112-D82D893069BF}" dt="2022-10-10T06:42:21.163" v="848" actId="113"/>
          <ac:graphicFrameMkLst>
            <pc:docMk/>
            <pc:sldMk cId="2876164168" sldId="2147377296"/>
            <ac:graphicFrameMk id="4" creationId="{CE4F806A-756F-4BE6-8340-EB8D9CD7A174}"/>
          </ac:graphicFrameMkLst>
        </pc:graphicFrameChg>
      </pc:sldChg>
      <pc:sldChg chg="modSp mod">
        <pc:chgData name="Shiruo" userId="48b801ce-80b8-42d3-931b-2dcaf726016f" providerId="ADAL" clId="{59AF1488-DA78-41D9-8112-D82D893069BF}" dt="2022-10-10T06:36:05.282" v="847" actId="5793"/>
        <pc:sldMkLst>
          <pc:docMk/>
          <pc:sldMk cId="3191557910" sldId="2147377304"/>
        </pc:sldMkLst>
        <pc:spChg chg="mod">
          <ac:chgData name="Shiruo" userId="48b801ce-80b8-42d3-931b-2dcaf726016f" providerId="ADAL" clId="{59AF1488-DA78-41D9-8112-D82D893069BF}" dt="2022-10-10T05:58:41.474" v="85" actId="20577"/>
          <ac:spMkLst>
            <pc:docMk/>
            <pc:sldMk cId="3191557910" sldId="2147377304"/>
            <ac:spMk id="4" creationId="{F9B88E47-A0BF-4004-846A-CFCCF7D3F419}"/>
          </ac:spMkLst>
        </pc:spChg>
        <pc:spChg chg="mod">
          <ac:chgData name="Shiruo" userId="48b801ce-80b8-42d3-931b-2dcaf726016f" providerId="ADAL" clId="{59AF1488-DA78-41D9-8112-D82D893069BF}" dt="2022-10-10T05:59:13.844" v="125" actId="20577"/>
          <ac:spMkLst>
            <pc:docMk/>
            <pc:sldMk cId="3191557910" sldId="2147377304"/>
            <ac:spMk id="6" creationId="{BE50FAB9-5EAA-4F37-B6AA-DD9B40B9BC4C}"/>
          </ac:spMkLst>
        </pc:spChg>
        <pc:spChg chg="mod">
          <ac:chgData name="Shiruo" userId="48b801ce-80b8-42d3-931b-2dcaf726016f" providerId="ADAL" clId="{59AF1488-DA78-41D9-8112-D82D893069BF}" dt="2022-10-10T05:57:13.519" v="41" actId="1076"/>
          <ac:spMkLst>
            <pc:docMk/>
            <pc:sldMk cId="3191557910" sldId="2147377304"/>
            <ac:spMk id="34" creationId="{00000000-0000-0000-0000-000000000000}"/>
          </ac:spMkLst>
        </pc:spChg>
        <pc:spChg chg="mod">
          <ac:chgData name="Shiruo" userId="48b801ce-80b8-42d3-931b-2dcaf726016f" providerId="ADAL" clId="{59AF1488-DA78-41D9-8112-D82D893069BF}" dt="2022-10-10T06:36:05.282" v="847" actId="5793"/>
          <ac:spMkLst>
            <pc:docMk/>
            <pc:sldMk cId="3191557910" sldId="2147377304"/>
            <ac:spMk id="108" creationId="{12A7F9D2-6D6E-41A0-A69A-682063431172}"/>
          </ac:spMkLst>
        </pc:spChg>
        <pc:spChg chg="mod">
          <ac:chgData name="Shiruo" userId="48b801ce-80b8-42d3-931b-2dcaf726016f" providerId="ADAL" clId="{59AF1488-DA78-41D9-8112-D82D893069BF}" dt="2022-10-10T05:57:30.261" v="47" actId="14100"/>
          <ac:spMkLst>
            <pc:docMk/>
            <pc:sldMk cId="3191557910" sldId="2147377304"/>
            <ac:spMk id="116" creationId="{A7B1E1DE-8395-43D7-A132-05F89863AC62}"/>
          </ac:spMkLst>
        </pc:spChg>
      </pc:sldChg>
      <pc:sldChg chg="addSp modSp new mod">
        <pc:chgData name="Shiruo" userId="48b801ce-80b8-42d3-931b-2dcaf726016f" providerId="ADAL" clId="{59AF1488-DA78-41D9-8112-D82D893069BF}" dt="2022-10-10T06:49:28.169" v="1048" actId="20577"/>
        <pc:sldMkLst>
          <pc:docMk/>
          <pc:sldMk cId="241983310" sldId="2147377327"/>
        </pc:sldMkLst>
        <pc:spChg chg="mod">
          <ac:chgData name="Shiruo" userId="48b801ce-80b8-42d3-931b-2dcaf726016f" providerId="ADAL" clId="{59AF1488-DA78-41D9-8112-D82D893069BF}" dt="2022-10-10T06:04:13.225" v="346" actId="20577"/>
          <ac:spMkLst>
            <pc:docMk/>
            <pc:sldMk cId="241983310" sldId="2147377327"/>
            <ac:spMk id="3" creationId="{4B2A363A-BD93-423D-A7B7-E319EDAE6CA9}"/>
          </ac:spMkLst>
        </pc:spChg>
        <pc:spChg chg="add mod">
          <ac:chgData name="Shiruo" userId="48b801ce-80b8-42d3-931b-2dcaf726016f" providerId="ADAL" clId="{59AF1488-DA78-41D9-8112-D82D893069BF}" dt="2022-10-10T06:43:19.473" v="853" actId="20577"/>
          <ac:spMkLst>
            <pc:docMk/>
            <pc:sldMk cId="241983310" sldId="2147377327"/>
            <ac:spMk id="4" creationId="{9F769DAD-F46E-4CB1-9B92-BE44B9F17DD5}"/>
          </ac:spMkLst>
        </pc:spChg>
        <pc:spChg chg="add mod">
          <ac:chgData name="Shiruo" userId="48b801ce-80b8-42d3-931b-2dcaf726016f" providerId="ADAL" clId="{59AF1488-DA78-41D9-8112-D82D893069BF}" dt="2022-10-10T06:49:28.169" v="1048" actId="20577"/>
          <ac:spMkLst>
            <pc:docMk/>
            <pc:sldMk cId="241983310" sldId="2147377327"/>
            <ac:spMk id="6" creationId="{0DB3D025-EF52-46D4-8533-052050DEC32B}"/>
          </ac:spMkLst>
        </pc:spChg>
        <pc:graphicFrameChg chg="add mod modGraphic">
          <ac:chgData name="Shiruo" userId="48b801ce-80b8-42d3-931b-2dcaf726016f" providerId="ADAL" clId="{59AF1488-DA78-41D9-8112-D82D893069BF}" dt="2022-10-10T06:48:13.630" v="957" actId="20578"/>
          <ac:graphicFrameMkLst>
            <pc:docMk/>
            <pc:sldMk cId="241983310" sldId="2147377327"/>
            <ac:graphicFrameMk id="5" creationId="{B14F0F24-905B-41A6-92CA-632635620CA6}"/>
          </ac:graphicFrameMkLst>
        </pc:graphicFrameChg>
      </pc:sldChg>
    </pc:docChg>
  </pc:docChgLst>
  <pc:docChgLst>
    <pc:chgData name="Li,Yuting (HP Medicine) BII-CN-S" userId="ce8fbb54-122c-426d-b8da-fdcc5e1b5022" providerId="ADAL" clId="{CB3A70C5-91AB-445A-855E-34351FC0AE15}"/>
    <pc:docChg chg="undo custSel modSld sldOrd">
      <pc:chgData name="Li,Yuting (HP Medicine) BII-CN-S" userId="ce8fbb54-122c-426d-b8da-fdcc5e1b5022" providerId="ADAL" clId="{CB3A70C5-91AB-445A-855E-34351FC0AE15}" dt="2022-11-20T07:43:06.565" v="834" actId="20577"/>
      <pc:docMkLst>
        <pc:docMk/>
      </pc:docMkLst>
      <pc:sldChg chg="delSp mod">
        <pc:chgData name="Li,Yuting (HP Medicine) BII-CN-S" userId="ce8fbb54-122c-426d-b8da-fdcc5e1b5022" providerId="ADAL" clId="{CB3A70C5-91AB-445A-855E-34351FC0AE15}" dt="2022-11-06T04:58:07.384" v="139" actId="478"/>
        <pc:sldMkLst>
          <pc:docMk/>
          <pc:sldMk cId="592895313" sldId="2147377180"/>
        </pc:sldMkLst>
        <pc:spChg chg="del">
          <ac:chgData name="Li,Yuting (HP Medicine) BII-CN-S" userId="ce8fbb54-122c-426d-b8da-fdcc5e1b5022" providerId="ADAL" clId="{CB3A70C5-91AB-445A-855E-34351FC0AE15}" dt="2022-11-06T04:57:57.136" v="137" actId="478"/>
          <ac:spMkLst>
            <pc:docMk/>
            <pc:sldMk cId="592895313" sldId="2147377180"/>
            <ac:spMk id="2" creationId="{E873FE29-82A5-4786-ADC4-9CB77E313698}"/>
          </ac:spMkLst>
        </pc:spChg>
        <pc:spChg chg="del">
          <ac:chgData name="Li,Yuting (HP Medicine) BII-CN-S" userId="ce8fbb54-122c-426d-b8da-fdcc5e1b5022" providerId="ADAL" clId="{CB3A70C5-91AB-445A-855E-34351FC0AE15}" dt="2022-11-06T04:58:01.617" v="138" actId="478"/>
          <ac:spMkLst>
            <pc:docMk/>
            <pc:sldMk cId="592895313" sldId="2147377180"/>
            <ac:spMk id="7" creationId="{9DBDCC91-19FD-48CE-8906-23CCD87DAF59}"/>
          </ac:spMkLst>
        </pc:spChg>
        <pc:spChg chg="del">
          <ac:chgData name="Li,Yuting (HP Medicine) BII-CN-S" userId="ce8fbb54-122c-426d-b8da-fdcc5e1b5022" providerId="ADAL" clId="{CB3A70C5-91AB-445A-855E-34351FC0AE15}" dt="2022-11-06T04:58:07.384" v="139" actId="478"/>
          <ac:spMkLst>
            <pc:docMk/>
            <pc:sldMk cId="592895313" sldId="2147377180"/>
            <ac:spMk id="11" creationId="{4B5AB2DC-DFFB-4615-A6B1-8A1DA96D4D10}"/>
          </ac:spMkLst>
        </pc:spChg>
      </pc:sldChg>
      <pc:sldChg chg="modSp mod ord">
        <pc:chgData name="Li,Yuting (HP Medicine) BII-CN-S" userId="ce8fbb54-122c-426d-b8da-fdcc5e1b5022" providerId="ADAL" clId="{CB3A70C5-91AB-445A-855E-34351FC0AE15}" dt="2022-11-08T01:30:30.470" v="816"/>
        <pc:sldMkLst>
          <pc:docMk/>
          <pc:sldMk cId="2295491106" sldId="2147377288"/>
        </pc:sldMkLst>
        <pc:spChg chg="mod">
          <ac:chgData name="Li,Yuting (HP Medicine) BII-CN-S" userId="ce8fbb54-122c-426d-b8da-fdcc5e1b5022" providerId="ADAL" clId="{CB3A70C5-91AB-445A-855E-34351FC0AE15}" dt="2022-11-06T04:11:30.702" v="132" actId="20577"/>
          <ac:spMkLst>
            <pc:docMk/>
            <pc:sldMk cId="2295491106" sldId="2147377288"/>
            <ac:spMk id="52" creationId="{C37AB0AB-396A-4A09-A640-7C9D33588A3C}"/>
          </ac:spMkLst>
        </pc:spChg>
      </pc:sldChg>
      <pc:sldChg chg="addSp delSp modSp mod">
        <pc:chgData name="Li,Yuting (HP Medicine) BII-CN-S" userId="ce8fbb54-122c-426d-b8da-fdcc5e1b5022" providerId="ADAL" clId="{CB3A70C5-91AB-445A-855E-34351FC0AE15}" dt="2022-11-20T07:43:06.565" v="834" actId="20577"/>
        <pc:sldMkLst>
          <pc:docMk/>
          <pc:sldMk cId="1590028121" sldId="2147377295"/>
        </pc:sldMkLst>
        <pc:spChg chg="del mod">
          <ac:chgData name="Li,Yuting (HP Medicine) BII-CN-S" userId="ce8fbb54-122c-426d-b8da-fdcc5e1b5022" providerId="ADAL" clId="{CB3A70C5-91AB-445A-855E-34351FC0AE15}" dt="2022-11-07T08:35:40.224" v="273" actId="478"/>
          <ac:spMkLst>
            <pc:docMk/>
            <pc:sldMk cId="1590028121" sldId="2147377295"/>
            <ac:spMk id="2" creationId="{7F542366-1C3D-41C3-84C5-20B0CB8725BF}"/>
          </ac:spMkLst>
        </pc:spChg>
        <pc:spChg chg="add del mod">
          <ac:chgData name="Li,Yuting (HP Medicine) BII-CN-S" userId="ce8fbb54-122c-426d-b8da-fdcc5e1b5022" providerId="ADAL" clId="{CB3A70C5-91AB-445A-855E-34351FC0AE15}" dt="2022-11-07T13:25:16.611" v="436" actId="478"/>
          <ac:spMkLst>
            <pc:docMk/>
            <pc:sldMk cId="1590028121" sldId="2147377295"/>
            <ac:spMk id="4" creationId="{892DEC9A-B14C-4118-A44A-5FD4F581E1AA}"/>
          </ac:spMkLst>
        </pc:spChg>
        <pc:spChg chg="add del mod">
          <ac:chgData name="Li,Yuting (HP Medicine) BII-CN-S" userId="ce8fbb54-122c-426d-b8da-fdcc5e1b5022" providerId="ADAL" clId="{CB3A70C5-91AB-445A-855E-34351FC0AE15}" dt="2022-11-07T13:33:03.575" v="508" actId="478"/>
          <ac:spMkLst>
            <pc:docMk/>
            <pc:sldMk cId="1590028121" sldId="2147377295"/>
            <ac:spMk id="5" creationId="{6C29B26F-D9B7-4A30-AD40-7458AE98DEE2}"/>
          </ac:spMkLst>
        </pc:spChg>
        <pc:spChg chg="mod">
          <ac:chgData name="Li,Yuting (HP Medicine) BII-CN-S" userId="ce8fbb54-122c-426d-b8da-fdcc5e1b5022" providerId="ADAL" clId="{CB3A70C5-91AB-445A-855E-34351FC0AE15}" dt="2022-11-07T13:26:17.068" v="438" actId="1076"/>
          <ac:spMkLst>
            <pc:docMk/>
            <pc:sldMk cId="1590028121" sldId="2147377295"/>
            <ac:spMk id="7" creationId="{00000000-0000-0000-0000-000000000000}"/>
          </ac:spMkLst>
        </pc:spChg>
        <pc:spChg chg="del mod">
          <ac:chgData name="Li,Yuting (HP Medicine) BII-CN-S" userId="ce8fbb54-122c-426d-b8da-fdcc5e1b5022" providerId="ADAL" clId="{CB3A70C5-91AB-445A-855E-34351FC0AE15}" dt="2022-11-07T08:35:46.063" v="278" actId="478"/>
          <ac:spMkLst>
            <pc:docMk/>
            <pc:sldMk cId="1590028121" sldId="2147377295"/>
            <ac:spMk id="9" creationId="{DFD8270D-1899-48F4-965D-50783101C279}"/>
          </ac:spMkLst>
        </pc:spChg>
        <pc:spChg chg="del mod">
          <ac:chgData name="Li,Yuting (HP Medicine) BII-CN-S" userId="ce8fbb54-122c-426d-b8da-fdcc5e1b5022" providerId="ADAL" clId="{CB3A70C5-91AB-445A-855E-34351FC0AE15}" dt="2022-11-07T08:35:45.099" v="277" actId="478"/>
          <ac:spMkLst>
            <pc:docMk/>
            <pc:sldMk cId="1590028121" sldId="2147377295"/>
            <ac:spMk id="11" creationId="{6B753D0C-B9BF-4AF8-BC31-E7E6B0E04C2F}"/>
          </ac:spMkLst>
        </pc:spChg>
        <pc:spChg chg="del mod">
          <ac:chgData name="Li,Yuting (HP Medicine) BII-CN-S" userId="ce8fbb54-122c-426d-b8da-fdcc5e1b5022" providerId="ADAL" clId="{CB3A70C5-91AB-445A-855E-34351FC0AE15}" dt="2022-11-07T08:35:47.174" v="279" actId="478"/>
          <ac:spMkLst>
            <pc:docMk/>
            <pc:sldMk cId="1590028121" sldId="2147377295"/>
            <ac:spMk id="12" creationId="{F7B5D372-9AE9-4FE1-A520-A9B59403C08C}"/>
          </ac:spMkLst>
        </pc:spChg>
        <pc:spChg chg="del mod">
          <ac:chgData name="Li,Yuting (HP Medicine) BII-CN-S" userId="ce8fbb54-122c-426d-b8da-fdcc5e1b5022" providerId="ADAL" clId="{CB3A70C5-91AB-445A-855E-34351FC0AE15}" dt="2022-11-07T08:35:42.708" v="275" actId="478"/>
          <ac:spMkLst>
            <pc:docMk/>
            <pc:sldMk cId="1590028121" sldId="2147377295"/>
            <ac:spMk id="13" creationId="{C5B24D82-55E1-43E9-8F23-3CE48F96C512}"/>
          </ac:spMkLst>
        </pc:spChg>
        <pc:spChg chg="del mod">
          <ac:chgData name="Li,Yuting (HP Medicine) BII-CN-S" userId="ce8fbb54-122c-426d-b8da-fdcc5e1b5022" providerId="ADAL" clId="{CB3A70C5-91AB-445A-855E-34351FC0AE15}" dt="2022-11-07T08:35:41.826" v="274" actId="478"/>
          <ac:spMkLst>
            <pc:docMk/>
            <pc:sldMk cId="1590028121" sldId="2147377295"/>
            <ac:spMk id="14" creationId="{57B5CF18-2F2A-4D09-9DBD-B16F319BB922}"/>
          </ac:spMkLst>
        </pc:spChg>
        <pc:spChg chg="del mod">
          <ac:chgData name="Li,Yuting (HP Medicine) BII-CN-S" userId="ce8fbb54-122c-426d-b8da-fdcc5e1b5022" providerId="ADAL" clId="{CB3A70C5-91AB-445A-855E-34351FC0AE15}" dt="2022-11-07T08:35:44.108" v="276" actId="478"/>
          <ac:spMkLst>
            <pc:docMk/>
            <pc:sldMk cId="1590028121" sldId="2147377295"/>
            <ac:spMk id="15" creationId="{3125B36A-2E15-4DB7-8E7B-9A6C78EBAEEF}"/>
          </ac:spMkLst>
        </pc:spChg>
        <pc:spChg chg="mod">
          <ac:chgData name="Li,Yuting (HP Medicine) BII-CN-S" userId="ce8fbb54-122c-426d-b8da-fdcc5e1b5022" providerId="ADAL" clId="{CB3A70C5-91AB-445A-855E-34351FC0AE15}" dt="2022-11-07T08:35:33.620" v="272"/>
          <ac:spMkLst>
            <pc:docMk/>
            <pc:sldMk cId="1590028121" sldId="2147377295"/>
            <ac:spMk id="17" creationId="{62B6E203-676C-4E4D-8C00-AE1D7A89656A}"/>
          </ac:spMkLst>
        </pc:spChg>
        <pc:spChg chg="mod">
          <ac:chgData name="Li,Yuting (HP Medicine) BII-CN-S" userId="ce8fbb54-122c-426d-b8da-fdcc5e1b5022" providerId="ADAL" clId="{CB3A70C5-91AB-445A-855E-34351FC0AE15}" dt="2022-11-07T08:35:33.620" v="272"/>
          <ac:spMkLst>
            <pc:docMk/>
            <pc:sldMk cId="1590028121" sldId="2147377295"/>
            <ac:spMk id="18" creationId="{027B5E6F-74D8-42DC-AFFD-3763F5DCB79A}"/>
          </ac:spMkLst>
        </pc:spChg>
        <pc:spChg chg="mod">
          <ac:chgData name="Li,Yuting (HP Medicine) BII-CN-S" userId="ce8fbb54-122c-426d-b8da-fdcc5e1b5022" providerId="ADAL" clId="{CB3A70C5-91AB-445A-855E-34351FC0AE15}" dt="2022-11-07T08:35:33.620" v="272"/>
          <ac:spMkLst>
            <pc:docMk/>
            <pc:sldMk cId="1590028121" sldId="2147377295"/>
            <ac:spMk id="19" creationId="{8B347624-7A6D-49C5-A0C1-0C077CF433E9}"/>
          </ac:spMkLst>
        </pc:spChg>
        <pc:spChg chg="mod">
          <ac:chgData name="Li,Yuting (HP Medicine) BII-CN-S" userId="ce8fbb54-122c-426d-b8da-fdcc5e1b5022" providerId="ADAL" clId="{CB3A70C5-91AB-445A-855E-34351FC0AE15}" dt="2022-11-07T08:35:33.620" v="272"/>
          <ac:spMkLst>
            <pc:docMk/>
            <pc:sldMk cId="1590028121" sldId="2147377295"/>
            <ac:spMk id="20" creationId="{442DAE15-AAF0-41D5-87E2-2E384B8D4005}"/>
          </ac:spMkLst>
        </pc:spChg>
        <pc:spChg chg="mod">
          <ac:chgData name="Li,Yuting (HP Medicine) BII-CN-S" userId="ce8fbb54-122c-426d-b8da-fdcc5e1b5022" providerId="ADAL" clId="{CB3A70C5-91AB-445A-855E-34351FC0AE15}" dt="2022-11-07T08:35:33.620" v="272"/>
          <ac:spMkLst>
            <pc:docMk/>
            <pc:sldMk cId="1590028121" sldId="2147377295"/>
            <ac:spMk id="21" creationId="{B46731AF-10A3-4748-9463-247B7DEC4963}"/>
          </ac:spMkLst>
        </pc:spChg>
        <pc:spChg chg="mod">
          <ac:chgData name="Li,Yuting (HP Medicine) BII-CN-S" userId="ce8fbb54-122c-426d-b8da-fdcc5e1b5022" providerId="ADAL" clId="{CB3A70C5-91AB-445A-855E-34351FC0AE15}" dt="2022-11-07T08:35:33.620" v="272"/>
          <ac:spMkLst>
            <pc:docMk/>
            <pc:sldMk cId="1590028121" sldId="2147377295"/>
            <ac:spMk id="22" creationId="{48EC2FC3-8256-4BA8-AFB9-0C0F2B45F8BE}"/>
          </ac:spMkLst>
        </pc:spChg>
        <pc:spChg chg="add mod">
          <ac:chgData name="Li,Yuting (HP Medicine) BII-CN-S" userId="ce8fbb54-122c-426d-b8da-fdcc5e1b5022" providerId="ADAL" clId="{CB3A70C5-91AB-445A-855E-34351FC0AE15}" dt="2022-11-07T13:40:16.117" v="713" actId="1076"/>
          <ac:spMkLst>
            <pc:docMk/>
            <pc:sldMk cId="1590028121" sldId="2147377295"/>
            <ac:spMk id="23" creationId="{FBD82F92-5F03-4A3F-984C-23673592EEE1}"/>
          </ac:spMkLst>
        </pc:spChg>
        <pc:grpChg chg="add mod">
          <ac:chgData name="Li,Yuting (HP Medicine) BII-CN-S" userId="ce8fbb54-122c-426d-b8da-fdcc5e1b5022" providerId="ADAL" clId="{CB3A70C5-91AB-445A-855E-34351FC0AE15}" dt="2022-11-07T08:35:33.620" v="272"/>
          <ac:grpSpMkLst>
            <pc:docMk/>
            <pc:sldMk cId="1590028121" sldId="2147377295"/>
            <ac:grpSpMk id="16" creationId="{94D4EBE3-7949-4EEB-8C1B-96B6BD5C4391}"/>
          </ac:grpSpMkLst>
        </pc:grpChg>
        <pc:graphicFrameChg chg="mod modGraphic">
          <ac:chgData name="Li,Yuting (HP Medicine) BII-CN-S" userId="ce8fbb54-122c-426d-b8da-fdcc5e1b5022" providerId="ADAL" clId="{CB3A70C5-91AB-445A-855E-34351FC0AE15}" dt="2022-11-20T07:43:06.565" v="834" actId="20577"/>
          <ac:graphicFrameMkLst>
            <pc:docMk/>
            <pc:sldMk cId="1590028121" sldId="2147377295"/>
            <ac:graphicFrameMk id="10" creationId="{7ED29C9C-0700-480D-B788-68CBB9D31EEE}"/>
          </ac:graphicFrameMkLst>
        </pc:graphicFrameChg>
      </pc:sldChg>
      <pc:sldChg chg="modSp mod modNotesTx">
        <pc:chgData name="Li,Yuting (HP Medicine) BII-CN-S" userId="ce8fbb54-122c-426d-b8da-fdcc5e1b5022" providerId="ADAL" clId="{CB3A70C5-91AB-445A-855E-34351FC0AE15}" dt="2022-11-07T14:51:40.793" v="752" actId="20577"/>
        <pc:sldMkLst>
          <pc:docMk/>
          <pc:sldMk cId="1238319318" sldId="2147377305"/>
        </pc:sldMkLst>
        <pc:spChg chg="mod">
          <ac:chgData name="Li,Yuting (HP Medicine) BII-CN-S" userId="ce8fbb54-122c-426d-b8da-fdcc5e1b5022" providerId="ADAL" clId="{CB3A70C5-91AB-445A-855E-34351FC0AE15}" dt="2022-11-07T14:51:40.793" v="752" actId="20577"/>
          <ac:spMkLst>
            <pc:docMk/>
            <pc:sldMk cId="1238319318" sldId="2147377305"/>
            <ac:spMk id="178" creationId="{C8A141E8-3A7E-477A-B6F1-59F3BCA948DD}"/>
          </ac:spMkLst>
        </pc:spChg>
        <pc:spChg chg="mod">
          <ac:chgData name="Li,Yuting (HP Medicine) BII-CN-S" userId="ce8fbb54-122c-426d-b8da-fdcc5e1b5022" providerId="ADAL" clId="{CB3A70C5-91AB-445A-855E-34351FC0AE15}" dt="2022-11-07T05:49:43.227" v="220" actId="20577"/>
          <ac:spMkLst>
            <pc:docMk/>
            <pc:sldMk cId="1238319318" sldId="2147377305"/>
            <ac:spMk id="251" creationId="{6472A2C9-4C96-4454-863B-77639976F81C}"/>
          </ac:spMkLst>
        </pc:spChg>
      </pc:sldChg>
      <pc:sldChg chg="modSp mod modNotesTx">
        <pc:chgData name="Li,Yuting (HP Medicine) BII-CN-S" userId="ce8fbb54-122c-426d-b8da-fdcc5e1b5022" providerId="ADAL" clId="{CB3A70C5-91AB-445A-855E-34351FC0AE15}" dt="2022-11-08T01:30:06.065" v="814" actId="20577"/>
        <pc:sldMkLst>
          <pc:docMk/>
          <pc:sldMk cId="3315052253" sldId="2147377311"/>
        </pc:sldMkLst>
        <pc:spChg chg="mod">
          <ac:chgData name="Li,Yuting (HP Medicine) BII-CN-S" userId="ce8fbb54-122c-426d-b8da-fdcc5e1b5022" providerId="ADAL" clId="{CB3A70C5-91AB-445A-855E-34351FC0AE15}" dt="2022-11-08T01:30:06.065" v="814" actId="20577"/>
          <ac:spMkLst>
            <pc:docMk/>
            <pc:sldMk cId="3315052253" sldId="2147377311"/>
            <ac:spMk id="7" creationId="{E9DC4527-9B66-4450-86F5-689D3C73A610}"/>
          </ac:spMkLst>
        </pc:spChg>
        <pc:spChg chg="mod">
          <ac:chgData name="Li,Yuting (HP Medicine) BII-CN-S" userId="ce8fbb54-122c-426d-b8da-fdcc5e1b5022" providerId="ADAL" clId="{CB3A70C5-91AB-445A-855E-34351FC0AE15}" dt="2022-11-07T13:48:00.185" v="722" actId="14100"/>
          <ac:spMkLst>
            <pc:docMk/>
            <pc:sldMk cId="3315052253" sldId="2147377311"/>
            <ac:spMk id="168" creationId="{65EA3170-CB0D-432D-8631-319933F816A2}"/>
          </ac:spMkLst>
        </pc:spChg>
        <pc:graphicFrameChg chg="mod">
          <ac:chgData name="Li,Yuting (HP Medicine) BII-CN-S" userId="ce8fbb54-122c-426d-b8da-fdcc5e1b5022" providerId="ADAL" clId="{CB3A70C5-91AB-445A-855E-34351FC0AE15}" dt="2022-11-06T04:02:54.656" v="54" actId="1076"/>
          <ac:graphicFrameMkLst>
            <pc:docMk/>
            <pc:sldMk cId="3315052253" sldId="2147377311"/>
            <ac:graphicFrameMk id="49" creationId="{EB1832F7-86BE-4DEE-91F1-447638E4A957}"/>
          </ac:graphicFrameMkLst>
        </pc:graphicFrameChg>
      </pc:sldChg>
      <pc:sldChg chg="modNotesTx">
        <pc:chgData name="Li,Yuting (HP Medicine) BII-CN-S" userId="ce8fbb54-122c-426d-b8da-fdcc5e1b5022" providerId="ADAL" clId="{CB3A70C5-91AB-445A-855E-34351FC0AE15}" dt="2022-11-04T09:23:32.911" v="6" actId="6549"/>
        <pc:sldMkLst>
          <pc:docMk/>
          <pc:sldMk cId="3772673125" sldId="2147377313"/>
        </pc:sldMkLst>
      </pc:sldChg>
      <pc:sldChg chg="modNotesTx">
        <pc:chgData name="Li,Yuting (HP Medicine) BII-CN-S" userId="ce8fbb54-122c-426d-b8da-fdcc5e1b5022" providerId="ADAL" clId="{CB3A70C5-91AB-445A-855E-34351FC0AE15}" dt="2022-11-04T09:19:16.681" v="1" actId="6549"/>
        <pc:sldMkLst>
          <pc:docMk/>
          <pc:sldMk cId="2176290733" sldId="2147377324"/>
        </pc:sldMkLst>
      </pc:sldChg>
      <pc:sldChg chg="modSp mod modNotesTx">
        <pc:chgData name="Li,Yuting (HP Medicine) BII-CN-S" userId="ce8fbb54-122c-426d-b8da-fdcc5e1b5022" providerId="ADAL" clId="{CB3A70C5-91AB-445A-855E-34351FC0AE15}" dt="2022-11-07T12:48:04.553" v="390" actId="20577"/>
        <pc:sldMkLst>
          <pc:docMk/>
          <pc:sldMk cId="3497211928" sldId="2147377336"/>
        </pc:sldMkLst>
        <pc:spChg chg="mod">
          <ac:chgData name="Li,Yuting (HP Medicine) BII-CN-S" userId="ce8fbb54-122c-426d-b8da-fdcc5e1b5022" providerId="ADAL" clId="{CB3A70C5-91AB-445A-855E-34351FC0AE15}" dt="2022-11-07T09:00:43.945" v="367" actId="1076"/>
          <ac:spMkLst>
            <pc:docMk/>
            <pc:sldMk cId="3497211928" sldId="2147377336"/>
            <ac:spMk id="68" creationId="{00000000-0000-0000-0000-000000000000}"/>
          </ac:spMkLst>
        </pc:spChg>
        <pc:spChg chg="mod">
          <ac:chgData name="Li,Yuting (HP Medicine) BII-CN-S" userId="ce8fbb54-122c-426d-b8da-fdcc5e1b5022" providerId="ADAL" clId="{CB3A70C5-91AB-445A-855E-34351FC0AE15}" dt="2022-11-07T08:27:29.002" v="243" actId="14100"/>
          <ac:spMkLst>
            <pc:docMk/>
            <pc:sldMk cId="3497211928" sldId="2147377336"/>
            <ac:spMk id="99" creationId="{60F985A7-AFE4-4927-9447-634719D10FAA}"/>
          </ac:spMkLst>
        </pc:spChg>
        <pc:spChg chg="mod">
          <ac:chgData name="Li,Yuting (HP Medicine) BII-CN-S" userId="ce8fbb54-122c-426d-b8da-fdcc5e1b5022" providerId="ADAL" clId="{CB3A70C5-91AB-445A-855E-34351FC0AE15}" dt="2022-11-06T03:49:57.427" v="43" actId="20577"/>
          <ac:spMkLst>
            <pc:docMk/>
            <pc:sldMk cId="3497211928" sldId="2147377336"/>
            <ac:spMk id="107" creationId="{7DDA071E-5F80-4527-AE47-F1E7B2DC2A5B}"/>
          </ac:spMkLst>
        </pc:spChg>
        <pc:spChg chg="mod">
          <ac:chgData name="Li,Yuting (HP Medicine) BII-CN-S" userId="ce8fbb54-122c-426d-b8da-fdcc5e1b5022" providerId="ADAL" clId="{CB3A70C5-91AB-445A-855E-34351FC0AE15}" dt="2022-11-07T12:47:32.423" v="382" actId="1076"/>
          <ac:spMkLst>
            <pc:docMk/>
            <pc:sldMk cId="3497211928" sldId="2147377336"/>
            <ac:spMk id="109" creationId="{D429D24D-7EEF-4434-830A-01DB76902F07}"/>
          </ac:spMkLst>
        </pc:spChg>
        <pc:spChg chg="mod">
          <ac:chgData name="Li,Yuting (HP Medicine) BII-CN-S" userId="ce8fbb54-122c-426d-b8da-fdcc5e1b5022" providerId="ADAL" clId="{CB3A70C5-91AB-445A-855E-34351FC0AE15}" dt="2022-11-07T12:48:04.553" v="390" actId="20577"/>
          <ac:spMkLst>
            <pc:docMk/>
            <pc:sldMk cId="3497211928" sldId="2147377336"/>
            <ac:spMk id="110" creationId="{DF64CF55-32F5-4B38-AD50-D9F85B5E0FED}"/>
          </ac:spMkLst>
        </pc:spChg>
      </pc:sldChg>
      <pc:sldChg chg="modSp mod modNotesTx">
        <pc:chgData name="Li,Yuting (HP Medicine) BII-CN-S" userId="ce8fbb54-122c-426d-b8da-fdcc5e1b5022" providerId="ADAL" clId="{CB3A70C5-91AB-445A-855E-34351FC0AE15}" dt="2022-11-07T13:12:55.656" v="402" actId="554"/>
        <pc:sldMkLst>
          <pc:docMk/>
          <pc:sldMk cId="178905972" sldId="2147377338"/>
        </pc:sldMkLst>
        <pc:spChg chg="mod">
          <ac:chgData name="Li,Yuting (HP Medicine) BII-CN-S" userId="ce8fbb54-122c-426d-b8da-fdcc5e1b5022" providerId="ADAL" clId="{CB3A70C5-91AB-445A-855E-34351FC0AE15}" dt="2022-11-07T13:12:55.656" v="402" actId="554"/>
          <ac:spMkLst>
            <pc:docMk/>
            <pc:sldMk cId="178905972" sldId="2147377338"/>
            <ac:spMk id="36" creationId="{9ADF8A0F-CE20-4024-9856-EA35D6A5FB23}"/>
          </ac:spMkLst>
        </pc:spChg>
        <pc:spChg chg="mod">
          <ac:chgData name="Li,Yuting (HP Medicine) BII-CN-S" userId="ce8fbb54-122c-426d-b8da-fdcc5e1b5022" providerId="ADAL" clId="{CB3A70C5-91AB-445A-855E-34351FC0AE15}" dt="2022-11-07T13:11:33.521" v="395" actId="14100"/>
          <ac:spMkLst>
            <pc:docMk/>
            <pc:sldMk cId="178905972" sldId="2147377338"/>
            <ac:spMk id="58" creationId="{5CCE401F-C5BC-453B-8950-70BEFB9CE391}"/>
          </ac:spMkLst>
        </pc:spChg>
        <pc:spChg chg="mod">
          <ac:chgData name="Li,Yuting (HP Medicine) BII-CN-S" userId="ce8fbb54-122c-426d-b8da-fdcc5e1b5022" providerId="ADAL" clId="{CB3A70C5-91AB-445A-855E-34351FC0AE15}" dt="2022-11-07T13:12:16.861" v="396" actId="14100"/>
          <ac:spMkLst>
            <pc:docMk/>
            <pc:sldMk cId="178905972" sldId="2147377338"/>
            <ac:spMk id="69" creationId="{6416FEA0-82A5-4B09-9695-5C0D588A0088}"/>
          </ac:spMkLst>
        </pc:spChg>
        <pc:spChg chg="mod">
          <ac:chgData name="Li,Yuting (HP Medicine) BII-CN-S" userId="ce8fbb54-122c-426d-b8da-fdcc5e1b5022" providerId="ADAL" clId="{CB3A70C5-91AB-445A-855E-34351FC0AE15}" dt="2022-11-07T13:06:34.443" v="393" actId="20577"/>
          <ac:spMkLst>
            <pc:docMk/>
            <pc:sldMk cId="178905972" sldId="2147377338"/>
            <ac:spMk id="75" creationId="{23E443ED-C91E-4425-963C-DB47A7F0B19C}"/>
          </ac:spMkLst>
        </pc:spChg>
        <pc:spChg chg="mod">
          <ac:chgData name="Li,Yuting (HP Medicine) BII-CN-S" userId="ce8fbb54-122c-426d-b8da-fdcc5e1b5022" providerId="ADAL" clId="{CB3A70C5-91AB-445A-855E-34351FC0AE15}" dt="2022-11-07T13:12:55.656" v="402" actId="554"/>
          <ac:spMkLst>
            <pc:docMk/>
            <pc:sldMk cId="178905972" sldId="2147377338"/>
            <ac:spMk id="77" creationId="{E3D102CC-2122-43A5-A9AB-A46090586AE9}"/>
          </ac:spMkLst>
        </pc:spChg>
        <pc:spChg chg="mod">
          <ac:chgData name="Li,Yuting (HP Medicine) BII-CN-S" userId="ce8fbb54-122c-426d-b8da-fdcc5e1b5022" providerId="ADAL" clId="{CB3A70C5-91AB-445A-855E-34351FC0AE15}" dt="2022-11-07T13:12:55.656" v="402" actId="554"/>
          <ac:spMkLst>
            <pc:docMk/>
            <pc:sldMk cId="178905972" sldId="2147377338"/>
            <ac:spMk id="93" creationId="{43F7C7AD-E09E-4304-A865-3CE95B50CC89}"/>
          </ac:spMkLst>
        </pc:spChg>
      </pc:sldChg>
      <pc:sldChg chg="modSp mod modNotesTx">
        <pc:chgData name="Li,Yuting (HP Medicine) BII-CN-S" userId="ce8fbb54-122c-426d-b8da-fdcc5e1b5022" providerId="ADAL" clId="{CB3A70C5-91AB-445A-855E-34351FC0AE15}" dt="2022-11-07T14:07:11.551" v="730" actId="20577"/>
        <pc:sldMkLst>
          <pc:docMk/>
          <pc:sldMk cId="2476826424" sldId="2147377339"/>
        </pc:sldMkLst>
        <pc:spChg chg="mod">
          <ac:chgData name="Li,Yuting (HP Medicine) BII-CN-S" userId="ce8fbb54-122c-426d-b8da-fdcc5e1b5022" providerId="ADAL" clId="{CB3A70C5-91AB-445A-855E-34351FC0AE15}" dt="2022-11-07T09:39:40.425" v="369" actId="207"/>
          <ac:spMkLst>
            <pc:docMk/>
            <pc:sldMk cId="2476826424" sldId="2147377339"/>
            <ac:spMk id="78" creationId="{E1D38C85-946C-40F7-A564-AD94407468C5}"/>
          </ac:spMkLst>
        </pc:spChg>
        <pc:spChg chg="mod">
          <ac:chgData name="Li,Yuting (HP Medicine) BII-CN-S" userId="ce8fbb54-122c-426d-b8da-fdcc5e1b5022" providerId="ADAL" clId="{CB3A70C5-91AB-445A-855E-34351FC0AE15}" dt="2022-11-07T14:06:26.604" v="729" actId="6549"/>
          <ac:spMkLst>
            <pc:docMk/>
            <pc:sldMk cId="2476826424" sldId="2147377339"/>
            <ac:spMk id="111" creationId="{40929094-C8CC-4BCB-B988-FAC9EF24EDE7}"/>
          </ac:spMkLst>
        </pc:spChg>
        <pc:spChg chg="mod">
          <ac:chgData name="Li,Yuting (HP Medicine) BII-CN-S" userId="ce8fbb54-122c-426d-b8da-fdcc5e1b5022" providerId="ADAL" clId="{CB3A70C5-91AB-445A-855E-34351FC0AE15}" dt="2022-11-07T14:07:11.551" v="730" actId="20577"/>
          <ac:spMkLst>
            <pc:docMk/>
            <pc:sldMk cId="2476826424" sldId="2147377339"/>
            <ac:spMk id="112" creationId="{A22DACDD-AA97-470B-AD23-62E4CF7E1A72}"/>
          </ac:spMkLst>
        </pc:spChg>
      </pc:sldChg>
      <pc:sldChg chg="modSp mod modNotesTx">
        <pc:chgData name="Li,Yuting (HP Medicine) BII-CN-S" userId="ce8fbb54-122c-426d-b8da-fdcc5e1b5022" providerId="ADAL" clId="{CB3A70C5-91AB-445A-855E-34351FC0AE15}" dt="2022-11-07T14:33:36.868" v="746" actId="20577"/>
        <pc:sldMkLst>
          <pc:docMk/>
          <pc:sldMk cId="3249292506" sldId="2147469198"/>
        </pc:sldMkLst>
        <pc:spChg chg="mod">
          <ac:chgData name="Li,Yuting (HP Medicine) BII-CN-S" userId="ce8fbb54-122c-426d-b8da-fdcc5e1b5022" providerId="ADAL" clId="{CB3A70C5-91AB-445A-855E-34351FC0AE15}" dt="2022-11-07T14:33:36.868" v="746" actId="20577"/>
          <ac:spMkLst>
            <pc:docMk/>
            <pc:sldMk cId="3249292506" sldId="2147469198"/>
            <ac:spMk id="4" creationId="{47282934-0683-4D8D-B554-3FD28E713079}"/>
          </ac:spMkLst>
        </pc:spChg>
      </pc:sldChg>
    </pc:docChg>
  </pc:docChgLst>
  <pc:docChgLst>
    <pc:chgData name="Lu,Yixin (MED CD&amp;O) BII-CN-S" userId="6055c963-f18b-4b43-9f26-62c3b4c5f854" providerId="ADAL" clId="{0843F74E-D193-46F9-A4A6-56E8D0FB8D28}"/>
    <pc:docChg chg="undo redo custSel addSld delSld modSld sldOrd">
      <pc:chgData name="Lu,Yixin (MED CD&amp;O) BII-CN-S" userId="6055c963-f18b-4b43-9f26-62c3b4c5f854" providerId="ADAL" clId="{0843F74E-D193-46F9-A4A6-56E8D0FB8D28}" dt="2023-09-13T06:55:54.020" v="1719" actId="20577"/>
      <pc:docMkLst>
        <pc:docMk/>
      </pc:docMkLst>
      <pc:sldChg chg="modSp mod">
        <pc:chgData name="Lu,Yixin (MED CD&amp;O) BII-CN-S" userId="6055c963-f18b-4b43-9f26-62c3b4c5f854" providerId="ADAL" clId="{0843F74E-D193-46F9-A4A6-56E8D0FB8D28}" dt="2023-09-13T06:18:23.456" v="1257" actId="20577"/>
        <pc:sldMkLst>
          <pc:docMk/>
          <pc:sldMk cId="3922719897" sldId="2147474896"/>
        </pc:sldMkLst>
        <pc:spChg chg="mod">
          <ac:chgData name="Lu,Yixin (MED CD&amp;O) BII-CN-S" userId="6055c963-f18b-4b43-9f26-62c3b4c5f854" providerId="ADAL" clId="{0843F74E-D193-46F9-A4A6-56E8D0FB8D28}" dt="2023-09-13T06:18:03.092" v="1253" actId="20577"/>
          <ac:spMkLst>
            <pc:docMk/>
            <pc:sldMk cId="3922719897" sldId="2147474896"/>
            <ac:spMk id="2" creationId="{899E9FD5-14F4-46B5-85BD-4B2D5616E6A9}"/>
          </ac:spMkLst>
        </pc:spChg>
        <pc:spChg chg="mod">
          <ac:chgData name="Lu,Yixin (MED CD&amp;O) BII-CN-S" userId="6055c963-f18b-4b43-9f26-62c3b4c5f854" providerId="ADAL" clId="{0843F74E-D193-46F9-A4A6-56E8D0FB8D28}" dt="2023-09-13T06:18:23.456" v="1257" actId="20577"/>
          <ac:spMkLst>
            <pc:docMk/>
            <pc:sldMk cId="3922719897" sldId="2147474896"/>
            <ac:spMk id="4" creationId="{D16F02DF-6F54-6E5F-D83B-849964119C59}"/>
          </ac:spMkLst>
        </pc:spChg>
      </pc:sldChg>
      <pc:sldChg chg="addSp delSp modSp mod addCm modCm">
        <pc:chgData name="Lu,Yixin (MED CD&amp;O) BII-CN-S" userId="6055c963-f18b-4b43-9f26-62c3b4c5f854" providerId="ADAL" clId="{0843F74E-D193-46F9-A4A6-56E8D0FB8D28}" dt="2023-09-13T06:34:00.775" v="1325"/>
        <pc:sldMkLst>
          <pc:docMk/>
          <pc:sldMk cId="175194850" sldId="2147474909"/>
        </pc:sldMkLst>
        <pc:spChg chg="mod">
          <ac:chgData name="Lu,Yixin (MED CD&amp;O) BII-CN-S" userId="6055c963-f18b-4b43-9f26-62c3b4c5f854" providerId="ADAL" clId="{0843F74E-D193-46F9-A4A6-56E8D0FB8D28}" dt="2023-09-13T06:26:55.688" v="1261" actId="20577"/>
          <ac:spMkLst>
            <pc:docMk/>
            <pc:sldMk cId="175194850" sldId="2147474909"/>
            <ac:spMk id="2" creationId="{899E9FD5-14F4-46B5-85BD-4B2D5616E6A9}"/>
          </ac:spMkLst>
        </pc:spChg>
        <pc:graphicFrameChg chg="add del mod">
          <ac:chgData name="Lu,Yixin (MED CD&amp;O) BII-CN-S" userId="6055c963-f18b-4b43-9f26-62c3b4c5f854" providerId="ADAL" clId="{0843F74E-D193-46F9-A4A6-56E8D0FB8D28}" dt="2023-09-13T06:27:31.502" v="1269"/>
          <ac:graphicFrameMkLst>
            <pc:docMk/>
            <pc:sldMk cId="175194850" sldId="2147474909"/>
            <ac:graphicFrameMk id="4" creationId="{D5062DB0-B896-C97C-511D-BDF9821297E3}"/>
          </ac:graphicFrameMkLst>
        </pc:graphicFrameChg>
        <pc:graphicFrameChg chg="del modGraphic">
          <ac:chgData name="Lu,Yixin (MED CD&amp;O) BII-CN-S" userId="6055c963-f18b-4b43-9f26-62c3b4c5f854" providerId="ADAL" clId="{0843F74E-D193-46F9-A4A6-56E8D0FB8D28}" dt="2023-09-13T06:27:28.392" v="1267" actId="478"/>
          <ac:graphicFrameMkLst>
            <pc:docMk/>
            <pc:sldMk cId="175194850" sldId="2147474909"/>
            <ac:graphicFrameMk id="5" creationId="{E6BE035E-4B35-4AB8-AD36-4B31F6665F19}"/>
          </ac:graphicFrameMkLst>
        </pc:graphicFrameChg>
        <pc:graphicFrameChg chg="mod">
          <ac:chgData name="Lu,Yixin (MED CD&amp;O) BII-CN-S" userId="6055c963-f18b-4b43-9f26-62c3b4c5f854" providerId="ADAL" clId="{0843F74E-D193-46F9-A4A6-56E8D0FB8D28}" dt="2023-09-13T06:30:38.963" v="1322" actId="1076"/>
          <ac:graphicFrameMkLst>
            <pc:docMk/>
            <pc:sldMk cId="175194850" sldId="2147474909"/>
            <ac:graphicFrameMk id="6" creationId="{F5547939-5DC5-422D-B4B1-55428A5FBE1A}"/>
          </ac:graphicFrameMkLst>
        </pc:graphicFrameChg>
        <pc:graphicFrameChg chg="add mod modGraphic">
          <ac:chgData name="Lu,Yixin (MED CD&amp;O) BII-CN-S" userId="6055c963-f18b-4b43-9f26-62c3b4c5f854" providerId="ADAL" clId="{0843F74E-D193-46F9-A4A6-56E8D0FB8D28}" dt="2023-09-13T06:30:48.420" v="1323" actId="207"/>
          <ac:graphicFrameMkLst>
            <pc:docMk/>
            <pc:sldMk cId="175194850" sldId="2147474909"/>
            <ac:graphicFrameMk id="8" creationId="{8665FC31-C61F-02E9-CF2D-4CF45AB07F49}"/>
          </ac:graphicFrameMkLst>
        </pc:graphicFrameChg>
      </pc:sldChg>
      <pc:sldChg chg="addSp delSp modSp mod">
        <pc:chgData name="Lu,Yixin (MED CD&amp;O) BII-CN-S" userId="6055c963-f18b-4b43-9f26-62c3b4c5f854" providerId="ADAL" clId="{0843F74E-D193-46F9-A4A6-56E8D0FB8D28}" dt="2023-09-13T06:38:41.851" v="1373" actId="20577"/>
        <pc:sldMkLst>
          <pc:docMk/>
          <pc:sldMk cId="3223194729" sldId="2147474911"/>
        </pc:sldMkLst>
        <pc:spChg chg="mod">
          <ac:chgData name="Lu,Yixin (MED CD&amp;O) BII-CN-S" userId="6055c963-f18b-4b43-9f26-62c3b4c5f854" providerId="ADAL" clId="{0843F74E-D193-46F9-A4A6-56E8D0FB8D28}" dt="2023-09-13T06:34:08.010" v="1329" actId="20577"/>
          <ac:spMkLst>
            <pc:docMk/>
            <pc:sldMk cId="3223194729" sldId="2147474911"/>
            <ac:spMk id="2" creationId="{899E9FD5-14F4-46B5-85BD-4B2D5616E6A9}"/>
          </ac:spMkLst>
        </pc:spChg>
        <pc:spChg chg="mod">
          <ac:chgData name="Lu,Yixin (MED CD&amp;O) BII-CN-S" userId="6055c963-f18b-4b43-9f26-62c3b4c5f854" providerId="ADAL" clId="{0843F74E-D193-46F9-A4A6-56E8D0FB8D28}" dt="2023-09-13T06:38:41.851" v="1373" actId="20577"/>
          <ac:spMkLst>
            <pc:docMk/>
            <pc:sldMk cId="3223194729" sldId="2147474911"/>
            <ac:spMk id="4" creationId="{DCE2FAA0-A259-8781-CEB3-8EA9348F0819}"/>
          </ac:spMkLst>
        </pc:spChg>
        <pc:graphicFrameChg chg="add del mod">
          <ac:chgData name="Lu,Yixin (MED CD&amp;O) BII-CN-S" userId="6055c963-f18b-4b43-9f26-62c3b4c5f854" providerId="ADAL" clId="{0843F74E-D193-46F9-A4A6-56E8D0FB8D28}" dt="2023-09-08T09:38:29.434" v="720"/>
          <ac:graphicFrameMkLst>
            <pc:docMk/>
            <pc:sldMk cId="3223194729" sldId="2147474911"/>
            <ac:graphicFrameMk id="6" creationId="{C8123B54-A61F-4590-03FA-6C4373C1832C}"/>
          </ac:graphicFrameMkLst>
        </pc:graphicFrameChg>
        <pc:graphicFrameChg chg="del modGraphic">
          <ac:chgData name="Lu,Yixin (MED CD&amp;O) BII-CN-S" userId="6055c963-f18b-4b43-9f26-62c3b4c5f854" providerId="ADAL" clId="{0843F74E-D193-46F9-A4A6-56E8D0FB8D28}" dt="2023-09-08T09:38:24.795" v="716" actId="478"/>
          <ac:graphicFrameMkLst>
            <pc:docMk/>
            <pc:sldMk cId="3223194729" sldId="2147474911"/>
            <ac:graphicFrameMk id="7" creationId="{B1D97BD2-DB94-2C14-2E5B-BD62EEB8C3C7}"/>
          </ac:graphicFrameMkLst>
        </pc:graphicFrameChg>
        <pc:graphicFrameChg chg="add mod modGraphic">
          <ac:chgData name="Lu,Yixin (MED CD&amp;O) BII-CN-S" userId="6055c963-f18b-4b43-9f26-62c3b4c5f854" providerId="ADAL" clId="{0843F74E-D193-46F9-A4A6-56E8D0FB8D28}" dt="2023-09-13T06:34:40.646" v="1339" actId="207"/>
          <ac:graphicFrameMkLst>
            <pc:docMk/>
            <pc:sldMk cId="3223194729" sldId="2147474911"/>
            <ac:graphicFrameMk id="8" creationId="{B0C3E6A9-0340-E70B-5431-9AF06FDE23BE}"/>
          </ac:graphicFrameMkLst>
        </pc:graphicFrameChg>
      </pc:sldChg>
      <pc:sldChg chg="mod modShow">
        <pc:chgData name="Lu,Yixin (MED CD&amp;O) BII-CN-S" userId="6055c963-f18b-4b43-9f26-62c3b4c5f854" providerId="ADAL" clId="{0843F74E-D193-46F9-A4A6-56E8D0FB8D28}" dt="2023-09-08T09:15:12.377" v="0" actId="729"/>
        <pc:sldMkLst>
          <pc:docMk/>
          <pc:sldMk cId="4135589616" sldId="2147474912"/>
        </pc:sldMkLst>
      </pc:sldChg>
      <pc:sldChg chg="addSp delSp modSp new mod addCm modCm">
        <pc:chgData name="Lu,Yixin (MED CD&amp;O) BII-CN-S" userId="6055c963-f18b-4b43-9f26-62c3b4c5f854" providerId="ADAL" clId="{0843F74E-D193-46F9-A4A6-56E8D0FB8D28}" dt="2023-09-08T09:58:23.771" v="1249"/>
        <pc:sldMkLst>
          <pc:docMk/>
          <pc:sldMk cId="2048577046" sldId="2147474919"/>
        </pc:sldMkLst>
        <pc:spChg chg="del">
          <ac:chgData name="Lu,Yixin (MED CD&amp;O) BII-CN-S" userId="6055c963-f18b-4b43-9f26-62c3b4c5f854" providerId="ADAL" clId="{0843F74E-D193-46F9-A4A6-56E8D0FB8D28}" dt="2023-09-08T09:16:40.857" v="8" actId="3680"/>
          <ac:spMkLst>
            <pc:docMk/>
            <pc:sldMk cId="2048577046" sldId="2147474919"/>
            <ac:spMk id="2" creationId="{9D6FE7CD-2DA0-4060-C097-2F78745DCDC6}"/>
          </ac:spMkLst>
        </pc:spChg>
        <pc:spChg chg="mod">
          <ac:chgData name="Lu,Yixin (MED CD&amp;O) BII-CN-S" userId="6055c963-f18b-4b43-9f26-62c3b4c5f854" providerId="ADAL" clId="{0843F74E-D193-46F9-A4A6-56E8D0FB8D28}" dt="2023-09-08T09:15:50.900" v="7" actId="1076"/>
          <ac:spMkLst>
            <pc:docMk/>
            <pc:sldMk cId="2048577046" sldId="2147474919"/>
            <ac:spMk id="3" creationId="{4398A424-CFE7-5068-8606-6D38D2A37601}"/>
          </ac:spMkLst>
        </pc:spChg>
        <pc:spChg chg="add del mod">
          <ac:chgData name="Lu,Yixin (MED CD&amp;O) BII-CN-S" userId="6055c963-f18b-4b43-9f26-62c3b4c5f854" providerId="ADAL" clId="{0843F74E-D193-46F9-A4A6-56E8D0FB8D28}" dt="2023-09-08T09:20:36.935" v="84" actId="12084"/>
          <ac:spMkLst>
            <pc:docMk/>
            <pc:sldMk cId="2048577046" sldId="2147474919"/>
            <ac:spMk id="8" creationId="{8AAFD258-AE54-0278-A4C0-4CC29F98BA1D}"/>
          </ac:spMkLst>
        </pc:spChg>
        <pc:graphicFrameChg chg="add mod ord modGraphic">
          <ac:chgData name="Lu,Yixin (MED CD&amp;O) BII-CN-S" userId="6055c963-f18b-4b43-9f26-62c3b4c5f854" providerId="ADAL" clId="{0843F74E-D193-46F9-A4A6-56E8D0FB8D28}" dt="2023-09-08T09:19:04.601" v="77" actId="1076"/>
          <ac:graphicFrameMkLst>
            <pc:docMk/>
            <pc:sldMk cId="2048577046" sldId="2147474919"/>
            <ac:graphicFrameMk id="5" creationId="{B9113D90-82DC-3943-6263-3FE2B5DDC371}"/>
          </ac:graphicFrameMkLst>
        </pc:graphicFrameChg>
        <pc:graphicFrameChg chg="add mod modGraphic">
          <ac:chgData name="Lu,Yixin (MED CD&amp;O) BII-CN-S" userId="6055c963-f18b-4b43-9f26-62c3b4c5f854" providerId="ADAL" clId="{0843F74E-D193-46F9-A4A6-56E8D0FB8D28}" dt="2023-09-08T09:19:10.410" v="78" actId="1076"/>
          <ac:graphicFrameMkLst>
            <pc:docMk/>
            <pc:sldMk cId="2048577046" sldId="2147474919"/>
            <ac:graphicFrameMk id="6" creationId="{66E2E6CC-26FA-9815-C611-BC6714EF84FE}"/>
          </ac:graphicFrameMkLst>
        </pc:graphicFrameChg>
        <pc:graphicFrameChg chg="add del modGraphic">
          <ac:chgData name="Lu,Yixin (MED CD&amp;O) BII-CN-S" userId="6055c963-f18b-4b43-9f26-62c3b4c5f854" providerId="ADAL" clId="{0843F74E-D193-46F9-A4A6-56E8D0FB8D28}" dt="2023-09-08T09:20:07.243" v="83" actId="1032"/>
          <ac:graphicFrameMkLst>
            <pc:docMk/>
            <pc:sldMk cId="2048577046" sldId="2147474919"/>
            <ac:graphicFrameMk id="9" creationId="{CEB01750-BE6D-314C-236E-0FFCF7B1E5AC}"/>
          </ac:graphicFrameMkLst>
        </pc:graphicFrameChg>
        <pc:graphicFrameChg chg="add mod">
          <ac:chgData name="Lu,Yixin (MED CD&amp;O) BII-CN-S" userId="6055c963-f18b-4b43-9f26-62c3b4c5f854" providerId="ADAL" clId="{0843F74E-D193-46F9-A4A6-56E8D0FB8D28}" dt="2023-09-08T09:27:35.620" v="532" actId="20577"/>
          <ac:graphicFrameMkLst>
            <pc:docMk/>
            <pc:sldMk cId="2048577046" sldId="2147474919"/>
            <ac:graphicFrameMk id="10" creationId="{BE31144E-466B-819D-D16A-2CAAB8C67128}"/>
          </ac:graphicFrameMkLst>
        </pc:graphicFrameChg>
      </pc:sldChg>
      <pc:sldChg chg="new del">
        <pc:chgData name="Lu,Yixin (MED CD&amp;O) BII-CN-S" userId="6055c963-f18b-4b43-9f26-62c3b4c5f854" providerId="ADAL" clId="{0843F74E-D193-46F9-A4A6-56E8D0FB8D28}" dt="2023-09-08T09:28:54.443" v="534" actId="2696"/>
        <pc:sldMkLst>
          <pc:docMk/>
          <pc:sldMk cId="892563846" sldId="2147474920"/>
        </pc:sldMkLst>
      </pc:sldChg>
      <pc:sldChg chg="addSp delSp modSp new mod ord modClrScheme addCm modCm chgLayout">
        <pc:chgData name="Lu,Yixin (MED CD&amp;O) BII-CN-S" userId="6055c963-f18b-4b43-9f26-62c3b4c5f854" providerId="ADAL" clId="{0843F74E-D193-46F9-A4A6-56E8D0FB8D28}" dt="2023-09-13T06:55:54.020" v="1719" actId="20577"/>
        <pc:sldMkLst>
          <pc:docMk/>
          <pc:sldMk cId="954744658" sldId="2147474920"/>
        </pc:sldMkLst>
        <pc:spChg chg="mod">
          <ac:chgData name="Lu,Yixin (MED CD&amp;O) BII-CN-S" userId="6055c963-f18b-4b43-9f26-62c3b4c5f854" providerId="ADAL" clId="{0843F74E-D193-46F9-A4A6-56E8D0FB8D28}" dt="2023-09-08T09:31:48.368" v="563" actId="26606"/>
          <ac:spMkLst>
            <pc:docMk/>
            <pc:sldMk cId="954744658" sldId="2147474920"/>
            <ac:spMk id="2" creationId="{FC50A29E-A427-D85E-EBB5-541E0615D79D}"/>
          </ac:spMkLst>
        </pc:spChg>
        <pc:spChg chg="mod">
          <ac:chgData name="Lu,Yixin (MED CD&amp;O) BII-CN-S" userId="6055c963-f18b-4b43-9f26-62c3b4c5f854" providerId="ADAL" clId="{0843F74E-D193-46F9-A4A6-56E8D0FB8D28}" dt="2023-09-08T09:31:48.368" v="563" actId="26606"/>
          <ac:spMkLst>
            <pc:docMk/>
            <pc:sldMk cId="954744658" sldId="2147474920"/>
            <ac:spMk id="3" creationId="{633E6D1D-F702-214B-7DE1-F6C4B609837E}"/>
          </ac:spMkLst>
        </pc:spChg>
        <pc:spChg chg="add del">
          <ac:chgData name="Lu,Yixin (MED CD&amp;O) BII-CN-S" userId="6055c963-f18b-4b43-9f26-62c3b4c5f854" providerId="ADAL" clId="{0843F74E-D193-46F9-A4A6-56E8D0FB8D28}" dt="2023-09-08T09:32:47.644" v="564" actId="12084"/>
          <ac:spMkLst>
            <pc:docMk/>
            <pc:sldMk cId="954744658" sldId="2147474920"/>
            <ac:spMk id="5" creationId="{2CD3B0DF-C1DF-85A6-CC7E-4624A0862022}"/>
          </ac:spMkLst>
        </pc:spChg>
        <pc:graphicFrameChg chg="add mod">
          <ac:chgData name="Lu,Yixin (MED CD&amp;O) BII-CN-S" userId="6055c963-f18b-4b43-9f26-62c3b4c5f854" providerId="ADAL" clId="{0843F74E-D193-46F9-A4A6-56E8D0FB8D28}" dt="2023-09-13T06:55:54.020" v="1719" actId="20577"/>
          <ac:graphicFrameMkLst>
            <pc:docMk/>
            <pc:sldMk cId="954744658" sldId="2147474920"/>
            <ac:graphicFrameMk id="6" creationId="{53F27517-ABFD-C2FF-04CB-C8C934136BF4}"/>
          </ac:graphicFrameMkLst>
        </pc:graphicFrameChg>
        <pc:graphicFrameChg chg="add del">
          <ac:chgData name="Lu,Yixin (MED CD&amp;O) BII-CN-S" userId="6055c963-f18b-4b43-9f26-62c3b4c5f854" providerId="ADAL" clId="{0843F74E-D193-46F9-A4A6-56E8D0FB8D28}" dt="2023-09-08T09:31:48.368" v="563" actId="26606"/>
          <ac:graphicFrameMkLst>
            <pc:docMk/>
            <pc:sldMk cId="954744658" sldId="2147474920"/>
            <ac:graphicFrameMk id="7" creationId="{884E182D-60D8-6D08-BCDF-1E6F0CD983F5}"/>
          </ac:graphicFrameMkLst>
        </pc:graphicFrameChg>
      </pc:sldChg>
    </pc:docChg>
  </pc:docChgLst>
  <pc:docChgLst>
    <pc:chgData name="Lin,Julia (MED CD&amp;O) BI-TW-T" userId="S::julia.lin@boehringer-ingelheim.com::2407819e-49bf-4c7b-96f7-ea5422769517" providerId="AD" clId="Web-{B0FF7FA2-C8DC-ADF8-3AA2-5B55FCFA2513}"/>
    <pc:docChg chg="">
      <pc:chgData name="Lin,Julia (MED CD&amp;O) BI-TW-T" userId="S::julia.lin@boehringer-ingelheim.com::2407819e-49bf-4c7b-96f7-ea5422769517" providerId="AD" clId="Web-{B0FF7FA2-C8DC-ADF8-3AA2-5B55FCFA2513}" dt="2023-03-13T01:48:29.476" v="0"/>
      <pc:docMkLst>
        <pc:docMk/>
      </pc:docMkLst>
      <pc:sldChg chg="addCm">
        <pc:chgData name="Lin,Julia (MED CD&amp;O) BI-TW-T" userId="S::julia.lin@boehringer-ingelheim.com::2407819e-49bf-4c7b-96f7-ea5422769517" providerId="AD" clId="Web-{B0FF7FA2-C8DC-ADF8-3AA2-5B55FCFA2513}" dt="2023-03-13T01:48:29.476" v="0"/>
        <pc:sldMkLst>
          <pc:docMk/>
          <pc:sldMk cId="1872835041" sldId="2147471185"/>
        </pc:sldMkLst>
      </pc:sldChg>
    </pc:docChg>
  </pc:docChgLst>
  <pc:docChgLst>
    <pc:chgData name="Shi,Yi (HP Medicine) BII-CN-S" userId="c9ef9fc0-a422-4a2f-8faa-a4bcaf5dcb1a" providerId="ADAL" clId="{12CDE86B-F921-40DC-A0C4-2C5390CE1846}"/>
    <pc:docChg chg="modSld">
      <pc:chgData name="Shi,Yi (HP Medicine) BII-CN-S" userId="c9ef9fc0-a422-4a2f-8faa-a4bcaf5dcb1a" providerId="ADAL" clId="{12CDE86B-F921-40DC-A0C4-2C5390CE1846}" dt="2023-03-14T09:04:21.259" v="19" actId="20577"/>
      <pc:docMkLst>
        <pc:docMk/>
      </pc:docMkLst>
      <pc:sldChg chg="modCm">
        <pc:chgData name="Shi,Yi (HP Medicine) BII-CN-S" userId="c9ef9fc0-a422-4a2f-8faa-a4bcaf5dcb1a" providerId="ADAL" clId="{12CDE86B-F921-40DC-A0C4-2C5390CE1846}" dt="2023-03-13T09:53:46.799" v="9"/>
        <pc:sldMkLst>
          <pc:docMk/>
          <pc:sldMk cId="2064789201" sldId="2147471168"/>
        </pc:sldMkLst>
      </pc:sldChg>
      <pc:sldChg chg="modSp mod">
        <pc:chgData name="Shi,Yi (HP Medicine) BII-CN-S" userId="c9ef9fc0-a422-4a2f-8faa-a4bcaf5dcb1a" providerId="ADAL" clId="{12CDE86B-F921-40DC-A0C4-2C5390CE1846}" dt="2023-03-14T09:04:21.259" v="19" actId="20577"/>
        <pc:sldMkLst>
          <pc:docMk/>
          <pc:sldMk cId="657785498" sldId="2147471204"/>
        </pc:sldMkLst>
        <pc:graphicFrameChg chg="modGraphic">
          <ac:chgData name="Shi,Yi (HP Medicine) BII-CN-S" userId="c9ef9fc0-a422-4a2f-8faa-a4bcaf5dcb1a" providerId="ADAL" clId="{12CDE86B-F921-40DC-A0C4-2C5390CE1846}" dt="2023-03-14T09:04:21.259" v="19" actId="20577"/>
          <ac:graphicFrameMkLst>
            <pc:docMk/>
            <pc:sldMk cId="657785498" sldId="2147471204"/>
            <ac:graphicFrameMk id="12" creationId="{EE24276D-C300-4706-ACD2-32E108653E2B}"/>
          </ac:graphicFrameMkLst>
        </pc:graphicFrameChg>
      </pc:sldChg>
    </pc:docChg>
  </pc:docChgLst>
  <pc:docChgLst>
    <pc:chgData name="Lu,Yixin (MED CD&amp;O) BII-CN-S" userId="6055c963-f18b-4b43-9f26-62c3b4c5f854" providerId="ADAL" clId="{F5683CEF-D6EE-4A1B-A7CD-9245D3A6B0CC}"/>
    <pc:docChg chg="custSel addSld delSld modSld">
      <pc:chgData name="Lu,Yixin (MED CD&amp;O) BII-CN-S" userId="6055c963-f18b-4b43-9f26-62c3b4c5f854" providerId="ADAL" clId="{F5683CEF-D6EE-4A1B-A7CD-9245D3A6B0CC}" dt="2023-05-11T01:15:58.462" v="28" actId="20577"/>
      <pc:docMkLst>
        <pc:docMk/>
      </pc:docMkLst>
      <pc:sldChg chg="delSp modSp add del mod modShow">
        <pc:chgData name="Lu,Yixin (MED CD&amp;O) BII-CN-S" userId="6055c963-f18b-4b43-9f26-62c3b4c5f854" providerId="ADAL" clId="{F5683CEF-D6EE-4A1B-A7CD-9245D3A6B0CC}" dt="2023-05-11T01:15:48.688" v="26" actId="5793"/>
        <pc:sldMkLst>
          <pc:docMk/>
          <pc:sldMk cId="1622328060" sldId="283"/>
        </pc:sldMkLst>
        <pc:spChg chg="mod">
          <ac:chgData name="Lu,Yixin (MED CD&amp;O) BII-CN-S" userId="6055c963-f18b-4b43-9f26-62c3b4c5f854" providerId="ADAL" clId="{F5683CEF-D6EE-4A1B-A7CD-9245D3A6B0CC}" dt="2023-05-11T01:15:48.688" v="26" actId="5793"/>
          <ac:spMkLst>
            <pc:docMk/>
            <pc:sldMk cId="1622328060" sldId="283"/>
            <ac:spMk id="10" creationId="{7528FEF5-AEEC-48C6-B931-20A58BB2EB13}"/>
          </ac:spMkLst>
        </pc:spChg>
        <pc:spChg chg="del">
          <ac:chgData name="Lu,Yixin (MED CD&amp;O) BII-CN-S" userId="6055c963-f18b-4b43-9f26-62c3b4c5f854" providerId="ADAL" clId="{F5683CEF-D6EE-4A1B-A7CD-9245D3A6B0CC}" dt="2023-05-11T01:15:04.728" v="10" actId="478"/>
          <ac:spMkLst>
            <pc:docMk/>
            <pc:sldMk cId="1622328060" sldId="283"/>
            <ac:spMk id="14" creationId="{8964FD10-C706-497B-9DD2-DA11957C943B}"/>
          </ac:spMkLst>
        </pc:spChg>
        <pc:spChg chg="mod">
          <ac:chgData name="Lu,Yixin (MED CD&amp;O) BII-CN-S" userId="6055c963-f18b-4b43-9f26-62c3b4c5f854" providerId="ADAL" clId="{F5683CEF-D6EE-4A1B-A7CD-9245D3A6B0CC}" dt="2023-05-11T01:15:19.403" v="13" actId="1076"/>
          <ac:spMkLst>
            <pc:docMk/>
            <pc:sldMk cId="1622328060" sldId="283"/>
            <ac:spMk id="16" creationId="{8848BD2B-54C6-4EFF-9E5F-35DF3C590BF3}"/>
          </ac:spMkLst>
        </pc:spChg>
        <pc:grpChg chg="mod">
          <ac:chgData name="Lu,Yixin (MED CD&amp;O) BII-CN-S" userId="6055c963-f18b-4b43-9f26-62c3b4c5f854" providerId="ADAL" clId="{F5683CEF-D6EE-4A1B-A7CD-9245D3A6B0CC}" dt="2023-05-11T01:15:15.748" v="12" actId="14100"/>
          <ac:grpSpMkLst>
            <pc:docMk/>
            <pc:sldMk cId="1622328060" sldId="283"/>
            <ac:grpSpMk id="23" creationId="{34F85D95-753A-4E9C-9B05-7D88F060E9AA}"/>
          </ac:grpSpMkLst>
        </pc:grpChg>
      </pc:sldChg>
      <pc:sldChg chg="modSp mod">
        <pc:chgData name="Lu,Yixin (MED CD&amp;O) BII-CN-S" userId="6055c963-f18b-4b43-9f26-62c3b4c5f854" providerId="ADAL" clId="{F5683CEF-D6EE-4A1B-A7CD-9245D3A6B0CC}" dt="2023-05-11T01:15:58.462" v="28" actId="20577"/>
        <pc:sldMkLst>
          <pc:docMk/>
          <pc:sldMk cId="1788561112" sldId="2147474025"/>
        </pc:sldMkLst>
        <pc:spChg chg="mod">
          <ac:chgData name="Lu,Yixin (MED CD&amp;O) BII-CN-S" userId="6055c963-f18b-4b43-9f26-62c3b4c5f854" providerId="ADAL" clId="{F5683CEF-D6EE-4A1B-A7CD-9245D3A6B0CC}" dt="2023-05-11T01:15:58.462" v="28" actId="20577"/>
          <ac:spMkLst>
            <pc:docMk/>
            <pc:sldMk cId="1788561112" sldId="2147474025"/>
            <ac:spMk id="8" creationId="{4DEC281D-222C-4658-A88E-D8BC0B213788}"/>
          </ac:spMkLst>
        </pc:spChg>
      </pc:sldChg>
    </pc:docChg>
  </pc:docChgLst>
  <pc:docChgLst>
    <pc:chgData name="Jian Chen" userId="d5e1e1c3-1b8e-4d7c-a738-2fc34bcfb3bb" providerId="ADAL" clId="{ECB127AA-860B-461F-92BE-B9541D2F7681}"/>
    <pc:docChg chg="custSel modSld">
      <pc:chgData name="Jian Chen" userId="d5e1e1c3-1b8e-4d7c-a738-2fc34bcfb3bb" providerId="ADAL" clId="{ECB127AA-860B-461F-92BE-B9541D2F7681}" dt="2022-07-12T11:56:08.393" v="231" actId="6549"/>
      <pc:docMkLst>
        <pc:docMk/>
      </pc:docMkLst>
      <pc:sldChg chg="modSp mod">
        <pc:chgData name="Jian Chen" userId="d5e1e1c3-1b8e-4d7c-a738-2fc34bcfb3bb" providerId="ADAL" clId="{ECB127AA-860B-461F-92BE-B9541D2F7681}" dt="2022-07-12T11:56:08.393" v="231" actId="6549"/>
        <pc:sldMkLst>
          <pc:docMk/>
          <pc:sldMk cId="41387554" sldId="2147377254"/>
        </pc:sldMkLst>
        <pc:graphicFrameChg chg="mod modGraphic">
          <ac:chgData name="Jian Chen" userId="d5e1e1c3-1b8e-4d7c-a738-2fc34bcfb3bb" providerId="ADAL" clId="{ECB127AA-860B-461F-92BE-B9541D2F7681}" dt="2022-07-12T11:56:08.393" v="231" actId="6549"/>
          <ac:graphicFrameMkLst>
            <pc:docMk/>
            <pc:sldMk cId="41387554" sldId="2147377254"/>
            <ac:graphicFrameMk id="7" creationId="{8499345A-B938-4CEF-8985-EBFBB2DC3F1D}"/>
          </ac:graphicFrameMkLst>
        </pc:graphicFrameChg>
      </pc:sldChg>
    </pc:docChg>
  </pc:docChgLst>
  <pc:docChgLst>
    <pc:chgData name="Zhang,Ying (MED CD&amp;O) BII-CN-S" userId="456eb1e0-4978-443e-822e-be854341a778" providerId="ADAL" clId="{3E0F5FE1-AA32-44B3-BA2E-4E96C673C6B3}"/>
    <pc:docChg chg="delSld modSld">
      <pc:chgData name="Zhang,Ying (MED CD&amp;O) BII-CN-S" userId="456eb1e0-4978-443e-822e-be854341a778" providerId="ADAL" clId="{3E0F5FE1-AA32-44B3-BA2E-4E96C673C6B3}" dt="2023-09-18T01:25:08.030" v="21" actId="255"/>
      <pc:docMkLst>
        <pc:docMk/>
      </pc:docMkLst>
      <pc:sldChg chg="modSp mod">
        <pc:chgData name="Zhang,Ying (MED CD&amp;O) BII-CN-S" userId="456eb1e0-4978-443e-822e-be854341a778" providerId="ADAL" clId="{3E0F5FE1-AA32-44B3-BA2E-4E96C673C6B3}" dt="2023-09-18T01:25:08.030" v="21" actId="255"/>
        <pc:sldMkLst>
          <pc:docMk/>
          <pc:sldMk cId="2741680057" sldId="2147474891"/>
        </pc:sldMkLst>
        <pc:spChg chg="mod">
          <ac:chgData name="Zhang,Ying (MED CD&amp;O) BII-CN-S" userId="456eb1e0-4978-443e-822e-be854341a778" providerId="ADAL" clId="{3E0F5FE1-AA32-44B3-BA2E-4E96C673C6B3}" dt="2023-09-18T00:59:00.703" v="0" actId="1076"/>
          <ac:spMkLst>
            <pc:docMk/>
            <pc:sldMk cId="2741680057" sldId="2147474891"/>
            <ac:spMk id="3" creationId="{F0A2CF5D-3FFB-FA35-E7C9-1EC3D28CF4EB}"/>
          </ac:spMkLst>
        </pc:spChg>
        <pc:graphicFrameChg chg="modGraphic">
          <ac:chgData name="Zhang,Ying (MED CD&amp;O) BII-CN-S" userId="456eb1e0-4978-443e-822e-be854341a778" providerId="ADAL" clId="{3E0F5FE1-AA32-44B3-BA2E-4E96C673C6B3}" dt="2023-09-18T01:25:08.030" v="21" actId="255"/>
          <ac:graphicFrameMkLst>
            <pc:docMk/>
            <pc:sldMk cId="2741680057" sldId="2147474891"/>
            <ac:graphicFrameMk id="6" creationId="{B0A17EB3-FD78-D706-E19E-906D483F239D}"/>
          </ac:graphicFrameMkLst>
        </pc:graphicFrameChg>
      </pc:sldChg>
      <pc:sldChg chg="modSp mod">
        <pc:chgData name="Zhang,Ying (MED CD&amp;O) BII-CN-S" userId="456eb1e0-4978-443e-822e-be854341a778" providerId="ADAL" clId="{3E0F5FE1-AA32-44B3-BA2E-4E96C673C6B3}" dt="2023-09-18T00:59:04.576" v="1" actId="1076"/>
        <pc:sldMkLst>
          <pc:docMk/>
          <pc:sldMk cId="4100065594" sldId="2147474892"/>
        </pc:sldMkLst>
        <pc:spChg chg="mod">
          <ac:chgData name="Zhang,Ying (MED CD&amp;O) BII-CN-S" userId="456eb1e0-4978-443e-822e-be854341a778" providerId="ADAL" clId="{3E0F5FE1-AA32-44B3-BA2E-4E96C673C6B3}" dt="2023-09-18T00:59:04.576" v="1" actId="1076"/>
          <ac:spMkLst>
            <pc:docMk/>
            <pc:sldMk cId="4100065594" sldId="2147474892"/>
            <ac:spMk id="3" creationId="{41E839CB-A819-D6C2-EF71-06FDFA675D18}"/>
          </ac:spMkLst>
        </pc:spChg>
      </pc:sldChg>
      <pc:sldChg chg="del">
        <pc:chgData name="Zhang,Ying (MED CD&amp;O) BII-CN-S" userId="456eb1e0-4978-443e-822e-be854341a778" providerId="ADAL" clId="{3E0F5FE1-AA32-44B3-BA2E-4E96C673C6B3}" dt="2023-09-18T01:11:09.004" v="2" actId="47"/>
        <pc:sldMkLst>
          <pc:docMk/>
          <pc:sldMk cId="3223194729" sldId="2147474911"/>
        </pc:sldMkLst>
      </pc:sldChg>
      <pc:sldChg chg="modSp mod">
        <pc:chgData name="Zhang,Ying (MED CD&amp;O) BII-CN-S" userId="456eb1e0-4978-443e-822e-be854341a778" providerId="ADAL" clId="{3E0F5FE1-AA32-44B3-BA2E-4E96C673C6B3}" dt="2023-09-18T01:11:45.506" v="20" actId="1076"/>
        <pc:sldMkLst>
          <pc:docMk/>
          <pc:sldMk cId="1979313623" sldId="2147474927"/>
        </pc:sldMkLst>
        <pc:spChg chg="mod">
          <ac:chgData name="Zhang,Ying (MED CD&amp;O) BII-CN-S" userId="456eb1e0-4978-443e-822e-be854341a778" providerId="ADAL" clId="{3E0F5FE1-AA32-44B3-BA2E-4E96C673C6B3}" dt="2023-09-18T01:11:45.506" v="20" actId="1076"/>
          <ac:spMkLst>
            <pc:docMk/>
            <pc:sldMk cId="1979313623" sldId="2147474927"/>
            <ac:spMk id="2" creationId="{899E9FD5-14F4-46B5-85BD-4B2D5616E6A9}"/>
          </ac:spMkLst>
        </pc:spChg>
      </pc:sldChg>
    </pc:docChg>
  </pc:docChgLst>
  <pc:docChgLst>
    <pc:chgData name="Li,Yuting (HP Medicine) BII-CN-S" userId="ce8fbb54-122c-426d-b8da-fdcc5e1b5022" providerId="ADAL" clId="{FD455666-A855-4EE8-A596-F47E7C23A8A9}"/>
    <pc:docChg chg="undo custSel addSld delSld modSld sldOrd delMainMaster modMainMaster">
      <pc:chgData name="Li,Yuting (HP Medicine) BII-CN-S" userId="ce8fbb54-122c-426d-b8da-fdcc5e1b5022" providerId="ADAL" clId="{FD455666-A855-4EE8-A596-F47E7C23A8A9}" dt="2023-11-13T05:02:07.127" v="19026" actId="20577"/>
      <pc:docMkLst>
        <pc:docMk/>
      </pc:docMkLst>
      <pc:sldChg chg="addSp delSp modSp mod modClrScheme delCm chgLayout modNotesTx">
        <pc:chgData name="Li,Yuting (HP Medicine) BII-CN-S" userId="ce8fbb54-122c-426d-b8da-fdcc5e1b5022" providerId="ADAL" clId="{FD455666-A855-4EE8-A596-F47E7C23A8A9}" dt="2023-11-12T10:42:48.021" v="16772" actId="20577"/>
        <pc:sldMkLst>
          <pc:docMk/>
          <pc:sldMk cId="894500421" sldId="257"/>
        </pc:sldMkLst>
        <pc:spChg chg="mod ord">
          <ac:chgData name="Li,Yuting (HP Medicine) BII-CN-S" userId="ce8fbb54-122c-426d-b8da-fdcc5e1b5022" providerId="ADAL" clId="{FD455666-A855-4EE8-A596-F47E7C23A8A9}" dt="2023-11-12T05:40:07.323" v="12697" actId="1076"/>
          <ac:spMkLst>
            <pc:docMk/>
            <pc:sldMk cId="894500421" sldId="257"/>
            <ac:spMk id="2" creationId="{E926B174-2408-C1F4-8A11-6FC508E0BD4D}"/>
          </ac:spMkLst>
        </pc:spChg>
        <pc:spChg chg="mod">
          <ac:chgData name="Li,Yuting (HP Medicine) BII-CN-S" userId="ce8fbb54-122c-426d-b8da-fdcc5e1b5022" providerId="ADAL" clId="{FD455666-A855-4EE8-A596-F47E7C23A8A9}" dt="2023-11-12T09:50:52.873" v="15913" actId="404"/>
          <ac:spMkLst>
            <pc:docMk/>
            <pc:sldMk cId="894500421" sldId="257"/>
            <ac:spMk id="12" creationId="{64C224C9-96BB-57C5-1B14-56F3847A4B9A}"/>
          </ac:spMkLst>
        </pc:spChg>
        <pc:spChg chg="add del mod">
          <ac:chgData name="Li,Yuting (HP Medicine) BII-CN-S" userId="ce8fbb54-122c-426d-b8da-fdcc5e1b5022" providerId="ADAL" clId="{FD455666-A855-4EE8-A596-F47E7C23A8A9}" dt="2023-11-12T05:40:25.512" v="12702" actId="404"/>
          <ac:spMkLst>
            <pc:docMk/>
            <pc:sldMk cId="894500421" sldId="257"/>
            <ac:spMk id="13" creationId="{83901661-78E5-8E1E-6BFC-53983F1F3769}"/>
          </ac:spMkLst>
        </pc:spChg>
        <pc:spChg chg="mod">
          <ac:chgData name="Li,Yuting (HP Medicine) BII-CN-S" userId="ce8fbb54-122c-426d-b8da-fdcc5e1b5022" providerId="ADAL" clId="{FD455666-A855-4EE8-A596-F47E7C23A8A9}" dt="2023-11-12T05:40:29.760" v="12703" actId="404"/>
          <ac:spMkLst>
            <pc:docMk/>
            <pc:sldMk cId="894500421" sldId="257"/>
            <ac:spMk id="19" creationId="{94F23815-D654-79C0-CB2E-734C43314E47}"/>
          </ac:spMkLst>
        </pc:spChg>
        <pc:spChg chg="mod">
          <ac:chgData name="Li,Yuting (HP Medicine) BII-CN-S" userId="ce8fbb54-122c-426d-b8da-fdcc5e1b5022" providerId="ADAL" clId="{FD455666-A855-4EE8-A596-F47E7C23A8A9}" dt="2023-11-12T05:41:11.616" v="12708" actId="404"/>
          <ac:spMkLst>
            <pc:docMk/>
            <pc:sldMk cId="894500421" sldId="257"/>
            <ac:spMk id="20" creationId="{7C1B2343-ECEC-EA3A-65D1-DA8BBB74D345}"/>
          </ac:spMkLst>
        </pc:spChg>
        <pc:spChg chg="mod">
          <ac:chgData name="Li,Yuting (HP Medicine) BII-CN-S" userId="ce8fbb54-122c-426d-b8da-fdcc5e1b5022" providerId="ADAL" clId="{FD455666-A855-4EE8-A596-F47E7C23A8A9}" dt="2023-11-12T09:47:04.512" v="15514" actId="13926"/>
          <ac:spMkLst>
            <pc:docMk/>
            <pc:sldMk cId="894500421" sldId="257"/>
            <ac:spMk id="23" creationId="{254F9C3E-0F17-33AF-22AE-0DC0A999FA60}"/>
          </ac:spMkLst>
        </pc:spChg>
        <pc:spChg chg="del">
          <ac:chgData name="Li,Yuting (HP Medicine) BII-CN-S" userId="ce8fbb54-122c-426d-b8da-fdcc5e1b5022" providerId="ADAL" clId="{FD455666-A855-4EE8-A596-F47E7C23A8A9}" dt="2023-11-09T02:23:25.194" v="2731" actId="478"/>
          <ac:spMkLst>
            <pc:docMk/>
            <pc:sldMk cId="894500421" sldId="257"/>
            <ac:spMk id="27" creationId="{5CBD010A-46B6-E369-C9CA-49F53354BC4D}"/>
          </ac:spMkLst>
        </pc:spChg>
        <pc:spChg chg="add del mod ord">
          <ac:chgData name="Li,Yuting (HP Medicine) BII-CN-S" userId="ce8fbb54-122c-426d-b8da-fdcc5e1b5022" providerId="ADAL" clId="{FD455666-A855-4EE8-A596-F47E7C23A8A9}" dt="2023-11-12T05:40:19.203" v="12700" actId="478"/>
          <ac:spMkLst>
            <pc:docMk/>
            <pc:sldMk cId="894500421" sldId="257"/>
            <ac:spMk id="27" creationId="{8A5AE1FB-7339-5424-3DE1-C58BE8DDCF7C}"/>
          </ac:spMkLst>
        </pc:spChg>
        <pc:spChg chg="mod">
          <ac:chgData name="Li,Yuting (HP Medicine) BII-CN-S" userId="ce8fbb54-122c-426d-b8da-fdcc5e1b5022" providerId="ADAL" clId="{FD455666-A855-4EE8-A596-F47E7C23A8A9}" dt="2023-11-12T09:47:08.671" v="15515" actId="13926"/>
          <ac:spMkLst>
            <pc:docMk/>
            <pc:sldMk cId="894500421" sldId="257"/>
            <ac:spMk id="31" creationId="{BCD3DE19-BE5A-2F03-281D-5E72B84D54B2}"/>
          </ac:spMkLst>
        </pc:spChg>
        <pc:spChg chg="add del mod ord">
          <ac:chgData name="Li,Yuting (HP Medicine) BII-CN-S" userId="ce8fbb54-122c-426d-b8da-fdcc5e1b5022" providerId="ADAL" clId="{FD455666-A855-4EE8-A596-F47E7C23A8A9}" dt="2023-11-12T05:40:40.913" v="12704" actId="478"/>
          <ac:spMkLst>
            <pc:docMk/>
            <pc:sldMk cId="894500421" sldId="257"/>
            <ac:spMk id="40" creationId="{448F36F3-CE1C-69B6-68AA-38654229376F}"/>
          </ac:spMkLst>
        </pc:spChg>
        <pc:spChg chg="mod">
          <ac:chgData name="Li,Yuting (HP Medicine) BII-CN-S" userId="ce8fbb54-122c-426d-b8da-fdcc5e1b5022" providerId="ADAL" clId="{FD455666-A855-4EE8-A596-F47E7C23A8A9}" dt="2023-11-12T09:47:18.339" v="15516" actId="13926"/>
          <ac:spMkLst>
            <pc:docMk/>
            <pc:sldMk cId="894500421" sldId="257"/>
            <ac:spMk id="42" creationId="{4AF59874-AEBF-189E-2CE9-00AB95D1EE79}"/>
          </ac:spMkLst>
        </pc:spChg>
        <pc:spChg chg="mod">
          <ac:chgData name="Li,Yuting (HP Medicine) BII-CN-S" userId="ce8fbb54-122c-426d-b8da-fdcc5e1b5022" providerId="ADAL" clId="{FD455666-A855-4EE8-A596-F47E7C23A8A9}" dt="2023-11-12T05:41:03.999" v="12707" actId="404"/>
          <ac:spMkLst>
            <pc:docMk/>
            <pc:sldMk cId="894500421" sldId="257"/>
            <ac:spMk id="47" creationId="{93E953A6-8F0F-FCE1-5FAB-E0F1F233209A}"/>
          </ac:spMkLst>
        </pc:spChg>
        <pc:spChg chg="mod">
          <ac:chgData name="Li,Yuting (HP Medicine) BII-CN-S" userId="ce8fbb54-122c-426d-b8da-fdcc5e1b5022" providerId="ADAL" clId="{FD455666-A855-4EE8-A596-F47E7C23A8A9}" dt="2023-11-12T05:40:58.247" v="12706" actId="404"/>
          <ac:spMkLst>
            <pc:docMk/>
            <pc:sldMk cId="894500421" sldId="257"/>
            <ac:spMk id="58" creationId="{4CF411E0-8E34-EC57-77B8-2E1C3BE3DFB6}"/>
          </ac:spMkLst>
        </pc:spChg>
        <pc:spChg chg="mod">
          <ac:chgData name="Li,Yuting (HP Medicine) BII-CN-S" userId="ce8fbb54-122c-426d-b8da-fdcc5e1b5022" providerId="ADAL" clId="{FD455666-A855-4EE8-A596-F47E7C23A8A9}" dt="2023-11-12T05:40:58.247" v="12706" actId="404"/>
          <ac:spMkLst>
            <pc:docMk/>
            <pc:sldMk cId="894500421" sldId="257"/>
            <ac:spMk id="59" creationId="{FBEC36D5-CD08-0CF3-F73C-72228414D362}"/>
          </ac:spMkLst>
        </pc:spChg>
        <pc:spChg chg="mod">
          <ac:chgData name="Li,Yuting (HP Medicine) BII-CN-S" userId="ce8fbb54-122c-426d-b8da-fdcc5e1b5022" providerId="ADAL" clId="{FD455666-A855-4EE8-A596-F47E7C23A8A9}" dt="2023-11-12T05:40:52.462" v="12705" actId="404"/>
          <ac:spMkLst>
            <pc:docMk/>
            <pc:sldMk cId="894500421" sldId="257"/>
            <ac:spMk id="62" creationId="{3C03D6B1-EAB1-3AF6-8BE7-E9885414931D}"/>
          </ac:spMkLst>
        </pc:spChg>
        <pc:graphicFrameChg chg="mod modGraphic">
          <ac:chgData name="Li,Yuting (HP Medicine) BII-CN-S" userId="ce8fbb54-122c-426d-b8da-fdcc5e1b5022" providerId="ADAL" clId="{FD455666-A855-4EE8-A596-F47E7C23A8A9}" dt="2023-11-12T09:44:36.450" v="15144" actId="122"/>
          <ac:graphicFrameMkLst>
            <pc:docMk/>
            <pc:sldMk cId="894500421" sldId="257"/>
            <ac:graphicFrameMk id="7" creationId="{A9B7D7C1-2880-E557-9A7A-ECE891E177DC}"/>
          </ac:graphicFrameMkLst>
        </pc:graphicFrameChg>
      </pc:sldChg>
      <pc:sldChg chg="modTransition">
        <pc:chgData name="Li,Yuting (HP Medicine) BII-CN-S" userId="ce8fbb54-122c-426d-b8da-fdcc5e1b5022" providerId="ADAL" clId="{FD455666-A855-4EE8-A596-F47E7C23A8A9}" dt="2023-11-12T03:07:17.917" v="9949"/>
        <pc:sldMkLst>
          <pc:docMk/>
          <pc:sldMk cId="2376252415" sldId="261"/>
        </pc:sldMkLst>
      </pc:sldChg>
      <pc:sldChg chg="modSp ord">
        <pc:chgData name="Li,Yuting (HP Medicine) BII-CN-S" userId="ce8fbb54-122c-426d-b8da-fdcc5e1b5022" providerId="ADAL" clId="{FD455666-A855-4EE8-A596-F47E7C23A8A9}" dt="2023-11-12T03:05:50.412" v="9845"/>
        <pc:sldMkLst>
          <pc:docMk/>
          <pc:sldMk cId="2664453740" sldId="430"/>
        </pc:sldMkLst>
        <pc:spChg chg="mod">
          <ac:chgData name="Li,Yuting (HP Medicine) BII-CN-S" userId="ce8fbb54-122c-426d-b8da-fdcc5e1b5022" providerId="ADAL" clId="{FD455666-A855-4EE8-A596-F47E7C23A8A9}" dt="2023-11-12T03:05:50.412" v="9845"/>
          <ac:spMkLst>
            <pc:docMk/>
            <pc:sldMk cId="2664453740" sldId="430"/>
            <ac:spMk id="3" creationId="{00000000-0000-0000-0000-000000000000}"/>
          </ac:spMkLst>
        </pc:spChg>
        <pc:spChg chg="mod">
          <ac:chgData name="Li,Yuting (HP Medicine) BII-CN-S" userId="ce8fbb54-122c-426d-b8da-fdcc5e1b5022" providerId="ADAL" clId="{FD455666-A855-4EE8-A596-F47E7C23A8A9}" dt="2023-11-12T03:05:50.412" v="9845"/>
          <ac:spMkLst>
            <pc:docMk/>
            <pc:sldMk cId="2664453740" sldId="430"/>
            <ac:spMk id="4" creationId="{00000000-0000-0000-0000-000000000000}"/>
          </ac:spMkLst>
        </pc:spChg>
        <pc:spChg chg="mod">
          <ac:chgData name="Li,Yuting (HP Medicine) BII-CN-S" userId="ce8fbb54-122c-426d-b8da-fdcc5e1b5022" providerId="ADAL" clId="{FD455666-A855-4EE8-A596-F47E7C23A8A9}" dt="2023-11-12T03:05:50.412" v="9845"/>
          <ac:spMkLst>
            <pc:docMk/>
            <pc:sldMk cId="2664453740" sldId="430"/>
            <ac:spMk id="5" creationId="{00000000-0000-0000-0000-000000000000}"/>
          </ac:spMkLst>
        </pc:spChg>
      </pc:sldChg>
      <pc:sldChg chg="modSp">
        <pc:chgData name="Li,Yuting (HP Medicine) BII-CN-S" userId="ce8fbb54-122c-426d-b8da-fdcc5e1b5022" providerId="ADAL" clId="{FD455666-A855-4EE8-A596-F47E7C23A8A9}" dt="2023-11-12T03:05:50.412" v="9845"/>
        <pc:sldMkLst>
          <pc:docMk/>
          <pc:sldMk cId="1545576679" sldId="882"/>
        </pc:sldMkLst>
        <pc:spChg chg="mod">
          <ac:chgData name="Li,Yuting (HP Medicine) BII-CN-S" userId="ce8fbb54-122c-426d-b8da-fdcc5e1b5022" providerId="ADAL" clId="{FD455666-A855-4EE8-A596-F47E7C23A8A9}" dt="2023-11-12T03:05:50.412" v="9845"/>
          <ac:spMkLst>
            <pc:docMk/>
            <pc:sldMk cId="1545576679" sldId="882"/>
            <ac:spMk id="2" creationId="{00000000-0000-0000-0000-000000000000}"/>
          </ac:spMkLst>
        </pc:spChg>
        <pc:spChg chg="mod">
          <ac:chgData name="Li,Yuting (HP Medicine) BII-CN-S" userId="ce8fbb54-122c-426d-b8da-fdcc5e1b5022" providerId="ADAL" clId="{FD455666-A855-4EE8-A596-F47E7C23A8A9}" dt="2023-11-12T03:05:50.412" v="9845"/>
          <ac:spMkLst>
            <pc:docMk/>
            <pc:sldMk cId="1545576679" sldId="882"/>
            <ac:spMk id="3" creationId="{00000000-0000-0000-0000-000000000000}"/>
          </ac:spMkLst>
        </pc:spChg>
      </pc:sldChg>
      <pc:sldChg chg="modSp">
        <pc:chgData name="Li,Yuting (HP Medicine) BII-CN-S" userId="ce8fbb54-122c-426d-b8da-fdcc5e1b5022" providerId="ADAL" clId="{FD455666-A855-4EE8-A596-F47E7C23A8A9}" dt="2023-11-12T03:07:45.508" v="9982"/>
        <pc:sldMkLst>
          <pc:docMk/>
          <pc:sldMk cId="3849207653" sldId="1104"/>
        </pc:sldMkLst>
        <pc:spChg chg="mod">
          <ac:chgData name="Li,Yuting (HP Medicine) BII-CN-S" userId="ce8fbb54-122c-426d-b8da-fdcc5e1b5022" providerId="ADAL" clId="{FD455666-A855-4EE8-A596-F47E7C23A8A9}" dt="2023-11-12T03:07:45.508" v="9982"/>
          <ac:spMkLst>
            <pc:docMk/>
            <pc:sldMk cId="3849207653" sldId="1104"/>
            <ac:spMk id="3" creationId="{2E9BD54A-D58A-4BEC-89EB-C5093D0B561A}"/>
          </ac:spMkLst>
        </pc:spChg>
      </pc:sldChg>
      <pc:sldChg chg="modSp mod modClrScheme chgLayout">
        <pc:chgData name="Li,Yuting (HP Medicine) BII-CN-S" userId="ce8fbb54-122c-426d-b8da-fdcc5e1b5022" providerId="ADAL" clId="{FD455666-A855-4EE8-A596-F47E7C23A8A9}" dt="2023-11-12T03:12:05.593" v="10004" actId="1076"/>
        <pc:sldMkLst>
          <pc:docMk/>
          <pc:sldMk cId="64439630" sldId="6601"/>
        </pc:sldMkLst>
        <pc:spChg chg="mod ord">
          <ac:chgData name="Li,Yuting (HP Medicine) BII-CN-S" userId="ce8fbb54-122c-426d-b8da-fdcc5e1b5022" providerId="ADAL" clId="{FD455666-A855-4EE8-A596-F47E7C23A8A9}" dt="2023-11-12T03:11:54.996" v="10002" actId="700"/>
          <ac:spMkLst>
            <pc:docMk/>
            <pc:sldMk cId="64439630" sldId="6601"/>
            <ac:spMk id="2" creationId="{00000000-0000-0000-0000-000000000000}"/>
          </ac:spMkLst>
        </pc:spChg>
        <pc:spChg chg="mod ord">
          <ac:chgData name="Li,Yuting (HP Medicine) BII-CN-S" userId="ce8fbb54-122c-426d-b8da-fdcc5e1b5022" providerId="ADAL" clId="{FD455666-A855-4EE8-A596-F47E7C23A8A9}" dt="2023-11-12T03:11:54.996" v="10002" actId="700"/>
          <ac:spMkLst>
            <pc:docMk/>
            <pc:sldMk cId="64439630" sldId="6601"/>
            <ac:spMk id="5" creationId="{00000000-0000-0000-0000-000000000000}"/>
          </ac:spMkLst>
        </pc:spChg>
        <pc:spChg chg="mod">
          <ac:chgData name="Li,Yuting (HP Medicine) BII-CN-S" userId="ce8fbb54-122c-426d-b8da-fdcc5e1b5022" providerId="ADAL" clId="{FD455666-A855-4EE8-A596-F47E7C23A8A9}" dt="2023-11-12T03:12:05.593" v="10004" actId="1076"/>
          <ac:spMkLst>
            <pc:docMk/>
            <pc:sldMk cId="64439630" sldId="6601"/>
            <ac:spMk id="6" creationId="{00000000-0000-0000-0000-000000000000}"/>
          </ac:spMkLst>
        </pc:spChg>
      </pc:sldChg>
      <pc:sldChg chg="modSp mod ord modShow">
        <pc:chgData name="Li,Yuting (HP Medicine) BII-CN-S" userId="ce8fbb54-122c-426d-b8da-fdcc5e1b5022" providerId="ADAL" clId="{FD455666-A855-4EE8-A596-F47E7C23A8A9}" dt="2023-11-10T07:20:15.636" v="4113"/>
        <pc:sldMkLst>
          <pc:docMk/>
          <pc:sldMk cId="4123330984" sldId="2147469510"/>
        </pc:sldMkLst>
        <pc:spChg chg="mod">
          <ac:chgData name="Li,Yuting (HP Medicine) BII-CN-S" userId="ce8fbb54-122c-426d-b8da-fdcc5e1b5022" providerId="ADAL" clId="{FD455666-A855-4EE8-A596-F47E7C23A8A9}" dt="2023-11-08T13:01:54.202" v="1650" actId="207"/>
          <ac:spMkLst>
            <pc:docMk/>
            <pc:sldMk cId="4123330984" sldId="2147469510"/>
            <ac:spMk id="5" creationId="{89085DFE-383F-0A32-A0C8-DAE42D793C0D}"/>
          </ac:spMkLst>
        </pc:spChg>
      </pc:sldChg>
      <pc:sldChg chg="modSp mod ord modShow">
        <pc:chgData name="Li,Yuting (HP Medicine) BII-CN-S" userId="ce8fbb54-122c-426d-b8da-fdcc5e1b5022" providerId="ADAL" clId="{FD455666-A855-4EE8-A596-F47E7C23A8A9}" dt="2023-11-12T03:07:41.033" v="9978"/>
        <pc:sldMkLst>
          <pc:docMk/>
          <pc:sldMk cId="3487249628" sldId="2147469511"/>
        </pc:sldMkLst>
        <pc:spChg chg="mod">
          <ac:chgData name="Li,Yuting (HP Medicine) BII-CN-S" userId="ce8fbb54-122c-426d-b8da-fdcc5e1b5022" providerId="ADAL" clId="{FD455666-A855-4EE8-A596-F47E7C23A8A9}" dt="2023-11-12T03:07:41.033" v="9978"/>
          <ac:spMkLst>
            <pc:docMk/>
            <pc:sldMk cId="3487249628" sldId="2147469511"/>
            <ac:spMk id="4" creationId="{3589E4C2-CC77-DFDE-7FCA-B70CE5B5F5CC}"/>
          </ac:spMkLst>
        </pc:spChg>
        <pc:spChg chg="mod">
          <ac:chgData name="Li,Yuting (HP Medicine) BII-CN-S" userId="ce8fbb54-122c-426d-b8da-fdcc5e1b5022" providerId="ADAL" clId="{FD455666-A855-4EE8-A596-F47E7C23A8A9}" dt="2023-11-08T13:03:05.197" v="1654" actId="207"/>
          <ac:spMkLst>
            <pc:docMk/>
            <pc:sldMk cId="3487249628" sldId="2147469511"/>
            <ac:spMk id="5" creationId="{1032F5AE-A6F8-4939-D86E-3243C7DA3894}"/>
          </ac:spMkLst>
        </pc:spChg>
      </pc:sldChg>
      <pc:sldChg chg="del">
        <pc:chgData name="Li,Yuting (HP Medicine) BII-CN-S" userId="ce8fbb54-122c-426d-b8da-fdcc5e1b5022" providerId="ADAL" clId="{FD455666-A855-4EE8-A596-F47E7C23A8A9}" dt="2023-11-08T13:14:00.295" v="1775" actId="47"/>
        <pc:sldMkLst>
          <pc:docMk/>
          <pc:sldMk cId="2196787557" sldId="2147474065"/>
        </pc:sldMkLst>
      </pc:sldChg>
      <pc:sldChg chg="addSp delSp modSp mod modClrScheme chgLayout">
        <pc:chgData name="Li,Yuting (HP Medicine) BII-CN-S" userId="ce8fbb54-122c-426d-b8da-fdcc5e1b5022" providerId="ADAL" clId="{FD455666-A855-4EE8-A596-F47E7C23A8A9}" dt="2023-11-12T04:01:15.944" v="12475"/>
        <pc:sldMkLst>
          <pc:docMk/>
          <pc:sldMk cId="1381831047" sldId="2147474097"/>
        </pc:sldMkLst>
        <pc:spChg chg="mod ord">
          <ac:chgData name="Li,Yuting (HP Medicine) BII-CN-S" userId="ce8fbb54-122c-426d-b8da-fdcc5e1b5022" providerId="ADAL" clId="{FD455666-A855-4EE8-A596-F47E7C23A8A9}" dt="2023-11-12T03:16:39.993" v="10022" actId="700"/>
          <ac:spMkLst>
            <pc:docMk/>
            <pc:sldMk cId="1381831047" sldId="2147474097"/>
            <ac:spMk id="2" creationId="{899E9FD5-14F4-46B5-85BD-4B2D5616E6A9}"/>
          </ac:spMkLst>
        </pc:spChg>
        <pc:spChg chg="add del mod ord">
          <ac:chgData name="Li,Yuting (HP Medicine) BII-CN-S" userId="ce8fbb54-122c-426d-b8da-fdcc5e1b5022" providerId="ADAL" clId="{FD455666-A855-4EE8-A596-F47E7C23A8A9}" dt="2023-11-12T03:59:08.290" v="12444" actId="478"/>
          <ac:spMkLst>
            <pc:docMk/>
            <pc:sldMk cId="1381831047" sldId="2147474097"/>
            <ac:spMk id="3" creationId="{A4E20CAA-817F-8D53-7FF7-DF993F1E54EF}"/>
          </ac:spMkLst>
        </pc:spChg>
        <pc:spChg chg="add mod ord">
          <ac:chgData name="Li,Yuting (HP Medicine) BII-CN-S" userId="ce8fbb54-122c-426d-b8da-fdcc5e1b5022" providerId="ADAL" clId="{FD455666-A855-4EE8-A596-F47E7C23A8A9}" dt="2023-11-12T03:16:39.993" v="10022" actId="700"/>
          <ac:spMkLst>
            <pc:docMk/>
            <pc:sldMk cId="1381831047" sldId="2147474097"/>
            <ac:spMk id="5" creationId="{14ED4B9E-B867-6B4F-638A-0BC4C4D2A7BB}"/>
          </ac:spMkLst>
        </pc:spChg>
        <pc:graphicFrameChg chg="mod">
          <ac:chgData name="Li,Yuting (HP Medicine) BII-CN-S" userId="ce8fbb54-122c-426d-b8da-fdcc5e1b5022" providerId="ADAL" clId="{FD455666-A855-4EE8-A596-F47E7C23A8A9}" dt="2023-11-12T04:01:15.944" v="12475"/>
          <ac:graphicFrameMkLst>
            <pc:docMk/>
            <pc:sldMk cId="1381831047" sldId="2147474097"/>
            <ac:graphicFrameMk id="7" creationId="{143855D3-70B4-468D-8667-5579C14069D1}"/>
          </ac:graphicFrameMkLst>
        </pc:graphicFrameChg>
      </pc:sldChg>
      <pc:sldChg chg="del">
        <pc:chgData name="Li,Yuting (HP Medicine) BII-CN-S" userId="ce8fbb54-122c-426d-b8da-fdcc5e1b5022" providerId="ADAL" clId="{FD455666-A855-4EE8-A596-F47E7C23A8A9}" dt="2023-11-08T13:14:00.295" v="1775" actId="47"/>
        <pc:sldMkLst>
          <pc:docMk/>
          <pc:sldMk cId="1908837058" sldId="2147474098"/>
        </pc:sldMkLst>
      </pc:sldChg>
      <pc:sldChg chg="del">
        <pc:chgData name="Li,Yuting (HP Medicine) BII-CN-S" userId="ce8fbb54-122c-426d-b8da-fdcc5e1b5022" providerId="ADAL" clId="{FD455666-A855-4EE8-A596-F47E7C23A8A9}" dt="2023-11-09T02:05:22.251" v="2544" actId="47"/>
        <pc:sldMkLst>
          <pc:docMk/>
          <pc:sldMk cId="2322890265" sldId="2147474104"/>
        </pc:sldMkLst>
      </pc:sldChg>
      <pc:sldChg chg="addSp delSp modSp mod modClrScheme chgLayout">
        <pc:chgData name="Li,Yuting (HP Medicine) BII-CN-S" userId="ce8fbb54-122c-426d-b8da-fdcc5e1b5022" providerId="ADAL" clId="{FD455666-A855-4EE8-A596-F47E7C23A8A9}" dt="2023-11-12T04:04:18.396" v="12500" actId="404"/>
        <pc:sldMkLst>
          <pc:docMk/>
          <pc:sldMk cId="980772829" sldId="2147474133"/>
        </pc:sldMkLst>
        <pc:spChg chg="mod ord">
          <ac:chgData name="Li,Yuting (HP Medicine) BII-CN-S" userId="ce8fbb54-122c-426d-b8da-fdcc5e1b5022" providerId="ADAL" clId="{FD455666-A855-4EE8-A596-F47E7C23A8A9}" dt="2023-11-12T04:04:18.396" v="12500" actId="404"/>
          <ac:spMkLst>
            <pc:docMk/>
            <pc:sldMk cId="980772829" sldId="2147474133"/>
            <ac:spMk id="2" creationId="{899E9FD5-14F4-46B5-85BD-4B2D5616E6A9}"/>
          </ac:spMkLst>
        </pc:spChg>
        <pc:spChg chg="add del mod ord">
          <ac:chgData name="Li,Yuting (HP Medicine) BII-CN-S" userId="ce8fbb54-122c-426d-b8da-fdcc5e1b5022" providerId="ADAL" clId="{FD455666-A855-4EE8-A596-F47E7C23A8A9}" dt="2023-11-12T04:01:32.084" v="12476" actId="478"/>
          <ac:spMkLst>
            <pc:docMk/>
            <pc:sldMk cId="980772829" sldId="2147474133"/>
            <ac:spMk id="3" creationId="{E29064DB-2B6F-3916-AEC6-D0BEA1D4CAF5}"/>
          </ac:spMkLst>
        </pc:spChg>
        <pc:spChg chg="add mod ord">
          <ac:chgData name="Li,Yuting (HP Medicine) BII-CN-S" userId="ce8fbb54-122c-426d-b8da-fdcc5e1b5022" providerId="ADAL" clId="{FD455666-A855-4EE8-A596-F47E7C23A8A9}" dt="2023-11-12T03:16:39.993" v="10022" actId="700"/>
          <ac:spMkLst>
            <pc:docMk/>
            <pc:sldMk cId="980772829" sldId="2147474133"/>
            <ac:spMk id="4" creationId="{48421772-394F-79C0-6D05-88E75F120827}"/>
          </ac:spMkLst>
        </pc:spChg>
        <pc:graphicFrameChg chg="modGraphic">
          <ac:chgData name="Li,Yuting (HP Medicine) BII-CN-S" userId="ce8fbb54-122c-426d-b8da-fdcc5e1b5022" providerId="ADAL" clId="{FD455666-A855-4EE8-A596-F47E7C23A8A9}" dt="2023-11-12T04:03:20.663" v="12496" actId="207"/>
          <ac:graphicFrameMkLst>
            <pc:docMk/>
            <pc:sldMk cId="980772829" sldId="2147474133"/>
            <ac:graphicFrameMk id="6" creationId="{ACE9568A-0306-B17E-7AC4-F0F3B8460C99}"/>
          </ac:graphicFrameMkLst>
        </pc:graphicFrameChg>
        <pc:graphicFrameChg chg="mod">
          <ac:chgData name="Li,Yuting (HP Medicine) BII-CN-S" userId="ce8fbb54-122c-426d-b8da-fdcc5e1b5022" providerId="ADAL" clId="{FD455666-A855-4EE8-A596-F47E7C23A8A9}" dt="2023-11-12T04:02:57.963" v="12493"/>
          <ac:graphicFrameMkLst>
            <pc:docMk/>
            <pc:sldMk cId="980772829" sldId="2147474133"/>
            <ac:graphicFrameMk id="8" creationId="{73207099-613B-4188-B37D-91BA5B30A0AB}"/>
          </ac:graphicFrameMkLst>
        </pc:graphicFrameChg>
      </pc:sldChg>
      <pc:sldChg chg="modSp">
        <pc:chgData name="Li,Yuting (HP Medicine) BII-CN-S" userId="ce8fbb54-122c-426d-b8da-fdcc5e1b5022" providerId="ADAL" clId="{FD455666-A855-4EE8-A596-F47E7C23A8A9}" dt="2023-11-12T03:07:41.033" v="9978"/>
        <pc:sldMkLst>
          <pc:docMk/>
          <pc:sldMk cId="1182273116" sldId="2147474134"/>
        </pc:sldMkLst>
        <pc:spChg chg="mod">
          <ac:chgData name="Li,Yuting (HP Medicine) BII-CN-S" userId="ce8fbb54-122c-426d-b8da-fdcc5e1b5022" providerId="ADAL" clId="{FD455666-A855-4EE8-A596-F47E7C23A8A9}" dt="2023-11-12T03:07:41.033" v="9978"/>
          <ac:spMkLst>
            <pc:docMk/>
            <pc:sldMk cId="1182273116" sldId="2147474134"/>
            <ac:spMk id="5" creationId="{32DB6728-FA6A-CB19-C380-33FE3A8DB5D0}"/>
          </ac:spMkLst>
        </pc:spChg>
      </pc:sldChg>
      <pc:sldChg chg="modSp">
        <pc:chgData name="Li,Yuting (HP Medicine) BII-CN-S" userId="ce8fbb54-122c-426d-b8da-fdcc5e1b5022" providerId="ADAL" clId="{FD455666-A855-4EE8-A596-F47E7C23A8A9}" dt="2023-11-12T03:07:41.033" v="9978"/>
        <pc:sldMkLst>
          <pc:docMk/>
          <pc:sldMk cId="3882863577" sldId="2147474138"/>
        </pc:sldMkLst>
        <pc:spChg chg="mod">
          <ac:chgData name="Li,Yuting (HP Medicine) BII-CN-S" userId="ce8fbb54-122c-426d-b8da-fdcc5e1b5022" providerId="ADAL" clId="{FD455666-A855-4EE8-A596-F47E7C23A8A9}" dt="2023-11-12T03:07:41.033" v="9978"/>
          <ac:spMkLst>
            <pc:docMk/>
            <pc:sldMk cId="3882863577" sldId="2147474138"/>
            <ac:spMk id="2" creationId="{1C0E1283-7FA9-A421-3062-2738AD287FBC}"/>
          </ac:spMkLst>
        </pc:spChg>
        <pc:spChg chg="mod">
          <ac:chgData name="Li,Yuting (HP Medicine) BII-CN-S" userId="ce8fbb54-122c-426d-b8da-fdcc5e1b5022" providerId="ADAL" clId="{FD455666-A855-4EE8-A596-F47E7C23A8A9}" dt="2023-11-12T03:07:41.033" v="9978"/>
          <ac:spMkLst>
            <pc:docMk/>
            <pc:sldMk cId="3882863577" sldId="2147474138"/>
            <ac:spMk id="3" creationId="{A1BB583F-9D71-8FC0-CDD9-93E65C5AFB35}"/>
          </ac:spMkLst>
        </pc:spChg>
      </pc:sldChg>
      <pc:sldChg chg="modSp mod">
        <pc:chgData name="Li,Yuting (HP Medicine) BII-CN-S" userId="ce8fbb54-122c-426d-b8da-fdcc5e1b5022" providerId="ADAL" clId="{FD455666-A855-4EE8-A596-F47E7C23A8A9}" dt="2023-11-12T03:07:41.033" v="9978"/>
        <pc:sldMkLst>
          <pc:docMk/>
          <pc:sldMk cId="1770096435" sldId="2147474234"/>
        </pc:sldMkLst>
        <pc:spChg chg="mod">
          <ac:chgData name="Li,Yuting (HP Medicine) BII-CN-S" userId="ce8fbb54-122c-426d-b8da-fdcc5e1b5022" providerId="ADAL" clId="{FD455666-A855-4EE8-A596-F47E7C23A8A9}" dt="2023-11-12T03:07:41.033" v="9978"/>
          <ac:spMkLst>
            <pc:docMk/>
            <pc:sldMk cId="1770096435" sldId="2147474234"/>
            <ac:spMk id="2" creationId="{D106AF26-D83E-5079-4DC8-CF6BEC31FDA8}"/>
          </ac:spMkLst>
        </pc:spChg>
        <pc:spChg chg="mod">
          <ac:chgData name="Li,Yuting (HP Medicine) BII-CN-S" userId="ce8fbb54-122c-426d-b8da-fdcc5e1b5022" providerId="ADAL" clId="{FD455666-A855-4EE8-A596-F47E7C23A8A9}" dt="2023-11-12T03:07:41.033" v="9978"/>
          <ac:spMkLst>
            <pc:docMk/>
            <pc:sldMk cId="1770096435" sldId="2147474234"/>
            <ac:spMk id="3" creationId="{5CE0E0C7-9BB0-6BE8-89EC-3E5BFCB01DC6}"/>
          </ac:spMkLst>
        </pc:spChg>
      </pc:sldChg>
      <pc:sldChg chg="modSp">
        <pc:chgData name="Li,Yuting (HP Medicine) BII-CN-S" userId="ce8fbb54-122c-426d-b8da-fdcc5e1b5022" providerId="ADAL" clId="{FD455666-A855-4EE8-A596-F47E7C23A8A9}" dt="2023-11-12T03:07:41.033" v="9978"/>
        <pc:sldMkLst>
          <pc:docMk/>
          <pc:sldMk cId="2422094028" sldId="2147474885"/>
        </pc:sldMkLst>
        <pc:spChg chg="mod">
          <ac:chgData name="Li,Yuting (HP Medicine) BII-CN-S" userId="ce8fbb54-122c-426d-b8da-fdcc5e1b5022" providerId="ADAL" clId="{FD455666-A855-4EE8-A596-F47E7C23A8A9}" dt="2023-11-12T03:07:41.033" v="9978"/>
          <ac:spMkLst>
            <pc:docMk/>
            <pc:sldMk cId="2422094028" sldId="2147474885"/>
            <ac:spMk id="3" creationId="{3D852276-1F0D-AF28-F69C-F113DAB87887}"/>
          </ac:spMkLst>
        </pc:spChg>
        <pc:spChg chg="mod">
          <ac:chgData name="Li,Yuting (HP Medicine) BII-CN-S" userId="ce8fbb54-122c-426d-b8da-fdcc5e1b5022" providerId="ADAL" clId="{FD455666-A855-4EE8-A596-F47E7C23A8A9}" dt="2023-11-12T03:07:41.033" v="9978"/>
          <ac:spMkLst>
            <pc:docMk/>
            <pc:sldMk cId="2422094028" sldId="2147474885"/>
            <ac:spMk id="4" creationId="{7B32205A-7CD4-687B-1E5F-2A1A464FD9D2}"/>
          </ac:spMkLst>
        </pc:spChg>
      </pc:sldChg>
      <pc:sldChg chg="modSp">
        <pc:chgData name="Li,Yuting (HP Medicine) BII-CN-S" userId="ce8fbb54-122c-426d-b8da-fdcc5e1b5022" providerId="ADAL" clId="{FD455666-A855-4EE8-A596-F47E7C23A8A9}" dt="2023-11-12T03:07:41.033" v="9978"/>
        <pc:sldMkLst>
          <pc:docMk/>
          <pc:sldMk cId="1603556620" sldId="2147474893"/>
        </pc:sldMkLst>
        <pc:spChg chg="mod">
          <ac:chgData name="Li,Yuting (HP Medicine) BII-CN-S" userId="ce8fbb54-122c-426d-b8da-fdcc5e1b5022" providerId="ADAL" clId="{FD455666-A855-4EE8-A596-F47E7C23A8A9}" dt="2023-11-12T03:07:41.033" v="9978"/>
          <ac:spMkLst>
            <pc:docMk/>
            <pc:sldMk cId="1603556620" sldId="2147474893"/>
            <ac:spMk id="3" creationId="{2E9BD54A-D58A-4BEC-89EB-C5093D0B561A}"/>
          </ac:spMkLst>
        </pc:spChg>
      </pc:sldChg>
      <pc:sldChg chg="modSp mod">
        <pc:chgData name="Li,Yuting (HP Medicine) BII-CN-S" userId="ce8fbb54-122c-426d-b8da-fdcc5e1b5022" providerId="ADAL" clId="{FD455666-A855-4EE8-A596-F47E7C23A8A9}" dt="2023-11-12T03:07:41.033" v="9978"/>
        <pc:sldMkLst>
          <pc:docMk/>
          <pc:sldMk cId="1847065983" sldId="2147474908"/>
        </pc:sldMkLst>
        <pc:spChg chg="mod">
          <ac:chgData name="Li,Yuting (HP Medicine) BII-CN-S" userId="ce8fbb54-122c-426d-b8da-fdcc5e1b5022" providerId="ADAL" clId="{FD455666-A855-4EE8-A596-F47E7C23A8A9}" dt="2023-11-12T03:07:41.033" v="9978"/>
          <ac:spMkLst>
            <pc:docMk/>
            <pc:sldMk cId="1847065983" sldId="2147474908"/>
            <ac:spMk id="2" creationId="{07730F77-F84F-FCC8-5D40-568F42A15C3B}"/>
          </ac:spMkLst>
        </pc:spChg>
        <pc:spChg chg="mod">
          <ac:chgData name="Li,Yuting (HP Medicine) BII-CN-S" userId="ce8fbb54-122c-426d-b8da-fdcc5e1b5022" providerId="ADAL" clId="{FD455666-A855-4EE8-A596-F47E7C23A8A9}" dt="2023-11-12T03:07:41.033" v="9978"/>
          <ac:spMkLst>
            <pc:docMk/>
            <pc:sldMk cId="1847065983" sldId="2147474908"/>
            <ac:spMk id="3" creationId="{66A9256D-5B97-1203-7B6C-9ADCCBDE78F0}"/>
          </ac:spMkLst>
        </pc:spChg>
      </pc:sldChg>
      <pc:sldChg chg="addSp delSp modSp add del mod modClrScheme chgLayout">
        <pc:chgData name="Li,Yuting (HP Medicine) BII-CN-S" userId="ce8fbb54-122c-426d-b8da-fdcc5e1b5022" providerId="ADAL" clId="{FD455666-A855-4EE8-A596-F47E7C23A8A9}" dt="2023-11-12T03:19:04.232" v="10034" actId="207"/>
        <pc:sldMkLst>
          <pc:docMk/>
          <pc:sldMk cId="3589664966" sldId="2147474910"/>
        </pc:sldMkLst>
        <pc:spChg chg="add del mod ord">
          <ac:chgData name="Li,Yuting (HP Medicine) BII-CN-S" userId="ce8fbb54-122c-426d-b8da-fdcc5e1b5022" providerId="ADAL" clId="{FD455666-A855-4EE8-A596-F47E7C23A8A9}" dt="2023-11-12T03:09:05.231" v="9989" actId="478"/>
          <ac:spMkLst>
            <pc:docMk/>
            <pc:sldMk cId="3589664966" sldId="2147474910"/>
            <ac:spMk id="9" creationId="{8826A2E3-F65C-EB0F-AFC7-0E8CF5D4A185}"/>
          </ac:spMkLst>
        </pc:spChg>
        <pc:spChg chg="add mod ord">
          <ac:chgData name="Li,Yuting (HP Medicine) BII-CN-S" userId="ce8fbb54-122c-426d-b8da-fdcc5e1b5022" providerId="ADAL" clId="{FD455666-A855-4EE8-A596-F47E7C23A8A9}" dt="2023-11-12T03:08:58.745" v="9988" actId="700"/>
          <ac:spMkLst>
            <pc:docMk/>
            <pc:sldMk cId="3589664966" sldId="2147474910"/>
            <ac:spMk id="10" creationId="{4BDF2BA5-DEE1-CFB7-48E1-8B77A504C4E4}"/>
          </ac:spMkLst>
        </pc:spChg>
        <pc:spChg chg="mod ord">
          <ac:chgData name="Li,Yuting (HP Medicine) BII-CN-S" userId="ce8fbb54-122c-426d-b8da-fdcc5e1b5022" providerId="ADAL" clId="{FD455666-A855-4EE8-A596-F47E7C23A8A9}" dt="2023-11-12T03:19:04.232" v="10034" actId="207"/>
          <ac:spMkLst>
            <pc:docMk/>
            <pc:sldMk cId="3589664966" sldId="2147474910"/>
            <ac:spMk id="72" creationId="{B436F150-977B-4BC9-B861-EA22E5F5F32C}"/>
          </ac:spMkLst>
        </pc:spChg>
      </pc:sldChg>
      <pc:sldChg chg="del">
        <pc:chgData name="Li,Yuting (HP Medicine) BII-CN-S" userId="ce8fbb54-122c-426d-b8da-fdcc5e1b5022" providerId="ADAL" clId="{FD455666-A855-4EE8-A596-F47E7C23A8A9}" dt="2023-11-08T11:21:54.897" v="11" actId="47"/>
        <pc:sldMkLst>
          <pc:docMk/>
          <pc:sldMk cId="94460591" sldId="2147474911"/>
        </pc:sldMkLst>
      </pc:sldChg>
      <pc:sldChg chg="modSp mod">
        <pc:chgData name="Li,Yuting (HP Medicine) BII-CN-S" userId="ce8fbb54-122c-426d-b8da-fdcc5e1b5022" providerId="ADAL" clId="{FD455666-A855-4EE8-A596-F47E7C23A8A9}" dt="2023-11-12T03:07:41.033" v="9978"/>
        <pc:sldMkLst>
          <pc:docMk/>
          <pc:sldMk cId="4135589616" sldId="2147474912"/>
        </pc:sldMkLst>
        <pc:spChg chg="mod">
          <ac:chgData name="Li,Yuting (HP Medicine) BII-CN-S" userId="ce8fbb54-122c-426d-b8da-fdcc5e1b5022" providerId="ADAL" clId="{FD455666-A855-4EE8-A596-F47E7C23A8A9}" dt="2023-11-12T03:07:21.740" v="9969"/>
          <ac:spMkLst>
            <pc:docMk/>
            <pc:sldMk cId="4135589616" sldId="2147474912"/>
            <ac:spMk id="3" creationId="{27B5DA84-24EF-4689-5BC0-6CCB34BB50A1}"/>
          </ac:spMkLst>
        </pc:spChg>
        <pc:spChg chg="mod">
          <ac:chgData name="Li,Yuting (HP Medicine) BII-CN-S" userId="ce8fbb54-122c-426d-b8da-fdcc5e1b5022" providerId="ADAL" clId="{FD455666-A855-4EE8-A596-F47E7C23A8A9}" dt="2023-11-12T03:07:41.033" v="9978"/>
          <ac:spMkLst>
            <pc:docMk/>
            <pc:sldMk cId="4135589616" sldId="2147474912"/>
            <ac:spMk id="5" creationId="{32DB6728-FA6A-CB19-C380-33FE3A8DB5D0}"/>
          </ac:spMkLst>
        </pc:spChg>
      </pc:sldChg>
      <pc:sldChg chg="modSp mod">
        <pc:chgData name="Li,Yuting (HP Medicine) BII-CN-S" userId="ce8fbb54-122c-426d-b8da-fdcc5e1b5022" providerId="ADAL" clId="{FD455666-A855-4EE8-A596-F47E7C23A8A9}" dt="2023-11-12T03:07:41.033" v="9978"/>
        <pc:sldMkLst>
          <pc:docMk/>
          <pc:sldMk cId="593512154" sldId="2147474915"/>
        </pc:sldMkLst>
        <pc:spChg chg="mod">
          <ac:chgData name="Li,Yuting (HP Medicine) BII-CN-S" userId="ce8fbb54-122c-426d-b8da-fdcc5e1b5022" providerId="ADAL" clId="{FD455666-A855-4EE8-A596-F47E7C23A8A9}" dt="2023-11-12T03:07:41.033" v="9978"/>
          <ac:spMkLst>
            <pc:docMk/>
            <pc:sldMk cId="593512154" sldId="2147474915"/>
            <ac:spMk id="3" creationId="{14E3D2B8-7877-63DA-A2BD-E8E6CEBE9F17}"/>
          </ac:spMkLst>
        </pc:spChg>
        <pc:spChg chg="mod">
          <ac:chgData name="Li,Yuting (HP Medicine) BII-CN-S" userId="ce8fbb54-122c-426d-b8da-fdcc5e1b5022" providerId="ADAL" clId="{FD455666-A855-4EE8-A596-F47E7C23A8A9}" dt="2023-11-12T03:07:41.033" v="9978"/>
          <ac:spMkLst>
            <pc:docMk/>
            <pc:sldMk cId="593512154" sldId="2147474915"/>
            <ac:spMk id="4" creationId="{B7CCA29E-5178-101D-9CCD-779A36FF4A91}"/>
          </ac:spMkLst>
        </pc:spChg>
      </pc:sldChg>
      <pc:sldChg chg="modSp del mod">
        <pc:chgData name="Li,Yuting (HP Medicine) BII-CN-S" userId="ce8fbb54-122c-426d-b8da-fdcc5e1b5022" providerId="ADAL" clId="{FD455666-A855-4EE8-A596-F47E7C23A8A9}" dt="2023-11-12T13:21:07.946" v="18072" actId="47"/>
        <pc:sldMkLst>
          <pc:docMk/>
          <pc:sldMk cId="727913723" sldId="2147474918"/>
        </pc:sldMkLst>
        <pc:spChg chg="mod">
          <ac:chgData name="Li,Yuting (HP Medicine) BII-CN-S" userId="ce8fbb54-122c-426d-b8da-fdcc5e1b5022" providerId="ADAL" clId="{FD455666-A855-4EE8-A596-F47E7C23A8A9}" dt="2023-11-12T03:07:41.033" v="9978"/>
          <ac:spMkLst>
            <pc:docMk/>
            <pc:sldMk cId="727913723" sldId="2147474918"/>
            <ac:spMk id="3" creationId="{47332B42-F5B5-81C4-0070-12B165A5FBFE}"/>
          </ac:spMkLst>
        </pc:spChg>
        <pc:spChg chg="mod">
          <ac:chgData name="Li,Yuting (HP Medicine) BII-CN-S" userId="ce8fbb54-122c-426d-b8da-fdcc5e1b5022" providerId="ADAL" clId="{FD455666-A855-4EE8-A596-F47E7C23A8A9}" dt="2023-11-12T03:07:41.033" v="9978"/>
          <ac:spMkLst>
            <pc:docMk/>
            <pc:sldMk cId="727913723" sldId="2147474918"/>
            <ac:spMk id="4" creationId="{A2C4F9B9-431E-ED97-2D97-A375F1398AC2}"/>
          </ac:spMkLst>
        </pc:spChg>
      </pc:sldChg>
      <pc:sldChg chg="modSp mod">
        <pc:chgData name="Li,Yuting (HP Medicine) BII-CN-S" userId="ce8fbb54-122c-426d-b8da-fdcc5e1b5022" providerId="ADAL" clId="{FD455666-A855-4EE8-A596-F47E7C23A8A9}" dt="2023-11-12T13:21:00.568" v="18071" actId="404"/>
        <pc:sldMkLst>
          <pc:docMk/>
          <pc:sldMk cId="2048577046" sldId="2147474919"/>
        </pc:sldMkLst>
        <pc:spChg chg="mod">
          <ac:chgData name="Li,Yuting (HP Medicine) BII-CN-S" userId="ce8fbb54-122c-426d-b8da-fdcc5e1b5022" providerId="ADAL" clId="{FD455666-A855-4EE8-A596-F47E7C23A8A9}" dt="2023-11-12T13:21:00.568" v="18071" actId="404"/>
          <ac:spMkLst>
            <pc:docMk/>
            <pc:sldMk cId="2048577046" sldId="2147474919"/>
            <ac:spMk id="3" creationId="{4398A424-CFE7-5068-8606-6D38D2A37601}"/>
          </ac:spMkLst>
        </pc:spChg>
        <pc:spChg chg="mod">
          <ac:chgData name="Li,Yuting (HP Medicine) BII-CN-S" userId="ce8fbb54-122c-426d-b8da-fdcc5e1b5022" providerId="ADAL" clId="{FD455666-A855-4EE8-A596-F47E7C23A8A9}" dt="2023-11-12T03:07:41.033" v="9978"/>
          <ac:spMkLst>
            <pc:docMk/>
            <pc:sldMk cId="2048577046" sldId="2147474919"/>
            <ac:spMk id="4" creationId="{EE3BC410-D449-EE7F-242D-CD94738E53DA}"/>
          </ac:spMkLst>
        </pc:spChg>
      </pc:sldChg>
      <pc:sldChg chg="modSp mod">
        <pc:chgData name="Li,Yuting (HP Medicine) BII-CN-S" userId="ce8fbb54-122c-426d-b8da-fdcc5e1b5022" providerId="ADAL" clId="{FD455666-A855-4EE8-A596-F47E7C23A8A9}" dt="2023-11-12T03:07:41.033" v="9978"/>
        <pc:sldMkLst>
          <pc:docMk/>
          <pc:sldMk cId="954744658" sldId="2147474920"/>
        </pc:sldMkLst>
        <pc:spChg chg="mod">
          <ac:chgData name="Li,Yuting (HP Medicine) BII-CN-S" userId="ce8fbb54-122c-426d-b8da-fdcc5e1b5022" providerId="ADAL" clId="{FD455666-A855-4EE8-A596-F47E7C23A8A9}" dt="2023-11-12T03:07:41.033" v="9978"/>
          <ac:spMkLst>
            <pc:docMk/>
            <pc:sldMk cId="954744658" sldId="2147474920"/>
            <ac:spMk id="2" creationId="{FC50A29E-A427-D85E-EBB5-541E0615D79D}"/>
          </ac:spMkLst>
        </pc:spChg>
        <pc:spChg chg="mod">
          <ac:chgData name="Li,Yuting (HP Medicine) BII-CN-S" userId="ce8fbb54-122c-426d-b8da-fdcc5e1b5022" providerId="ADAL" clId="{FD455666-A855-4EE8-A596-F47E7C23A8A9}" dt="2023-11-12T03:07:41.033" v="9978"/>
          <ac:spMkLst>
            <pc:docMk/>
            <pc:sldMk cId="954744658" sldId="2147474920"/>
            <ac:spMk id="3" creationId="{633E6D1D-F702-214B-7DE1-F6C4B609837E}"/>
          </ac:spMkLst>
        </pc:spChg>
      </pc:sldChg>
      <pc:sldChg chg="modSp mod">
        <pc:chgData name="Li,Yuting (HP Medicine) BII-CN-S" userId="ce8fbb54-122c-426d-b8da-fdcc5e1b5022" providerId="ADAL" clId="{FD455666-A855-4EE8-A596-F47E7C23A8A9}" dt="2023-11-12T03:07:41.033" v="9978"/>
        <pc:sldMkLst>
          <pc:docMk/>
          <pc:sldMk cId="833130929" sldId="2147474923"/>
        </pc:sldMkLst>
        <pc:spChg chg="mod">
          <ac:chgData name="Li,Yuting (HP Medicine) BII-CN-S" userId="ce8fbb54-122c-426d-b8da-fdcc5e1b5022" providerId="ADAL" clId="{FD455666-A855-4EE8-A596-F47E7C23A8A9}" dt="2023-11-12T03:07:41.033" v="9978"/>
          <ac:spMkLst>
            <pc:docMk/>
            <pc:sldMk cId="833130929" sldId="2147474923"/>
            <ac:spMk id="2" creationId="{E3AB5D7F-9FB8-BA0E-74A7-D29B12432672}"/>
          </ac:spMkLst>
        </pc:spChg>
        <pc:spChg chg="mod">
          <ac:chgData name="Li,Yuting (HP Medicine) BII-CN-S" userId="ce8fbb54-122c-426d-b8da-fdcc5e1b5022" providerId="ADAL" clId="{FD455666-A855-4EE8-A596-F47E7C23A8A9}" dt="2023-11-12T03:07:41.033" v="9978"/>
          <ac:spMkLst>
            <pc:docMk/>
            <pc:sldMk cId="833130929" sldId="2147474923"/>
            <ac:spMk id="3" creationId="{160CDCF7-60CF-5C8C-85BA-E7FCD8F3B77C}"/>
          </ac:spMkLst>
        </pc:spChg>
      </pc:sldChg>
      <pc:sldChg chg="modSp mod">
        <pc:chgData name="Li,Yuting (HP Medicine) BII-CN-S" userId="ce8fbb54-122c-426d-b8da-fdcc5e1b5022" providerId="ADAL" clId="{FD455666-A855-4EE8-A596-F47E7C23A8A9}" dt="2023-11-12T03:07:41.033" v="9978"/>
        <pc:sldMkLst>
          <pc:docMk/>
          <pc:sldMk cId="1983346115" sldId="2147474924"/>
        </pc:sldMkLst>
        <pc:spChg chg="mod">
          <ac:chgData name="Li,Yuting (HP Medicine) BII-CN-S" userId="ce8fbb54-122c-426d-b8da-fdcc5e1b5022" providerId="ADAL" clId="{FD455666-A855-4EE8-A596-F47E7C23A8A9}" dt="2023-11-12T03:07:41.033" v="9978"/>
          <ac:spMkLst>
            <pc:docMk/>
            <pc:sldMk cId="1983346115" sldId="2147474924"/>
            <ac:spMk id="2" creationId="{727EA93D-0A1E-99D1-B40E-2F95B762333D}"/>
          </ac:spMkLst>
        </pc:spChg>
        <pc:spChg chg="mod">
          <ac:chgData name="Li,Yuting (HP Medicine) BII-CN-S" userId="ce8fbb54-122c-426d-b8da-fdcc5e1b5022" providerId="ADAL" clId="{FD455666-A855-4EE8-A596-F47E7C23A8A9}" dt="2023-11-12T03:07:41.033" v="9978"/>
          <ac:spMkLst>
            <pc:docMk/>
            <pc:sldMk cId="1983346115" sldId="2147474924"/>
            <ac:spMk id="3" creationId="{0C75D0E0-F61B-1BDD-4842-0CBE3C083E09}"/>
          </ac:spMkLst>
        </pc:spChg>
      </pc:sldChg>
      <pc:sldChg chg="del">
        <pc:chgData name="Li,Yuting (HP Medicine) BII-CN-S" userId="ce8fbb54-122c-426d-b8da-fdcc5e1b5022" providerId="ADAL" clId="{FD455666-A855-4EE8-A596-F47E7C23A8A9}" dt="2023-11-08T13:31:59.347" v="1925" actId="47"/>
        <pc:sldMkLst>
          <pc:docMk/>
          <pc:sldMk cId="2993528003" sldId="2147474927"/>
        </pc:sldMkLst>
      </pc:sldChg>
      <pc:sldChg chg="del">
        <pc:chgData name="Li,Yuting (HP Medicine) BII-CN-S" userId="ce8fbb54-122c-426d-b8da-fdcc5e1b5022" providerId="ADAL" clId="{FD455666-A855-4EE8-A596-F47E7C23A8A9}" dt="2023-11-08T13:32:00.152" v="1926" actId="47"/>
        <pc:sldMkLst>
          <pc:docMk/>
          <pc:sldMk cId="2289809735" sldId="2147474928"/>
        </pc:sldMkLst>
      </pc:sldChg>
      <pc:sldChg chg="del">
        <pc:chgData name="Li,Yuting (HP Medicine) BII-CN-S" userId="ce8fbb54-122c-426d-b8da-fdcc5e1b5022" providerId="ADAL" clId="{FD455666-A855-4EE8-A596-F47E7C23A8A9}" dt="2023-11-08T12:53:31.191" v="1622" actId="47"/>
        <pc:sldMkLst>
          <pc:docMk/>
          <pc:sldMk cId="2604200859" sldId="2147474929"/>
        </pc:sldMkLst>
      </pc:sldChg>
      <pc:sldChg chg="del">
        <pc:chgData name="Li,Yuting (HP Medicine) BII-CN-S" userId="ce8fbb54-122c-426d-b8da-fdcc5e1b5022" providerId="ADAL" clId="{FD455666-A855-4EE8-A596-F47E7C23A8A9}" dt="2023-11-08T13:03:29.371" v="1655" actId="47"/>
        <pc:sldMkLst>
          <pc:docMk/>
          <pc:sldMk cId="2608856467" sldId="2147474930"/>
        </pc:sldMkLst>
      </pc:sldChg>
      <pc:sldChg chg="del">
        <pc:chgData name="Li,Yuting (HP Medicine) BII-CN-S" userId="ce8fbb54-122c-426d-b8da-fdcc5e1b5022" providerId="ADAL" clId="{FD455666-A855-4EE8-A596-F47E7C23A8A9}" dt="2023-11-08T13:14:00.295" v="1775" actId="47"/>
        <pc:sldMkLst>
          <pc:docMk/>
          <pc:sldMk cId="2006238923" sldId="2147474931"/>
        </pc:sldMkLst>
      </pc:sldChg>
      <pc:sldChg chg="del">
        <pc:chgData name="Li,Yuting (HP Medicine) BII-CN-S" userId="ce8fbb54-122c-426d-b8da-fdcc5e1b5022" providerId="ADAL" clId="{FD455666-A855-4EE8-A596-F47E7C23A8A9}" dt="2023-11-08T13:14:00.295" v="1775" actId="47"/>
        <pc:sldMkLst>
          <pc:docMk/>
          <pc:sldMk cId="4237814175" sldId="2147474932"/>
        </pc:sldMkLst>
      </pc:sldChg>
      <pc:sldChg chg="del">
        <pc:chgData name="Li,Yuting (HP Medicine) BII-CN-S" userId="ce8fbb54-122c-426d-b8da-fdcc5e1b5022" providerId="ADAL" clId="{FD455666-A855-4EE8-A596-F47E7C23A8A9}" dt="2023-11-08T13:44:29.518" v="2184" actId="47"/>
        <pc:sldMkLst>
          <pc:docMk/>
          <pc:sldMk cId="1969276754" sldId="2147474937"/>
        </pc:sldMkLst>
      </pc:sldChg>
      <pc:sldChg chg="del">
        <pc:chgData name="Li,Yuting (HP Medicine) BII-CN-S" userId="ce8fbb54-122c-426d-b8da-fdcc5e1b5022" providerId="ADAL" clId="{FD455666-A855-4EE8-A596-F47E7C23A8A9}" dt="2023-11-08T14:04:53.209" v="2247" actId="47"/>
        <pc:sldMkLst>
          <pc:docMk/>
          <pc:sldMk cId="1620675733" sldId="2147474938"/>
        </pc:sldMkLst>
      </pc:sldChg>
      <pc:sldChg chg="del">
        <pc:chgData name="Li,Yuting (HP Medicine) BII-CN-S" userId="ce8fbb54-122c-426d-b8da-fdcc5e1b5022" providerId="ADAL" clId="{FD455666-A855-4EE8-A596-F47E7C23A8A9}" dt="2023-11-08T14:03:04.421" v="2240" actId="47"/>
        <pc:sldMkLst>
          <pc:docMk/>
          <pc:sldMk cId="2244276633" sldId="2147474939"/>
        </pc:sldMkLst>
      </pc:sldChg>
      <pc:sldChg chg="addSp delSp modSp del mod modClrScheme chgLayout modNotesTx">
        <pc:chgData name="Li,Yuting (HP Medicine) BII-CN-S" userId="ce8fbb54-122c-426d-b8da-fdcc5e1b5022" providerId="ADAL" clId="{FD455666-A855-4EE8-A596-F47E7C23A8A9}" dt="2023-11-12T09:42:12.208" v="15132" actId="47"/>
        <pc:sldMkLst>
          <pc:docMk/>
          <pc:sldMk cId="4274065597" sldId="2147474941"/>
        </pc:sldMkLst>
        <pc:spChg chg="add mod ord">
          <ac:chgData name="Li,Yuting (HP Medicine) BII-CN-S" userId="ce8fbb54-122c-426d-b8da-fdcc5e1b5022" providerId="ADAL" clId="{FD455666-A855-4EE8-A596-F47E7C23A8A9}" dt="2023-11-12T03:16:39.993" v="10022" actId="700"/>
          <ac:spMkLst>
            <pc:docMk/>
            <pc:sldMk cId="4274065597" sldId="2147474941"/>
            <ac:spMk id="2" creationId="{F5FBE320-C8AF-46D7-EF0D-FD8DF5707629}"/>
          </ac:spMkLst>
        </pc:spChg>
        <pc:spChg chg="mod ord">
          <ac:chgData name="Li,Yuting (HP Medicine) BII-CN-S" userId="ce8fbb54-122c-426d-b8da-fdcc5e1b5022" providerId="ADAL" clId="{FD455666-A855-4EE8-A596-F47E7C23A8A9}" dt="2023-11-12T09:09:09.912" v="14195" actId="1076"/>
          <ac:spMkLst>
            <pc:docMk/>
            <pc:sldMk cId="4274065597" sldId="2147474941"/>
            <ac:spMk id="3" creationId="{1C0F0DE9-D090-4BCB-AF74-0CA73FFAFEF1}"/>
          </ac:spMkLst>
        </pc:spChg>
        <pc:spChg chg="mod ord">
          <ac:chgData name="Li,Yuting (HP Medicine) BII-CN-S" userId="ce8fbb54-122c-426d-b8da-fdcc5e1b5022" providerId="ADAL" clId="{FD455666-A855-4EE8-A596-F47E7C23A8A9}" dt="2023-11-12T05:39:51.784" v="12694" actId="1035"/>
          <ac:spMkLst>
            <pc:docMk/>
            <pc:sldMk cId="4274065597" sldId="2147474941"/>
            <ac:spMk id="4" creationId="{9B647F91-1C3C-485A-8F55-C312E59B05A2}"/>
          </ac:spMkLst>
        </pc:spChg>
        <pc:spChg chg="add del mod ord">
          <ac:chgData name="Li,Yuting (HP Medicine) BII-CN-S" userId="ce8fbb54-122c-426d-b8da-fdcc5e1b5022" providerId="ADAL" clId="{FD455666-A855-4EE8-A596-F47E7C23A8A9}" dt="2023-11-12T09:09:17.994" v="14196" actId="478"/>
          <ac:spMkLst>
            <pc:docMk/>
            <pc:sldMk cId="4274065597" sldId="2147474941"/>
            <ac:spMk id="5" creationId="{1FC64DCA-FE0E-9E7E-E675-1BBBE7E4AFEA}"/>
          </ac:spMkLst>
        </pc:spChg>
        <pc:spChg chg="mod">
          <ac:chgData name="Li,Yuting (HP Medicine) BII-CN-S" userId="ce8fbb54-122c-426d-b8da-fdcc5e1b5022" providerId="ADAL" clId="{FD455666-A855-4EE8-A596-F47E7C23A8A9}" dt="2023-11-12T09:09:49.567" v="14204" actId="1076"/>
          <ac:spMkLst>
            <pc:docMk/>
            <pc:sldMk cId="4274065597" sldId="2147474941"/>
            <ac:spMk id="12" creationId="{C900F43C-F4FF-4A5F-ADEF-A67452BFB7C9}"/>
          </ac:spMkLst>
        </pc:spChg>
      </pc:sldChg>
      <pc:sldChg chg="del">
        <pc:chgData name="Li,Yuting (HP Medicine) BII-CN-S" userId="ce8fbb54-122c-426d-b8da-fdcc5e1b5022" providerId="ADAL" clId="{FD455666-A855-4EE8-A596-F47E7C23A8A9}" dt="2023-11-09T02:25:46.236" v="2743" actId="47"/>
        <pc:sldMkLst>
          <pc:docMk/>
          <pc:sldMk cId="3199655106" sldId="2147474942"/>
        </pc:sldMkLst>
      </pc:sldChg>
      <pc:sldChg chg="del">
        <pc:chgData name="Li,Yuting (HP Medicine) BII-CN-S" userId="ce8fbb54-122c-426d-b8da-fdcc5e1b5022" providerId="ADAL" clId="{FD455666-A855-4EE8-A596-F47E7C23A8A9}" dt="2023-11-09T02:25:47.227" v="2744" actId="47"/>
        <pc:sldMkLst>
          <pc:docMk/>
          <pc:sldMk cId="1166962896" sldId="2147474943"/>
        </pc:sldMkLst>
      </pc:sldChg>
      <pc:sldChg chg="del">
        <pc:chgData name="Li,Yuting (HP Medicine) BII-CN-S" userId="ce8fbb54-122c-426d-b8da-fdcc5e1b5022" providerId="ADAL" clId="{FD455666-A855-4EE8-A596-F47E7C23A8A9}" dt="2023-11-08T11:21:21.902" v="10" actId="47"/>
        <pc:sldMkLst>
          <pc:docMk/>
          <pc:sldMk cId="3715361284" sldId="2147474944"/>
        </pc:sldMkLst>
      </pc:sldChg>
      <pc:sldChg chg="addSp modSp mod modClrScheme chgLayout">
        <pc:chgData name="Li,Yuting (HP Medicine) BII-CN-S" userId="ce8fbb54-122c-426d-b8da-fdcc5e1b5022" providerId="ADAL" clId="{FD455666-A855-4EE8-A596-F47E7C23A8A9}" dt="2023-11-12T03:19:23.998" v="10037" actId="207"/>
        <pc:sldMkLst>
          <pc:docMk/>
          <pc:sldMk cId="4059765331" sldId="2147474945"/>
        </pc:sldMkLst>
        <pc:spChg chg="mod ord">
          <ac:chgData name="Li,Yuting (HP Medicine) BII-CN-S" userId="ce8fbb54-122c-426d-b8da-fdcc5e1b5022" providerId="ADAL" clId="{FD455666-A855-4EE8-A596-F47E7C23A8A9}" dt="2023-11-12T03:19:19.104" v="10036" actId="700"/>
          <ac:spMkLst>
            <pc:docMk/>
            <pc:sldMk cId="4059765331" sldId="2147474945"/>
            <ac:spMk id="5" creationId="{00000000-0000-0000-0000-000000000000}"/>
          </ac:spMkLst>
        </pc:spChg>
        <pc:spChg chg="mod ord">
          <ac:chgData name="Li,Yuting (HP Medicine) BII-CN-S" userId="ce8fbb54-122c-426d-b8da-fdcc5e1b5022" providerId="ADAL" clId="{FD455666-A855-4EE8-A596-F47E7C23A8A9}" dt="2023-11-12T03:19:23.998" v="10037" actId="207"/>
          <ac:spMkLst>
            <pc:docMk/>
            <pc:sldMk cId="4059765331" sldId="2147474945"/>
            <ac:spMk id="9" creationId="{C1727C6A-C946-9D6B-28A9-9F45E43FB77E}"/>
          </ac:spMkLst>
        </pc:spChg>
        <pc:spChg chg="add mod ord">
          <ac:chgData name="Li,Yuting (HP Medicine) BII-CN-S" userId="ce8fbb54-122c-426d-b8da-fdcc5e1b5022" providerId="ADAL" clId="{FD455666-A855-4EE8-A596-F47E7C23A8A9}" dt="2023-11-12T03:19:19.104" v="10036" actId="700"/>
          <ac:spMkLst>
            <pc:docMk/>
            <pc:sldMk cId="4059765331" sldId="2147474945"/>
            <ac:spMk id="32" creationId="{52CB793B-D855-1B48-5F9C-4FA3C24571F0}"/>
          </ac:spMkLst>
        </pc:spChg>
        <pc:spChg chg="add mod ord">
          <ac:chgData name="Li,Yuting (HP Medicine) BII-CN-S" userId="ce8fbb54-122c-426d-b8da-fdcc5e1b5022" providerId="ADAL" clId="{FD455666-A855-4EE8-A596-F47E7C23A8A9}" dt="2023-11-12T03:19:19.104" v="10036" actId="700"/>
          <ac:spMkLst>
            <pc:docMk/>
            <pc:sldMk cId="4059765331" sldId="2147474945"/>
            <ac:spMk id="43" creationId="{3A938228-C578-6441-562A-38EDF6873D2E}"/>
          </ac:spMkLst>
        </pc:spChg>
      </pc:sldChg>
      <pc:sldChg chg="del">
        <pc:chgData name="Li,Yuting (HP Medicine) BII-CN-S" userId="ce8fbb54-122c-426d-b8da-fdcc5e1b5022" providerId="ADAL" clId="{FD455666-A855-4EE8-A596-F47E7C23A8A9}" dt="2023-11-08T11:22:33.561" v="12" actId="47"/>
        <pc:sldMkLst>
          <pc:docMk/>
          <pc:sldMk cId="4107447454" sldId="2147474946"/>
        </pc:sldMkLst>
      </pc:sldChg>
      <pc:sldChg chg="modSp del mod">
        <pc:chgData name="Li,Yuting (HP Medicine) BII-CN-S" userId="ce8fbb54-122c-426d-b8da-fdcc5e1b5022" providerId="ADAL" clId="{FD455666-A855-4EE8-A596-F47E7C23A8A9}" dt="2023-11-08T11:58:38.016" v="268" actId="47"/>
        <pc:sldMkLst>
          <pc:docMk/>
          <pc:sldMk cId="1987052022" sldId="2147474947"/>
        </pc:sldMkLst>
        <pc:spChg chg="mod">
          <ac:chgData name="Li,Yuting (HP Medicine) BII-CN-S" userId="ce8fbb54-122c-426d-b8da-fdcc5e1b5022" providerId="ADAL" clId="{FD455666-A855-4EE8-A596-F47E7C23A8A9}" dt="2023-11-08T11:57:32.146" v="262" actId="1076"/>
          <ac:spMkLst>
            <pc:docMk/>
            <pc:sldMk cId="1987052022" sldId="2147474947"/>
            <ac:spMk id="166" creationId="{4EFF5992-CD5C-40C0-A183-FB6D9A6C0FCB}"/>
          </ac:spMkLst>
        </pc:spChg>
        <pc:spChg chg="mod">
          <ac:chgData name="Li,Yuting (HP Medicine) BII-CN-S" userId="ce8fbb54-122c-426d-b8da-fdcc5e1b5022" providerId="ADAL" clId="{FD455666-A855-4EE8-A596-F47E7C23A8A9}" dt="2023-11-08T11:57:33.855" v="263" actId="1076"/>
          <ac:spMkLst>
            <pc:docMk/>
            <pc:sldMk cId="1987052022" sldId="2147474947"/>
            <ac:spMk id="211" creationId="{1C41EB08-1924-4349-866B-8A6824998F27}"/>
          </ac:spMkLst>
        </pc:spChg>
        <pc:spChg chg="mod">
          <ac:chgData name="Li,Yuting (HP Medicine) BII-CN-S" userId="ce8fbb54-122c-426d-b8da-fdcc5e1b5022" providerId="ADAL" clId="{FD455666-A855-4EE8-A596-F47E7C23A8A9}" dt="2023-11-08T11:57:36.378" v="264" actId="1076"/>
          <ac:spMkLst>
            <pc:docMk/>
            <pc:sldMk cId="1987052022" sldId="2147474947"/>
            <ac:spMk id="215" creationId="{474A1FCD-DAE6-4B84-AC47-738AEDCC6182}"/>
          </ac:spMkLst>
        </pc:spChg>
        <pc:grpChg chg="mod">
          <ac:chgData name="Li,Yuting (HP Medicine) BII-CN-S" userId="ce8fbb54-122c-426d-b8da-fdcc5e1b5022" providerId="ADAL" clId="{FD455666-A855-4EE8-A596-F47E7C23A8A9}" dt="2023-11-08T11:57:42.929" v="265" actId="1076"/>
          <ac:grpSpMkLst>
            <pc:docMk/>
            <pc:sldMk cId="1987052022" sldId="2147474947"/>
            <ac:grpSpMk id="155" creationId="{22D6154F-78E1-4174-AB57-1D26B92FA7AE}"/>
          </ac:grpSpMkLst>
        </pc:grpChg>
      </pc:sldChg>
      <pc:sldChg chg="del">
        <pc:chgData name="Li,Yuting (HP Medicine) BII-CN-S" userId="ce8fbb54-122c-426d-b8da-fdcc5e1b5022" providerId="ADAL" clId="{FD455666-A855-4EE8-A596-F47E7C23A8A9}" dt="2023-11-08T12:08:14.787" v="288" actId="47"/>
        <pc:sldMkLst>
          <pc:docMk/>
          <pc:sldMk cId="3897820040" sldId="2147474948"/>
        </pc:sldMkLst>
      </pc:sldChg>
      <pc:sldChg chg="modSp del mod">
        <pc:chgData name="Li,Yuting (HP Medicine) BII-CN-S" userId="ce8fbb54-122c-426d-b8da-fdcc5e1b5022" providerId="ADAL" clId="{FD455666-A855-4EE8-A596-F47E7C23A8A9}" dt="2023-11-08T12:27:30.612" v="624" actId="47"/>
        <pc:sldMkLst>
          <pc:docMk/>
          <pc:sldMk cId="3100313960" sldId="2147474949"/>
        </pc:sldMkLst>
        <pc:spChg chg="mod">
          <ac:chgData name="Li,Yuting (HP Medicine) BII-CN-S" userId="ce8fbb54-122c-426d-b8da-fdcc5e1b5022" providerId="ADAL" clId="{FD455666-A855-4EE8-A596-F47E7C23A8A9}" dt="2023-11-08T12:25:10.365" v="622" actId="1076"/>
          <ac:spMkLst>
            <pc:docMk/>
            <pc:sldMk cId="3100313960" sldId="2147474949"/>
            <ac:spMk id="55" creationId="{9224C17E-1AA1-4096-A3FD-25D6FD8BA444}"/>
          </ac:spMkLst>
        </pc:spChg>
      </pc:sldChg>
      <pc:sldChg chg="del">
        <pc:chgData name="Li,Yuting (HP Medicine) BII-CN-S" userId="ce8fbb54-122c-426d-b8da-fdcc5e1b5022" providerId="ADAL" clId="{FD455666-A855-4EE8-A596-F47E7C23A8A9}" dt="2023-11-08T12:28:20.044" v="625" actId="47"/>
        <pc:sldMkLst>
          <pc:docMk/>
          <pc:sldMk cId="4137340450" sldId="2147474950"/>
        </pc:sldMkLst>
      </pc:sldChg>
      <pc:sldChg chg="del">
        <pc:chgData name="Li,Yuting (HP Medicine) BII-CN-S" userId="ce8fbb54-122c-426d-b8da-fdcc5e1b5022" providerId="ADAL" clId="{FD455666-A855-4EE8-A596-F47E7C23A8A9}" dt="2023-11-08T12:41:34.453" v="1500" actId="47"/>
        <pc:sldMkLst>
          <pc:docMk/>
          <pc:sldMk cId="3162912799" sldId="2147474951"/>
        </pc:sldMkLst>
      </pc:sldChg>
      <pc:sldChg chg="del">
        <pc:chgData name="Li,Yuting (HP Medicine) BII-CN-S" userId="ce8fbb54-122c-426d-b8da-fdcc5e1b5022" providerId="ADAL" clId="{FD455666-A855-4EE8-A596-F47E7C23A8A9}" dt="2023-11-08T12:43:34.511" v="1504" actId="47"/>
        <pc:sldMkLst>
          <pc:docMk/>
          <pc:sldMk cId="3438092037" sldId="2147474952"/>
        </pc:sldMkLst>
      </pc:sldChg>
      <pc:sldChg chg="del">
        <pc:chgData name="Li,Yuting (HP Medicine) BII-CN-S" userId="ce8fbb54-122c-426d-b8da-fdcc5e1b5022" providerId="ADAL" clId="{FD455666-A855-4EE8-A596-F47E7C23A8A9}" dt="2023-11-08T12:43:52.294" v="1505" actId="47"/>
        <pc:sldMkLst>
          <pc:docMk/>
          <pc:sldMk cId="963077368" sldId="2147474953"/>
        </pc:sldMkLst>
      </pc:sldChg>
      <pc:sldChg chg="del">
        <pc:chgData name="Li,Yuting (HP Medicine) BII-CN-S" userId="ce8fbb54-122c-426d-b8da-fdcc5e1b5022" providerId="ADAL" clId="{FD455666-A855-4EE8-A596-F47E7C23A8A9}" dt="2023-11-08T12:43:53.351" v="1506" actId="47"/>
        <pc:sldMkLst>
          <pc:docMk/>
          <pc:sldMk cId="2856268620" sldId="2147474954"/>
        </pc:sldMkLst>
      </pc:sldChg>
      <pc:sldChg chg="modSp del mod">
        <pc:chgData name="Li,Yuting (HP Medicine) BII-CN-S" userId="ce8fbb54-122c-426d-b8da-fdcc5e1b5022" providerId="ADAL" clId="{FD455666-A855-4EE8-A596-F47E7C23A8A9}" dt="2023-11-08T12:47:51.443" v="1618" actId="47"/>
        <pc:sldMkLst>
          <pc:docMk/>
          <pc:sldMk cId="260591802" sldId="2147474955"/>
        </pc:sldMkLst>
        <pc:grpChg chg="mod">
          <ac:chgData name="Li,Yuting (HP Medicine) BII-CN-S" userId="ce8fbb54-122c-426d-b8da-fdcc5e1b5022" providerId="ADAL" clId="{FD455666-A855-4EE8-A596-F47E7C23A8A9}" dt="2023-11-08T12:47:39.742" v="1617" actId="1076"/>
          <ac:grpSpMkLst>
            <pc:docMk/>
            <pc:sldMk cId="260591802" sldId="2147474955"/>
            <ac:grpSpMk id="50" creationId="{00000000-0000-0000-0000-000000000000}"/>
          </ac:grpSpMkLst>
        </pc:grpChg>
      </pc:sldChg>
      <pc:sldChg chg="modSp mod">
        <pc:chgData name="Li,Yuting (HP Medicine) BII-CN-S" userId="ce8fbb54-122c-426d-b8da-fdcc5e1b5022" providerId="ADAL" clId="{FD455666-A855-4EE8-A596-F47E7C23A8A9}" dt="2023-11-12T03:07:41.033" v="9978"/>
        <pc:sldMkLst>
          <pc:docMk/>
          <pc:sldMk cId="3912572951" sldId="2147474962"/>
        </pc:sldMkLst>
        <pc:spChg chg="mod">
          <ac:chgData name="Li,Yuting (HP Medicine) BII-CN-S" userId="ce8fbb54-122c-426d-b8da-fdcc5e1b5022" providerId="ADAL" clId="{FD455666-A855-4EE8-A596-F47E7C23A8A9}" dt="2023-11-12T03:07:41.033" v="9978"/>
          <ac:spMkLst>
            <pc:docMk/>
            <pc:sldMk cId="3912572951" sldId="2147474962"/>
            <ac:spMk id="3" creationId="{4716356B-DD5A-698E-A789-79D99D1806F3}"/>
          </ac:spMkLst>
        </pc:spChg>
      </pc:sldChg>
      <pc:sldChg chg="del">
        <pc:chgData name="Li,Yuting (HP Medicine) BII-CN-S" userId="ce8fbb54-122c-426d-b8da-fdcc5e1b5022" providerId="ADAL" clId="{FD455666-A855-4EE8-A596-F47E7C23A8A9}" dt="2023-11-08T13:31:39.517" v="1924" actId="47"/>
        <pc:sldMkLst>
          <pc:docMk/>
          <pc:sldMk cId="699325687" sldId="2147474963"/>
        </pc:sldMkLst>
      </pc:sldChg>
      <pc:sldChg chg="del">
        <pc:chgData name="Li,Yuting (HP Medicine) BII-CN-S" userId="ce8fbb54-122c-426d-b8da-fdcc5e1b5022" providerId="ADAL" clId="{FD455666-A855-4EE8-A596-F47E7C23A8A9}" dt="2023-11-09T02:27:39.550" v="2751" actId="47"/>
        <pc:sldMkLst>
          <pc:docMk/>
          <pc:sldMk cId="613113980" sldId="2147474964"/>
        </pc:sldMkLst>
      </pc:sldChg>
      <pc:sldChg chg="del">
        <pc:chgData name="Li,Yuting (HP Medicine) BII-CN-S" userId="ce8fbb54-122c-426d-b8da-fdcc5e1b5022" providerId="ADAL" clId="{FD455666-A855-4EE8-A596-F47E7C23A8A9}" dt="2023-11-08T13:14:00.295" v="1775" actId="47"/>
        <pc:sldMkLst>
          <pc:docMk/>
          <pc:sldMk cId="200463304" sldId="2147474965"/>
        </pc:sldMkLst>
      </pc:sldChg>
      <pc:sldChg chg="del">
        <pc:chgData name="Li,Yuting (HP Medicine) BII-CN-S" userId="ce8fbb54-122c-426d-b8da-fdcc5e1b5022" providerId="ADAL" clId="{FD455666-A855-4EE8-A596-F47E7C23A8A9}" dt="2023-11-08T13:14:00.295" v="1775" actId="47"/>
        <pc:sldMkLst>
          <pc:docMk/>
          <pc:sldMk cId="842326598" sldId="2147474966"/>
        </pc:sldMkLst>
      </pc:sldChg>
      <pc:sldChg chg="modSp">
        <pc:chgData name="Li,Yuting (HP Medicine) BII-CN-S" userId="ce8fbb54-122c-426d-b8da-fdcc5e1b5022" providerId="ADAL" clId="{FD455666-A855-4EE8-A596-F47E7C23A8A9}" dt="2023-11-12T03:07:41.033" v="9978"/>
        <pc:sldMkLst>
          <pc:docMk/>
          <pc:sldMk cId="1686292684" sldId="2147474967"/>
        </pc:sldMkLst>
        <pc:spChg chg="mod">
          <ac:chgData name="Li,Yuting (HP Medicine) BII-CN-S" userId="ce8fbb54-122c-426d-b8da-fdcc5e1b5022" providerId="ADAL" clId="{FD455666-A855-4EE8-A596-F47E7C23A8A9}" dt="2023-11-12T03:07:41.033" v="9978"/>
          <ac:spMkLst>
            <pc:docMk/>
            <pc:sldMk cId="1686292684" sldId="2147474967"/>
            <ac:spMk id="2" creationId="{25B9E20D-26EB-F144-444E-EF862219D8F8}"/>
          </ac:spMkLst>
        </pc:spChg>
        <pc:spChg chg="mod">
          <ac:chgData name="Li,Yuting (HP Medicine) BII-CN-S" userId="ce8fbb54-122c-426d-b8da-fdcc5e1b5022" providerId="ADAL" clId="{FD455666-A855-4EE8-A596-F47E7C23A8A9}" dt="2023-11-12T03:07:41.033" v="9978"/>
          <ac:spMkLst>
            <pc:docMk/>
            <pc:sldMk cId="1686292684" sldId="2147474967"/>
            <ac:spMk id="3" creationId="{BF4BBBCA-D9BC-97C1-1CF4-7A61CB7533EC}"/>
          </ac:spMkLst>
        </pc:spChg>
        <pc:spChg chg="mod">
          <ac:chgData name="Li,Yuting (HP Medicine) BII-CN-S" userId="ce8fbb54-122c-426d-b8da-fdcc5e1b5022" providerId="ADAL" clId="{FD455666-A855-4EE8-A596-F47E7C23A8A9}" dt="2023-11-12T03:07:41.033" v="9978"/>
          <ac:spMkLst>
            <pc:docMk/>
            <pc:sldMk cId="1686292684" sldId="2147474967"/>
            <ac:spMk id="4" creationId="{C037D11F-5C0A-39C1-910A-9B8D3BE06796}"/>
          </ac:spMkLst>
        </pc:spChg>
      </pc:sldChg>
      <pc:sldChg chg="modSp">
        <pc:chgData name="Li,Yuting (HP Medicine) BII-CN-S" userId="ce8fbb54-122c-426d-b8da-fdcc5e1b5022" providerId="ADAL" clId="{FD455666-A855-4EE8-A596-F47E7C23A8A9}" dt="2023-11-12T03:07:41.033" v="9978"/>
        <pc:sldMkLst>
          <pc:docMk/>
          <pc:sldMk cId="1561060572" sldId="2147474968"/>
        </pc:sldMkLst>
        <pc:spChg chg="mod">
          <ac:chgData name="Li,Yuting (HP Medicine) BII-CN-S" userId="ce8fbb54-122c-426d-b8da-fdcc5e1b5022" providerId="ADAL" clId="{FD455666-A855-4EE8-A596-F47E7C23A8A9}" dt="2023-11-12T03:07:41.033" v="9978"/>
          <ac:spMkLst>
            <pc:docMk/>
            <pc:sldMk cId="1561060572" sldId="2147474968"/>
            <ac:spMk id="3" creationId="{21D11F63-F642-C8F4-852E-DA6094003D76}"/>
          </ac:spMkLst>
        </pc:spChg>
        <pc:spChg chg="mod">
          <ac:chgData name="Li,Yuting (HP Medicine) BII-CN-S" userId="ce8fbb54-122c-426d-b8da-fdcc5e1b5022" providerId="ADAL" clId="{FD455666-A855-4EE8-A596-F47E7C23A8A9}" dt="2023-11-12T03:07:41.033" v="9978"/>
          <ac:spMkLst>
            <pc:docMk/>
            <pc:sldMk cId="1561060572" sldId="2147474968"/>
            <ac:spMk id="4" creationId="{213C7669-A24D-97BD-C7F7-A94D6FF32B0A}"/>
          </ac:spMkLst>
        </pc:spChg>
      </pc:sldChg>
      <pc:sldChg chg="addSp modSp mod modClrScheme chgLayout">
        <pc:chgData name="Li,Yuting (HP Medicine) BII-CN-S" userId="ce8fbb54-122c-426d-b8da-fdcc5e1b5022" providerId="ADAL" clId="{FD455666-A855-4EE8-A596-F47E7C23A8A9}" dt="2023-11-12T03:16:39.993" v="10022" actId="700"/>
        <pc:sldMkLst>
          <pc:docMk/>
          <pc:sldMk cId="2222299455" sldId="2147474969"/>
        </pc:sldMkLst>
        <pc:spChg chg="add mod ord">
          <ac:chgData name="Li,Yuting (HP Medicine) BII-CN-S" userId="ce8fbb54-122c-426d-b8da-fdcc5e1b5022" providerId="ADAL" clId="{FD455666-A855-4EE8-A596-F47E7C23A8A9}" dt="2023-11-12T03:16:39.993" v="10022" actId="700"/>
          <ac:spMkLst>
            <pc:docMk/>
            <pc:sldMk cId="2222299455" sldId="2147474969"/>
            <ac:spMk id="2" creationId="{E2480ADB-AFCD-FCDC-9D01-4893FE95E719}"/>
          </ac:spMkLst>
        </pc:spChg>
        <pc:spChg chg="mod ord">
          <ac:chgData name="Li,Yuting (HP Medicine) BII-CN-S" userId="ce8fbb54-122c-426d-b8da-fdcc5e1b5022" providerId="ADAL" clId="{FD455666-A855-4EE8-A596-F47E7C23A8A9}" dt="2023-11-12T03:16:39.993" v="10022" actId="700"/>
          <ac:spMkLst>
            <pc:docMk/>
            <pc:sldMk cId="2222299455" sldId="2147474969"/>
            <ac:spMk id="3" creationId="{41E839CB-A819-D6C2-EF71-06FDFA675D18}"/>
          </ac:spMkLst>
        </pc:spChg>
        <pc:spChg chg="mod ord">
          <ac:chgData name="Li,Yuting (HP Medicine) BII-CN-S" userId="ce8fbb54-122c-426d-b8da-fdcc5e1b5022" providerId="ADAL" clId="{FD455666-A855-4EE8-A596-F47E7C23A8A9}" dt="2023-11-12T03:16:39.993" v="10022" actId="700"/>
          <ac:spMkLst>
            <pc:docMk/>
            <pc:sldMk cId="2222299455" sldId="2147474969"/>
            <ac:spMk id="4" creationId="{60828D7C-FE92-C037-4DEE-B2ACD66FEBED}"/>
          </ac:spMkLst>
        </pc:spChg>
        <pc:spChg chg="add mod ord">
          <ac:chgData name="Li,Yuting (HP Medicine) BII-CN-S" userId="ce8fbb54-122c-426d-b8da-fdcc5e1b5022" providerId="ADAL" clId="{FD455666-A855-4EE8-A596-F47E7C23A8A9}" dt="2023-11-12T03:16:39.993" v="10022" actId="700"/>
          <ac:spMkLst>
            <pc:docMk/>
            <pc:sldMk cId="2222299455" sldId="2147474969"/>
            <ac:spMk id="6" creationId="{8EDE73E9-08F4-7FAB-20FB-BD9C8B1D0755}"/>
          </ac:spMkLst>
        </pc:spChg>
      </pc:sldChg>
      <pc:sldChg chg="addSp modSp mod modClrScheme chgLayout">
        <pc:chgData name="Li,Yuting (HP Medicine) BII-CN-S" userId="ce8fbb54-122c-426d-b8da-fdcc5e1b5022" providerId="ADAL" clId="{FD455666-A855-4EE8-A596-F47E7C23A8A9}" dt="2023-11-12T03:16:39.993" v="10022" actId="700"/>
        <pc:sldMkLst>
          <pc:docMk/>
          <pc:sldMk cId="1432544709" sldId="2147474970"/>
        </pc:sldMkLst>
        <pc:spChg chg="add mod ord">
          <ac:chgData name="Li,Yuting (HP Medicine) BII-CN-S" userId="ce8fbb54-122c-426d-b8da-fdcc5e1b5022" providerId="ADAL" clId="{FD455666-A855-4EE8-A596-F47E7C23A8A9}" dt="2023-11-12T03:16:39.993" v="10022" actId="700"/>
          <ac:spMkLst>
            <pc:docMk/>
            <pc:sldMk cId="1432544709" sldId="2147474970"/>
            <ac:spMk id="2" creationId="{E30D5D12-28DC-C131-DB8E-FB1ED42FE3B3}"/>
          </ac:spMkLst>
        </pc:spChg>
        <pc:spChg chg="mod ord">
          <ac:chgData name="Li,Yuting (HP Medicine) BII-CN-S" userId="ce8fbb54-122c-426d-b8da-fdcc5e1b5022" providerId="ADAL" clId="{FD455666-A855-4EE8-A596-F47E7C23A8A9}" dt="2023-11-12T03:16:39.993" v="10022" actId="700"/>
          <ac:spMkLst>
            <pc:docMk/>
            <pc:sldMk cId="1432544709" sldId="2147474970"/>
            <ac:spMk id="3" creationId="{F0A2CF5D-3FFB-FA35-E7C9-1EC3D28CF4EB}"/>
          </ac:spMkLst>
        </pc:spChg>
        <pc:spChg chg="add mod ord">
          <ac:chgData name="Li,Yuting (HP Medicine) BII-CN-S" userId="ce8fbb54-122c-426d-b8da-fdcc5e1b5022" providerId="ADAL" clId="{FD455666-A855-4EE8-A596-F47E7C23A8A9}" dt="2023-11-12T03:16:39.993" v="10022" actId="700"/>
          <ac:spMkLst>
            <pc:docMk/>
            <pc:sldMk cId="1432544709" sldId="2147474970"/>
            <ac:spMk id="5" creationId="{AA8E1EBC-C00E-8567-1137-2EEDBE07CCD1}"/>
          </ac:spMkLst>
        </pc:spChg>
      </pc:sldChg>
      <pc:sldChg chg="addSp delSp modSp mod modClrScheme chgLayout">
        <pc:chgData name="Li,Yuting (HP Medicine) BII-CN-S" userId="ce8fbb54-122c-426d-b8da-fdcc5e1b5022" providerId="ADAL" clId="{FD455666-A855-4EE8-A596-F47E7C23A8A9}" dt="2023-11-12T03:26:36.600" v="10077" actId="478"/>
        <pc:sldMkLst>
          <pc:docMk/>
          <pc:sldMk cId="2373625051" sldId="2147474971"/>
        </pc:sldMkLst>
        <pc:spChg chg="mod ord">
          <ac:chgData name="Li,Yuting (HP Medicine) BII-CN-S" userId="ce8fbb54-122c-426d-b8da-fdcc5e1b5022" providerId="ADAL" clId="{FD455666-A855-4EE8-A596-F47E7C23A8A9}" dt="2023-11-12T03:26:24.231" v="10076" actId="207"/>
          <ac:spMkLst>
            <pc:docMk/>
            <pc:sldMk cId="2373625051" sldId="2147474971"/>
            <ac:spMk id="3" creationId="{00000000-0000-0000-0000-000000000000}"/>
          </ac:spMkLst>
        </pc:spChg>
        <pc:spChg chg="add del mod ord">
          <ac:chgData name="Li,Yuting (HP Medicine) BII-CN-S" userId="ce8fbb54-122c-426d-b8da-fdcc5e1b5022" providerId="ADAL" clId="{FD455666-A855-4EE8-A596-F47E7C23A8A9}" dt="2023-11-12T03:26:36.600" v="10077" actId="478"/>
          <ac:spMkLst>
            <pc:docMk/>
            <pc:sldMk cId="2373625051" sldId="2147474971"/>
            <ac:spMk id="7" creationId="{841DEF1F-3B74-493B-6633-7A0DD58A7085}"/>
          </ac:spMkLst>
        </pc:spChg>
        <pc:spChg chg="add mod ord">
          <ac:chgData name="Li,Yuting (HP Medicine) BII-CN-S" userId="ce8fbb54-122c-426d-b8da-fdcc5e1b5022" providerId="ADAL" clId="{FD455666-A855-4EE8-A596-F47E7C23A8A9}" dt="2023-11-12T03:16:39.993" v="10022" actId="700"/>
          <ac:spMkLst>
            <pc:docMk/>
            <pc:sldMk cId="2373625051" sldId="2147474971"/>
            <ac:spMk id="8" creationId="{0C66632E-3225-2B27-3E03-5E7BDD44EC72}"/>
          </ac:spMkLst>
        </pc:spChg>
        <pc:spChg chg="mod ord">
          <ac:chgData name="Li,Yuting (HP Medicine) BII-CN-S" userId="ce8fbb54-122c-426d-b8da-fdcc5e1b5022" providerId="ADAL" clId="{FD455666-A855-4EE8-A596-F47E7C23A8A9}" dt="2023-11-12T03:16:39.993" v="10022" actId="700"/>
          <ac:spMkLst>
            <pc:docMk/>
            <pc:sldMk cId="2373625051" sldId="2147474971"/>
            <ac:spMk id="9" creationId="{00000000-0000-0000-0000-000000000000}"/>
          </ac:spMkLst>
        </pc:spChg>
        <pc:spChg chg="mod">
          <ac:chgData name="Li,Yuting (HP Medicine) BII-CN-S" userId="ce8fbb54-122c-426d-b8da-fdcc5e1b5022" providerId="ADAL" clId="{FD455666-A855-4EE8-A596-F47E7C23A8A9}" dt="2023-11-08T12:47:58.027" v="1619" actId="1076"/>
          <ac:spMkLst>
            <pc:docMk/>
            <pc:sldMk cId="2373625051" sldId="2147474971"/>
            <ac:spMk id="55" creationId="{9224C17E-1AA1-4096-A3FD-25D6FD8BA444}"/>
          </ac:spMkLst>
        </pc:spChg>
        <pc:spChg chg="mod">
          <ac:chgData name="Li,Yuting (HP Medicine) BII-CN-S" userId="ce8fbb54-122c-426d-b8da-fdcc5e1b5022" providerId="ADAL" clId="{FD455666-A855-4EE8-A596-F47E7C23A8A9}" dt="2023-11-11T07:09:17.502" v="9762" actId="20577"/>
          <ac:spMkLst>
            <pc:docMk/>
            <pc:sldMk cId="2373625051" sldId="2147474971"/>
            <ac:spMk id="107" creationId="{7DDA071E-5F80-4527-AE47-F1E7B2DC2A5B}"/>
          </ac:spMkLst>
        </pc:spChg>
        <pc:cxnChg chg="mod">
          <ac:chgData name="Li,Yuting (HP Medicine) BII-CN-S" userId="ce8fbb54-122c-426d-b8da-fdcc5e1b5022" providerId="ADAL" clId="{FD455666-A855-4EE8-A596-F47E7C23A8A9}" dt="2023-11-08T12:48:02.488" v="1620" actId="1076"/>
          <ac:cxnSpMkLst>
            <pc:docMk/>
            <pc:sldMk cId="2373625051" sldId="2147474971"/>
            <ac:cxnSpMk id="54" creationId="{9C165100-0114-4167-8FF0-BFF01B293D04}"/>
          </ac:cxnSpMkLst>
        </pc:cxnChg>
      </pc:sldChg>
      <pc:sldChg chg="addSp delSp modSp add mod modClrScheme chgLayout modNotesTx">
        <pc:chgData name="Li,Yuting (HP Medicine) BII-CN-S" userId="ce8fbb54-122c-426d-b8da-fdcc5e1b5022" providerId="ADAL" clId="{FD455666-A855-4EE8-A596-F47E7C23A8A9}" dt="2023-11-12T07:22:08.695" v="12728" actId="478"/>
        <pc:sldMkLst>
          <pc:docMk/>
          <pc:sldMk cId="1647675260" sldId="2147474974"/>
        </pc:sldMkLst>
        <pc:spChg chg="mod ord">
          <ac:chgData name="Li,Yuting (HP Medicine) BII-CN-S" userId="ce8fbb54-122c-426d-b8da-fdcc5e1b5022" providerId="ADAL" clId="{FD455666-A855-4EE8-A596-F47E7C23A8A9}" dt="2023-11-12T03:16:39.993" v="10022" actId="700"/>
          <ac:spMkLst>
            <pc:docMk/>
            <pc:sldMk cId="1647675260" sldId="2147474974"/>
            <ac:spMk id="3" creationId="{00000000-0000-0000-0000-000000000000}"/>
          </ac:spMkLst>
        </pc:spChg>
        <pc:spChg chg="mod ord">
          <ac:chgData name="Li,Yuting (HP Medicine) BII-CN-S" userId="ce8fbb54-122c-426d-b8da-fdcc5e1b5022" providerId="ADAL" clId="{FD455666-A855-4EE8-A596-F47E7C23A8A9}" dt="2023-11-12T03:26:55.486" v="10103" actId="1035"/>
          <ac:spMkLst>
            <pc:docMk/>
            <pc:sldMk cId="1647675260" sldId="2147474974"/>
            <ac:spMk id="4"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1647675260" sldId="2147474974"/>
            <ac:spMk id="6"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1647675260" sldId="2147474974"/>
            <ac:spMk id="7" creationId="{00000000-0000-0000-0000-000000000000}"/>
          </ac:spMkLst>
        </pc:spChg>
        <pc:spChg chg="mod">
          <ac:chgData name="Li,Yuting (HP Medicine) BII-CN-S" userId="ce8fbb54-122c-426d-b8da-fdcc5e1b5022" providerId="ADAL" clId="{FD455666-A855-4EE8-A596-F47E7C23A8A9}" dt="2023-11-12T03:27:36.205" v="10116" actId="1035"/>
          <ac:spMkLst>
            <pc:docMk/>
            <pc:sldMk cId="1647675260" sldId="2147474974"/>
            <ac:spMk id="10" creationId="{C8D4C40C-F440-F2EA-15E9-0DD3D27676BC}"/>
          </ac:spMkLst>
        </pc:spChg>
        <pc:spChg chg="mod">
          <ac:chgData name="Li,Yuting (HP Medicine) BII-CN-S" userId="ce8fbb54-122c-426d-b8da-fdcc5e1b5022" providerId="ADAL" clId="{FD455666-A855-4EE8-A596-F47E7C23A8A9}" dt="2023-11-08T12:57:10.549" v="1638" actId="207"/>
          <ac:spMkLst>
            <pc:docMk/>
            <pc:sldMk cId="1647675260" sldId="2147474974"/>
            <ac:spMk id="11" creationId="{56B23232-C7F4-EEEA-2DB7-2C00DD59E87F}"/>
          </ac:spMkLst>
        </pc:spChg>
        <pc:spChg chg="mod">
          <ac:chgData name="Li,Yuting (HP Medicine) BII-CN-S" userId="ce8fbb54-122c-426d-b8da-fdcc5e1b5022" providerId="ADAL" clId="{FD455666-A855-4EE8-A596-F47E7C23A8A9}" dt="2023-11-12T03:27:36.205" v="10116" actId="1035"/>
          <ac:spMkLst>
            <pc:docMk/>
            <pc:sldMk cId="1647675260" sldId="2147474974"/>
            <ac:spMk id="12" creationId="{13AB70E3-94D5-72AB-3F15-6CFC01BDE521}"/>
          </ac:spMkLst>
        </pc:spChg>
        <pc:spChg chg="add del mod ord">
          <ac:chgData name="Li,Yuting (HP Medicine) BII-CN-S" userId="ce8fbb54-122c-426d-b8da-fdcc5e1b5022" providerId="ADAL" clId="{FD455666-A855-4EE8-A596-F47E7C23A8A9}" dt="2023-11-12T07:22:08.695" v="12728" actId="478"/>
          <ac:spMkLst>
            <pc:docMk/>
            <pc:sldMk cId="1647675260" sldId="2147474974"/>
            <ac:spMk id="16" creationId="{EBFB944D-5285-1DA3-63DC-0ECE9E819BA0}"/>
          </ac:spMkLst>
        </pc:spChg>
        <pc:spChg chg="add mod ord">
          <ac:chgData name="Li,Yuting (HP Medicine) BII-CN-S" userId="ce8fbb54-122c-426d-b8da-fdcc5e1b5022" providerId="ADAL" clId="{FD455666-A855-4EE8-A596-F47E7C23A8A9}" dt="2023-11-12T03:16:39.993" v="10022" actId="700"/>
          <ac:spMkLst>
            <pc:docMk/>
            <pc:sldMk cId="1647675260" sldId="2147474974"/>
            <ac:spMk id="17" creationId="{09941A86-96F5-9A8F-5094-EE998274FC33}"/>
          </ac:spMkLst>
        </pc:spChg>
        <pc:spChg chg="mod">
          <ac:chgData name="Li,Yuting (HP Medicine) BII-CN-S" userId="ce8fbb54-122c-426d-b8da-fdcc5e1b5022" providerId="ADAL" clId="{FD455666-A855-4EE8-A596-F47E7C23A8A9}" dt="2023-11-12T03:27:44.762" v="10117" actId="13822"/>
          <ac:spMkLst>
            <pc:docMk/>
            <pc:sldMk cId="1647675260" sldId="2147474974"/>
            <ac:spMk id="62" creationId="{8DB07CF5-ABA1-4C9B-A9DA-0E66E05CDEC6}"/>
          </ac:spMkLst>
        </pc:spChg>
      </pc:sldChg>
      <pc:sldChg chg="addSp delSp modSp mod modClrScheme chgLayout modNotesTx">
        <pc:chgData name="Li,Yuting (HP Medicine) BII-CN-S" userId="ce8fbb54-122c-426d-b8da-fdcc5e1b5022" providerId="ADAL" clId="{FD455666-A855-4EE8-A596-F47E7C23A8A9}" dt="2023-11-12T07:35:30.739" v="13212" actId="20577"/>
        <pc:sldMkLst>
          <pc:docMk/>
          <pc:sldMk cId="4190427294" sldId="2147474975"/>
        </pc:sldMkLst>
        <pc:spChg chg="mod ord">
          <ac:chgData name="Li,Yuting (HP Medicine) BII-CN-S" userId="ce8fbb54-122c-426d-b8da-fdcc5e1b5022" providerId="ADAL" clId="{FD455666-A855-4EE8-A596-F47E7C23A8A9}" dt="2023-11-12T03:16:40.175" v="10025" actId="27636"/>
          <ac:spMkLst>
            <pc:docMk/>
            <pc:sldMk cId="4190427294" sldId="2147474975"/>
            <ac:spMk id="4" creationId="{00000000-0000-0000-0000-000000000000}"/>
          </ac:spMkLst>
        </pc:spChg>
        <pc:spChg chg="add del mod ord">
          <ac:chgData name="Li,Yuting (HP Medicine) BII-CN-S" userId="ce8fbb54-122c-426d-b8da-fdcc5e1b5022" providerId="ADAL" clId="{FD455666-A855-4EE8-A596-F47E7C23A8A9}" dt="2023-11-12T03:57:38.290" v="12443" actId="478"/>
          <ac:spMkLst>
            <pc:docMk/>
            <pc:sldMk cId="4190427294" sldId="2147474975"/>
            <ac:spMk id="5" creationId="{1DA9D574-383B-8FC0-3FCA-2C2CFE3A5EE8}"/>
          </ac:spMkLst>
        </pc:spChg>
        <pc:spChg chg="del">
          <ac:chgData name="Li,Yuting (HP Medicine) BII-CN-S" userId="ce8fbb54-122c-426d-b8da-fdcc5e1b5022" providerId="ADAL" clId="{FD455666-A855-4EE8-A596-F47E7C23A8A9}" dt="2023-11-08T13:12:47.944" v="1773" actId="478"/>
          <ac:spMkLst>
            <pc:docMk/>
            <pc:sldMk cId="4190427294" sldId="2147474975"/>
            <ac:spMk id="5" creationId="{20C34C3B-61D8-73CB-8769-0278A7B04981}"/>
          </ac:spMkLst>
        </pc:spChg>
        <pc:spChg chg="mod">
          <ac:chgData name="Li,Yuting (HP Medicine) BII-CN-S" userId="ce8fbb54-122c-426d-b8da-fdcc5e1b5022" providerId="ADAL" clId="{FD455666-A855-4EE8-A596-F47E7C23A8A9}" dt="2023-11-12T03:57:04.779" v="12442" actId="20577"/>
          <ac:spMkLst>
            <pc:docMk/>
            <pc:sldMk cId="4190427294" sldId="2147474975"/>
            <ac:spMk id="6" creationId="{25357EA1-1F19-4D1B-9A4E-2EAB26F09BB9}"/>
          </ac:spMkLst>
        </pc:spChg>
        <pc:spChg chg="add mod ord">
          <ac:chgData name="Li,Yuting (HP Medicine) BII-CN-S" userId="ce8fbb54-122c-426d-b8da-fdcc5e1b5022" providerId="ADAL" clId="{FD455666-A855-4EE8-A596-F47E7C23A8A9}" dt="2023-11-12T03:16:39.993" v="10022" actId="700"/>
          <ac:spMkLst>
            <pc:docMk/>
            <pc:sldMk cId="4190427294" sldId="2147474975"/>
            <ac:spMk id="22" creationId="{28F81411-CD2D-B940-2D79-BED8EB1D832E}"/>
          </ac:spMkLst>
        </pc:spChg>
        <pc:spChg chg="mod">
          <ac:chgData name="Li,Yuting (HP Medicine) BII-CN-S" userId="ce8fbb54-122c-426d-b8da-fdcc5e1b5022" providerId="ADAL" clId="{FD455666-A855-4EE8-A596-F47E7C23A8A9}" dt="2023-11-12T03:45:15.983" v="12060" actId="207"/>
          <ac:spMkLst>
            <pc:docMk/>
            <pc:sldMk cId="4190427294" sldId="2147474975"/>
            <ac:spMk id="84" creationId="{2D3C8809-1391-94E3-7672-5FF48D75368B}"/>
          </ac:spMkLst>
        </pc:spChg>
      </pc:sldChg>
      <pc:sldChg chg="addSp delSp modSp mod modClrScheme chgLayout">
        <pc:chgData name="Li,Yuting (HP Medicine) BII-CN-S" userId="ce8fbb54-122c-426d-b8da-fdcc5e1b5022" providerId="ADAL" clId="{FD455666-A855-4EE8-A596-F47E7C23A8A9}" dt="2023-11-12T04:04:44.989" v="12508" actId="120"/>
        <pc:sldMkLst>
          <pc:docMk/>
          <pc:sldMk cId="3295467870" sldId="2147474978"/>
        </pc:sldMkLst>
        <pc:spChg chg="add del mod ord">
          <ac:chgData name="Li,Yuting (HP Medicine) BII-CN-S" userId="ce8fbb54-122c-426d-b8da-fdcc5e1b5022" providerId="ADAL" clId="{FD455666-A855-4EE8-A596-F47E7C23A8A9}" dt="2023-11-12T04:03:41.732" v="12499" actId="478"/>
          <ac:spMkLst>
            <pc:docMk/>
            <pc:sldMk cId="3295467870" sldId="2147474978"/>
            <ac:spMk id="2" creationId="{41EBDFAE-69C7-01D4-B70F-827A6F118597}"/>
          </ac:spMkLst>
        </pc:spChg>
        <pc:spChg chg="add mod ord">
          <ac:chgData name="Li,Yuting (HP Medicine) BII-CN-S" userId="ce8fbb54-122c-426d-b8da-fdcc5e1b5022" providerId="ADAL" clId="{FD455666-A855-4EE8-A596-F47E7C23A8A9}" dt="2023-11-12T03:16:39.993" v="10022" actId="700"/>
          <ac:spMkLst>
            <pc:docMk/>
            <pc:sldMk cId="3295467870" sldId="2147474978"/>
            <ac:spMk id="3" creationId="{6F1081E0-6F9A-96E2-0B09-B1476DCE256E}"/>
          </ac:spMkLst>
        </pc:spChg>
        <pc:spChg chg="mod ord">
          <ac:chgData name="Li,Yuting (HP Medicine) BII-CN-S" userId="ce8fbb54-122c-426d-b8da-fdcc5e1b5022" providerId="ADAL" clId="{FD455666-A855-4EE8-A596-F47E7C23A8A9}" dt="2023-11-12T03:16:39.993" v="10022" actId="700"/>
          <ac:spMkLst>
            <pc:docMk/>
            <pc:sldMk cId="3295467870" sldId="2147474978"/>
            <ac:spMk id="4" creationId="{B28A2B5A-F8D4-4C59-958C-AAB76EA608B2}"/>
          </ac:spMkLst>
        </pc:spChg>
        <pc:spChg chg="mod ord">
          <ac:chgData name="Li,Yuting (HP Medicine) BII-CN-S" userId="ce8fbb54-122c-426d-b8da-fdcc5e1b5022" providerId="ADAL" clId="{FD455666-A855-4EE8-A596-F47E7C23A8A9}" dt="2023-11-12T04:04:44.989" v="12508" actId="120"/>
          <ac:spMkLst>
            <pc:docMk/>
            <pc:sldMk cId="3295467870" sldId="2147474978"/>
            <ac:spMk id="5" creationId="{ED313FD7-3429-45C7-99CF-22A9E776C723}"/>
          </ac:spMkLst>
        </pc:spChg>
        <pc:graphicFrameChg chg="add del">
          <ac:chgData name="Li,Yuting (HP Medicine) BII-CN-S" userId="ce8fbb54-122c-426d-b8da-fdcc5e1b5022" providerId="ADAL" clId="{FD455666-A855-4EE8-A596-F47E7C23A8A9}" dt="2023-11-12T04:03:39.196" v="12498" actId="478"/>
          <ac:graphicFrameMkLst>
            <pc:docMk/>
            <pc:sldMk cId="3295467870" sldId="2147474978"/>
            <ac:graphicFrameMk id="6" creationId="{94042870-F804-472F-AC80-F078786A8059}"/>
          </ac:graphicFrameMkLst>
        </pc:graphicFrameChg>
      </pc:sldChg>
      <pc:sldChg chg="addSp delSp modSp mod modClrScheme addCm modCm chgLayout">
        <pc:chgData name="Li,Yuting (HP Medicine) BII-CN-S" userId="ce8fbb54-122c-426d-b8da-fdcc5e1b5022" providerId="ADAL" clId="{FD455666-A855-4EE8-A596-F47E7C23A8A9}" dt="2023-11-12T05:31:47.886" v="12578" actId="404"/>
        <pc:sldMkLst>
          <pc:docMk/>
          <pc:sldMk cId="2080593159" sldId="2147474981"/>
        </pc:sldMkLst>
        <pc:spChg chg="add del mod ord">
          <ac:chgData name="Li,Yuting (HP Medicine) BII-CN-S" userId="ce8fbb54-122c-426d-b8da-fdcc5e1b5022" providerId="ADAL" clId="{FD455666-A855-4EE8-A596-F47E7C23A8A9}" dt="2023-11-12T05:31:37.493" v="12574" actId="478"/>
          <ac:spMkLst>
            <pc:docMk/>
            <pc:sldMk cId="2080593159" sldId="2147474981"/>
            <ac:spMk id="2" creationId="{C35712F2-017D-8203-DD7F-398769348DD0}"/>
          </ac:spMkLst>
        </pc:spChg>
        <pc:spChg chg="add mod ord">
          <ac:chgData name="Li,Yuting (HP Medicine) BII-CN-S" userId="ce8fbb54-122c-426d-b8da-fdcc5e1b5022" providerId="ADAL" clId="{FD455666-A855-4EE8-A596-F47E7C23A8A9}" dt="2023-11-12T03:16:39.993" v="10022" actId="700"/>
          <ac:spMkLst>
            <pc:docMk/>
            <pc:sldMk cId="2080593159" sldId="2147474981"/>
            <ac:spMk id="3" creationId="{712BF5DB-B72A-4F5A-6E9A-D43C767D3945}"/>
          </ac:spMkLst>
        </pc:spChg>
        <pc:spChg chg="mod ord">
          <ac:chgData name="Li,Yuting (HP Medicine) BII-CN-S" userId="ce8fbb54-122c-426d-b8da-fdcc5e1b5022" providerId="ADAL" clId="{FD455666-A855-4EE8-A596-F47E7C23A8A9}" dt="2023-11-12T03:16:39.993" v="10022" actId="700"/>
          <ac:spMkLst>
            <pc:docMk/>
            <pc:sldMk cId="2080593159" sldId="2147474981"/>
            <ac:spMk id="4" creationId="{A22CAF9A-5350-4B77-91DD-02935F55B4B8}"/>
          </ac:spMkLst>
        </pc:spChg>
        <pc:spChg chg="mod ord">
          <ac:chgData name="Li,Yuting (HP Medicine) BII-CN-S" userId="ce8fbb54-122c-426d-b8da-fdcc5e1b5022" providerId="ADAL" clId="{FD455666-A855-4EE8-A596-F47E7C23A8A9}" dt="2023-11-12T03:16:39.993" v="10022" actId="700"/>
          <ac:spMkLst>
            <pc:docMk/>
            <pc:sldMk cId="2080593159" sldId="2147474981"/>
            <ac:spMk id="5" creationId="{6F9A3E96-A4AE-4912-B1E2-7AABB444143C}"/>
          </ac:spMkLst>
        </pc:spChg>
        <pc:spChg chg="mod ord">
          <ac:chgData name="Li,Yuting (HP Medicine) BII-CN-S" userId="ce8fbb54-122c-426d-b8da-fdcc5e1b5022" providerId="ADAL" clId="{FD455666-A855-4EE8-A596-F47E7C23A8A9}" dt="2023-11-12T05:31:21.277" v="12571" actId="404"/>
          <ac:spMkLst>
            <pc:docMk/>
            <pc:sldMk cId="2080593159" sldId="2147474981"/>
            <ac:spMk id="10" creationId="{F4C6B61C-982F-46D1-BDD3-32EC9C1D272D}"/>
          </ac:spMkLst>
        </pc:spChg>
        <pc:graphicFrameChg chg="mod">
          <ac:chgData name="Li,Yuting (HP Medicine) BII-CN-S" userId="ce8fbb54-122c-426d-b8da-fdcc5e1b5022" providerId="ADAL" clId="{FD455666-A855-4EE8-A596-F47E7C23A8A9}" dt="2023-11-12T05:31:47.886" v="12578" actId="404"/>
          <ac:graphicFrameMkLst>
            <pc:docMk/>
            <pc:sldMk cId="2080593159" sldId="2147474981"/>
            <ac:graphicFrameMk id="13" creationId="{779DED3A-A01F-43F4-B60E-D88F4A90D038}"/>
          </ac:graphicFrameMkLst>
        </pc:graphicFrameChg>
      </pc:sldChg>
      <pc:sldChg chg="addSp delSp modSp mod chgLayout modNotesTx">
        <pc:chgData name="Li,Yuting (HP Medicine) BII-CN-S" userId="ce8fbb54-122c-426d-b8da-fdcc5e1b5022" providerId="ADAL" clId="{FD455666-A855-4EE8-A596-F47E7C23A8A9}" dt="2023-11-12T08:53:56.434" v="14046" actId="20577"/>
        <pc:sldMkLst>
          <pc:docMk/>
          <pc:sldMk cId="2896258080" sldId="2147474982"/>
        </pc:sldMkLst>
        <pc:spChg chg="mod ord">
          <ac:chgData name="Li,Yuting (HP Medicine) BII-CN-S" userId="ce8fbb54-122c-426d-b8da-fdcc5e1b5022" providerId="ADAL" clId="{FD455666-A855-4EE8-A596-F47E7C23A8A9}" dt="2023-11-12T05:36:51.607" v="12644" actId="207"/>
          <ac:spMkLst>
            <pc:docMk/>
            <pc:sldMk cId="2896258080" sldId="2147474982"/>
            <ac:spMk id="3" creationId="{00000000-0000-0000-0000-000000000000}"/>
          </ac:spMkLst>
        </pc:spChg>
        <pc:spChg chg="mod">
          <ac:chgData name="Li,Yuting (HP Medicine) BII-CN-S" userId="ce8fbb54-122c-426d-b8da-fdcc5e1b5022" providerId="ADAL" clId="{FD455666-A855-4EE8-A596-F47E7C23A8A9}" dt="2023-11-08T13:46:06.169" v="2194" actId="20577"/>
          <ac:spMkLst>
            <pc:docMk/>
            <pc:sldMk cId="2896258080" sldId="2147474982"/>
            <ac:spMk id="5" creationId="{693BA5D2-FC52-85AD-FAF8-FA007B074DAC}"/>
          </ac:spMkLst>
        </pc:spChg>
        <pc:spChg chg="mod">
          <ac:chgData name="Li,Yuting (HP Medicine) BII-CN-S" userId="ce8fbb54-122c-426d-b8da-fdcc5e1b5022" providerId="ADAL" clId="{FD455666-A855-4EE8-A596-F47E7C23A8A9}" dt="2023-11-12T07:47:17.097" v="13350" actId="1076"/>
          <ac:spMkLst>
            <pc:docMk/>
            <pc:sldMk cId="2896258080" sldId="2147474982"/>
            <ac:spMk id="6" creationId="{25E9B149-D572-4CFE-AEEE-BB1C81F2D0A9}"/>
          </ac:spMkLst>
        </pc:spChg>
        <pc:spChg chg="add mod">
          <ac:chgData name="Li,Yuting (HP Medicine) BII-CN-S" userId="ce8fbb54-122c-426d-b8da-fdcc5e1b5022" providerId="ADAL" clId="{FD455666-A855-4EE8-A596-F47E7C23A8A9}" dt="2023-11-08T13:45:23.692" v="2185"/>
          <ac:spMkLst>
            <pc:docMk/>
            <pc:sldMk cId="2896258080" sldId="2147474982"/>
            <ac:spMk id="7" creationId="{738A70B0-C5E4-DAB4-FB50-FECA75E43C02}"/>
          </ac:spMkLst>
        </pc:spChg>
        <pc:spChg chg="mod ord">
          <ac:chgData name="Li,Yuting (HP Medicine) BII-CN-S" userId="ce8fbb54-122c-426d-b8da-fdcc5e1b5022" providerId="ADAL" clId="{FD455666-A855-4EE8-A596-F47E7C23A8A9}" dt="2023-11-12T03:16:39.993" v="10022" actId="700"/>
          <ac:spMkLst>
            <pc:docMk/>
            <pc:sldMk cId="2896258080" sldId="2147474982"/>
            <ac:spMk id="9" creationId="{00000000-0000-0000-0000-000000000000}"/>
          </ac:spMkLst>
        </pc:spChg>
        <pc:spChg chg="mod">
          <ac:chgData name="Li,Yuting (HP Medicine) BII-CN-S" userId="ce8fbb54-122c-426d-b8da-fdcc5e1b5022" providerId="ADAL" clId="{FD455666-A855-4EE8-A596-F47E7C23A8A9}" dt="2023-11-12T07:44:42.895" v="13347" actId="14100"/>
          <ac:spMkLst>
            <pc:docMk/>
            <pc:sldMk cId="2896258080" sldId="2147474982"/>
            <ac:spMk id="12" creationId="{6DD2BE23-6286-37D3-BA96-E7CFB6E79596}"/>
          </ac:spMkLst>
        </pc:spChg>
        <pc:spChg chg="add del">
          <ac:chgData name="Li,Yuting (HP Medicine) BII-CN-S" userId="ce8fbb54-122c-426d-b8da-fdcc5e1b5022" providerId="ADAL" clId="{FD455666-A855-4EE8-A596-F47E7C23A8A9}" dt="2023-11-12T05:36:30.349" v="12600" actId="478"/>
          <ac:spMkLst>
            <pc:docMk/>
            <pc:sldMk cId="2896258080" sldId="2147474982"/>
            <ac:spMk id="13" creationId="{EE9E3AF1-B68D-7FA2-F7A5-1603AF7CEF63}"/>
          </ac:spMkLst>
        </pc:spChg>
        <pc:spChg chg="mod">
          <ac:chgData name="Li,Yuting (HP Medicine) BII-CN-S" userId="ce8fbb54-122c-426d-b8da-fdcc5e1b5022" providerId="ADAL" clId="{FD455666-A855-4EE8-A596-F47E7C23A8A9}" dt="2023-11-12T05:37:29.773" v="12647" actId="1076"/>
          <ac:spMkLst>
            <pc:docMk/>
            <pc:sldMk cId="2896258080" sldId="2147474982"/>
            <ac:spMk id="16" creationId="{397C50CA-40EC-2B76-5DCF-8E4B0390FC5E}"/>
          </ac:spMkLst>
        </pc:spChg>
        <pc:spChg chg="add del mod ord">
          <ac:chgData name="Li,Yuting (HP Medicine) BII-CN-S" userId="ce8fbb54-122c-426d-b8da-fdcc5e1b5022" providerId="ADAL" clId="{FD455666-A855-4EE8-A596-F47E7C23A8A9}" dt="2023-11-12T05:36:35.772" v="12601" actId="478"/>
          <ac:spMkLst>
            <pc:docMk/>
            <pc:sldMk cId="2896258080" sldId="2147474982"/>
            <ac:spMk id="19" creationId="{0CEC9016-AA19-D256-C359-B8C2071D9F42}"/>
          </ac:spMkLst>
        </pc:spChg>
        <pc:spChg chg="add del mod">
          <ac:chgData name="Li,Yuting (HP Medicine) BII-CN-S" userId="ce8fbb54-122c-426d-b8da-fdcc5e1b5022" providerId="ADAL" clId="{FD455666-A855-4EE8-A596-F47E7C23A8A9}" dt="2023-11-08T13:45:32.528" v="2187" actId="478"/>
          <ac:spMkLst>
            <pc:docMk/>
            <pc:sldMk cId="2896258080" sldId="2147474982"/>
            <ac:spMk id="19" creationId="{A647D3FA-13D6-AAC8-4BA6-65413A61CE69}"/>
          </ac:spMkLst>
        </pc:spChg>
        <pc:spChg chg="add del mod ord">
          <ac:chgData name="Li,Yuting (HP Medicine) BII-CN-S" userId="ce8fbb54-122c-426d-b8da-fdcc5e1b5022" providerId="ADAL" clId="{FD455666-A855-4EE8-A596-F47E7C23A8A9}" dt="2023-11-12T07:43:44.288" v="13346" actId="478"/>
          <ac:spMkLst>
            <pc:docMk/>
            <pc:sldMk cId="2896258080" sldId="2147474982"/>
            <ac:spMk id="21" creationId="{9B2BDA32-21F7-8B71-CA9E-0894DB1A5DF5}"/>
          </ac:spMkLst>
        </pc:spChg>
        <pc:spChg chg="mod">
          <ac:chgData name="Li,Yuting (HP Medicine) BII-CN-S" userId="ce8fbb54-122c-426d-b8da-fdcc5e1b5022" providerId="ADAL" clId="{FD455666-A855-4EE8-A596-F47E7C23A8A9}" dt="2023-11-12T08:17:42.054" v="13374" actId="20577"/>
          <ac:spMkLst>
            <pc:docMk/>
            <pc:sldMk cId="2896258080" sldId="2147474982"/>
            <ac:spMk id="91" creationId="{C3812FD7-D0AE-47D6-ACA6-C4FB5D7B6BAE}"/>
          </ac:spMkLst>
        </pc:spChg>
        <pc:spChg chg="mod">
          <ac:chgData name="Li,Yuting (HP Medicine) BII-CN-S" userId="ce8fbb54-122c-426d-b8da-fdcc5e1b5022" providerId="ADAL" clId="{FD455666-A855-4EE8-A596-F47E7C23A8A9}" dt="2023-11-12T05:37:21.855" v="12646" actId="2085"/>
          <ac:spMkLst>
            <pc:docMk/>
            <pc:sldMk cId="2896258080" sldId="2147474982"/>
            <ac:spMk id="98" creationId="{E9CDEBE6-1B98-49B0-BB3E-4E4742B94638}"/>
          </ac:spMkLst>
        </pc:spChg>
        <pc:spChg chg="mod">
          <ac:chgData name="Li,Yuting (HP Medicine) BII-CN-S" userId="ce8fbb54-122c-426d-b8da-fdcc5e1b5022" providerId="ADAL" clId="{FD455666-A855-4EE8-A596-F47E7C23A8A9}" dt="2023-11-08T13:45:56.600" v="2191" actId="14100"/>
          <ac:spMkLst>
            <pc:docMk/>
            <pc:sldMk cId="2896258080" sldId="2147474982"/>
            <ac:spMk id="157" creationId="{83AE17D1-044B-4E09-A946-5D7AB7449FC4}"/>
          </ac:spMkLst>
        </pc:spChg>
        <pc:cxnChg chg="add mod">
          <ac:chgData name="Li,Yuting (HP Medicine) BII-CN-S" userId="ce8fbb54-122c-426d-b8da-fdcc5e1b5022" providerId="ADAL" clId="{FD455666-A855-4EE8-A596-F47E7C23A8A9}" dt="2023-11-08T13:45:51.915" v="2190" actId="1076"/>
          <ac:cxnSpMkLst>
            <pc:docMk/>
            <pc:sldMk cId="2896258080" sldId="2147474982"/>
            <ac:cxnSpMk id="20" creationId="{AA32F3B2-8CC4-4858-46F3-72CB3AB63665}"/>
          </ac:cxnSpMkLst>
        </pc:cxnChg>
      </pc:sldChg>
      <pc:sldChg chg="addSp delSp modSp mod modClrScheme chgLayout modNotesTx">
        <pc:chgData name="Li,Yuting (HP Medicine) BII-CN-S" userId="ce8fbb54-122c-426d-b8da-fdcc5e1b5022" providerId="ADAL" clId="{FD455666-A855-4EE8-A596-F47E7C23A8A9}" dt="2023-11-12T09:08:52.333" v="14194" actId="20577"/>
        <pc:sldMkLst>
          <pc:docMk/>
          <pc:sldMk cId="1164879277" sldId="2147474983"/>
        </pc:sldMkLst>
        <pc:spChg chg="mod">
          <ac:chgData name="Li,Yuting (HP Medicine) BII-CN-S" userId="ce8fbb54-122c-426d-b8da-fdcc5e1b5022" providerId="ADAL" clId="{FD455666-A855-4EE8-A596-F47E7C23A8A9}" dt="2023-11-12T08:56:00.844" v="14084" actId="5793"/>
          <ac:spMkLst>
            <pc:docMk/>
            <pc:sldMk cId="1164879277" sldId="2147474983"/>
            <ac:spMk id="2" creationId="{2183922C-E343-FE15-DCB0-52F86DE019F7}"/>
          </ac:spMkLst>
        </pc:spChg>
        <pc:spChg chg="mod">
          <ac:chgData name="Li,Yuting (HP Medicine) BII-CN-S" userId="ce8fbb54-122c-426d-b8da-fdcc5e1b5022" providerId="ADAL" clId="{FD455666-A855-4EE8-A596-F47E7C23A8A9}" dt="2023-11-12T09:08:52.333" v="14194" actId="20577"/>
          <ac:spMkLst>
            <pc:docMk/>
            <pc:sldMk cId="1164879277" sldId="2147474983"/>
            <ac:spMk id="4" creationId="{DCD16EBE-1F1B-470C-B4A9-EDD6259AB2A7}"/>
          </ac:spMkLst>
        </pc:spChg>
        <pc:spChg chg="mod">
          <ac:chgData name="Li,Yuting (HP Medicine) BII-CN-S" userId="ce8fbb54-122c-426d-b8da-fdcc5e1b5022" providerId="ADAL" clId="{FD455666-A855-4EE8-A596-F47E7C23A8A9}" dt="2023-11-12T08:55:24.387" v="14055" actId="20577"/>
          <ac:spMkLst>
            <pc:docMk/>
            <pc:sldMk cId="1164879277" sldId="2147474983"/>
            <ac:spMk id="6" creationId="{9508858A-C308-D938-5BD8-18BAC9C40BAC}"/>
          </ac:spMkLst>
        </pc:spChg>
        <pc:spChg chg="mod">
          <ac:chgData name="Li,Yuting (HP Medicine) BII-CN-S" userId="ce8fbb54-122c-426d-b8da-fdcc5e1b5022" providerId="ADAL" clId="{FD455666-A855-4EE8-A596-F47E7C23A8A9}" dt="2023-11-12T09:03:59.216" v="14098" actId="1037"/>
          <ac:spMkLst>
            <pc:docMk/>
            <pc:sldMk cId="1164879277" sldId="2147474983"/>
            <ac:spMk id="7" creationId="{B8CCD3E0-C3FE-F036-0DB6-FFECF432B0FA}"/>
          </ac:spMkLst>
        </pc:spChg>
        <pc:spChg chg="mod">
          <ac:chgData name="Li,Yuting (HP Medicine) BII-CN-S" userId="ce8fbb54-122c-426d-b8da-fdcc5e1b5022" providerId="ADAL" clId="{FD455666-A855-4EE8-A596-F47E7C23A8A9}" dt="2023-11-12T09:03:59.216" v="14098" actId="1037"/>
          <ac:spMkLst>
            <pc:docMk/>
            <pc:sldMk cId="1164879277" sldId="2147474983"/>
            <ac:spMk id="8" creationId="{DDE1BC44-0E78-5D99-2314-9B4E5F6A1874}"/>
          </ac:spMkLst>
        </pc:spChg>
        <pc:spChg chg="mod">
          <ac:chgData name="Li,Yuting (HP Medicine) BII-CN-S" userId="ce8fbb54-122c-426d-b8da-fdcc5e1b5022" providerId="ADAL" clId="{FD455666-A855-4EE8-A596-F47E7C23A8A9}" dt="2023-11-12T09:03:59.216" v="14098" actId="1037"/>
          <ac:spMkLst>
            <pc:docMk/>
            <pc:sldMk cId="1164879277" sldId="2147474983"/>
            <ac:spMk id="13" creationId="{DFC9F2B4-456C-3991-4195-53C3DC30D683}"/>
          </ac:spMkLst>
        </pc:spChg>
        <pc:spChg chg="mod">
          <ac:chgData name="Li,Yuting (HP Medicine) BII-CN-S" userId="ce8fbb54-122c-426d-b8da-fdcc5e1b5022" providerId="ADAL" clId="{FD455666-A855-4EE8-A596-F47E7C23A8A9}" dt="2023-11-12T09:03:59.216" v="14098" actId="1037"/>
          <ac:spMkLst>
            <pc:docMk/>
            <pc:sldMk cId="1164879277" sldId="2147474983"/>
            <ac:spMk id="14" creationId="{5D7D0EE8-E4DE-77DA-F966-F8CD40BA7776}"/>
          </ac:spMkLst>
        </pc:spChg>
        <pc:spChg chg="mod">
          <ac:chgData name="Li,Yuting (HP Medicine) BII-CN-S" userId="ce8fbb54-122c-426d-b8da-fdcc5e1b5022" providerId="ADAL" clId="{FD455666-A855-4EE8-A596-F47E7C23A8A9}" dt="2023-11-12T09:06:58.745" v="14099" actId="6549"/>
          <ac:spMkLst>
            <pc:docMk/>
            <pc:sldMk cId="1164879277" sldId="2147474983"/>
            <ac:spMk id="20" creationId="{1B34B743-0B5C-47AD-BF0A-73EF91168865}"/>
          </ac:spMkLst>
        </pc:spChg>
        <pc:spChg chg="mod">
          <ac:chgData name="Li,Yuting (HP Medicine) BII-CN-S" userId="ce8fbb54-122c-426d-b8da-fdcc5e1b5022" providerId="ADAL" clId="{FD455666-A855-4EE8-A596-F47E7C23A8A9}" dt="2023-11-12T09:03:59.216" v="14098" actId="1037"/>
          <ac:spMkLst>
            <pc:docMk/>
            <pc:sldMk cId="1164879277" sldId="2147474983"/>
            <ac:spMk id="30" creationId="{7E788036-8097-4B6C-80C0-AA8F34A46A94}"/>
          </ac:spMkLst>
        </pc:spChg>
        <pc:spChg chg="mod">
          <ac:chgData name="Li,Yuting (HP Medicine) BII-CN-S" userId="ce8fbb54-122c-426d-b8da-fdcc5e1b5022" providerId="ADAL" clId="{FD455666-A855-4EE8-A596-F47E7C23A8A9}" dt="2023-11-12T09:03:59.216" v="14098" actId="1037"/>
          <ac:spMkLst>
            <pc:docMk/>
            <pc:sldMk cId="1164879277" sldId="2147474983"/>
            <ac:spMk id="31" creationId="{2CA83203-4924-4782-A837-F2FD9A66DA3C}"/>
          </ac:spMkLst>
        </pc:spChg>
        <pc:spChg chg="add del mod ord">
          <ac:chgData name="Li,Yuting (HP Medicine) BII-CN-S" userId="ce8fbb54-122c-426d-b8da-fdcc5e1b5022" providerId="ADAL" clId="{FD455666-A855-4EE8-A596-F47E7C23A8A9}" dt="2023-11-12T05:37:56.527" v="12650" actId="478"/>
          <ac:spMkLst>
            <pc:docMk/>
            <pc:sldMk cId="1164879277" sldId="2147474983"/>
            <ac:spMk id="34" creationId="{6693B86B-46AA-43AC-08AD-5F8E4827AA1E}"/>
          </ac:spMkLst>
        </pc:spChg>
        <pc:spChg chg="add mod">
          <ac:chgData name="Li,Yuting (HP Medicine) BII-CN-S" userId="ce8fbb54-122c-426d-b8da-fdcc5e1b5022" providerId="ADAL" clId="{FD455666-A855-4EE8-A596-F47E7C23A8A9}" dt="2023-11-12T08:55:16.654" v="14051" actId="1076"/>
          <ac:spMkLst>
            <pc:docMk/>
            <pc:sldMk cId="1164879277" sldId="2147474983"/>
            <ac:spMk id="34" creationId="{91679B29-F560-7EBA-6CA6-996588D6F1F5}"/>
          </ac:spMkLst>
        </pc:spChg>
        <pc:spChg chg="mod">
          <ac:chgData name="Li,Yuting (HP Medicine) BII-CN-S" userId="ce8fbb54-122c-426d-b8da-fdcc5e1b5022" providerId="ADAL" clId="{FD455666-A855-4EE8-A596-F47E7C23A8A9}" dt="2023-11-12T05:39:29.443" v="12655" actId="207"/>
          <ac:spMkLst>
            <pc:docMk/>
            <pc:sldMk cId="1164879277" sldId="2147474983"/>
            <ac:spMk id="39" creationId="{0C2FCF3D-3510-4DCE-9D43-AB249DBB4614}"/>
          </ac:spMkLst>
        </pc:spChg>
        <pc:spChg chg="mod">
          <ac:chgData name="Li,Yuting (HP Medicine) BII-CN-S" userId="ce8fbb54-122c-426d-b8da-fdcc5e1b5022" providerId="ADAL" clId="{FD455666-A855-4EE8-A596-F47E7C23A8A9}" dt="2023-11-12T05:39:22.655" v="12654" actId="2085"/>
          <ac:spMkLst>
            <pc:docMk/>
            <pc:sldMk cId="1164879277" sldId="2147474983"/>
            <ac:spMk id="40" creationId="{83C18301-A155-4D74-A621-4D0EFF5B7EA1}"/>
          </ac:spMkLst>
        </pc:spChg>
        <pc:spChg chg="mod">
          <ac:chgData name="Li,Yuting (HP Medicine) BII-CN-S" userId="ce8fbb54-122c-426d-b8da-fdcc5e1b5022" providerId="ADAL" clId="{FD455666-A855-4EE8-A596-F47E7C23A8A9}" dt="2023-11-12T05:39:22.655" v="12654" actId="2085"/>
          <ac:spMkLst>
            <pc:docMk/>
            <pc:sldMk cId="1164879277" sldId="2147474983"/>
            <ac:spMk id="41" creationId="{5F1D91BA-7EF7-4EC5-8E9F-BB2FC7138961}"/>
          </ac:spMkLst>
        </pc:spChg>
        <pc:spChg chg="mod">
          <ac:chgData name="Li,Yuting (HP Medicine) BII-CN-S" userId="ce8fbb54-122c-426d-b8da-fdcc5e1b5022" providerId="ADAL" clId="{FD455666-A855-4EE8-A596-F47E7C23A8A9}" dt="2023-11-12T05:39:22.655" v="12654" actId="2085"/>
          <ac:spMkLst>
            <pc:docMk/>
            <pc:sldMk cId="1164879277" sldId="2147474983"/>
            <ac:spMk id="42" creationId="{72B8B4BA-F240-4421-A314-6687BC8D8C11}"/>
          </ac:spMkLst>
        </pc:spChg>
        <pc:spChg chg="add mod">
          <ac:chgData name="Li,Yuting (HP Medicine) BII-CN-S" userId="ce8fbb54-122c-426d-b8da-fdcc5e1b5022" providerId="ADAL" clId="{FD455666-A855-4EE8-A596-F47E7C23A8A9}" dt="2023-11-12T08:55:37.478" v="14062" actId="20577"/>
          <ac:spMkLst>
            <pc:docMk/>
            <pc:sldMk cId="1164879277" sldId="2147474983"/>
            <ac:spMk id="43" creationId="{0AD7FB6D-ADC0-A16C-52A4-A384E01C9CA7}"/>
          </ac:spMkLst>
        </pc:spChg>
        <pc:spChg chg="add del mod ord">
          <ac:chgData name="Li,Yuting (HP Medicine) BII-CN-S" userId="ce8fbb54-122c-426d-b8da-fdcc5e1b5022" providerId="ADAL" clId="{FD455666-A855-4EE8-A596-F47E7C23A8A9}" dt="2023-11-12T05:38:02.307" v="12651" actId="478"/>
          <ac:spMkLst>
            <pc:docMk/>
            <pc:sldMk cId="1164879277" sldId="2147474983"/>
            <ac:spMk id="43" creationId="{40FEC2E1-2A81-AAEB-F43C-3C7DCB1D8758}"/>
          </ac:spMkLst>
        </pc:spChg>
        <pc:spChg chg="add del mod ord">
          <ac:chgData name="Li,Yuting (HP Medicine) BII-CN-S" userId="ce8fbb54-122c-426d-b8da-fdcc5e1b5022" providerId="ADAL" clId="{FD455666-A855-4EE8-A596-F47E7C23A8A9}" dt="2023-11-12T08:54:27.999" v="14049" actId="478"/>
          <ac:spMkLst>
            <pc:docMk/>
            <pc:sldMk cId="1164879277" sldId="2147474983"/>
            <ac:spMk id="44" creationId="{E25DE400-A452-C08F-CC74-E39165A3FA4D}"/>
          </ac:spMkLst>
        </pc:spChg>
        <pc:spChg chg="add mod">
          <ac:chgData name="Li,Yuting (HP Medicine) BII-CN-S" userId="ce8fbb54-122c-426d-b8da-fdcc5e1b5022" providerId="ADAL" clId="{FD455666-A855-4EE8-A596-F47E7C23A8A9}" dt="2023-11-12T09:08:19.360" v="14165" actId="1076"/>
          <ac:spMkLst>
            <pc:docMk/>
            <pc:sldMk cId="1164879277" sldId="2147474983"/>
            <ac:spMk id="45" creationId="{0FCB7B87-A30B-DA31-FC8D-A90B2418BE11}"/>
          </ac:spMkLst>
        </pc:spChg>
        <pc:spChg chg="add mod">
          <ac:chgData name="Li,Yuting (HP Medicine) BII-CN-S" userId="ce8fbb54-122c-426d-b8da-fdcc5e1b5022" providerId="ADAL" clId="{FD455666-A855-4EE8-A596-F47E7C23A8A9}" dt="2023-11-12T09:07:14.377" v="14101" actId="1076"/>
          <ac:spMkLst>
            <pc:docMk/>
            <pc:sldMk cId="1164879277" sldId="2147474983"/>
            <ac:spMk id="46" creationId="{53CC54CB-E837-4635-5E24-F765E06BD1BE}"/>
          </ac:spMkLst>
        </pc:spChg>
        <pc:spChg chg="add mod">
          <ac:chgData name="Li,Yuting (HP Medicine) BII-CN-S" userId="ce8fbb54-122c-426d-b8da-fdcc5e1b5022" providerId="ADAL" clId="{FD455666-A855-4EE8-A596-F47E7C23A8A9}" dt="2023-11-12T09:07:27.007" v="14115" actId="1076"/>
          <ac:spMkLst>
            <pc:docMk/>
            <pc:sldMk cId="1164879277" sldId="2147474983"/>
            <ac:spMk id="47" creationId="{7A2BC5B3-A600-57D6-334B-2F763F43F9F2}"/>
          </ac:spMkLst>
        </pc:spChg>
      </pc:sldChg>
      <pc:sldChg chg="addSp delSp modSp mod modClrScheme chgLayout">
        <pc:chgData name="Li,Yuting (HP Medicine) BII-CN-S" userId="ce8fbb54-122c-426d-b8da-fdcc5e1b5022" providerId="ADAL" clId="{FD455666-A855-4EE8-A596-F47E7C23A8A9}" dt="2023-11-12T08:54:14.257" v="14048" actId="6549"/>
        <pc:sldMkLst>
          <pc:docMk/>
          <pc:sldMk cId="1911469686" sldId="2147474984"/>
        </pc:sldMkLst>
        <pc:spChg chg="mod ord">
          <ac:chgData name="Li,Yuting (HP Medicine) BII-CN-S" userId="ce8fbb54-122c-426d-b8da-fdcc5e1b5022" providerId="ADAL" clId="{FD455666-A855-4EE8-A596-F47E7C23A8A9}" dt="2023-11-12T05:37:39.627" v="12649" actId="207"/>
          <ac:spMkLst>
            <pc:docMk/>
            <pc:sldMk cId="1911469686" sldId="2147474984"/>
            <ac:spMk id="3" creationId="{00000000-0000-0000-0000-000000000000}"/>
          </ac:spMkLst>
        </pc:spChg>
        <pc:spChg chg="add del mod ord">
          <ac:chgData name="Li,Yuting (HP Medicine) BII-CN-S" userId="ce8fbb54-122c-426d-b8da-fdcc5e1b5022" providerId="ADAL" clId="{FD455666-A855-4EE8-A596-F47E7C23A8A9}" dt="2023-11-12T08:54:06.220" v="14047" actId="478"/>
          <ac:spMkLst>
            <pc:docMk/>
            <pc:sldMk cId="1911469686" sldId="2147474984"/>
            <ac:spMk id="5" creationId="{34F11B96-9024-4CA5-8C30-3960A7C2B5A6}"/>
          </ac:spMkLst>
        </pc:spChg>
        <pc:spChg chg="mod ord">
          <ac:chgData name="Li,Yuting (HP Medicine) BII-CN-S" userId="ce8fbb54-122c-426d-b8da-fdcc5e1b5022" providerId="ADAL" clId="{FD455666-A855-4EE8-A596-F47E7C23A8A9}" dt="2023-11-12T03:16:39.993" v="10022" actId="700"/>
          <ac:spMkLst>
            <pc:docMk/>
            <pc:sldMk cId="1911469686" sldId="2147474984"/>
            <ac:spMk id="9"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1911469686" sldId="2147474984"/>
            <ac:spMk id="13" creationId="{02D1BD72-E4D2-219A-F181-4EAA91A41389}"/>
          </ac:spMkLst>
        </pc:spChg>
        <pc:spChg chg="mod">
          <ac:chgData name="Li,Yuting (HP Medicine) BII-CN-S" userId="ce8fbb54-122c-426d-b8da-fdcc5e1b5022" providerId="ADAL" clId="{FD455666-A855-4EE8-A596-F47E7C23A8A9}" dt="2023-11-12T08:54:14.257" v="14048" actId="6549"/>
          <ac:spMkLst>
            <pc:docMk/>
            <pc:sldMk cId="1911469686" sldId="2147474984"/>
            <ac:spMk id="90" creationId="{9466DE8F-DCCC-4688-AD54-68172F2C8E9F}"/>
          </ac:spMkLst>
        </pc:spChg>
      </pc:sldChg>
      <pc:sldChg chg="addSp delSp modSp mod modClrScheme modShow chgLayout">
        <pc:chgData name="Li,Yuting (HP Medicine) BII-CN-S" userId="ce8fbb54-122c-426d-b8da-fdcc5e1b5022" providerId="ADAL" clId="{FD455666-A855-4EE8-A596-F47E7C23A8A9}" dt="2023-11-12T05:42:01.494" v="12717" actId="729"/>
        <pc:sldMkLst>
          <pc:docMk/>
          <pc:sldMk cId="2734188806" sldId="2147474985"/>
        </pc:sldMkLst>
        <pc:spChg chg="mod ord">
          <ac:chgData name="Li,Yuting (HP Medicine) BII-CN-S" userId="ce8fbb54-122c-426d-b8da-fdcc5e1b5022" providerId="ADAL" clId="{FD455666-A855-4EE8-A596-F47E7C23A8A9}" dt="2023-11-12T05:41:39.364" v="12713" actId="207"/>
          <ac:spMkLst>
            <pc:docMk/>
            <pc:sldMk cId="2734188806" sldId="2147474985"/>
            <ac:spMk id="3"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2734188806" sldId="2147474985"/>
            <ac:spMk id="7" creationId="{00000000-0000-0000-0000-000000000000}"/>
          </ac:spMkLst>
        </pc:spChg>
        <pc:spChg chg="add del mod ord">
          <ac:chgData name="Li,Yuting (HP Medicine) BII-CN-S" userId="ce8fbb54-122c-426d-b8da-fdcc5e1b5022" providerId="ADAL" clId="{FD455666-A855-4EE8-A596-F47E7C23A8A9}" dt="2023-11-12T05:41:44.108" v="12714" actId="478"/>
          <ac:spMkLst>
            <pc:docMk/>
            <pc:sldMk cId="2734188806" sldId="2147474985"/>
            <ac:spMk id="8" creationId="{28F4944F-C022-D96B-6208-F08C97FF3948}"/>
          </ac:spMkLst>
        </pc:spChg>
        <pc:spChg chg="mod ord">
          <ac:chgData name="Li,Yuting (HP Medicine) BII-CN-S" userId="ce8fbb54-122c-426d-b8da-fdcc5e1b5022" providerId="ADAL" clId="{FD455666-A855-4EE8-A596-F47E7C23A8A9}" dt="2023-11-12T03:16:39.993" v="10022" actId="700"/>
          <ac:spMkLst>
            <pc:docMk/>
            <pc:sldMk cId="2734188806" sldId="2147474985"/>
            <ac:spMk id="9"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2734188806" sldId="2147474985"/>
            <ac:spMk id="10" creationId="{F204B14D-B5F2-1199-16A3-80C17980EFA4}"/>
          </ac:spMkLst>
        </pc:spChg>
        <pc:spChg chg="mod">
          <ac:chgData name="Li,Yuting (HP Medicine) BII-CN-S" userId="ce8fbb54-122c-426d-b8da-fdcc5e1b5022" providerId="ADAL" clId="{FD455666-A855-4EE8-A596-F47E7C23A8A9}" dt="2023-11-09T02:26:14.142" v="2748" actId="1076"/>
          <ac:spMkLst>
            <pc:docMk/>
            <pc:sldMk cId="2734188806" sldId="2147474985"/>
            <ac:spMk id="63" creationId="{9224C17E-1AA1-4096-A3FD-25D6FD8BA444}"/>
          </ac:spMkLst>
        </pc:spChg>
        <pc:spChg chg="mod">
          <ac:chgData name="Li,Yuting (HP Medicine) BII-CN-S" userId="ce8fbb54-122c-426d-b8da-fdcc5e1b5022" providerId="ADAL" clId="{FD455666-A855-4EE8-A596-F47E7C23A8A9}" dt="2023-11-09T02:26:09.133" v="2747" actId="1076"/>
          <ac:spMkLst>
            <pc:docMk/>
            <pc:sldMk cId="2734188806" sldId="2147474985"/>
            <ac:spMk id="70" creationId="{00000000-0000-0000-0000-000000000000}"/>
          </ac:spMkLst>
        </pc:spChg>
        <pc:cxnChg chg="mod">
          <ac:chgData name="Li,Yuting (HP Medicine) BII-CN-S" userId="ce8fbb54-122c-426d-b8da-fdcc5e1b5022" providerId="ADAL" clId="{FD455666-A855-4EE8-A596-F47E7C23A8A9}" dt="2023-11-09T02:26:00.361" v="2746" actId="1076"/>
          <ac:cxnSpMkLst>
            <pc:docMk/>
            <pc:sldMk cId="2734188806" sldId="2147474985"/>
            <ac:cxnSpMk id="61" creationId="{9C165100-0114-4167-8FF0-BFF01B293D04}"/>
          </ac:cxnSpMkLst>
        </pc:cxnChg>
      </pc:sldChg>
      <pc:sldChg chg="addSp modSp mod modClrScheme modShow chgLayout">
        <pc:chgData name="Li,Yuting (HP Medicine) BII-CN-S" userId="ce8fbb54-122c-426d-b8da-fdcc5e1b5022" providerId="ADAL" clId="{FD455666-A855-4EE8-A596-F47E7C23A8A9}" dt="2023-11-12T05:42:04.667" v="12718" actId="729"/>
        <pc:sldMkLst>
          <pc:docMk/>
          <pc:sldMk cId="3898638512" sldId="2147474986"/>
        </pc:sldMkLst>
        <pc:spChg chg="mod ord">
          <ac:chgData name="Li,Yuting (HP Medicine) BII-CN-S" userId="ce8fbb54-122c-426d-b8da-fdcc5e1b5022" providerId="ADAL" clId="{FD455666-A855-4EE8-A596-F47E7C23A8A9}" dt="2023-11-12T05:41:51.741" v="12716" actId="207"/>
          <ac:spMkLst>
            <pc:docMk/>
            <pc:sldMk cId="3898638512" sldId="2147474986"/>
            <ac:spMk id="3"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3898638512" sldId="2147474986"/>
            <ac:spMk id="7"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3898638512" sldId="2147474986"/>
            <ac:spMk id="9"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3898638512" sldId="2147474986"/>
            <ac:spMk id="22" creationId="{2A0AC3C7-D710-4910-75D6-3EF5D0569C81}"/>
          </ac:spMkLst>
        </pc:spChg>
        <pc:spChg chg="add mod ord">
          <ac:chgData name="Li,Yuting (HP Medicine) BII-CN-S" userId="ce8fbb54-122c-426d-b8da-fdcc5e1b5022" providerId="ADAL" clId="{FD455666-A855-4EE8-A596-F47E7C23A8A9}" dt="2023-11-12T03:16:39.993" v="10022" actId="700"/>
          <ac:spMkLst>
            <pc:docMk/>
            <pc:sldMk cId="3898638512" sldId="2147474986"/>
            <ac:spMk id="23" creationId="{A73A2DE3-D836-4BC8-5191-E893480DF6A0}"/>
          </ac:spMkLst>
        </pc:spChg>
        <pc:grpChg chg="mod">
          <ac:chgData name="Li,Yuting (HP Medicine) BII-CN-S" userId="ce8fbb54-122c-426d-b8da-fdcc5e1b5022" providerId="ADAL" clId="{FD455666-A855-4EE8-A596-F47E7C23A8A9}" dt="2023-11-09T02:26:24.972" v="2750" actId="1076"/>
          <ac:grpSpMkLst>
            <pc:docMk/>
            <pc:sldMk cId="3898638512" sldId="2147474986"/>
            <ac:grpSpMk id="128" creationId="{18FAE71D-3E51-412E-BC9C-CCABC8191DB1}"/>
          </ac:grpSpMkLst>
        </pc:grpChg>
      </pc:sldChg>
      <pc:sldChg chg="addSp delSp modSp mod modClrScheme chgLayout modNotesTx">
        <pc:chgData name="Li,Yuting (HP Medicine) BII-CN-S" userId="ce8fbb54-122c-426d-b8da-fdcc5e1b5022" providerId="ADAL" clId="{FD455666-A855-4EE8-A596-F47E7C23A8A9}" dt="2023-11-13T03:00:58.541" v="18957" actId="14734"/>
        <pc:sldMkLst>
          <pc:docMk/>
          <pc:sldMk cId="1301400117" sldId="2147474987"/>
        </pc:sldMkLst>
        <pc:spChg chg="mod ord">
          <ac:chgData name="Li,Yuting (HP Medicine) BII-CN-S" userId="ce8fbb54-122c-426d-b8da-fdcc5e1b5022" providerId="ADAL" clId="{FD455666-A855-4EE8-A596-F47E7C23A8A9}" dt="2023-11-13T03:00:03.349" v="18952" actId="1076"/>
          <ac:spMkLst>
            <pc:docMk/>
            <pc:sldMk cId="1301400117" sldId="2147474987"/>
            <ac:spMk id="2" creationId="{8A86F1A2-3A1C-3779-5916-18F3F408A0A0}"/>
          </ac:spMkLst>
        </pc:spChg>
        <pc:spChg chg="add del mod ord">
          <ac:chgData name="Li,Yuting (HP Medicine) BII-CN-S" userId="ce8fbb54-122c-426d-b8da-fdcc5e1b5022" providerId="ADAL" clId="{FD455666-A855-4EE8-A596-F47E7C23A8A9}" dt="2023-11-12T05:42:49.294" v="12723" actId="26606"/>
          <ac:spMkLst>
            <pc:docMk/>
            <pc:sldMk cId="1301400117" sldId="2147474987"/>
            <ac:spMk id="3" creationId="{975044D7-ED30-9CC8-B42A-60AAE9483E80}"/>
          </ac:spMkLst>
        </pc:spChg>
        <pc:spChg chg="mod ord">
          <ac:chgData name="Li,Yuting (HP Medicine) BII-CN-S" userId="ce8fbb54-122c-426d-b8da-fdcc5e1b5022" providerId="ADAL" clId="{FD455666-A855-4EE8-A596-F47E7C23A8A9}" dt="2023-11-12T05:42:49.294" v="12723" actId="26606"/>
          <ac:spMkLst>
            <pc:docMk/>
            <pc:sldMk cId="1301400117" sldId="2147474987"/>
            <ac:spMk id="4" creationId="{00000000-0000-0000-0000-000000000000}"/>
          </ac:spMkLst>
        </pc:spChg>
        <pc:spChg chg="add del mod ord">
          <ac:chgData name="Li,Yuting (HP Medicine) BII-CN-S" userId="ce8fbb54-122c-426d-b8da-fdcc5e1b5022" providerId="ADAL" clId="{FD455666-A855-4EE8-A596-F47E7C23A8A9}" dt="2023-11-12T05:42:49.294" v="12723" actId="26606"/>
          <ac:spMkLst>
            <pc:docMk/>
            <pc:sldMk cId="1301400117" sldId="2147474987"/>
            <ac:spMk id="5" creationId="{CF1B9250-169C-1E18-7831-CBC47C6FF0F7}"/>
          </ac:spMkLst>
        </pc:spChg>
        <pc:spChg chg="mod ord">
          <ac:chgData name="Li,Yuting (HP Medicine) BII-CN-S" userId="ce8fbb54-122c-426d-b8da-fdcc5e1b5022" providerId="ADAL" clId="{FD455666-A855-4EE8-A596-F47E7C23A8A9}" dt="2023-11-12T05:42:49.294" v="12723" actId="26606"/>
          <ac:spMkLst>
            <pc:docMk/>
            <pc:sldMk cId="1301400117" sldId="2147474987"/>
            <ac:spMk id="8" creationId="{00000000-0000-0000-0000-000000000000}"/>
          </ac:spMkLst>
        </pc:spChg>
        <pc:spChg chg="add del">
          <ac:chgData name="Li,Yuting (HP Medicine) BII-CN-S" userId="ce8fbb54-122c-426d-b8da-fdcc5e1b5022" providerId="ADAL" clId="{FD455666-A855-4EE8-A596-F47E7C23A8A9}" dt="2023-11-12T05:42:40.696" v="12720" actId="26606"/>
          <ac:spMkLst>
            <pc:docMk/>
            <pc:sldMk cId="1301400117" sldId="2147474987"/>
            <ac:spMk id="17" creationId="{45AEECEA-312D-7369-240D-8827A47CBFD2}"/>
          </ac:spMkLst>
        </pc:spChg>
        <pc:spChg chg="add del mod">
          <ac:chgData name="Li,Yuting (HP Medicine) BII-CN-S" userId="ce8fbb54-122c-426d-b8da-fdcc5e1b5022" providerId="ADAL" clId="{FD455666-A855-4EE8-A596-F47E7C23A8A9}" dt="2023-11-12T05:42:49.252" v="12722" actId="26606"/>
          <ac:spMkLst>
            <pc:docMk/>
            <pc:sldMk cId="1301400117" sldId="2147474987"/>
            <ac:spMk id="19" creationId="{A2F41F4D-17A2-8613-3181-B1172C509897}"/>
          </ac:spMkLst>
        </pc:spChg>
        <pc:spChg chg="add del">
          <ac:chgData name="Li,Yuting (HP Medicine) BII-CN-S" userId="ce8fbb54-122c-426d-b8da-fdcc5e1b5022" providerId="ADAL" clId="{FD455666-A855-4EE8-A596-F47E7C23A8A9}" dt="2023-11-12T13:20:25.685" v="18067" actId="478"/>
          <ac:spMkLst>
            <pc:docMk/>
            <pc:sldMk cId="1301400117" sldId="2147474987"/>
            <ac:spMk id="21" creationId="{B97902ED-DA53-7337-7E1E-554115A70C91}"/>
          </ac:spMkLst>
        </pc:spChg>
        <pc:graphicFrameChg chg="add mod modGraphic">
          <ac:chgData name="Li,Yuting (HP Medicine) BII-CN-S" userId="ce8fbb54-122c-426d-b8da-fdcc5e1b5022" providerId="ADAL" clId="{FD455666-A855-4EE8-A596-F47E7C23A8A9}" dt="2023-11-13T03:00:58.541" v="18957" actId="14734"/>
          <ac:graphicFrameMkLst>
            <pc:docMk/>
            <pc:sldMk cId="1301400117" sldId="2147474987"/>
            <ac:graphicFrameMk id="12" creationId="{EE24276D-C300-4706-ACD2-32E108653E2B}"/>
          </ac:graphicFrameMkLst>
        </pc:graphicFrameChg>
      </pc:sldChg>
      <pc:sldChg chg="addSp delSp modSp mod modClrScheme chgLayout modNotesTx">
        <pc:chgData name="Li,Yuting (HP Medicine) BII-CN-S" userId="ce8fbb54-122c-426d-b8da-fdcc5e1b5022" providerId="ADAL" clId="{FD455666-A855-4EE8-A596-F47E7C23A8A9}" dt="2023-11-12T14:16:25.571" v="18798" actId="1076"/>
        <pc:sldMkLst>
          <pc:docMk/>
          <pc:sldMk cId="4011288255" sldId="2147474988"/>
        </pc:sldMkLst>
        <pc:spChg chg="mod">
          <ac:chgData name="Li,Yuting (HP Medicine) BII-CN-S" userId="ce8fbb54-122c-426d-b8da-fdcc5e1b5022" providerId="ADAL" clId="{FD455666-A855-4EE8-A596-F47E7C23A8A9}" dt="2023-11-12T14:14:45.699" v="18790" actId="1076"/>
          <ac:spMkLst>
            <pc:docMk/>
            <pc:sldMk cId="4011288255" sldId="2147474988"/>
            <ac:spMk id="2" creationId="{1AE0E140-99FF-5B7F-D93E-8409CCD5DF7D}"/>
          </ac:spMkLst>
        </pc:spChg>
        <pc:spChg chg="mod ord">
          <ac:chgData name="Li,Yuting (HP Medicine) BII-CN-S" userId="ce8fbb54-122c-426d-b8da-fdcc5e1b5022" providerId="ADAL" clId="{FD455666-A855-4EE8-A596-F47E7C23A8A9}" dt="2023-11-12T14:14:02.693" v="18786" actId="207"/>
          <ac:spMkLst>
            <pc:docMk/>
            <pc:sldMk cId="4011288255" sldId="2147474988"/>
            <ac:spMk id="3" creationId="{00000000-0000-0000-0000-000000000000}"/>
          </ac:spMkLst>
        </pc:spChg>
        <pc:spChg chg="add del mod ord">
          <ac:chgData name="Li,Yuting (HP Medicine) BII-CN-S" userId="ce8fbb54-122c-426d-b8da-fdcc5e1b5022" providerId="ADAL" clId="{FD455666-A855-4EE8-A596-F47E7C23A8A9}" dt="2023-11-12T03:09:19.214" v="9990" actId="700"/>
          <ac:spMkLst>
            <pc:docMk/>
            <pc:sldMk cId="4011288255" sldId="2147474988"/>
            <ac:spMk id="4" creationId="{BDB98824-2CB4-CC1D-11CB-1805577D8E5C}"/>
          </ac:spMkLst>
        </pc:spChg>
        <pc:spChg chg="add del mod ord">
          <ac:chgData name="Li,Yuting (HP Medicine) BII-CN-S" userId="ce8fbb54-122c-426d-b8da-fdcc5e1b5022" providerId="ADAL" clId="{FD455666-A855-4EE8-A596-F47E7C23A8A9}" dt="2023-11-12T03:12:43.905" v="10005" actId="700"/>
          <ac:spMkLst>
            <pc:docMk/>
            <pc:sldMk cId="4011288255" sldId="2147474988"/>
            <ac:spMk id="5" creationId="{A1238A2C-C370-CF45-D539-B6C69B11D734}"/>
          </ac:spMkLst>
        </pc:spChg>
        <pc:spChg chg="del mod ord">
          <ac:chgData name="Li,Yuting (HP Medicine) BII-CN-S" userId="ce8fbb54-122c-426d-b8da-fdcc5e1b5022" providerId="ADAL" clId="{FD455666-A855-4EE8-A596-F47E7C23A8A9}" dt="2023-11-12T14:15:47.599" v="18792" actId="478"/>
          <ac:spMkLst>
            <pc:docMk/>
            <pc:sldMk cId="4011288255" sldId="2147474988"/>
            <ac:spMk id="6" creationId="{00000000-0000-0000-0000-000000000000}"/>
          </ac:spMkLst>
        </pc:spChg>
        <pc:spChg chg="mod ord">
          <ac:chgData name="Li,Yuting (HP Medicine) BII-CN-S" userId="ce8fbb54-122c-426d-b8da-fdcc5e1b5022" providerId="ADAL" clId="{FD455666-A855-4EE8-A596-F47E7C23A8A9}" dt="2023-11-12T03:13:32.369" v="10007" actId="700"/>
          <ac:spMkLst>
            <pc:docMk/>
            <pc:sldMk cId="4011288255" sldId="2147474988"/>
            <ac:spMk id="7" creationId="{00000000-0000-0000-0000-000000000000}"/>
          </ac:spMkLst>
        </pc:spChg>
        <pc:spChg chg="mod ord">
          <ac:chgData name="Li,Yuting (HP Medicine) BII-CN-S" userId="ce8fbb54-122c-426d-b8da-fdcc5e1b5022" providerId="ADAL" clId="{FD455666-A855-4EE8-A596-F47E7C23A8A9}" dt="2023-11-12T03:13:32.369" v="10007" actId="700"/>
          <ac:spMkLst>
            <pc:docMk/>
            <pc:sldMk cId="4011288255" sldId="2147474988"/>
            <ac:spMk id="8" creationId="{00000000-0000-0000-0000-000000000000}"/>
          </ac:spMkLst>
        </pc:spChg>
        <pc:spChg chg="add del mod ord">
          <ac:chgData name="Li,Yuting (HP Medicine) BII-CN-S" userId="ce8fbb54-122c-426d-b8da-fdcc5e1b5022" providerId="ADAL" clId="{FD455666-A855-4EE8-A596-F47E7C23A8A9}" dt="2023-11-12T03:12:43.905" v="10005" actId="700"/>
          <ac:spMkLst>
            <pc:docMk/>
            <pc:sldMk cId="4011288255" sldId="2147474988"/>
            <ac:spMk id="9" creationId="{0A865CE9-A8F5-48E7-2C78-0F1B204E3D30}"/>
          </ac:spMkLst>
        </pc:spChg>
        <pc:spChg chg="add del mod ord">
          <ac:chgData name="Li,Yuting (HP Medicine) BII-CN-S" userId="ce8fbb54-122c-426d-b8da-fdcc5e1b5022" providerId="ADAL" clId="{FD455666-A855-4EE8-A596-F47E7C23A8A9}" dt="2023-11-12T03:13:05.088" v="10006" actId="700"/>
          <ac:spMkLst>
            <pc:docMk/>
            <pc:sldMk cId="4011288255" sldId="2147474988"/>
            <ac:spMk id="11" creationId="{3EA72C9C-4ECA-CDDE-B53D-F4AC68CA7E5C}"/>
          </ac:spMkLst>
        </pc:spChg>
        <pc:spChg chg="add del mod ord">
          <ac:chgData name="Li,Yuting (HP Medicine) BII-CN-S" userId="ce8fbb54-122c-426d-b8da-fdcc5e1b5022" providerId="ADAL" clId="{FD455666-A855-4EE8-A596-F47E7C23A8A9}" dt="2023-11-12T03:13:32.369" v="10007" actId="700"/>
          <ac:spMkLst>
            <pc:docMk/>
            <pc:sldMk cId="4011288255" sldId="2147474988"/>
            <ac:spMk id="12" creationId="{F13232EB-5B7B-2050-D9D6-4A42830889D0}"/>
          </ac:spMkLst>
        </pc:spChg>
        <pc:spChg chg="add del mod ord">
          <ac:chgData name="Li,Yuting (HP Medicine) BII-CN-S" userId="ce8fbb54-122c-426d-b8da-fdcc5e1b5022" providerId="ADAL" clId="{FD455666-A855-4EE8-A596-F47E7C23A8A9}" dt="2023-11-12T03:13:32.369" v="10007" actId="700"/>
          <ac:spMkLst>
            <pc:docMk/>
            <pc:sldMk cId="4011288255" sldId="2147474988"/>
            <ac:spMk id="13" creationId="{331BB802-2EA8-FDC8-AE8D-87E95DD4EE79}"/>
          </ac:spMkLst>
        </pc:spChg>
        <pc:spChg chg="add del mod ord">
          <ac:chgData name="Li,Yuting (HP Medicine) BII-CN-S" userId="ce8fbb54-122c-426d-b8da-fdcc5e1b5022" providerId="ADAL" clId="{FD455666-A855-4EE8-A596-F47E7C23A8A9}" dt="2023-11-12T14:14:39.198" v="18789" actId="478"/>
          <ac:spMkLst>
            <pc:docMk/>
            <pc:sldMk cId="4011288255" sldId="2147474988"/>
            <ac:spMk id="14" creationId="{19E87BB4-EB37-3DC6-3422-D70A52DFEEFC}"/>
          </ac:spMkLst>
        </pc:spChg>
        <pc:spChg chg="mod">
          <ac:chgData name="Li,Yuting (HP Medicine) BII-CN-S" userId="ce8fbb54-122c-426d-b8da-fdcc5e1b5022" providerId="ADAL" clId="{FD455666-A855-4EE8-A596-F47E7C23A8A9}" dt="2023-11-12T14:16:17.192" v="18797" actId="1076"/>
          <ac:spMkLst>
            <pc:docMk/>
            <pc:sldMk cId="4011288255" sldId="2147474988"/>
            <ac:spMk id="17" creationId="{62B6E203-676C-4E4D-8C00-AE1D7A89656A}"/>
          </ac:spMkLst>
        </pc:spChg>
        <pc:spChg chg="mod">
          <ac:chgData name="Li,Yuting (HP Medicine) BII-CN-S" userId="ce8fbb54-122c-426d-b8da-fdcc5e1b5022" providerId="ADAL" clId="{FD455666-A855-4EE8-A596-F47E7C23A8A9}" dt="2023-11-12T14:16:09.621" v="18795" actId="1076"/>
          <ac:spMkLst>
            <pc:docMk/>
            <pc:sldMk cId="4011288255" sldId="2147474988"/>
            <ac:spMk id="18" creationId="{027B5E6F-74D8-42DC-AFFD-3763F5DCB79A}"/>
          </ac:spMkLst>
        </pc:spChg>
        <pc:spChg chg="mod">
          <ac:chgData name="Li,Yuting (HP Medicine) BII-CN-S" userId="ce8fbb54-122c-426d-b8da-fdcc5e1b5022" providerId="ADAL" clId="{FD455666-A855-4EE8-A596-F47E7C23A8A9}" dt="2023-11-12T14:16:25.571" v="18798" actId="1076"/>
          <ac:spMkLst>
            <pc:docMk/>
            <pc:sldMk cId="4011288255" sldId="2147474988"/>
            <ac:spMk id="19" creationId="{8B347624-7A6D-49C5-A0C1-0C077CF433E9}"/>
          </ac:spMkLst>
        </pc:spChg>
        <pc:spChg chg="mod">
          <ac:chgData name="Li,Yuting (HP Medicine) BII-CN-S" userId="ce8fbb54-122c-426d-b8da-fdcc5e1b5022" providerId="ADAL" clId="{FD455666-A855-4EE8-A596-F47E7C23A8A9}" dt="2023-11-12T14:16:01.137" v="18793" actId="1076"/>
          <ac:spMkLst>
            <pc:docMk/>
            <pc:sldMk cId="4011288255" sldId="2147474988"/>
            <ac:spMk id="20" creationId="{442DAE15-AAF0-41D5-87E2-2E384B8D4005}"/>
          </ac:spMkLst>
        </pc:spChg>
        <pc:spChg chg="mod">
          <ac:chgData name="Li,Yuting (HP Medicine) BII-CN-S" userId="ce8fbb54-122c-426d-b8da-fdcc5e1b5022" providerId="ADAL" clId="{FD455666-A855-4EE8-A596-F47E7C23A8A9}" dt="2023-11-12T14:16:06.134" v="18794" actId="1076"/>
          <ac:spMkLst>
            <pc:docMk/>
            <pc:sldMk cId="4011288255" sldId="2147474988"/>
            <ac:spMk id="21" creationId="{B46731AF-10A3-4748-9463-247B7DEC4963}"/>
          </ac:spMkLst>
        </pc:spChg>
        <pc:spChg chg="mod">
          <ac:chgData name="Li,Yuting (HP Medicine) BII-CN-S" userId="ce8fbb54-122c-426d-b8da-fdcc5e1b5022" providerId="ADAL" clId="{FD455666-A855-4EE8-A596-F47E7C23A8A9}" dt="2023-11-12T14:16:13.295" v="18796" actId="1076"/>
          <ac:spMkLst>
            <pc:docMk/>
            <pc:sldMk cId="4011288255" sldId="2147474988"/>
            <ac:spMk id="22" creationId="{48EC2FC3-8256-4BA8-AFB9-0C0F2B45F8BE}"/>
          </ac:spMkLst>
        </pc:spChg>
        <pc:graphicFrameChg chg="mod modGraphic">
          <ac:chgData name="Li,Yuting (HP Medicine) BII-CN-S" userId="ce8fbb54-122c-426d-b8da-fdcc5e1b5022" providerId="ADAL" clId="{FD455666-A855-4EE8-A596-F47E7C23A8A9}" dt="2023-11-12T14:15:08.120" v="18791" actId="207"/>
          <ac:graphicFrameMkLst>
            <pc:docMk/>
            <pc:sldMk cId="4011288255" sldId="2147474988"/>
            <ac:graphicFrameMk id="10" creationId="{7ED29C9C-0700-480D-B788-68CBB9D31EEE}"/>
          </ac:graphicFrameMkLst>
        </pc:graphicFrameChg>
      </pc:sldChg>
      <pc:sldChg chg="addSp delSp modSp mod modClrScheme chgLayout modNotesTx">
        <pc:chgData name="Li,Yuting (HP Medicine) BII-CN-S" userId="ce8fbb54-122c-426d-b8da-fdcc5e1b5022" providerId="ADAL" clId="{FD455666-A855-4EE8-A596-F47E7C23A8A9}" dt="2023-11-12T14:24:43.908" v="18908" actId="20577"/>
        <pc:sldMkLst>
          <pc:docMk/>
          <pc:sldMk cId="747048713" sldId="2147474989"/>
        </pc:sldMkLst>
        <pc:spChg chg="add del mod ord">
          <ac:chgData name="Li,Yuting (HP Medicine) BII-CN-S" userId="ce8fbb54-122c-426d-b8da-fdcc5e1b5022" providerId="ADAL" clId="{FD455666-A855-4EE8-A596-F47E7C23A8A9}" dt="2023-11-12T03:10:12.793" v="9996" actId="478"/>
          <ac:spMkLst>
            <pc:docMk/>
            <pc:sldMk cId="747048713" sldId="2147474989"/>
            <ac:spMk id="2" creationId="{31410138-DEC0-97B8-607B-05EF9D6D9887}"/>
          </ac:spMkLst>
        </pc:spChg>
        <pc:spChg chg="mod ord">
          <ac:chgData name="Li,Yuting (HP Medicine) BII-CN-S" userId="ce8fbb54-122c-426d-b8da-fdcc5e1b5022" providerId="ADAL" clId="{FD455666-A855-4EE8-A596-F47E7C23A8A9}" dt="2023-11-12T03:10:09.541" v="9995" actId="700"/>
          <ac:spMkLst>
            <pc:docMk/>
            <pc:sldMk cId="747048713" sldId="2147474989"/>
            <ac:spMk id="5" creationId="{00000000-0000-0000-0000-000000000000}"/>
          </ac:spMkLst>
        </pc:spChg>
        <pc:spChg chg="mod ord">
          <ac:chgData name="Li,Yuting (HP Medicine) BII-CN-S" userId="ce8fbb54-122c-426d-b8da-fdcc5e1b5022" providerId="ADAL" clId="{FD455666-A855-4EE8-A596-F47E7C23A8A9}" dt="2023-11-12T03:19:10.052" v="10035" actId="207"/>
          <ac:spMkLst>
            <pc:docMk/>
            <pc:sldMk cId="747048713" sldId="2147474989"/>
            <ac:spMk id="9" creationId="{C1727C6A-C946-9D6B-28A9-9F45E43FB77E}"/>
          </ac:spMkLst>
        </pc:spChg>
        <pc:spChg chg="add del mod ord">
          <ac:chgData name="Li,Yuting (HP Medicine) BII-CN-S" userId="ce8fbb54-122c-426d-b8da-fdcc5e1b5022" providerId="ADAL" clId="{FD455666-A855-4EE8-A596-F47E7C23A8A9}" dt="2023-11-12T03:10:20.422" v="9997" actId="478"/>
          <ac:spMkLst>
            <pc:docMk/>
            <pc:sldMk cId="747048713" sldId="2147474989"/>
            <ac:spMk id="35" creationId="{687DEA7D-50D8-58F9-4544-5FE8C1E651E2}"/>
          </ac:spMkLst>
        </pc:spChg>
        <pc:spChg chg="mod">
          <ac:chgData name="Li,Yuting (HP Medicine) BII-CN-S" userId="ce8fbb54-122c-426d-b8da-fdcc5e1b5022" providerId="ADAL" clId="{FD455666-A855-4EE8-A596-F47E7C23A8A9}" dt="2023-11-11T02:58:46.857" v="5141" actId="14100"/>
          <ac:spMkLst>
            <pc:docMk/>
            <pc:sldMk cId="747048713" sldId="2147474989"/>
            <ac:spMk id="39" creationId="{00000000-0000-0000-0000-000000000000}"/>
          </ac:spMkLst>
        </pc:spChg>
        <pc:spChg chg="mod">
          <ac:chgData name="Li,Yuting (HP Medicine) BII-CN-S" userId="ce8fbb54-122c-426d-b8da-fdcc5e1b5022" providerId="ADAL" clId="{FD455666-A855-4EE8-A596-F47E7C23A8A9}" dt="2023-11-11T02:58:54.178" v="5142" actId="14100"/>
          <ac:spMkLst>
            <pc:docMk/>
            <pc:sldMk cId="747048713" sldId="2147474989"/>
            <ac:spMk id="41" creationId="{00000000-0000-0000-0000-000000000000}"/>
          </ac:spMkLst>
        </pc:spChg>
        <pc:graphicFrameChg chg="modGraphic">
          <ac:chgData name="Li,Yuting (HP Medicine) BII-CN-S" userId="ce8fbb54-122c-426d-b8da-fdcc5e1b5022" providerId="ADAL" clId="{FD455666-A855-4EE8-A596-F47E7C23A8A9}" dt="2023-11-12T03:10:32.228" v="9999" actId="14734"/>
          <ac:graphicFrameMkLst>
            <pc:docMk/>
            <pc:sldMk cId="747048713" sldId="2147474989"/>
            <ac:graphicFrameMk id="32" creationId="{B1ED9BC9-2253-F795-F03E-360CD2EF8012}"/>
          </ac:graphicFrameMkLst>
        </pc:graphicFrameChg>
      </pc:sldChg>
      <pc:sldChg chg="addSp delSp modSp mod modClrScheme addCm modCm chgLayout modNotesTx">
        <pc:chgData name="Li,Yuting (HP Medicine) BII-CN-S" userId="ce8fbb54-122c-426d-b8da-fdcc5e1b5022" providerId="ADAL" clId="{FD455666-A855-4EE8-A596-F47E7C23A8A9}" dt="2023-11-13T03:02:07.055" v="18958" actId="1076"/>
        <pc:sldMkLst>
          <pc:docMk/>
          <pc:sldMk cId="2899279173" sldId="2147474990"/>
        </pc:sldMkLst>
        <pc:spChg chg="mod ord">
          <ac:chgData name="Li,Yuting (HP Medicine) BII-CN-S" userId="ce8fbb54-122c-426d-b8da-fdcc5e1b5022" providerId="ADAL" clId="{FD455666-A855-4EE8-A596-F47E7C23A8A9}" dt="2023-11-12T03:15:57.816" v="10020" actId="700"/>
          <ac:spMkLst>
            <pc:docMk/>
            <pc:sldMk cId="2899279173" sldId="2147474990"/>
            <ac:spMk id="2" creationId="{7F37376D-3789-4BA0-9FEE-7B33A30FE090}"/>
          </ac:spMkLst>
        </pc:spChg>
        <pc:spChg chg="add mod">
          <ac:chgData name="Li,Yuting (HP Medicine) BII-CN-S" userId="ce8fbb54-122c-426d-b8da-fdcc5e1b5022" providerId="ADAL" clId="{FD455666-A855-4EE8-A596-F47E7C23A8A9}" dt="2023-11-12T03:15:40.625" v="10019" actId="1076"/>
          <ac:spMkLst>
            <pc:docMk/>
            <pc:sldMk cId="2899279173" sldId="2147474990"/>
            <ac:spMk id="4" creationId="{09309AD0-87B5-5B00-6C93-BA458C011DE1}"/>
          </ac:spMkLst>
        </pc:spChg>
        <pc:spChg chg="mod">
          <ac:chgData name="Li,Yuting (HP Medicine) BII-CN-S" userId="ce8fbb54-122c-426d-b8da-fdcc5e1b5022" providerId="ADAL" clId="{FD455666-A855-4EE8-A596-F47E7C23A8A9}" dt="2023-11-11T04:38:49.447" v="6919" actId="6549"/>
          <ac:spMkLst>
            <pc:docMk/>
            <pc:sldMk cId="2899279173" sldId="2147474990"/>
            <ac:spMk id="5" creationId="{696D70C9-3FC0-6AE3-A12C-F41AF1B0C30E}"/>
          </ac:spMkLst>
        </pc:spChg>
        <pc:spChg chg="add mod ord">
          <ac:chgData name="Li,Yuting (HP Medicine) BII-CN-S" userId="ce8fbb54-122c-426d-b8da-fdcc5e1b5022" providerId="ADAL" clId="{FD455666-A855-4EE8-A596-F47E7C23A8A9}" dt="2023-11-12T03:15:57.816" v="10020" actId="700"/>
          <ac:spMkLst>
            <pc:docMk/>
            <pc:sldMk cId="2899279173" sldId="2147474990"/>
            <ac:spMk id="6" creationId="{A0524C9D-C4E3-933A-9B3A-ADB01EDF0E34}"/>
          </ac:spMkLst>
        </pc:spChg>
        <pc:spChg chg="add del mod">
          <ac:chgData name="Li,Yuting (HP Medicine) BII-CN-S" userId="ce8fbb54-122c-426d-b8da-fdcc5e1b5022" providerId="ADAL" clId="{FD455666-A855-4EE8-A596-F47E7C23A8A9}" dt="2023-11-08T11:56:35.278" v="256" actId="22"/>
          <ac:spMkLst>
            <pc:docMk/>
            <pc:sldMk cId="2899279173" sldId="2147474990"/>
            <ac:spMk id="7" creationId="{6DA66ACA-0D04-E8E8-3D64-B989E7C55BDB}"/>
          </ac:spMkLst>
        </pc:spChg>
        <pc:spChg chg="add mod ord">
          <ac:chgData name="Li,Yuting (HP Medicine) BII-CN-S" userId="ce8fbb54-122c-426d-b8da-fdcc5e1b5022" providerId="ADAL" clId="{FD455666-A855-4EE8-A596-F47E7C23A8A9}" dt="2023-11-12T03:15:57.816" v="10020" actId="700"/>
          <ac:spMkLst>
            <pc:docMk/>
            <pc:sldMk cId="2899279173" sldId="2147474990"/>
            <ac:spMk id="7" creationId="{F8CAC39C-368B-D302-DFC3-3B4145E1C053}"/>
          </ac:spMkLst>
        </pc:spChg>
        <pc:spChg chg="add mod">
          <ac:chgData name="Li,Yuting (HP Medicine) BII-CN-S" userId="ce8fbb54-122c-426d-b8da-fdcc5e1b5022" providerId="ADAL" clId="{FD455666-A855-4EE8-A596-F47E7C23A8A9}" dt="2023-11-13T03:02:07.055" v="18958" actId="1076"/>
          <ac:spMkLst>
            <pc:docMk/>
            <pc:sldMk cId="2899279173" sldId="2147474990"/>
            <ac:spMk id="9" creationId="{1F95F9E3-3D08-5E56-61A5-6655900F80BF}"/>
          </ac:spMkLst>
        </pc:spChg>
        <pc:spChg chg="add del">
          <ac:chgData name="Li,Yuting (HP Medicine) BII-CN-S" userId="ce8fbb54-122c-426d-b8da-fdcc5e1b5022" providerId="ADAL" clId="{FD455666-A855-4EE8-A596-F47E7C23A8A9}" dt="2023-11-08T11:58:12.799" v="267" actId="22"/>
          <ac:spMkLst>
            <pc:docMk/>
            <pc:sldMk cId="2899279173" sldId="2147474990"/>
            <ac:spMk id="11" creationId="{6CA49337-3E18-6DFD-9186-52470A1075C0}"/>
          </ac:spMkLst>
        </pc:spChg>
        <pc:graphicFrameChg chg="mod modGraphic">
          <ac:chgData name="Li,Yuting (HP Medicine) BII-CN-S" userId="ce8fbb54-122c-426d-b8da-fdcc5e1b5022" providerId="ADAL" clId="{FD455666-A855-4EE8-A596-F47E7C23A8A9}" dt="2023-11-12T03:18:33.562" v="10033"/>
          <ac:graphicFrameMkLst>
            <pc:docMk/>
            <pc:sldMk cId="2899279173" sldId="2147474990"/>
            <ac:graphicFrameMk id="3" creationId="{11AE3040-3184-4C5F-87F2-D328CD8202AC}"/>
          </ac:graphicFrameMkLst>
        </pc:graphicFrameChg>
      </pc:sldChg>
      <pc:sldChg chg="addSp delSp modSp mod modClrScheme delAnim modAnim chgLayout">
        <pc:chgData name="Li,Yuting (HP Medicine) BII-CN-S" userId="ce8fbb54-122c-426d-b8da-fdcc5e1b5022" providerId="ADAL" clId="{FD455666-A855-4EE8-A596-F47E7C23A8A9}" dt="2023-11-13T04:45:35.172" v="18959"/>
        <pc:sldMkLst>
          <pc:docMk/>
          <pc:sldMk cId="1897984531" sldId="2147474991"/>
        </pc:sldMkLst>
        <pc:spChg chg="mod ord">
          <ac:chgData name="Li,Yuting (HP Medicine) BII-CN-S" userId="ce8fbb54-122c-426d-b8da-fdcc5e1b5022" providerId="ADAL" clId="{FD455666-A855-4EE8-A596-F47E7C23A8A9}" dt="2023-11-12T03:19:38.345" v="10038" actId="207"/>
          <ac:spMkLst>
            <pc:docMk/>
            <pc:sldMk cId="1897984531" sldId="2147474991"/>
            <ac:spMk id="3" creationId="{00000000-0000-0000-0000-000000000000}"/>
          </ac:spMkLst>
        </pc:spChg>
        <pc:spChg chg="add mod">
          <ac:chgData name="Li,Yuting (HP Medicine) BII-CN-S" userId="ce8fbb54-122c-426d-b8da-fdcc5e1b5022" providerId="ADAL" clId="{FD455666-A855-4EE8-A596-F47E7C23A8A9}" dt="2023-11-11T04:40:29.609" v="6962" actId="20577"/>
          <ac:spMkLst>
            <pc:docMk/>
            <pc:sldMk cId="1897984531" sldId="2147474991"/>
            <ac:spMk id="6" creationId="{9D4C3D96-3693-CB52-EE7C-09623DE8E8EA}"/>
          </ac:spMkLst>
        </pc:spChg>
        <pc:spChg chg="add del mod ord">
          <ac:chgData name="Li,Yuting (HP Medicine) BII-CN-S" userId="ce8fbb54-122c-426d-b8da-fdcc5e1b5022" providerId="ADAL" clId="{FD455666-A855-4EE8-A596-F47E7C23A8A9}" dt="2023-11-12T03:17:06.759" v="10027" actId="478"/>
          <ac:spMkLst>
            <pc:docMk/>
            <pc:sldMk cId="1897984531" sldId="2147474991"/>
            <ac:spMk id="11" creationId="{A701FC66-82E2-C76B-29CC-3E3234466007}"/>
          </ac:spMkLst>
        </pc:spChg>
        <pc:spChg chg="add mod ord">
          <ac:chgData name="Li,Yuting (HP Medicine) BII-CN-S" userId="ce8fbb54-122c-426d-b8da-fdcc5e1b5022" providerId="ADAL" clId="{FD455666-A855-4EE8-A596-F47E7C23A8A9}" dt="2023-11-12T03:16:23.998" v="10021" actId="700"/>
          <ac:spMkLst>
            <pc:docMk/>
            <pc:sldMk cId="1897984531" sldId="2147474991"/>
            <ac:spMk id="12" creationId="{27F67CFA-40A0-E4D8-0B76-1FEF39A6F4EE}"/>
          </ac:spMkLst>
        </pc:spChg>
        <pc:spChg chg="mod ord">
          <ac:chgData name="Li,Yuting (HP Medicine) BII-CN-S" userId="ce8fbb54-122c-426d-b8da-fdcc5e1b5022" providerId="ADAL" clId="{FD455666-A855-4EE8-A596-F47E7C23A8A9}" dt="2023-11-12T03:16:23.998" v="10021" actId="700"/>
          <ac:spMkLst>
            <pc:docMk/>
            <pc:sldMk cId="1897984531" sldId="2147474991"/>
            <ac:spMk id="14" creationId="{00000000-0000-0000-0000-000000000000}"/>
          </ac:spMkLst>
        </pc:spChg>
        <pc:spChg chg="mod">
          <ac:chgData name="Li,Yuting (HP Medicine) BII-CN-S" userId="ce8fbb54-122c-426d-b8da-fdcc5e1b5022" providerId="ADAL" clId="{FD455666-A855-4EE8-A596-F47E7C23A8A9}" dt="2023-11-08T12:06:52.569" v="287" actId="12788"/>
          <ac:spMkLst>
            <pc:docMk/>
            <pc:sldMk cId="1897984531" sldId="2147474991"/>
            <ac:spMk id="157" creationId="{ABF1C8FA-24FE-4186-8317-54D0AE86DBB2}"/>
          </ac:spMkLst>
        </pc:spChg>
        <pc:spChg chg="del">
          <ac:chgData name="Li,Yuting (HP Medicine) BII-CN-S" userId="ce8fbb54-122c-426d-b8da-fdcc5e1b5022" providerId="ADAL" clId="{FD455666-A855-4EE8-A596-F47E7C23A8A9}" dt="2023-11-08T12:06:29.350" v="284" actId="478"/>
          <ac:spMkLst>
            <pc:docMk/>
            <pc:sldMk cId="1897984531" sldId="2147474991"/>
            <ac:spMk id="178" creationId="{C8A141E8-3A7E-477A-B6F1-59F3BCA948DD}"/>
          </ac:spMkLst>
        </pc:spChg>
        <pc:spChg chg="mod">
          <ac:chgData name="Li,Yuting (HP Medicine) BII-CN-S" userId="ce8fbb54-122c-426d-b8da-fdcc5e1b5022" providerId="ADAL" clId="{FD455666-A855-4EE8-A596-F47E7C23A8A9}" dt="2023-11-11T06:10:31.632" v="6964" actId="20577"/>
          <ac:spMkLst>
            <pc:docMk/>
            <pc:sldMk cId="1897984531" sldId="2147474991"/>
            <ac:spMk id="251" creationId="{CD7DBC36-8EF9-4518-BFC7-EEA1604AD8E5}"/>
          </ac:spMkLst>
        </pc:spChg>
        <pc:spChg chg="mod">
          <ac:chgData name="Li,Yuting (HP Medicine) BII-CN-S" userId="ce8fbb54-122c-426d-b8da-fdcc5e1b5022" providerId="ADAL" clId="{FD455666-A855-4EE8-A596-F47E7C23A8A9}" dt="2023-11-11T04:40:16.566" v="6941" actId="1076"/>
          <ac:spMkLst>
            <pc:docMk/>
            <pc:sldMk cId="1897984531" sldId="2147474991"/>
            <ac:spMk id="259" creationId="{9A99EE08-8E0B-48AC-B1A0-CBBED4446D88}"/>
          </ac:spMkLst>
        </pc:spChg>
      </pc:sldChg>
      <pc:sldChg chg="addSp delSp modSp mod modClrScheme chgLayout">
        <pc:chgData name="Li,Yuting (HP Medicine) BII-CN-S" userId="ce8fbb54-122c-426d-b8da-fdcc5e1b5022" providerId="ADAL" clId="{FD455666-A855-4EE8-A596-F47E7C23A8A9}" dt="2023-11-13T05:02:07.127" v="19026" actId="20577"/>
        <pc:sldMkLst>
          <pc:docMk/>
          <pc:sldMk cId="2166860309" sldId="2147474997"/>
        </pc:sldMkLst>
        <pc:spChg chg="mod ord">
          <ac:chgData name="Li,Yuting (HP Medicine) BII-CN-S" userId="ce8fbb54-122c-426d-b8da-fdcc5e1b5022" providerId="ADAL" clId="{FD455666-A855-4EE8-A596-F47E7C23A8A9}" dt="2023-11-12T05:31:12.655" v="12570" actId="20577"/>
          <ac:spMkLst>
            <pc:docMk/>
            <pc:sldMk cId="2166860309" sldId="2147474997"/>
            <ac:spMk id="2" creationId="{899E9FD5-14F4-46B5-85BD-4B2D5616E6A9}"/>
          </ac:spMkLst>
        </pc:spChg>
        <pc:spChg chg="add mod">
          <ac:chgData name="Li,Yuting (HP Medicine) BII-CN-S" userId="ce8fbb54-122c-426d-b8da-fdcc5e1b5022" providerId="ADAL" clId="{FD455666-A855-4EE8-A596-F47E7C23A8A9}" dt="2023-11-13T05:02:07.127" v="19026" actId="20577"/>
          <ac:spMkLst>
            <pc:docMk/>
            <pc:sldMk cId="2166860309" sldId="2147474997"/>
            <ac:spMk id="5" creationId="{1E223676-C9B1-33BE-0D89-FE00421FA66F}"/>
          </ac:spMkLst>
        </pc:spChg>
        <pc:spChg chg="add del mod ord">
          <ac:chgData name="Li,Yuting (HP Medicine) BII-CN-S" userId="ce8fbb54-122c-426d-b8da-fdcc5e1b5022" providerId="ADAL" clId="{FD455666-A855-4EE8-A596-F47E7C23A8A9}" dt="2023-11-12T05:29:34.755" v="12540" actId="478"/>
          <ac:spMkLst>
            <pc:docMk/>
            <pc:sldMk cId="2166860309" sldId="2147474997"/>
            <ac:spMk id="5" creationId="{FA0A2BEC-2B1B-8ADD-D181-99CF6EF9E7E0}"/>
          </ac:spMkLst>
        </pc:spChg>
        <pc:spChg chg="add mod ord">
          <ac:chgData name="Li,Yuting (HP Medicine) BII-CN-S" userId="ce8fbb54-122c-426d-b8da-fdcc5e1b5022" providerId="ADAL" clId="{FD455666-A855-4EE8-A596-F47E7C23A8A9}" dt="2023-11-12T03:16:39.993" v="10022" actId="700"/>
          <ac:spMkLst>
            <pc:docMk/>
            <pc:sldMk cId="2166860309" sldId="2147474997"/>
            <ac:spMk id="6" creationId="{3FED4DEC-8B04-E0B6-09C4-03BA2492B593}"/>
          </ac:spMkLst>
        </pc:spChg>
        <pc:graphicFrameChg chg="mod">
          <ac:chgData name="Li,Yuting (HP Medicine) BII-CN-S" userId="ce8fbb54-122c-426d-b8da-fdcc5e1b5022" providerId="ADAL" clId="{FD455666-A855-4EE8-A596-F47E7C23A8A9}" dt="2023-11-12T05:30:49.302" v="12564" actId="403"/>
          <ac:graphicFrameMkLst>
            <pc:docMk/>
            <pc:sldMk cId="2166860309" sldId="2147474997"/>
            <ac:graphicFrameMk id="4" creationId="{20806502-DC4C-4CEE-81EC-B542BA6F783E}"/>
          </ac:graphicFrameMkLst>
        </pc:graphicFrameChg>
      </pc:sldChg>
      <pc:sldChg chg="addSp delSp modSp mod modClrScheme chgLayout">
        <pc:chgData name="Li,Yuting (HP Medicine) BII-CN-S" userId="ce8fbb54-122c-426d-b8da-fdcc5e1b5022" providerId="ADAL" clId="{FD455666-A855-4EE8-A596-F47E7C23A8A9}" dt="2023-11-12T14:26:15.389" v="18913" actId="1076"/>
        <pc:sldMkLst>
          <pc:docMk/>
          <pc:sldMk cId="2657153113" sldId="2147474998"/>
        </pc:sldMkLst>
        <pc:spChg chg="mod ord">
          <ac:chgData name="Li,Yuting (HP Medicine) BII-CN-S" userId="ce8fbb54-122c-426d-b8da-fdcc5e1b5022" providerId="ADAL" clId="{FD455666-A855-4EE8-A596-F47E7C23A8A9}" dt="2023-11-12T03:16:23.998" v="10021" actId="700"/>
          <ac:spMkLst>
            <pc:docMk/>
            <pc:sldMk cId="2657153113" sldId="2147474998"/>
            <ac:spMk id="2" creationId="{B131825F-7834-BCBF-051F-63BAACDCE9B5}"/>
          </ac:spMkLst>
        </pc:spChg>
        <pc:spChg chg="mod ord">
          <ac:chgData name="Li,Yuting (HP Medicine) BII-CN-S" userId="ce8fbb54-122c-426d-b8da-fdcc5e1b5022" providerId="ADAL" clId="{FD455666-A855-4EE8-A596-F47E7C23A8A9}" dt="2023-11-12T03:16:23.998" v="10021" actId="700"/>
          <ac:spMkLst>
            <pc:docMk/>
            <pc:sldMk cId="2657153113" sldId="2147474998"/>
            <ac:spMk id="3" creationId="{636BF68E-1ECD-AF26-494E-F5B69649569E}"/>
          </ac:spMkLst>
        </pc:spChg>
        <pc:spChg chg="add del mod ord">
          <ac:chgData name="Li,Yuting (HP Medicine) BII-CN-S" userId="ce8fbb54-122c-426d-b8da-fdcc5e1b5022" providerId="ADAL" clId="{FD455666-A855-4EE8-A596-F47E7C23A8A9}" dt="2023-11-12T14:25:39.412" v="18909" actId="478"/>
          <ac:spMkLst>
            <pc:docMk/>
            <pc:sldMk cId="2657153113" sldId="2147474998"/>
            <ac:spMk id="5" creationId="{5B6A7698-1A82-C6CE-8165-FEBAAE578DF0}"/>
          </ac:spMkLst>
        </pc:spChg>
        <pc:spChg chg="add mod ord">
          <ac:chgData name="Li,Yuting (HP Medicine) BII-CN-S" userId="ce8fbb54-122c-426d-b8da-fdcc5e1b5022" providerId="ADAL" clId="{FD455666-A855-4EE8-A596-F47E7C23A8A9}" dt="2023-11-12T03:16:23.998" v="10021" actId="700"/>
          <ac:spMkLst>
            <pc:docMk/>
            <pc:sldMk cId="2657153113" sldId="2147474998"/>
            <ac:spMk id="6" creationId="{50E6493A-8F1C-0DF0-65A7-4DF37625B5D9}"/>
          </ac:spMkLst>
        </pc:spChg>
        <pc:picChg chg="mod">
          <ac:chgData name="Li,Yuting (HP Medicine) BII-CN-S" userId="ce8fbb54-122c-426d-b8da-fdcc5e1b5022" providerId="ADAL" clId="{FD455666-A855-4EE8-A596-F47E7C23A8A9}" dt="2023-11-12T14:26:15.389" v="18913" actId="1076"/>
          <ac:picMkLst>
            <pc:docMk/>
            <pc:sldMk cId="2657153113" sldId="2147474998"/>
            <ac:picMk id="4" creationId="{EE805669-27DA-AE3A-483F-AED5632CAD4F}"/>
          </ac:picMkLst>
        </pc:picChg>
        <pc:picChg chg="mod">
          <ac:chgData name="Li,Yuting (HP Medicine) BII-CN-S" userId="ce8fbb54-122c-426d-b8da-fdcc5e1b5022" providerId="ADAL" clId="{FD455666-A855-4EE8-A596-F47E7C23A8A9}" dt="2023-11-12T14:26:12.983" v="18912" actId="1076"/>
          <ac:picMkLst>
            <pc:docMk/>
            <pc:sldMk cId="2657153113" sldId="2147474998"/>
            <ac:picMk id="7" creationId="{50389D38-2D98-9F1A-4341-E6117798F3D6}"/>
          </ac:picMkLst>
        </pc:picChg>
      </pc:sldChg>
      <pc:sldChg chg="addSp modSp mod modClrScheme chgLayout">
        <pc:chgData name="Li,Yuting (HP Medicine) BII-CN-S" userId="ce8fbb54-122c-426d-b8da-fdcc5e1b5022" providerId="ADAL" clId="{FD455666-A855-4EE8-A596-F47E7C23A8A9}" dt="2023-11-12T03:16:40.075" v="10023" actId="27636"/>
        <pc:sldMkLst>
          <pc:docMk/>
          <pc:sldMk cId="3874840070" sldId="2147474999"/>
        </pc:sldMkLst>
        <pc:spChg chg="mod ord">
          <ac:chgData name="Li,Yuting (HP Medicine) BII-CN-S" userId="ce8fbb54-122c-426d-b8da-fdcc5e1b5022" providerId="ADAL" clId="{FD455666-A855-4EE8-A596-F47E7C23A8A9}" dt="2023-11-12T03:16:39.993" v="10022" actId="700"/>
          <ac:spMkLst>
            <pc:docMk/>
            <pc:sldMk cId="3874840070" sldId="2147474999"/>
            <ac:spMk id="2" creationId="{660EED06-8E5C-F7C7-DD95-2C0F82DF8483}"/>
          </ac:spMkLst>
        </pc:spChg>
        <pc:spChg chg="mod ord">
          <ac:chgData name="Li,Yuting (HP Medicine) BII-CN-S" userId="ce8fbb54-122c-426d-b8da-fdcc5e1b5022" providerId="ADAL" clId="{FD455666-A855-4EE8-A596-F47E7C23A8A9}" dt="2023-11-12T03:16:40.075" v="10023" actId="27636"/>
          <ac:spMkLst>
            <pc:docMk/>
            <pc:sldMk cId="3874840070" sldId="2147474999"/>
            <ac:spMk id="3" creationId="{350E7977-0273-46A3-64E9-83A0C109E834}"/>
          </ac:spMkLst>
        </pc:spChg>
        <pc:spChg chg="add mod ord">
          <ac:chgData name="Li,Yuting (HP Medicine) BII-CN-S" userId="ce8fbb54-122c-426d-b8da-fdcc5e1b5022" providerId="ADAL" clId="{FD455666-A855-4EE8-A596-F47E7C23A8A9}" dt="2023-11-12T03:16:39.993" v="10022" actId="700"/>
          <ac:spMkLst>
            <pc:docMk/>
            <pc:sldMk cId="3874840070" sldId="2147474999"/>
            <ac:spMk id="4" creationId="{B3B26238-9C0D-0DD9-6D6C-C27F54D3D22F}"/>
          </ac:spMkLst>
        </pc:spChg>
        <pc:spChg chg="add mod ord">
          <ac:chgData name="Li,Yuting (HP Medicine) BII-CN-S" userId="ce8fbb54-122c-426d-b8da-fdcc5e1b5022" providerId="ADAL" clId="{FD455666-A855-4EE8-A596-F47E7C23A8A9}" dt="2023-11-12T03:16:39.993" v="10022" actId="700"/>
          <ac:spMkLst>
            <pc:docMk/>
            <pc:sldMk cId="3874840070" sldId="2147474999"/>
            <ac:spMk id="5" creationId="{201AE057-605A-0573-CE69-9D16259FD815}"/>
          </ac:spMkLst>
        </pc:spChg>
      </pc:sldChg>
      <pc:sldChg chg="addSp delSp modSp mod modClrScheme modAnim chgLayout">
        <pc:chgData name="Li,Yuting (HP Medicine) BII-CN-S" userId="ce8fbb54-122c-426d-b8da-fdcc5e1b5022" providerId="ADAL" clId="{FD455666-A855-4EE8-A596-F47E7C23A8A9}" dt="2023-11-13T04:45:58.017" v="18960"/>
        <pc:sldMkLst>
          <pc:docMk/>
          <pc:sldMk cId="3064430794" sldId="2147475000"/>
        </pc:sldMkLst>
        <pc:spChg chg="mod ord">
          <ac:chgData name="Li,Yuting (HP Medicine) BII-CN-S" userId="ce8fbb54-122c-426d-b8da-fdcc5e1b5022" providerId="ADAL" clId="{FD455666-A855-4EE8-A596-F47E7C23A8A9}" dt="2023-11-12T03:20:02.009" v="10040" actId="1076"/>
          <ac:spMkLst>
            <pc:docMk/>
            <pc:sldMk cId="3064430794" sldId="2147475000"/>
            <ac:spMk id="3" creationId="{00000000-0000-0000-0000-000000000000}"/>
          </ac:spMkLst>
        </pc:spChg>
        <pc:spChg chg="add mod">
          <ac:chgData name="Li,Yuting (HP Medicine) BII-CN-S" userId="ce8fbb54-122c-426d-b8da-fdcc5e1b5022" providerId="ADAL" clId="{FD455666-A855-4EE8-A596-F47E7C23A8A9}" dt="2023-11-11T06:12:23.954" v="7015" actId="12789"/>
          <ac:spMkLst>
            <pc:docMk/>
            <pc:sldMk cId="3064430794" sldId="2147475000"/>
            <ac:spMk id="8" creationId="{6973AB2D-D330-A613-B865-C7F6D2A47B31}"/>
          </ac:spMkLst>
        </pc:spChg>
        <pc:spChg chg="add mod">
          <ac:chgData name="Li,Yuting (HP Medicine) BII-CN-S" userId="ce8fbb54-122c-426d-b8da-fdcc5e1b5022" providerId="ADAL" clId="{FD455666-A855-4EE8-A596-F47E7C23A8A9}" dt="2023-11-11T06:12:34.976" v="7016" actId="12789"/>
          <ac:spMkLst>
            <pc:docMk/>
            <pc:sldMk cId="3064430794" sldId="2147475000"/>
            <ac:spMk id="10" creationId="{FFF35734-4C6B-3774-4BA7-0BD98F2DFB32}"/>
          </ac:spMkLst>
        </pc:spChg>
        <pc:spChg chg="add del mod ord">
          <ac:chgData name="Li,Yuting (HP Medicine) BII-CN-S" userId="ce8fbb54-122c-426d-b8da-fdcc5e1b5022" providerId="ADAL" clId="{FD455666-A855-4EE8-A596-F47E7C23A8A9}" dt="2023-11-12T14:26:24.502" v="18914" actId="478"/>
          <ac:spMkLst>
            <pc:docMk/>
            <pc:sldMk cId="3064430794" sldId="2147475000"/>
            <ac:spMk id="11" creationId="{B66D221D-E936-66E7-BECC-477B885BD695}"/>
          </ac:spMkLst>
        </pc:spChg>
        <pc:spChg chg="add mod ord">
          <ac:chgData name="Li,Yuting (HP Medicine) BII-CN-S" userId="ce8fbb54-122c-426d-b8da-fdcc5e1b5022" providerId="ADAL" clId="{FD455666-A855-4EE8-A596-F47E7C23A8A9}" dt="2023-11-12T03:16:39.993" v="10022" actId="700"/>
          <ac:spMkLst>
            <pc:docMk/>
            <pc:sldMk cId="3064430794" sldId="2147475000"/>
            <ac:spMk id="12" creationId="{78C98649-5F4C-440C-BB89-F1A42DFBA3AB}"/>
          </ac:spMkLst>
        </pc:spChg>
        <pc:spChg chg="mod">
          <ac:chgData name="Li,Yuting (HP Medicine) BII-CN-S" userId="ce8fbb54-122c-426d-b8da-fdcc5e1b5022" providerId="ADAL" clId="{FD455666-A855-4EE8-A596-F47E7C23A8A9}" dt="2023-11-11T06:12:23.954" v="7015" actId="12789"/>
          <ac:spMkLst>
            <pc:docMk/>
            <pc:sldMk cId="3064430794" sldId="2147475000"/>
            <ac:spMk id="32" creationId="{B9F4CAF3-C91A-4AE1-9BAF-6C567F6E2E0B}"/>
          </ac:spMkLst>
        </pc:spChg>
        <pc:spChg chg="mod">
          <ac:chgData name="Li,Yuting (HP Medicine) BII-CN-S" userId="ce8fbb54-122c-426d-b8da-fdcc5e1b5022" providerId="ADAL" clId="{FD455666-A855-4EE8-A596-F47E7C23A8A9}" dt="2023-11-11T06:12:34.976" v="7016" actId="12789"/>
          <ac:spMkLst>
            <pc:docMk/>
            <pc:sldMk cId="3064430794" sldId="2147475000"/>
            <ac:spMk id="33" creationId="{BC431860-27D6-47B6-B56A-6A9444564759}"/>
          </ac:spMkLst>
        </pc:spChg>
        <pc:spChg chg="mod">
          <ac:chgData name="Li,Yuting (HP Medicine) BII-CN-S" userId="ce8fbb54-122c-426d-b8da-fdcc5e1b5022" providerId="ADAL" clId="{FD455666-A855-4EE8-A596-F47E7C23A8A9}" dt="2023-11-11T06:29:11.035" v="7511" actId="20577"/>
          <ac:spMkLst>
            <pc:docMk/>
            <pc:sldMk cId="3064430794" sldId="2147475000"/>
            <ac:spMk id="41" creationId="{80672632-5059-4D01-BB59-096554D9CD3A}"/>
          </ac:spMkLst>
        </pc:spChg>
        <pc:spChg chg="mod">
          <ac:chgData name="Li,Yuting (HP Medicine) BII-CN-S" userId="ce8fbb54-122c-426d-b8da-fdcc5e1b5022" providerId="ADAL" clId="{FD455666-A855-4EE8-A596-F47E7C23A8A9}" dt="2023-11-11T06:12:34.976" v="7016" actId="12789"/>
          <ac:spMkLst>
            <pc:docMk/>
            <pc:sldMk cId="3064430794" sldId="2147475000"/>
            <ac:spMk id="49" creationId="{E3567E41-45D4-4A01-8729-64341A5FC75E}"/>
          </ac:spMkLst>
        </pc:spChg>
        <pc:spChg chg="mod">
          <ac:chgData name="Li,Yuting (HP Medicine) BII-CN-S" userId="ce8fbb54-122c-426d-b8da-fdcc5e1b5022" providerId="ADAL" clId="{FD455666-A855-4EE8-A596-F47E7C23A8A9}" dt="2023-11-11T06:12:23.954" v="7015" actId="12789"/>
          <ac:spMkLst>
            <pc:docMk/>
            <pc:sldMk cId="3064430794" sldId="2147475000"/>
            <ac:spMk id="51" creationId="{CFBA2B08-B6EA-4E60-B3B2-4DA8344D2F1D}"/>
          </ac:spMkLst>
        </pc:spChg>
        <pc:spChg chg="mod">
          <ac:chgData name="Li,Yuting (HP Medicine) BII-CN-S" userId="ce8fbb54-122c-426d-b8da-fdcc5e1b5022" providerId="ADAL" clId="{FD455666-A855-4EE8-A596-F47E7C23A8A9}" dt="2023-11-11T06:12:34.976" v="7016" actId="12789"/>
          <ac:spMkLst>
            <pc:docMk/>
            <pc:sldMk cId="3064430794" sldId="2147475000"/>
            <ac:spMk id="53" creationId="{7B3335AF-2384-4D3C-98F0-C026F9E6A299}"/>
          </ac:spMkLst>
        </pc:spChg>
        <pc:spChg chg="mod">
          <ac:chgData name="Li,Yuting (HP Medicine) BII-CN-S" userId="ce8fbb54-122c-426d-b8da-fdcc5e1b5022" providerId="ADAL" clId="{FD455666-A855-4EE8-A596-F47E7C23A8A9}" dt="2023-11-11T06:12:23.954" v="7015" actId="12789"/>
          <ac:spMkLst>
            <pc:docMk/>
            <pc:sldMk cId="3064430794" sldId="2147475000"/>
            <ac:spMk id="54" creationId="{35388CBC-F652-48EA-A3C1-83DD6A5290AF}"/>
          </ac:spMkLst>
        </pc:spChg>
      </pc:sldChg>
      <pc:sldChg chg="del">
        <pc:chgData name="Li,Yuting (HP Medicine) BII-CN-S" userId="ce8fbb54-122c-426d-b8da-fdcc5e1b5022" providerId="ADAL" clId="{FD455666-A855-4EE8-A596-F47E7C23A8A9}" dt="2023-11-08T12:26:55.105" v="623" actId="47"/>
        <pc:sldMkLst>
          <pc:docMk/>
          <pc:sldMk cId="1028374634" sldId="2147475001"/>
        </pc:sldMkLst>
      </pc:sldChg>
      <pc:sldChg chg="addSp delSp modSp mod modClrScheme chgLayout modNotesTx">
        <pc:chgData name="Li,Yuting (HP Medicine) BII-CN-S" userId="ce8fbb54-122c-426d-b8da-fdcc5e1b5022" providerId="ADAL" clId="{FD455666-A855-4EE8-A596-F47E7C23A8A9}" dt="2023-11-12T03:20:23.357" v="10043" actId="478"/>
        <pc:sldMkLst>
          <pc:docMk/>
          <pc:sldMk cId="2301709870" sldId="2147475002"/>
        </pc:sldMkLst>
        <pc:spChg chg="mod ord">
          <ac:chgData name="Li,Yuting (HP Medicine) BII-CN-S" userId="ce8fbb54-122c-426d-b8da-fdcc5e1b5022" providerId="ADAL" clId="{FD455666-A855-4EE8-A596-F47E7C23A8A9}" dt="2023-11-12T03:20:19.627" v="10042" actId="1076"/>
          <ac:spMkLst>
            <pc:docMk/>
            <pc:sldMk cId="2301709870" sldId="2147475002"/>
            <ac:spMk id="3" creationId="{00000000-0000-0000-0000-000000000000}"/>
          </ac:spMkLst>
        </pc:spChg>
        <pc:spChg chg="add del mod ord">
          <ac:chgData name="Li,Yuting (HP Medicine) BII-CN-S" userId="ce8fbb54-122c-426d-b8da-fdcc5e1b5022" providerId="ADAL" clId="{FD455666-A855-4EE8-A596-F47E7C23A8A9}" dt="2023-11-12T03:20:23.357" v="10043" actId="478"/>
          <ac:spMkLst>
            <pc:docMk/>
            <pc:sldMk cId="2301709870" sldId="2147475002"/>
            <ac:spMk id="5" creationId="{2BF641A3-5BF5-34DA-521B-1A9BAC9A50CE}"/>
          </ac:spMkLst>
        </pc:spChg>
        <pc:spChg chg="add mod ord">
          <ac:chgData name="Li,Yuting (HP Medicine) BII-CN-S" userId="ce8fbb54-122c-426d-b8da-fdcc5e1b5022" providerId="ADAL" clId="{FD455666-A855-4EE8-A596-F47E7C23A8A9}" dt="2023-11-12T03:16:39.993" v="10022" actId="700"/>
          <ac:spMkLst>
            <pc:docMk/>
            <pc:sldMk cId="2301709870" sldId="2147475002"/>
            <ac:spMk id="7" creationId="{DAF1C731-B0B7-A44F-33AE-A79FF9DDD2C4}"/>
          </ac:spMkLst>
        </pc:spChg>
        <pc:spChg chg="mod ord">
          <ac:chgData name="Li,Yuting (HP Medicine) BII-CN-S" userId="ce8fbb54-122c-426d-b8da-fdcc5e1b5022" providerId="ADAL" clId="{FD455666-A855-4EE8-A596-F47E7C23A8A9}" dt="2023-11-12T03:16:39.993" v="10022" actId="700"/>
          <ac:spMkLst>
            <pc:docMk/>
            <pc:sldMk cId="2301709870" sldId="2147475002"/>
            <ac:spMk id="9" creationId="{00000000-0000-0000-0000-000000000000}"/>
          </ac:spMkLst>
        </pc:spChg>
        <pc:spChg chg="mod">
          <ac:chgData name="Li,Yuting (HP Medicine) BII-CN-S" userId="ce8fbb54-122c-426d-b8da-fdcc5e1b5022" providerId="ADAL" clId="{FD455666-A855-4EE8-A596-F47E7C23A8A9}" dt="2023-11-11T06:28:32.447" v="7497" actId="1076"/>
          <ac:spMkLst>
            <pc:docMk/>
            <pc:sldMk cId="2301709870" sldId="2147475002"/>
            <ac:spMk id="107" creationId="{7DDA071E-5F80-4527-AE47-F1E7B2DC2A5B}"/>
          </ac:spMkLst>
        </pc:spChg>
        <pc:spChg chg="mod">
          <ac:chgData name="Li,Yuting (HP Medicine) BII-CN-S" userId="ce8fbb54-122c-426d-b8da-fdcc5e1b5022" providerId="ADAL" clId="{FD455666-A855-4EE8-A596-F47E7C23A8A9}" dt="2023-11-11T06:15:02.503" v="7122" actId="14100"/>
          <ac:spMkLst>
            <pc:docMk/>
            <pc:sldMk cId="2301709870" sldId="2147475002"/>
            <ac:spMk id="126" creationId="{6A146A9F-3077-48E6-AD05-74AFFA257DC1}"/>
          </ac:spMkLst>
        </pc:spChg>
        <pc:grpChg chg="mod">
          <ac:chgData name="Li,Yuting (HP Medicine) BII-CN-S" userId="ce8fbb54-122c-426d-b8da-fdcc5e1b5022" providerId="ADAL" clId="{FD455666-A855-4EE8-A596-F47E7C23A8A9}" dt="2023-11-08T12:29:59.882" v="640" actId="1076"/>
          <ac:grpSpMkLst>
            <pc:docMk/>
            <pc:sldMk cId="2301709870" sldId="2147475002"/>
            <ac:grpSpMk id="50" creationId="{00000000-0000-0000-0000-000000000000}"/>
          </ac:grpSpMkLst>
        </pc:grpChg>
      </pc:sldChg>
      <pc:sldChg chg="addSp modSp mod modClrScheme chgLayout">
        <pc:chgData name="Li,Yuting (HP Medicine) BII-CN-S" userId="ce8fbb54-122c-426d-b8da-fdcc5e1b5022" providerId="ADAL" clId="{FD455666-A855-4EE8-A596-F47E7C23A8A9}" dt="2023-11-12T03:16:39.993" v="10022" actId="700"/>
        <pc:sldMkLst>
          <pc:docMk/>
          <pc:sldMk cId="681528320" sldId="2147475003"/>
        </pc:sldMkLst>
        <pc:spChg chg="add mod ord">
          <ac:chgData name="Li,Yuting (HP Medicine) BII-CN-S" userId="ce8fbb54-122c-426d-b8da-fdcc5e1b5022" providerId="ADAL" clId="{FD455666-A855-4EE8-A596-F47E7C23A8A9}" dt="2023-11-12T03:16:39.993" v="10022" actId="700"/>
          <ac:spMkLst>
            <pc:docMk/>
            <pc:sldMk cId="681528320" sldId="2147475003"/>
            <ac:spMk id="2" creationId="{32085EF3-15AF-8B11-BE92-D4C900EAB589}"/>
          </ac:spMkLst>
        </pc:spChg>
        <pc:spChg chg="mod ord">
          <ac:chgData name="Li,Yuting (HP Medicine) BII-CN-S" userId="ce8fbb54-122c-426d-b8da-fdcc5e1b5022" providerId="ADAL" clId="{FD455666-A855-4EE8-A596-F47E7C23A8A9}" dt="2023-11-12T03:16:39.993" v="10022" actId="700"/>
          <ac:spMkLst>
            <pc:docMk/>
            <pc:sldMk cId="681528320" sldId="2147475003"/>
            <ac:spMk id="3" creationId="{B42FD9AB-C726-51EE-9794-3768AA56396A}"/>
          </ac:spMkLst>
        </pc:spChg>
        <pc:spChg chg="mod ord">
          <ac:chgData name="Li,Yuting (HP Medicine) BII-CN-S" userId="ce8fbb54-122c-426d-b8da-fdcc5e1b5022" providerId="ADAL" clId="{FD455666-A855-4EE8-A596-F47E7C23A8A9}" dt="2023-11-12T03:16:39.993" v="10022" actId="700"/>
          <ac:spMkLst>
            <pc:docMk/>
            <pc:sldMk cId="681528320" sldId="2147475003"/>
            <ac:spMk id="4" creationId="{F5C2EB7C-0FCC-F60F-54FB-560ADAB5EEA4}"/>
          </ac:spMkLst>
        </pc:spChg>
        <pc:spChg chg="add mod ord">
          <ac:chgData name="Li,Yuting (HP Medicine) BII-CN-S" userId="ce8fbb54-122c-426d-b8da-fdcc5e1b5022" providerId="ADAL" clId="{FD455666-A855-4EE8-A596-F47E7C23A8A9}" dt="2023-11-12T03:16:39.993" v="10022" actId="700"/>
          <ac:spMkLst>
            <pc:docMk/>
            <pc:sldMk cId="681528320" sldId="2147475003"/>
            <ac:spMk id="6" creationId="{82206813-E5D5-B19A-7D49-1A902ADE6DBF}"/>
          </ac:spMkLst>
        </pc:spChg>
      </pc:sldChg>
      <pc:sldChg chg="addSp delSp modSp mod modClrScheme chgLayout modNotesTx">
        <pc:chgData name="Li,Yuting (HP Medicine) BII-CN-S" userId="ce8fbb54-122c-426d-b8da-fdcc5e1b5022" providerId="ADAL" clId="{FD455666-A855-4EE8-A596-F47E7C23A8A9}" dt="2023-11-12T03:25:13.774" v="10071" actId="20577"/>
        <pc:sldMkLst>
          <pc:docMk/>
          <pc:sldMk cId="729251913" sldId="2147475004"/>
        </pc:sldMkLst>
        <pc:spChg chg="mod ord">
          <ac:chgData name="Li,Yuting (HP Medicine) BII-CN-S" userId="ce8fbb54-122c-426d-b8da-fdcc5e1b5022" providerId="ADAL" clId="{FD455666-A855-4EE8-A596-F47E7C23A8A9}" dt="2023-11-12T03:23:49.267" v="10055" actId="700"/>
          <ac:spMkLst>
            <pc:docMk/>
            <pc:sldMk cId="729251913" sldId="2147475004"/>
            <ac:spMk id="2" creationId="{35B85F49-65FD-E5CC-F830-890FBA76F98C}"/>
          </ac:spMkLst>
        </pc:spChg>
        <pc:spChg chg="mod ord">
          <ac:chgData name="Li,Yuting (HP Medicine) BII-CN-S" userId="ce8fbb54-122c-426d-b8da-fdcc5e1b5022" providerId="ADAL" clId="{FD455666-A855-4EE8-A596-F47E7C23A8A9}" dt="2023-11-12T03:23:49.267" v="10055" actId="700"/>
          <ac:spMkLst>
            <pc:docMk/>
            <pc:sldMk cId="729251913" sldId="2147475004"/>
            <ac:spMk id="3" creationId="{07354904-B58A-A129-4DE8-51E1E1012A42}"/>
          </ac:spMkLst>
        </pc:spChg>
        <pc:spChg chg="mod">
          <ac:chgData name="Li,Yuting (HP Medicine) BII-CN-S" userId="ce8fbb54-122c-426d-b8da-fdcc5e1b5022" providerId="ADAL" clId="{FD455666-A855-4EE8-A596-F47E7C23A8A9}" dt="2023-11-12T03:21:07.992" v="10045" actId="207"/>
          <ac:spMkLst>
            <pc:docMk/>
            <pc:sldMk cId="729251913" sldId="2147475004"/>
            <ac:spMk id="4" creationId="{DE094712-F8AB-3527-A302-DC64203FC3A0}"/>
          </ac:spMkLst>
        </pc:spChg>
        <pc:spChg chg="mod">
          <ac:chgData name="Li,Yuting (HP Medicine) BII-CN-S" userId="ce8fbb54-122c-426d-b8da-fdcc5e1b5022" providerId="ADAL" clId="{FD455666-A855-4EE8-A596-F47E7C23A8A9}" dt="2023-11-12T03:23:51.421" v="10060" actId="207"/>
          <ac:spMkLst>
            <pc:docMk/>
            <pc:sldMk cId="729251913" sldId="2147475004"/>
            <ac:spMk id="5" creationId="{DD74B5BB-814E-01BC-7619-DDE1C3787EAC}"/>
          </ac:spMkLst>
        </pc:spChg>
        <pc:spChg chg="mod">
          <ac:chgData name="Li,Yuting (HP Medicine) BII-CN-S" userId="ce8fbb54-122c-426d-b8da-fdcc5e1b5022" providerId="ADAL" clId="{FD455666-A855-4EE8-A596-F47E7C23A8A9}" dt="2023-11-12T03:21:19.431" v="10047" actId="207"/>
          <ac:spMkLst>
            <pc:docMk/>
            <pc:sldMk cId="729251913" sldId="2147475004"/>
            <ac:spMk id="6" creationId="{D676DA36-35C0-30DA-5261-8C551E214D32}"/>
          </ac:spMkLst>
        </pc:spChg>
        <pc:spChg chg="mod">
          <ac:chgData name="Li,Yuting (HP Medicine) BII-CN-S" userId="ce8fbb54-122c-426d-b8da-fdcc5e1b5022" providerId="ADAL" clId="{FD455666-A855-4EE8-A596-F47E7C23A8A9}" dt="2023-11-10T09:32:06.938" v="4560" actId="20577"/>
          <ac:spMkLst>
            <pc:docMk/>
            <pc:sldMk cId="729251913" sldId="2147475004"/>
            <ac:spMk id="7" creationId="{EC98D2CF-AF64-28D5-A904-AF987BB4D1BA}"/>
          </ac:spMkLst>
        </pc:spChg>
        <pc:spChg chg="mod">
          <ac:chgData name="Li,Yuting (HP Medicine) BII-CN-S" userId="ce8fbb54-122c-426d-b8da-fdcc5e1b5022" providerId="ADAL" clId="{FD455666-A855-4EE8-A596-F47E7C23A8A9}" dt="2023-11-12T03:21:26.737" v="10048" actId="207"/>
          <ac:spMkLst>
            <pc:docMk/>
            <pc:sldMk cId="729251913" sldId="2147475004"/>
            <ac:spMk id="8" creationId="{2E71C534-6242-EA1B-FA5F-F21A70B1D8F5}"/>
          </ac:spMkLst>
        </pc:spChg>
        <pc:spChg chg="mod">
          <ac:chgData name="Li,Yuting (HP Medicine) BII-CN-S" userId="ce8fbb54-122c-426d-b8da-fdcc5e1b5022" providerId="ADAL" clId="{FD455666-A855-4EE8-A596-F47E7C23A8A9}" dt="2023-11-12T03:25:13.774" v="10071" actId="20577"/>
          <ac:spMkLst>
            <pc:docMk/>
            <pc:sldMk cId="729251913" sldId="2147475004"/>
            <ac:spMk id="9" creationId="{C6B4D474-04D8-BC96-09C8-2D3678414923}"/>
          </ac:spMkLst>
        </pc:spChg>
        <pc:spChg chg="add del mod ord">
          <ac:chgData name="Li,Yuting (HP Medicine) BII-CN-S" userId="ce8fbb54-122c-426d-b8da-fdcc5e1b5022" providerId="ADAL" clId="{FD455666-A855-4EE8-A596-F47E7C23A8A9}" dt="2023-11-12T03:20:44.489" v="10044" actId="478"/>
          <ac:spMkLst>
            <pc:docMk/>
            <pc:sldMk cId="729251913" sldId="2147475004"/>
            <ac:spMk id="10" creationId="{2C7A6008-898E-1AE0-1E7E-61CD63F48105}"/>
          </ac:spMkLst>
        </pc:spChg>
        <pc:spChg chg="add mod">
          <ac:chgData name="Li,Yuting (HP Medicine) BII-CN-S" userId="ce8fbb54-122c-426d-b8da-fdcc5e1b5022" providerId="ADAL" clId="{FD455666-A855-4EE8-A596-F47E7C23A8A9}" dt="2023-11-11T07:04:22.275" v="9485" actId="404"/>
          <ac:spMkLst>
            <pc:docMk/>
            <pc:sldMk cId="729251913" sldId="2147475004"/>
            <ac:spMk id="11" creationId="{9E7D00A0-D5DA-4FAD-C746-1929A022212B}"/>
          </ac:spMkLst>
        </pc:spChg>
        <pc:spChg chg="add del mod ord">
          <ac:chgData name="Li,Yuting (HP Medicine) BII-CN-S" userId="ce8fbb54-122c-426d-b8da-fdcc5e1b5022" providerId="ADAL" clId="{FD455666-A855-4EE8-A596-F47E7C23A8A9}" dt="2023-11-12T03:23:49.267" v="10055" actId="700"/>
          <ac:spMkLst>
            <pc:docMk/>
            <pc:sldMk cId="729251913" sldId="2147475004"/>
            <ac:spMk id="13" creationId="{A28B3DAA-FC31-968D-93A9-C62AABE620D5}"/>
          </ac:spMkLst>
        </pc:spChg>
        <pc:spChg chg="add del mod ord">
          <ac:chgData name="Li,Yuting (HP Medicine) BII-CN-S" userId="ce8fbb54-122c-426d-b8da-fdcc5e1b5022" providerId="ADAL" clId="{FD455666-A855-4EE8-A596-F47E7C23A8A9}" dt="2023-11-12T03:23:49.267" v="10055" actId="700"/>
          <ac:spMkLst>
            <pc:docMk/>
            <pc:sldMk cId="729251913" sldId="2147475004"/>
            <ac:spMk id="14" creationId="{075EBE74-0D1D-E33A-D0C5-653C27E3261B}"/>
          </ac:spMkLst>
        </pc:spChg>
      </pc:sldChg>
      <pc:sldChg chg="addSp modSp mod modClrScheme chgLayout">
        <pc:chgData name="Li,Yuting (HP Medicine) BII-CN-S" userId="ce8fbb54-122c-426d-b8da-fdcc5e1b5022" providerId="ADAL" clId="{FD455666-A855-4EE8-A596-F47E7C23A8A9}" dt="2023-11-12T03:26:10.217" v="10074" actId="207"/>
        <pc:sldMkLst>
          <pc:docMk/>
          <pc:sldMk cId="2549160259" sldId="2147475005"/>
        </pc:sldMkLst>
        <pc:spChg chg="mod ord">
          <ac:chgData name="Li,Yuting (HP Medicine) BII-CN-S" userId="ce8fbb54-122c-426d-b8da-fdcc5e1b5022" providerId="ADAL" clId="{FD455666-A855-4EE8-A596-F47E7C23A8A9}" dt="2023-11-12T03:25:27.796" v="10073" actId="207"/>
          <ac:spMkLst>
            <pc:docMk/>
            <pc:sldMk cId="2549160259" sldId="2147475005"/>
            <ac:spMk id="3"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2549160259" sldId="2147475005"/>
            <ac:spMk id="4" creationId="{6BCB95CC-6072-2741-5246-2548CC662D04}"/>
          </ac:spMkLst>
        </pc:spChg>
        <pc:spChg chg="mod">
          <ac:chgData name="Li,Yuting (HP Medicine) BII-CN-S" userId="ce8fbb54-122c-426d-b8da-fdcc5e1b5022" providerId="ADAL" clId="{FD455666-A855-4EE8-A596-F47E7C23A8A9}" dt="2023-11-10T07:25:11.160" v="4119" actId="1076"/>
          <ac:spMkLst>
            <pc:docMk/>
            <pc:sldMk cId="2549160259" sldId="2147475005"/>
            <ac:spMk id="5" creationId="{23DB86F8-60A0-6A56-DC74-D2994B3B6CA9}"/>
          </ac:spMkLst>
        </pc:spChg>
        <pc:spChg chg="mod ord">
          <ac:chgData name="Li,Yuting (HP Medicine) BII-CN-S" userId="ce8fbb54-122c-426d-b8da-fdcc5e1b5022" providerId="ADAL" clId="{FD455666-A855-4EE8-A596-F47E7C23A8A9}" dt="2023-11-12T03:16:39.993" v="10022" actId="700"/>
          <ac:spMkLst>
            <pc:docMk/>
            <pc:sldMk cId="2549160259" sldId="2147475005"/>
            <ac:spMk id="7"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2549160259" sldId="2147475005"/>
            <ac:spMk id="8" creationId="{00000000-0000-0000-0000-000000000000}"/>
          </ac:spMkLst>
        </pc:spChg>
        <pc:spChg chg="mod ord">
          <ac:chgData name="Li,Yuting (HP Medicine) BII-CN-S" userId="ce8fbb54-122c-426d-b8da-fdcc5e1b5022" providerId="ADAL" clId="{FD455666-A855-4EE8-A596-F47E7C23A8A9}" dt="2023-11-12T03:16:39.993" v="10022" actId="700"/>
          <ac:spMkLst>
            <pc:docMk/>
            <pc:sldMk cId="2549160259" sldId="2147475005"/>
            <ac:spMk id="9"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2549160259" sldId="2147475005"/>
            <ac:spMk id="11" creationId="{F42C07CB-EC5E-5F0E-2083-A3865B3A46BF}"/>
          </ac:spMkLst>
        </pc:spChg>
        <pc:spChg chg="mod">
          <ac:chgData name="Li,Yuting (HP Medicine) BII-CN-S" userId="ce8fbb54-122c-426d-b8da-fdcc5e1b5022" providerId="ADAL" clId="{FD455666-A855-4EE8-A596-F47E7C23A8A9}" dt="2023-11-11T07:08:23.902" v="9739" actId="20577"/>
          <ac:spMkLst>
            <pc:docMk/>
            <pc:sldMk cId="2549160259" sldId="2147475005"/>
            <ac:spMk id="75" creationId="{23E443ED-C91E-4425-963C-DB47A7F0B19C}"/>
          </ac:spMkLst>
        </pc:spChg>
        <pc:picChg chg="mod">
          <ac:chgData name="Li,Yuting (HP Medicine) BII-CN-S" userId="ce8fbb54-122c-426d-b8da-fdcc5e1b5022" providerId="ADAL" clId="{FD455666-A855-4EE8-A596-F47E7C23A8A9}" dt="2023-11-12T03:26:10.217" v="10074" actId="207"/>
          <ac:picMkLst>
            <pc:docMk/>
            <pc:sldMk cId="2549160259" sldId="2147475005"/>
            <ac:picMk id="12" creationId="{316AA229-F87D-4CEB-8EA7-D7E9C9D5FD41}"/>
          </ac:picMkLst>
        </pc:picChg>
        <pc:picChg chg="mod">
          <ac:chgData name="Li,Yuting (HP Medicine) BII-CN-S" userId="ce8fbb54-122c-426d-b8da-fdcc5e1b5022" providerId="ADAL" clId="{FD455666-A855-4EE8-A596-F47E7C23A8A9}" dt="2023-11-12T03:26:10.217" v="10074" actId="207"/>
          <ac:picMkLst>
            <pc:docMk/>
            <pc:sldMk cId="2549160259" sldId="2147475005"/>
            <ac:picMk id="86" creationId="{2CBFCA46-1B85-4A17-A583-8E4426FAF06F}"/>
          </ac:picMkLst>
        </pc:picChg>
      </pc:sldChg>
      <pc:sldChg chg="addSp delSp modSp mod modClrScheme chgLayout">
        <pc:chgData name="Li,Yuting (HP Medicine) BII-CN-S" userId="ce8fbb54-122c-426d-b8da-fdcc5e1b5022" providerId="ADAL" clId="{FD455666-A855-4EE8-A596-F47E7C23A8A9}" dt="2023-11-12T04:07:12.447" v="12539" actId="404"/>
        <pc:sldMkLst>
          <pc:docMk/>
          <pc:sldMk cId="3153346902" sldId="2147475006"/>
        </pc:sldMkLst>
        <pc:spChg chg="mod ord">
          <ac:chgData name="Li,Yuting (HP Medicine) BII-CN-S" userId="ce8fbb54-122c-426d-b8da-fdcc5e1b5022" providerId="ADAL" clId="{FD455666-A855-4EE8-A596-F47E7C23A8A9}" dt="2023-11-12T03:16:39.993" v="10022" actId="700"/>
          <ac:spMkLst>
            <pc:docMk/>
            <pc:sldMk cId="3153346902" sldId="2147475006"/>
            <ac:spMk id="2" creationId="{899E9FD5-14F4-46B5-85BD-4B2D5616E6A9}"/>
          </ac:spMkLst>
        </pc:spChg>
        <pc:spChg chg="add mod">
          <ac:chgData name="Li,Yuting (HP Medicine) BII-CN-S" userId="ce8fbb54-122c-426d-b8da-fdcc5e1b5022" providerId="ADAL" clId="{FD455666-A855-4EE8-A596-F47E7C23A8A9}" dt="2023-11-12T04:06:18.861" v="12522" actId="13822"/>
          <ac:spMkLst>
            <pc:docMk/>
            <pc:sldMk cId="3153346902" sldId="2147475006"/>
            <ac:spMk id="4" creationId="{2613418A-9404-3BFB-9843-472F0D17EE1D}"/>
          </ac:spMkLst>
        </pc:spChg>
        <pc:spChg chg="add del mod ord">
          <ac:chgData name="Li,Yuting (HP Medicine) BII-CN-S" userId="ce8fbb54-122c-426d-b8da-fdcc5e1b5022" providerId="ADAL" clId="{FD455666-A855-4EE8-A596-F47E7C23A8A9}" dt="2023-11-12T04:04:57.689" v="12509" actId="478"/>
          <ac:spMkLst>
            <pc:docMk/>
            <pc:sldMk cId="3153346902" sldId="2147475006"/>
            <ac:spMk id="6" creationId="{2C678EDA-7B0C-2540-8BED-91E7680285D1}"/>
          </ac:spMkLst>
        </pc:spChg>
        <pc:spChg chg="add mod ord">
          <ac:chgData name="Li,Yuting (HP Medicine) BII-CN-S" userId="ce8fbb54-122c-426d-b8da-fdcc5e1b5022" providerId="ADAL" clId="{FD455666-A855-4EE8-A596-F47E7C23A8A9}" dt="2023-11-12T03:16:39.993" v="10022" actId="700"/>
          <ac:spMkLst>
            <pc:docMk/>
            <pc:sldMk cId="3153346902" sldId="2147475006"/>
            <ac:spMk id="7" creationId="{9140472E-152C-EFE7-CA09-A3F7BAD0D352}"/>
          </ac:spMkLst>
        </pc:spChg>
        <pc:graphicFrameChg chg="mod">
          <ac:chgData name="Li,Yuting (HP Medicine) BII-CN-S" userId="ce8fbb54-122c-426d-b8da-fdcc5e1b5022" providerId="ADAL" clId="{FD455666-A855-4EE8-A596-F47E7C23A8A9}" dt="2023-11-12T04:07:12.447" v="12539" actId="404"/>
          <ac:graphicFrameMkLst>
            <pc:docMk/>
            <pc:sldMk cId="3153346902" sldId="2147475006"/>
            <ac:graphicFrameMk id="5" creationId="{F5547939-5DC5-422D-B4B1-55428A5FBE1A}"/>
          </ac:graphicFrameMkLst>
        </pc:graphicFrameChg>
      </pc:sldChg>
      <pc:sldChg chg="addSp delSp modSp mod modClrScheme chgLayout">
        <pc:chgData name="Li,Yuting (HP Medicine) BII-CN-S" userId="ce8fbb54-122c-426d-b8da-fdcc5e1b5022" providerId="ADAL" clId="{FD455666-A855-4EE8-A596-F47E7C23A8A9}" dt="2023-11-13T02:49:42.905" v="18927" actId="20577"/>
        <pc:sldMkLst>
          <pc:docMk/>
          <pc:sldMk cId="3496718815" sldId="2147475007"/>
        </pc:sldMkLst>
        <pc:spChg chg="mod ord">
          <ac:chgData name="Li,Yuting (HP Medicine) BII-CN-S" userId="ce8fbb54-122c-426d-b8da-fdcc5e1b5022" providerId="ADAL" clId="{FD455666-A855-4EE8-A596-F47E7C23A8A9}" dt="2023-11-12T05:32:05.279" v="12580" actId="207"/>
          <ac:spMkLst>
            <pc:docMk/>
            <pc:sldMk cId="3496718815" sldId="2147475007"/>
            <ac:spMk id="3" creationId="{00000000-0000-0000-0000-000000000000}"/>
          </ac:spMkLst>
        </pc:spChg>
        <pc:spChg chg="mod">
          <ac:chgData name="Li,Yuting (HP Medicine) BII-CN-S" userId="ce8fbb54-122c-426d-b8da-fdcc5e1b5022" providerId="ADAL" clId="{FD455666-A855-4EE8-A596-F47E7C23A8A9}" dt="2023-11-08T13:32:34.548" v="1963" actId="20577"/>
          <ac:spMkLst>
            <pc:docMk/>
            <pc:sldMk cId="3496718815" sldId="2147475007"/>
            <ac:spMk id="5" creationId="{C4DECDA1-79AD-8B9D-708E-04480A636390}"/>
          </ac:spMkLst>
        </pc:spChg>
        <pc:spChg chg="add del mod ord">
          <ac:chgData name="Li,Yuting (HP Medicine) BII-CN-S" userId="ce8fbb54-122c-426d-b8da-fdcc5e1b5022" providerId="ADAL" clId="{FD455666-A855-4EE8-A596-F47E7C23A8A9}" dt="2023-11-13T02:28:12.167" v="18923" actId="478"/>
          <ac:spMkLst>
            <pc:docMk/>
            <pc:sldMk cId="3496718815" sldId="2147475007"/>
            <ac:spMk id="7" creationId="{443B1E72-1266-FE39-758C-DBD49D0F4C9B}"/>
          </ac:spMkLst>
        </pc:spChg>
        <pc:spChg chg="add mod ord">
          <ac:chgData name="Li,Yuting (HP Medicine) BII-CN-S" userId="ce8fbb54-122c-426d-b8da-fdcc5e1b5022" providerId="ADAL" clId="{FD455666-A855-4EE8-A596-F47E7C23A8A9}" dt="2023-11-12T03:16:39.993" v="10022" actId="700"/>
          <ac:spMkLst>
            <pc:docMk/>
            <pc:sldMk cId="3496718815" sldId="2147475007"/>
            <ac:spMk id="10" creationId="{71DC6136-2925-284E-BE18-31C7B65B33D7}"/>
          </ac:spMkLst>
        </pc:spChg>
        <pc:spChg chg="mod ord">
          <ac:chgData name="Li,Yuting (HP Medicine) BII-CN-S" userId="ce8fbb54-122c-426d-b8da-fdcc5e1b5022" providerId="ADAL" clId="{FD455666-A855-4EE8-A596-F47E7C23A8A9}" dt="2023-11-12T03:16:39.993" v="10022" actId="700"/>
          <ac:spMkLst>
            <pc:docMk/>
            <pc:sldMk cId="3496718815" sldId="2147475007"/>
            <ac:spMk id="11" creationId="{00000000-0000-0000-0000-000000000000}"/>
          </ac:spMkLst>
        </pc:spChg>
        <pc:spChg chg="mod">
          <ac:chgData name="Li,Yuting (HP Medicine) BII-CN-S" userId="ce8fbb54-122c-426d-b8da-fdcc5e1b5022" providerId="ADAL" clId="{FD455666-A855-4EE8-A596-F47E7C23A8A9}" dt="2023-11-13T02:49:42.905" v="18927" actId="20577"/>
          <ac:spMkLst>
            <pc:docMk/>
            <pc:sldMk cId="3496718815" sldId="2147475007"/>
            <ac:spMk id="30" creationId="{AE1A5680-D133-2FB3-FC32-EF85FAA610D3}"/>
          </ac:spMkLst>
        </pc:spChg>
      </pc:sldChg>
      <pc:sldChg chg="addSp delSp modSp mod modClrScheme chgLayout">
        <pc:chgData name="Li,Yuting (HP Medicine) BII-CN-S" userId="ce8fbb54-122c-426d-b8da-fdcc5e1b5022" providerId="ADAL" clId="{FD455666-A855-4EE8-A596-F47E7C23A8A9}" dt="2023-11-12T05:33:30.651" v="12591" actId="404"/>
        <pc:sldMkLst>
          <pc:docMk/>
          <pc:sldMk cId="3737015513" sldId="2147475008"/>
        </pc:sldMkLst>
        <pc:spChg chg="mod ord">
          <ac:chgData name="Li,Yuting (HP Medicine) BII-CN-S" userId="ce8fbb54-122c-426d-b8da-fdcc5e1b5022" providerId="ADAL" clId="{FD455666-A855-4EE8-A596-F47E7C23A8A9}" dt="2023-11-12T03:16:39.993" v="10022" actId="700"/>
          <ac:spMkLst>
            <pc:docMk/>
            <pc:sldMk cId="3737015513" sldId="2147475008"/>
            <ac:spMk id="3" creationId="{9EA596F7-51A5-8A59-7F38-B5932FE97402}"/>
          </ac:spMkLst>
        </pc:spChg>
        <pc:spChg chg="add del mod ord">
          <ac:chgData name="Li,Yuting (HP Medicine) BII-CN-S" userId="ce8fbb54-122c-426d-b8da-fdcc5e1b5022" providerId="ADAL" clId="{FD455666-A855-4EE8-A596-F47E7C23A8A9}" dt="2023-11-12T05:32:45.351" v="12582" actId="478"/>
          <ac:spMkLst>
            <pc:docMk/>
            <pc:sldMk cId="3737015513" sldId="2147475008"/>
            <ac:spMk id="4" creationId="{33CDC59A-D8B7-662D-2E0D-7C55B07F2852}"/>
          </ac:spMkLst>
        </pc:spChg>
        <pc:spChg chg="add mod ord">
          <ac:chgData name="Li,Yuting (HP Medicine) BII-CN-S" userId="ce8fbb54-122c-426d-b8da-fdcc5e1b5022" providerId="ADAL" clId="{FD455666-A855-4EE8-A596-F47E7C23A8A9}" dt="2023-11-12T03:16:39.993" v="10022" actId="700"/>
          <ac:spMkLst>
            <pc:docMk/>
            <pc:sldMk cId="3737015513" sldId="2147475008"/>
            <ac:spMk id="6" creationId="{49F3E13B-1A66-60A0-D875-46783FD9E279}"/>
          </ac:spMkLst>
        </pc:spChg>
        <pc:graphicFrameChg chg="mod">
          <ac:chgData name="Li,Yuting (HP Medicine) BII-CN-S" userId="ce8fbb54-122c-426d-b8da-fdcc5e1b5022" providerId="ADAL" clId="{FD455666-A855-4EE8-A596-F47E7C23A8A9}" dt="2023-11-12T05:33:30.651" v="12591" actId="404"/>
          <ac:graphicFrameMkLst>
            <pc:docMk/>
            <pc:sldMk cId="3737015513" sldId="2147475008"/>
            <ac:graphicFrameMk id="2" creationId="{57883224-1323-4D15-B02B-5BEABBF6E564}"/>
          </ac:graphicFrameMkLst>
        </pc:graphicFrameChg>
      </pc:sldChg>
      <pc:sldChg chg="addSp delSp modSp mod modClrScheme chgLayout">
        <pc:chgData name="Li,Yuting (HP Medicine) BII-CN-S" userId="ce8fbb54-122c-426d-b8da-fdcc5e1b5022" providerId="ADAL" clId="{FD455666-A855-4EE8-A596-F47E7C23A8A9}" dt="2023-11-13T02:57:10.206" v="18941" actId="1035"/>
        <pc:sldMkLst>
          <pc:docMk/>
          <pc:sldMk cId="3654113040" sldId="2147475009"/>
        </pc:sldMkLst>
        <pc:spChg chg="mod ord">
          <ac:chgData name="Li,Yuting (HP Medicine) BII-CN-S" userId="ce8fbb54-122c-426d-b8da-fdcc5e1b5022" providerId="ADAL" clId="{FD455666-A855-4EE8-A596-F47E7C23A8A9}" dt="2023-11-13T02:50:33.197" v="18929" actId="20577"/>
          <ac:spMkLst>
            <pc:docMk/>
            <pc:sldMk cId="3654113040" sldId="2147475009"/>
            <ac:spMk id="2" creationId="{899E9FD5-14F4-46B5-85BD-4B2D5616E6A9}"/>
          </ac:spMkLst>
        </pc:spChg>
        <pc:spChg chg="add mod">
          <ac:chgData name="Li,Yuting (HP Medicine) BII-CN-S" userId="ce8fbb54-122c-426d-b8da-fdcc5e1b5022" providerId="ADAL" clId="{FD455666-A855-4EE8-A596-F47E7C23A8A9}" dt="2023-11-13T02:57:10.206" v="18941" actId="1035"/>
          <ac:spMkLst>
            <pc:docMk/>
            <pc:sldMk cId="3654113040" sldId="2147475009"/>
            <ac:spMk id="3" creationId="{7A226811-4C1A-7A51-90DE-ABE37808E628}"/>
          </ac:spMkLst>
        </pc:spChg>
        <pc:spChg chg="add del mod ord">
          <ac:chgData name="Li,Yuting (HP Medicine) BII-CN-S" userId="ce8fbb54-122c-426d-b8da-fdcc5e1b5022" providerId="ADAL" clId="{FD455666-A855-4EE8-A596-F47E7C23A8A9}" dt="2023-11-12T05:35:52.912" v="12592" actId="478"/>
          <ac:spMkLst>
            <pc:docMk/>
            <pc:sldMk cId="3654113040" sldId="2147475009"/>
            <ac:spMk id="4" creationId="{4BCCE125-7B46-E0B8-B556-758544608F15}"/>
          </ac:spMkLst>
        </pc:spChg>
        <pc:spChg chg="add mod ord">
          <ac:chgData name="Li,Yuting (HP Medicine) BII-CN-S" userId="ce8fbb54-122c-426d-b8da-fdcc5e1b5022" providerId="ADAL" clId="{FD455666-A855-4EE8-A596-F47E7C23A8A9}" dt="2023-11-12T03:16:39.993" v="10022" actId="700"/>
          <ac:spMkLst>
            <pc:docMk/>
            <pc:sldMk cId="3654113040" sldId="2147475009"/>
            <ac:spMk id="5" creationId="{6B8B6E50-2EDA-CA6F-95B1-63D9BA7EF713}"/>
          </ac:spMkLst>
        </pc:spChg>
        <pc:graphicFrameChg chg="mod modGraphic">
          <ac:chgData name="Li,Yuting (HP Medicine) BII-CN-S" userId="ce8fbb54-122c-426d-b8da-fdcc5e1b5022" providerId="ADAL" clId="{FD455666-A855-4EE8-A596-F47E7C23A8A9}" dt="2023-11-13T02:51:11.968" v="18931" actId="20577"/>
          <ac:graphicFrameMkLst>
            <pc:docMk/>
            <pc:sldMk cId="3654113040" sldId="2147475009"/>
            <ac:graphicFrameMk id="7" creationId="{D85B3E1D-C7F1-1C59-5637-BEBB162AA8CC}"/>
          </ac:graphicFrameMkLst>
        </pc:graphicFrameChg>
      </pc:sldChg>
      <pc:sldChg chg="addSp delSp modSp mod modClrScheme addCm modCm chgLayout modNotesTx">
        <pc:chgData name="Li,Yuting (HP Medicine) BII-CN-S" userId="ce8fbb54-122c-426d-b8da-fdcc5e1b5022" providerId="ADAL" clId="{FD455666-A855-4EE8-A596-F47E7C23A8A9}" dt="2023-11-12T13:55:34.197" v="18785" actId="20577"/>
        <pc:sldMkLst>
          <pc:docMk/>
          <pc:sldMk cId="1303711599" sldId="2147475010"/>
        </pc:sldMkLst>
        <pc:spChg chg="add del mod ord">
          <ac:chgData name="Li,Yuting (HP Medicine) BII-CN-S" userId="ce8fbb54-122c-426d-b8da-fdcc5e1b5022" providerId="ADAL" clId="{FD455666-A855-4EE8-A596-F47E7C23A8A9}" dt="2023-11-12T13:21:33.218" v="18074" actId="478"/>
          <ac:spMkLst>
            <pc:docMk/>
            <pc:sldMk cId="1303711599" sldId="2147475010"/>
            <ac:spMk id="2" creationId="{AE37F8B3-5B3E-0C3E-9B33-ED2254513CEE}"/>
          </ac:spMkLst>
        </pc:spChg>
        <pc:spChg chg="mod ord">
          <ac:chgData name="Li,Yuting (HP Medicine) BII-CN-S" userId="ce8fbb54-122c-426d-b8da-fdcc5e1b5022" providerId="ADAL" clId="{FD455666-A855-4EE8-A596-F47E7C23A8A9}" dt="2023-11-12T03:16:39.993" v="10022" actId="700"/>
          <ac:spMkLst>
            <pc:docMk/>
            <pc:sldMk cId="1303711599" sldId="2147475010"/>
            <ac:spMk id="3" creationId="{CA7E4446-28F1-ADE8-DA61-F26B38F8E6F5}"/>
          </ac:spMkLst>
        </pc:spChg>
        <pc:spChg chg="mod ord">
          <ac:chgData name="Li,Yuting (HP Medicine) BII-CN-S" userId="ce8fbb54-122c-426d-b8da-fdcc5e1b5022" providerId="ADAL" clId="{FD455666-A855-4EE8-A596-F47E7C23A8A9}" dt="2023-11-12T03:16:39.993" v="10022" actId="700"/>
          <ac:spMkLst>
            <pc:docMk/>
            <pc:sldMk cId="1303711599" sldId="2147475010"/>
            <ac:spMk id="4" creationId="{7AE45BD6-3326-04A9-F04B-F4A005D50A7F}"/>
          </ac:spMkLst>
        </pc:spChg>
        <pc:spChg chg="mod ord">
          <ac:chgData name="Li,Yuting (HP Medicine) BII-CN-S" userId="ce8fbb54-122c-426d-b8da-fdcc5e1b5022" providerId="ADAL" clId="{FD455666-A855-4EE8-A596-F47E7C23A8A9}" dt="2023-11-12T03:16:39.993" v="10022" actId="700"/>
          <ac:spMkLst>
            <pc:docMk/>
            <pc:sldMk cId="1303711599" sldId="2147475010"/>
            <ac:spMk id="5" creationId="{4F83CA08-BF78-22AD-8A42-AAE4E2426E56}"/>
          </ac:spMkLst>
        </pc:spChg>
        <pc:spChg chg="mod ord">
          <ac:chgData name="Li,Yuting (HP Medicine) BII-CN-S" userId="ce8fbb54-122c-426d-b8da-fdcc5e1b5022" providerId="ADAL" clId="{FD455666-A855-4EE8-A596-F47E7C23A8A9}" dt="2023-11-12T13:34:11.142" v="18768" actId="404"/>
          <ac:spMkLst>
            <pc:docMk/>
            <pc:sldMk cId="1303711599" sldId="2147475010"/>
            <ac:spMk id="6" creationId="{3D564B47-01EF-EE77-60E7-B2D9ABE6421C}"/>
          </ac:spMkLst>
        </pc:spChg>
        <pc:spChg chg="mod">
          <ac:chgData name="Li,Yuting (HP Medicine) BII-CN-S" userId="ce8fbb54-122c-426d-b8da-fdcc5e1b5022" providerId="ADAL" clId="{FD455666-A855-4EE8-A596-F47E7C23A8A9}" dt="2023-11-12T13:55:34.197" v="18785" actId="20577"/>
          <ac:spMkLst>
            <pc:docMk/>
            <pc:sldMk cId="1303711599" sldId="2147475010"/>
            <ac:spMk id="8" creationId="{F562B813-C3EB-CAFA-26B5-18D81CA1C9BF}"/>
          </ac:spMkLst>
        </pc:spChg>
        <pc:graphicFrameChg chg="mod ord modGraphic">
          <ac:chgData name="Li,Yuting (HP Medicine) BII-CN-S" userId="ce8fbb54-122c-426d-b8da-fdcc5e1b5022" providerId="ADAL" clId="{FD455666-A855-4EE8-A596-F47E7C23A8A9}" dt="2023-11-12T13:43:18.450" v="18770" actId="255"/>
          <ac:graphicFrameMkLst>
            <pc:docMk/>
            <pc:sldMk cId="1303711599" sldId="2147475010"/>
            <ac:graphicFrameMk id="7" creationId="{CD392913-0313-8D9D-493B-5E176F484314}"/>
          </ac:graphicFrameMkLst>
        </pc:graphicFrameChg>
      </pc:sldChg>
      <pc:sldChg chg="add del">
        <pc:chgData name="Li,Yuting (HP Medicine) BII-CN-S" userId="ce8fbb54-122c-426d-b8da-fdcc5e1b5022" providerId="ADAL" clId="{FD455666-A855-4EE8-A596-F47E7C23A8A9}" dt="2023-11-09T02:42:26.729" v="2877"/>
        <pc:sldMkLst>
          <pc:docMk/>
          <pc:sldMk cId="1033958915" sldId="2147475011"/>
        </pc:sldMkLst>
      </pc:sldChg>
      <pc:sldChg chg="addSp delSp modSp mod ord modClrScheme modCm chgLayout modNotesTx">
        <pc:chgData name="Li,Yuting (HP Medicine) BII-CN-S" userId="ce8fbb54-122c-426d-b8da-fdcc5e1b5022" providerId="ADAL" clId="{FD455666-A855-4EE8-A596-F47E7C23A8A9}" dt="2023-11-12T13:05:27.073" v="17786" actId="20577"/>
        <pc:sldMkLst>
          <pc:docMk/>
          <pc:sldMk cId="2142241799" sldId="2147475011"/>
        </pc:sldMkLst>
        <pc:spChg chg="add del mod ord">
          <ac:chgData name="Li,Yuting (HP Medicine) BII-CN-S" userId="ce8fbb54-122c-426d-b8da-fdcc5e1b5022" providerId="ADAL" clId="{FD455666-A855-4EE8-A596-F47E7C23A8A9}" dt="2023-11-12T05:41:27.772" v="12711" actId="478"/>
          <ac:spMkLst>
            <pc:docMk/>
            <pc:sldMk cId="2142241799" sldId="2147475011"/>
            <ac:spMk id="2" creationId="{34526C37-7BFF-4293-2F03-1FFB680550B6}"/>
          </ac:spMkLst>
        </pc:spChg>
        <pc:spChg chg="add mod">
          <ac:chgData name="Li,Yuting (HP Medicine) BII-CN-S" userId="ce8fbb54-122c-426d-b8da-fdcc5e1b5022" providerId="ADAL" clId="{FD455666-A855-4EE8-A596-F47E7C23A8A9}" dt="2023-11-12T12:54:44.898" v="16810" actId="20577"/>
          <ac:spMkLst>
            <pc:docMk/>
            <pc:sldMk cId="2142241799" sldId="2147475011"/>
            <ac:spMk id="2" creationId="{ACBBED70-CF08-E42D-03AF-A6E50DC8C605}"/>
          </ac:spMkLst>
        </pc:spChg>
        <pc:spChg chg="mod ord">
          <ac:chgData name="Li,Yuting (HP Medicine) BII-CN-S" userId="ce8fbb54-122c-426d-b8da-fdcc5e1b5022" providerId="ADAL" clId="{FD455666-A855-4EE8-A596-F47E7C23A8A9}" dt="2023-11-12T05:41:21.742" v="12710" actId="207"/>
          <ac:spMkLst>
            <pc:docMk/>
            <pc:sldMk cId="2142241799" sldId="2147475011"/>
            <ac:spMk id="3" creationId="{00000000-0000-0000-0000-000000000000}"/>
          </ac:spMkLst>
        </pc:spChg>
        <pc:spChg chg="add mod ord">
          <ac:chgData name="Li,Yuting (HP Medicine) BII-CN-S" userId="ce8fbb54-122c-426d-b8da-fdcc5e1b5022" providerId="ADAL" clId="{FD455666-A855-4EE8-A596-F47E7C23A8A9}" dt="2023-11-12T03:16:39.993" v="10022" actId="700"/>
          <ac:spMkLst>
            <pc:docMk/>
            <pc:sldMk cId="2142241799" sldId="2147475011"/>
            <ac:spMk id="4" creationId="{FDDBA14A-FC19-C10A-303B-171B2B5B6494}"/>
          </ac:spMkLst>
        </pc:spChg>
        <pc:spChg chg="del">
          <ac:chgData name="Li,Yuting (HP Medicine) BII-CN-S" userId="ce8fbb54-122c-426d-b8da-fdcc5e1b5022" providerId="ADAL" clId="{FD455666-A855-4EE8-A596-F47E7C23A8A9}" dt="2023-11-09T03:00:48.239" v="3408" actId="478"/>
          <ac:spMkLst>
            <pc:docMk/>
            <pc:sldMk cId="2142241799" sldId="2147475011"/>
            <ac:spMk id="5" creationId="{0E849768-1A2B-4C53-A20B-2A4C9EB495D9}"/>
          </ac:spMkLst>
        </pc:spChg>
        <pc:spChg chg="add mod">
          <ac:chgData name="Li,Yuting (HP Medicine) BII-CN-S" userId="ce8fbb54-122c-426d-b8da-fdcc5e1b5022" providerId="ADAL" clId="{FD455666-A855-4EE8-A596-F47E7C23A8A9}" dt="2023-11-12T12:55:27.759" v="16865" actId="20577"/>
          <ac:spMkLst>
            <pc:docMk/>
            <pc:sldMk cId="2142241799" sldId="2147475011"/>
            <ac:spMk id="5" creationId="{5EF2DADE-8CE0-90DD-50A5-AD25661A036C}"/>
          </ac:spMkLst>
        </pc:spChg>
        <pc:spChg chg="del mod">
          <ac:chgData name="Li,Yuting (HP Medicine) BII-CN-S" userId="ce8fbb54-122c-426d-b8da-fdcc5e1b5022" providerId="ADAL" clId="{FD455666-A855-4EE8-A596-F47E7C23A8A9}" dt="2023-11-09T03:00:53.819" v="3410" actId="478"/>
          <ac:spMkLst>
            <pc:docMk/>
            <pc:sldMk cId="2142241799" sldId="2147475011"/>
            <ac:spMk id="6" creationId="{12363FAB-033E-4292-B85E-9E201BD7F4B9}"/>
          </ac:spMkLst>
        </pc:spChg>
        <pc:spChg chg="mod ord">
          <ac:chgData name="Li,Yuting (HP Medicine) BII-CN-S" userId="ce8fbb54-122c-426d-b8da-fdcc5e1b5022" providerId="ADAL" clId="{FD455666-A855-4EE8-A596-F47E7C23A8A9}" dt="2023-11-12T03:16:39.993" v="10022" actId="700"/>
          <ac:spMkLst>
            <pc:docMk/>
            <pc:sldMk cId="2142241799" sldId="2147475011"/>
            <ac:spMk id="7" creationId="{00000000-0000-0000-0000-000000000000}"/>
          </ac:spMkLst>
        </pc:spChg>
        <pc:spChg chg="add mod">
          <ac:chgData name="Li,Yuting (HP Medicine) BII-CN-S" userId="ce8fbb54-122c-426d-b8da-fdcc5e1b5022" providerId="ADAL" clId="{FD455666-A855-4EE8-A596-F47E7C23A8A9}" dt="2023-11-09T02:59:34.116" v="3370" actId="20577"/>
          <ac:spMkLst>
            <pc:docMk/>
            <pc:sldMk cId="2142241799" sldId="2147475011"/>
            <ac:spMk id="8" creationId="{8E2B1E6B-89AD-083A-2E1D-5A152A660D62}"/>
          </ac:spMkLst>
        </pc:spChg>
        <pc:spChg chg="mod ord">
          <ac:chgData name="Li,Yuting (HP Medicine) BII-CN-S" userId="ce8fbb54-122c-426d-b8da-fdcc5e1b5022" providerId="ADAL" clId="{FD455666-A855-4EE8-A596-F47E7C23A8A9}" dt="2023-11-12T03:16:39.993" v="10022" actId="700"/>
          <ac:spMkLst>
            <pc:docMk/>
            <pc:sldMk cId="2142241799" sldId="2147475011"/>
            <ac:spMk id="9" creationId="{00000000-0000-0000-0000-000000000000}"/>
          </ac:spMkLst>
        </pc:spChg>
        <pc:spChg chg="add mod">
          <ac:chgData name="Li,Yuting (HP Medicine) BII-CN-S" userId="ce8fbb54-122c-426d-b8da-fdcc5e1b5022" providerId="ADAL" clId="{FD455666-A855-4EE8-A596-F47E7C23A8A9}" dt="2023-11-09T02:56:27.341" v="3261" actId="1076"/>
          <ac:spMkLst>
            <pc:docMk/>
            <pc:sldMk cId="2142241799" sldId="2147475011"/>
            <ac:spMk id="10" creationId="{C7AEDCB8-7482-1788-3225-2743ABEE144B}"/>
          </ac:spMkLst>
        </pc:spChg>
        <pc:spChg chg="add mod">
          <ac:chgData name="Li,Yuting (HP Medicine) BII-CN-S" userId="ce8fbb54-122c-426d-b8da-fdcc5e1b5022" providerId="ADAL" clId="{FD455666-A855-4EE8-A596-F47E7C23A8A9}" dt="2023-11-12T10:46:01.460" v="16782" actId="404"/>
          <ac:spMkLst>
            <pc:docMk/>
            <pc:sldMk cId="2142241799" sldId="2147475011"/>
            <ac:spMk id="11" creationId="{48E13092-1BBB-9B81-E682-1DB11AA996BB}"/>
          </ac:spMkLst>
        </pc:spChg>
        <pc:spChg chg="add mod">
          <ac:chgData name="Li,Yuting (HP Medicine) BII-CN-S" userId="ce8fbb54-122c-426d-b8da-fdcc5e1b5022" providerId="ADAL" clId="{FD455666-A855-4EE8-A596-F47E7C23A8A9}" dt="2023-11-09T03:00:39.526" v="3405" actId="20577"/>
          <ac:spMkLst>
            <pc:docMk/>
            <pc:sldMk cId="2142241799" sldId="2147475011"/>
            <ac:spMk id="12" creationId="{EFD4BD1D-8FD9-8793-50B0-2F2191196545}"/>
          </ac:spMkLst>
        </pc:spChg>
        <pc:spChg chg="add mod">
          <ac:chgData name="Li,Yuting (HP Medicine) BII-CN-S" userId="ce8fbb54-122c-426d-b8da-fdcc5e1b5022" providerId="ADAL" clId="{FD455666-A855-4EE8-A596-F47E7C23A8A9}" dt="2023-11-09T03:06:05.335" v="3545" actId="20577"/>
          <ac:spMkLst>
            <pc:docMk/>
            <pc:sldMk cId="2142241799" sldId="2147475011"/>
            <ac:spMk id="18" creationId="{34AB082D-6C6F-A8DD-B9D7-6ACCDF9D4A70}"/>
          </ac:spMkLst>
        </pc:spChg>
        <pc:spChg chg="add mod">
          <ac:chgData name="Li,Yuting (HP Medicine) BII-CN-S" userId="ce8fbb54-122c-426d-b8da-fdcc5e1b5022" providerId="ADAL" clId="{FD455666-A855-4EE8-A596-F47E7C23A8A9}" dt="2023-11-12T10:46:06.572" v="16783" actId="404"/>
          <ac:spMkLst>
            <pc:docMk/>
            <pc:sldMk cId="2142241799" sldId="2147475011"/>
            <ac:spMk id="19" creationId="{F5C877B5-8A45-09CA-86AB-DAB8939DB94C}"/>
          </ac:spMkLst>
        </pc:spChg>
        <pc:spChg chg="mod">
          <ac:chgData name="Li,Yuting (HP Medicine) BII-CN-S" userId="ce8fbb54-122c-426d-b8da-fdcc5e1b5022" providerId="ADAL" clId="{FD455666-A855-4EE8-A596-F47E7C23A8A9}" dt="2023-11-09T02:45:30.097" v="2986" actId="14100"/>
          <ac:spMkLst>
            <pc:docMk/>
            <pc:sldMk cId="2142241799" sldId="2147475011"/>
            <ac:spMk id="33" creationId="{A4964953-3186-4BE6-959D-00A263283B95}"/>
          </ac:spMkLst>
        </pc:spChg>
        <pc:spChg chg="del">
          <ac:chgData name="Li,Yuting (HP Medicine) BII-CN-S" userId="ce8fbb54-122c-426d-b8da-fdcc5e1b5022" providerId="ADAL" clId="{FD455666-A855-4EE8-A596-F47E7C23A8A9}" dt="2023-11-09T02:45:16.343" v="2982" actId="478"/>
          <ac:spMkLst>
            <pc:docMk/>
            <pc:sldMk cId="2142241799" sldId="2147475011"/>
            <ac:spMk id="34" creationId="{A73A1D39-5041-41EF-B93F-2958D0DC23E9}"/>
          </ac:spMkLst>
        </pc:spChg>
        <pc:spChg chg="mod">
          <ac:chgData name="Li,Yuting (HP Medicine) BII-CN-S" userId="ce8fbb54-122c-426d-b8da-fdcc5e1b5022" providerId="ADAL" clId="{FD455666-A855-4EE8-A596-F47E7C23A8A9}" dt="2023-11-09T02:49:44.343" v="3083" actId="1035"/>
          <ac:spMkLst>
            <pc:docMk/>
            <pc:sldMk cId="2142241799" sldId="2147475011"/>
            <ac:spMk id="35" creationId="{23DDCA6C-805E-4775-9002-2C78A3E9DD7B}"/>
          </ac:spMkLst>
        </pc:spChg>
        <pc:spChg chg="del">
          <ac:chgData name="Li,Yuting (HP Medicine) BII-CN-S" userId="ce8fbb54-122c-426d-b8da-fdcc5e1b5022" providerId="ADAL" clId="{FD455666-A855-4EE8-A596-F47E7C23A8A9}" dt="2023-11-09T02:47:19.467" v="3015" actId="478"/>
          <ac:spMkLst>
            <pc:docMk/>
            <pc:sldMk cId="2142241799" sldId="2147475011"/>
            <ac:spMk id="36" creationId="{4D21F0F6-FB8E-4E58-AC10-61D2DB84133D}"/>
          </ac:spMkLst>
        </pc:spChg>
        <pc:spChg chg="del">
          <ac:chgData name="Li,Yuting (HP Medicine) BII-CN-S" userId="ce8fbb54-122c-426d-b8da-fdcc5e1b5022" providerId="ADAL" clId="{FD455666-A855-4EE8-A596-F47E7C23A8A9}" dt="2023-11-09T02:47:30.261" v="3018" actId="478"/>
          <ac:spMkLst>
            <pc:docMk/>
            <pc:sldMk cId="2142241799" sldId="2147475011"/>
            <ac:spMk id="37" creationId="{9331D34C-4405-4E0E-8C7E-7B9A63C3A1C8}"/>
          </ac:spMkLst>
        </pc:spChg>
        <pc:spChg chg="del">
          <ac:chgData name="Li,Yuting (HP Medicine) BII-CN-S" userId="ce8fbb54-122c-426d-b8da-fdcc5e1b5022" providerId="ADAL" clId="{FD455666-A855-4EE8-A596-F47E7C23A8A9}" dt="2023-11-09T02:52:11.399" v="3152" actId="478"/>
          <ac:spMkLst>
            <pc:docMk/>
            <pc:sldMk cId="2142241799" sldId="2147475011"/>
            <ac:spMk id="40" creationId="{F4E17231-EB84-4C26-89B0-D0CDF75BFBBC}"/>
          </ac:spMkLst>
        </pc:spChg>
        <pc:spChg chg="mod">
          <ac:chgData name="Li,Yuting (HP Medicine) BII-CN-S" userId="ce8fbb54-122c-426d-b8da-fdcc5e1b5022" providerId="ADAL" clId="{FD455666-A855-4EE8-A596-F47E7C23A8A9}" dt="2023-11-09T02:54:23.830" v="3206" actId="20577"/>
          <ac:spMkLst>
            <pc:docMk/>
            <pc:sldMk cId="2142241799" sldId="2147475011"/>
            <ac:spMk id="41" creationId="{371ED482-FCD9-43D7-BB71-A24786EAE75F}"/>
          </ac:spMkLst>
        </pc:spChg>
        <pc:spChg chg="mod">
          <ac:chgData name="Li,Yuting (HP Medicine) BII-CN-S" userId="ce8fbb54-122c-426d-b8da-fdcc5e1b5022" providerId="ADAL" clId="{FD455666-A855-4EE8-A596-F47E7C23A8A9}" dt="2023-11-09T02:53:26.875" v="3194" actId="20577"/>
          <ac:spMkLst>
            <pc:docMk/>
            <pc:sldMk cId="2142241799" sldId="2147475011"/>
            <ac:spMk id="42" creationId="{89C355A1-7C4E-4FB6-A111-D974557D88EB}"/>
          </ac:spMkLst>
        </pc:spChg>
        <pc:spChg chg="mod">
          <ac:chgData name="Li,Yuting (HP Medicine) BII-CN-S" userId="ce8fbb54-122c-426d-b8da-fdcc5e1b5022" providerId="ADAL" clId="{FD455666-A855-4EE8-A596-F47E7C23A8A9}" dt="2023-11-09T02:53:12.584" v="3185" actId="1076"/>
          <ac:spMkLst>
            <pc:docMk/>
            <pc:sldMk cId="2142241799" sldId="2147475011"/>
            <ac:spMk id="43" creationId="{D23393F2-1003-4EF8-8708-D490A7C332D4}"/>
          </ac:spMkLst>
        </pc:spChg>
        <pc:spChg chg="mod">
          <ac:chgData name="Li,Yuting (HP Medicine) BII-CN-S" userId="ce8fbb54-122c-426d-b8da-fdcc5e1b5022" providerId="ADAL" clId="{FD455666-A855-4EE8-A596-F47E7C23A8A9}" dt="2023-11-09T02:56:08.040" v="3246" actId="20577"/>
          <ac:spMkLst>
            <pc:docMk/>
            <pc:sldMk cId="2142241799" sldId="2147475011"/>
            <ac:spMk id="44" creationId="{100CBE5C-17B7-489E-A752-C98EA539F051}"/>
          </ac:spMkLst>
        </pc:spChg>
        <pc:spChg chg="del">
          <ac:chgData name="Li,Yuting (HP Medicine) BII-CN-S" userId="ce8fbb54-122c-426d-b8da-fdcc5e1b5022" providerId="ADAL" clId="{FD455666-A855-4EE8-A596-F47E7C23A8A9}" dt="2023-11-09T02:55:28.388" v="3225" actId="478"/>
          <ac:spMkLst>
            <pc:docMk/>
            <pc:sldMk cId="2142241799" sldId="2147475011"/>
            <ac:spMk id="46" creationId="{C4E89E5F-94EE-4CA6-9C3B-E3C158741EF9}"/>
          </ac:spMkLst>
        </pc:spChg>
        <pc:spChg chg="del mod">
          <ac:chgData name="Li,Yuting (HP Medicine) BII-CN-S" userId="ce8fbb54-122c-426d-b8da-fdcc5e1b5022" providerId="ADAL" clId="{FD455666-A855-4EE8-A596-F47E7C23A8A9}" dt="2023-11-09T02:57:11.303" v="3270" actId="478"/>
          <ac:spMkLst>
            <pc:docMk/>
            <pc:sldMk cId="2142241799" sldId="2147475011"/>
            <ac:spMk id="47" creationId="{429B0501-63DF-4C45-A5E2-DAA4DEE660AD}"/>
          </ac:spMkLst>
        </pc:spChg>
        <pc:spChg chg="del">
          <ac:chgData name="Li,Yuting (HP Medicine) BII-CN-S" userId="ce8fbb54-122c-426d-b8da-fdcc5e1b5022" providerId="ADAL" clId="{FD455666-A855-4EE8-A596-F47E7C23A8A9}" dt="2023-11-09T02:57:08.612" v="3269" actId="478"/>
          <ac:spMkLst>
            <pc:docMk/>
            <pc:sldMk cId="2142241799" sldId="2147475011"/>
            <ac:spMk id="48" creationId="{2300E49A-DADF-4DC4-860D-98E6D9CC5BE6}"/>
          </ac:spMkLst>
        </pc:spChg>
        <pc:spChg chg="del mod">
          <ac:chgData name="Li,Yuting (HP Medicine) BII-CN-S" userId="ce8fbb54-122c-426d-b8da-fdcc5e1b5022" providerId="ADAL" clId="{FD455666-A855-4EE8-A596-F47E7C23A8A9}" dt="2023-11-09T02:57:15.715" v="3271" actId="478"/>
          <ac:spMkLst>
            <pc:docMk/>
            <pc:sldMk cId="2142241799" sldId="2147475011"/>
            <ac:spMk id="49" creationId="{8BEBEE7B-7062-4423-9FDE-57035B780AE2}"/>
          </ac:spMkLst>
        </pc:spChg>
        <pc:spChg chg="mod">
          <ac:chgData name="Li,Yuting (HP Medicine) BII-CN-S" userId="ce8fbb54-122c-426d-b8da-fdcc5e1b5022" providerId="ADAL" clId="{FD455666-A855-4EE8-A596-F47E7C23A8A9}" dt="2023-11-12T10:45:38.336" v="16779" actId="12788"/>
          <ac:spMkLst>
            <pc:docMk/>
            <pc:sldMk cId="2142241799" sldId="2147475011"/>
            <ac:spMk id="50" creationId="{00000000-0000-0000-0000-000000000000}"/>
          </ac:spMkLst>
        </pc:spChg>
        <pc:spChg chg="mod">
          <ac:chgData name="Li,Yuting (HP Medicine) BII-CN-S" userId="ce8fbb54-122c-426d-b8da-fdcc5e1b5022" providerId="ADAL" clId="{FD455666-A855-4EE8-A596-F47E7C23A8A9}" dt="2023-11-12T10:45:38.336" v="16779" actId="12788"/>
          <ac:spMkLst>
            <pc:docMk/>
            <pc:sldMk cId="2142241799" sldId="2147475011"/>
            <ac:spMk id="51" creationId="{DE65D891-F23C-4DDA-A055-F3F9C40CA97D}"/>
          </ac:spMkLst>
        </pc:spChg>
        <pc:spChg chg="mod">
          <ac:chgData name="Li,Yuting (HP Medicine) BII-CN-S" userId="ce8fbb54-122c-426d-b8da-fdcc5e1b5022" providerId="ADAL" clId="{FD455666-A855-4EE8-A596-F47E7C23A8A9}" dt="2023-11-12T10:45:38.336" v="16779" actId="12788"/>
          <ac:spMkLst>
            <pc:docMk/>
            <pc:sldMk cId="2142241799" sldId="2147475011"/>
            <ac:spMk id="52" creationId="{00000000-0000-0000-0000-000000000000}"/>
          </ac:spMkLst>
        </pc:spChg>
        <pc:spChg chg="del">
          <ac:chgData name="Li,Yuting (HP Medicine) BII-CN-S" userId="ce8fbb54-122c-426d-b8da-fdcc5e1b5022" providerId="ADAL" clId="{FD455666-A855-4EE8-A596-F47E7C23A8A9}" dt="2023-11-09T02:58:20.768" v="3325" actId="478"/>
          <ac:spMkLst>
            <pc:docMk/>
            <pc:sldMk cId="2142241799" sldId="2147475011"/>
            <ac:spMk id="53" creationId="{FA6C2BD6-B89E-42F0-B246-1BBB4E4157A9}"/>
          </ac:spMkLst>
        </pc:spChg>
        <pc:spChg chg="del">
          <ac:chgData name="Li,Yuting (HP Medicine) BII-CN-S" userId="ce8fbb54-122c-426d-b8da-fdcc5e1b5022" providerId="ADAL" clId="{FD455666-A855-4EE8-A596-F47E7C23A8A9}" dt="2023-11-09T03:02:58.946" v="3482" actId="478"/>
          <ac:spMkLst>
            <pc:docMk/>
            <pc:sldMk cId="2142241799" sldId="2147475011"/>
            <ac:spMk id="54" creationId="{090C4857-48A6-473B-B500-2A93E4FC3E35}"/>
          </ac:spMkLst>
        </pc:spChg>
        <pc:spChg chg="mod">
          <ac:chgData name="Li,Yuting (HP Medicine) BII-CN-S" userId="ce8fbb54-122c-426d-b8da-fdcc5e1b5022" providerId="ADAL" clId="{FD455666-A855-4EE8-A596-F47E7C23A8A9}" dt="2023-11-12T12:49:58.547" v="16784" actId="20577"/>
          <ac:spMkLst>
            <pc:docMk/>
            <pc:sldMk cId="2142241799" sldId="2147475011"/>
            <ac:spMk id="55" creationId="{A99D1088-68BC-41A9-8E6F-2678BAC196B2}"/>
          </ac:spMkLst>
        </pc:spChg>
        <pc:spChg chg="del">
          <ac:chgData name="Li,Yuting (HP Medicine) BII-CN-S" userId="ce8fbb54-122c-426d-b8da-fdcc5e1b5022" providerId="ADAL" clId="{FD455666-A855-4EE8-A596-F47E7C23A8A9}" dt="2023-11-09T03:02:58.946" v="3482" actId="478"/>
          <ac:spMkLst>
            <pc:docMk/>
            <pc:sldMk cId="2142241799" sldId="2147475011"/>
            <ac:spMk id="57" creationId="{42DBDC38-CA1A-4071-BEEF-9C01C32E3D96}"/>
          </ac:spMkLst>
        </pc:spChg>
        <pc:spChg chg="del">
          <ac:chgData name="Li,Yuting (HP Medicine) BII-CN-S" userId="ce8fbb54-122c-426d-b8da-fdcc5e1b5022" providerId="ADAL" clId="{FD455666-A855-4EE8-A596-F47E7C23A8A9}" dt="2023-11-09T03:02:56.027" v="3481" actId="478"/>
          <ac:spMkLst>
            <pc:docMk/>
            <pc:sldMk cId="2142241799" sldId="2147475011"/>
            <ac:spMk id="60" creationId="{2A1B1EE0-FF72-4C70-82EC-AE3B9DF1033B}"/>
          </ac:spMkLst>
        </pc:spChg>
        <pc:spChg chg="mod">
          <ac:chgData name="Li,Yuting (HP Medicine) BII-CN-S" userId="ce8fbb54-122c-426d-b8da-fdcc5e1b5022" providerId="ADAL" clId="{FD455666-A855-4EE8-A596-F47E7C23A8A9}" dt="2023-11-12T10:45:38.336" v="16779" actId="12788"/>
          <ac:spMkLst>
            <pc:docMk/>
            <pc:sldMk cId="2142241799" sldId="2147475011"/>
            <ac:spMk id="66" creationId="{ABBA8552-4EEC-4A1B-894B-35E4445D1E2D}"/>
          </ac:spMkLst>
        </pc:spChg>
        <pc:spChg chg="del">
          <ac:chgData name="Li,Yuting (HP Medicine) BII-CN-S" userId="ce8fbb54-122c-426d-b8da-fdcc5e1b5022" providerId="ADAL" clId="{FD455666-A855-4EE8-A596-F47E7C23A8A9}" dt="2023-11-09T03:02:53.070" v="3480" actId="478"/>
          <ac:spMkLst>
            <pc:docMk/>
            <pc:sldMk cId="2142241799" sldId="2147475011"/>
            <ac:spMk id="67" creationId="{76C8E6E8-05D6-4E09-B2F1-81C6C61A6516}"/>
          </ac:spMkLst>
        </pc:spChg>
        <pc:spChg chg="mod">
          <ac:chgData name="Li,Yuting (HP Medicine) BII-CN-S" userId="ce8fbb54-122c-426d-b8da-fdcc5e1b5022" providerId="ADAL" clId="{FD455666-A855-4EE8-A596-F47E7C23A8A9}" dt="2023-11-09T03:00:16.078" v="3393" actId="1076"/>
          <ac:spMkLst>
            <pc:docMk/>
            <pc:sldMk cId="2142241799" sldId="2147475011"/>
            <ac:spMk id="68" creationId="{4BF959CE-B140-4839-8158-B35CEFF4646E}"/>
          </ac:spMkLst>
        </pc:spChg>
        <pc:spChg chg="del">
          <ac:chgData name="Li,Yuting (HP Medicine) BII-CN-S" userId="ce8fbb54-122c-426d-b8da-fdcc5e1b5022" providerId="ADAL" clId="{FD455666-A855-4EE8-A596-F47E7C23A8A9}" dt="2023-11-09T02:45:18.739" v="2983" actId="478"/>
          <ac:spMkLst>
            <pc:docMk/>
            <pc:sldMk cId="2142241799" sldId="2147475011"/>
            <ac:spMk id="70" creationId="{00000000-0000-0000-0000-000000000000}"/>
          </ac:spMkLst>
        </pc:spChg>
        <pc:spChg chg="mod">
          <ac:chgData name="Li,Yuting (HP Medicine) BII-CN-S" userId="ce8fbb54-122c-426d-b8da-fdcc5e1b5022" providerId="ADAL" clId="{FD455666-A855-4EE8-A596-F47E7C23A8A9}" dt="2023-11-09T03:02:46.435" v="3478" actId="20577"/>
          <ac:spMkLst>
            <pc:docMk/>
            <pc:sldMk cId="2142241799" sldId="2147475011"/>
            <ac:spMk id="73" creationId="{36C4B64F-88CA-471C-A90C-9F6AC261BACB}"/>
          </ac:spMkLst>
        </pc:spChg>
        <pc:spChg chg="mod">
          <ac:chgData name="Li,Yuting (HP Medicine) BII-CN-S" userId="ce8fbb54-122c-426d-b8da-fdcc5e1b5022" providerId="ADAL" clId="{FD455666-A855-4EE8-A596-F47E7C23A8A9}" dt="2023-11-09T03:02:37.268" v="3466" actId="20577"/>
          <ac:spMkLst>
            <pc:docMk/>
            <pc:sldMk cId="2142241799" sldId="2147475011"/>
            <ac:spMk id="74" creationId="{5356DC64-70BF-40D4-989C-EAE12C15AF17}"/>
          </ac:spMkLst>
        </pc:spChg>
        <pc:spChg chg="del">
          <ac:chgData name="Li,Yuting (HP Medicine) BII-CN-S" userId="ce8fbb54-122c-426d-b8da-fdcc5e1b5022" providerId="ADAL" clId="{FD455666-A855-4EE8-A596-F47E7C23A8A9}" dt="2023-11-09T03:03:01.446" v="3483" actId="478"/>
          <ac:spMkLst>
            <pc:docMk/>
            <pc:sldMk cId="2142241799" sldId="2147475011"/>
            <ac:spMk id="75" creationId="{EEF700EF-0B63-4EA1-97EC-153820CAEE4B}"/>
          </ac:spMkLst>
        </pc:spChg>
        <pc:spChg chg="del">
          <ac:chgData name="Li,Yuting (HP Medicine) BII-CN-S" userId="ce8fbb54-122c-426d-b8da-fdcc5e1b5022" providerId="ADAL" clId="{FD455666-A855-4EE8-A596-F47E7C23A8A9}" dt="2023-11-09T03:03:04.474" v="3484" actId="478"/>
          <ac:spMkLst>
            <pc:docMk/>
            <pc:sldMk cId="2142241799" sldId="2147475011"/>
            <ac:spMk id="76" creationId="{C34540DA-01EB-4110-A335-46141BA37114}"/>
          </ac:spMkLst>
        </pc:spChg>
        <pc:spChg chg="del">
          <ac:chgData name="Li,Yuting (HP Medicine) BII-CN-S" userId="ce8fbb54-122c-426d-b8da-fdcc5e1b5022" providerId="ADAL" clId="{FD455666-A855-4EE8-A596-F47E7C23A8A9}" dt="2023-11-09T02:53:31.145" v="3195" actId="478"/>
          <ac:spMkLst>
            <pc:docMk/>
            <pc:sldMk cId="2142241799" sldId="2147475011"/>
            <ac:spMk id="77" creationId="{DEF5C9FE-688C-419A-BC64-8132B05D8177}"/>
          </ac:spMkLst>
        </pc:spChg>
        <pc:spChg chg="mod">
          <ac:chgData name="Li,Yuting (HP Medicine) BII-CN-S" userId="ce8fbb54-122c-426d-b8da-fdcc5e1b5022" providerId="ADAL" clId="{FD455666-A855-4EE8-A596-F47E7C23A8A9}" dt="2023-11-12T10:45:38.336" v="16779" actId="12788"/>
          <ac:spMkLst>
            <pc:docMk/>
            <pc:sldMk cId="2142241799" sldId="2147475011"/>
            <ac:spMk id="78" creationId="{00000000-0000-0000-0000-000000000000}"/>
          </ac:spMkLst>
        </pc:spChg>
        <pc:spChg chg="mod">
          <ac:chgData name="Li,Yuting (HP Medicine) BII-CN-S" userId="ce8fbb54-122c-426d-b8da-fdcc5e1b5022" providerId="ADAL" clId="{FD455666-A855-4EE8-A596-F47E7C23A8A9}" dt="2023-11-09T02:55:42.679" v="3232" actId="20577"/>
          <ac:spMkLst>
            <pc:docMk/>
            <pc:sldMk cId="2142241799" sldId="2147475011"/>
            <ac:spMk id="79" creationId="{35312632-74E8-414D-9840-08BEB8211CF8}"/>
          </ac:spMkLst>
        </pc:spChg>
        <pc:spChg chg="del">
          <ac:chgData name="Li,Yuting (HP Medicine) BII-CN-S" userId="ce8fbb54-122c-426d-b8da-fdcc5e1b5022" providerId="ADAL" clId="{FD455666-A855-4EE8-A596-F47E7C23A8A9}" dt="2023-11-09T02:52:50.712" v="3183" actId="478"/>
          <ac:spMkLst>
            <pc:docMk/>
            <pc:sldMk cId="2142241799" sldId="2147475011"/>
            <ac:spMk id="80" creationId="{9144D594-AE5D-4E52-819F-B8A1BBACB904}"/>
          </ac:spMkLst>
        </pc:spChg>
        <pc:spChg chg="del">
          <ac:chgData name="Li,Yuting (HP Medicine) BII-CN-S" userId="ce8fbb54-122c-426d-b8da-fdcc5e1b5022" providerId="ADAL" clId="{FD455666-A855-4EE8-A596-F47E7C23A8A9}" dt="2023-11-09T02:53:34.088" v="3196" actId="478"/>
          <ac:spMkLst>
            <pc:docMk/>
            <pc:sldMk cId="2142241799" sldId="2147475011"/>
            <ac:spMk id="81" creationId="{44503FF0-78C1-460A-8E7A-7EDBAD274C70}"/>
          </ac:spMkLst>
        </pc:spChg>
        <pc:spChg chg="mod">
          <ac:chgData name="Li,Yuting (HP Medicine) BII-CN-S" userId="ce8fbb54-122c-426d-b8da-fdcc5e1b5022" providerId="ADAL" clId="{FD455666-A855-4EE8-A596-F47E7C23A8A9}" dt="2023-11-12T10:45:53.529" v="16780" actId="404"/>
          <ac:spMkLst>
            <pc:docMk/>
            <pc:sldMk cId="2142241799" sldId="2147475011"/>
            <ac:spMk id="82" creationId="{00000000-0000-0000-0000-000000000000}"/>
          </ac:spMkLst>
        </pc:spChg>
        <pc:spChg chg="del">
          <ac:chgData name="Li,Yuting (HP Medicine) BII-CN-S" userId="ce8fbb54-122c-426d-b8da-fdcc5e1b5022" providerId="ADAL" clId="{FD455666-A855-4EE8-A596-F47E7C23A8A9}" dt="2023-11-09T02:52:55.817" v="3184" actId="478"/>
          <ac:spMkLst>
            <pc:docMk/>
            <pc:sldMk cId="2142241799" sldId="2147475011"/>
            <ac:spMk id="83" creationId="{E529B186-59A0-4617-A999-8F8B000CAA6F}"/>
          </ac:spMkLst>
        </pc:spChg>
        <pc:spChg chg="del">
          <ac:chgData name="Li,Yuting (HP Medicine) BII-CN-S" userId="ce8fbb54-122c-426d-b8da-fdcc5e1b5022" providerId="ADAL" clId="{FD455666-A855-4EE8-A596-F47E7C23A8A9}" dt="2023-11-09T02:53:36.600" v="3197" actId="478"/>
          <ac:spMkLst>
            <pc:docMk/>
            <pc:sldMk cId="2142241799" sldId="2147475011"/>
            <ac:spMk id="84" creationId="{67A7B272-D22B-4EB2-9D10-D45121C0982A}"/>
          </ac:spMkLst>
        </pc:spChg>
        <pc:spChg chg="del">
          <ac:chgData name="Li,Yuting (HP Medicine) BII-CN-S" userId="ce8fbb54-122c-426d-b8da-fdcc5e1b5022" providerId="ADAL" clId="{FD455666-A855-4EE8-A596-F47E7C23A8A9}" dt="2023-11-09T02:54:50.206" v="3214" actId="478"/>
          <ac:spMkLst>
            <pc:docMk/>
            <pc:sldMk cId="2142241799" sldId="2147475011"/>
            <ac:spMk id="86" creationId="{35B6FB51-A084-46C4-B930-729C50F9349D}"/>
          </ac:spMkLst>
        </pc:spChg>
        <pc:spChg chg="mod">
          <ac:chgData name="Li,Yuting (HP Medicine) BII-CN-S" userId="ce8fbb54-122c-426d-b8da-fdcc5e1b5022" providerId="ADAL" clId="{FD455666-A855-4EE8-A596-F47E7C23A8A9}" dt="2023-11-09T02:51:10.676" v="3115" actId="1036"/>
          <ac:spMkLst>
            <pc:docMk/>
            <pc:sldMk cId="2142241799" sldId="2147475011"/>
            <ac:spMk id="88" creationId="{F8992FBD-04FA-4901-8338-C0A999A1E99C}"/>
          </ac:spMkLst>
        </pc:spChg>
        <pc:spChg chg="mod">
          <ac:chgData name="Li,Yuting (HP Medicine) BII-CN-S" userId="ce8fbb54-122c-426d-b8da-fdcc5e1b5022" providerId="ADAL" clId="{FD455666-A855-4EE8-A596-F47E7C23A8A9}" dt="2023-11-12T12:55:04.934" v="16815" actId="1076"/>
          <ac:spMkLst>
            <pc:docMk/>
            <pc:sldMk cId="2142241799" sldId="2147475011"/>
            <ac:spMk id="99" creationId="{D11E8C8E-EA83-4AF2-B5EA-9A0D5FDC196B}"/>
          </ac:spMkLst>
        </pc:spChg>
        <pc:spChg chg="mod">
          <ac:chgData name="Li,Yuting (HP Medicine) BII-CN-S" userId="ce8fbb54-122c-426d-b8da-fdcc5e1b5022" providerId="ADAL" clId="{FD455666-A855-4EE8-A596-F47E7C23A8A9}" dt="2023-11-09T02:56:42.537" v="3265" actId="6549"/>
          <ac:spMkLst>
            <pc:docMk/>
            <pc:sldMk cId="2142241799" sldId="2147475011"/>
            <ac:spMk id="120" creationId="{9224C17E-1AA1-4096-A3FD-25D6FD8BA444}"/>
          </ac:spMkLst>
        </pc:spChg>
        <pc:grpChg chg="mod">
          <ac:chgData name="Li,Yuting (HP Medicine) BII-CN-S" userId="ce8fbb54-122c-426d-b8da-fdcc5e1b5022" providerId="ADAL" clId="{FD455666-A855-4EE8-A596-F47E7C23A8A9}" dt="2023-11-09T02:47:48.633" v="3027" actId="1076"/>
          <ac:grpSpMkLst>
            <pc:docMk/>
            <pc:sldMk cId="2142241799" sldId="2147475011"/>
            <ac:grpSpMk id="59" creationId="{00000000-0000-0000-0000-000000000000}"/>
          </ac:grpSpMkLst>
        </pc:grpChg>
        <pc:grpChg chg="mod">
          <ac:chgData name="Li,Yuting (HP Medicine) BII-CN-S" userId="ce8fbb54-122c-426d-b8da-fdcc5e1b5022" providerId="ADAL" clId="{FD455666-A855-4EE8-A596-F47E7C23A8A9}" dt="2023-11-09T03:02:50.603" v="3479" actId="1076"/>
          <ac:grpSpMkLst>
            <pc:docMk/>
            <pc:sldMk cId="2142241799" sldId="2147475011"/>
            <ac:grpSpMk id="69" creationId="{74D3BA44-B340-451F-AADE-FFF646D62AAB}"/>
          </ac:grpSpMkLst>
        </pc:grpChg>
        <pc:grpChg chg="mod">
          <ac:chgData name="Li,Yuting (HP Medicine) BII-CN-S" userId="ce8fbb54-122c-426d-b8da-fdcc5e1b5022" providerId="ADAL" clId="{FD455666-A855-4EE8-A596-F47E7C23A8A9}" dt="2023-11-09T02:57:01.966" v="3268" actId="1076"/>
          <ac:grpSpMkLst>
            <pc:docMk/>
            <pc:sldMk cId="2142241799" sldId="2147475011"/>
            <ac:grpSpMk id="112" creationId="{00000000-0000-0000-0000-000000000000}"/>
          </ac:grpSpMkLst>
        </pc:grpChg>
        <pc:graphicFrameChg chg="modGraphic">
          <ac:chgData name="Li,Yuting (HP Medicine) BII-CN-S" userId="ce8fbb54-122c-426d-b8da-fdcc5e1b5022" providerId="ADAL" clId="{FD455666-A855-4EE8-A596-F47E7C23A8A9}" dt="2023-11-09T02:44:41.002" v="2979" actId="20577"/>
          <ac:graphicFrameMkLst>
            <pc:docMk/>
            <pc:sldMk cId="2142241799" sldId="2147475011"/>
            <ac:graphicFrameMk id="30" creationId="{01A0A25C-1FD1-4158-9AD8-8EC6640CA6D8}"/>
          </ac:graphicFrameMkLst>
        </pc:graphicFrameChg>
        <pc:picChg chg="del">
          <ac:chgData name="Li,Yuting (HP Medicine) BII-CN-S" userId="ce8fbb54-122c-426d-b8da-fdcc5e1b5022" providerId="ADAL" clId="{FD455666-A855-4EE8-A596-F47E7C23A8A9}" dt="2023-11-09T02:57:46.557" v="3324" actId="478"/>
          <ac:picMkLst>
            <pc:docMk/>
            <pc:sldMk cId="2142241799" sldId="2147475011"/>
            <ac:picMk id="2" creationId="{00000000-0000-0000-0000-000000000000}"/>
          </ac:picMkLst>
        </pc:picChg>
        <pc:picChg chg="del">
          <ac:chgData name="Li,Yuting (HP Medicine) BII-CN-S" userId="ce8fbb54-122c-426d-b8da-fdcc5e1b5022" providerId="ADAL" clId="{FD455666-A855-4EE8-A596-F47E7C23A8A9}" dt="2023-11-09T02:57:44.094" v="3323" actId="478"/>
          <ac:picMkLst>
            <pc:docMk/>
            <pc:sldMk cId="2142241799" sldId="2147475011"/>
            <ac:picMk id="4" creationId="{00000000-0000-0000-0000-000000000000}"/>
          </ac:picMkLst>
        </pc:picChg>
        <pc:cxnChg chg="add mod">
          <ac:chgData name="Li,Yuting (HP Medicine) BII-CN-S" userId="ce8fbb54-122c-426d-b8da-fdcc5e1b5022" providerId="ADAL" clId="{FD455666-A855-4EE8-A596-F47E7C23A8A9}" dt="2023-11-09T03:03:20.900" v="3486" actId="208"/>
          <ac:cxnSpMkLst>
            <pc:docMk/>
            <pc:sldMk cId="2142241799" sldId="2147475011"/>
            <ac:cxnSpMk id="14" creationId="{3B50BBF6-A7C2-30B9-22C8-9F0E09D4333F}"/>
          </ac:cxnSpMkLst>
        </pc:cxnChg>
        <pc:cxnChg chg="del mod">
          <ac:chgData name="Li,Yuting (HP Medicine) BII-CN-S" userId="ce8fbb54-122c-426d-b8da-fdcc5e1b5022" providerId="ADAL" clId="{FD455666-A855-4EE8-A596-F47E7C23A8A9}" dt="2023-11-09T03:01:04.049" v="3412" actId="478"/>
          <ac:cxnSpMkLst>
            <pc:docMk/>
            <pc:sldMk cId="2142241799" sldId="2147475011"/>
            <ac:cxnSpMk id="15" creationId="{053C2F43-FB07-450E-B944-CA85DA048606}"/>
          </ac:cxnSpMkLst>
        </pc:cxnChg>
        <pc:cxnChg chg="add mod">
          <ac:chgData name="Li,Yuting (HP Medicine) BII-CN-S" userId="ce8fbb54-122c-426d-b8da-fdcc5e1b5022" providerId="ADAL" clId="{FD455666-A855-4EE8-A596-F47E7C23A8A9}" dt="2023-11-09T03:03:37.992" v="3488" actId="108"/>
          <ac:cxnSpMkLst>
            <pc:docMk/>
            <pc:sldMk cId="2142241799" sldId="2147475011"/>
            <ac:cxnSpMk id="17" creationId="{8980EB0E-99D7-5B63-3B48-2796452DFDAE}"/>
          </ac:cxnSpMkLst>
        </pc:cxnChg>
        <pc:cxnChg chg="add del mod">
          <ac:chgData name="Li,Yuting (HP Medicine) BII-CN-S" userId="ce8fbb54-122c-426d-b8da-fdcc5e1b5022" providerId="ADAL" clId="{FD455666-A855-4EE8-A596-F47E7C23A8A9}" dt="2023-11-09T02:57:33.354" v="3322" actId="1036"/>
          <ac:cxnSpMkLst>
            <pc:docMk/>
            <pc:sldMk cId="2142241799" sldId="2147475011"/>
            <ac:cxnSpMk id="72" creationId="{9C165100-0114-4167-8FF0-BFF01B293D04}"/>
          </ac:cxnSpMkLst>
        </pc:cxnChg>
      </pc:sldChg>
      <pc:sldChg chg="addSp delSp modSp add mod modClrScheme chgLayout modNotesTx">
        <pc:chgData name="Li,Yuting (HP Medicine) BII-CN-S" userId="ce8fbb54-122c-426d-b8da-fdcc5e1b5022" providerId="ADAL" clId="{FD455666-A855-4EE8-A596-F47E7C23A8A9}" dt="2023-11-12T03:44:58.441" v="12059" actId="20577"/>
        <pc:sldMkLst>
          <pc:docMk/>
          <pc:sldMk cId="526780032" sldId="2147475012"/>
        </pc:sldMkLst>
        <pc:spChg chg="mod ord">
          <ac:chgData name="Li,Yuting (HP Medicine) BII-CN-S" userId="ce8fbb54-122c-426d-b8da-fdcc5e1b5022" providerId="ADAL" clId="{FD455666-A855-4EE8-A596-F47E7C23A8A9}" dt="2023-11-12T03:16:39.993" v="10022" actId="700"/>
          <ac:spMkLst>
            <pc:docMk/>
            <pc:sldMk cId="526780032" sldId="2147475012"/>
            <ac:spMk id="2" creationId="{35B85F49-65FD-E5CC-F830-890FBA76F98C}"/>
          </ac:spMkLst>
        </pc:spChg>
        <pc:spChg chg="mod ord">
          <ac:chgData name="Li,Yuting (HP Medicine) BII-CN-S" userId="ce8fbb54-122c-426d-b8da-fdcc5e1b5022" providerId="ADAL" clId="{FD455666-A855-4EE8-A596-F47E7C23A8A9}" dt="2023-11-12T03:28:03.997" v="10120" actId="1076"/>
          <ac:spMkLst>
            <pc:docMk/>
            <pc:sldMk cId="526780032" sldId="2147475012"/>
            <ac:spMk id="3" creationId="{07354904-B58A-A129-4DE8-51E1E1012A42}"/>
          </ac:spMkLst>
        </pc:spChg>
        <pc:spChg chg="add del mod ord">
          <ac:chgData name="Li,Yuting (HP Medicine) BII-CN-S" userId="ce8fbb54-122c-426d-b8da-fdcc5e1b5022" providerId="ADAL" clId="{FD455666-A855-4EE8-A596-F47E7C23A8A9}" dt="2023-11-12T03:27:56.322" v="10118" actId="478"/>
          <ac:spMkLst>
            <pc:docMk/>
            <pc:sldMk cId="526780032" sldId="2147475012"/>
            <ac:spMk id="4" creationId="{54026C8F-C941-FD57-FB9C-E2266D25962F}"/>
          </ac:spMkLst>
        </pc:spChg>
        <pc:spChg chg="del">
          <ac:chgData name="Li,Yuting (HP Medicine) BII-CN-S" userId="ce8fbb54-122c-426d-b8da-fdcc5e1b5022" providerId="ADAL" clId="{FD455666-A855-4EE8-A596-F47E7C23A8A9}" dt="2023-11-10T06:49:08.397" v="3736" actId="478"/>
          <ac:spMkLst>
            <pc:docMk/>
            <pc:sldMk cId="526780032" sldId="2147475012"/>
            <ac:spMk id="4" creationId="{DE094712-F8AB-3527-A302-DC64203FC3A0}"/>
          </ac:spMkLst>
        </pc:spChg>
        <pc:spChg chg="add mod ord">
          <ac:chgData name="Li,Yuting (HP Medicine) BII-CN-S" userId="ce8fbb54-122c-426d-b8da-fdcc5e1b5022" providerId="ADAL" clId="{FD455666-A855-4EE8-A596-F47E7C23A8A9}" dt="2023-11-12T03:28:18.452" v="10162" actId="1036"/>
          <ac:spMkLst>
            <pc:docMk/>
            <pc:sldMk cId="526780032" sldId="2147475012"/>
            <ac:spMk id="5" creationId="{9F5A04C4-1008-C3B7-EAF6-1220F5373A03}"/>
          </ac:spMkLst>
        </pc:spChg>
        <pc:spChg chg="del">
          <ac:chgData name="Li,Yuting (HP Medicine) BII-CN-S" userId="ce8fbb54-122c-426d-b8da-fdcc5e1b5022" providerId="ADAL" clId="{FD455666-A855-4EE8-A596-F47E7C23A8A9}" dt="2023-11-10T06:49:10.704" v="3737" actId="478"/>
          <ac:spMkLst>
            <pc:docMk/>
            <pc:sldMk cId="526780032" sldId="2147475012"/>
            <ac:spMk id="5" creationId="{DD74B5BB-814E-01BC-7619-DDE1C3787EAC}"/>
          </ac:spMkLst>
        </pc:spChg>
        <pc:spChg chg="mod">
          <ac:chgData name="Li,Yuting (HP Medicine) BII-CN-S" userId="ce8fbb54-122c-426d-b8da-fdcc5e1b5022" providerId="ADAL" clId="{FD455666-A855-4EE8-A596-F47E7C23A8A9}" dt="2023-11-12T03:28:28.651" v="10164" actId="207"/>
          <ac:spMkLst>
            <pc:docMk/>
            <pc:sldMk cId="526780032" sldId="2147475012"/>
            <ac:spMk id="6" creationId="{D676DA36-35C0-30DA-5261-8C551E214D32}"/>
          </ac:spMkLst>
        </pc:spChg>
        <pc:spChg chg="mod">
          <ac:chgData name="Li,Yuting (HP Medicine) BII-CN-S" userId="ce8fbb54-122c-426d-b8da-fdcc5e1b5022" providerId="ADAL" clId="{FD455666-A855-4EE8-A596-F47E7C23A8A9}" dt="2023-11-12T03:32:38.500" v="10193" actId="207"/>
          <ac:spMkLst>
            <pc:docMk/>
            <pc:sldMk cId="526780032" sldId="2147475012"/>
            <ac:spMk id="7" creationId="{EC98D2CF-AF64-28D5-A904-AF987BB4D1BA}"/>
          </ac:spMkLst>
        </pc:spChg>
        <pc:spChg chg="mod">
          <ac:chgData name="Li,Yuting (HP Medicine) BII-CN-S" userId="ce8fbb54-122c-426d-b8da-fdcc5e1b5022" providerId="ADAL" clId="{FD455666-A855-4EE8-A596-F47E7C23A8A9}" dt="2023-11-12T03:28:42.096" v="10166" actId="207"/>
          <ac:spMkLst>
            <pc:docMk/>
            <pc:sldMk cId="526780032" sldId="2147475012"/>
            <ac:spMk id="8" creationId="{2E71C534-6242-EA1B-FA5F-F21A70B1D8F5}"/>
          </ac:spMkLst>
        </pc:spChg>
        <pc:spChg chg="mod">
          <ac:chgData name="Li,Yuting (HP Medicine) BII-CN-S" userId="ce8fbb54-122c-426d-b8da-fdcc5e1b5022" providerId="ADAL" clId="{FD455666-A855-4EE8-A596-F47E7C23A8A9}" dt="2023-11-12T03:30:45.344" v="10183" actId="207"/>
          <ac:spMkLst>
            <pc:docMk/>
            <pc:sldMk cId="526780032" sldId="2147475012"/>
            <ac:spMk id="9" creationId="{C6B4D474-04D8-BC96-09C8-2D3678414923}"/>
          </ac:spMkLst>
        </pc:spChg>
        <pc:spChg chg="mod">
          <ac:chgData name="Li,Yuting (HP Medicine) BII-CN-S" userId="ce8fbb54-122c-426d-b8da-fdcc5e1b5022" providerId="ADAL" clId="{FD455666-A855-4EE8-A596-F47E7C23A8A9}" dt="2023-11-12T03:40:31.558" v="11230" actId="1076"/>
          <ac:spMkLst>
            <pc:docMk/>
            <pc:sldMk cId="526780032" sldId="2147475012"/>
            <ac:spMk id="11" creationId="{9E7D00A0-D5DA-4FAD-C746-1929A022212B}"/>
          </ac:spMkLst>
        </pc:spChg>
        <pc:graphicFrameChg chg="add mod modGraphic">
          <ac:chgData name="Li,Yuting (HP Medicine) BII-CN-S" userId="ce8fbb54-122c-426d-b8da-fdcc5e1b5022" providerId="ADAL" clId="{FD455666-A855-4EE8-A596-F47E7C23A8A9}" dt="2023-11-12T03:29:14.880" v="10167"/>
          <ac:graphicFrameMkLst>
            <pc:docMk/>
            <pc:sldMk cId="526780032" sldId="2147475012"/>
            <ac:graphicFrameMk id="10" creationId="{16D4228C-2959-3FB9-A715-179D4CBF80DF}"/>
          </ac:graphicFrameMkLst>
        </pc:graphicFrameChg>
        <pc:cxnChg chg="mod">
          <ac:chgData name="Li,Yuting (HP Medicine) BII-CN-S" userId="ce8fbb54-122c-426d-b8da-fdcc5e1b5022" providerId="ADAL" clId="{FD455666-A855-4EE8-A596-F47E7C23A8A9}" dt="2023-11-12T03:28:23.515" v="10163" actId="1076"/>
          <ac:cxnSpMkLst>
            <pc:docMk/>
            <pc:sldMk cId="526780032" sldId="2147475012"/>
            <ac:cxnSpMk id="12" creationId="{8D0AA9FE-33A8-D148-C124-4D5529E94B34}"/>
          </ac:cxnSpMkLst>
        </pc:cxnChg>
      </pc:sldChg>
      <pc:sldChg chg="addSp delSp modSp new mod modTransition modClrScheme chgLayout">
        <pc:chgData name="Li,Yuting (HP Medicine) BII-CN-S" userId="ce8fbb54-122c-426d-b8da-fdcc5e1b5022" providerId="ADAL" clId="{FD455666-A855-4EE8-A596-F47E7C23A8A9}" dt="2023-11-12T07:43:06.608" v="13344" actId="20577"/>
        <pc:sldMkLst>
          <pc:docMk/>
          <pc:sldMk cId="2318593597" sldId="2147475013"/>
        </pc:sldMkLst>
        <pc:spChg chg="mod">
          <ac:chgData name="Li,Yuting (HP Medicine) BII-CN-S" userId="ce8fbb54-122c-426d-b8da-fdcc5e1b5022" providerId="ADAL" clId="{FD455666-A855-4EE8-A596-F47E7C23A8A9}" dt="2023-11-12T07:36:54.166" v="13217" actId="26606"/>
          <ac:spMkLst>
            <pc:docMk/>
            <pc:sldMk cId="2318593597" sldId="2147475013"/>
            <ac:spMk id="2" creationId="{43E64EC6-F0AD-FB45-E893-AC0F92379E6F}"/>
          </ac:spMkLst>
        </pc:spChg>
        <pc:spChg chg="mod">
          <ac:chgData name="Li,Yuting (HP Medicine) BII-CN-S" userId="ce8fbb54-122c-426d-b8da-fdcc5e1b5022" providerId="ADAL" clId="{FD455666-A855-4EE8-A596-F47E7C23A8A9}" dt="2023-11-12T07:36:54.166" v="13217" actId="26606"/>
          <ac:spMkLst>
            <pc:docMk/>
            <pc:sldMk cId="2318593597" sldId="2147475013"/>
            <ac:spMk id="3" creationId="{98DDE516-6001-474F-CE47-88A8CDCA1E51}"/>
          </ac:spMkLst>
        </pc:spChg>
        <pc:spChg chg="add del mod">
          <ac:chgData name="Li,Yuting (HP Medicine) BII-CN-S" userId="ce8fbb54-122c-426d-b8da-fdcc5e1b5022" providerId="ADAL" clId="{FD455666-A855-4EE8-A596-F47E7C23A8A9}" dt="2023-11-12T07:36:54.162" v="13216" actId="26606"/>
          <ac:spMkLst>
            <pc:docMk/>
            <pc:sldMk cId="2318593597" sldId="2147475013"/>
            <ac:spMk id="9" creationId="{05D38495-1F05-1655-CC79-BF6337CA27E7}"/>
          </ac:spMkLst>
        </pc:spChg>
        <pc:spChg chg="add mod">
          <ac:chgData name="Li,Yuting (HP Medicine) BII-CN-S" userId="ce8fbb54-122c-426d-b8da-fdcc5e1b5022" providerId="ADAL" clId="{FD455666-A855-4EE8-A596-F47E7C23A8A9}" dt="2023-11-12T07:36:54.166" v="13217" actId="26606"/>
          <ac:spMkLst>
            <pc:docMk/>
            <pc:sldMk cId="2318593597" sldId="2147475013"/>
            <ac:spMk id="11" creationId="{07D6FE43-8E44-652B-9C33-AA085E83362E}"/>
          </ac:spMkLst>
        </pc:spChg>
        <pc:spChg chg="add mod">
          <ac:chgData name="Li,Yuting (HP Medicine) BII-CN-S" userId="ce8fbb54-122c-426d-b8da-fdcc5e1b5022" providerId="ADAL" clId="{FD455666-A855-4EE8-A596-F47E7C23A8A9}" dt="2023-11-12T07:43:06.608" v="13344" actId="20577"/>
          <ac:spMkLst>
            <pc:docMk/>
            <pc:sldMk cId="2318593597" sldId="2147475013"/>
            <ac:spMk id="12" creationId="{D6C805C6-9FD7-7552-6A98-DFCA65984E0E}"/>
          </ac:spMkLst>
        </pc:spChg>
        <pc:picChg chg="add mod ord">
          <ac:chgData name="Li,Yuting (HP Medicine) BII-CN-S" userId="ce8fbb54-122c-426d-b8da-fdcc5e1b5022" providerId="ADAL" clId="{FD455666-A855-4EE8-A596-F47E7C23A8A9}" dt="2023-11-12T07:36:54.166" v="13217" actId="26606"/>
          <ac:picMkLst>
            <pc:docMk/>
            <pc:sldMk cId="2318593597" sldId="2147475013"/>
            <ac:picMk id="4" creationId="{9FF3FA5F-FC05-23CD-CDDC-70492649A3DD}"/>
          </ac:picMkLst>
        </pc:picChg>
      </pc:sldChg>
      <pc:sldChg chg="add del">
        <pc:chgData name="Li,Yuting (HP Medicine) BII-CN-S" userId="ce8fbb54-122c-426d-b8da-fdcc5e1b5022" providerId="ADAL" clId="{FD455666-A855-4EE8-A596-F47E7C23A8A9}" dt="2023-11-12T03:08:08.857" v="9984" actId="2890"/>
        <pc:sldMkLst>
          <pc:docMk/>
          <pc:sldMk cId="2457651883" sldId="2147475013"/>
        </pc:sldMkLst>
      </pc:sldChg>
      <pc:sldChg chg="new del">
        <pc:chgData name="Li,Yuting (HP Medicine) BII-CN-S" userId="ce8fbb54-122c-426d-b8da-fdcc5e1b5022" providerId="ADAL" clId="{FD455666-A855-4EE8-A596-F47E7C23A8A9}" dt="2023-11-12T02:09:14.288" v="9842" actId="680"/>
        <pc:sldMkLst>
          <pc:docMk/>
          <pc:sldMk cId="2481678724" sldId="2147475013"/>
        </pc:sldMkLst>
      </pc:sldChg>
      <pc:sldChg chg="addSp delSp modSp new mod">
        <pc:chgData name="Li,Yuting (HP Medicine) BII-CN-S" userId="ce8fbb54-122c-426d-b8da-fdcc5e1b5022" providerId="ADAL" clId="{FD455666-A855-4EE8-A596-F47E7C23A8A9}" dt="2023-11-12T08:19:42.854" v="13411" actId="20577"/>
        <pc:sldMkLst>
          <pc:docMk/>
          <pc:sldMk cId="3086955563" sldId="2147475014"/>
        </pc:sldMkLst>
        <pc:spChg chg="mod">
          <ac:chgData name="Li,Yuting (HP Medicine) BII-CN-S" userId="ce8fbb54-122c-426d-b8da-fdcc5e1b5022" providerId="ADAL" clId="{FD455666-A855-4EE8-A596-F47E7C23A8A9}" dt="2023-11-12T08:19:42.854" v="13411" actId="20577"/>
          <ac:spMkLst>
            <pc:docMk/>
            <pc:sldMk cId="3086955563" sldId="2147475014"/>
            <ac:spMk id="2" creationId="{27E1FFFB-717C-82EC-BF03-D09627FB88EC}"/>
          </ac:spMkLst>
        </pc:spChg>
        <pc:spChg chg="add del">
          <ac:chgData name="Li,Yuting (HP Medicine) BII-CN-S" userId="ce8fbb54-122c-426d-b8da-fdcc5e1b5022" providerId="ADAL" clId="{FD455666-A855-4EE8-A596-F47E7C23A8A9}" dt="2023-11-12T08:19:30.559" v="13378" actId="22"/>
          <ac:spMkLst>
            <pc:docMk/>
            <pc:sldMk cId="3086955563" sldId="2147475014"/>
            <ac:spMk id="3" creationId="{4B89B614-1DF6-F92E-C1BF-7FA15CC42D22}"/>
          </ac:spMkLst>
        </pc:spChg>
        <pc:picChg chg="add del mod ord">
          <ac:chgData name="Li,Yuting (HP Medicine) BII-CN-S" userId="ce8fbb54-122c-426d-b8da-fdcc5e1b5022" providerId="ADAL" clId="{FD455666-A855-4EE8-A596-F47E7C23A8A9}" dt="2023-11-12T08:19:28.552" v="13377" actId="22"/>
          <ac:picMkLst>
            <pc:docMk/>
            <pc:sldMk cId="3086955563" sldId="2147475014"/>
            <ac:picMk id="8" creationId="{63ADA897-849D-504A-7032-A33BB14A033D}"/>
          </ac:picMkLst>
        </pc:picChg>
        <pc:picChg chg="add mod ord">
          <ac:chgData name="Li,Yuting (HP Medicine) BII-CN-S" userId="ce8fbb54-122c-426d-b8da-fdcc5e1b5022" providerId="ADAL" clId="{FD455666-A855-4EE8-A596-F47E7C23A8A9}" dt="2023-11-12T08:19:30.559" v="13378" actId="22"/>
          <ac:picMkLst>
            <pc:docMk/>
            <pc:sldMk cId="3086955563" sldId="2147475014"/>
            <ac:picMk id="10" creationId="{7E47FC0F-98AC-EF1F-24B8-2398ACBBFE24}"/>
          </ac:picMkLst>
        </pc:picChg>
      </pc:sldChg>
      <pc:sldChg chg="addSp delSp modSp new mod">
        <pc:chgData name="Li,Yuting (HP Medicine) BII-CN-S" userId="ce8fbb54-122c-426d-b8da-fdcc5e1b5022" providerId="ADAL" clId="{FD455666-A855-4EE8-A596-F47E7C23A8A9}" dt="2023-11-12T08:47:11.774" v="13494" actId="207"/>
        <pc:sldMkLst>
          <pc:docMk/>
          <pc:sldMk cId="1296475377" sldId="2147475015"/>
        </pc:sldMkLst>
        <pc:spChg chg="mod">
          <ac:chgData name="Li,Yuting (HP Medicine) BII-CN-S" userId="ce8fbb54-122c-426d-b8da-fdcc5e1b5022" providerId="ADAL" clId="{FD455666-A855-4EE8-A596-F47E7C23A8A9}" dt="2023-11-12T08:43:57.101" v="13488" actId="20577"/>
          <ac:spMkLst>
            <pc:docMk/>
            <pc:sldMk cId="1296475377" sldId="2147475015"/>
            <ac:spMk id="2" creationId="{380FE0E4-2E25-D681-0FE5-56064C6FCD78}"/>
          </ac:spMkLst>
        </pc:spChg>
        <pc:spChg chg="del">
          <ac:chgData name="Li,Yuting (HP Medicine) BII-CN-S" userId="ce8fbb54-122c-426d-b8da-fdcc5e1b5022" providerId="ADAL" clId="{FD455666-A855-4EE8-A596-F47E7C23A8A9}" dt="2023-11-12T08:42:29.647" v="13421"/>
          <ac:spMkLst>
            <pc:docMk/>
            <pc:sldMk cId="1296475377" sldId="2147475015"/>
            <ac:spMk id="3" creationId="{DD782380-F8DA-1359-5152-7E103C3A48C2}"/>
          </ac:spMkLst>
        </pc:spChg>
        <pc:graphicFrameChg chg="add del mod">
          <ac:chgData name="Li,Yuting (HP Medicine) BII-CN-S" userId="ce8fbb54-122c-426d-b8da-fdcc5e1b5022" providerId="ADAL" clId="{FD455666-A855-4EE8-A596-F47E7C23A8A9}" dt="2023-11-12T08:42:25.971" v="13420" actId="478"/>
          <ac:graphicFrameMkLst>
            <pc:docMk/>
            <pc:sldMk cId="1296475377" sldId="2147475015"/>
            <ac:graphicFrameMk id="7" creationId="{E940632C-6C68-6987-6DC5-80D9742C8D8B}"/>
          </ac:graphicFrameMkLst>
        </pc:graphicFrameChg>
        <pc:graphicFrameChg chg="add mod modGraphic">
          <ac:chgData name="Li,Yuting (HP Medicine) BII-CN-S" userId="ce8fbb54-122c-426d-b8da-fdcc5e1b5022" providerId="ADAL" clId="{FD455666-A855-4EE8-A596-F47E7C23A8A9}" dt="2023-11-12T08:47:11.774" v="13494" actId="207"/>
          <ac:graphicFrameMkLst>
            <pc:docMk/>
            <pc:sldMk cId="1296475377" sldId="2147475015"/>
            <ac:graphicFrameMk id="8" creationId="{4F8B4249-C38F-3B24-D5D7-3867E12CD38B}"/>
          </ac:graphicFrameMkLst>
        </pc:graphicFrameChg>
      </pc:sldChg>
      <pc:sldChg chg="addSp delSp modSp mod modNotesTx">
        <pc:chgData name="Li,Yuting (HP Medicine) BII-CN-S" userId="ce8fbb54-122c-426d-b8da-fdcc5e1b5022" providerId="ADAL" clId="{FD455666-A855-4EE8-A596-F47E7C23A8A9}" dt="2023-11-12T09:41:34.930" v="15131" actId="20577"/>
        <pc:sldMkLst>
          <pc:docMk/>
          <pc:sldMk cId="684366918" sldId="2147475016"/>
        </pc:sldMkLst>
        <pc:spChg chg="mod">
          <ac:chgData name="Li,Yuting (HP Medicine) BII-CN-S" userId="ce8fbb54-122c-426d-b8da-fdcc5e1b5022" providerId="ADAL" clId="{FD455666-A855-4EE8-A596-F47E7C23A8A9}" dt="2023-11-12T09:30:21.386" v="14522"/>
          <ac:spMkLst>
            <pc:docMk/>
            <pc:sldMk cId="684366918" sldId="2147475016"/>
            <ac:spMk id="2" creationId="{2183922C-E343-FE15-DCB0-52F86DE019F7}"/>
          </ac:spMkLst>
        </pc:spChg>
        <pc:spChg chg="mod">
          <ac:chgData name="Li,Yuting (HP Medicine) BII-CN-S" userId="ce8fbb54-122c-426d-b8da-fdcc5e1b5022" providerId="ADAL" clId="{FD455666-A855-4EE8-A596-F47E7C23A8A9}" dt="2023-11-12T09:24:48.049" v="14403" actId="1076"/>
          <ac:spMkLst>
            <pc:docMk/>
            <pc:sldMk cId="684366918" sldId="2147475016"/>
            <ac:spMk id="3" creationId="{BFC1B0DD-D924-5F1D-DF25-D0431E810BB4}"/>
          </ac:spMkLst>
        </pc:spChg>
        <pc:spChg chg="mod">
          <ac:chgData name="Li,Yuting (HP Medicine) BII-CN-S" userId="ce8fbb54-122c-426d-b8da-fdcc5e1b5022" providerId="ADAL" clId="{FD455666-A855-4EE8-A596-F47E7C23A8A9}" dt="2023-11-12T09:37:36.799" v="14689" actId="20577"/>
          <ac:spMkLst>
            <pc:docMk/>
            <pc:sldMk cId="684366918" sldId="2147475016"/>
            <ac:spMk id="4" creationId="{DCD16EBE-1F1B-470C-B4A9-EDD6259AB2A7}"/>
          </ac:spMkLst>
        </pc:spChg>
        <pc:spChg chg="del">
          <ac:chgData name="Li,Yuting (HP Medicine) BII-CN-S" userId="ce8fbb54-122c-426d-b8da-fdcc5e1b5022" providerId="ADAL" clId="{FD455666-A855-4EE8-A596-F47E7C23A8A9}" dt="2023-11-12T09:19:46.577" v="14324" actId="478"/>
          <ac:spMkLst>
            <pc:docMk/>
            <pc:sldMk cId="684366918" sldId="2147475016"/>
            <ac:spMk id="5" creationId="{7FF084ED-57C0-D29D-E0AB-A2557C2F5DC6}"/>
          </ac:spMkLst>
        </pc:spChg>
        <pc:spChg chg="del">
          <ac:chgData name="Li,Yuting (HP Medicine) BII-CN-S" userId="ce8fbb54-122c-426d-b8da-fdcc5e1b5022" providerId="ADAL" clId="{FD455666-A855-4EE8-A596-F47E7C23A8A9}" dt="2023-11-12T09:27:46.305" v="14502" actId="478"/>
          <ac:spMkLst>
            <pc:docMk/>
            <pc:sldMk cId="684366918" sldId="2147475016"/>
            <ac:spMk id="6" creationId="{9508858A-C308-D938-5BD8-18BAC9C40BAC}"/>
          </ac:spMkLst>
        </pc:spChg>
        <pc:spChg chg="del">
          <ac:chgData name="Li,Yuting (HP Medicine) BII-CN-S" userId="ce8fbb54-122c-426d-b8da-fdcc5e1b5022" providerId="ADAL" clId="{FD455666-A855-4EE8-A596-F47E7C23A8A9}" dt="2023-11-12T09:27:39.558" v="14500" actId="478"/>
          <ac:spMkLst>
            <pc:docMk/>
            <pc:sldMk cId="684366918" sldId="2147475016"/>
            <ac:spMk id="7" creationId="{B8CCD3E0-C3FE-F036-0DB6-FFECF432B0FA}"/>
          </ac:spMkLst>
        </pc:spChg>
        <pc:spChg chg="del">
          <ac:chgData name="Li,Yuting (HP Medicine) BII-CN-S" userId="ce8fbb54-122c-426d-b8da-fdcc5e1b5022" providerId="ADAL" clId="{FD455666-A855-4EE8-A596-F47E7C23A8A9}" dt="2023-11-12T09:27:39.558" v="14500" actId="478"/>
          <ac:spMkLst>
            <pc:docMk/>
            <pc:sldMk cId="684366918" sldId="2147475016"/>
            <ac:spMk id="8" creationId="{DDE1BC44-0E78-5D99-2314-9B4E5F6A1874}"/>
          </ac:spMkLst>
        </pc:spChg>
        <pc:spChg chg="del mod">
          <ac:chgData name="Li,Yuting (HP Medicine) BII-CN-S" userId="ce8fbb54-122c-426d-b8da-fdcc5e1b5022" providerId="ADAL" clId="{FD455666-A855-4EE8-A596-F47E7C23A8A9}" dt="2023-11-12T09:19:08.230" v="14309" actId="478"/>
          <ac:spMkLst>
            <pc:docMk/>
            <pc:sldMk cId="684366918" sldId="2147475016"/>
            <ac:spMk id="9" creationId="{FC116C5A-B5B0-787F-C7EB-BD034ECFFE4E}"/>
          </ac:spMkLst>
        </pc:spChg>
        <pc:spChg chg="mod">
          <ac:chgData name="Li,Yuting (HP Medicine) BII-CN-S" userId="ce8fbb54-122c-426d-b8da-fdcc5e1b5022" providerId="ADAL" clId="{FD455666-A855-4EE8-A596-F47E7C23A8A9}" dt="2023-11-12T09:25:54.493" v="14420" actId="404"/>
          <ac:spMkLst>
            <pc:docMk/>
            <pc:sldMk cId="684366918" sldId="2147475016"/>
            <ac:spMk id="10" creationId="{AF5AD1B7-DED4-5BA6-4AD5-766D21CB11A4}"/>
          </ac:spMkLst>
        </pc:spChg>
        <pc:spChg chg="mod">
          <ac:chgData name="Li,Yuting (HP Medicine) BII-CN-S" userId="ce8fbb54-122c-426d-b8da-fdcc5e1b5022" providerId="ADAL" clId="{FD455666-A855-4EE8-A596-F47E7C23A8A9}" dt="2023-11-12T09:26:09.203" v="14422" actId="6549"/>
          <ac:spMkLst>
            <pc:docMk/>
            <pc:sldMk cId="684366918" sldId="2147475016"/>
            <ac:spMk id="11" creationId="{44E84EDE-6F67-C15B-D396-144D41920A73}"/>
          </ac:spMkLst>
        </pc:spChg>
        <pc:spChg chg="mod">
          <ac:chgData name="Li,Yuting (HP Medicine) BII-CN-S" userId="ce8fbb54-122c-426d-b8da-fdcc5e1b5022" providerId="ADAL" clId="{FD455666-A855-4EE8-A596-F47E7C23A8A9}" dt="2023-11-12T09:20:49.217" v="14347" actId="1076"/>
          <ac:spMkLst>
            <pc:docMk/>
            <pc:sldMk cId="684366918" sldId="2147475016"/>
            <ac:spMk id="12" creationId="{76F627B6-B83E-B971-835C-E154ED0F3235}"/>
          </ac:spMkLst>
        </pc:spChg>
        <pc:spChg chg="del">
          <ac:chgData name="Li,Yuting (HP Medicine) BII-CN-S" userId="ce8fbb54-122c-426d-b8da-fdcc5e1b5022" providerId="ADAL" clId="{FD455666-A855-4EE8-A596-F47E7C23A8A9}" dt="2023-11-12T09:27:39.558" v="14500" actId="478"/>
          <ac:spMkLst>
            <pc:docMk/>
            <pc:sldMk cId="684366918" sldId="2147475016"/>
            <ac:spMk id="13" creationId="{DFC9F2B4-456C-3991-4195-53C3DC30D683}"/>
          </ac:spMkLst>
        </pc:spChg>
        <pc:spChg chg="del">
          <ac:chgData name="Li,Yuting (HP Medicine) BII-CN-S" userId="ce8fbb54-122c-426d-b8da-fdcc5e1b5022" providerId="ADAL" clId="{FD455666-A855-4EE8-A596-F47E7C23A8A9}" dt="2023-11-12T09:27:39.558" v="14500" actId="478"/>
          <ac:spMkLst>
            <pc:docMk/>
            <pc:sldMk cId="684366918" sldId="2147475016"/>
            <ac:spMk id="14" creationId="{5D7D0EE8-E4DE-77DA-F966-F8CD40BA7776}"/>
          </ac:spMkLst>
        </pc:spChg>
        <pc:spChg chg="del mod">
          <ac:chgData name="Li,Yuting (HP Medicine) BII-CN-S" userId="ce8fbb54-122c-426d-b8da-fdcc5e1b5022" providerId="ADAL" clId="{FD455666-A855-4EE8-A596-F47E7C23A8A9}" dt="2023-11-12T09:30:51.400" v="14527" actId="478"/>
          <ac:spMkLst>
            <pc:docMk/>
            <pc:sldMk cId="684366918" sldId="2147475016"/>
            <ac:spMk id="20" creationId="{1B34B743-0B5C-47AD-BF0A-73EF91168865}"/>
          </ac:spMkLst>
        </pc:spChg>
        <pc:spChg chg="mod">
          <ac:chgData name="Li,Yuting (HP Medicine) BII-CN-S" userId="ce8fbb54-122c-426d-b8da-fdcc5e1b5022" providerId="ADAL" clId="{FD455666-A855-4EE8-A596-F47E7C23A8A9}" dt="2023-11-12T09:33:05.699" v="14580" actId="12789"/>
          <ac:spMkLst>
            <pc:docMk/>
            <pc:sldMk cId="684366918" sldId="2147475016"/>
            <ac:spMk id="22" creationId="{750767E5-894A-4C1B-AA0D-8DA7EFF6BE74}"/>
          </ac:spMkLst>
        </pc:spChg>
        <pc:spChg chg="mod">
          <ac:chgData name="Li,Yuting (HP Medicine) BII-CN-S" userId="ce8fbb54-122c-426d-b8da-fdcc5e1b5022" providerId="ADAL" clId="{FD455666-A855-4EE8-A596-F47E7C23A8A9}" dt="2023-11-12T09:11:51.955" v="14207"/>
          <ac:spMkLst>
            <pc:docMk/>
            <pc:sldMk cId="684366918" sldId="2147475016"/>
            <ac:spMk id="23" creationId="{59975B3F-0832-494B-856B-2416FB723111}"/>
          </ac:spMkLst>
        </pc:spChg>
        <pc:spChg chg="mod">
          <ac:chgData name="Li,Yuting (HP Medicine) BII-CN-S" userId="ce8fbb54-122c-426d-b8da-fdcc5e1b5022" providerId="ADAL" clId="{FD455666-A855-4EE8-A596-F47E7C23A8A9}" dt="2023-11-12T09:20:59.066" v="14354" actId="20577"/>
          <ac:spMkLst>
            <pc:docMk/>
            <pc:sldMk cId="684366918" sldId="2147475016"/>
            <ac:spMk id="24" creationId="{47ECCF27-56DD-8FBE-B42E-A952FB3DAC3E}"/>
          </ac:spMkLst>
        </pc:spChg>
        <pc:spChg chg="mod">
          <ac:chgData name="Li,Yuting (HP Medicine) BII-CN-S" userId="ce8fbb54-122c-426d-b8da-fdcc5e1b5022" providerId="ADAL" clId="{FD455666-A855-4EE8-A596-F47E7C23A8A9}" dt="2023-11-12T09:24:53.109" v="14404" actId="1076"/>
          <ac:spMkLst>
            <pc:docMk/>
            <pc:sldMk cId="684366918" sldId="2147475016"/>
            <ac:spMk id="26" creationId="{201EC43A-1BEB-4248-9832-8C5C1F052056}"/>
          </ac:spMkLst>
        </pc:spChg>
        <pc:spChg chg="del">
          <ac:chgData name="Li,Yuting (HP Medicine) BII-CN-S" userId="ce8fbb54-122c-426d-b8da-fdcc5e1b5022" providerId="ADAL" clId="{FD455666-A855-4EE8-A596-F47E7C23A8A9}" dt="2023-11-12T09:24:13.073" v="14402" actId="478"/>
          <ac:spMkLst>
            <pc:docMk/>
            <pc:sldMk cId="684366918" sldId="2147475016"/>
            <ac:spMk id="27" creationId="{CF2CF20A-39E7-C549-DC2D-99B353F17E51}"/>
          </ac:spMkLst>
        </pc:spChg>
        <pc:spChg chg="del">
          <ac:chgData name="Li,Yuting (HP Medicine) BII-CN-S" userId="ce8fbb54-122c-426d-b8da-fdcc5e1b5022" providerId="ADAL" clId="{FD455666-A855-4EE8-A596-F47E7C23A8A9}" dt="2023-11-12T09:27:54.501" v="14504" actId="478"/>
          <ac:spMkLst>
            <pc:docMk/>
            <pc:sldMk cId="684366918" sldId="2147475016"/>
            <ac:spMk id="28" creationId="{CCE4826E-406A-BEF0-C873-054C80354C42}"/>
          </ac:spMkLst>
        </pc:spChg>
        <pc:spChg chg="del">
          <ac:chgData name="Li,Yuting (HP Medicine) BII-CN-S" userId="ce8fbb54-122c-426d-b8da-fdcc5e1b5022" providerId="ADAL" clId="{FD455666-A855-4EE8-A596-F47E7C23A8A9}" dt="2023-11-12T09:27:51.825" v="14503" actId="478"/>
          <ac:spMkLst>
            <pc:docMk/>
            <pc:sldMk cId="684366918" sldId="2147475016"/>
            <ac:spMk id="29" creationId="{9DE6EF0B-A0A6-DBBD-488B-FF3DE2C9445F}"/>
          </ac:spMkLst>
        </pc:spChg>
        <pc:spChg chg="del">
          <ac:chgData name="Li,Yuting (HP Medicine) BII-CN-S" userId="ce8fbb54-122c-426d-b8da-fdcc5e1b5022" providerId="ADAL" clId="{FD455666-A855-4EE8-A596-F47E7C23A8A9}" dt="2023-11-12T09:27:39.558" v="14500" actId="478"/>
          <ac:spMkLst>
            <pc:docMk/>
            <pc:sldMk cId="684366918" sldId="2147475016"/>
            <ac:spMk id="30" creationId="{7E788036-8097-4B6C-80C0-AA8F34A46A94}"/>
          </ac:spMkLst>
        </pc:spChg>
        <pc:spChg chg="del">
          <ac:chgData name="Li,Yuting (HP Medicine) BII-CN-S" userId="ce8fbb54-122c-426d-b8da-fdcc5e1b5022" providerId="ADAL" clId="{FD455666-A855-4EE8-A596-F47E7C23A8A9}" dt="2023-11-12T09:27:39.558" v="14500" actId="478"/>
          <ac:spMkLst>
            <pc:docMk/>
            <pc:sldMk cId="684366918" sldId="2147475016"/>
            <ac:spMk id="31" creationId="{2CA83203-4924-4782-A837-F2FD9A66DA3C}"/>
          </ac:spMkLst>
        </pc:spChg>
        <pc:spChg chg="mod">
          <ac:chgData name="Li,Yuting (HP Medicine) BII-CN-S" userId="ce8fbb54-122c-426d-b8da-fdcc5e1b5022" providerId="ADAL" clId="{FD455666-A855-4EE8-A596-F47E7C23A8A9}" dt="2023-11-12T09:32:59.618" v="14579" actId="12789"/>
          <ac:spMkLst>
            <pc:docMk/>
            <pc:sldMk cId="684366918" sldId="2147475016"/>
            <ac:spMk id="32" creationId="{E352720D-9D76-42F6-8727-5AD3CE8CF40C}"/>
          </ac:spMkLst>
        </pc:spChg>
        <pc:spChg chg="mod">
          <ac:chgData name="Li,Yuting (HP Medicine) BII-CN-S" userId="ce8fbb54-122c-426d-b8da-fdcc5e1b5022" providerId="ADAL" clId="{FD455666-A855-4EE8-A596-F47E7C23A8A9}" dt="2023-11-12T09:33:05.699" v="14580" actId="12789"/>
          <ac:spMkLst>
            <pc:docMk/>
            <pc:sldMk cId="684366918" sldId="2147475016"/>
            <ac:spMk id="33" creationId="{08B5C2DE-ECC0-4403-8751-A45C79F6E628}"/>
          </ac:spMkLst>
        </pc:spChg>
        <pc:spChg chg="del">
          <ac:chgData name="Li,Yuting (HP Medicine) BII-CN-S" userId="ce8fbb54-122c-426d-b8da-fdcc5e1b5022" providerId="ADAL" clId="{FD455666-A855-4EE8-A596-F47E7C23A8A9}" dt="2023-11-12T09:27:39.558" v="14500" actId="478"/>
          <ac:spMkLst>
            <pc:docMk/>
            <pc:sldMk cId="684366918" sldId="2147475016"/>
            <ac:spMk id="34" creationId="{91679B29-F560-7EBA-6CA6-996588D6F1F5}"/>
          </ac:spMkLst>
        </pc:spChg>
        <pc:spChg chg="mod">
          <ac:chgData name="Li,Yuting (HP Medicine) BII-CN-S" userId="ce8fbb54-122c-426d-b8da-fdcc5e1b5022" providerId="ADAL" clId="{FD455666-A855-4EE8-A596-F47E7C23A8A9}" dt="2023-11-12T09:23:29.619" v="14393" actId="20577"/>
          <ac:spMkLst>
            <pc:docMk/>
            <pc:sldMk cId="684366918" sldId="2147475016"/>
            <ac:spMk id="35" creationId="{78789300-42C8-431D-8C83-B8F59219FEFF}"/>
          </ac:spMkLst>
        </pc:spChg>
        <pc:spChg chg="del">
          <ac:chgData name="Li,Yuting (HP Medicine) BII-CN-S" userId="ce8fbb54-122c-426d-b8da-fdcc5e1b5022" providerId="ADAL" clId="{FD455666-A855-4EE8-A596-F47E7C23A8A9}" dt="2023-11-12T09:27:42.848" v="14501" actId="478"/>
          <ac:spMkLst>
            <pc:docMk/>
            <pc:sldMk cId="684366918" sldId="2147475016"/>
            <ac:spMk id="36" creationId="{E9D445C7-ACED-4E5D-8DED-28C7F017BD47}"/>
          </ac:spMkLst>
        </pc:spChg>
        <pc:spChg chg="del">
          <ac:chgData name="Li,Yuting (HP Medicine) BII-CN-S" userId="ce8fbb54-122c-426d-b8da-fdcc5e1b5022" providerId="ADAL" clId="{FD455666-A855-4EE8-A596-F47E7C23A8A9}" dt="2023-11-12T09:22:57.341" v="14386" actId="478"/>
          <ac:spMkLst>
            <pc:docMk/>
            <pc:sldMk cId="684366918" sldId="2147475016"/>
            <ac:spMk id="37" creationId="{6027707A-41A1-48BB-BD7C-77CAD9226311}"/>
          </ac:spMkLst>
        </pc:spChg>
        <pc:spChg chg="del">
          <ac:chgData name="Li,Yuting (HP Medicine) BII-CN-S" userId="ce8fbb54-122c-426d-b8da-fdcc5e1b5022" providerId="ADAL" clId="{FD455666-A855-4EE8-A596-F47E7C23A8A9}" dt="2023-11-12T09:28:40.254" v="14512" actId="478"/>
          <ac:spMkLst>
            <pc:docMk/>
            <pc:sldMk cId="684366918" sldId="2147475016"/>
            <ac:spMk id="38" creationId="{A8AE5374-9E21-432B-BAA3-4171229CA93D}"/>
          </ac:spMkLst>
        </pc:spChg>
        <pc:spChg chg="del">
          <ac:chgData name="Li,Yuting (HP Medicine) BII-CN-S" userId="ce8fbb54-122c-426d-b8da-fdcc5e1b5022" providerId="ADAL" clId="{FD455666-A855-4EE8-A596-F47E7C23A8A9}" dt="2023-11-12T09:29:04.187" v="14513" actId="478"/>
          <ac:spMkLst>
            <pc:docMk/>
            <pc:sldMk cId="684366918" sldId="2147475016"/>
            <ac:spMk id="39" creationId="{0C2FCF3D-3510-4DCE-9D43-AB249DBB4614}"/>
          </ac:spMkLst>
        </pc:spChg>
        <pc:spChg chg="del">
          <ac:chgData name="Li,Yuting (HP Medicine) BII-CN-S" userId="ce8fbb54-122c-426d-b8da-fdcc5e1b5022" providerId="ADAL" clId="{FD455666-A855-4EE8-A596-F47E7C23A8A9}" dt="2023-11-12T09:29:08.770" v="14514" actId="478"/>
          <ac:spMkLst>
            <pc:docMk/>
            <pc:sldMk cId="684366918" sldId="2147475016"/>
            <ac:spMk id="40" creationId="{83C18301-A155-4D74-A621-4D0EFF5B7EA1}"/>
          </ac:spMkLst>
        </pc:spChg>
        <pc:spChg chg="del">
          <ac:chgData name="Li,Yuting (HP Medicine) BII-CN-S" userId="ce8fbb54-122c-426d-b8da-fdcc5e1b5022" providerId="ADAL" clId="{FD455666-A855-4EE8-A596-F47E7C23A8A9}" dt="2023-11-12T09:29:08.770" v="14514" actId="478"/>
          <ac:spMkLst>
            <pc:docMk/>
            <pc:sldMk cId="684366918" sldId="2147475016"/>
            <ac:spMk id="41" creationId="{5F1D91BA-7EF7-4EC5-8E9F-BB2FC7138961}"/>
          </ac:spMkLst>
        </pc:spChg>
        <pc:spChg chg="del">
          <ac:chgData name="Li,Yuting (HP Medicine) BII-CN-S" userId="ce8fbb54-122c-426d-b8da-fdcc5e1b5022" providerId="ADAL" clId="{FD455666-A855-4EE8-A596-F47E7C23A8A9}" dt="2023-11-12T09:29:08.770" v="14514" actId="478"/>
          <ac:spMkLst>
            <pc:docMk/>
            <pc:sldMk cId="684366918" sldId="2147475016"/>
            <ac:spMk id="42" creationId="{72B8B4BA-F240-4421-A314-6687BC8D8C11}"/>
          </ac:spMkLst>
        </pc:spChg>
        <pc:spChg chg="del">
          <ac:chgData name="Li,Yuting (HP Medicine) BII-CN-S" userId="ce8fbb54-122c-426d-b8da-fdcc5e1b5022" providerId="ADAL" clId="{FD455666-A855-4EE8-A596-F47E7C23A8A9}" dt="2023-11-12T09:27:39.558" v="14500" actId="478"/>
          <ac:spMkLst>
            <pc:docMk/>
            <pc:sldMk cId="684366918" sldId="2147475016"/>
            <ac:spMk id="43" creationId="{0AD7FB6D-ADC0-A16C-52A4-A384E01C9CA7}"/>
          </ac:spMkLst>
        </pc:spChg>
        <pc:spChg chg="add mod">
          <ac:chgData name="Li,Yuting (HP Medicine) BII-CN-S" userId="ce8fbb54-122c-426d-b8da-fdcc5e1b5022" providerId="ADAL" clId="{FD455666-A855-4EE8-A596-F47E7C23A8A9}" dt="2023-11-12T09:19:42.650" v="14323" actId="20577"/>
          <ac:spMkLst>
            <pc:docMk/>
            <pc:sldMk cId="684366918" sldId="2147475016"/>
            <ac:spMk id="44" creationId="{E66FE65A-375E-B9DD-1D13-9EE7AC63828E}"/>
          </ac:spMkLst>
        </pc:spChg>
        <pc:spChg chg="del">
          <ac:chgData name="Li,Yuting (HP Medicine) BII-CN-S" userId="ce8fbb54-122c-426d-b8da-fdcc5e1b5022" providerId="ADAL" clId="{FD455666-A855-4EE8-A596-F47E7C23A8A9}" dt="2023-11-12T09:30:41.336" v="14524" actId="478"/>
          <ac:spMkLst>
            <pc:docMk/>
            <pc:sldMk cId="684366918" sldId="2147475016"/>
            <ac:spMk id="45" creationId="{0FCB7B87-A30B-DA31-FC8D-A90B2418BE11}"/>
          </ac:spMkLst>
        </pc:spChg>
        <pc:spChg chg="del">
          <ac:chgData name="Li,Yuting (HP Medicine) BII-CN-S" userId="ce8fbb54-122c-426d-b8da-fdcc5e1b5022" providerId="ADAL" clId="{FD455666-A855-4EE8-A596-F47E7C23A8A9}" dt="2023-11-12T09:30:41.336" v="14524" actId="478"/>
          <ac:spMkLst>
            <pc:docMk/>
            <pc:sldMk cId="684366918" sldId="2147475016"/>
            <ac:spMk id="46" creationId="{53CC54CB-E837-4635-5E24-F765E06BD1BE}"/>
          </ac:spMkLst>
        </pc:spChg>
        <pc:spChg chg="del">
          <ac:chgData name="Li,Yuting (HP Medicine) BII-CN-S" userId="ce8fbb54-122c-426d-b8da-fdcc5e1b5022" providerId="ADAL" clId="{FD455666-A855-4EE8-A596-F47E7C23A8A9}" dt="2023-11-12T09:30:41.336" v="14524" actId="478"/>
          <ac:spMkLst>
            <pc:docMk/>
            <pc:sldMk cId="684366918" sldId="2147475016"/>
            <ac:spMk id="47" creationId="{7A2BC5B3-A600-57D6-334B-2F763F43F9F2}"/>
          </ac:spMkLst>
        </pc:spChg>
        <pc:spChg chg="add mod">
          <ac:chgData name="Li,Yuting (HP Medicine) BII-CN-S" userId="ce8fbb54-122c-426d-b8da-fdcc5e1b5022" providerId="ADAL" clId="{FD455666-A855-4EE8-A596-F47E7C23A8A9}" dt="2023-11-12T09:20:52.275" v="14348" actId="1076"/>
          <ac:spMkLst>
            <pc:docMk/>
            <pc:sldMk cId="684366918" sldId="2147475016"/>
            <ac:spMk id="48" creationId="{23063830-EBD3-4032-2180-D909D7279A9E}"/>
          </ac:spMkLst>
        </pc:spChg>
        <pc:spChg chg="add mod">
          <ac:chgData name="Li,Yuting (HP Medicine) BII-CN-S" userId="ce8fbb54-122c-426d-b8da-fdcc5e1b5022" providerId="ADAL" clId="{FD455666-A855-4EE8-A596-F47E7C23A8A9}" dt="2023-11-12T09:21:13.191" v="14362" actId="20577"/>
          <ac:spMkLst>
            <pc:docMk/>
            <pc:sldMk cId="684366918" sldId="2147475016"/>
            <ac:spMk id="49" creationId="{7EFCAC4D-ADCE-41E1-2394-6DFB6EADD5F8}"/>
          </ac:spMkLst>
        </pc:spChg>
        <pc:spChg chg="add mod">
          <ac:chgData name="Li,Yuting (HP Medicine) BII-CN-S" userId="ce8fbb54-122c-426d-b8da-fdcc5e1b5022" providerId="ADAL" clId="{FD455666-A855-4EE8-A596-F47E7C23A8A9}" dt="2023-11-12T09:26:49.584" v="14461" actId="1035"/>
          <ac:spMkLst>
            <pc:docMk/>
            <pc:sldMk cId="684366918" sldId="2147475016"/>
            <ac:spMk id="50" creationId="{3176B553-C604-9E95-F241-BBEF58AC9C47}"/>
          </ac:spMkLst>
        </pc:spChg>
        <pc:spChg chg="add mod">
          <ac:chgData name="Li,Yuting (HP Medicine) BII-CN-S" userId="ce8fbb54-122c-426d-b8da-fdcc5e1b5022" providerId="ADAL" clId="{FD455666-A855-4EE8-A596-F47E7C23A8A9}" dt="2023-11-12T09:26:49.584" v="14461" actId="1035"/>
          <ac:spMkLst>
            <pc:docMk/>
            <pc:sldMk cId="684366918" sldId="2147475016"/>
            <ac:spMk id="51" creationId="{92E832F3-12E1-463D-258C-D5D4969A5622}"/>
          </ac:spMkLst>
        </pc:spChg>
        <pc:spChg chg="add del mod">
          <ac:chgData name="Li,Yuting (HP Medicine) BII-CN-S" userId="ce8fbb54-122c-426d-b8da-fdcc5e1b5022" providerId="ADAL" clId="{FD455666-A855-4EE8-A596-F47E7C23A8A9}" dt="2023-11-12T09:30:36.249" v="14523" actId="478"/>
          <ac:spMkLst>
            <pc:docMk/>
            <pc:sldMk cId="684366918" sldId="2147475016"/>
            <ac:spMk id="52" creationId="{CF360274-D4C7-360F-F184-C9FD79F5AB51}"/>
          </ac:spMkLst>
        </pc:spChg>
        <pc:spChg chg="add mod">
          <ac:chgData name="Li,Yuting (HP Medicine) BII-CN-S" userId="ce8fbb54-122c-426d-b8da-fdcc5e1b5022" providerId="ADAL" clId="{FD455666-A855-4EE8-A596-F47E7C23A8A9}" dt="2023-11-12T09:31:26.043" v="14537" actId="20577"/>
          <ac:spMkLst>
            <pc:docMk/>
            <pc:sldMk cId="684366918" sldId="2147475016"/>
            <ac:spMk id="53" creationId="{A41BDE5C-B422-CB44-60C3-EBDFA65694AA}"/>
          </ac:spMkLst>
        </pc:spChg>
        <pc:spChg chg="add mod">
          <ac:chgData name="Li,Yuting (HP Medicine) BII-CN-S" userId="ce8fbb54-122c-426d-b8da-fdcc5e1b5022" providerId="ADAL" clId="{FD455666-A855-4EE8-A596-F47E7C23A8A9}" dt="2023-11-12T09:31:41.554" v="14539" actId="1076"/>
          <ac:spMkLst>
            <pc:docMk/>
            <pc:sldMk cId="684366918" sldId="2147475016"/>
            <ac:spMk id="54" creationId="{29135DE2-0932-08B4-D695-2C6D57F146BC}"/>
          </ac:spMkLst>
        </pc:spChg>
        <pc:spChg chg="add mod">
          <ac:chgData name="Li,Yuting (HP Medicine) BII-CN-S" userId="ce8fbb54-122c-426d-b8da-fdcc5e1b5022" providerId="ADAL" clId="{FD455666-A855-4EE8-A596-F47E7C23A8A9}" dt="2023-11-12T09:31:50.416" v="14542" actId="1076"/>
          <ac:spMkLst>
            <pc:docMk/>
            <pc:sldMk cId="684366918" sldId="2147475016"/>
            <ac:spMk id="55" creationId="{7375934E-5C3C-5FB3-8ABE-14AD7BDBBF3C}"/>
          </ac:spMkLst>
        </pc:spChg>
        <pc:spChg chg="add mod">
          <ac:chgData name="Li,Yuting (HP Medicine) BII-CN-S" userId="ce8fbb54-122c-426d-b8da-fdcc5e1b5022" providerId="ADAL" clId="{FD455666-A855-4EE8-A596-F47E7C23A8A9}" dt="2023-11-12T09:32:07.376" v="14556" actId="20577"/>
          <ac:spMkLst>
            <pc:docMk/>
            <pc:sldMk cId="684366918" sldId="2147475016"/>
            <ac:spMk id="56" creationId="{C21B986A-AF9C-4686-A09A-9ED369D7D5DE}"/>
          </ac:spMkLst>
        </pc:spChg>
        <pc:spChg chg="mod">
          <ac:chgData name="Li,Yuting (HP Medicine) BII-CN-S" userId="ce8fbb54-122c-426d-b8da-fdcc5e1b5022" providerId="ADAL" clId="{FD455666-A855-4EE8-A596-F47E7C23A8A9}" dt="2023-11-12T09:23:21.096" v="14387" actId="14100"/>
          <ac:spMkLst>
            <pc:docMk/>
            <pc:sldMk cId="684366918" sldId="2147475016"/>
            <ac:spMk id="83" creationId="{A1E70551-578A-4B35-ACAC-04BA6E603952}"/>
          </ac:spMkLst>
        </pc:spChg>
        <pc:spChg chg="del mod">
          <ac:chgData name="Li,Yuting (HP Medicine) BII-CN-S" userId="ce8fbb54-122c-426d-b8da-fdcc5e1b5022" providerId="ADAL" clId="{FD455666-A855-4EE8-A596-F47E7C23A8A9}" dt="2023-11-12T09:22:39.270" v="14366" actId="478"/>
          <ac:spMkLst>
            <pc:docMk/>
            <pc:sldMk cId="684366918" sldId="2147475016"/>
            <ac:spMk id="94" creationId="{7A7730AB-6B83-4003-BB2F-DECBF03BBDB4}"/>
          </ac:spMkLst>
        </pc:spChg>
        <pc:spChg chg="mod">
          <ac:chgData name="Li,Yuting (HP Medicine) BII-CN-S" userId="ce8fbb54-122c-426d-b8da-fdcc5e1b5022" providerId="ADAL" clId="{FD455666-A855-4EE8-A596-F47E7C23A8A9}" dt="2023-11-12T09:19:22.721" v="14316" actId="14100"/>
          <ac:spMkLst>
            <pc:docMk/>
            <pc:sldMk cId="684366918" sldId="2147475016"/>
            <ac:spMk id="108" creationId="{10E7216E-57C1-4819-8D68-86C90F31D4DC}"/>
          </ac:spMkLst>
        </pc:spChg>
        <pc:spChg chg="mod">
          <ac:chgData name="Li,Yuting (HP Medicine) BII-CN-S" userId="ce8fbb54-122c-426d-b8da-fdcc5e1b5022" providerId="ADAL" clId="{FD455666-A855-4EE8-A596-F47E7C23A8A9}" dt="2023-11-12T09:33:21.623" v="14594" actId="20577"/>
          <ac:spMkLst>
            <pc:docMk/>
            <pc:sldMk cId="684366918" sldId="2147475016"/>
            <ac:spMk id="137" creationId="{1CA4D503-0497-424B-83B6-B28389852B8A}"/>
          </ac:spMkLst>
        </pc:spChg>
        <pc:spChg chg="mod">
          <ac:chgData name="Li,Yuting (HP Medicine) BII-CN-S" userId="ce8fbb54-122c-426d-b8da-fdcc5e1b5022" providerId="ADAL" clId="{FD455666-A855-4EE8-A596-F47E7C23A8A9}" dt="2023-11-12T09:32:59.618" v="14579" actId="12789"/>
          <ac:spMkLst>
            <pc:docMk/>
            <pc:sldMk cId="684366918" sldId="2147475016"/>
            <ac:spMk id="144" creationId="{579BF9EA-E538-40E5-866B-180A52F19226}"/>
          </ac:spMkLst>
        </pc:spChg>
        <pc:grpChg chg="mod">
          <ac:chgData name="Li,Yuting (HP Medicine) BII-CN-S" userId="ce8fbb54-122c-426d-b8da-fdcc5e1b5022" providerId="ADAL" clId="{FD455666-A855-4EE8-A596-F47E7C23A8A9}" dt="2023-11-12T09:28:01.612" v="14505" actId="1076"/>
          <ac:grpSpMkLst>
            <pc:docMk/>
            <pc:sldMk cId="684366918" sldId="2147475016"/>
            <ac:grpSpMk id="16" creationId="{D5E57F42-5769-4C25-BD97-B26E532D9DE8}"/>
          </ac:grpSpMkLst>
        </pc:grpChg>
        <pc:graphicFrameChg chg="mod modGraphic">
          <ac:chgData name="Li,Yuting (HP Medicine) BII-CN-S" userId="ce8fbb54-122c-426d-b8da-fdcc5e1b5022" providerId="ADAL" clId="{FD455666-A855-4EE8-A596-F47E7C23A8A9}" dt="2023-11-12T09:14:11.146" v="14255" actId="20577"/>
          <ac:graphicFrameMkLst>
            <pc:docMk/>
            <pc:sldMk cId="684366918" sldId="2147475016"/>
            <ac:graphicFrameMk id="116" creationId="{EB1832F7-86BE-4DEE-91F1-447638E4A957}"/>
          </ac:graphicFrameMkLst>
        </pc:graphicFrameChg>
        <pc:picChg chg="del">
          <ac:chgData name="Li,Yuting (HP Medicine) BII-CN-S" userId="ce8fbb54-122c-426d-b8da-fdcc5e1b5022" providerId="ADAL" clId="{FD455666-A855-4EE8-A596-F47E7C23A8A9}" dt="2023-11-12T09:11:54.224" v="14208" actId="478"/>
          <ac:picMkLst>
            <pc:docMk/>
            <pc:sldMk cId="684366918" sldId="2147475016"/>
            <ac:picMk id="15" creationId="{B55D1A11-0F8B-4F7C-8369-B2F342819A95}"/>
          </ac:picMkLst>
        </pc:picChg>
        <pc:picChg chg="mod">
          <ac:chgData name="Li,Yuting (HP Medicine) BII-CN-S" userId="ce8fbb54-122c-426d-b8da-fdcc5e1b5022" providerId="ADAL" clId="{FD455666-A855-4EE8-A596-F47E7C23A8A9}" dt="2023-11-12T09:31:44.618" v="14540" actId="1076"/>
          <ac:picMkLst>
            <pc:docMk/>
            <pc:sldMk cId="684366918" sldId="2147475016"/>
            <ac:picMk id="19" creationId="{982425EF-6447-4F39-A7C2-C31B1312D26E}"/>
          </ac:picMkLst>
        </pc:picChg>
        <pc:picChg chg="mod">
          <ac:chgData name="Li,Yuting (HP Medicine) BII-CN-S" userId="ce8fbb54-122c-426d-b8da-fdcc5e1b5022" providerId="ADAL" clId="{FD455666-A855-4EE8-A596-F47E7C23A8A9}" dt="2023-11-12T09:32:59.618" v="14579" actId="12789"/>
          <ac:picMkLst>
            <pc:docMk/>
            <pc:sldMk cId="684366918" sldId="2147475016"/>
            <ac:picMk id="21" creationId="{499031A3-ACB3-41C0-BBCB-48B99B68F86E}"/>
          </ac:picMkLst>
        </pc:picChg>
        <pc:picChg chg="mod">
          <ac:chgData name="Li,Yuting (HP Medicine) BII-CN-S" userId="ce8fbb54-122c-426d-b8da-fdcc5e1b5022" providerId="ADAL" clId="{FD455666-A855-4EE8-A596-F47E7C23A8A9}" dt="2023-11-12T09:18:51.806" v="14306" actId="1076"/>
          <ac:picMkLst>
            <pc:docMk/>
            <pc:sldMk cId="684366918" sldId="2147475016"/>
            <ac:picMk id="25" creationId="{96015082-40F2-4E7F-B624-A0490D5E031B}"/>
          </ac:picMkLst>
        </pc:picChg>
        <pc:cxnChg chg="mod">
          <ac:chgData name="Li,Yuting (HP Medicine) BII-CN-S" userId="ce8fbb54-122c-426d-b8da-fdcc5e1b5022" providerId="ADAL" clId="{FD455666-A855-4EE8-A596-F47E7C23A8A9}" dt="2023-11-12T09:29:18.682" v="14515" actId="1076"/>
          <ac:cxnSpMkLst>
            <pc:docMk/>
            <pc:sldMk cId="684366918" sldId="2147475016"/>
            <ac:cxnSpMk id="72" creationId="{9C165100-0114-4167-8FF0-BFF01B293D04}"/>
          </ac:cxnSpMkLst>
        </pc:cxnChg>
      </pc:sldChg>
      <pc:sldMasterChg chg="del delSldLayout">
        <pc:chgData name="Li,Yuting (HP Medicine) BII-CN-S" userId="ce8fbb54-122c-426d-b8da-fdcc5e1b5022" providerId="ADAL" clId="{FD455666-A855-4EE8-A596-F47E7C23A8A9}" dt="2023-11-12T03:06:52.361" v="9886" actId="2696"/>
        <pc:sldMasterMkLst>
          <pc:docMk/>
          <pc:sldMasterMk cId="2865055379" sldId="2147483679"/>
        </pc:sldMasterMkLst>
        <pc:sldLayoutChg chg="del">
          <pc:chgData name="Li,Yuting (HP Medicine) BII-CN-S" userId="ce8fbb54-122c-426d-b8da-fdcc5e1b5022" providerId="ADAL" clId="{FD455666-A855-4EE8-A596-F47E7C23A8A9}" dt="2023-11-12T03:06:51.781" v="9855" actId="2696"/>
          <pc:sldLayoutMkLst>
            <pc:docMk/>
            <pc:sldMasterMk cId="2865055379" sldId="2147483679"/>
            <pc:sldLayoutMk cId="988461187" sldId="2147483680"/>
          </pc:sldLayoutMkLst>
        </pc:sldLayoutChg>
        <pc:sldLayoutChg chg="del">
          <pc:chgData name="Li,Yuting (HP Medicine) BII-CN-S" userId="ce8fbb54-122c-426d-b8da-fdcc5e1b5022" providerId="ADAL" clId="{FD455666-A855-4EE8-A596-F47E7C23A8A9}" dt="2023-11-12T03:06:51.791" v="9857" actId="2696"/>
          <pc:sldLayoutMkLst>
            <pc:docMk/>
            <pc:sldMasterMk cId="2865055379" sldId="2147483679"/>
            <pc:sldLayoutMk cId="3619499549" sldId="2147483711"/>
          </pc:sldLayoutMkLst>
        </pc:sldLayoutChg>
        <pc:sldLayoutChg chg="del">
          <pc:chgData name="Li,Yuting (HP Medicine) BII-CN-S" userId="ce8fbb54-122c-426d-b8da-fdcc5e1b5022" providerId="ADAL" clId="{FD455666-A855-4EE8-A596-F47E7C23A8A9}" dt="2023-11-12T03:06:51.797" v="9858" actId="2696"/>
          <pc:sldLayoutMkLst>
            <pc:docMk/>
            <pc:sldMasterMk cId="2865055379" sldId="2147483679"/>
            <pc:sldLayoutMk cId="2511441522" sldId="2147483712"/>
          </pc:sldLayoutMkLst>
        </pc:sldLayoutChg>
        <pc:sldLayoutChg chg="del">
          <pc:chgData name="Li,Yuting (HP Medicine) BII-CN-S" userId="ce8fbb54-122c-426d-b8da-fdcc5e1b5022" providerId="ADAL" clId="{FD455666-A855-4EE8-A596-F47E7C23A8A9}" dt="2023-11-12T03:06:51.806" v="9859" actId="2696"/>
          <pc:sldLayoutMkLst>
            <pc:docMk/>
            <pc:sldMasterMk cId="2865055379" sldId="2147483679"/>
            <pc:sldLayoutMk cId="2727196674" sldId="2147483713"/>
          </pc:sldLayoutMkLst>
        </pc:sldLayoutChg>
        <pc:sldLayoutChg chg="del">
          <pc:chgData name="Li,Yuting (HP Medicine) BII-CN-S" userId="ce8fbb54-122c-426d-b8da-fdcc5e1b5022" providerId="ADAL" clId="{FD455666-A855-4EE8-A596-F47E7C23A8A9}" dt="2023-11-12T03:06:51.813" v="9860" actId="2696"/>
          <pc:sldLayoutMkLst>
            <pc:docMk/>
            <pc:sldMasterMk cId="2865055379" sldId="2147483679"/>
            <pc:sldLayoutMk cId="2439343623" sldId="2147483720"/>
          </pc:sldLayoutMkLst>
        </pc:sldLayoutChg>
        <pc:sldLayoutChg chg="del">
          <pc:chgData name="Li,Yuting (HP Medicine) BII-CN-S" userId="ce8fbb54-122c-426d-b8da-fdcc5e1b5022" providerId="ADAL" clId="{FD455666-A855-4EE8-A596-F47E7C23A8A9}" dt="2023-11-12T03:06:51.829" v="9861" actId="2696"/>
          <pc:sldLayoutMkLst>
            <pc:docMk/>
            <pc:sldMasterMk cId="2865055379" sldId="2147483679"/>
            <pc:sldLayoutMk cId="2649807905" sldId="2147483721"/>
          </pc:sldLayoutMkLst>
        </pc:sldLayoutChg>
        <pc:sldLayoutChg chg="del">
          <pc:chgData name="Li,Yuting (HP Medicine) BII-CN-S" userId="ce8fbb54-122c-426d-b8da-fdcc5e1b5022" providerId="ADAL" clId="{FD455666-A855-4EE8-A596-F47E7C23A8A9}" dt="2023-11-12T03:06:51.845" v="9862" actId="2696"/>
          <pc:sldLayoutMkLst>
            <pc:docMk/>
            <pc:sldMasterMk cId="2865055379" sldId="2147483679"/>
            <pc:sldLayoutMk cId="1725176689" sldId="2147483722"/>
          </pc:sldLayoutMkLst>
        </pc:sldLayoutChg>
        <pc:sldLayoutChg chg="del">
          <pc:chgData name="Li,Yuting (HP Medicine) BII-CN-S" userId="ce8fbb54-122c-426d-b8da-fdcc5e1b5022" providerId="ADAL" clId="{FD455666-A855-4EE8-A596-F47E7C23A8A9}" dt="2023-11-12T03:06:51.861" v="9863" actId="2696"/>
          <pc:sldLayoutMkLst>
            <pc:docMk/>
            <pc:sldMasterMk cId="2865055379" sldId="2147483679"/>
            <pc:sldLayoutMk cId="4101064201" sldId="2147483723"/>
          </pc:sldLayoutMkLst>
        </pc:sldLayoutChg>
        <pc:sldLayoutChg chg="del">
          <pc:chgData name="Li,Yuting (HP Medicine) BII-CN-S" userId="ce8fbb54-122c-426d-b8da-fdcc5e1b5022" providerId="ADAL" clId="{FD455666-A855-4EE8-A596-F47E7C23A8A9}" dt="2023-11-12T03:06:51.876" v="9864" actId="2696"/>
          <pc:sldLayoutMkLst>
            <pc:docMk/>
            <pc:sldMasterMk cId="2865055379" sldId="2147483679"/>
            <pc:sldLayoutMk cId="327565496" sldId="2147483724"/>
          </pc:sldLayoutMkLst>
        </pc:sldLayoutChg>
        <pc:sldLayoutChg chg="del">
          <pc:chgData name="Li,Yuting (HP Medicine) BII-CN-S" userId="ce8fbb54-122c-426d-b8da-fdcc5e1b5022" providerId="ADAL" clId="{FD455666-A855-4EE8-A596-F47E7C23A8A9}" dt="2023-11-12T03:06:51.876" v="9865" actId="2696"/>
          <pc:sldLayoutMkLst>
            <pc:docMk/>
            <pc:sldMasterMk cId="2865055379" sldId="2147483679"/>
            <pc:sldLayoutMk cId="3693783081" sldId="2147483725"/>
          </pc:sldLayoutMkLst>
        </pc:sldLayoutChg>
        <pc:sldLayoutChg chg="del">
          <pc:chgData name="Li,Yuting (HP Medicine) BII-CN-S" userId="ce8fbb54-122c-426d-b8da-fdcc5e1b5022" providerId="ADAL" clId="{FD455666-A855-4EE8-A596-F47E7C23A8A9}" dt="2023-11-12T03:06:51.930" v="9866" actId="2696"/>
          <pc:sldLayoutMkLst>
            <pc:docMk/>
            <pc:sldMasterMk cId="2865055379" sldId="2147483679"/>
            <pc:sldLayoutMk cId="1106805478" sldId="2147483726"/>
          </pc:sldLayoutMkLst>
        </pc:sldLayoutChg>
        <pc:sldLayoutChg chg="del">
          <pc:chgData name="Li,Yuting (HP Medicine) BII-CN-S" userId="ce8fbb54-122c-426d-b8da-fdcc5e1b5022" providerId="ADAL" clId="{FD455666-A855-4EE8-A596-F47E7C23A8A9}" dt="2023-11-12T03:06:51.942" v="9867" actId="2696"/>
          <pc:sldLayoutMkLst>
            <pc:docMk/>
            <pc:sldMasterMk cId="2865055379" sldId="2147483679"/>
            <pc:sldLayoutMk cId="1195600415" sldId="2147483727"/>
          </pc:sldLayoutMkLst>
        </pc:sldLayoutChg>
        <pc:sldLayoutChg chg="del">
          <pc:chgData name="Li,Yuting (HP Medicine) BII-CN-S" userId="ce8fbb54-122c-426d-b8da-fdcc5e1b5022" providerId="ADAL" clId="{FD455666-A855-4EE8-A596-F47E7C23A8A9}" dt="2023-11-12T03:06:52.029" v="9868" actId="2696"/>
          <pc:sldLayoutMkLst>
            <pc:docMk/>
            <pc:sldMasterMk cId="2865055379" sldId="2147483679"/>
            <pc:sldLayoutMk cId="1459951951" sldId="2147483728"/>
          </pc:sldLayoutMkLst>
        </pc:sldLayoutChg>
        <pc:sldLayoutChg chg="del">
          <pc:chgData name="Li,Yuting (HP Medicine) BII-CN-S" userId="ce8fbb54-122c-426d-b8da-fdcc5e1b5022" providerId="ADAL" clId="{FD455666-A855-4EE8-A596-F47E7C23A8A9}" dt="2023-11-12T03:06:52.029" v="9869" actId="2696"/>
          <pc:sldLayoutMkLst>
            <pc:docMk/>
            <pc:sldMasterMk cId="2865055379" sldId="2147483679"/>
            <pc:sldLayoutMk cId="92033761" sldId="2147483729"/>
          </pc:sldLayoutMkLst>
        </pc:sldLayoutChg>
        <pc:sldLayoutChg chg="del">
          <pc:chgData name="Li,Yuting (HP Medicine) BII-CN-S" userId="ce8fbb54-122c-426d-b8da-fdcc5e1b5022" providerId="ADAL" clId="{FD455666-A855-4EE8-A596-F47E7C23A8A9}" dt="2023-11-12T03:06:52.096" v="9872" actId="2696"/>
          <pc:sldLayoutMkLst>
            <pc:docMk/>
            <pc:sldMasterMk cId="2865055379" sldId="2147483679"/>
            <pc:sldLayoutMk cId="3821594822" sldId="2147483730"/>
          </pc:sldLayoutMkLst>
        </pc:sldLayoutChg>
        <pc:sldLayoutChg chg="del">
          <pc:chgData name="Li,Yuting (HP Medicine) BII-CN-S" userId="ce8fbb54-122c-426d-b8da-fdcc5e1b5022" providerId="ADAL" clId="{FD455666-A855-4EE8-A596-F47E7C23A8A9}" dt="2023-11-12T03:06:52.112" v="9873" actId="2696"/>
          <pc:sldLayoutMkLst>
            <pc:docMk/>
            <pc:sldMasterMk cId="2865055379" sldId="2147483679"/>
            <pc:sldLayoutMk cId="371660934" sldId="2147483731"/>
          </pc:sldLayoutMkLst>
        </pc:sldLayoutChg>
        <pc:sldLayoutChg chg="del">
          <pc:chgData name="Li,Yuting (HP Medicine) BII-CN-S" userId="ce8fbb54-122c-426d-b8da-fdcc5e1b5022" providerId="ADAL" clId="{FD455666-A855-4EE8-A596-F47E7C23A8A9}" dt="2023-11-12T03:06:52.113" v="9874" actId="2696"/>
          <pc:sldLayoutMkLst>
            <pc:docMk/>
            <pc:sldMasterMk cId="2865055379" sldId="2147483679"/>
            <pc:sldLayoutMk cId="2378070017" sldId="2147483732"/>
          </pc:sldLayoutMkLst>
        </pc:sldLayoutChg>
        <pc:sldLayoutChg chg="del">
          <pc:chgData name="Li,Yuting (HP Medicine) BII-CN-S" userId="ce8fbb54-122c-426d-b8da-fdcc5e1b5022" providerId="ADAL" clId="{FD455666-A855-4EE8-A596-F47E7C23A8A9}" dt="2023-11-12T03:06:52.136" v="9875" actId="2696"/>
          <pc:sldLayoutMkLst>
            <pc:docMk/>
            <pc:sldMasterMk cId="2865055379" sldId="2147483679"/>
            <pc:sldLayoutMk cId="3124825333" sldId="2147483754"/>
          </pc:sldLayoutMkLst>
        </pc:sldLayoutChg>
        <pc:sldLayoutChg chg="del">
          <pc:chgData name="Li,Yuting (HP Medicine) BII-CN-S" userId="ce8fbb54-122c-426d-b8da-fdcc5e1b5022" providerId="ADAL" clId="{FD455666-A855-4EE8-A596-F47E7C23A8A9}" dt="2023-11-12T03:06:52.152" v="9876" actId="2696"/>
          <pc:sldLayoutMkLst>
            <pc:docMk/>
            <pc:sldMasterMk cId="2865055379" sldId="2147483679"/>
            <pc:sldLayoutMk cId="931244108" sldId="2147483755"/>
          </pc:sldLayoutMkLst>
        </pc:sldLayoutChg>
        <pc:sldLayoutChg chg="del">
          <pc:chgData name="Li,Yuting (HP Medicine) BII-CN-S" userId="ce8fbb54-122c-426d-b8da-fdcc5e1b5022" providerId="ADAL" clId="{FD455666-A855-4EE8-A596-F47E7C23A8A9}" dt="2023-11-12T03:06:52.168" v="9877" actId="2696"/>
          <pc:sldLayoutMkLst>
            <pc:docMk/>
            <pc:sldMasterMk cId="2865055379" sldId="2147483679"/>
            <pc:sldLayoutMk cId="3024135905" sldId="2147483756"/>
          </pc:sldLayoutMkLst>
        </pc:sldLayoutChg>
        <pc:sldLayoutChg chg="del">
          <pc:chgData name="Li,Yuting (HP Medicine) BII-CN-S" userId="ce8fbb54-122c-426d-b8da-fdcc5e1b5022" providerId="ADAL" clId="{FD455666-A855-4EE8-A596-F47E7C23A8A9}" dt="2023-11-12T03:06:52.185" v="9878" actId="2696"/>
          <pc:sldLayoutMkLst>
            <pc:docMk/>
            <pc:sldMasterMk cId="2865055379" sldId="2147483679"/>
            <pc:sldLayoutMk cId="2418794788" sldId="2147483757"/>
          </pc:sldLayoutMkLst>
        </pc:sldLayoutChg>
        <pc:sldLayoutChg chg="del">
          <pc:chgData name="Li,Yuting (HP Medicine) BII-CN-S" userId="ce8fbb54-122c-426d-b8da-fdcc5e1b5022" providerId="ADAL" clId="{FD455666-A855-4EE8-A596-F47E7C23A8A9}" dt="2023-11-12T03:06:52.198" v="9879" actId="2696"/>
          <pc:sldLayoutMkLst>
            <pc:docMk/>
            <pc:sldMasterMk cId="2865055379" sldId="2147483679"/>
            <pc:sldLayoutMk cId="319117124" sldId="2147483758"/>
          </pc:sldLayoutMkLst>
        </pc:sldLayoutChg>
        <pc:sldLayoutChg chg="del">
          <pc:chgData name="Li,Yuting (HP Medicine) BII-CN-S" userId="ce8fbb54-122c-426d-b8da-fdcc5e1b5022" providerId="ADAL" clId="{FD455666-A855-4EE8-A596-F47E7C23A8A9}" dt="2023-11-12T03:06:52.216" v="9880" actId="2696"/>
          <pc:sldLayoutMkLst>
            <pc:docMk/>
            <pc:sldMasterMk cId="2865055379" sldId="2147483679"/>
            <pc:sldLayoutMk cId="2778338949" sldId="2147483759"/>
          </pc:sldLayoutMkLst>
        </pc:sldLayoutChg>
        <pc:sldLayoutChg chg="del">
          <pc:chgData name="Li,Yuting (HP Medicine) BII-CN-S" userId="ce8fbb54-122c-426d-b8da-fdcc5e1b5022" providerId="ADAL" clId="{FD455666-A855-4EE8-A596-F47E7C23A8A9}" dt="2023-11-12T03:06:52.229" v="9881" actId="2696"/>
          <pc:sldLayoutMkLst>
            <pc:docMk/>
            <pc:sldMasterMk cId="2865055379" sldId="2147483679"/>
            <pc:sldLayoutMk cId="1693271759" sldId="2147483760"/>
          </pc:sldLayoutMkLst>
        </pc:sldLayoutChg>
        <pc:sldLayoutChg chg="del">
          <pc:chgData name="Li,Yuting (HP Medicine) BII-CN-S" userId="ce8fbb54-122c-426d-b8da-fdcc5e1b5022" providerId="ADAL" clId="{FD455666-A855-4EE8-A596-F47E7C23A8A9}" dt="2023-11-12T03:06:52.248" v="9882" actId="2696"/>
          <pc:sldLayoutMkLst>
            <pc:docMk/>
            <pc:sldMasterMk cId="2865055379" sldId="2147483679"/>
            <pc:sldLayoutMk cId="1600418722" sldId="2147483780"/>
          </pc:sldLayoutMkLst>
        </pc:sldLayoutChg>
        <pc:sldLayoutChg chg="del">
          <pc:chgData name="Li,Yuting (HP Medicine) BII-CN-S" userId="ce8fbb54-122c-426d-b8da-fdcc5e1b5022" providerId="ADAL" clId="{FD455666-A855-4EE8-A596-F47E7C23A8A9}" dt="2023-11-12T03:06:52.270" v="9883" actId="2696"/>
          <pc:sldLayoutMkLst>
            <pc:docMk/>
            <pc:sldMasterMk cId="2865055379" sldId="2147483679"/>
            <pc:sldLayoutMk cId="2831651810" sldId="2147483781"/>
          </pc:sldLayoutMkLst>
        </pc:sldLayoutChg>
        <pc:sldLayoutChg chg="del">
          <pc:chgData name="Li,Yuting (HP Medicine) BII-CN-S" userId="ce8fbb54-122c-426d-b8da-fdcc5e1b5022" providerId="ADAL" clId="{FD455666-A855-4EE8-A596-F47E7C23A8A9}" dt="2023-11-12T03:06:52.080" v="9870" actId="2696"/>
          <pc:sldLayoutMkLst>
            <pc:docMk/>
            <pc:sldMasterMk cId="2865055379" sldId="2147483679"/>
            <pc:sldLayoutMk cId="4032932825" sldId="2147483782"/>
          </pc:sldLayoutMkLst>
        </pc:sldLayoutChg>
        <pc:sldLayoutChg chg="del">
          <pc:chgData name="Li,Yuting (HP Medicine) BII-CN-S" userId="ce8fbb54-122c-426d-b8da-fdcc5e1b5022" providerId="ADAL" clId="{FD455666-A855-4EE8-A596-F47E7C23A8A9}" dt="2023-11-12T03:06:52.080" v="9871" actId="2696"/>
          <pc:sldLayoutMkLst>
            <pc:docMk/>
            <pc:sldMasterMk cId="2865055379" sldId="2147483679"/>
            <pc:sldLayoutMk cId="2314660536" sldId="2147483783"/>
          </pc:sldLayoutMkLst>
        </pc:sldLayoutChg>
        <pc:sldLayoutChg chg="del">
          <pc:chgData name="Li,Yuting (HP Medicine) BII-CN-S" userId="ce8fbb54-122c-426d-b8da-fdcc5e1b5022" providerId="ADAL" clId="{FD455666-A855-4EE8-A596-F47E7C23A8A9}" dt="2023-11-12T03:06:52.314" v="9884" actId="2696"/>
          <pc:sldLayoutMkLst>
            <pc:docMk/>
            <pc:sldMasterMk cId="2865055379" sldId="2147483679"/>
            <pc:sldLayoutMk cId="1344386141" sldId="2147484509"/>
          </pc:sldLayoutMkLst>
        </pc:sldLayoutChg>
        <pc:sldLayoutChg chg="del">
          <pc:chgData name="Li,Yuting (HP Medicine) BII-CN-S" userId="ce8fbb54-122c-426d-b8da-fdcc5e1b5022" providerId="ADAL" clId="{FD455666-A855-4EE8-A596-F47E7C23A8A9}" dt="2023-11-12T03:06:52.345" v="9885" actId="2696"/>
          <pc:sldLayoutMkLst>
            <pc:docMk/>
            <pc:sldMasterMk cId="2865055379" sldId="2147483679"/>
            <pc:sldLayoutMk cId="4236198084" sldId="2147484523"/>
          </pc:sldLayoutMkLst>
        </pc:sldLayoutChg>
        <pc:sldLayoutChg chg="del">
          <pc:chgData name="Li,Yuting (HP Medicine) BII-CN-S" userId="ce8fbb54-122c-426d-b8da-fdcc5e1b5022" providerId="ADAL" clId="{FD455666-A855-4EE8-A596-F47E7C23A8A9}" dt="2023-11-12T03:06:51.786" v="9856" actId="2696"/>
          <pc:sldLayoutMkLst>
            <pc:docMk/>
            <pc:sldMasterMk cId="2865055379" sldId="2147483679"/>
            <pc:sldLayoutMk cId="4162297315" sldId="2147484559"/>
          </pc:sldLayoutMkLst>
        </pc:sldLayoutChg>
      </pc:sldMasterChg>
      <pc:sldMasterChg chg="addSp modTransition modSldLayout">
        <pc:chgData name="Li,Yuting (HP Medicine) BII-CN-S" userId="ce8fbb54-122c-426d-b8da-fdcc5e1b5022" providerId="ADAL" clId="{FD455666-A855-4EE8-A596-F47E7C23A8A9}" dt="2023-11-12T03:05:50.412" v="9845"/>
        <pc:sldMasterMkLst>
          <pc:docMk/>
          <pc:sldMasterMk cId="2328643104" sldId="2147485052"/>
        </pc:sldMasterMkLst>
        <pc:picChg chg="add">
          <ac:chgData name="Li,Yuting (HP Medicine) BII-CN-S" userId="ce8fbb54-122c-426d-b8da-fdcc5e1b5022" providerId="ADAL" clId="{FD455666-A855-4EE8-A596-F47E7C23A8A9}" dt="2023-11-12T03:05:50.412" v="9845"/>
          <ac:picMkLst>
            <pc:docMk/>
            <pc:sldMasterMk cId="2328643104" sldId="2147485052"/>
            <ac:picMk id="4" creationId="{9E3BD0FD-07D5-C13C-1B02-AAF0FD2D85D3}"/>
          </ac:picMkLst>
        </pc:picChg>
        <pc:sldLayoutChg chg="addSp">
          <pc:chgData name="Li,Yuting (HP Medicine) BII-CN-S" userId="ce8fbb54-122c-426d-b8da-fdcc5e1b5022" providerId="ADAL" clId="{FD455666-A855-4EE8-A596-F47E7C23A8A9}" dt="2023-11-12T03:05:50.412" v="9845"/>
          <pc:sldLayoutMkLst>
            <pc:docMk/>
            <pc:sldMasterMk cId="2328643104" sldId="2147484781"/>
            <pc:sldLayoutMk cId="427043123" sldId="2147484815"/>
          </pc:sldLayoutMkLst>
          <pc:picChg chg="add">
            <ac:chgData name="Li,Yuting (HP Medicine) BII-CN-S" userId="ce8fbb54-122c-426d-b8da-fdcc5e1b5022" providerId="ADAL" clId="{FD455666-A855-4EE8-A596-F47E7C23A8A9}" dt="2023-11-12T03:05:50.412" v="9845"/>
            <ac:picMkLst>
              <pc:docMk/>
              <pc:sldMasterMk cId="2328643104" sldId="2147484781"/>
              <pc:sldLayoutMk cId="427043123" sldId="2147484815"/>
              <ac:picMk id="6" creationId="{58106266-C7DC-F765-6EA5-43B2A8888055}"/>
            </ac:picMkLst>
          </pc:picChg>
        </pc:sldLayoutChg>
        <pc:sldLayoutChg chg="delSp">
          <pc:chgData name="Li,Yuting (HP Medicine) BII-CN-S" userId="ce8fbb54-122c-426d-b8da-fdcc5e1b5022" providerId="ADAL" clId="{FD455666-A855-4EE8-A596-F47E7C23A8A9}" dt="2023-11-12T03:05:50.412" v="9845"/>
          <pc:sldLayoutMkLst>
            <pc:docMk/>
            <pc:sldMasterMk cId="2328643104" sldId="2147484781"/>
            <pc:sldLayoutMk cId="3633041395" sldId="2147484816"/>
          </pc:sldLayoutMkLst>
          <pc:cxnChg chg="del">
            <ac:chgData name="Li,Yuting (HP Medicine) BII-CN-S" userId="ce8fbb54-122c-426d-b8da-fdcc5e1b5022" providerId="ADAL" clId="{FD455666-A855-4EE8-A596-F47E7C23A8A9}" dt="2023-11-12T03:05:50.412" v="9845"/>
            <ac:cxnSpMkLst>
              <pc:docMk/>
              <pc:sldMasterMk cId="2328643104" sldId="2147484781"/>
              <pc:sldLayoutMk cId="3633041395" sldId="2147484816"/>
              <ac:cxnSpMk id="24" creationId="{00000000-0000-0000-0000-000000000000}"/>
            </ac:cxnSpMkLst>
          </pc:cxnChg>
        </pc:sldLayoutChg>
      </pc:sldMasterChg>
    </pc:docChg>
  </pc:docChgLst>
  <pc:docChgLst>
    <pc:chgData name="Shen,Cindy (MED CD&amp;O) BII-CN-S" userId="S::cindy.shen@boehringer-ingelheim.com::4ef3a3e4-b0d2-4b61-83e5-e05e23635ff4" providerId="AD" clId="Web-{A6869E62-7710-BFDB-FAAC-F72679040910}"/>
    <pc:docChg chg="modSld">
      <pc:chgData name="Shen,Cindy (MED CD&amp;O) BII-CN-S" userId="S::cindy.shen@boehringer-ingelheim.com::4ef3a3e4-b0d2-4b61-83e5-e05e23635ff4" providerId="AD" clId="Web-{A6869E62-7710-BFDB-FAAC-F72679040910}" dt="2024-02-26T03:32:12.617" v="9"/>
      <pc:docMkLst>
        <pc:docMk/>
      </pc:docMkLst>
      <pc:sldChg chg="addSp modSp">
        <pc:chgData name="Shen,Cindy (MED CD&amp;O) BII-CN-S" userId="S::cindy.shen@boehringer-ingelheim.com::4ef3a3e4-b0d2-4b61-83e5-e05e23635ff4" providerId="AD" clId="Web-{A6869E62-7710-BFDB-FAAC-F72679040910}" dt="2024-02-26T03:30:09.770" v="4" actId="1076"/>
        <pc:sldMkLst>
          <pc:docMk/>
          <pc:sldMk cId="951531086" sldId="2147481394"/>
        </pc:sldMkLst>
        <pc:picChg chg="mod">
          <ac:chgData name="Shen,Cindy (MED CD&amp;O) BII-CN-S" userId="S::cindy.shen@boehringer-ingelheim.com::4ef3a3e4-b0d2-4b61-83e5-e05e23635ff4" providerId="AD" clId="Web-{A6869E62-7710-BFDB-FAAC-F72679040910}" dt="2024-02-26T03:30:09.770" v="4" actId="1076"/>
          <ac:picMkLst>
            <pc:docMk/>
            <pc:sldMk cId="951531086" sldId="2147481394"/>
            <ac:picMk id="2" creationId="{B0DC1EB0-CDF9-BAFB-FAF0-D1FF714002A3}"/>
          </ac:picMkLst>
        </pc:picChg>
        <pc:picChg chg="add mod ord">
          <ac:chgData name="Shen,Cindy (MED CD&amp;O) BII-CN-S" userId="S::cindy.shen@boehringer-ingelheim.com::4ef3a3e4-b0d2-4b61-83e5-e05e23635ff4" providerId="AD" clId="Web-{A6869E62-7710-BFDB-FAAC-F72679040910}" dt="2024-02-26T03:30:03.802" v="3"/>
          <ac:picMkLst>
            <pc:docMk/>
            <pc:sldMk cId="951531086" sldId="2147481394"/>
            <ac:picMk id="3" creationId="{FA026DBF-8822-0732-6D42-6B3E64AF9A74}"/>
          </ac:picMkLst>
        </pc:picChg>
      </pc:sldChg>
      <pc:sldChg chg="delSp modSp addCm">
        <pc:chgData name="Shen,Cindy (MED CD&amp;O) BII-CN-S" userId="S::cindy.shen@boehringer-ingelheim.com::4ef3a3e4-b0d2-4b61-83e5-e05e23635ff4" providerId="AD" clId="Web-{A6869E62-7710-BFDB-FAAC-F72679040910}" dt="2024-02-26T03:32:12.617" v="9"/>
        <pc:sldMkLst>
          <pc:docMk/>
          <pc:sldMk cId="1783156884" sldId="2147481395"/>
        </pc:sldMkLst>
        <pc:spChg chg="mod">
          <ac:chgData name="Shen,Cindy (MED CD&amp;O) BII-CN-S" userId="S::cindy.shen@boehringer-ingelheim.com::4ef3a3e4-b0d2-4b61-83e5-e05e23635ff4" providerId="AD" clId="Web-{A6869E62-7710-BFDB-FAAC-F72679040910}" dt="2024-02-26T03:31:24.569" v="8" actId="20577"/>
          <ac:spMkLst>
            <pc:docMk/>
            <pc:sldMk cId="1783156884" sldId="2147481395"/>
            <ac:spMk id="15" creationId="{B01AB53E-9E55-46BB-7F88-2E3A74A0557A}"/>
          </ac:spMkLst>
        </pc:spChg>
        <pc:graphicFrameChg chg="del">
          <ac:chgData name="Shen,Cindy (MED CD&amp;O) BII-CN-S" userId="S::cindy.shen@boehringer-ingelheim.com::4ef3a3e4-b0d2-4b61-83e5-e05e23635ff4" providerId="AD" clId="Web-{A6869E62-7710-BFDB-FAAC-F72679040910}" dt="2024-02-26T03:30:41.099" v="5"/>
          <ac:graphicFrameMkLst>
            <pc:docMk/>
            <pc:sldMk cId="1783156884" sldId="2147481395"/>
            <ac:graphicFrameMk id="9" creationId="{4D70BC35-93D8-2E73-9762-044E4D42290B}"/>
          </ac:graphicFrameMkLst>
        </pc:graphicFrameChg>
      </pc:sldChg>
    </pc:docChg>
  </pc:docChgLst>
  <pc:docChgLst>
    <pc:chgData name="Sun,Dr.,Alex (HP Medicine) BII-CN-S" userId="S::alex.sun@boehringer-ingelheim.com::4719f32c-0e69-47bd-a472-8593e5571da4" providerId="AD" clId="Web-{683F0E0F-A1BA-331E-7997-286D1A5E6196}"/>
    <pc:docChg chg="modSld">
      <pc:chgData name="Sun,Dr.,Alex (HP Medicine) BII-CN-S" userId="S::alex.sun@boehringer-ingelheim.com::4719f32c-0e69-47bd-a472-8593e5571da4" providerId="AD" clId="Web-{683F0E0F-A1BA-331E-7997-286D1A5E6196}" dt="2024-03-20T14:53:54.730" v="0" actId="1076"/>
      <pc:docMkLst>
        <pc:docMk/>
      </pc:docMkLst>
      <pc:sldChg chg="modSp">
        <pc:chgData name="Sun,Dr.,Alex (HP Medicine) BII-CN-S" userId="S::alex.sun@boehringer-ingelheim.com::4719f32c-0e69-47bd-a472-8593e5571da4" providerId="AD" clId="Web-{683F0E0F-A1BA-331E-7997-286D1A5E6196}" dt="2024-03-20T14:53:54.730" v="0" actId="1076"/>
        <pc:sldMkLst>
          <pc:docMk/>
          <pc:sldMk cId="2382234280" sldId="2147482844"/>
        </pc:sldMkLst>
        <pc:spChg chg="mod">
          <ac:chgData name="Sun,Dr.,Alex (HP Medicine) BII-CN-S" userId="S::alex.sun@boehringer-ingelheim.com::4719f32c-0e69-47bd-a472-8593e5571da4" providerId="AD" clId="Web-{683F0E0F-A1BA-331E-7997-286D1A5E6196}" dt="2024-03-20T14:53:54.730" v="0" actId="1076"/>
          <ac:spMkLst>
            <pc:docMk/>
            <pc:sldMk cId="2382234280" sldId="2147482844"/>
            <ac:spMk id="12" creationId="{EC0D85C9-218A-373D-4023-358B045E023C}"/>
          </ac:spMkLst>
        </pc:spChg>
      </pc:sldChg>
    </pc:docChg>
  </pc:docChgLst>
  <pc:docChgLst>
    <pc:chgData name="Chen,Dr.,Ying (HP Medicine) BII-CN-S" userId="7c019f49-0ee9-4787-9ac5-a11d3b82d6d2" providerId="ADAL" clId="{86B81D1A-9A60-4955-A5F5-CFA660947068}"/>
    <pc:docChg chg="undo redo custSel addSld delSld modSld sldOrd modSection">
      <pc:chgData name="Chen,Dr.,Ying (HP Medicine) BII-CN-S" userId="7c019f49-0ee9-4787-9ac5-a11d3b82d6d2" providerId="ADAL" clId="{86B81D1A-9A60-4955-A5F5-CFA660947068}" dt="2024-04-23T03:12:29.842" v="2432" actId="1035"/>
      <pc:docMkLst>
        <pc:docMk/>
      </pc:docMkLst>
      <pc:sldChg chg="add del">
        <pc:chgData name="Chen,Dr.,Ying (HP Medicine) BII-CN-S" userId="7c019f49-0ee9-4787-9ac5-a11d3b82d6d2" providerId="ADAL" clId="{86B81D1A-9A60-4955-A5F5-CFA660947068}" dt="2024-04-21T04:18:33.208" v="1614" actId="47"/>
        <pc:sldMkLst>
          <pc:docMk/>
          <pc:sldMk cId="2749100026" sldId="2147474145"/>
        </pc:sldMkLst>
      </pc:sldChg>
      <pc:sldChg chg="add del mod modShow">
        <pc:chgData name="Chen,Dr.,Ying (HP Medicine) BII-CN-S" userId="7c019f49-0ee9-4787-9ac5-a11d3b82d6d2" providerId="ADAL" clId="{86B81D1A-9A60-4955-A5F5-CFA660947068}" dt="2024-04-21T04:47:21.492" v="2029" actId="47"/>
        <pc:sldMkLst>
          <pc:docMk/>
          <pc:sldMk cId="602249950" sldId="2147474149"/>
        </pc:sldMkLst>
      </pc:sldChg>
      <pc:sldChg chg="ord">
        <pc:chgData name="Chen,Dr.,Ying (HP Medicine) BII-CN-S" userId="7c019f49-0ee9-4787-9ac5-a11d3b82d6d2" providerId="ADAL" clId="{86B81D1A-9A60-4955-A5F5-CFA660947068}" dt="2024-04-21T03:59:47.687" v="1370"/>
        <pc:sldMkLst>
          <pc:docMk/>
          <pc:sldMk cId="4261751492" sldId="2147480426"/>
        </pc:sldMkLst>
      </pc:sldChg>
      <pc:sldChg chg="del">
        <pc:chgData name="Chen,Dr.,Ying (HP Medicine) BII-CN-S" userId="7c019f49-0ee9-4787-9ac5-a11d3b82d6d2" providerId="ADAL" clId="{86B81D1A-9A60-4955-A5F5-CFA660947068}" dt="2024-04-21T03:51:14.468" v="1241" actId="47"/>
        <pc:sldMkLst>
          <pc:docMk/>
          <pc:sldMk cId="3629372718" sldId="2147480453"/>
        </pc:sldMkLst>
      </pc:sldChg>
      <pc:sldChg chg="addSp modSp add mod modNotesTx">
        <pc:chgData name="Chen,Dr.,Ying (HP Medicine) BII-CN-S" userId="7c019f49-0ee9-4787-9ac5-a11d3b82d6d2" providerId="ADAL" clId="{86B81D1A-9A60-4955-A5F5-CFA660947068}" dt="2024-04-21T05:28:12.632" v="2084" actId="20577"/>
        <pc:sldMkLst>
          <pc:docMk/>
          <pc:sldMk cId="497805760" sldId="2147481375"/>
        </pc:sldMkLst>
        <pc:spChg chg="mod">
          <ac:chgData name="Chen,Dr.,Ying (HP Medicine) BII-CN-S" userId="7c019f49-0ee9-4787-9ac5-a11d3b82d6d2" providerId="ADAL" clId="{86B81D1A-9A60-4955-A5F5-CFA660947068}" dt="2024-04-21T05:23:49.498" v="2047" actId="20577"/>
          <ac:spMkLst>
            <pc:docMk/>
            <pc:sldMk cId="497805760" sldId="2147481375"/>
            <ac:spMk id="7" creationId="{5220F6B6-6CCC-4FBE-FED8-7B4E06A6C8FE}"/>
          </ac:spMkLst>
        </pc:spChg>
        <pc:spChg chg="add mod">
          <ac:chgData name="Chen,Dr.,Ying (HP Medicine) BII-CN-S" userId="7c019f49-0ee9-4787-9ac5-a11d3b82d6d2" providerId="ADAL" clId="{86B81D1A-9A60-4955-A5F5-CFA660947068}" dt="2024-04-21T03:46:35.507" v="1189" actId="1076"/>
          <ac:spMkLst>
            <pc:docMk/>
            <pc:sldMk cId="497805760" sldId="2147481375"/>
            <ac:spMk id="8" creationId="{1BAC690B-CC60-CF35-675D-72AD56D5BCBA}"/>
          </ac:spMkLst>
        </pc:spChg>
        <pc:spChg chg="mod">
          <ac:chgData name="Chen,Dr.,Ying (HP Medicine) BII-CN-S" userId="7c019f49-0ee9-4787-9ac5-a11d3b82d6d2" providerId="ADAL" clId="{86B81D1A-9A60-4955-A5F5-CFA660947068}" dt="2024-04-21T05:28:12.632" v="2084" actId="20577"/>
          <ac:spMkLst>
            <pc:docMk/>
            <pc:sldMk cId="497805760" sldId="2147481375"/>
            <ac:spMk id="21" creationId="{ED44244A-FEB0-586B-E598-E28225954DC1}"/>
          </ac:spMkLst>
        </pc:spChg>
        <pc:spChg chg="mod">
          <ac:chgData name="Chen,Dr.,Ying (HP Medicine) BII-CN-S" userId="7c019f49-0ee9-4787-9ac5-a11d3b82d6d2" providerId="ADAL" clId="{86B81D1A-9A60-4955-A5F5-CFA660947068}" dt="2024-04-21T03:11:30.050" v="676" actId="1037"/>
          <ac:spMkLst>
            <pc:docMk/>
            <pc:sldMk cId="497805760" sldId="2147481375"/>
            <ac:spMk id="22" creationId="{FE802B07-3342-A085-3E09-AF0A3BB59652}"/>
          </ac:spMkLst>
        </pc:spChg>
        <pc:cxnChg chg="mod">
          <ac:chgData name="Chen,Dr.,Ying (HP Medicine) BII-CN-S" userId="7c019f49-0ee9-4787-9ac5-a11d3b82d6d2" providerId="ADAL" clId="{86B81D1A-9A60-4955-A5F5-CFA660947068}" dt="2024-04-21T03:11:30.050" v="676" actId="1037"/>
          <ac:cxnSpMkLst>
            <pc:docMk/>
            <pc:sldMk cId="497805760" sldId="2147481375"/>
            <ac:cxnSpMk id="23" creationId="{CFFB1133-4F50-A609-EA28-27883FBBDE7D}"/>
          </ac:cxnSpMkLst>
        </pc:cxnChg>
      </pc:sldChg>
      <pc:sldChg chg="modSp mod modShow">
        <pc:chgData name="Chen,Dr.,Ying (HP Medicine) BII-CN-S" userId="7c019f49-0ee9-4787-9ac5-a11d3b82d6d2" providerId="ADAL" clId="{86B81D1A-9A60-4955-A5F5-CFA660947068}" dt="2024-04-21T02:09:21.828" v="22" actId="729"/>
        <pc:sldMkLst>
          <pc:docMk/>
          <pc:sldMk cId="1519687716" sldId="2147481384"/>
        </pc:sldMkLst>
        <pc:spChg chg="mod">
          <ac:chgData name="Chen,Dr.,Ying (HP Medicine) BII-CN-S" userId="7c019f49-0ee9-4787-9ac5-a11d3b82d6d2" providerId="ADAL" clId="{86B81D1A-9A60-4955-A5F5-CFA660947068}" dt="2024-04-21T02:08:20.427" v="20" actId="207"/>
          <ac:spMkLst>
            <pc:docMk/>
            <pc:sldMk cId="1519687716" sldId="2147481384"/>
            <ac:spMk id="3" creationId="{45E7D4C0-1D41-FD3A-53A1-527CC5474E52}"/>
          </ac:spMkLst>
        </pc:spChg>
      </pc:sldChg>
      <pc:sldChg chg="add del">
        <pc:chgData name="Chen,Dr.,Ying (HP Medicine) BII-CN-S" userId="7c019f49-0ee9-4787-9ac5-a11d3b82d6d2" providerId="ADAL" clId="{86B81D1A-9A60-4955-A5F5-CFA660947068}" dt="2024-04-21T04:23:46.223" v="1751" actId="47"/>
        <pc:sldMkLst>
          <pc:docMk/>
          <pc:sldMk cId="617639038" sldId="2147481385"/>
        </pc:sldMkLst>
      </pc:sldChg>
      <pc:sldChg chg="del">
        <pc:chgData name="Chen,Dr.,Ying (HP Medicine) BII-CN-S" userId="7c019f49-0ee9-4787-9ac5-a11d3b82d6d2" providerId="ADAL" clId="{86B81D1A-9A60-4955-A5F5-CFA660947068}" dt="2024-04-21T04:22:44.879" v="1746" actId="47"/>
        <pc:sldMkLst>
          <pc:docMk/>
          <pc:sldMk cId="1148062755" sldId="2147481386"/>
        </pc:sldMkLst>
      </pc:sldChg>
      <pc:sldChg chg="del">
        <pc:chgData name="Chen,Dr.,Ying (HP Medicine) BII-CN-S" userId="7c019f49-0ee9-4787-9ac5-a11d3b82d6d2" providerId="ADAL" clId="{86B81D1A-9A60-4955-A5F5-CFA660947068}" dt="2024-04-21T04:22:46.726" v="1747" actId="47"/>
        <pc:sldMkLst>
          <pc:docMk/>
          <pc:sldMk cId="3100377490" sldId="2147481388"/>
        </pc:sldMkLst>
      </pc:sldChg>
      <pc:sldChg chg="add del">
        <pc:chgData name="Chen,Dr.,Ying (HP Medicine) BII-CN-S" userId="7c019f49-0ee9-4787-9ac5-a11d3b82d6d2" providerId="ADAL" clId="{86B81D1A-9A60-4955-A5F5-CFA660947068}" dt="2024-04-21T04:12:36.128" v="1439" actId="47"/>
        <pc:sldMkLst>
          <pc:docMk/>
          <pc:sldMk cId="533113754" sldId="2147481390"/>
        </pc:sldMkLst>
      </pc:sldChg>
      <pc:sldChg chg="del">
        <pc:chgData name="Chen,Dr.,Ying (HP Medicine) BII-CN-S" userId="7c019f49-0ee9-4787-9ac5-a11d3b82d6d2" providerId="ADAL" clId="{86B81D1A-9A60-4955-A5F5-CFA660947068}" dt="2024-04-21T03:51:16.949" v="1242" actId="47"/>
        <pc:sldMkLst>
          <pc:docMk/>
          <pc:sldMk cId="4225179121" sldId="2147481393"/>
        </pc:sldMkLst>
      </pc:sldChg>
      <pc:sldChg chg="del">
        <pc:chgData name="Chen,Dr.,Ying (HP Medicine) BII-CN-S" userId="7c019f49-0ee9-4787-9ac5-a11d3b82d6d2" providerId="ADAL" clId="{86B81D1A-9A60-4955-A5F5-CFA660947068}" dt="2024-04-21T03:51:17.954" v="1243" actId="47"/>
        <pc:sldMkLst>
          <pc:docMk/>
          <pc:sldMk cId="458413457" sldId="2147481394"/>
        </pc:sldMkLst>
      </pc:sldChg>
      <pc:sldChg chg="del">
        <pc:chgData name="Chen,Dr.,Ying (HP Medicine) BII-CN-S" userId="7c019f49-0ee9-4787-9ac5-a11d3b82d6d2" providerId="ADAL" clId="{86B81D1A-9A60-4955-A5F5-CFA660947068}" dt="2024-04-21T04:48:13.224" v="2030" actId="47"/>
        <pc:sldMkLst>
          <pc:docMk/>
          <pc:sldMk cId="393501697" sldId="2147481396"/>
        </pc:sldMkLst>
      </pc:sldChg>
      <pc:sldChg chg="addSp delSp modSp add del mod">
        <pc:chgData name="Chen,Dr.,Ying (HP Medicine) BII-CN-S" userId="7c019f49-0ee9-4787-9ac5-a11d3b82d6d2" providerId="ADAL" clId="{86B81D1A-9A60-4955-A5F5-CFA660947068}" dt="2024-04-21T03:07:41.319" v="613" actId="47"/>
        <pc:sldMkLst>
          <pc:docMk/>
          <pc:sldMk cId="1570394414" sldId="2147481405"/>
        </pc:sldMkLst>
        <pc:spChg chg="mod">
          <ac:chgData name="Chen,Dr.,Ying (HP Medicine) BII-CN-S" userId="7c019f49-0ee9-4787-9ac5-a11d3b82d6d2" providerId="ADAL" clId="{86B81D1A-9A60-4955-A5F5-CFA660947068}" dt="2024-04-21T02:56:25.389" v="338" actId="14100"/>
          <ac:spMkLst>
            <pc:docMk/>
            <pc:sldMk cId="1570394414" sldId="2147481405"/>
            <ac:spMk id="2" creationId="{8A86F1A2-3A1C-3779-5916-18F3F408A0A0}"/>
          </ac:spMkLst>
        </pc:spChg>
        <pc:spChg chg="add del mod">
          <ac:chgData name="Chen,Dr.,Ying (HP Medicine) BII-CN-S" userId="7c019f49-0ee9-4787-9ac5-a11d3b82d6d2" providerId="ADAL" clId="{86B81D1A-9A60-4955-A5F5-CFA660947068}" dt="2024-04-21T02:56:11.878" v="296" actId="478"/>
          <ac:spMkLst>
            <pc:docMk/>
            <pc:sldMk cId="1570394414" sldId="2147481405"/>
            <ac:spMk id="5" creationId="{25B7908D-C15C-EC47-E0B3-5D622D89F68D}"/>
          </ac:spMkLst>
        </pc:spChg>
        <pc:graphicFrameChg chg="mod modGraphic">
          <ac:chgData name="Chen,Dr.,Ying (HP Medicine) BII-CN-S" userId="7c019f49-0ee9-4787-9ac5-a11d3b82d6d2" providerId="ADAL" clId="{86B81D1A-9A60-4955-A5F5-CFA660947068}" dt="2024-04-21T03:03:46.560" v="598" actId="20577"/>
          <ac:graphicFrameMkLst>
            <pc:docMk/>
            <pc:sldMk cId="1570394414" sldId="2147481405"/>
            <ac:graphicFrameMk id="6" creationId="{98960426-589A-037E-B413-6560EDB1436E}"/>
          </ac:graphicFrameMkLst>
        </pc:graphicFrameChg>
      </pc:sldChg>
      <pc:sldChg chg="addSp delSp modSp mod modShow">
        <pc:chgData name="Chen,Dr.,Ying (HP Medicine) BII-CN-S" userId="7c019f49-0ee9-4787-9ac5-a11d3b82d6d2" providerId="ADAL" clId="{86B81D1A-9A60-4955-A5F5-CFA660947068}" dt="2024-04-21T03:46:13.634" v="1188" actId="404"/>
        <pc:sldMkLst>
          <pc:docMk/>
          <pc:sldMk cId="766638278" sldId="2147481416"/>
        </pc:sldMkLst>
        <pc:spChg chg="mod">
          <ac:chgData name="Chen,Dr.,Ying (HP Medicine) BII-CN-S" userId="7c019f49-0ee9-4787-9ac5-a11d3b82d6d2" providerId="ADAL" clId="{86B81D1A-9A60-4955-A5F5-CFA660947068}" dt="2024-04-21T03:46:13.634" v="1188" actId="404"/>
          <ac:spMkLst>
            <pc:docMk/>
            <pc:sldMk cId="766638278" sldId="2147481416"/>
            <ac:spMk id="3" creationId="{00000000-0000-0000-0000-000000000000}"/>
          </ac:spMkLst>
        </pc:spChg>
        <pc:spChg chg="add del mod">
          <ac:chgData name="Chen,Dr.,Ying (HP Medicine) BII-CN-S" userId="7c019f49-0ee9-4787-9ac5-a11d3b82d6d2" providerId="ADAL" clId="{86B81D1A-9A60-4955-A5F5-CFA660947068}" dt="2024-04-21T03:32:00.405" v="1037" actId="21"/>
          <ac:spMkLst>
            <pc:docMk/>
            <pc:sldMk cId="766638278" sldId="2147481416"/>
            <ac:spMk id="26" creationId="{0C7E0D14-ECED-DB11-500C-0EABE3CE54C9}"/>
          </ac:spMkLst>
        </pc:spChg>
      </pc:sldChg>
      <pc:sldChg chg="add mod ord modShow">
        <pc:chgData name="Chen,Dr.,Ying (HP Medicine) BII-CN-S" userId="7c019f49-0ee9-4787-9ac5-a11d3b82d6d2" providerId="ADAL" clId="{86B81D1A-9A60-4955-A5F5-CFA660947068}" dt="2024-04-21T03:56:22.157" v="1321" actId="729"/>
        <pc:sldMkLst>
          <pc:docMk/>
          <pc:sldMk cId="726770014" sldId="2147482191"/>
        </pc:sldMkLst>
      </pc:sldChg>
      <pc:sldChg chg="modSp del mod">
        <pc:chgData name="Chen,Dr.,Ying (HP Medicine) BII-CN-S" userId="7c019f49-0ee9-4787-9ac5-a11d3b82d6d2" providerId="ADAL" clId="{86B81D1A-9A60-4955-A5F5-CFA660947068}" dt="2024-04-21T03:35:47.263" v="1139" actId="47"/>
        <pc:sldMkLst>
          <pc:docMk/>
          <pc:sldMk cId="1032181830" sldId="2147482686"/>
        </pc:sldMkLst>
        <pc:grpChg chg="mod">
          <ac:chgData name="Chen,Dr.,Ying (HP Medicine) BII-CN-S" userId="7c019f49-0ee9-4787-9ac5-a11d3b82d6d2" providerId="ADAL" clId="{86B81D1A-9A60-4955-A5F5-CFA660947068}" dt="2024-04-21T03:33:50.101" v="1136" actId="1038"/>
          <ac:grpSpMkLst>
            <pc:docMk/>
            <pc:sldMk cId="1032181830" sldId="2147482686"/>
            <ac:grpSpMk id="50" creationId="{00000000-0000-0000-0000-000000000000}"/>
          </ac:grpSpMkLst>
        </pc:grpChg>
      </pc:sldChg>
      <pc:sldChg chg="addSp modSp mod addCm modCm">
        <pc:chgData name="Chen,Dr.,Ying (HP Medicine) BII-CN-S" userId="7c019f49-0ee9-4787-9ac5-a11d3b82d6d2" providerId="ADAL" clId="{86B81D1A-9A60-4955-A5F5-CFA660947068}" dt="2024-04-22T09:20:23.977" v="2422" actId="1076"/>
        <pc:sldMkLst>
          <pc:docMk/>
          <pc:sldMk cId="3255186489" sldId="2147482704"/>
        </pc:sldMkLst>
        <pc:spChg chg="add mod">
          <ac:chgData name="Chen,Dr.,Ying (HP Medicine) BII-CN-S" userId="7c019f49-0ee9-4787-9ac5-a11d3b82d6d2" providerId="ADAL" clId="{86B81D1A-9A60-4955-A5F5-CFA660947068}" dt="2024-04-22T09:20:23.977" v="2422" actId="1076"/>
          <ac:spMkLst>
            <pc:docMk/>
            <pc:sldMk cId="3255186489" sldId="2147482704"/>
            <ac:spMk id="2" creationId="{9F748555-8B0D-05FB-F317-2FE7CF83551A}"/>
          </ac:spMkLst>
        </pc:spChg>
        <pc:graphicFrameChg chg="mod modGraphic">
          <ac:chgData name="Chen,Dr.,Ying (HP Medicine) BII-CN-S" userId="7c019f49-0ee9-4787-9ac5-a11d3b82d6d2" providerId="ADAL" clId="{86B81D1A-9A60-4955-A5F5-CFA660947068}" dt="2024-04-22T09:20:18.564" v="2421" actId="1035"/>
          <ac:graphicFrameMkLst>
            <pc:docMk/>
            <pc:sldMk cId="3255186489" sldId="2147482704"/>
            <ac:graphicFrameMk id="12" creationId="{EE24276D-C300-4706-ACD2-32E108653E2B}"/>
          </ac:graphicFrameMkLst>
        </pc:graphicFrameChg>
      </pc:sldChg>
      <pc:sldChg chg="modSp mod">
        <pc:chgData name="Chen,Dr.,Ying (HP Medicine) BII-CN-S" userId="7c019f49-0ee9-4787-9ac5-a11d3b82d6d2" providerId="ADAL" clId="{86B81D1A-9A60-4955-A5F5-CFA660947068}" dt="2024-04-21T02:07:30.805" v="17" actId="207"/>
        <pc:sldMkLst>
          <pc:docMk/>
          <pc:sldMk cId="3623571889" sldId="2147482835"/>
        </pc:sldMkLst>
        <pc:spChg chg="mod">
          <ac:chgData name="Chen,Dr.,Ying (HP Medicine) BII-CN-S" userId="7c019f49-0ee9-4787-9ac5-a11d3b82d6d2" providerId="ADAL" clId="{86B81D1A-9A60-4955-A5F5-CFA660947068}" dt="2024-04-21T02:07:30.805" v="17" actId="207"/>
          <ac:spMkLst>
            <pc:docMk/>
            <pc:sldMk cId="3623571889" sldId="2147482835"/>
            <ac:spMk id="11" creationId="{EE6BEDED-CCC2-3E5A-3320-F7F26B485309}"/>
          </ac:spMkLst>
        </pc:spChg>
        <pc:spChg chg="mod">
          <ac:chgData name="Chen,Dr.,Ying (HP Medicine) BII-CN-S" userId="7c019f49-0ee9-4787-9ac5-a11d3b82d6d2" providerId="ADAL" clId="{86B81D1A-9A60-4955-A5F5-CFA660947068}" dt="2024-04-21T02:07:16.993" v="10" actId="20577"/>
          <ac:spMkLst>
            <pc:docMk/>
            <pc:sldMk cId="3623571889" sldId="2147482835"/>
            <ac:spMk id="13" creationId="{796D35E9-27D5-3DA3-2FD2-AA401809FFF3}"/>
          </ac:spMkLst>
        </pc:spChg>
      </pc:sldChg>
      <pc:sldChg chg="modSp mod modShow">
        <pc:chgData name="Chen,Dr.,Ying (HP Medicine) BII-CN-S" userId="7c019f49-0ee9-4787-9ac5-a11d3b82d6d2" providerId="ADAL" clId="{86B81D1A-9A60-4955-A5F5-CFA660947068}" dt="2024-04-21T02:09:05.281" v="21" actId="729"/>
        <pc:sldMkLst>
          <pc:docMk/>
          <pc:sldMk cId="471800364" sldId="2147482836"/>
        </pc:sldMkLst>
        <pc:spChg chg="mod">
          <ac:chgData name="Chen,Dr.,Ying (HP Medicine) BII-CN-S" userId="7c019f49-0ee9-4787-9ac5-a11d3b82d6d2" providerId="ADAL" clId="{86B81D1A-9A60-4955-A5F5-CFA660947068}" dt="2024-04-21T02:07:53.618" v="18" actId="207"/>
          <ac:spMkLst>
            <pc:docMk/>
            <pc:sldMk cId="471800364" sldId="2147482836"/>
            <ac:spMk id="65" creationId="{00000000-0000-0000-0000-000000000000}"/>
          </ac:spMkLst>
        </pc:spChg>
        <pc:spChg chg="mod">
          <ac:chgData name="Chen,Dr.,Ying (HP Medicine) BII-CN-S" userId="7c019f49-0ee9-4787-9ac5-a11d3b82d6d2" providerId="ADAL" clId="{86B81D1A-9A60-4955-A5F5-CFA660947068}" dt="2024-04-21T02:08:03.453" v="19" actId="1076"/>
          <ac:spMkLst>
            <pc:docMk/>
            <pc:sldMk cId="471800364" sldId="2147482836"/>
            <ac:spMk id="108" creationId="{18261B04-2454-4401-90ED-105AE0ECCDE5}"/>
          </ac:spMkLst>
        </pc:spChg>
      </pc:sldChg>
      <pc:sldChg chg="addSp modSp add mod modNotesTx">
        <pc:chgData name="Chen,Dr.,Ying (HP Medicine) BII-CN-S" userId="7c019f49-0ee9-4787-9ac5-a11d3b82d6d2" providerId="ADAL" clId="{86B81D1A-9A60-4955-A5F5-CFA660947068}" dt="2024-04-21T05:02:06.952" v="2036" actId="20577"/>
        <pc:sldMkLst>
          <pc:docMk/>
          <pc:sldMk cId="1286224271" sldId="2147482838"/>
        </pc:sldMkLst>
        <pc:spChg chg="mod">
          <ac:chgData name="Chen,Dr.,Ying (HP Medicine) BII-CN-S" userId="7c019f49-0ee9-4787-9ac5-a11d3b82d6d2" providerId="ADAL" clId="{86B81D1A-9A60-4955-A5F5-CFA660947068}" dt="2024-04-21T05:02:06.952" v="2036" actId="20577"/>
          <ac:spMkLst>
            <pc:docMk/>
            <pc:sldMk cId="1286224271" sldId="2147482838"/>
            <ac:spMk id="6" creationId="{9D4C3D96-3693-CB52-EE7C-09623DE8E8EA}"/>
          </ac:spMkLst>
        </pc:spChg>
        <pc:spChg chg="add mod">
          <ac:chgData name="Chen,Dr.,Ying (HP Medicine) BII-CN-S" userId="7c019f49-0ee9-4787-9ac5-a11d3b82d6d2" providerId="ADAL" clId="{86B81D1A-9A60-4955-A5F5-CFA660947068}" dt="2024-04-21T04:39:02.815" v="2023" actId="20577"/>
          <ac:spMkLst>
            <pc:docMk/>
            <pc:sldMk cId="1286224271" sldId="2147482838"/>
            <ac:spMk id="11" creationId="{D18DFAC0-B554-CCF7-B4F0-DA89E1A9779E}"/>
          </ac:spMkLst>
        </pc:spChg>
        <pc:spChg chg="mod">
          <ac:chgData name="Chen,Dr.,Ying (HP Medicine) BII-CN-S" userId="7c019f49-0ee9-4787-9ac5-a11d3b82d6d2" providerId="ADAL" clId="{86B81D1A-9A60-4955-A5F5-CFA660947068}" dt="2024-04-21T04:38:40.647" v="2020" actId="20577"/>
          <ac:spMkLst>
            <pc:docMk/>
            <pc:sldMk cId="1286224271" sldId="2147482838"/>
            <ac:spMk id="157" creationId="{ABF1C8FA-24FE-4186-8317-54D0AE86DBB2}"/>
          </ac:spMkLst>
        </pc:spChg>
      </pc:sldChg>
      <pc:sldChg chg="del">
        <pc:chgData name="Chen,Dr.,Ying (HP Medicine) BII-CN-S" userId="7c019f49-0ee9-4787-9ac5-a11d3b82d6d2" providerId="ADAL" clId="{86B81D1A-9A60-4955-A5F5-CFA660947068}" dt="2024-04-21T04:17:34.557" v="1611" actId="47"/>
        <pc:sldMkLst>
          <pc:docMk/>
          <pc:sldMk cId="3491117846" sldId="2147482840"/>
        </pc:sldMkLst>
      </pc:sldChg>
      <pc:sldChg chg="del">
        <pc:chgData name="Chen,Dr.,Ying (HP Medicine) BII-CN-S" userId="7c019f49-0ee9-4787-9ac5-a11d3b82d6d2" providerId="ADAL" clId="{86B81D1A-9A60-4955-A5F5-CFA660947068}" dt="2024-04-21T04:17:35.261" v="1612" actId="47"/>
        <pc:sldMkLst>
          <pc:docMk/>
          <pc:sldMk cId="3561120876" sldId="2147482841"/>
        </pc:sldMkLst>
      </pc:sldChg>
      <pc:sldChg chg="modSp mod">
        <pc:chgData name="Chen,Dr.,Ying (HP Medicine) BII-CN-S" userId="7c019f49-0ee9-4787-9ac5-a11d3b82d6d2" providerId="ADAL" clId="{86B81D1A-9A60-4955-A5F5-CFA660947068}" dt="2024-04-21T03:31:04.903" v="993" actId="1076"/>
        <pc:sldMkLst>
          <pc:docMk/>
          <pc:sldMk cId="129592762" sldId="2147482843"/>
        </pc:sldMkLst>
        <pc:spChg chg="mod">
          <ac:chgData name="Chen,Dr.,Ying (HP Medicine) BII-CN-S" userId="7c019f49-0ee9-4787-9ac5-a11d3b82d6d2" providerId="ADAL" clId="{86B81D1A-9A60-4955-A5F5-CFA660947068}" dt="2024-04-21T03:31:04.903" v="993" actId="1076"/>
          <ac:spMkLst>
            <pc:docMk/>
            <pc:sldMk cId="129592762" sldId="2147482843"/>
            <ac:spMk id="2" creationId="{E392DF66-06FE-F71A-9695-056AE60970EF}"/>
          </ac:spMkLst>
        </pc:spChg>
      </pc:sldChg>
      <pc:sldChg chg="modSp add mod addCm modNotesTx">
        <pc:chgData name="Chen,Dr.,Ying (HP Medicine) BII-CN-S" userId="7c019f49-0ee9-4787-9ac5-a11d3b82d6d2" providerId="ADAL" clId="{86B81D1A-9A60-4955-A5F5-CFA660947068}" dt="2024-04-23T03:12:29.842" v="2432" actId="1035"/>
        <pc:sldMkLst>
          <pc:docMk/>
          <pc:sldMk cId="3812252762" sldId="2147482855"/>
        </pc:sldMkLst>
        <pc:spChg chg="mod">
          <ac:chgData name="Chen,Dr.,Ying (HP Medicine) BII-CN-S" userId="7c019f49-0ee9-4787-9ac5-a11d3b82d6d2" providerId="ADAL" clId="{86B81D1A-9A60-4955-A5F5-CFA660947068}" dt="2024-04-21T04:12:38.951" v="1440" actId="1038"/>
          <ac:spMkLst>
            <pc:docMk/>
            <pc:sldMk cId="3812252762" sldId="2147482855"/>
            <ac:spMk id="55" creationId="{9224C17E-1AA1-4096-A3FD-25D6FD8BA444}"/>
          </ac:spMkLst>
        </pc:spChg>
        <pc:spChg chg="mod">
          <ac:chgData name="Chen,Dr.,Ying (HP Medicine) BII-CN-S" userId="7c019f49-0ee9-4787-9ac5-a11d3b82d6d2" providerId="ADAL" clId="{86B81D1A-9A60-4955-A5F5-CFA660947068}" dt="2024-04-23T03:12:29.842" v="2432" actId="1035"/>
          <ac:spMkLst>
            <pc:docMk/>
            <pc:sldMk cId="3812252762" sldId="2147482855"/>
            <ac:spMk id="107" creationId="{7DDA071E-5F80-4527-AE47-F1E7B2DC2A5B}"/>
          </ac:spMkLst>
        </pc:spChg>
        <pc:spChg chg="mod">
          <ac:chgData name="Chen,Dr.,Ying (HP Medicine) BII-CN-S" userId="7c019f49-0ee9-4787-9ac5-a11d3b82d6d2" providerId="ADAL" clId="{86B81D1A-9A60-4955-A5F5-CFA660947068}" dt="2024-04-21T04:42:08.832" v="2026" actId="113"/>
          <ac:spMkLst>
            <pc:docMk/>
            <pc:sldMk cId="3812252762" sldId="2147482855"/>
            <ac:spMk id="126" creationId="{6A146A9F-3077-48E6-AD05-74AFFA257DC1}"/>
          </ac:spMkLst>
        </pc:spChg>
        <pc:grpChg chg="mod">
          <ac:chgData name="Chen,Dr.,Ying (HP Medicine) BII-CN-S" userId="7c019f49-0ee9-4787-9ac5-a11d3b82d6d2" providerId="ADAL" clId="{86B81D1A-9A60-4955-A5F5-CFA660947068}" dt="2024-04-21T04:12:39.507" v="1441" actId="1038"/>
          <ac:grpSpMkLst>
            <pc:docMk/>
            <pc:sldMk cId="3812252762" sldId="2147482855"/>
            <ac:grpSpMk id="50" creationId="{00000000-0000-0000-0000-000000000000}"/>
          </ac:grpSpMkLst>
        </pc:grpChg>
      </pc:sldChg>
      <pc:sldChg chg="add mod modShow">
        <pc:chgData name="Chen,Dr.,Ying (HP Medicine) BII-CN-S" userId="7c019f49-0ee9-4787-9ac5-a11d3b82d6d2" providerId="ADAL" clId="{86B81D1A-9A60-4955-A5F5-CFA660947068}" dt="2024-04-21T04:18:38.886" v="1615" actId="729"/>
        <pc:sldMkLst>
          <pc:docMk/>
          <pc:sldMk cId="1714264920" sldId="2147482856"/>
        </pc:sldMkLst>
      </pc:sldChg>
      <pc:sldChg chg="add mod modShow">
        <pc:chgData name="Chen,Dr.,Ying (HP Medicine) BII-CN-S" userId="7c019f49-0ee9-4787-9ac5-a11d3b82d6d2" providerId="ADAL" clId="{86B81D1A-9A60-4955-A5F5-CFA660947068}" dt="2024-04-21T04:18:38.886" v="1615" actId="729"/>
        <pc:sldMkLst>
          <pc:docMk/>
          <pc:sldMk cId="1814409918" sldId="2147482857"/>
        </pc:sldMkLst>
      </pc:sldChg>
      <pc:sldChg chg="add mod modShow">
        <pc:chgData name="Chen,Dr.,Ying (HP Medicine) BII-CN-S" userId="7c019f49-0ee9-4787-9ac5-a11d3b82d6d2" providerId="ADAL" clId="{86B81D1A-9A60-4955-A5F5-CFA660947068}" dt="2024-04-21T03:59:54.138" v="1371" actId="729"/>
        <pc:sldMkLst>
          <pc:docMk/>
          <pc:sldMk cId="1752605016" sldId="2147482859"/>
        </pc:sldMkLst>
      </pc:sldChg>
      <pc:sldChg chg="add mod modShow">
        <pc:chgData name="Chen,Dr.,Ying (HP Medicine) BII-CN-S" userId="7c019f49-0ee9-4787-9ac5-a11d3b82d6d2" providerId="ADAL" clId="{86B81D1A-9A60-4955-A5F5-CFA660947068}" dt="2024-04-21T03:59:54.138" v="1371" actId="729"/>
        <pc:sldMkLst>
          <pc:docMk/>
          <pc:sldMk cId="2927954054" sldId="2147482860"/>
        </pc:sldMkLst>
      </pc:sldChg>
      <pc:sldChg chg="add mod modShow">
        <pc:chgData name="Chen,Dr.,Ying (HP Medicine) BII-CN-S" userId="7c019f49-0ee9-4787-9ac5-a11d3b82d6d2" providerId="ADAL" clId="{86B81D1A-9A60-4955-A5F5-CFA660947068}" dt="2024-04-21T04:22:53.730" v="1748" actId="729"/>
        <pc:sldMkLst>
          <pc:docMk/>
          <pc:sldMk cId="4194004841" sldId="2147482879"/>
        </pc:sldMkLst>
      </pc:sldChg>
      <pc:sldChg chg="add mod modShow">
        <pc:chgData name="Chen,Dr.,Ying (HP Medicine) BII-CN-S" userId="7c019f49-0ee9-4787-9ac5-a11d3b82d6d2" providerId="ADAL" clId="{86B81D1A-9A60-4955-A5F5-CFA660947068}" dt="2024-04-21T04:22:53.730" v="1748" actId="729"/>
        <pc:sldMkLst>
          <pc:docMk/>
          <pc:sldMk cId="2267076421" sldId="2147482880"/>
        </pc:sldMkLst>
      </pc:sldChg>
      <pc:sldChg chg="modSp add mod modNotesTx">
        <pc:chgData name="Chen,Dr.,Ying (HP Medicine) BII-CN-S" userId="7c019f49-0ee9-4787-9ac5-a11d3b82d6d2" providerId="ADAL" clId="{86B81D1A-9A60-4955-A5F5-CFA660947068}" dt="2024-04-21T04:20:35.972" v="1744" actId="20577"/>
        <pc:sldMkLst>
          <pc:docMk/>
          <pc:sldMk cId="1978415779" sldId="2147482895"/>
        </pc:sldMkLst>
        <pc:spChg chg="mod">
          <ac:chgData name="Chen,Dr.,Ying (HP Medicine) BII-CN-S" userId="7c019f49-0ee9-4787-9ac5-a11d3b82d6d2" providerId="ADAL" clId="{86B81D1A-9A60-4955-A5F5-CFA660947068}" dt="2024-04-21T04:19:26.816" v="1617" actId="1076"/>
          <ac:spMkLst>
            <pc:docMk/>
            <pc:sldMk cId="1978415779" sldId="2147482895"/>
            <ac:spMk id="5" creationId="{23DB86F8-60A0-6A56-DC74-D2994B3B6CA9}"/>
          </ac:spMkLst>
        </pc:spChg>
        <pc:spChg chg="mod">
          <ac:chgData name="Chen,Dr.,Ying (HP Medicine) BII-CN-S" userId="7c019f49-0ee9-4787-9ac5-a11d3b82d6d2" providerId="ADAL" clId="{86B81D1A-9A60-4955-A5F5-CFA660947068}" dt="2024-04-21T04:12:52.015" v="1453" actId="20577"/>
          <ac:spMkLst>
            <pc:docMk/>
            <pc:sldMk cId="1978415779" sldId="2147482895"/>
            <ac:spMk id="75" creationId="{23E443ED-C91E-4425-963C-DB47A7F0B19C}"/>
          </ac:spMkLst>
        </pc:spChg>
        <pc:grpChg chg="mod">
          <ac:chgData name="Chen,Dr.,Ying (HP Medicine) BII-CN-S" userId="7c019f49-0ee9-4787-9ac5-a11d3b82d6d2" providerId="ADAL" clId="{86B81D1A-9A60-4955-A5F5-CFA660947068}" dt="2024-04-21T03:35:53.283" v="1143" actId="1038"/>
          <ac:grpSpMkLst>
            <pc:docMk/>
            <pc:sldMk cId="1978415779" sldId="2147482895"/>
            <ac:grpSpMk id="50" creationId="{00000000-0000-0000-0000-000000000000}"/>
          </ac:grpSpMkLst>
        </pc:grpChg>
      </pc:sldChg>
      <pc:sldChg chg="add del delCm">
        <pc:chgData name="Chen,Dr.,Ying (HP Medicine) BII-CN-S" userId="7c019f49-0ee9-4787-9ac5-a11d3b82d6d2" providerId="ADAL" clId="{86B81D1A-9A60-4955-A5F5-CFA660947068}" dt="2024-04-21T04:37:32.337" v="1995" actId="47"/>
        <pc:sldMkLst>
          <pc:docMk/>
          <pc:sldMk cId="700226718" sldId="2147482896"/>
        </pc:sldMkLst>
      </pc:sldChg>
      <pc:sldMasterChg chg="delSldLayout">
        <pc:chgData name="Chen,Dr.,Ying (HP Medicine) BII-CN-S" userId="7c019f49-0ee9-4787-9ac5-a11d3b82d6d2" providerId="ADAL" clId="{86B81D1A-9A60-4955-A5F5-CFA660947068}" dt="2024-04-21T03:51:14.468" v="1241" actId="47"/>
        <pc:sldMasterMkLst>
          <pc:docMk/>
          <pc:sldMasterMk cId="2308735372" sldId="2147485093"/>
        </pc:sldMasterMkLst>
        <pc:sldLayoutChg chg="del">
          <pc:chgData name="Chen,Dr.,Ying (HP Medicine) BII-CN-S" userId="7c019f49-0ee9-4787-9ac5-a11d3b82d6d2" providerId="ADAL" clId="{86B81D1A-9A60-4955-A5F5-CFA660947068}" dt="2024-04-21T03:51:14.468" v="1241" actId="47"/>
          <pc:sldLayoutMkLst>
            <pc:docMk/>
            <pc:sldMasterMk cId="2308735372" sldId="2147485093"/>
            <pc:sldLayoutMk cId="22280885" sldId="2147484991"/>
          </pc:sldLayoutMkLst>
        </pc:sldLayoutChg>
      </pc:sldMasterChg>
    </pc:docChg>
  </pc:docChgLst>
  <pc:docChgLst>
    <pc:chgData name="Zhang,Ying (MED CD&amp;O) BII-CN-S" userId="456eb1e0-4978-443e-822e-be854341a778" providerId="ADAL" clId="{F4B38C53-DE56-4B35-BD94-7AA99A35771C}"/>
    <pc:docChg chg="modSld">
      <pc:chgData name="Zhang,Ying (MED CD&amp;O) BII-CN-S" userId="456eb1e0-4978-443e-822e-be854341a778" providerId="ADAL" clId="{F4B38C53-DE56-4B35-BD94-7AA99A35771C}" dt="2023-10-12T13:27:03.513" v="4" actId="14100"/>
      <pc:docMkLst>
        <pc:docMk/>
      </pc:docMkLst>
      <pc:sldChg chg="modSp mod">
        <pc:chgData name="Zhang,Ying (MED CD&amp;O) BII-CN-S" userId="456eb1e0-4978-443e-822e-be854341a778" providerId="ADAL" clId="{F4B38C53-DE56-4B35-BD94-7AA99A35771C}" dt="2023-10-12T13:27:03.513" v="4" actId="14100"/>
        <pc:sldMkLst>
          <pc:docMk/>
          <pc:sldMk cId="2196787557" sldId="2147474065"/>
        </pc:sldMkLst>
        <pc:spChg chg="mod">
          <ac:chgData name="Zhang,Ying (MED CD&amp;O) BII-CN-S" userId="456eb1e0-4978-443e-822e-be854341a778" providerId="ADAL" clId="{F4B38C53-DE56-4B35-BD94-7AA99A35771C}" dt="2023-10-12T13:27:03.513" v="4" actId="14100"/>
          <ac:spMkLst>
            <pc:docMk/>
            <pc:sldMk cId="2196787557" sldId="2147474065"/>
            <ac:spMk id="4" creationId="{401D0DD5-2CF9-9A39-4AB0-4054793FB793}"/>
          </ac:spMkLst>
        </pc:spChg>
      </pc:sldChg>
    </pc:docChg>
  </pc:docChgLst>
  <pc:docChgLst>
    <pc:chgData name="Li,Yuting (HP Medicine) BII-CN-S" userId="ce8fbb54-122c-426d-b8da-fdcc5e1b5022" providerId="ADAL" clId="{091D8190-41A1-4C76-9976-91C4555D31F7}"/>
    <pc:docChg chg="undo custSel addSld delSld modSld sldOrd">
      <pc:chgData name="Li,Yuting (HP Medicine) BII-CN-S" userId="ce8fbb54-122c-426d-b8da-fdcc5e1b5022" providerId="ADAL" clId="{091D8190-41A1-4C76-9976-91C4555D31F7}" dt="2023-09-18T01:23:29.041" v="987" actId="20577"/>
      <pc:docMkLst>
        <pc:docMk/>
      </pc:docMkLst>
      <pc:sldChg chg="modSp del mod">
        <pc:chgData name="Li,Yuting (HP Medicine) BII-CN-S" userId="ce8fbb54-122c-426d-b8da-fdcc5e1b5022" providerId="ADAL" clId="{091D8190-41A1-4C76-9976-91C4555D31F7}" dt="2023-09-18T00:01:57.975" v="966" actId="47"/>
        <pc:sldMkLst>
          <pc:docMk/>
          <pc:sldMk cId="3125671962" sldId="2147471199"/>
        </pc:sldMkLst>
        <pc:graphicFrameChg chg="modGraphic">
          <ac:chgData name="Li,Yuting (HP Medicine) BII-CN-S" userId="ce8fbb54-122c-426d-b8da-fdcc5e1b5022" providerId="ADAL" clId="{091D8190-41A1-4C76-9976-91C4555D31F7}" dt="2023-09-17T08:12:59.586" v="809" actId="207"/>
          <ac:graphicFrameMkLst>
            <pc:docMk/>
            <pc:sldMk cId="3125671962" sldId="2147471199"/>
            <ac:graphicFrameMk id="8" creationId="{8CD57393-22E3-414D-8409-BB57B30BEBF5}"/>
          </ac:graphicFrameMkLst>
        </pc:graphicFrameChg>
      </pc:sldChg>
      <pc:sldChg chg="modSp add del mod">
        <pc:chgData name="Li,Yuting (HP Medicine) BII-CN-S" userId="ce8fbb54-122c-426d-b8da-fdcc5e1b5022" providerId="ADAL" clId="{091D8190-41A1-4C76-9976-91C4555D31F7}" dt="2023-09-18T00:01:54.719" v="965" actId="47"/>
        <pc:sldMkLst>
          <pc:docMk/>
          <pc:sldMk cId="2546863454" sldId="2147471200"/>
        </pc:sldMkLst>
        <pc:graphicFrameChg chg="modGraphic">
          <ac:chgData name="Li,Yuting (HP Medicine) BII-CN-S" userId="ce8fbb54-122c-426d-b8da-fdcc5e1b5022" providerId="ADAL" clId="{091D8190-41A1-4C76-9976-91C4555D31F7}" dt="2023-09-17T08:13:12.372" v="810" actId="207"/>
          <ac:graphicFrameMkLst>
            <pc:docMk/>
            <pc:sldMk cId="2546863454" sldId="2147471200"/>
            <ac:graphicFrameMk id="6" creationId="{CA48B986-E2A1-64ED-1C49-4A0028BF129F}"/>
          </ac:graphicFrameMkLst>
        </pc:graphicFrameChg>
      </pc:sldChg>
      <pc:sldChg chg="modSp mod">
        <pc:chgData name="Li,Yuting (HP Medicine) BII-CN-S" userId="ce8fbb54-122c-426d-b8da-fdcc5e1b5022" providerId="ADAL" clId="{091D8190-41A1-4C76-9976-91C4555D31F7}" dt="2023-09-17T11:41:01.411" v="935" actId="20577"/>
        <pc:sldMkLst>
          <pc:docMk/>
          <pc:sldMk cId="3296939094" sldId="2147474107"/>
        </pc:sldMkLst>
        <pc:graphicFrameChg chg="modGraphic">
          <ac:chgData name="Li,Yuting (HP Medicine) BII-CN-S" userId="ce8fbb54-122c-426d-b8da-fdcc5e1b5022" providerId="ADAL" clId="{091D8190-41A1-4C76-9976-91C4555D31F7}" dt="2023-09-17T11:41:01.411" v="935" actId="20577"/>
          <ac:graphicFrameMkLst>
            <pc:docMk/>
            <pc:sldMk cId="3296939094" sldId="2147474107"/>
            <ac:graphicFrameMk id="10" creationId="{7ED29C9C-0700-480D-B788-68CBB9D31EEE}"/>
          </ac:graphicFrameMkLst>
        </pc:graphicFrameChg>
      </pc:sldChg>
      <pc:sldChg chg="modSp mod">
        <pc:chgData name="Li,Yuting (HP Medicine) BII-CN-S" userId="ce8fbb54-122c-426d-b8da-fdcc5e1b5022" providerId="ADAL" clId="{091D8190-41A1-4C76-9976-91C4555D31F7}" dt="2023-09-17T01:49:54.300" v="18" actId="207"/>
        <pc:sldMkLst>
          <pc:docMk/>
          <pc:sldMk cId="2533681693" sldId="2147474134"/>
        </pc:sldMkLst>
        <pc:spChg chg="mod">
          <ac:chgData name="Li,Yuting (HP Medicine) BII-CN-S" userId="ce8fbb54-122c-426d-b8da-fdcc5e1b5022" providerId="ADAL" clId="{091D8190-41A1-4C76-9976-91C4555D31F7}" dt="2023-09-17T01:44:39.678" v="17" actId="20577"/>
          <ac:spMkLst>
            <pc:docMk/>
            <pc:sldMk cId="2533681693" sldId="2147474134"/>
            <ac:spMk id="35" creationId="{2C95C340-F8D9-4AEE-87B8-EC6A8D2257D1}"/>
          </ac:spMkLst>
        </pc:spChg>
        <pc:spChg chg="mod">
          <ac:chgData name="Li,Yuting (HP Medicine) BII-CN-S" userId="ce8fbb54-122c-426d-b8da-fdcc5e1b5022" providerId="ADAL" clId="{091D8190-41A1-4C76-9976-91C4555D31F7}" dt="2023-09-17T01:49:54.300" v="18" actId="207"/>
          <ac:spMkLst>
            <pc:docMk/>
            <pc:sldMk cId="2533681693" sldId="2147474134"/>
            <ac:spMk id="53" creationId="{00000000-0000-0000-0000-000000000000}"/>
          </ac:spMkLst>
        </pc:spChg>
        <pc:spChg chg="mod">
          <ac:chgData name="Li,Yuting (HP Medicine) BII-CN-S" userId="ce8fbb54-122c-426d-b8da-fdcc5e1b5022" providerId="ADAL" clId="{091D8190-41A1-4C76-9976-91C4555D31F7}" dt="2023-09-17T01:41:45.975" v="0" actId="207"/>
          <ac:spMkLst>
            <pc:docMk/>
            <pc:sldMk cId="2533681693" sldId="2147474134"/>
            <ac:spMk id="56" creationId="{00000000-0000-0000-0000-000000000000}"/>
          </ac:spMkLst>
        </pc:spChg>
      </pc:sldChg>
      <pc:sldChg chg="addSp modSp mod">
        <pc:chgData name="Li,Yuting (HP Medicine) BII-CN-S" userId="ce8fbb54-122c-426d-b8da-fdcc5e1b5022" providerId="ADAL" clId="{091D8190-41A1-4C76-9976-91C4555D31F7}" dt="2023-09-17T02:06:09.907" v="152" actId="20577"/>
        <pc:sldMkLst>
          <pc:docMk/>
          <pc:sldMk cId="3222897294" sldId="2147474141"/>
        </pc:sldMkLst>
        <pc:spChg chg="add mod">
          <ac:chgData name="Li,Yuting (HP Medicine) BII-CN-S" userId="ce8fbb54-122c-426d-b8da-fdcc5e1b5022" providerId="ADAL" clId="{091D8190-41A1-4C76-9976-91C4555D31F7}" dt="2023-09-17T02:06:09.907" v="152" actId="20577"/>
          <ac:spMkLst>
            <pc:docMk/>
            <pc:sldMk cId="3222897294" sldId="2147474141"/>
            <ac:spMk id="5" creationId="{696D70C9-3FC0-6AE3-A12C-F41AF1B0C30E}"/>
          </ac:spMkLst>
        </pc:spChg>
      </pc:sldChg>
      <pc:sldChg chg="addSp modSp mod modAnim">
        <pc:chgData name="Li,Yuting (HP Medicine) BII-CN-S" userId="ce8fbb54-122c-426d-b8da-fdcc5e1b5022" providerId="ADAL" clId="{091D8190-41A1-4C76-9976-91C4555D31F7}" dt="2023-09-17T02:26:08.110" v="229"/>
        <pc:sldMkLst>
          <pc:docMk/>
          <pc:sldMk cId="3328718487" sldId="2147474142"/>
        </pc:sldMkLst>
        <pc:spChg chg="add mod">
          <ac:chgData name="Li,Yuting (HP Medicine) BII-CN-S" userId="ce8fbb54-122c-426d-b8da-fdcc5e1b5022" providerId="ADAL" clId="{091D8190-41A1-4C76-9976-91C4555D31F7}" dt="2023-09-17T02:16:30.681" v="160" actId="1076"/>
          <ac:spMkLst>
            <pc:docMk/>
            <pc:sldMk cId="3328718487" sldId="2147474142"/>
            <ac:spMk id="5" creationId="{0A25DA6B-7078-2FBD-DF12-04EF860CDC20}"/>
          </ac:spMkLst>
        </pc:spChg>
        <pc:spChg chg="mod">
          <ac:chgData name="Li,Yuting (HP Medicine) BII-CN-S" userId="ce8fbb54-122c-426d-b8da-fdcc5e1b5022" providerId="ADAL" clId="{091D8190-41A1-4C76-9976-91C4555D31F7}" dt="2023-09-17T02:17:36.595" v="185" actId="20577"/>
          <ac:spMkLst>
            <pc:docMk/>
            <pc:sldMk cId="3328718487" sldId="2147474142"/>
            <ac:spMk id="137" creationId="{00000000-0000-0000-0000-000000000000}"/>
          </ac:spMkLst>
        </pc:spChg>
        <pc:spChg chg="mod">
          <ac:chgData name="Li,Yuting (HP Medicine) BII-CN-S" userId="ce8fbb54-122c-426d-b8da-fdcc5e1b5022" providerId="ADAL" clId="{091D8190-41A1-4C76-9976-91C4555D31F7}" dt="2023-09-17T02:22:16.829" v="221" actId="20577"/>
          <ac:spMkLst>
            <pc:docMk/>
            <pc:sldMk cId="3328718487" sldId="2147474142"/>
            <ac:spMk id="210" creationId="{863BDCFB-D983-47C6-9B80-A4912532FF75}"/>
          </ac:spMkLst>
        </pc:spChg>
        <pc:spChg chg="mod">
          <ac:chgData name="Li,Yuting (HP Medicine) BII-CN-S" userId="ce8fbb54-122c-426d-b8da-fdcc5e1b5022" providerId="ADAL" clId="{091D8190-41A1-4C76-9976-91C4555D31F7}" dt="2023-09-17T02:16:59.696" v="172" actId="1076"/>
          <ac:spMkLst>
            <pc:docMk/>
            <pc:sldMk cId="3328718487" sldId="2147474142"/>
            <ac:spMk id="215" creationId="{474A1FCD-DAE6-4B84-AC47-738AEDCC6182}"/>
          </ac:spMkLst>
        </pc:spChg>
        <pc:spChg chg="mod">
          <ac:chgData name="Li,Yuting (HP Medicine) BII-CN-S" userId="ce8fbb54-122c-426d-b8da-fdcc5e1b5022" providerId="ADAL" clId="{091D8190-41A1-4C76-9976-91C4555D31F7}" dt="2023-09-17T02:16:54.659" v="171" actId="1076"/>
          <ac:spMkLst>
            <pc:docMk/>
            <pc:sldMk cId="3328718487" sldId="2147474142"/>
            <ac:spMk id="216" creationId="{E1CF6885-E9B4-4D5B-A01B-456AB6E8A8CF}"/>
          </ac:spMkLst>
        </pc:spChg>
        <pc:spChg chg="mod">
          <ac:chgData name="Li,Yuting (HP Medicine) BII-CN-S" userId="ce8fbb54-122c-426d-b8da-fdcc5e1b5022" providerId="ADAL" clId="{091D8190-41A1-4C76-9976-91C4555D31F7}" dt="2023-09-17T02:17:22.157" v="179" actId="20577"/>
          <ac:spMkLst>
            <pc:docMk/>
            <pc:sldMk cId="3328718487" sldId="2147474142"/>
            <ac:spMk id="221" creationId="{18727A83-7F20-4077-AC28-1B750E5264FE}"/>
          </ac:spMkLst>
        </pc:spChg>
        <pc:spChg chg="mod">
          <ac:chgData name="Li,Yuting (HP Medicine) BII-CN-S" userId="ce8fbb54-122c-426d-b8da-fdcc5e1b5022" providerId="ADAL" clId="{091D8190-41A1-4C76-9976-91C4555D31F7}" dt="2023-09-17T02:22:27.463" v="226" actId="20577"/>
          <ac:spMkLst>
            <pc:docMk/>
            <pc:sldMk cId="3328718487" sldId="2147474142"/>
            <ac:spMk id="251" creationId="{CD7DBC36-8EF9-4518-BFC7-EEA1604AD8E5}"/>
          </ac:spMkLst>
        </pc:spChg>
        <pc:spChg chg="mod">
          <ac:chgData name="Li,Yuting (HP Medicine) BII-CN-S" userId="ce8fbb54-122c-426d-b8da-fdcc5e1b5022" providerId="ADAL" clId="{091D8190-41A1-4C76-9976-91C4555D31F7}" dt="2023-09-17T02:20:36.582" v="216" actId="14100"/>
          <ac:spMkLst>
            <pc:docMk/>
            <pc:sldMk cId="3328718487" sldId="2147474142"/>
            <ac:spMk id="259" creationId="{9A99EE08-8E0B-48AC-B1A0-CBBED4446D88}"/>
          </ac:spMkLst>
        </pc:spChg>
        <pc:spChg chg="mod">
          <ac:chgData name="Li,Yuting (HP Medicine) BII-CN-S" userId="ce8fbb54-122c-426d-b8da-fdcc5e1b5022" providerId="ADAL" clId="{091D8190-41A1-4C76-9976-91C4555D31F7}" dt="2023-09-17T02:20:04.578" v="189" actId="1076"/>
          <ac:spMkLst>
            <pc:docMk/>
            <pc:sldMk cId="3328718487" sldId="2147474142"/>
            <ac:spMk id="260" creationId="{EB09E194-A92D-4DEB-8CFF-D9F02E6DF12E}"/>
          </ac:spMkLst>
        </pc:spChg>
        <pc:spChg chg="mod">
          <ac:chgData name="Li,Yuting (HP Medicine) BII-CN-S" userId="ce8fbb54-122c-426d-b8da-fdcc5e1b5022" providerId="ADAL" clId="{091D8190-41A1-4C76-9976-91C4555D31F7}" dt="2023-09-17T02:19:45.355" v="187" actId="1076"/>
          <ac:spMkLst>
            <pc:docMk/>
            <pc:sldMk cId="3328718487" sldId="2147474142"/>
            <ac:spMk id="261" creationId="{120B1E00-4F8D-4B12-A088-64D614DF6E8E}"/>
          </ac:spMkLst>
        </pc:spChg>
        <pc:spChg chg="mod">
          <ac:chgData name="Li,Yuting (HP Medicine) BII-CN-S" userId="ce8fbb54-122c-426d-b8da-fdcc5e1b5022" providerId="ADAL" clId="{091D8190-41A1-4C76-9976-91C4555D31F7}" dt="2023-09-17T02:17:15.287" v="176" actId="20577"/>
          <ac:spMkLst>
            <pc:docMk/>
            <pc:sldMk cId="3328718487" sldId="2147474142"/>
            <ac:spMk id="262" creationId="{989B687B-9FBB-41DA-BB9E-6E996D81D49D}"/>
          </ac:spMkLst>
        </pc:spChg>
        <pc:spChg chg="mod">
          <ac:chgData name="Li,Yuting (HP Medicine) BII-CN-S" userId="ce8fbb54-122c-426d-b8da-fdcc5e1b5022" providerId="ADAL" clId="{091D8190-41A1-4C76-9976-91C4555D31F7}" dt="2023-09-17T02:17:26.952" v="182" actId="20577"/>
          <ac:spMkLst>
            <pc:docMk/>
            <pc:sldMk cId="3328718487" sldId="2147474142"/>
            <ac:spMk id="266" creationId="{3A1128E6-6B0F-43B9-A21A-70444E1B0684}"/>
          </ac:spMkLst>
        </pc:spChg>
        <pc:spChg chg="mod">
          <ac:chgData name="Li,Yuting (HP Medicine) BII-CN-S" userId="ce8fbb54-122c-426d-b8da-fdcc5e1b5022" providerId="ADAL" clId="{091D8190-41A1-4C76-9976-91C4555D31F7}" dt="2023-09-17T02:19:40.210" v="186" actId="14100"/>
          <ac:spMkLst>
            <pc:docMk/>
            <pc:sldMk cId="3328718487" sldId="2147474142"/>
            <ac:spMk id="271" creationId="{14E6ADFD-B085-42C1-9820-CFF6A3810E9C}"/>
          </ac:spMkLst>
        </pc:spChg>
        <pc:grpChg chg="mod">
          <ac:chgData name="Li,Yuting (HP Medicine) BII-CN-S" userId="ce8fbb54-122c-426d-b8da-fdcc5e1b5022" providerId="ADAL" clId="{091D8190-41A1-4C76-9976-91C4555D31F7}" dt="2023-09-17T02:23:14.634" v="227" actId="1076"/>
          <ac:grpSpMkLst>
            <pc:docMk/>
            <pc:sldMk cId="3328718487" sldId="2147474142"/>
            <ac:grpSpMk id="155" creationId="{22D6154F-78E1-4174-AB57-1D26B92FA7AE}"/>
          </ac:grpSpMkLst>
        </pc:grpChg>
      </pc:sldChg>
      <pc:sldChg chg="delSp modSp mod">
        <pc:chgData name="Li,Yuting (HP Medicine) BII-CN-S" userId="ce8fbb54-122c-426d-b8da-fdcc5e1b5022" providerId="ADAL" clId="{091D8190-41A1-4C76-9976-91C4555D31F7}" dt="2023-09-17T02:43:55.091" v="365" actId="20577"/>
        <pc:sldMkLst>
          <pc:docMk/>
          <pc:sldMk cId="2347641332" sldId="2147474144"/>
        </pc:sldMkLst>
        <pc:spChg chg="del">
          <ac:chgData name="Li,Yuting (HP Medicine) BII-CN-S" userId="ce8fbb54-122c-426d-b8da-fdcc5e1b5022" providerId="ADAL" clId="{091D8190-41A1-4C76-9976-91C4555D31F7}" dt="2023-09-17T02:42:15.349" v="309" actId="478"/>
          <ac:spMkLst>
            <pc:docMk/>
            <pc:sldMk cId="2347641332" sldId="2147474144"/>
            <ac:spMk id="7" creationId="{1422DB3E-2E5F-C9FF-A76C-79B0D67720A5}"/>
          </ac:spMkLst>
        </pc:spChg>
        <pc:spChg chg="mod">
          <ac:chgData name="Li,Yuting (HP Medicine) BII-CN-S" userId="ce8fbb54-122c-426d-b8da-fdcc5e1b5022" providerId="ADAL" clId="{091D8190-41A1-4C76-9976-91C4555D31F7}" dt="2023-09-17T02:40:58.661" v="306" actId="14100"/>
          <ac:spMkLst>
            <pc:docMk/>
            <pc:sldMk cId="2347641332" sldId="2147474144"/>
            <ac:spMk id="96" creationId="{ED87A000-06DD-4B55-9916-C6E503F833F7}"/>
          </ac:spMkLst>
        </pc:spChg>
        <pc:spChg chg="mod">
          <ac:chgData name="Li,Yuting (HP Medicine) BII-CN-S" userId="ce8fbb54-122c-426d-b8da-fdcc5e1b5022" providerId="ADAL" clId="{091D8190-41A1-4C76-9976-91C4555D31F7}" dt="2023-09-17T02:40:47.874" v="303" actId="14100"/>
          <ac:spMkLst>
            <pc:docMk/>
            <pc:sldMk cId="2347641332" sldId="2147474144"/>
            <ac:spMk id="102" creationId="{A363F998-E792-4751-B41F-BA56653D9BEE}"/>
          </ac:spMkLst>
        </pc:spChg>
        <pc:spChg chg="mod">
          <ac:chgData name="Li,Yuting (HP Medicine) BII-CN-S" userId="ce8fbb54-122c-426d-b8da-fdcc5e1b5022" providerId="ADAL" clId="{091D8190-41A1-4C76-9976-91C4555D31F7}" dt="2023-09-17T02:36:03.061" v="297" actId="20577"/>
          <ac:spMkLst>
            <pc:docMk/>
            <pc:sldMk cId="2347641332" sldId="2147474144"/>
            <ac:spMk id="107" creationId="{7DDA071E-5F80-4527-AE47-F1E7B2DC2A5B}"/>
          </ac:spMkLst>
        </pc:spChg>
        <pc:spChg chg="mod">
          <ac:chgData name="Li,Yuting (HP Medicine) BII-CN-S" userId="ce8fbb54-122c-426d-b8da-fdcc5e1b5022" providerId="ADAL" clId="{091D8190-41A1-4C76-9976-91C4555D31F7}" dt="2023-09-17T02:35:04.567" v="267" actId="20577"/>
          <ac:spMkLst>
            <pc:docMk/>
            <pc:sldMk cId="2347641332" sldId="2147474144"/>
            <ac:spMk id="126" creationId="{6A146A9F-3077-48E6-AD05-74AFFA257DC1}"/>
          </ac:spMkLst>
        </pc:spChg>
        <pc:spChg chg="del">
          <ac:chgData name="Li,Yuting (HP Medicine) BII-CN-S" userId="ce8fbb54-122c-426d-b8da-fdcc5e1b5022" providerId="ADAL" clId="{091D8190-41A1-4C76-9976-91C4555D31F7}" dt="2023-09-17T02:42:05.790" v="307" actId="478"/>
          <ac:spMkLst>
            <pc:docMk/>
            <pc:sldMk cId="2347641332" sldId="2147474144"/>
            <ac:spMk id="130" creationId="{95D14BDF-226F-4F45-A83E-62BF432267B6}"/>
          </ac:spMkLst>
        </pc:spChg>
        <pc:spChg chg="del">
          <ac:chgData name="Li,Yuting (HP Medicine) BII-CN-S" userId="ce8fbb54-122c-426d-b8da-fdcc5e1b5022" providerId="ADAL" clId="{091D8190-41A1-4C76-9976-91C4555D31F7}" dt="2023-09-17T02:42:18.444" v="310" actId="478"/>
          <ac:spMkLst>
            <pc:docMk/>
            <pc:sldMk cId="2347641332" sldId="2147474144"/>
            <ac:spMk id="132" creationId="{0EA2C47D-3EFD-4875-99C0-82E1BC867430}"/>
          </ac:spMkLst>
        </pc:spChg>
        <pc:spChg chg="del">
          <ac:chgData name="Li,Yuting (HP Medicine) BII-CN-S" userId="ce8fbb54-122c-426d-b8da-fdcc5e1b5022" providerId="ADAL" clId="{091D8190-41A1-4C76-9976-91C4555D31F7}" dt="2023-09-17T02:42:12.205" v="308" actId="478"/>
          <ac:spMkLst>
            <pc:docMk/>
            <pc:sldMk cId="2347641332" sldId="2147474144"/>
            <ac:spMk id="133" creationId="{54B280EE-9C1A-4EA0-A6FF-964F04760167}"/>
          </ac:spMkLst>
        </pc:spChg>
        <pc:spChg chg="mod">
          <ac:chgData name="Li,Yuting (HP Medicine) BII-CN-S" userId="ce8fbb54-122c-426d-b8da-fdcc5e1b5022" providerId="ADAL" clId="{091D8190-41A1-4C76-9976-91C4555D31F7}" dt="2023-09-17T02:42:34.750" v="320" actId="207"/>
          <ac:spMkLst>
            <pc:docMk/>
            <pc:sldMk cId="2347641332" sldId="2147474144"/>
            <ac:spMk id="134" creationId="{844E600C-5D80-4D63-8BDB-B09FB6C40804}"/>
          </ac:spMkLst>
        </pc:spChg>
        <pc:spChg chg="mod">
          <ac:chgData name="Li,Yuting (HP Medicine) BII-CN-S" userId="ce8fbb54-122c-426d-b8da-fdcc5e1b5022" providerId="ADAL" clId="{091D8190-41A1-4C76-9976-91C4555D31F7}" dt="2023-09-17T02:43:02.178" v="350" actId="14100"/>
          <ac:spMkLst>
            <pc:docMk/>
            <pc:sldMk cId="2347641332" sldId="2147474144"/>
            <ac:spMk id="141" creationId="{66482608-BF71-4981-A5BD-741F2E306ED4}"/>
          </ac:spMkLst>
        </pc:spChg>
        <pc:spChg chg="mod">
          <ac:chgData name="Li,Yuting (HP Medicine) BII-CN-S" userId="ce8fbb54-122c-426d-b8da-fdcc5e1b5022" providerId="ADAL" clId="{091D8190-41A1-4C76-9976-91C4555D31F7}" dt="2023-09-17T02:43:55.091" v="365" actId="20577"/>
          <ac:spMkLst>
            <pc:docMk/>
            <pc:sldMk cId="2347641332" sldId="2147474144"/>
            <ac:spMk id="149" creationId="{6380A665-AE61-4ECB-94C7-6101C32FA508}"/>
          </ac:spMkLst>
        </pc:spChg>
        <pc:spChg chg="mod">
          <ac:chgData name="Li,Yuting (HP Medicine) BII-CN-S" userId="ce8fbb54-122c-426d-b8da-fdcc5e1b5022" providerId="ADAL" clId="{091D8190-41A1-4C76-9976-91C4555D31F7}" dt="2023-09-17T02:40:50.684" v="304" actId="1076"/>
          <ac:spMkLst>
            <pc:docMk/>
            <pc:sldMk cId="2347641332" sldId="2147474144"/>
            <ac:spMk id="151" creationId="{CD805192-4322-4158-8128-6F325A099BB1}"/>
          </ac:spMkLst>
        </pc:spChg>
        <pc:spChg chg="mod">
          <ac:chgData name="Li,Yuting (HP Medicine) BII-CN-S" userId="ce8fbb54-122c-426d-b8da-fdcc5e1b5022" providerId="ADAL" clId="{091D8190-41A1-4C76-9976-91C4555D31F7}" dt="2023-09-17T02:43:34.721" v="353" actId="14100"/>
          <ac:spMkLst>
            <pc:docMk/>
            <pc:sldMk cId="2347641332" sldId="2147474144"/>
            <ac:spMk id="154" creationId="{1B57EBFD-1C51-4A62-983C-1022A308B3EF}"/>
          </ac:spMkLst>
        </pc:spChg>
      </pc:sldChg>
      <pc:sldChg chg="modSp mod">
        <pc:chgData name="Li,Yuting (HP Medicine) BII-CN-S" userId="ce8fbb54-122c-426d-b8da-fdcc5e1b5022" providerId="ADAL" clId="{091D8190-41A1-4C76-9976-91C4555D31F7}" dt="2023-09-17T09:46:08.427" v="915" actId="20577"/>
        <pc:sldMkLst>
          <pc:docMk/>
          <pc:sldMk cId="1149611718" sldId="2147474147"/>
        </pc:sldMkLst>
        <pc:spChg chg="mod">
          <ac:chgData name="Li,Yuting (HP Medicine) BII-CN-S" userId="ce8fbb54-122c-426d-b8da-fdcc5e1b5022" providerId="ADAL" clId="{091D8190-41A1-4C76-9976-91C4555D31F7}" dt="2023-09-17T09:46:08.427" v="915" actId="20577"/>
          <ac:spMkLst>
            <pc:docMk/>
            <pc:sldMk cId="1149611718" sldId="2147474147"/>
            <ac:spMk id="5" creationId="{23DB86F8-60A0-6A56-DC74-D2994B3B6CA9}"/>
          </ac:spMkLst>
        </pc:spChg>
        <pc:spChg chg="mod">
          <ac:chgData name="Li,Yuting (HP Medicine) BII-CN-S" userId="ce8fbb54-122c-426d-b8da-fdcc5e1b5022" providerId="ADAL" clId="{091D8190-41A1-4C76-9976-91C4555D31F7}" dt="2023-09-17T03:12:32.065" v="403" actId="20577"/>
          <ac:spMkLst>
            <pc:docMk/>
            <pc:sldMk cId="1149611718" sldId="2147474147"/>
            <ac:spMk id="75" creationId="{23E443ED-C91E-4425-963C-DB47A7F0B19C}"/>
          </ac:spMkLst>
        </pc:spChg>
      </pc:sldChg>
      <pc:sldChg chg="modSp mod">
        <pc:chgData name="Li,Yuting (HP Medicine) BII-CN-S" userId="ce8fbb54-122c-426d-b8da-fdcc5e1b5022" providerId="ADAL" clId="{091D8190-41A1-4C76-9976-91C4555D31F7}" dt="2023-09-18T01:23:29.041" v="987" actId="20577"/>
        <pc:sldMkLst>
          <pc:docMk/>
          <pc:sldMk cId="3278857085" sldId="2147474230"/>
        </pc:sldMkLst>
        <pc:spChg chg="mod">
          <ac:chgData name="Li,Yuting (HP Medicine) BII-CN-S" userId="ce8fbb54-122c-426d-b8da-fdcc5e1b5022" providerId="ADAL" clId="{091D8190-41A1-4C76-9976-91C4555D31F7}" dt="2023-09-18T01:23:29.041" v="987" actId="20577"/>
          <ac:spMkLst>
            <pc:docMk/>
            <pc:sldMk cId="3278857085" sldId="2147474230"/>
            <ac:spMk id="30" creationId="{AE1A5680-D133-2FB3-FC32-EF85FAA610D3}"/>
          </ac:spMkLst>
        </pc:spChg>
      </pc:sldChg>
      <pc:sldChg chg="modNotesTx">
        <pc:chgData name="Li,Yuting (HP Medicine) BII-CN-S" userId="ce8fbb54-122c-426d-b8da-fdcc5e1b5022" providerId="ADAL" clId="{091D8190-41A1-4C76-9976-91C4555D31F7}" dt="2023-09-17T09:52:56.760" v="916" actId="6549"/>
        <pc:sldMkLst>
          <pc:docMk/>
          <pc:sldMk cId="1593330367" sldId="2147474233"/>
        </pc:sldMkLst>
      </pc:sldChg>
      <pc:sldChg chg="modSp mod">
        <pc:chgData name="Li,Yuting (HP Medicine) BII-CN-S" userId="ce8fbb54-122c-426d-b8da-fdcc5e1b5022" providerId="ADAL" clId="{091D8190-41A1-4C76-9976-91C4555D31F7}" dt="2023-09-17T07:21:40.174" v="772" actId="20577"/>
        <pc:sldMkLst>
          <pc:docMk/>
          <pc:sldMk cId="3528017325" sldId="2147474235"/>
        </pc:sldMkLst>
        <pc:spChg chg="mod">
          <ac:chgData name="Li,Yuting (HP Medicine) BII-CN-S" userId="ce8fbb54-122c-426d-b8da-fdcc5e1b5022" providerId="ADAL" clId="{091D8190-41A1-4C76-9976-91C4555D31F7}" dt="2023-09-17T07:21:40.174" v="772" actId="20577"/>
          <ac:spMkLst>
            <pc:docMk/>
            <pc:sldMk cId="3528017325" sldId="2147474235"/>
            <ac:spMk id="6" creationId="{25357EA1-1F19-4D1B-9A4E-2EAB26F09BB9}"/>
          </ac:spMkLst>
        </pc:spChg>
        <pc:spChg chg="mod">
          <ac:chgData name="Li,Yuting (HP Medicine) BII-CN-S" userId="ce8fbb54-122c-426d-b8da-fdcc5e1b5022" providerId="ADAL" clId="{091D8190-41A1-4C76-9976-91C4555D31F7}" dt="2023-09-17T04:06:17.961" v="573" actId="1076"/>
          <ac:spMkLst>
            <pc:docMk/>
            <pc:sldMk cId="3528017325" sldId="2147474235"/>
            <ac:spMk id="7" creationId="{E9DC4527-9B66-4450-86F5-689D3C73A610}"/>
          </ac:spMkLst>
        </pc:spChg>
      </pc:sldChg>
      <pc:sldChg chg="mod modShow">
        <pc:chgData name="Li,Yuting (HP Medicine) BII-CN-S" userId="ce8fbb54-122c-426d-b8da-fdcc5e1b5022" providerId="ADAL" clId="{091D8190-41A1-4C76-9976-91C4555D31F7}" dt="2023-09-17T08:13:20.140" v="811" actId="729"/>
        <pc:sldMkLst>
          <pc:docMk/>
          <pc:sldMk cId="2334680629" sldId="2147474242"/>
        </pc:sldMkLst>
      </pc:sldChg>
      <pc:sldChg chg="modSp mod modNotesTx">
        <pc:chgData name="Li,Yuting (HP Medicine) BII-CN-S" userId="ce8fbb54-122c-426d-b8da-fdcc5e1b5022" providerId="ADAL" clId="{091D8190-41A1-4C76-9976-91C4555D31F7}" dt="2023-09-17T08:48:52.538" v="815" actId="1076"/>
        <pc:sldMkLst>
          <pc:docMk/>
          <pc:sldMk cId="1573724795" sldId="2147474244"/>
        </pc:sldMkLst>
        <pc:spChg chg="mod">
          <ac:chgData name="Li,Yuting (HP Medicine) BII-CN-S" userId="ce8fbb54-122c-426d-b8da-fdcc5e1b5022" providerId="ADAL" clId="{091D8190-41A1-4C76-9976-91C4555D31F7}" dt="2023-09-17T08:48:03.394" v="814" actId="20577"/>
          <ac:spMkLst>
            <pc:docMk/>
            <pc:sldMk cId="1573724795" sldId="2147474244"/>
            <ac:spMk id="2" creationId="{2183922C-E343-FE15-DCB0-52F86DE019F7}"/>
          </ac:spMkLst>
        </pc:spChg>
        <pc:grpChg chg="mod">
          <ac:chgData name="Li,Yuting (HP Medicine) BII-CN-S" userId="ce8fbb54-122c-426d-b8da-fdcc5e1b5022" providerId="ADAL" clId="{091D8190-41A1-4C76-9976-91C4555D31F7}" dt="2023-09-17T08:48:52.538" v="815" actId="1076"/>
          <ac:grpSpMkLst>
            <pc:docMk/>
            <pc:sldMk cId="1573724795" sldId="2147474244"/>
            <ac:grpSpMk id="16" creationId="{D5E57F42-5769-4C25-BD97-B26E532D9DE8}"/>
          </ac:grpSpMkLst>
        </pc:grpChg>
      </pc:sldChg>
      <pc:sldChg chg="modSp mod">
        <pc:chgData name="Li,Yuting (HP Medicine) BII-CN-S" userId="ce8fbb54-122c-426d-b8da-fdcc5e1b5022" providerId="ADAL" clId="{091D8190-41A1-4C76-9976-91C4555D31F7}" dt="2023-09-17T03:29:38.490" v="444" actId="20577"/>
        <pc:sldMkLst>
          <pc:docMk/>
          <pc:sldMk cId="3300509917" sldId="2147474246"/>
        </pc:sldMkLst>
        <pc:spChg chg="mod">
          <ac:chgData name="Li,Yuting (HP Medicine) BII-CN-S" userId="ce8fbb54-122c-426d-b8da-fdcc5e1b5022" providerId="ADAL" clId="{091D8190-41A1-4C76-9976-91C4555D31F7}" dt="2023-09-17T03:29:38.490" v="444" actId="20577"/>
          <ac:spMkLst>
            <pc:docMk/>
            <pc:sldMk cId="3300509917" sldId="2147474246"/>
            <ac:spMk id="107" creationId="{7DDA071E-5F80-4527-AE47-F1E7B2DC2A5B}"/>
          </ac:spMkLst>
        </pc:spChg>
      </pc:sldChg>
      <pc:sldChg chg="modSp mod">
        <pc:chgData name="Li,Yuting (HP Medicine) BII-CN-S" userId="ce8fbb54-122c-426d-b8da-fdcc5e1b5022" providerId="ADAL" clId="{091D8190-41A1-4C76-9976-91C4555D31F7}" dt="2023-09-17T04:02:31.015" v="550" actId="20577"/>
        <pc:sldMkLst>
          <pc:docMk/>
          <pc:sldMk cId="2422094028" sldId="2147474885"/>
        </pc:sldMkLst>
        <pc:spChg chg="mod">
          <ac:chgData name="Li,Yuting (HP Medicine) BII-CN-S" userId="ce8fbb54-122c-426d-b8da-fdcc5e1b5022" providerId="ADAL" clId="{091D8190-41A1-4C76-9976-91C4555D31F7}" dt="2023-09-17T04:02:31.015" v="550" actId="20577"/>
          <ac:spMkLst>
            <pc:docMk/>
            <pc:sldMk cId="2422094028" sldId="2147474885"/>
            <ac:spMk id="16" creationId="{D581152F-1DCB-65EA-52DD-B9C9BD9B5904}"/>
          </ac:spMkLst>
        </pc:spChg>
      </pc:sldChg>
      <pc:sldChg chg="delSp modSp mod">
        <pc:chgData name="Li,Yuting (HP Medicine) BII-CN-S" userId="ce8fbb54-122c-426d-b8da-fdcc5e1b5022" providerId="ADAL" clId="{091D8190-41A1-4C76-9976-91C4555D31F7}" dt="2023-09-17T03:14:04.517" v="409" actId="478"/>
        <pc:sldMkLst>
          <pc:docMk/>
          <pc:sldMk cId="2741680057" sldId="2147474891"/>
        </pc:sldMkLst>
        <pc:spChg chg="del">
          <ac:chgData name="Li,Yuting (HP Medicine) BII-CN-S" userId="ce8fbb54-122c-426d-b8da-fdcc5e1b5022" providerId="ADAL" clId="{091D8190-41A1-4C76-9976-91C4555D31F7}" dt="2023-09-17T03:14:04.517" v="409" actId="478"/>
          <ac:spMkLst>
            <pc:docMk/>
            <pc:sldMk cId="2741680057" sldId="2147474891"/>
            <ac:spMk id="4" creationId="{7A6A2121-6FB4-7308-ADFC-56153F9ED733}"/>
          </ac:spMkLst>
        </pc:spChg>
        <pc:graphicFrameChg chg="modGraphic">
          <ac:chgData name="Li,Yuting (HP Medicine) BII-CN-S" userId="ce8fbb54-122c-426d-b8da-fdcc5e1b5022" providerId="ADAL" clId="{091D8190-41A1-4C76-9976-91C4555D31F7}" dt="2023-09-17T03:13:57.316" v="408" actId="14734"/>
          <ac:graphicFrameMkLst>
            <pc:docMk/>
            <pc:sldMk cId="2741680057" sldId="2147474891"/>
            <ac:graphicFrameMk id="6" creationId="{B0A17EB3-FD78-D706-E19E-906D483F239D}"/>
          </ac:graphicFrameMkLst>
        </pc:graphicFrameChg>
      </pc:sldChg>
      <pc:sldChg chg="modSp mod">
        <pc:chgData name="Li,Yuting (HP Medicine) BII-CN-S" userId="ce8fbb54-122c-426d-b8da-fdcc5e1b5022" providerId="ADAL" clId="{091D8190-41A1-4C76-9976-91C4555D31F7}" dt="2023-09-17T03:17:06" v="411" actId="1036"/>
        <pc:sldMkLst>
          <pc:docMk/>
          <pc:sldMk cId="4100065594" sldId="2147474892"/>
        </pc:sldMkLst>
        <pc:picChg chg="mod">
          <ac:chgData name="Li,Yuting (HP Medicine) BII-CN-S" userId="ce8fbb54-122c-426d-b8da-fdcc5e1b5022" providerId="ADAL" clId="{091D8190-41A1-4C76-9976-91C4555D31F7}" dt="2023-09-17T03:17:06" v="411" actId="1036"/>
          <ac:picMkLst>
            <pc:docMk/>
            <pc:sldMk cId="4100065594" sldId="2147474892"/>
            <ac:picMk id="6" creationId="{E30B02FC-CAA6-5E0A-542F-C0A2ED538C6D}"/>
          </ac:picMkLst>
        </pc:picChg>
      </pc:sldChg>
      <pc:sldChg chg="modNotesTx">
        <pc:chgData name="Li,Yuting (HP Medicine) BII-CN-S" userId="ce8fbb54-122c-426d-b8da-fdcc5e1b5022" providerId="ADAL" clId="{091D8190-41A1-4C76-9976-91C4555D31F7}" dt="2023-09-17T03:48:59.644" v="445"/>
        <pc:sldMkLst>
          <pc:docMk/>
          <pc:sldMk cId="1603556620" sldId="2147474893"/>
        </pc:sldMkLst>
      </pc:sldChg>
      <pc:sldChg chg="del">
        <pc:chgData name="Li,Yuting (HP Medicine) BII-CN-S" userId="ce8fbb54-122c-426d-b8da-fdcc5e1b5022" providerId="ADAL" clId="{091D8190-41A1-4C76-9976-91C4555D31F7}" dt="2023-09-17T02:33:55.025" v="230" actId="47"/>
        <pc:sldMkLst>
          <pc:docMk/>
          <pc:sldMk cId="1689049763" sldId="2147474894"/>
        </pc:sldMkLst>
      </pc:sldChg>
      <pc:sldChg chg="modSp mod">
        <pc:chgData name="Li,Yuting (HP Medicine) BII-CN-S" userId="ce8fbb54-122c-426d-b8da-fdcc5e1b5022" providerId="ADAL" clId="{091D8190-41A1-4C76-9976-91C4555D31F7}" dt="2023-09-17T10:16:57.044" v="927" actId="20577"/>
        <pc:sldMkLst>
          <pc:docMk/>
          <pc:sldMk cId="175194850" sldId="2147474909"/>
        </pc:sldMkLst>
        <pc:spChg chg="mod">
          <ac:chgData name="Li,Yuting (HP Medicine) BII-CN-S" userId="ce8fbb54-122c-426d-b8da-fdcc5e1b5022" providerId="ADAL" clId="{091D8190-41A1-4C76-9976-91C4555D31F7}" dt="2023-09-17T10:16:57.044" v="927" actId="20577"/>
          <ac:spMkLst>
            <pc:docMk/>
            <pc:sldMk cId="175194850" sldId="2147474909"/>
            <ac:spMk id="3" creationId="{F086A417-3AF5-9C27-27F1-41630591CEA7}"/>
          </ac:spMkLst>
        </pc:spChg>
      </pc:sldChg>
      <pc:sldChg chg="modSp mod">
        <pc:chgData name="Li,Yuting (HP Medicine) BII-CN-S" userId="ce8fbb54-122c-426d-b8da-fdcc5e1b5022" providerId="ADAL" clId="{091D8190-41A1-4C76-9976-91C4555D31F7}" dt="2023-09-17T06:51:36.008" v="747" actId="6549"/>
        <pc:sldMkLst>
          <pc:docMk/>
          <pc:sldMk cId="3223194729" sldId="2147474911"/>
        </pc:sldMkLst>
        <pc:spChg chg="mod">
          <ac:chgData name="Li,Yuting (HP Medicine) BII-CN-S" userId="ce8fbb54-122c-426d-b8da-fdcc5e1b5022" providerId="ADAL" clId="{091D8190-41A1-4C76-9976-91C4555D31F7}" dt="2023-09-17T06:51:36.008" v="747" actId="6549"/>
          <ac:spMkLst>
            <pc:docMk/>
            <pc:sldMk cId="3223194729" sldId="2147474911"/>
            <ac:spMk id="5" creationId="{A553E593-C168-ED7A-58DD-142FEB2A9A6A}"/>
          </ac:spMkLst>
        </pc:spChg>
      </pc:sldChg>
      <pc:sldChg chg="ord">
        <pc:chgData name="Li,Yuting (HP Medicine) BII-CN-S" userId="ce8fbb54-122c-426d-b8da-fdcc5e1b5022" providerId="ADAL" clId="{091D8190-41A1-4C76-9976-91C4555D31F7}" dt="2023-09-17T06:44:24.472" v="715"/>
        <pc:sldMkLst>
          <pc:docMk/>
          <pc:sldMk cId="4135589616" sldId="2147474912"/>
        </pc:sldMkLst>
      </pc:sldChg>
      <pc:sldChg chg="modSp mod">
        <pc:chgData name="Li,Yuting (HP Medicine) BII-CN-S" userId="ce8fbb54-122c-426d-b8da-fdcc5e1b5022" providerId="ADAL" clId="{091D8190-41A1-4C76-9976-91C4555D31F7}" dt="2023-09-17T09:02:48.282" v="870" actId="20577"/>
        <pc:sldMkLst>
          <pc:docMk/>
          <pc:sldMk cId="593512154" sldId="2147474915"/>
        </pc:sldMkLst>
        <pc:spChg chg="mod">
          <ac:chgData name="Li,Yuting (HP Medicine) BII-CN-S" userId="ce8fbb54-122c-426d-b8da-fdcc5e1b5022" providerId="ADAL" clId="{091D8190-41A1-4C76-9976-91C4555D31F7}" dt="2023-09-17T09:00:19.479" v="846" actId="20577"/>
          <ac:spMkLst>
            <pc:docMk/>
            <pc:sldMk cId="593512154" sldId="2147474915"/>
            <ac:spMk id="5" creationId="{3CF0B276-FB73-ABF2-0D3F-75AE9F21DEE6}"/>
          </ac:spMkLst>
        </pc:spChg>
        <pc:spChg chg="mod">
          <ac:chgData name="Li,Yuting (HP Medicine) BII-CN-S" userId="ce8fbb54-122c-426d-b8da-fdcc5e1b5022" providerId="ADAL" clId="{091D8190-41A1-4C76-9976-91C4555D31F7}" dt="2023-09-17T09:02:15.061" v="868" actId="20577"/>
          <ac:spMkLst>
            <pc:docMk/>
            <pc:sldMk cId="593512154" sldId="2147474915"/>
            <ac:spMk id="8" creationId="{02C5344F-C897-5D35-FD5F-3F80E1403E4A}"/>
          </ac:spMkLst>
        </pc:spChg>
        <pc:spChg chg="mod">
          <ac:chgData name="Li,Yuting (HP Medicine) BII-CN-S" userId="ce8fbb54-122c-426d-b8da-fdcc5e1b5022" providerId="ADAL" clId="{091D8190-41A1-4C76-9976-91C4555D31F7}" dt="2023-09-17T09:02:48.282" v="870" actId="20577"/>
          <ac:spMkLst>
            <pc:docMk/>
            <pc:sldMk cId="593512154" sldId="2147474915"/>
            <ac:spMk id="9" creationId="{0FD9E29B-55BD-1FD4-B827-BBBA2EEBCF0D}"/>
          </ac:spMkLst>
        </pc:spChg>
      </pc:sldChg>
      <pc:sldChg chg="modSp mod">
        <pc:chgData name="Li,Yuting (HP Medicine) BII-CN-S" userId="ce8fbb54-122c-426d-b8da-fdcc5e1b5022" providerId="ADAL" clId="{091D8190-41A1-4C76-9976-91C4555D31F7}" dt="2023-09-17T09:11:43.945" v="897" actId="20577"/>
        <pc:sldMkLst>
          <pc:docMk/>
          <pc:sldMk cId="2401456502" sldId="2147474916"/>
        </pc:sldMkLst>
        <pc:spChg chg="mod">
          <ac:chgData name="Li,Yuting (HP Medicine) BII-CN-S" userId="ce8fbb54-122c-426d-b8da-fdcc5e1b5022" providerId="ADAL" clId="{091D8190-41A1-4C76-9976-91C4555D31F7}" dt="2023-09-17T09:11:43.945" v="897" actId="20577"/>
          <ac:spMkLst>
            <pc:docMk/>
            <pc:sldMk cId="2401456502" sldId="2147474916"/>
            <ac:spMk id="2" creationId="{8A86F1A2-3A1C-3779-5916-18F3F408A0A0}"/>
          </ac:spMkLst>
        </pc:spChg>
        <pc:graphicFrameChg chg="modGraphic">
          <ac:chgData name="Li,Yuting (HP Medicine) BII-CN-S" userId="ce8fbb54-122c-426d-b8da-fdcc5e1b5022" providerId="ADAL" clId="{091D8190-41A1-4C76-9976-91C4555D31F7}" dt="2023-09-17T09:10:52.531" v="872" actId="20577"/>
          <ac:graphicFrameMkLst>
            <pc:docMk/>
            <pc:sldMk cId="2401456502" sldId="2147474916"/>
            <ac:graphicFrameMk id="12" creationId="{EE24276D-C300-4706-ACD2-32E108653E2B}"/>
          </ac:graphicFrameMkLst>
        </pc:graphicFrameChg>
      </pc:sldChg>
      <pc:sldChg chg="modSp mod">
        <pc:chgData name="Li,Yuting (HP Medicine) BII-CN-S" userId="ce8fbb54-122c-426d-b8da-fdcc5e1b5022" providerId="ADAL" clId="{091D8190-41A1-4C76-9976-91C4555D31F7}" dt="2023-09-17T08:08:36.035" v="806" actId="207"/>
        <pc:sldMkLst>
          <pc:docMk/>
          <pc:sldMk cId="2048577046" sldId="2147474919"/>
        </pc:sldMkLst>
        <pc:graphicFrameChg chg="modGraphic">
          <ac:chgData name="Li,Yuting (HP Medicine) BII-CN-S" userId="ce8fbb54-122c-426d-b8da-fdcc5e1b5022" providerId="ADAL" clId="{091D8190-41A1-4C76-9976-91C4555D31F7}" dt="2023-09-17T08:08:36.035" v="806" actId="207"/>
          <ac:graphicFrameMkLst>
            <pc:docMk/>
            <pc:sldMk cId="2048577046" sldId="2147474919"/>
            <ac:graphicFrameMk id="5" creationId="{B9113D90-82DC-3943-6263-3FE2B5DDC371}"/>
          </ac:graphicFrameMkLst>
        </pc:graphicFrameChg>
        <pc:graphicFrameChg chg="modGraphic">
          <ac:chgData name="Li,Yuting (HP Medicine) BII-CN-S" userId="ce8fbb54-122c-426d-b8da-fdcc5e1b5022" providerId="ADAL" clId="{091D8190-41A1-4C76-9976-91C4555D31F7}" dt="2023-09-17T08:08:17.737" v="805" actId="207"/>
          <ac:graphicFrameMkLst>
            <pc:docMk/>
            <pc:sldMk cId="2048577046" sldId="2147474919"/>
            <ac:graphicFrameMk id="6" creationId="{66E2E6CC-26FA-9815-C611-BC6714EF84FE}"/>
          </ac:graphicFrameMkLst>
        </pc:graphicFrameChg>
        <pc:graphicFrameChg chg="mod">
          <ac:chgData name="Li,Yuting (HP Medicine) BII-CN-S" userId="ce8fbb54-122c-426d-b8da-fdcc5e1b5022" providerId="ADAL" clId="{091D8190-41A1-4C76-9976-91C4555D31F7}" dt="2023-09-17T07:47:46.545" v="782" actId="20577"/>
          <ac:graphicFrameMkLst>
            <pc:docMk/>
            <pc:sldMk cId="2048577046" sldId="2147474919"/>
            <ac:graphicFrameMk id="10" creationId="{BE31144E-466B-819D-D16A-2CAAB8C67128}"/>
          </ac:graphicFrameMkLst>
        </pc:graphicFrameChg>
      </pc:sldChg>
      <pc:sldChg chg="modSp mod">
        <pc:chgData name="Li,Yuting (HP Medicine) BII-CN-S" userId="ce8fbb54-122c-426d-b8da-fdcc5e1b5022" providerId="ADAL" clId="{091D8190-41A1-4C76-9976-91C4555D31F7}" dt="2023-09-17T13:44:28.143" v="961" actId="20577"/>
        <pc:sldMkLst>
          <pc:docMk/>
          <pc:sldMk cId="954744658" sldId="2147474920"/>
        </pc:sldMkLst>
        <pc:spChg chg="mod">
          <ac:chgData name="Li,Yuting (HP Medicine) BII-CN-S" userId="ce8fbb54-122c-426d-b8da-fdcc5e1b5022" providerId="ADAL" clId="{091D8190-41A1-4C76-9976-91C4555D31F7}" dt="2023-09-17T09:19:58.208" v="898" actId="207"/>
          <ac:spMkLst>
            <pc:docMk/>
            <pc:sldMk cId="954744658" sldId="2147474920"/>
            <ac:spMk id="5" creationId="{A6428498-B50E-B122-DB0A-DEAABF878C3D}"/>
          </ac:spMkLst>
        </pc:spChg>
        <pc:spChg chg="mod">
          <ac:chgData name="Li,Yuting (HP Medicine) BII-CN-S" userId="ce8fbb54-122c-426d-b8da-fdcc5e1b5022" providerId="ADAL" clId="{091D8190-41A1-4C76-9976-91C4555D31F7}" dt="2023-09-17T13:44:28.143" v="961" actId="20577"/>
          <ac:spMkLst>
            <pc:docMk/>
            <pc:sldMk cId="954744658" sldId="2147474920"/>
            <ac:spMk id="8" creationId="{D0EBD633-258A-0416-4767-C984C92B9137}"/>
          </ac:spMkLst>
        </pc:spChg>
        <pc:spChg chg="mod">
          <ac:chgData name="Li,Yuting (HP Medicine) BII-CN-S" userId="ce8fbb54-122c-426d-b8da-fdcc5e1b5022" providerId="ADAL" clId="{091D8190-41A1-4C76-9976-91C4555D31F7}" dt="2023-09-17T11:56:45.356" v="948" actId="20577"/>
          <ac:spMkLst>
            <pc:docMk/>
            <pc:sldMk cId="954744658" sldId="2147474920"/>
            <ac:spMk id="10" creationId="{8A846B12-24AA-055D-13DB-3366D48CC673}"/>
          </ac:spMkLst>
        </pc:spChg>
        <pc:spChg chg="mod">
          <ac:chgData name="Li,Yuting (HP Medicine) BII-CN-S" userId="ce8fbb54-122c-426d-b8da-fdcc5e1b5022" providerId="ADAL" clId="{091D8190-41A1-4C76-9976-91C4555D31F7}" dt="2023-09-17T09:19:58.208" v="898" actId="207"/>
          <ac:spMkLst>
            <pc:docMk/>
            <pc:sldMk cId="954744658" sldId="2147474920"/>
            <ac:spMk id="12" creationId="{36D81734-E278-9CE7-D776-FED0E48816D5}"/>
          </ac:spMkLst>
        </pc:spChg>
        <pc:spChg chg="mod">
          <ac:chgData name="Li,Yuting (HP Medicine) BII-CN-S" userId="ce8fbb54-122c-426d-b8da-fdcc5e1b5022" providerId="ADAL" clId="{091D8190-41A1-4C76-9976-91C4555D31F7}" dt="2023-09-17T09:19:58.208" v="898" actId="207"/>
          <ac:spMkLst>
            <pc:docMk/>
            <pc:sldMk cId="954744658" sldId="2147474920"/>
            <ac:spMk id="14" creationId="{C29252CE-9161-2EC9-1B57-E539304DD137}"/>
          </ac:spMkLst>
        </pc:spChg>
      </pc:sldChg>
      <pc:sldChg chg="modSp mod delCm">
        <pc:chgData name="Li,Yuting (HP Medicine) BII-CN-S" userId="ce8fbb54-122c-426d-b8da-fdcc5e1b5022" providerId="ADAL" clId="{091D8190-41A1-4C76-9976-91C4555D31F7}" dt="2023-09-17T02:37:47.931" v="302" actId="20577"/>
        <pc:sldMkLst>
          <pc:docMk/>
          <pc:sldMk cId="3972368734" sldId="2147474921"/>
        </pc:sldMkLst>
        <pc:spChg chg="mod">
          <ac:chgData name="Li,Yuting (HP Medicine) BII-CN-S" userId="ce8fbb54-122c-426d-b8da-fdcc5e1b5022" providerId="ADAL" clId="{091D8190-41A1-4C76-9976-91C4555D31F7}" dt="2023-09-17T02:34:32.466" v="242" actId="20577"/>
          <ac:spMkLst>
            <pc:docMk/>
            <pc:sldMk cId="3972368734" sldId="2147474921"/>
            <ac:spMk id="4" creationId="{F5C2EB7C-0FCC-F60F-54FB-560ADAB5EEA4}"/>
          </ac:spMkLst>
        </pc:spChg>
        <pc:graphicFrameChg chg="modGraphic">
          <ac:chgData name="Li,Yuting (HP Medicine) BII-CN-S" userId="ce8fbb54-122c-426d-b8da-fdcc5e1b5022" providerId="ADAL" clId="{091D8190-41A1-4C76-9976-91C4555D31F7}" dt="2023-09-17T02:37:47.931" v="302" actId="20577"/>
          <ac:graphicFrameMkLst>
            <pc:docMk/>
            <pc:sldMk cId="3972368734" sldId="2147474921"/>
            <ac:graphicFrameMk id="11" creationId="{A5854CEA-8393-AB5C-F5D2-19D7CB3D49CC}"/>
          </ac:graphicFrameMkLst>
        </pc:graphicFrameChg>
      </pc:sldChg>
      <pc:sldChg chg="addSp modSp new mod">
        <pc:chgData name="Li,Yuting (HP Medicine) BII-CN-S" userId="ce8fbb54-122c-426d-b8da-fdcc5e1b5022" providerId="ADAL" clId="{091D8190-41A1-4C76-9976-91C4555D31F7}" dt="2023-09-17T03:53:31.831" v="546" actId="20577"/>
        <pc:sldMkLst>
          <pc:docMk/>
          <pc:sldMk cId="833130929" sldId="2147474923"/>
        </pc:sldMkLst>
        <pc:spChg chg="mod">
          <ac:chgData name="Li,Yuting (HP Medicine) BII-CN-S" userId="ce8fbb54-122c-426d-b8da-fdcc5e1b5022" providerId="ADAL" clId="{091D8190-41A1-4C76-9976-91C4555D31F7}" dt="2023-09-17T03:53:31.831" v="546" actId="20577"/>
          <ac:spMkLst>
            <pc:docMk/>
            <pc:sldMk cId="833130929" sldId="2147474923"/>
            <ac:spMk id="3" creationId="{160CDCF7-60CF-5C8C-85BA-E7FCD8F3B77C}"/>
          </ac:spMkLst>
        </pc:spChg>
        <pc:spChg chg="add mod">
          <ac:chgData name="Li,Yuting (HP Medicine) BII-CN-S" userId="ce8fbb54-122c-426d-b8da-fdcc5e1b5022" providerId="ADAL" clId="{091D8190-41A1-4C76-9976-91C4555D31F7}" dt="2023-09-17T03:53:03.908" v="447"/>
          <ac:spMkLst>
            <pc:docMk/>
            <pc:sldMk cId="833130929" sldId="2147474923"/>
            <ac:spMk id="5" creationId="{2B80D7F7-B242-8657-1063-1FD3AA751977}"/>
          </ac:spMkLst>
        </pc:spChg>
        <pc:graphicFrameChg chg="add mod">
          <ac:chgData name="Li,Yuting (HP Medicine) BII-CN-S" userId="ce8fbb54-122c-426d-b8da-fdcc5e1b5022" providerId="ADAL" clId="{091D8190-41A1-4C76-9976-91C4555D31F7}" dt="2023-09-17T03:53:03.908" v="447"/>
          <ac:graphicFrameMkLst>
            <pc:docMk/>
            <pc:sldMk cId="833130929" sldId="2147474923"/>
            <ac:graphicFrameMk id="4" creationId="{EB2FEA61-AE4F-46DE-0E51-A7710C45629B}"/>
          </ac:graphicFrameMkLst>
        </pc:graphicFrameChg>
      </pc:sldChg>
      <pc:sldChg chg="addSp modSp new mod">
        <pc:chgData name="Li,Yuting (HP Medicine) BII-CN-S" userId="ce8fbb54-122c-426d-b8da-fdcc5e1b5022" providerId="ADAL" clId="{091D8190-41A1-4C76-9976-91C4555D31F7}" dt="2023-09-17T06:44:19.159" v="713" actId="20577"/>
        <pc:sldMkLst>
          <pc:docMk/>
          <pc:sldMk cId="1983346115" sldId="2147474924"/>
        </pc:sldMkLst>
        <pc:spChg chg="mod">
          <ac:chgData name="Li,Yuting (HP Medicine) BII-CN-S" userId="ce8fbb54-122c-426d-b8da-fdcc5e1b5022" providerId="ADAL" clId="{091D8190-41A1-4C76-9976-91C4555D31F7}" dt="2023-09-17T06:44:19.159" v="713" actId="20577"/>
          <ac:spMkLst>
            <pc:docMk/>
            <pc:sldMk cId="1983346115" sldId="2147474924"/>
            <ac:spMk id="3" creationId="{0C75D0E0-F61B-1BDD-4842-0CBE3C083E09}"/>
          </ac:spMkLst>
        </pc:spChg>
        <pc:graphicFrameChg chg="add mod">
          <ac:chgData name="Li,Yuting (HP Medicine) BII-CN-S" userId="ce8fbb54-122c-426d-b8da-fdcc5e1b5022" providerId="ADAL" clId="{091D8190-41A1-4C76-9976-91C4555D31F7}" dt="2023-09-17T06:43:42.201" v="612"/>
          <ac:graphicFrameMkLst>
            <pc:docMk/>
            <pc:sldMk cId="1983346115" sldId="2147474924"/>
            <ac:graphicFrameMk id="4" creationId="{5B523E26-114F-C8E1-741D-A8DCC29495D7}"/>
          </ac:graphicFrameMkLst>
        </pc:graphicFrameChg>
      </pc:sldChg>
      <pc:sldChg chg="delCm">
        <pc:chgData name="Li,Yuting (HP Medicine) BII-CN-S" userId="ce8fbb54-122c-426d-b8da-fdcc5e1b5022" providerId="ADAL" clId="{091D8190-41A1-4C76-9976-91C4555D31F7}" dt="2023-09-18T00:01:00.041" v="962" actId="1592"/>
        <pc:sldMkLst>
          <pc:docMk/>
          <pc:sldMk cId="3737015513" sldId="2147474925"/>
        </pc:sldMkLst>
      </pc:sldChg>
    </pc:docChg>
  </pc:docChgLst>
  <pc:docChgLst>
    <pc:chgData name="Chen,Dr.,Ying (HP Medicine) BII-CN-S" userId="7c019f49-0ee9-4787-9ac5-a11d3b82d6d2" providerId="ADAL" clId="{E15A8789-E1E1-4359-8E73-C11818DB3B20}"/>
    <pc:docChg chg="undo custSel addSld delSld modSld modSection">
      <pc:chgData name="Chen,Dr.,Ying (HP Medicine) BII-CN-S" userId="7c019f49-0ee9-4787-9ac5-a11d3b82d6d2" providerId="ADAL" clId="{E15A8789-E1E1-4359-8E73-C11818DB3B20}" dt="2024-03-20T09:45:14.653" v="34" actId="6549"/>
      <pc:docMkLst>
        <pc:docMk/>
      </pc:docMkLst>
      <pc:sldChg chg="modSp mod">
        <pc:chgData name="Chen,Dr.,Ying (HP Medicine) BII-CN-S" userId="7c019f49-0ee9-4787-9ac5-a11d3b82d6d2" providerId="ADAL" clId="{E15A8789-E1E1-4359-8E73-C11818DB3B20}" dt="2024-03-20T09:45:00.740" v="32" actId="115"/>
        <pc:sldMkLst>
          <pc:docMk/>
          <pc:sldMk cId="1519687716" sldId="2147481384"/>
        </pc:sldMkLst>
        <pc:spChg chg="mod">
          <ac:chgData name="Chen,Dr.,Ying (HP Medicine) BII-CN-S" userId="7c019f49-0ee9-4787-9ac5-a11d3b82d6d2" providerId="ADAL" clId="{E15A8789-E1E1-4359-8E73-C11818DB3B20}" dt="2024-03-20T09:45:00.740" v="32" actId="115"/>
          <ac:spMkLst>
            <pc:docMk/>
            <pc:sldMk cId="1519687716" sldId="2147481384"/>
            <ac:spMk id="3" creationId="{45E7D4C0-1D41-FD3A-53A1-527CC5474E52}"/>
          </ac:spMkLst>
        </pc:spChg>
      </pc:sldChg>
      <pc:sldChg chg="modSp mod">
        <pc:chgData name="Chen,Dr.,Ying (HP Medicine) BII-CN-S" userId="7c019f49-0ee9-4787-9ac5-a11d3b82d6d2" providerId="ADAL" clId="{E15A8789-E1E1-4359-8E73-C11818DB3B20}" dt="2024-03-20T07:53:46.202" v="29" actId="113"/>
        <pc:sldMkLst>
          <pc:docMk/>
          <pc:sldMk cId="617639038" sldId="2147481385"/>
        </pc:sldMkLst>
        <pc:spChg chg="mod">
          <ac:chgData name="Chen,Dr.,Ying (HP Medicine) BII-CN-S" userId="7c019f49-0ee9-4787-9ac5-a11d3b82d6d2" providerId="ADAL" clId="{E15A8789-E1E1-4359-8E73-C11818DB3B20}" dt="2024-03-20T07:53:43.690" v="28" actId="113"/>
          <ac:spMkLst>
            <pc:docMk/>
            <pc:sldMk cId="617639038" sldId="2147481385"/>
            <ac:spMk id="6" creationId="{9D4C3D96-3693-CB52-EE7C-09623DE8E8EA}"/>
          </ac:spMkLst>
        </pc:spChg>
        <pc:spChg chg="mod">
          <ac:chgData name="Chen,Dr.,Ying (HP Medicine) BII-CN-S" userId="7c019f49-0ee9-4787-9ac5-a11d3b82d6d2" providerId="ADAL" clId="{E15A8789-E1E1-4359-8E73-C11818DB3B20}" dt="2024-03-20T07:53:46.202" v="29" actId="113"/>
          <ac:spMkLst>
            <pc:docMk/>
            <pc:sldMk cId="617639038" sldId="2147481385"/>
            <ac:spMk id="157" creationId="{ABF1C8FA-24FE-4186-8317-54D0AE86DBB2}"/>
          </ac:spMkLst>
        </pc:spChg>
      </pc:sldChg>
      <pc:sldChg chg="modSp mod">
        <pc:chgData name="Chen,Dr.,Ying (HP Medicine) BII-CN-S" userId="7c019f49-0ee9-4787-9ac5-a11d3b82d6d2" providerId="ADAL" clId="{E15A8789-E1E1-4359-8E73-C11818DB3B20}" dt="2024-03-20T07:53:09.572" v="25" actId="113"/>
        <pc:sldMkLst>
          <pc:docMk/>
          <pc:sldMk cId="533113754" sldId="2147481390"/>
        </pc:sldMkLst>
        <pc:spChg chg="mod">
          <ac:chgData name="Chen,Dr.,Ying (HP Medicine) BII-CN-S" userId="7c019f49-0ee9-4787-9ac5-a11d3b82d6d2" providerId="ADAL" clId="{E15A8789-E1E1-4359-8E73-C11818DB3B20}" dt="2024-03-20T07:53:09.572" v="25" actId="113"/>
          <ac:spMkLst>
            <pc:docMk/>
            <pc:sldMk cId="533113754" sldId="2147481390"/>
            <ac:spMk id="107" creationId="{7DDA071E-5F80-4527-AE47-F1E7B2DC2A5B}"/>
          </ac:spMkLst>
        </pc:spChg>
        <pc:spChg chg="mod">
          <ac:chgData name="Chen,Dr.,Ying (HP Medicine) BII-CN-S" userId="7c019f49-0ee9-4787-9ac5-a11d3b82d6d2" providerId="ADAL" clId="{E15A8789-E1E1-4359-8E73-C11818DB3B20}" dt="2024-03-20T07:53:05.742" v="24" actId="113"/>
          <ac:spMkLst>
            <pc:docMk/>
            <pc:sldMk cId="533113754" sldId="2147481390"/>
            <ac:spMk id="126" creationId="{6A146A9F-3077-48E6-AD05-74AFFA257DC1}"/>
          </ac:spMkLst>
        </pc:spChg>
      </pc:sldChg>
      <pc:sldChg chg="del">
        <pc:chgData name="Chen,Dr.,Ying (HP Medicine) BII-CN-S" userId="7c019f49-0ee9-4787-9ac5-a11d3b82d6d2" providerId="ADAL" clId="{E15A8789-E1E1-4359-8E73-C11818DB3B20}" dt="2024-03-20T07:45:16.319" v="9" actId="47"/>
        <pc:sldMkLst>
          <pc:docMk/>
          <pc:sldMk cId="1641661283" sldId="2147481432"/>
        </pc:sldMkLst>
      </pc:sldChg>
      <pc:sldChg chg="del">
        <pc:chgData name="Chen,Dr.,Ying (HP Medicine) BII-CN-S" userId="7c019f49-0ee9-4787-9ac5-a11d3b82d6d2" providerId="ADAL" clId="{E15A8789-E1E1-4359-8E73-C11818DB3B20}" dt="2024-03-20T07:45:17.937" v="10" actId="47"/>
        <pc:sldMkLst>
          <pc:docMk/>
          <pc:sldMk cId="2244356121" sldId="2147482670"/>
        </pc:sldMkLst>
      </pc:sldChg>
      <pc:sldChg chg="modSp mod">
        <pc:chgData name="Chen,Dr.,Ying (HP Medicine) BII-CN-S" userId="7c019f49-0ee9-4787-9ac5-a11d3b82d6d2" providerId="ADAL" clId="{E15A8789-E1E1-4359-8E73-C11818DB3B20}" dt="2024-03-20T07:53:25.321" v="27" actId="113"/>
        <pc:sldMkLst>
          <pc:docMk/>
          <pc:sldMk cId="1032181830" sldId="2147482686"/>
        </pc:sldMkLst>
        <pc:spChg chg="mod">
          <ac:chgData name="Chen,Dr.,Ying (HP Medicine) BII-CN-S" userId="7c019f49-0ee9-4787-9ac5-a11d3b82d6d2" providerId="ADAL" clId="{E15A8789-E1E1-4359-8E73-C11818DB3B20}" dt="2024-03-20T07:53:15.126" v="26" actId="113"/>
          <ac:spMkLst>
            <pc:docMk/>
            <pc:sldMk cId="1032181830" sldId="2147482686"/>
            <ac:spMk id="5" creationId="{23DB86F8-60A0-6A56-DC74-D2994B3B6CA9}"/>
          </ac:spMkLst>
        </pc:spChg>
        <pc:spChg chg="mod">
          <ac:chgData name="Chen,Dr.,Ying (HP Medicine) BII-CN-S" userId="7c019f49-0ee9-4787-9ac5-a11d3b82d6d2" providerId="ADAL" clId="{E15A8789-E1E1-4359-8E73-C11818DB3B20}" dt="2024-03-20T07:53:25.321" v="27" actId="113"/>
          <ac:spMkLst>
            <pc:docMk/>
            <pc:sldMk cId="1032181830" sldId="2147482686"/>
            <ac:spMk id="75" creationId="{23E443ED-C91E-4425-963C-DB47A7F0B19C}"/>
          </ac:spMkLst>
        </pc:spChg>
      </pc:sldChg>
      <pc:sldChg chg="modSp mod">
        <pc:chgData name="Chen,Dr.,Ying (HP Medicine) BII-CN-S" userId="7c019f49-0ee9-4787-9ac5-a11d3b82d6d2" providerId="ADAL" clId="{E15A8789-E1E1-4359-8E73-C11818DB3B20}" dt="2024-03-20T09:45:14.653" v="34" actId="6549"/>
        <pc:sldMkLst>
          <pc:docMk/>
          <pc:sldMk cId="471800364" sldId="2147482836"/>
        </pc:sldMkLst>
        <pc:spChg chg="mod">
          <ac:chgData name="Chen,Dr.,Ying (HP Medicine) BII-CN-S" userId="7c019f49-0ee9-4787-9ac5-a11d3b82d6d2" providerId="ADAL" clId="{E15A8789-E1E1-4359-8E73-C11818DB3B20}" dt="2024-03-20T09:45:14.653" v="34" actId="6549"/>
          <ac:spMkLst>
            <pc:docMk/>
            <pc:sldMk cId="471800364" sldId="2147482836"/>
            <ac:spMk id="32" creationId="{3A83BC5A-E9E6-D514-6A20-D4B72C282EC8}"/>
          </ac:spMkLst>
        </pc:spChg>
      </pc:sldChg>
      <pc:sldChg chg="add">
        <pc:chgData name="Chen,Dr.,Ying (HP Medicine) BII-CN-S" userId="7c019f49-0ee9-4787-9ac5-a11d3b82d6d2" providerId="ADAL" clId="{E15A8789-E1E1-4359-8E73-C11818DB3B20}" dt="2024-03-20T07:45:11.929" v="8"/>
        <pc:sldMkLst>
          <pc:docMk/>
          <pc:sldMk cId="3491117846" sldId="2147482840"/>
        </pc:sldMkLst>
      </pc:sldChg>
      <pc:sldChg chg="add">
        <pc:chgData name="Chen,Dr.,Ying (HP Medicine) BII-CN-S" userId="7c019f49-0ee9-4787-9ac5-a11d3b82d6d2" providerId="ADAL" clId="{E15A8789-E1E1-4359-8E73-C11818DB3B20}" dt="2024-03-20T07:45:11.929" v="8"/>
        <pc:sldMkLst>
          <pc:docMk/>
          <pc:sldMk cId="3561120876" sldId="2147482841"/>
        </pc:sldMkLst>
      </pc:sldChg>
    </pc:docChg>
  </pc:docChgLst>
  <pc:docChgLst>
    <pc:chgData name="Li,Yuting (HP Medicine) BII-CN-S" userId="ce8fbb54-122c-426d-b8da-fdcc5e1b5022" providerId="ADAL" clId="{A1F5AB57-3A74-4C3F-9A8F-ED95FD7E9033}"/>
    <pc:docChg chg="undo custSel addSld modSld">
      <pc:chgData name="Li,Yuting (HP Medicine) BII-CN-S" userId="ce8fbb54-122c-426d-b8da-fdcc5e1b5022" providerId="ADAL" clId="{A1F5AB57-3A74-4C3F-9A8F-ED95FD7E9033}" dt="2024-03-20T13:02:06.132" v="2545" actId="12789"/>
      <pc:docMkLst>
        <pc:docMk/>
      </pc:docMkLst>
      <pc:sldChg chg="modSp mod delCm">
        <pc:chgData name="Li,Yuting (HP Medicine) BII-CN-S" userId="ce8fbb54-122c-426d-b8da-fdcc5e1b5022" providerId="ADAL" clId="{A1F5AB57-3A74-4C3F-9A8F-ED95FD7E9033}" dt="2024-03-20T12:44:14.918" v="2476" actId="13926"/>
        <pc:sldMkLst>
          <pc:docMk/>
          <pc:sldMk cId="3030268934" sldId="2145705931"/>
        </pc:sldMkLst>
        <pc:spChg chg="mod">
          <ac:chgData name="Li,Yuting (HP Medicine) BII-CN-S" userId="ce8fbb54-122c-426d-b8da-fdcc5e1b5022" providerId="ADAL" clId="{A1F5AB57-3A74-4C3F-9A8F-ED95FD7E9033}" dt="2024-03-20T12:44:14.918" v="2476" actId="13926"/>
          <ac:spMkLst>
            <pc:docMk/>
            <pc:sldMk cId="3030268934" sldId="2145705931"/>
            <ac:spMk id="3" creationId="{48A1F23A-8690-EF2D-0D26-7B7B938F4DC3}"/>
          </ac:spMkLst>
        </pc:spChg>
      </pc:sldChg>
      <pc:sldChg chg="delCm">
        <pc:chgData name="Li,Yuting (HP Medicine) BII-CN-S" userId="ce8fbb54-122c-426d-b8da-fdcc5e1b5022" providerId="ADAL" clId="{A1F5AB57-3A74-4C3F-9A8F-ED95FD7E9033}" dt="2024-03-19T11:45:17.121" v="7" actId="1592"/>
        <pc:sldMkLst>
          <pc:docMk/>
          <pc:sldMk cId="1519687716" sldId="2147481384"/>
        </pc:sldMkLst>
      </pc:sldChg>
      <pc:sldChg chg="delCm">
        <pc:chgData name="Li,Yuting (HP Medicine) BII-CN-S" userId="ce8fbb54-122c-426d-b8da-fdcc5e1b5022" providerId="ADAL" clId="{A1F5AB57-3A74-4C3F-9A8F-ED95FD7E9033}" dt="2024-03-19T11:45:17.121" v="8" actId="1592"/>
        <pc:sldMkLst>
          <pc:docMk/>
          <pc:sldMk cId="4225179121" sldId="2147481393"/>
        </pc:sldMkLst>
      </pc:sldChg>
      <pc:sldChg chg="modSp mod">
        <pc:chgData name="Li,Yuting (HP Medicine) BII-CN-S" userId="ce8fbb54-122c-426d-b8da-fdcc5e1b5022" providerId="ADAL" clId="{A1F5AB57-3A74-4C3F-9A8F-ED95FD7E9033}" dt="2024-03-20T12:41:25.722" v="2466" actId="12789"/>
        <pc:sldMkLst>
          <pc:docMk/>
          <pc:sldMk cId="988281381" sldId="2147481410"/>
        </pc:sldMkLst>
        <pc:spChg chg="mod">
          <ac:chgData name="Li,Yuting (HP Medicine) BII-CN-S" userId="ce8fbb54-122c-426d-b8da-fdcc5e1b5022" providerId="ADAL" clId="{A1F5AB57-3A74-4C3F-9A8F-ED95FD7E9033}" dt="2024-03-20T12:41:16.999" v="2465" actId="12789"/>
          <ac:spMkLst>
            <pc:docMk/>
            <pc:sldMk cId="988281381" sldId="2147481410"/>
            <ac:spMk id="9" creationId="{D3AAD3AB-6306-FA76-26D3-41497B69A4B5}"/>
          </ac:spMkLst>
        </pc:spChg>
        <pc:spChg chg="mod">
          <ac:chgData name="Li,Yuting (HP Medicine) BII-CN-S" userId="ce8fbb54-122c-426d-b8da-fdcc5e1b5022" providerId="ADAL" clId="{A1F5AB57-3A74-4C3F-9A8F-ED95FD7E9033}" dt="2024-03-20T12:41:25.722" v="2466" actId="12789"/>
          <ac:spMkLst>
            <pc:docMk/>
            <pc:sldMk cId="988281381" sldId="2147481410"/>
            <ac:spMk id="11" creationId="{43E90281-F9A1-4BB6-9A9E-890712863B6A}"/>
          </ac:spMkLst>
        </pc:spChg>
        <pc:spChg chg="mod">
          <ac:chgData name="Li,Yuting (HP Medicine) BII-CN-S" userId="ce8fbb54-122c-426d-b8da-fdcc5e1b5022" providerId="ADAL" clId="{A1F5AB57-3A74-4C3F-9A8F-ED95FD7E9033}" dt="2024-03-20T12:41:25.722" v="2466" actId="12789"/>
          <ac:spMkLst>
            <pc:docMk/>
            <pc:sldMk cId="988281381" sldId="2147481410"/>
            <ac:spMk id="12" creationId="{E245984B-6187-3494-5ABB-B8AF31113848}"/>
          </ac:spMkLst>
        </pc:spChg>
        <pc:spChg chg="mod">
          <ac:chgData name="Li,Yuting (HP Medicine) BII-CN-S" userId="ce8fbb54-122c-426d-b8da-fdcc5e1b5022" providerId="ADAL" clId="{A1F5AB57-3A74-4C3F-9A8F-ED95FD7E9033}" dt="2024-03-20T12:41:16.999" v="2465" actId="12789"/>
          <ac:spMkLst>
            <pc:docMk/>
            <pc:sldMk cId="988281381" sldId="2147481410"/>
            <ac:spMk id="14" creationId="{0184FFE5-C912-A181-C012-D5E42ADFF62C}"/>
          </ac:spMkLst>
        </pc:spChg>
        <pc:spChg chg="mod">
          <ac:chgData name="Li,Yuting (HP Medicine) BII-CN-S" userId="ce8fbb54-122c-426d-b8da-fdcc5e1b5022" providerId="ADAL" clId="{A1F5AB57-3A74-4C3F-9A8F-ED95FD7E9033}" dt="2024-03-20T12:41:25.722" v="2466" actId="12789"/>
          <ac:spMkLst>
            <pc:docMk/>
            <pc:sldMk cId="988281381" sldId="2147481410"/>
            <ac:spMk id="22" creationId="{E75D2188-FEF6-437C-73F9-650E186E2A11}"/>
          </ac:spMkLst>
        </pc:spChg>
        <pc:spChg chg="mod">
          <ac:chgData name="Li,Yuting (HP Medicine) BII-CN-S" userId="ce8fbb54-122c-426d-b8da-fdcc5e1b5022" providerId="ADAL" clId="{A1F5AB57-3A74-4C3F-9A8F-ED95FD7E9033}" dt="2024-03-20T12:41:16.999" v="2465" actId="12789"/>
          <ac:spMkLst>
            <pc:docMk/>
            <pc:sldMk cId="988281381" sldId="2147481410"/>
            <ac:spMk id="24" creationId="{623A8FAF-7CF6-209D-37A8-0115C0FEB72A}"/>
          </ac:spMkLst>
        </pc:spChg>
        <pc:spChg chg="mod">
          <ac:chgData name="Li,Yuting (HP Medicine) BII-CN-S" userId="ce8fbb54-122c-426d-b8da-fdcc5e1b5022" providerId="ADAL" clId="{A1F5AB57-3A74-4C3F-9A8F-ED95FD7E9033}" dt="2024-03-20T12:41:25.722" v="2466" actId="12789"/>
          <ac:spMkLst>
            <pc:docMk/>
            <pc:sldMk cId="988281381" sldId="2147481410"/>
            <ac:spMk id="25" creationId="{40DF0293-A40D-9E12-8B69-01F3CDE32A6B}"/>
          </ac:spMkLst>
        </pc:spChg>
        <pc:spChg chg="mod">
          <ac:chgData name="Li,Yuting (HP Medicine) BII-CN-S" userId="ce8fbb54-122c-426d-b8da-fdcc5e1b5022" providerId="ADAL" clId="{A1F5AB57-3A74-4C3F-9A8F-ED95FD7E9033}" dt="2024-03-20T12:41:16.999" v="2465" actId="12789"/>
          <ac:spMkLst>
            <pc:docMk/>
            <pc:sldMk cId="988281381" sldId="2147481410"/>
            <ac:spMk id="27" creationId="{1EE2488E-900C-2BFB-F6D4-AA6E5B2BA5BC}"/>
          </ac:spMkLst>
        </pc:spChg>
        <pc:spChg chg="mod">
          <ac:chgData name="Li,Yuting (HP Medicine) BII-CN-S" userId="ce8fbb54-122c-426d-b8da-fdcc5e1b5022" providerId="ADAL" clId="{A1F5AB57-3A74-4C3F-9A8F-ED95FD7E9033}" dt="2024-03-20T12:41:08.504" v="2464" actId="12789"/>
          <ac:spMkLst>
            <pc:docMk/>
            <pc:sldMk cId="988281381" sldId="2147481410"/>
            <ac:spMk id="221" creationId="{19606966-EC6D-CB08-A94E-4D6125CD5727}"/>
          </ac:spMkLst>
        </pc:spChg>
        <pc:spChg chg="mod">
          <ac:chgData name="Li,Yuting (HP Medicine) BII-CN-S" userId="ce8fbb54-122c-426d-b8da-fdcc5e1b5022" providerId="ADAL" clId="{A1F5AB57-3A74-4C3F-9A8F-ED95FD7E9033}" dt="2024-03-20T12:40:59.224" v="2463" actId="12789"/>
          <ac:spMkLst>
            <pc:docMk/>
            <pc:sldMk cId="988281381" sldId="2147481410"/>
            <ac:spMk id="237" creationId="{45BB3579-2C21-5EC8-B9F8-9EC3532E85B2}"/>
          </ac:spMkLst>
        </pc:spChg>
        <pc:spChg chg="mod">
          <ac:chgData name="Li,Yuting (HP Medicine) BII-CN-S" userId="ce8fbb54-122c-426d-b8da-fdcc5e1b5022" providerId="ADAL" clId="{A1F5AB57-3A74-4C3F-9A8F-ED95FD7E9033}" dt="2024-03-20T12:41:08.504" v="2464" actId="12789"/>
          <ac:spMkLst>
            <pc:docMk/>
            <pc:sldMk cId="988281381" sldId="2147481410"/>
            <ac:spMk id="238" creationId="{BBE43476-27BA-68AB-1DFD-AB5886839650}"/>
          </ac:spMkLst>
        </pc:spChg>
        <pc:spChg chg="mod">
          <ac:chgData name="Li,Yuting (HP Medicine) BII-CN-S" userId="ce8fbb54-122c-426d-b8da-fdcc5e1b5022" providerId="ADAL" clId="{A1F5AB57-3A74-4C3F-9A8F-ED95FD7E9033}" dt="2024-03-20T12:40:59.224" v="2463" actId="12789"/>
          <ac:spMkLst>
            <pc:docMk/>
            <pc:sldMk cId="988281381" sldId="2147481410"/>
            <ac:spMk id="240" creationId="{29EA71A0-3AB4-9540-AA3A-508F57A6CBAB}"/>
          </ac:spMkLst>
        </pc:spChg>
        <pc:spChg chg="mod">
          <ac:chgData name="Li,Yuting (HP Medicine) BII-CN-S" userId="ce8fbb54-122c-426d-b8da-fdcc5e1b5022" providerId="ADAL" clId="{A1F5AB57-3A74-4C3F-9A8F-ED95FD7E9033}" dt="2024-03-20T12:41:08.504" v="2464" actId="12789"/>
          <ac:spMkLst>
            <pc:docMk/>
            <pc:sldMk cId="988281381" sldId="2147481410"/>
            <ac:spMk id="241" creationId="{CA64818A-7781-CDE9-6472-23C443A159E5}"/>
          </ac:spMkLst>
        </pc:spChg>
        <pc:spChg chg="mod">
          <ac:chgData name="Li,Yuting (HP Medicine) BII-CN-S" userId="ce8fbb54-122c-426d-b8da-fdcc5e1b5022" providerId="ADAL" clId="{A1F5AB57-3A74-4C3F-9A8F-ED95FD7E9033}" dt="2024-03-20T12:40:59.224" v="2463" actId="12789"/>
          <ac:spMkLst>
            <pc:docMk/>
            <pc:sldMk cId="988281381" sldId="2147481410"/>
            <ac:spMk id="243" creationId="{B8F454CB-123A-06AE-BE99-63C5B130BC33}"/>
          </ac:spMkLst>
        </pc:spChg>
        <pc:spChg chg="mod">
          <ac:chgData name="Li,Yuting (HP Medicine) BII-CN-S" userId="ce8fbb54-122c-426d-b8da-fdcc5e1b5022" providerId="ADAL" clId="{A1F5AB57-3A74-4C3F-9A8F-ED95FD7E9033}" dt="2024-03-20T12:40:50.726" v="2462" actId="12789"/>
          <ac:spMkLst>
            <pc:docMk/>
            <pc:sldMk cId="988281381" sldId="2147481410"/>
            <ac:spMk id="245" creationId="{FA4C2FB3-88B8-AE9B-2C85-3621CC3510F6}"/>
          </ac:spMkLst>
        </pc:spChg>
        <pc:spChg chg="mod">
          <ac:chgData name="Li,Yuting (HP Medicine) BII-CN-S" userId="ce8fbb54-122c-426d-b8da-fdcc5e1b5022" providerId="ADAL" clId="{A1F5AB57-3A74-4C3F-9A8F-ED95FD7E9033}" dt="2024-03-20T12:40:43.136" v="2461" actId="12789"/>
          <ac:spMkLst>
            <pc:docMk/>
            <pc:sldMk cId="988281381" sldId="2147481410"/>
            <ac:spMk id="246" creationId="{EBB22C6C-29C0-80A7-B925-4C8B9215065A}"/>
          </ac:spMkLst>
        </pc:spChg>
        <pc:spChg chg="mod">
          <ac:chgData name="Li,Yuting (HP Medicine) BII-CN-S" userId="ce8fbb54-122c-426d-b8da-fdcc5e1b5022" providerId="ADAL" clId="{A1F5AB57-3A74-4C3F-9A8F-ED95FD7E9033}" dt="2024-03-20T12:40:50.726" v="2462" actId="12789"/>
          <ac:spMkLst>
            <pc:docMk/>
            <pc:sldMk cId="988281381" sldId="2147481410"/>
            <ac:spMk id="248" creationId="{0F78323F-6A87-2B7F-BCA5-3B9879186326}"/>
          </ac:spMkLst>
        </pc:spChg>
        <pc:spChg chg="mod">
          <ac:chgData name="Li,Yuting (HP Medicine) BII-CN-S" userId="ce8fbb54-122c-426d-b8da-fdcc5e1b5022" providerId="ADAL" clId="{A1F5AB57-3A74-4C3F-9A8F-ED95FD7E9033}" dt="2024-03-20T12:40:43.136" v="2461" actId="12789"/>
          <ac:spMkLst>
            <pc:docMk/>
            <pc:sldMk cId="988281381" sldId="2147481410"/>
            <ac:spMk id="249" creationId="{7E9A8A2D-CAB1-85AE-E7ED-997912074959}"/>
          </ac:spMkLst>
        </pc:spChg>
        <pc:spChg chg="mod">
          <ac:chgData name="Li,Yuting (HP Medicine) BII-CN-S" userId="ce8fbb54-122c-426d-b8da-fdcc5e1b5022" providerId="ADAL" clId="{A1F5AB57-3A74-4C3F-9A8F-ED95FD7E9033}" dt="2024-03-20T12:41:08.504" v="2464" actId="12789"/>
          <ac:spMkLst>
            <pc:docMk/>
            <pc:sldMk cId="988281381" sldId="2147481410"/>
            <ac:spMk id="278" creationId="{F8961C28-740C-70D9-576D-3322D0A5AD7B}"/>
          </ac:spMkLst>
        </pc:spChg>
        <pc:spChg chg="mod">
          <ac:chgData name="Li,Yuting (HP Medicine) BII-CN-S" userId="ce8fbb54-122c-426d-b8da-fdcc5e1b5022" providerId="ADAL" clId="{A1F5AB57-3A74-4C3F-9A8F-ED95FD7E9033}" dt="2024-03-20T12:40:59.224" v="2463" actId="12789"/>
          <ac:spMkLst>
            <pc:docMk/>
            <pc:sldMk cId="988281381" sldId="2147481410"/>
            <ac:spMk id="280" creationId="{19548AEB-0AC1-E13A-1306-557E0EBF8929}"/>
          </ac:spMkLst>
        </pc:spChg>
        <pc:spChg chg="mod">
          <ac:chgData name="Li,Yuting (HP Medicine) BII-CN-S" userId="ce8fbb54-122c-426d-b8da-fdcc5e1b5022" providerId="ADAL" clId="{A1F5AB57-3A74-4C3F-9A8F-ED95FD7E9033}" dt="2024-03-20T12:40:50.726" v="2462" actId="12789"/>
          <ac:spMkLst>
            <pc:docMk/>
            <pc:sldMk cId="988281381" sldId="2147481410"/>
            <ac:spMk id="283" creationId="{41832F71-124C-DCB5-1DD8-B042531B6986}"/>
          </ac:spMkLst>
        </pc:spChg>
        <pc:spChg chg="mod">
          <ac:chgData name="Li,Yuting (HP Medicine) BII-CN-S" userId="ce8fbb54-122c-426d-b8da-fdcc5e1b5022" providerId="ADAL" clId="{A1F5AB57-3A74-4C3F-9A8F-ED95FD7E9033}" dt="2024-03-20T12:40:43.136" v="2461" actId="12789"/>
          <ac:spMkLst>
            <pc:docMk/>
            <pc:sldMk cId="988281381" sldId="2147481410"/>
            <ac:spMk id="284" creationId="{0FC79D8A-DA0B-ED1F-655B-D982CE378338}"/>
          </ac:spMkLst>
        </pc:spChg>
      </pc:sldChg>
      <pc:sldChg chg="delSp modSp mod">
        <pc:chgData name="Li,Yuting (HP Medicine) BII-CN-S" userId="ce8fbb54-122c-426d-b8da-fdcc5e1b5022" providerId="ADAL" clId="{A1F5AB57-3A74-4C3F-9A8F-ED95FD7E9033}" dt="2024-03-20T12:41:59.737" v="2469" actId="12789"/>
        <pc:sldMkLst>
          <pc:docMk/>
          <pc:sldMk cId="2571934809" sldId="2147481411"/>
        </pc:sldMkLst>
        <pc:spChg chg="mod">
          <ac:chgData name="Li,Yuting (HP Medicine) BII-CN-S" userId="ce8fbb54-122c-426d-b8da-fdcc5e1b5022" providerId="ADAL" clId="{A1F5AB57-3A74-4C3F-9A8F-ED95FD7E9033}" dt="2024-03-20T05:53:22.181" v="1921"/>
          <ac:spMkLst>
            <pc:docMk/>
            <pc:sldMk cId="2571934809" sldId="2147481411"/>
            <ac:spMk id="6" creationId="{B1227CB4-6CF5-0FFD-10A5-4301FC06536B}"/>
          </ac:spMkLst>
        </pc:spChg>
        <pc:spChg chg="mod">
          <ac:chgData name="Li,Yuting (HP Medicine) BII-CN-S" userId="ce8fbb54-122c-426d-b8da-fdcc5e1b5022" providerId="ADAL" clId="{A1F5AB57-3A74-4C3F-9A8F-ED95FD7E9033}" dt="2024-03-20T12:41:59.737" v="2469" actId="12789"/>
          <ac:spMkLst>
            <pc:docMk/>
            <pc:sldMk cId="2571934809" sldId="2147481411"/>
            <ac:spMk id="17" creationId="{B07D7BDD-B215-8148-2AD4-202B0FC2CE59}"/>
          </ac:spMkLst>
        </pc:spChg>
        <pc:spChg chg="mod">
          <ac:chgData name="Li,Yuting (HP Medicine) BII-CN-S" userId="ce8fbb54-122c-426d-b8da-fdcc5e1b5022" providerId="ADAL" clId="{A1F5AB57-3A74-4C3F-9A8F-ED95FD7E9033}" dt="2024-03-20T12:41:51.184" v="2468" actId="12789"/>
          <ac:spMkLst>
            <pc:docMk/>
            <pc:sldMk cId="2571934809" sldId="2147481411"/>
            <ac:spMk id="19" creationId="{9040287B-0203-389C-16BF-2260CC072452}"/>
          </ac:spMkLst>
        </pc:spChg>
        <pc:spChg chg="mod">
          <ac:chgData name="Li,Yuting (HP Medicine) BII-CN-S" userId="ce8fbb54-122c-426d-b8da-fdcc5e1b5022" providerId="ADAL" clId="{A1F5AB57-3A74-4C3F-9A8F-ED95FD7E9033}" dt="2024-03-20T12:41:59.737" v="2469" actId="12789"/>
          <ac:spMkLst>
            <pc:docMk/>
            <pc:sldMk cId="2571934809" sldId="2147481411"/>
            <ac:spMk id="20" creationId="{99A64D4B-F519-9A21-A35E-E23DBF8ECFAA}"/>
          </ac:spMkLst>
        </pc:spChg>
        <pc:spChg chg="mod">
          <ac:chgData name="Li,Yuting (HP Medicine) BII-CN-S" userId="ce8fbb54-122c-426d-b8da-fdcc5e1b5022" providerId="ADAL" clId="{A1F5AB57-3A74-4C3F-9A8F-ED95FD7E9033}" dt="2024-03-20T12:41:51.184" v="2468" actId="12789"/>
          <ac:spMkLst>
            <pc:docMk/>
            <pc:sldMk cId="2571934809" sldId="2147481411"/>
            <ac:spMk id="22" creationId="{ABE1765F-2E26-E4A9-8EFA-D5A00D0DD458}"/>
          </ac:spMkLst>
        </pc:spChg>
        <pc:spChg chg="mod">
          <ac:chgData name="Li,Yuting (HP Medicine) BII-CN-S" userId="ce8fbb54-122c-426d-b8da-fdcc5e1b5022" providerId="ADAL" clId="{A1F5AB57-3A74-4C3F-9A8F-ED95FD7E9033}" dt="2024-03-20T12:41:59.737" v="2469" actId="12789"/>
          <ac:spMkLst>
            <pc:docMk/>
            <pc:sldMk cId="2571934809" sldId="2147481411"/>
            <ac:spMk id="23" creationId="{131A21EB-B1CF-ADFA-7D9C-4CB0821F91BB}"/>
          </ac:spMkLst>
        </pc:spChg>
        <pc:spChg chg="mod">
          <ac:chgData name="Li,Yuting (HP Medicine) BII-CN-S" userId="ce8fbb54-122c-426d-b8da-fdcc5e1b5022" providerId="ADAL" clId="{A1F5AB57-3A74-4C3F-9A8F-ED95FD7E9033}" dt="2024-03-20T12:41:51.184" v="2468" actId="12789"/>
          <ac:spMkLst>
            <pc:docMk/>
            <pc:sldMk cId="2571934809" sldId="2147481411"/>
            <ac:spMk id="25" creationId="{D5C2B10E-2CAB-4CFF-E90E-CFFDCFBEF4AE}"/>
          </ac:spMkLst>
        </pc:spChg>
        <pc:spChg chg="mod topLvl">
          <ac:chgData name="Li,Yuting (HP Medicine) BII-CN-S" userId="ce8fbb54-122c-426d-b8da-fdcc5e1b5022" providerId="ADAL" clId="{A1F5AB57-3A74-4C3F-9A8F-ED95FD7E9033}" dt="2024-03-20T12:41:42.200" v="2467" actId="165"/>
          <ac:spMkLst>
            <pc:docMk/>
            <pc:sldMk cId="2571934809" sldId="2147481411"/>
            <ac:spMk id="30" creationId="{956DF200-8841-75DF-FA89-0FD87711E6BD}"/>
          </ac:spMkLst>
        </pc:spChg>
        <pc:spChg chg="mod topLvl">
          <ac:chgData name="Li,Yuting (HP Medicine) BII-CN-S" userId="ce8fbb54-122c-426d-b8da-fdcc5e1b5022" providerId="ADAL" clId="{A1F5AB57-3A74-4C3F-9A8F-ED95FD7E9033}" dt="2024-03-20T12:41:59.737" v="2469" actId="12789"/>
          <ac:spMkLst>
            <pc:docMk/>
            <pc:sldMk cId="2571934809" sldId="2147481411"/>
            <ac:spMk id="31" creationId="{15C5F894-78FB-37F5-6202-BA75BFA53B05}"/>
          </ac:spMkLst>
        </pc:spChg>
        <pc:spChg chg="mod topLvl">
          <ac:chgData name="Li,Yuting (HP Medicine) BII-CN-S" userId="ce8fbb54-122c-426d-b8da-fdcc5e1b5022" providerId="ADAL" clId="{A1F5AB57-3A74-4C3F-9A8F-ED95FD7E9033}" dt="2024-03-20T12:41:51.184" v="2468" actId="12789"/>
          <ac:spMkLst>
            <pc:docMk/>
            <pc:sldMk cId="2571934809" sldId="2147481411"/>
            <ac:spMk id="32" creationId="{B4F93FA6-41AF-E44F-4073-0A9AD4DD80A7}"/>
          </ac:spMkLst>
        </pc:spChg>
        <pc:spChg chg="mod">
          <ac:chgData name="Li,Yuting (HP Medicine) BII-CN-S" userId="ce8fbb54-122c-426d-b8da-fdcc5e1b5022" providerId="ADAL" clId="{A1F5AB57-3A74-4C3F-9A8F-ED95FD7E9033}" dt="2024-03-20T12:07:25.700" v="2458" actId="20577"/>
          <ac:spMkLst>
            <pc:docMk/>
            <pc:sldMk cId="2571934809" sldId="2147481411"/>
            <ac:spMk id="52" creationId="{7532E7E9-CE0C-597F-9F9F-1F8571B9A4AE}"/>
          </ac:spMkLst>
        </pc:spChg>
        <pc:grpChg chg="del mod">
          <ac:chgData name="Li,Yuting (HP Medicine) BII-CN-S" userId="ce8fbb54-122c-426d-b8da-fdcc5e1b5022" providerId="ADAL" clId="{A1F5AB57-3A74-4C3F-9A8F-ED95FD7E9033}" dt="2024-03-20T12:41:42.200" v="2467" actId="165"/>
          <ac:grpSpMkLst>
            <pc:docMk/>
            <pc:sldMk cId="2571934809" sldId="2147481411"/>
            <ac:grpSpMk id="29" creationId="{5F9076DA-B4E3-6016-E76D-B8ED2154870A}"/>
          </ac:grpSpMkLst>
        </pc:grpChg>
      </pc:sldChg>
      <pc:sldChg chg="addSp delSp modSp add mod modNotesTx">
        <pc:chgData name="Li,Yuting (HP Medicine) BII-CN-S" userId="ce8fbb54-122c-426d-b8da-fdcc5e1b5022" providerId="ADAL" clId="{A1F5AB57-3A74-4C3F-9A8F-ED95FD7E9033}" dt="2024-03-20T09:31:18.449" v="2392" actId="20577"/>
        <pc:sldMkLst>
          <pc:docMk/>
          <pc:sldMk cId="552167058" sldId="2147481435"/>
        </pc:sldMkLst>
        <pc:spChg chg="mod">
          <ac:chgData name="Li,Yuting (HP Medicine) BII-CN-S" userId="ce8fbb54-122c-426d-b8da-fdcc5e1b5022" providerId="ADAL" clId="{A1F5AB57-3A74-4C3F-9A8F-ED95FD7E9033}" dt="2024-03-20T06:27:09.162" v="2019" actId="1036"/>
          <ac:spMkLst>
            <pc:docMk/>
            <pc:sldMk cId="552167058" sldId="2147481435"/>
            <ac:spMk id="3" creationId="{E929452D-7C1E-00A2-0AB1-BC5F64C9B6FD}"/>
          </ac:spMkLst>
        </pc:spChg>
        <pc:spChg chg="del">
          <ac:chgData name="Li,Yuting (HP Medicine) BII-CN-S" userId="ce8fbb54-122c-426d-b8da-fdcc5e1b5022" providerId="ADAL" clId="{A1F5AB57-3A74-4C3F-9A8F-ED95FD7E9033}" dt="2024-03-19T12:20:30.588" v="15" actId="478"/>
          <ac:spMkLst>
            <pc:docMk/>
            <pc:sldMk cId="552167058" sldId="2147481435"/>
            <ac:spMk id="4" creationId="{E611AE85-6D1A-C69E-C4B6-FAEE14A6E196}"/>
          </ac:spMkLst>
        </pc:spChg>
        <pc:spChg chg="mod">
          <ac:chgData name="Li,Yuting (HP Medicine) BII-CN-S" userId="ce8fbb54-122c-426d-b8da-fdcc5e1b5022" providerId="ADAL" clId="{A1F5AB57-3A74-4C3F-9A8F-ED95FD7E9033}" dt="2024-03-20T06:27:09.162" v="2019" actId="1036"/>
          <ac:spMkLst>
            <pc:docMk/>
            <pc:sldMk cId="552167058" sldId="2147481435"/>
            <ac:spMk id="7" creationId="{8C921767-C8D0-A473-C87E-5A042B1E1CA4}"/>
          </ac:spMkLst>
        </pc:spChg>
        <pc:spChg chg="mod">
          <ac:chgData name="Li,Yuting (HP Medicine) BII-CN-S" userId="ce8fbb54-122c-426d-b8da-fdcc5e1b5022" providerId="ADAL" clId="{A1F5AB57-3A74-4C3F-9A8F-ED95FD7E9033}" dt="2024-03-20T01:32:36.636" v="1508" actId="1035"/>
          <ac:spMkLst>
            <pc:docMk/>
            <pc:sldMk cId="552167058" sldId="2147481435"/>
            <ac:spMk id="8" creationId="{662681CA-1703-A0DB-309D-481EF7576EB7}"/>
          </ac:spMkLst>
        </pc:spChg>
        <pc:spChg chg="add del mod">
          <ac:chgData name="Li,Yuting (HP Medicine) BII-CN-S" userId="ce8fbb54-122c-426d-b8da-fdcc5e1b5022" providerId="ADAL" clId="{A1F5AB57-3A74-4C3F-9A8F-ED95FD7E9033}" dt="2024-03-19T12:28:07.664" v="259"/>
          <ac:spMkLst>
            <pc:docMk/>
            <pc:sldMk cId="552167058" sldId="2147481435"/>
            <ac:spMk id="9" creationId="{8FF29DF8-9D65-3C6E-6412-A4E45ADCEB08}"/>
          </ac:spMkLst>
        </pc:spChg>
        <pc:spChg chg="mod">
          <ac:chgData name="Li,Yuting (HP Medicine) BII-CN-S" userId="ce8fbb54-122c-426d-b8da-fdcc5e1b5022" providerId="ADAL" clId="{A1F5AB57-3A74-4C3F-9A8F-ED95FD7E9033}" dt="2024-03-20T01:33:03.772" v="1512" actId="6549"/>
          <ac:spMkLst>
            <pc:docMk/>
            <pc:sldMk cId="552167058" sldId="2147481435"/>
            <ac:spMk id="11" creationId="{DBAF2345-F454-4AE2-DBEC-78786209962C}"/>
          </ac:spMkLst>
        </pc:spChg>
        <pc:spChg chg="add mod">
          <ac:chgData name="Li,Yuting (HP Medicine) BII-CN-S" userId="ce8fbb54-122c-426d-b8da-fdcc5e1b5022" providerId="ADAL" clId="{A1F5AB57-3A74-4C3F-9A8F-ED95FD7E9033}" dt="2024-03-20T08:10:38.444" v="2188" actId="20577"/>
          <ac:spMkLst>
            <pc:docMk/>
            <pc:sldMk cId="552167058" sldId="2147481435"/>
            <ac:spMk id="12" creationId="{72C560BA-D329-6E8E-1FCA-BBEA9E5E4726}"/>
          </ac:spMkLst>
        </pc:spChg>
      </pc:sldChg>
      <pc:sldChg chg="modSp mod">
        <pc:chgData name="Li,Yuting (HP Medicine) BII-CN-S" userId="ce8fbb54-122c-426d-b8da-fdcc5e1b5022" providerId="ADAL" clId="{A1F5AB57-3A74-4C3F-9A8F-ED95FD7E9033}" dt="2024-03-20T12:39:36.261" v="2459" actId="12789"/>
        <pc:sldMkLst>
          <pc:docMk/>
          <pc:sldMk cId="4209453815" sldId="2147482671"/>
        </pc:sldMkLst>
        <pc:spChg chg="mod">
          <ac:chgData name="Li,Yuting (HP Medicine) BII-CN-S" userId="ce8fbb54-122c-426d-b8da-fdcc5e1b5022" providerId="ADAL" clId="{A1F5AB57-3A74-4C3F-9A8F-ED95FD7E9033}" dt="2024-03-20T12:01:21.827" v="2452" actId="20577"/>
          <ac:spMkLst>
            <pc:docMk/>
            <pc:sldMk cId="4209453815" sldId="2147482671"/>
            <ac:spMk id="5" creationId="{6FA32674-FA79-7042-E98C-16EC361E1938}"/>
          </ac:spMkLst>
        </pc:spChg>
        <pc:spChg chg="mod">
          <ac:chgData name="Li,Yuting (HP Medicine) BII-CN-S" userId="ce8fbb54-122c-426d-b8da-fdcc5e1b5022" providerId="ADAL" clId="{A1F5AB57-3A74-4C3F-9A8F-ED95FD7E9033}" dt="2024-03-20T12:39:36.261" v="2459" actId="12789"/>
          <ac:spMkLst>
            <pc:docMk/>
            <pc:sldMk cId="4209453815" sldId="2147482671"/>
            <ac:spMk id="17" creationId="{9224C17E-1AA1-4096-A3FD-25D6FD8BA444}"/>
          </ac:spMkLst>
        </pc:spChg>
        <pc:spChg chg="mod">
          <ac:chgData name="Li,Yuting (HP Medicine) BII-CN-S" userId="ce8fbb54-122c-426d-b8da-fdcc5e1b5022" providerId="ADAL" clId="{A1F5AB57-3A74-4C3F-9A8F-ED95FD7E9033}" dt="2024-03-20T12:39:36.261" v="2459" actId="12789"/>
          <ac:spMkLst>
            <pc:docMk/>
            <pc:sldMk cId="4209453815" sldId="2147482671"/>
            <ac:spMk id="20" creationId="{4DDF2D0E-0F2B-463E-42D1-3E0AB0F1BB9D}"/>
          </ac:spMkLst>
        </pc:spChg>
        <pc:spChg chg="mod">
          <ac:chgData name="Li,Yuting (HP Medicine) BII-CN-S" userId="ce8fbb54-122c-426d-b8da-fdcc5e1b5022" providerId="ADAL" clId="{A1F5AB57-3A74-4C3F-9A8F-ED95FD7E9033}" dt="2024-03-20T11:58:25.024" v="2438" actId="20577"/>
          <ac:spMkLst>
            <pc:docMk/>
            <pc:sldMk cId="4209453815" sldId="2147482671"/>
            <ac:spMk id="22" creationId="{2106AE05-78BC-AB72-6167-3DE6E697A996}"/>
          </ac:spMkLst>
        </pc:spChg>
        <pc:spChg chg="mod">
          <ac:chgData name="Li,Yuting (HP Medicine) BII-CN-S" userId="ce8fbb54-122c-426d-b8da-fdcc5e1b5022" providerId="ADAL" clId="{A1F5AB57-3A74-4C3F-9A8F-ED95FD7E9033}" dt="2024-03-20T12:39:36.261" v="2459" actId="12789"/>
          <ac:spMkLst>
            <pc:docMk/>
            <pc:sldMk cId="4209453815" sldId="2147482671"/>
            <ac:spMk id="175" creationId="{8C9854DC-0DCD-46ED-BAB7-E76341141C87}"/>
          </ac:spMkLst>
        </pc:spChg>
      </pc:sldChg>
      <pc:sldChg chg="modSp mod">
        <pc:chgData name="Li,Yuting (HP Medicine) BII-CN-S" userId="ce8fbb54-122c-426d-b8da-fdcc5e1b5022" providerId="ADAL" clId="{A1F5AB57-3A74-4C3F-9A8F-ED95FD7E9033}" dt="2024-03-20T12:43:53.891" v="2475" actId="12789"/>
        <pc:sldMkLst>
          <pc:docMk/>
          <pc:sldMk cId="2198931545" sldId="2147482674"/>
        </pc:sldMkLst>
        <pc:spChg chg="mod">
          <ac:chgData name="Li,Yuting (HP Medicine) BII-CN-S" userId="ce8fbb54-122c-426d-b8da-fdcc5e1b5022" providerId="ADAL" clId="{A1F5AB57-3A74-4C3F-9A8F-ED95FD7E9033}" dt="2024-03-20T12:43:21.441" v="2473" actId="12789"/>
          <ac:spMkLst>
            <pc:docMk/>
            <pc:sldMk cId="2198931545" sldId="2147482674"/>
            <ac:spMk id="8" creationId="{550384E0-65FC-53D8-C4E3-0F5949AAF98F}"/>
          </ac:spMkLst>
        </pc:spChg>
        <pc:spChg chg="mod">
          <ac:chgData name="Li,Yuting (HP Medicine) BII-CN-S" userId="ce8fbb54-122c-426d-b8da-fdcc5e1b5022" providerId="ADAL" clId="{A1F5AB57-3A74-4C3F-9A8F-ED95FD7E9033}" dt="2024-03-20T12:43:40.621" v="2474" actId="12789"/>
          <ac:spMkLst>
            <pc:docMk/>
            <pc:sldMk cId="2198931545" sldId="2147482674"/>
            <ac:spMk id="10" creationId="{C8D4C40C-F440-F2EA-15E9-0DD3D27676BC}"/>
          </ac:spMkLst>
        </pc:spChg>
        <pc:spChg chg="mod">
          <ac:chgData name="Li,Yuting (HP Medicine) BII-CN-S" userId="ce8fbb54-122c-426d-b8da-fdcc5e1b5022" providerId="ADAL" clId="{A1F5AB57-3A74-4C3F-9A8F-ED95FD7E9033}" dt="2024-03-20T12:43:07.148" v="2472" actId="12789"/>
          <ac:spMkLst>
            <pc:docMk/>
            <pc:sldMk cId="2198931545" sldId="2147482674"/>
            <ac:spMk id="11" creationId="{56B23232-C7F4-EEEA-2DB7-2C00DD59E87F}"/>
          </ac:spMkLst>
        </pc:spChg>
        <pc:spChg chg="mod">
          <ac:chgData name="Li,Yuting (HP Medicine) BII-CN-S" userId="ce8fbb54-122c-426d-b8da-fdcc5e1b5022" providerId="ADAL" clId="{A1F5AB57-3A74-4C3F-9A8F-ED95FD7E9033}" dt="2024-03-20T12:43:40.621" v="2474" actId="12789"/>
          <ac:spMkLst>
            <pc:docMk/>
            <pc:sldMk cId="2198931545" sldId="2147482674"/>
            <ac:spMk id="12" creationId="{13AB70E3-94D5-72AB-3F15-6CFC01BDE521}"/>
          </ac:spMkLst>
        </pc:spChg>
        <pc:spChg chg="mod">
          <ac:chgData name="Li,Yuting (HP Medicine) BII-CN-S" userId="ce8fbb54-122c-426d-b8da-fdcc5e1b5022" providerId="ADAL" clId="{A1F5AB57-3A74-4C3F-9A8F-ED95FD7E9033}" dt="2024-03-20T12:43:21.441" v="2473" actId="12789"/>
          <ac:spMkLst>
            <pc:docMk/>
            <pc:sldMk cId="2198931545" sldId="2147482674"/>
            <ac:spMk id="46" creationId="{C8B1B271-A980-4693-87A1-2646CE0EF09E}"/>
          </ac:spMkLst>
        </pc:spChg>
        <pc:spChg chg="mod">
          <ac:chgData name="Li,Yuting (HP Medicine) BII-CN-S" userId="ce8fbb54-122c-426d-b8da-fdcc5e1b5022" providerId="ADAL" clId="{A1F5AB57-3A74-4C3F-9A8F-ED95FD7E9033}" dt="2024-03-20T12:43:53.891" v="2475" actId="12789"/>
          <ac:spMkLst>
            <pc:docMk/>
            <pc:sldMk cId="2198931545" sldId="2147482674"/>
            <ac:spMk id="47" creationId="{38C878ED-7D50-4414-952C-D62EA933AAEC}"/>
          </ac:spMkLst>
        </pc:spChg>
        <pc:spChg chg="mod">
          <ac:chgData name="Li,Yuting (HP Medicine) BII-CN-S" userId="ce8fbb54-122c-426d-b8da-fdcc5e1b5022" providerId="ADAL" clId="{A1F5AB57-3A74-4C3F-9A8F-ED95FD7E9033}" dt="2024-03-20T12:43:21.441" v="2473" actId="12789"/>
          <ac:spMkLst>
            <pc:docMk/>
            <pc:sldMk cId="2198931545" sldId="2147482674"/>
            <ac:spMk id="53" creationId="{B6ED3B7D-1686-4AD8-8AD7-480CF0A6E4B6}"/>
          </ac:spMkLst>
        </pc:spChg>
        <pc:spChg chg="mod">
          <ac:chgData name="Li,Yuting (HP Medicine) BII-CN-S" userId="ce8fbb54-122c-426d-b8da-fdcc5e1b5022" providerId="ADAL" clId="{A1F5AB57-3A74-4C3F-9A8F-ED95FD7E9033}" dt="2024-03-20T12:43:21.441" v="2473" actId="12789"/>
          <ac:spMkLst>
            <pc:docMk/>
            <pc:sldMk cId="2198931545" sldId="2147482674"/>
            <ac:spMk id="54" creationId="{1E3E7DC8-9142-46E1-8AF9-0C34BA97CE12}"/>
          </ac:spMkLst>
        </pc:spChg>
        <pc:spChg chg="mod">
          <ac:chgData name="Li,Yuting (HP Medicine) BII-CN-S" userId="ce8fbb54-122c-426d-b8da-fdcc5e1b5022" providerId="ADAL" clId="{A1F5AB57-3A74-4C3F-9A8F-ED95FD7E9033}" dt="2024-03-20T12:43:53.891" v="2475" actId="12789"/>
          <ac:spMkLst>
            <pc:docMk/>
            <pc:sldMk cId="2198931545" sldId="2147482674"/>
            <ac:spMk id="60" creationId="{721D7A13-1B3E-43CC-ABB5-F2E158BD30C2}"/>
          </ac:spMkLst>
        </pc:spChg>
        <pc:spChg chg="mod">
          <ac:chgData name="Li,Yuting (HP Medicine) BII-CN-S" userId="ce8fbb54-122c-426d-b8da-fdcc5e1b5022" providerId="ADAL" clId="{A1F5AB57-3A74-4C3F-9A8F-ED95FD7E9033}" dt="2024-03-20T12:43:07.148" v="2472" actId="12789"/>
          <ac:spMkLst>
            <pc:docMk/>
            <pc:sldMk cId="2198931545" sldId="2147482674"/>
            <ac:spMk id="61" creationId="{0A348597-006B-45C4-A56E-A5D614820CFB}"/>
          </ac:spMkLst>
        </pc:spChg>
        <pc:spChg chg="mod">
          <ac:chgData name="Li,Yuting (HP Medicine) BII-CN-S" userId="ce8fbb54-122c-426d-b8da-fdcc5e1b5022" providerId="ADAL" clId="{A1F5AB57-3A74-4C3F-9A8F-ED95FD7E9033}" dt="2024-03-20T12:43:40.621" v="2474" actId="12789"/>
          <ac:spMkLst>
            <pc:docMk/>
            <pc:sldMk cId="2198931545" sldId="2147482674"/>
            <ac:spMk id="71" creationId="{5B18D90B-64FC-4253-99CE-234990238DE9}"/>
          </ac:spMkLst>
        </pc:spChg>
        <pc:spChg chg="mod">
          <ac:chgData name="Li,Yuting (HP Medicine) BII-CN-S" userId="ce8fbb54-122c-426d-b8da-fdcc5e1b5022" providerId="ADAL" clId="{A1F5AB57-3A74-4C3F-9A8F-ED95FD7E9033}" dt="2024-03-20T12:43:07.148" v="2472" actId="12789"/>
          <ac:spMkLst>
            <pc:docMk/>
            <pc:sldMk cId="2198931545" sldId="2147482674"/>
            <ac:spMk id="72" creationId="{3493761D-257B-427D-BFF2-3CF998F85365}"/>
          </ac:spMkLst>
        </pc:spChg>
        <pc:spChg chg="mod">
          <ac:chgData name="Li,Yuting (HP Medicine) BII-CN-S" userId="ce8fbb54-122c-426d-b8da-fdcc5e1b5022" providerId="ADAL" clId="{A1F5AB57-3A74-4C3F-9A8F-ED95FD7E9033}" dt="2024-03-20T12:43:07.148" v="2472" actId="12789"/>
          <ac:spMkLst>
            <pc:docMk/>
            <pc:sldMk cId="2198931545" sldId="2147482674"/>
            <ac:spMk id="75" creationId="{9617292B-BA99-4D01-B94B-E1F79FFD3053}"/>
          </ac:spMkLst>
        </pc:spChg>
        <pc:spChg chg="mod">
          <ac:chgData name="Li,Yuting (HP Medicine) BII-CN-S" userId="ce8fbb54-122c-426d-b8da-fdcc5e1b5022" providerId="ADAL" clId="{A1F5AB57-3A74-4C3F-9A8F-ED95FD7E9033}" dt="2024-03-20T12:43:40.621" v="2474" actId="12789"/>
          <ac:spMkLst>
            <pc:docMk/>
            <pc:sldMk cId="2198931545" sldId="2147482674"/>
            <ac:spMk id="78" creationId="{98F0ECD9-3612-4C0B-A2FE-68C7D6AAAE6A}"/>
          </ac:spMkLst>
        </pc:spChg>
        <pc:spChg chg="mod">
          <ac:chgData name="Li,Yuting (HP Medicine) BII-CN-S" userId="ce8fbb54-122c-426d-b8da-fdcc5e1b5022" providerId="ADAL" clId="{A1F5AB57-3A74-4C3F-9A8F-ED95FD7E9033}" dt="2024-03-20T12:43:53.891" v="2475" actId="12789"/>
          <ac:spMkLst>
            <pc:docMk/>
            <pc:sldMk cId="2198931545" sldId="2147482674"/>
            <ac:spMk id="81" creationId="{BF5BFBB2-85F5-4AAF-8712-3FFF276186BF}"/>
          </ac:spMkLst>
        </pc:spChg>
        <pc:spChg chg="mod">
          <ac:chgData name="Li,Yuting (HP Medicine) BII-CN-S" userId="ce8fbb54-122c-426d-b8da-fdcc5e1b5022" providerId="ADAL" clId="{A1F5AB57-3A74-4C3F-9A8F-ED95FD7E9033}" dt="2024-03-20T12:43:21.441" v="2473" actId="12789"/>
          <ac:spMkLst>
            <pc:docMk/>
            <pc:sldMk cId="2198931545" sldId="2147482674"/>
            <ac:spMk id="82" creationId="{DE51D9F8-051F-4FF2-BCE9-33F10720DB90}"/>
          </ac:spMkLst>
        </pc:spChg>
        <pc:spChg chg="mod">
          <ac:chgData name="Li,Yuting (HP Medicine) BII-CN-S" userId="ce8fbb54-122c-426d-b8da-fdcc5e1b5022" providerId="ADAL" clId="{A1F5AB57-3A74-4C3F-9A8F-ED95FD7E9033}" dt="2024-03-20T12:43:40.621" v="2474" actId="12789"/>
          <ac:spMkLst>
            <pc:docMk/>
            <pc:sldMk cId="2198931545" sldId="2147482674"/>
            <ac:spMk id="83" creationId="{3EAE0F94-6C68-4ABB-A002-2572095F3EB1}"/>
          </ac:spMkLst>
        </pc:spChg>
        <pc:spChg chg="mod">
          <ac:chgData name="Li,Yuting (HP Medicine) BII-CN-S" userId="ce8fbb54-122c-426d-b8da-fdcc5e1b5022" providerId="ADAL" clId="{A1F5AB57-3A74-4C3F-9A8F-ED95FD7E9033}" dt="2024-03-20T12:43:53.891" v="2475" actId="12789"/>
          <ac:spMkLst>
            <pc:docMk/>
            <pc:sldMk cId="2198931545" sldId="2147482674"/>
            <ac:spMk id="84" creationId="{E699087D-3D8F-4ECD-BC87-848B10EF47C6}"/>
          </ac:spMkLst>
        </pc:spChg>
        <pc:spChg chg="mod">
          <ac:chgData name="Li,Yuting (HP Medicine) BII-CN-S" userId="ce8fbb54-122c-426d-b8da-fdcc5e1b5022" providerId="ADAL" clId="{A1F5AB57-3A74-4C3F-9A8F-ED95FD7E9033}" dt="2024-03-20T12:43:53.891" v="2475" actId="12789"/>
          <ac:spMkLst>
            <pc:docMk/>
            <pc:sldMk cId="2198931545" sldId="2147482674"/>
            <ac:spMk id="85" creationId="{4A69F20D-244F-4B8F-B6FC-DB4B4943EC6C}"/>
          </ac:spMkLst>
        </pc:spChg>
        <pc:spChg chg="mod">
          <ac:chgData name="Li,Yuting (HP Medicine) BII-CN-S" userId="ce8fbb54-122c-426d-b8da-fdcc5e1b5022" providerId="ADAL" clId="{A1F5AB57-3A74-4C3F-9A8F-ED95FD7E9033}" dt="2024-03-20T12:43:21.441" v="2473" actId="12789"/>
          <ac:spMkLst>
            <pc:docMk/>
            <pc:sldMk cId="2198931545" sldId="2147482674"/>
            <ac:spMk id="86" creationId="{877F6C26-C2D0-48E9-93E6-F5B6CE583FFA}"/>
          </ac:spMkLst>
        </pc:spChg>
        <pc:spChg chg="mod">
          <ac:chgData name="Li,Yuting (HP Medicine) BII-CN-S" userId="ce8fbb54-122c-426d-b8da-fdcc5e1b5022" providerId="ADAL" clId="{A1F5AB57-3A74-4C3F-9A8F-ED95FD7E9033}" dt="2024-03-20T12:43:07.148" v="2472" actId="12789"/>
          <ac:spMkLst>
            <pc:docMk/>
            <pc:sldMk cId="2198931545" sldId="2147482674"/>
            <ac:spMk id="88" creationId="{7FBBCCF6-209F-4326-914D-28B56CEDDF37}"/>
          </ac:spMkLst>
        </pc:spChg>
        <pc:spChg chg="mod">
          <ac:chgData name="Li,Yuting (HP Medicine) BII-CN-S" userId="ce8fbb54-122c-426d-b8da-fdcc5e1b5022" providerId="ADAL" clId="{A1F5AB57-3A74-4C3F-9A8F-ED95FD7E9033}" dt="2024-03-20T12:43:40.621" v="2474" actId="12789"/>
          <ac:spMkLst>
            <pc:docMk/>
            <pc:sldMk cId="2198931545" sldId="2147482674"/>
            <ac:spMk id="100" creationId="{BB8CA441-CAF3-49DE-9132-10328C7407DA}"/>
          </ac:spMkLst>
        </pc:spChg>
        <pc:spChg chg="mod">
          <ac:chgData name="Li,Yuting (HP Medicine) BII-CN-S" userId="ce8fbb54-122c-426d-b8da-fdcc5e1b5022" providerId="ADAL" clId="{A1F5AB57-3A74-4C3F-9A8F-ED95FD7E9033}" dt="2024-03-20T12:43:07.148" v="2472" actId="12789"/>
          <ac:spMkLst>
            <pc:docMk/>
            <pc:sldMk cId="2198931545" sldId="2147482674"/>
            <ac:spMk id="101" creationId="{00000000-0000-0000-0000-000000000000}"/>
          </ac:spMkLst>
        </pc:spChg>
        <pc:spChg chg="mod">
          <ac:chgData name="Li,Yuting (HP Medicine) BII-CN-S" userId="ce8fbb54-122c-426d-b8da-fdcc5e1b5022" providerId="ADAL" clId="{A1F5AB57-3A74-4C3F-9A8F-ED95FD7E9033}" dt="2024-03-20T12:43:53.891" v="2475" actId="12789"/>
          <ac:spMkLst>
            <pc:docMk/>
            <pc:sldMk cId="2198931545" sldId="2147482674"/>
            <ac:spMk id="103" creationId="{00000000-0000-0000-0000-000000000000}"/>
          </ac:spMkLst>
        </pc:spChg>
        <pc:spChg chg="mod">
          <ac:chgData name="Li,Yuting (HP Medicine) BII-CN-S" userId="ce8fbb54-122c-426d-b8da-fdcc5e1b5022" providerId="ADAL" clId="{A1F5AB57-3A74-4C3F-9A8F-ED95FD7E9033}" dt="2024-03-20T12:43:07.148" v="2472" actId="12789"/>
          <ac:spMkLst>
            <pc:docMk/>
            <pc:sldMk cId="2198931545" sldId="2147482674"/>
            <ac:spMk id="106" creationId="{00000000-0000-0000-0000-000000000000}"/>
          </ac:spMkLst>
        </pc:spChg>
        <pc:grpChg chg="mod">
          <ac:chgData name="Li,Yuting (HP Medicine) BII-CN-S" userId="ce8fbb54-122c-426d-b8da-fdcc5e1b5022" providerId="ADAL" clId="{A1F5AB57-3A74-4C3F-9A8F-ED95FD7E9033}" dt="2024-03-20T12:43:21.441" v="2473" actId="12789"/>
          <ac:grpSpMkLst>
            <pc:docMk/>
            <pc:sldMk cId="2198931545" sldId="2147482674"/>
            <ac:grpSpMk id="5" creationId="{553906EC-F163-4613-84D2-33B52FA87211}"/>
          </ac:grpSpMkLst>
        </pc:grpChg>
      </pc:sldChg>
      <pc:sldChg chg="modSp mod">
        <pc:chgData name="Li,Yuting (HP Medicine) BII-CN-S" userId="ce8fbb54-122c-426d-b8da-fdcc5e1b5022" providerId="ADAL" clId="{A1F5AB57-3A74-4C3F-9A8F-ED95FD7E9033}" dt="2024-03-20T12:57:36.493" v="2516" actId="11530"/>
        <pc:sldMkLst>
          <pc:docMk/>
          <pc:sldMk cId="3459206976" sldId="2147482675"/>
        </pc:sldMkLst>
        <pc:spChg chg="mod">
          <ac:chgData name="Li,Yuting (HP Medicine) BII-CN-S" userId="ce8fbb54-122c-426d-b8da-fdcc5e1b5022" providerId="ADAL" clId="{A1F5AB57-3A74-4C3F-9A8F-ED95FD7E9033}" dt="2024-03-20T12:57:36.493" v="2516" actId="11530"/>
          <ac:spMkLst>
            <pc:docMk/>
            <pc:sldMk cId="3459206976" sldId="2147482675"/>
            <ac:spMk id="17" creationId="{BC61BA49-4F97-C1E3-2051-73D94539201F}"/>
          </ac:spMkLst>
        </pc:spChg>
        <pc:spChg chg="mod">
          <ac:chgData name="Li,Yuting (HP Medicine) BII-CN-S" userId="ce8fbb54-122c-426d-b8da-fdcc5e1b5022" providerId="ADAL" clId="{A1F5AB57-3A74-4C3F-9A8F-ED95FD7E9033}" dt="2024-03-20T12:57:36.493" v="2516" actId="11530"/>
          <ac:spMkLst>
            <pc:docMk/>
            <pc:sldMk cId="3459206976" sldId="2147482675"/>
            <ac:spMk id="19" creationId="{8E5F07A3-427C-B8EC-6111-4706D271A558}"/>
          </ac:spMkLst>
        </pc:spChg>
        <pc:spChg chg="mod">
          <ac:chgData name="Li,Yuting (HP Medicine) BII-CN-S" userId="ce8fbb54-122c-426d-b8da-fdcc5e1b5022" providerId="ADAL" clId="{A1F5AB57-3A74-4C3F-9A8F-ED95FD7E9033}" dt="2024-03-20T06:32:18.591" v="2050" actId="20577"/>
          <ac:spMkLst>
            <pc:docMk/>
            <pc:sldMk cId="3459206976" sldId="2147482675"/>
            <ac:spMk id="30" creationId="{AE1A5680-D133-2FB3-FC32-EF85FAA610D3}"/>
          </ac:spMkLst>
        </pc:spChg>
      </pc:sldChg>
      <pc:sldChg chg="delCm">
        <pc:chgData name="Li,Yuting (HP Medicine) BII-CN-S" userId="ce8fbb54-122c-426d-b8da-fdcc5e1b5022" providerId="ADAL" clId="{A1F5AB57-3A74-4C3F-9A8F-ED95FD7E9033}" dt="2024-03-19T11:45:17.119" v="5" actId="1592"/>
        <pc:sldMkLst>
          <pc:docMk/>
          <pc:sldMk cId="4255471262" sldId="2147482677"/>
        </pc:sldMkLst>
      </pc:sldChg>
      <pc:sldChg chg="addSp delSp modSp mod">
        <pc:chgData name="Li,Yuting (HP Medicine) BII-CN-S" userId="ce8fbb54-122c-426d-b8da-fdcc5e1b5022" providerId="ADAL" clId="{A1F5AB57-3A74-4C3F-9A8F-ED95FD7E9033}" dt="2024-03-20T12:54:52.520" v="2503" actId="207"/>
        <pc:sldMkLst>
          <pc:docMk/>
          <pc:sldMk cId="712939470" sldId="2147482678"/>
        </pc:sldMkLst>
        <pc:spChg chg="mod">
          <ac:chgData name="Li,Yuting (HP Medicine) BII-CN-S" userId="ce8fbb54-122c-426d-b8da-fdcc5e1b5022" providerId="ADAL" clId="{A1F5AB57-3A74-4C3F-9A8F-ED95FD7E9033}" dt="2024-03-20T12:50:42.834" v="2490" actId="12789"/>
          <ac:spMkLst>
            <pc:docMk/>
            <pc:sldMk cId="712939470" sldId="2147482678"/>
            <ac:spMk id="5" creationId="{693BA5D2-FC52-85AD-FAF8-FA007B074DAC}"/>
          </ac:spMkLst>
        </pc:spChg>
        <pc:spChg chg="mod">
          <ac:chgData name="Li,Yuting (HP Medicine) BII-CN-S" userId="ce8fbb54-122c-426d-b8da-fdcc5e1b5022" providerId="ADAL" clId="{A1F5AB57-3A74-4C3F-9A8F-ED95FD7E9033}" dt="2024-03-20T02:04:52.722" v="1701" actId="1038"/>
          <ac:spMkLst>
            <pc:docMk/>
            <pc:sldMk cId="712939470" sldId="2147482678"/>
            <ac:spMk id="8" creationId="{8C859738-4844-556B-8FB1-FEA3D99855EE}"/>
          </ac:spMkLst>
        </pc:spChg>
        <pc:spChg chg="mod">
          <ac:chgData name="Li,Yuting (HP Medicine) BII-CN-S" userId="ce8fbb54-122c-426d-b8da-fdcc5e1b5022" providerId="ADAL" clId="{A1F5AB57-3A74-4C3F-9A8F-ED95FD7E9033}" dt="2024-03-20T12:45:39.950" v="2483" actId="12789"/>
          <ac:spMkLst>
            <pc:docMk/>
            <pc:sldMk cId="712939470" sldId="2147482678"/>
            <ac:spMk id="11" creationId="{0A7BAFCC-DE85-4BB9-B5D2-350421090784}"/>
          </ac:spMkLst>
        </pc:spChg>
        <pc:spChg chg="mod">
          <ac:chgData name="Li,Yuting (HP Medicine) BII-CN-S" userId="ce8fbb54-122c-426d-b8da-fdcc5e1b5022" providerId="ADAL" clId="{A1F5AB57-3A74-4C3F-9A8F-ED95FD7E9033}" dt="2024-03-20T12:52:43.384" v="2499" actId="1076"/>
          <ac:spMkLst>
            <pc:docMk/>
            <pc:sldMk cId="712939470" sldId="2147482678"/>
            <ac:spMk id="16" creationId="{397C50CA-40EC-2B76-5DCF-8E4B0390FC5E}"/>
          </ac:spMkLst>
        </pc:spChg>
        <pc:spChg chg="mod">
          <ac:chgData name="Li,Yuting (HP Medicine) BII-CN-S" userId="ce8fbb54-122c-426d-b8da-fdcc5e1b5022" providerId="ADAL" clId="{A1F5AB57-3A74-4C3F-9A8F-ED95FD7E9033}" dt="2024-03-20T12:54:44.579" v="2501" actId="207"/>
          <ac:spMkLst>
            <pc:docMk/>
            <pc:sldMk cId="712939470" sldId="2147482678"/>
            <ac:spMk id="18" creationId="{9BEBAFF4-0066-659E-A126-71EBAA8AAE28}"/>
          </ac:spMkLst>
        </pc:spChg>
        <pc:spChg chg="add mod">
          <ac:chgData name="Li,Yuting (HP Medicine) BII-CN-S" userId="ce8fbb54-122c-426d-b8da-fdcc5e1b5022" providerId="ADAL" clId="{A1F5AB57-3A74-4C3F-9A8F-ED95FD7E9033}" dt="2024-03-20T06:16:08.027" v="2001" actId="20577"/>
          <ac:spMkLst>
            <pc:docMk/>
            <pc:sldMk cId="712939470" sldId="2147482678"/>
            <ac:spMk id="19" creationId="{CBB55EF8-1452-1014-961D-69F9952F093D}"/>
          </ac:spMkLst>
        </pc:spChg>
        <pc:spChg chg="add mod">
          <ac:chgData name="Li,Yuting (HP Medicine) BII-CN-S" userId="ce8fbb54-122c-426d-b8da-fdcc5e1b5022" providerId="ADAL" clId="{A1F5AB57-3A74-4C3F-9A8F-ED95FD7E9033}" dt="2024-03-20T12:52:15.619" v="2497" actId="404"/>
          <ac:spMkLst>
            <pc:docMk/>
            <pc:sldMk cId="712939470" sldId="2147482678"/>
            <ac:spMk id="21" creationId="{F9F5D112-CA69-30E8-5F03-0CEF1BAA349B}"/>
          </ac:spMkLst>
        </pc:spChg>
        <pc:spChg chg="add mod">
          <ac:chgData name="Li,Yuting (HP Medicine) BII-CN-S" userId="ce8fbb54-122c-426d-b8da-fdcc5e1b5022" providerId="ADAL" clId="{A1F5AB57-3A74-4C3F-9A8F-ED95FD7E9033}" dt="2024-03-20T12:54:48.508" v="2502" actId="207"/>
          <ac:spMkLst>
            <pc:docMk/>
            <pc:sldMk cId="712939470" sldId="2147482678"/>
            <ac:spMk id="22" creationId="{78A257CE-547D-5636-1CA7-A9E71139D6A6}"/>
          </ac:spMkLst>
        </pc:spChg>
        <pc:spChg chg="mod">
          <ac:chgData name="Li,Yuting (HP Medicine) BII-CN-S" userId="ce8fbb54-122c-426d-b8da-fdcc5e1b5022" providerId="ADAL" clId="{A1F5AB57-3A74-4C3F-9A8F-ED95FD7E9033}" dt="2024-03-20T02:07:25.202" v="1740" actId="1035"/>
          <ac:spMkLst>
            <pc:docMk/>
            <pc:sldMk cId="712939470" sldId="2147482678"/>
            <ac:spMk id="26" creationId="{D55E1C5E-8475-5424-C5F5-821C923CA5C9}"/>
          </ac:spMkLst>
        </pc:spChg>
        <pc:spChg chg="add mod">
          <ac:chgData name="Li,Yuting (HP Medicine) BII-CN-S" userId="ce8fbb54-122c-426d-b8da-fdcc5e1b5022" providerId="ADAL" clId="{A1F5AB57-3A74-4C3F-9A8F-ED95FD7E9033}" dt="2024-03-20T12:45:54.191" v="2485" actId="12789"/>
          <ac:spMkLst>
            <pc:docMk/>
            <pc:sldMk cId="712939470" sldId="2147482678"/>
            <ac:spMk id="28" creationId="{5ABA164D-AD95-0445-0054-1F6A5F688C9F}"/>
          </ac:spMkLst>
        </pc:spChg>
        <pc:spChg chg="add mod">
          <ac:chgData name="Li,Yuting (HP Medicine) BII-CN-S" userId="ce8fbb54-122c-426d-b8da-fdcc5e1b5022" providerId="ADAL" clId="{A1F5AB57-3A74-4C3F-9A8F-ED95FD7E9033}" dt="2024-03-20T02:14:17.486" v="1836" actId="20577"/>
          <ac:spMkLst>
            <pc:docMk/>
            <pc:sldMk cId="712939470" sldId="2147482678"/>
            <ac:spMk id="29" creationId="{04CA82CF-38A6-963D-6933-5F1EB1CCBF51}"/>
          </ac:spMkLst>
        </pc:spChg>
        <pc:spChg chg="add mod">
          <ac:chgData name="Li,Yuting (HP Medicine) BII-CN-S" userId="ce8fbb54-122c-426d-b8da-fdcc5e1b5022" providerId="ADAL" clId="{A1F5AB57-3A74-4C3F-9A8F-ED95FD7E9033}" dt="2024-03-20T12:45:54.191" v="2485" actId="12789"/>
          <ac:spMkLst>
            <pc:docMk/>
            <pc:sldMk cId="712939470" sldId="2147482678"/>
            <ac:spMk id="30" creationId="{1AA0FAA6-4B73-FFA4-D838-56A78ECD4A7B}"/>
          </ac:spMkLst>
        </pc:spChg>
        <pc:spChg chg="add mod">
          <ac:chgData name="Li,Yuting (HP Medicine) BII-CN-S" userId="ce8fbb54-122c-426d-b8da-fdcc5e1b5022" providerId="ADAL" clId="{A1F5AB57-3A74-4C3F-9A8F-ED95FD7E9033}" dt="2024-03-20T02:14:25.397" v="1838" actId="6549"/>
          <ac:spMkLst>
            <pc:docMk/>
            <pc:sldMk cId="712939470" sldId="2147482678"/>
            <ac:spMk id="31" creationId="{2C4B17B6-3A10-4C2B-A979-FCA837BC70FE}"/>
          </ac:spMkLst>
        </pc:spChg>
        <pc:spChg chg="add mod">
          <ac:chgData name="Li,Yuting (HP Medicine) BII-CN-S" userId="ce8fbb54-122c-426d-b8da-fdcc5e1b5022" providerId="ADAL" clId="{A1F5AB57-3A74-4C3F-9A8F-ED95FD7E9033}" dt="2024-03-20T12:46:06.978" v="2487" actId="1076"/>
          <ac:spMkLst>
            <pc:docMk/>
            <pc:sldMk cId="712939470" sldId="2147482678"/>
            <ac:spMk id="32" creationId="{164B3788-C40C-4653-56FA-7D7A6861A297}"/>
          </ac:spMkLst>
        </pc:spChg>
        <pc:spChg chg="add mod">
          <ac:chgData name="Li,Yuting (HP Medicine) BII-CN-S" userId="ce8fbb54-122c-426d-b8da-fdcc5e1b5022" providerId="ADAL" clId="{A1F5AB57-3A74-4C3F-9A8F-ED95FD7E9033}" dt="2024-03-20T12:46:01.415" v="2486" actId="1076"/>
          <ac:spMkLst>
            <pc:docMk/>
            <pc:sldMk cId="712939470" sldId="2147482678"/>
            <ac:spMk id="33" creationId="{8AACBF1A-D7F7-5027-9D93-AD7B73AE6B74}"/>
          </ac:spMkLst>
        </pc:spChg>
        <pc:spChg chg="mod">
          <ac:chgData name="Li,Yuting (HP Medicine) BII-CN-S" userId="ce8fbb54-122c-426d-b8da-fdcc5e1b5022" providerId="ADAL" clId="{A1F5AB57-3A74-4C3F-9A8F-ED95FD7E9033}" dt="2024-03-20T01:57:04.898" v="1613" actId="1038"/>
          <ac:spMkLst>
            <pc:docMk/>
            <pc:sldMk cId="712939470" sldId="2147482678"/>
            <ac:spMk id="44" creationId="{7330BA15-80DC-4E83-B36A-86FF92C02942}"/>
          </ac:spMkLst>
        </pc:spChg>
        <pc:spChg chg="mod">
          <ac:chgData name="Li,Yuting (HP Medicine) BII-CN-S" userId="ce8fbb54-122c-426d-b8da-fdcc5e1b5022" providerId="ADAL" clId="{A1F5AB57-3A74-4C3F-9A8F-ED95FD7E9033}" dt="2024-03-20T12:45:00.673" v="2480" actId="12789"/>
          <ac:spMkLst>
            <pc:docMk/>
            <pc:sldMk cId="712939470" sldId="2147482678"/>
            <ac:spMk id="53" creationId="{B4E8BEE0-0EB3-40D8-9AA2-B2BC6D502A8C}"/>
          </ac:spMkLst>
        </pc:spChg>
        <pc:spChg chg="mod">
          <ac:chgData name="Li,Yuting (HP Medicine) BII-CN-S" userId="ce8fbb54-122c-426d-b8da-fdcc5e1b5022" providerId="ADAL" clId="{A1F5AB57-3A74-4C3F-9A8F-ED95FD7E9033}" dt="2024-03-20T12:51:57.286" v="2494" actId="1076"/>
          <ac:spMkLst>
            <pc:docMk/>
            <pc:sldMk cId="712939470" sldId="2147482678"/>
            <ac:spMk id="62" creationId="{CD85B817-8531-43FF-BC59-76B1A69AEED5}"/>
          </ac:spMkLst>
        </pc:spChg>
        <pc:spChg chg="mod">
          <ac:chgData name="Li,Yuting (HP Medicine) BII-CN-S" userId="ce8fbb54-122c-426d-b8da-fdcc5e1b5022" providerId="ADAL" clId="{A1F5AB57-3A74-4C3F-9A8F-ED95FD7E9033}" dt="2024-03-20T02:07:44.668" v="1750" actId="1076"/>
          <ac:spMkLst>
            <pc:docMk/>
            <pc:sldMk cId="712939470" sldId="2147482678"/>
            <ac:spMk id="63" creationId="{492A0DBE-71F0-4ECE-858D-E9D50C6C3455}"/>
          </ac:spMkLst>
        </pc:spChg>
        <pc:spChg chg="mod">
          <ac:chgData name="Li,Yuting (HP Medicine) BII-CN-S" userId="ce8fbb54-122c-426d-b8da-fdcc5e1b5022" providerId="ADAL" clId="{A1F5AB57-3A74-4C3F-9A8F-ED95FD7E9033}" dt="2024-03-20T02:00:39.209" v="1663" actId="1076"/>
          <ac:spMkLst>
            <pc:docMk/>
            <pc:sldMk cId="712939470" sldId="2147482678"/>
            <ac:spMk id="64" creationId="{9224C17E-1AA1-4096-A3FD-25D6FD8BA444}"/>
          </ac:spMkLst>
        </pc:spChg>
        <pc:spChg chg="mod">
          <ac:chgData name="Li,Yuting (HP Medicine) BII-CN-S" userId="ce8fbb54-122c-426d-b8da-fdcc5e1b5022" providerId="ADAL" clId="{A1F5AB57-3A74-4C3F-9A8F-ED95FD7E9033}" dt="2024-03-20T02:07:33.872" v="1748" actId="20577"/>
          <ac:spMkLst>
            <pc:docMk/>
            <pc:sldMk cId="712939470" sldId="2147482678"/>
            <ac:spMk id="65" creationId="{046EF5FC-A42C-4B15-B99E-B2D65FB76B3A}"/>
          </ac:spMkLst>
        </pc:spChg>
        <pc:spChg chg="del">
          <ac:chgData name="Li,Yuting (HP Medicine) BII-CN-S" userId="ce8fbb54-122c-426d-b8da-fdcc5e1b5022" providerId="ADAL" clId="{A1F5AB57-3A74-4C3F-9A8F-ED95FD7E9033}" dt="2024-03-20T02:07:05.996" v="1728" actId="478"/>
          <ac:spMkLst>
            <pc:docMk/>
            <pc:sldMk cId="712939470" sldId="2147482678"/>
            <ac:spMk id="66" creationId="{AA1FC58A-7FD1-4C87-B38A-80F539A7916D}"/>
          </ac:spMkLst>
        </pc:spChg>
        <pc:spChg chg="mod">
          <ac:chgData name="Li,Yuting (HP Medicine) BII-CN-S" userId="ce8fbb54-122c-426d-b8da-fdcc5e1b5022" providerId="ADAL" clId="{A1F5AB57-3A74-4C3F-9A8F-ED95FD7E9033}" dt="2024-03-20T02:00:20.383" v="1660" actId="1038"/>
          <ac:spMkLst>
            <pc:docMk/>
            <pc:sldMk cId="712939470" sldId="2147482678"/>
            <ac:spMk id="68" creationId="{00000000-0000-0000-0000-000000000000}"/>
          </ac:spMkLst>
        </pc:spChg>
        <pc:spChg chg="mod">
          <ac:chgData name="Li,Yuting (HP Medicine) BII-CN-S" userId="ce8fbb54-122c-426d-b8da-fdcc5e1b5022" providerId="ADAL" clId="{A1F5AB57-3A74-4C3F-9A8F-ED95FD7E9033}" dt="2024-03-20T12:45:08.795" v="2481" actId="1076"/>
          <ac:spMkLst>
            <pc:docMk/>
            <pc:sldMk cId="712939470" sldId="2147482678"/>
            <ac:spMk id="69" creationId="{B361C849-6669-4EC4-A9AD-EB1BCC463147}"/>
          </ac:spMkLst>
        </pc:spChg>
        <pc:spChg chg="mod">
          <ac:chgData name="Li,Yuting (HP Medicine) BII-CN-S" userId="ce8fbb54-122c-426d-b8da-fdcc5e1b5022" providerId="ADAL" clId="{A1F5AB57-3A74-4C3F-9A8F-ED95FD7E9033}" dt="2024-03-20T12:45:39.950" v="2483" actId="12789"/>
          <ac:spMkLst>
            <pc:docMk/>
            <pc:sldMk cId="712939470" sldId="2147482678"/>
            <ac:spMk id="70" creationId="{00000000-0000-0000-0000-000000000000}"/>
          </ac:spMkLst>
        </pc:spChg>
        <pc:spChg chg="mod">
          <ac:chgData name="Li,Yuting (HP Medicine) BII-CN-S" userId="ce8fbb54-122c-426d-b8da-fdcc5e1b5022" providerId="ADAL" clId="{A1F5AB57-3A74-4C3F-9A8F-ED95FD7E9033}" dt="2024-03-20T12:50:42.834" v="2490" actId="12789"/>
          <ac:spMkLst>
            <pc:docMk/>
            <pc:sldMk cId="712939470" sldId="2147482678"/>
            <ac:spMk id="86" creationId="{AAD1D292-97F0-4B08-979E-B78ECBF621CA}"/>
          </ac:spMkLst>
        </pc:spChg>
        <pc:spChg chg="mod">
          <ac:chgData name="Li,Yuting (HP Medicine) BII-CN-S" userId="ce8fbb54-122c-426d-b8da-fdcc5e1b5022" providerId="ADAL" clId="{A1F5AB57-3A74-4C3F-9A8F-ED95FD7E9033}" dt="2024-03-20T12:54:39.953" v="2500" actId="207"/>
          <ac:spMkLst>
            <pc:docMk/>
            <pc:sldMk cId="712939470" sldId="2147482678"/>
            <ac:spMk id="91" creationId="{C3812FD7-D0AE-47D6-ACA6-C4FB5D7B6BAE}"/>
          </ac:spMkLst>
        </pc:spChg>
        <pc:spChg chg="mod">
          <ac:chgData name="Li,Yuting (HP Medicine) BII-CN-S" userId="ce8fbb54-122c-426d-b8da-fdcc5e1b5022" providerId="ADAL" clId="{A1F5AB57-3A74-4C3F-9A8F-ED95FD7E9033}" dt="2024-03-20T12:45:00.673" v="2480" actId="12789"/>
          <ac:spMkLst>
            <pc:docMk/>
            <pc:sldMk cId="712939470" sldId="2147482678"/>
            <ac:spMk id="131" creationId="{BA0DC681-A90C-4B81-9C59-C68D6D4ED922}"/>
          </ac:spMkLst>
        </pc:spChg>
        <pc:spChg chg="mod">
          <ac:chgData name="Li,Yuting (HP Medicine) BII-CN-S" userId="ce8fbb54-122c-426d-b8da-fdcc5e1b5022" providerId="ADAL" clId="{A1F5AB57-3A74-4C3F-9A8F-ED95FD7E9033}" dt="2024-03-20T12:45:20.842" v="2482" actId="12789"/>
          <ac:spMkLst>
            <pc:docMk/>
            <pc:sldMk cId="712939470" sldId="2147482678"/>
            <ac:spMk id="132" creationId="{3C3CACA0-6719-4369-B7E3-DFDE8A562372}"/>
          </ac:spMkLst>
        </pc:spChg>
        <pc:spChg chg="mod">
          <ac:chgData name="Li,Yuting (HP Medicine) BII-CN-S" userId="ce8fbb54-122c-426d-b8da-fdcc5e1b5022" providerId="ADAL" clId="{A1F5AB57-3A74-4C3F-9A8F-ED95FD7E9033}" dt="2024-03-20T12:45:20.842" v="2482" actId="12789"/>
          <ac:spMkLst>
            <pc:docMk/>
            <pc:sldMk cId="712939470" sldId="2147482678"/>
            <ac:spMk id="140" creationId="{2C476CE0-4E49-48BA-9546-8CA92E930315}"/>
          </ac:spMkLst>
        </pc:spChg>
        <pc:spChg chg="mod">
          <ac:chgData name="Li,Yuting (HP Medicine) BII-CN-S" userId="ce8fbb54-122c-426d-b8da-fdcc5e1b5022" providerId="ADAL" clId="{A1F5AB57-3A74-4C3F-9A8F-ED95FD7E9033}" dt="2024-03-20T12:50:26.523" v="2488" actId="12789"/>
          <ac:spMkLst>
            <pc:docMk/>
            <pc:sldMk cId="712939470" sldId="2147482678"/>
            <ac:spMk id="142" creationId="{13BBD805-6B4E-49B8-8A28-7FC80412D5B3}"/>
          </ac:spMkLst>
        </pc:spChg>
        <pc:spChg chg="mod">
          <ac:chgData name="Li,Yuting (HP Medicine) BII-CN-S" userId="ce8fbb54-122c-426d-b8da-fdcc5e1b5022" providerId="ADAL" clId="{A1F5AB57-3A74-4C3F-9A8F-ED95FD7E9033}" dt="2024-03-20T02:07:25.202" v="1740" actId="1035"/>
          <ac:spMkLst>
            <pc:docMk/>
            <pc:sldMk cId="712939470" sldId="2147482678"/>
            <ac:spMk id="145" creationId="{FF2EE900-EF38-4A20-8571-F11FC61C771A}"/>
          </ac:spMkLst>
        </pc:spChg>
        <pc:spChg chg="mod">
          <ac:chgData name="Li,Yuting (HP Medicine) BII-CN-S" userId="ce8fbb54-122c-426d-b8da-fdcc5e1b5022" providerId="ADAL" clId="{A1F5AB57-3A74-4C3F-9A8F-ED95FD7E9033}" dt="2024-03-20T12:51:46.230" v="2492" actId="1076"/>
          <ac:spMkLst>
            <pc:docMk/>
            <pc:sldMk cId="712939470" sldId="2147482678"/>
            <ac:spMk id="146" creationId="{D8665EA8-642E-464A-8E61-6CC42C7EAA9D}"/>
          </ac:spMkLst>
        </pc:spChg>
        <pc:spChg chg="mod">
          <ac:chgData name="Li,Yuting (HP Medicine) BII-CN-S" userId="ce8fbb54-122c-426d-b8da-fdcc5e1b5022" providerId="ADAL" clId="{A1F5AB57-3A74-4C3F-9A8F-ED95FD7E9033}" dt="2024-03-20T02:07:25.202" v="1740" actId="1035"/>
          <ac:spMkLst>
            <pc:docMk/>
            <pc:sldMk cId="712939470" sldId="2147482678"/>
            <ac:spMk id="157" creationId="{83AE17D1-044B-4E09-A946-5D7AB7449FC4}"/>
          </ac:spMkLst>
        </pc:spChg>
        <pc:spChg chg="mod">
          <ac:chgData name="Li,Yuting (HP Medicine) BII-CN-S" userId="ce8fbb54-122c-426d-b8da-fdcc5e1b5022" providerId="ADAL" clId="{A1F5AB57-3A74-4C3F-9A8F-ED95FD7E9033}" dt="2024-03-20T12:54:52.520" v="2503" actId="207"/>
          <ac:spMkLst>
            <pc:docMk/>
            <pc:sldMk cId="712939470" sldId="2147482678"/>
            <ac:spMk id="171" creationId="{5DF7619E-8037-4119-9490-E9399FFC5DFC}"/>
          </ac:spMkLst>
        </pc:spChg>
        <pc:spChg chg="mod ord">
          <ac:chgData name="Li,Yuting (HP Medicine) BII-CN-S" userId="ce8fbb54-122c-426d-b8da-fdcc5e1b5022" providerId="ADAL" clId="{A1F5AB57-3A74-4C3F-9A8F-ED95FD7E9033}" dt="2024-03-20T02:09:46.540" v="1793" actId="166"/>
          <ac:spMkLst>
            <pc:docMk/>
            <pc:sldMk cId="712939470" sldId="2147482678"/>
            <ac:spMk id="180" creationId="{9FB0C716-9760-49BC-A0B9-28FAFE2996DF}"/>
          </ac:spMkLst>
        </pc:spChg>
        <pc:spChg chg="mod">
          <ac:chgData name="Li,Yuting (HP Medicine) BII-CN-S" userId="ce8fbb54-122c-426d-b8da-fdcc5e1b5022" providerId="ADAL" clId="{A1F5AB57-3A74-4C3F-9A8F-ED95FD7E9033}" dt="2024-03-20T12:50:31.237" v="2489" actId="1037"/>
          <ac:spMkLst>
            <pc:docMk/>
            <pc:sldMk cId="712939470" sldId="2147482678"/>
            <ac:spMk id="181" creationId="{EEA5C35B-8C6C-40D7-AB8F-8B0B207C03C4}"/>
          </ac:spMkLst>
        </pc:spChg>
        <pc:picChg chg="mod">
          <ac:chgData name="Li,Yuting (HP Medicine) BII-CN-S" userId="ce8fbb54-122c-426d-b8da-fdcc5e1b5022" providerId="ADAL" clId="{A1F5AB57-3A74-4C3F-9A8F-ED95FD7E9033}" dt="2024-03-20T02:07:17.371" v="1730" actId="1076"/>
          <ac:picMkLst>
            <pc:docMk/>
            <pc:sldMk cId="712939470" sldId="2147482678"/>
            <ac:picMk id="4" creationId="{00000000-0000-0000-0000-000000000000}"/>
          </ac:picMkLst>
        </pc:picChg>
      </pc:sldChg>
      <pc:sldChg chg="modSp mod delCm">
        <pc:chgData name="Li,Yuting (HP Medicine) BII-CN-S" userId="ce8fbb54-122c-426d-b8da-fdcc5e1b5022" providerId="ADAL" clId="{A1F5AB57-3A74-4C3F-9A8F-ED95FD7E9033}" dt="2024-03-20T12:56:57.479" v="2515" actId="12789"/>
        <pc:sldMkLst>
          <pc:docMk/>
          <pc:sldMk cId="2754901588" sldId="2147482680"/>
        </pc:sldMkLst>
        <pc:spChg chg="mod">
          <ac:chgData name="Li,Yuting (HP Medicine) BII-CN-S" userId="ce8fbb54-122c-426d-b8da-fdcc5e1b5022" providerId="ADAL" clId="{A1F5AB57-3A74-4C3F-9A8F-ED95FD7E9033}" dt="2024-03-20T12:56:57.479" v="2515" actId="12789"/>
          <ac:spMkLst>
            <pc:docMk/>
            <pc:sldMk cId="2754901588" sldId="2147482680"/>
            <ac:spMk id="6" creationId="{F441CA3E-9C7D-2A20-286C-FCFC42D41AC3}"/>
          </ac:spMkLst>
        </pc:spChg>
        <pc:spChg chg="mod">
          <ac:chgData name="Li,Yuting (HP Medicine) BII-CN-S" userId="ce8fbb54-122c-426d-b8da-fdcc5e1b5022" providerId="ADAL" clId="{A1F5AB57-3A74-4C3F-9A8F-ED95FD7E9033}" dt="2024-03-20T12:56:47.382" v="2514" actId="12789"/>
          <ac:spMkLst>
            <pc:docMk/>
            <pc:sldMk cId="2754901588" sldId="2147482680"/>
            <ac:spMk id="20" creationId="{1B34B743-0B5C-47AD-BF0A-73EF91168865}"/>
          </ac:spMkLst>
        </pc:spChg>
        <pc:spChg chg="mod">
          <ac:chgData name="Li,Yuting (HP Medicine) BII-CN-S" userId="ce8fbb54-122c-426d-b8da-fdcc5e1b5022" providerId="ADAL" clId="{A1F5AB57-3A74-4C3F-9A8F-ED95FD7E9033}" dt="2024-03-20T09:36:56.082" v="2394" actId="20577"/>
          <ac:spMkLst>
            <pc:docMk/>
            <pc:sldMk cId="2754901588" sldId="2147482680"/>
            <ac:spMk id="39" creationId="{3D8443B3-9E6B-09DB-6CF8-C1F69166E0A3}"/>
          </ac:spMkLst>
        </pc:spChg>
        <pc:spChg chg="mod">
          <ac:chgData name="Li,Yuting (HP Medicine) BII-CN-S" userId="ce8fbb54-122c-426d-b8da-fdcc5e1b5022" providerId="ADAL" clId="{A1F5AB57-3A74-4C3F-9A8F-ED95FD7E9033}" dt="2024-03-20T12:56:47.382" v="2514" actId="12789"/>
          <ac:spMkLst>
            <pc:docMk/>
            <pc:sldMk cId="2754901588" sldId="2147482680"/>
            <ac:spMk id="50" creationId="{BF2B16F2-7240-BAEF-6B53-602748373A0B}"/>
          </ac:spMkLst>
        </pc:spChg>
        <pc:spChg chg="mod">
          <ac:chgData name="Li,Yuting (HP Medicine) BII-CN-S" userId="ce8fbb54-122c-426d-b8da-fdcc5e1b5022" providerId="ADAL" clId="{A1F5AB57-3A74-4C3F-9A8F-ED95FD7E9033}" dt="2024-03-20T12:56:57.479" v="2515" actId="12789"/>
          <ac:spMkLst>
            <pc:docMk/>
            <pc:sldMk cId="2754901588" sldId="2147482680"/>
            <ac:spMk id="56" creationId="{DE2D8D1D-5D4A-2125-0581-80DA94ED2DFD}"/>
          </ac:spMkLst>
        </pc:spChg>
        <pc:spChg chg="mod">
          <ac:chgData name="Li,Yuting (HP Medicine) BII-CN-S" userId="ce8fbb54-122c-426d-b8da-fdcc5e1b5022" providerId="ADAL" clId="{A1F5AB57-3A74-4C3F-9A8F-ED95FD7E9033}" dt="2024-03-20T12:56:57.479" v="2515" actId="12789"/>
          <ac:spMkLst>
            <pc:docMk/>
            <pc:sldMk cId="2754901588" sldId="2147482680"/>
            <ac:spMk id="57" creationId="{ECFBB495-36DF-D50B-42C5-F1F7EC1CEB61}"/>
          </ac:spMkLst>
        </pc:spChg>
        <pc:spChg chg="ord">
          <ac:chgData name="Li,Yuting (HP Medicine) BII-CN-S" userId="ce8fbb54-122c-426d-b8da-fdcc5e1b5022" providerId="ADAL" clId="{A1F5AB57-3A74-4C3F-9A8F-ED95FD7E9033}" dt="2024-03-20T12:56:37.914" v="2513" actId="166"/>
          <ac:spMkLst>
            <pc:docMk/>
            <pc:sldMk cId="2754901588" sldId="2147482680"/>
            <ac:spMk id="58" creationId="{EF151A42-096C-7C91-B2BF-4C3454B53DE8}"/>
          </ac:spMkLst>
        </pc:spChg>
      </pc:sldChg>
      <pc:sldChg chg="delSp modSp mod">
        <pc:chgData name="Li,Yuting (HP Medicine) BII-CN-S" userId="ce8fbb54-122c-426d-b8da-fdcc5e1b5022" providerId="ADAL" clId="{A1F5AB57-3A74-4C3F-9A8F-ED95FD7E9033}" dt="2024-03-20T13:02:06.132" v="2545" actId="12789"/>
        <pc:sldMkLst>
          <pc:docMk/>
          <pc:sldMk cId="2722966315" sldId="2147482683"/>
        </pc:sldMkLst>
        <pc:spChg chg="del">
          <ac:chgData name="Li,Yuting (HP Medicine) BII-CN-S" userId="ce8fbb54-122c-426d-b8da-fdcc5e1b5022" providerId="ADAL" clId="{A1F5AB57-3A74-4C3F-9A8F-ED95FD7E9033}" dt="2024-03-20T13:00:31.009" v="2533" actId="478"/>
          <ac:spMkLst>
            <pc:docMk/>
            <pc:sldMk cId="2722966315" sldId="2147482683"/>
            <ac:spMk id="14" creationId="{B0E54F06-8037-6862-EDB0-68A1C7219480}"/>
          </ac:spMkLst>
        </pc:spChg>
        <pc:spChg chg="del">
          <ac:chgData name="Li,Yuting (HP Medicine) BII-CN-S" userId="ce8fbb54-122c-426d-b8da-fdcc5e1b5022" providerId="ADAL" clId="{A1F5AB57-3A74-4C3F-9A8F-ED95FD7E9033}" dt="2024-03-20T13:00:27.317" v="2532" actId="478"/>
          <ac:spMkLst>
            <pc:docMk/>
            <pc:sldMk cId="2722966315" sldId="2147482683"/>
            <ac:spMk id="18" creationId="{12B18547-1684-7061-7AF6-50E7A230CDE5}"/>
          </ac:spMkLst>
        </pc:spChg>
        <pc:spChg chg="del">
          <ac:chgData name="Li,Yuting (HP Medicine) BII-CN-S" userId="ce8fbb54-122c-426d-b8da-fdcc5e1b5022" providerId="ADAL" clId="{A1F5AB57-3A74-4C3F-9A8F-ED95FD7E9033}" dt="2024-03-20T13:00:07.356" v="2530" actId="478"/>
          <ac:spMkLst>
            <pc:docMk/>
            <pc:sldMk cId="2722966315" sldId="2147482683"/>
            <ac:spMk id="75" creationId="{B361C849-6669-4EC4-A9AD-EB1BCC463147}"/>
          </ac:spMkLst>
        </pc:spChg>
        <pc:spChg chg="mod">
          <ac:chgData name="Li,Yuting (HP Medicine) BII-CN-S" userId="ce8fbb54-122c-426d-b8da-fdcc5e1b5022" providerId="ADAL" clId="{A1F5AB57-3A74-4C3F-9A8F-ED95FD7E9033}" dt="2024-03-20T12:59:20.370" v="2526" actId="12789"/>
          <ac:spMkLst>
            <pc:docMk/>
            <pc:sldMk cId="2722966315" sldId="2147482683"/>
            <ac:spMk id="76" creationId="{9224C17E-1AA1-4096-A3FD-25D6FD8BA444}"/>
          </ac:spMkLst>
        </pc:spChg>
        <pc:spChg chg="del">
          <ac:chgData name="Li,Yuting (HP Medicine) BII-CN-S" userId="ce8fbb54-122c-426d-b8da-fdcc5e1b5022" providerId="ADAL" clId="{A1F5AB57-3A74-4C3F-9A8F-ED95FD7E9033}" dt="2024-03-20T13:00:11.505" v="2531" actId="478"/>
          <ac:spMkLst>
            <pc:docMk/>
            <pc:sldMk cId="2722966315" sldId="2147482683"/>
            <ac:spMk id="77" creationId="{B361C849-6669-4EC4-A9AD-EB1BCC463147}"/>
          </ac:spMkLst>
        </pc:spChg>
        <pc:spChg chg="del">
          <ac:chgData name="Li,Yuting (HP Medicine) BII-CN-S" userId="ce8fbb54-122c-426d-b8da-fdcc5e1b5022" providerId="ADAL" clId="{A1F5AB57-3A74-4C3F-9A8F-ED95FD7E9033}" dt="2024-03-20T12:59:58.816" v="2529" actId="478"/>
          <ac:spMkLst>
            <pc:docMk/>
            <pc:sldMk cId="2722966315" sldId="2147482683"/>
            <ac:spMk id="85" creationId="{B361C849-6669-4EC4-A9AD-EB1BCC463147}"/>
          </ac:spMkLst>
        </pc:spChg>
        <pc:spChg chg="mod">
          <ac:chgData name="Li,Yuting (HP Medicine) BII-CN-S" userId="ce8fbb54-122c-426d-b8da-fdcc5e1b5022" providerId="ADAL" clId="{A1F5AB57-3A74-4C3F-9A8F-ED95FD7E9033}" dt="2024-03-20T12:58:51.497" v="2522" actId="207"/>
          <ac:spMkLst>
            <pc:docMk/>
            <pc:sldMk cId="2722966315" sldId="2147482683"/>
            <ac:spMk id="86" creationId="{9224C17E-1AA1-4096-A3FD-25D6FD8BA444}"/>
          </ac:spMkLst>
        </pc:spChg>
        <pc:spChg chg="del">
          <ac:chgData name="Li,Yuting (HP Medicine) BII-CN-S" userId="ce8fbb54-122c-426d-b8da-fdcc5e1b5022" providerId="ADAL" clId="{A1F5AB57-3A74-4C3F-9A8F-ED95FD7E9033}" dt="2024-03-20T12:59:55.197" v="2528" actId="478"/>
          <ac:spMkLst>
            <pc:docMk/>
            <pc:sldMk cId="2722966315" sldId="2147482683"/>
            <ac:spMk id="87" creationId="{B361C849-6669-4EC4-A9AD-EB1BCC463147}"/>
          </ac:spMkLst>
        </pc:spChg>
        <pc:spChg chg="mod">
          <ac:chgData name="Li,Yuting (HP Medicine) BII-CN-S" userId="ce8fbb54-122c-426d-b8da-fdcc5e1b5022" providerId="ADAL" clId="{A1F5AB57-3A74-4C3F-9A8F-ED95FD7E9033}" dt="2024-03-20T12:58:51.497" v="2522" actId="207"/>
          <ac:spMkLst>
            <pc:docMk/>
            <pc:sldMk cId="2722966315" sldId="2147482683"/>
            <ac:spMk id="88" creationId="{9224C17E-1AA1-4096-A3FD-25D6FD8BA444}"/>
          </ac:spMkLst>
        </pc:spChg>
        <pc:spChg chg="mod">
          <ac:chgData name="Li,Yuting (HP Medicine) BII-CN-S" userId="ce8fbb54-122c-426d-b8da-fdcc5e1b5022" providerId="ADAL" clId="{A1F5AB57-3A74-4C3F-9A8F-ED95FD7E9033}" dt="2024-03-20T07:21:52.460" v="2067" actId="20577"/>
          <ac:spMkLst>
            <pc:docMk/>
            <pc:sldMk cId="2722966315" sldId="2147482683"/>
            <ac:spMk id="99" creationId="{D11E8C8E-EA83-4AF2-B5EA-9A0D5FDC196B}"/>
          </ac:spMkLst>
        </pc:spChg>
        <pc:spChg chg="mod">
          <ac:chgData name="Li,Yuting (HP Medicine) BII-CN-S" userId="ce8fbb54-122c-426d-b8da-fdcc5e1b5022" providerId="ADAL" clId="{A1F5AB57-3A74-4C3F-9A8F-ED95FD7E9033}" dt="2024-03-20T12:59:20.370" v="2526" actId="12789"/>
          <ac:spMkLst>
            <pc:docMk/>
            <pc:sldMk cId="2722966315" sldId="2147482683"/>
            <ac:spMk id="111" creationId="{811AE4EA-2B1C-41E2-A724-E1CC12C58BC0}"/>
          </ac:spMkLst>
        </pc:spChg>
        <pc:spChg chg="mod">
          <ac:chgData name="Li,Yuting (HP Medicine) BII-CN-S" userId="ce8fbb54-122c-426d-b8da-fdcc5e1b5022" providerId="ADAL" clId="{A1F5AB57-3A74-4C3F-9A8F-ED95FD7E9033}" dt="2024-03-20T13:02:06.132" v="2545" actId="12789"/>
          <ac:spMkLst>
            <pc:docMk/>
            <pc:sldMk cId="2722966315" sldId="2147482683"/>
            <ac:spMk id="114" creationId="{C087434B-ADD8-44FC-BE9E-202734CBCB1D}"/>
          </ac:spMkLst>
        </pc:spChg>
        <pc:spChg chg="mod">
          <ac:chgData name="Li,Yuting (HP Medicine) BII-CN-S" userId="ce8fbb54-122c-426d-b8da-fdcc5e1b5022" providerId="ADAL" clId="{A1F5AB57-3A74-4C3F-9A8F-ED95FD7E9033}" dt="2024-03-20T12:59:35.918" v="2527" actId="207"/>
          <ac:spMkLst>
            <pc:docMk/>
            <pc:sldMk cId="2722966315" sldId="2147482683"/>
            <ac:spMk id="119" creationId="{00000000-0000-0000-0000-000000000000}"/>
          </ac:spMkLst>
        </pc:spChg>
        <pc:spChg chg="mod">
          <ac:chgData name="Li,Yuting (HP Medicine) BII-CN-S" userId="ce8fbb54-122c-426d-b8da-fdcc5e1b5022" providerId="ADAL" clId="{A1F5AB57-3A74-4C3F-9A8F-ED95FD7E9033}" dt="2024-03-20T13:02:06.132" v="2545" actId="12789"/>
          <ac:spMkLst>
            <pc:docMk/>
            <pc:sldMk cId="2722966315" sldId="2147482683"/>
            <ac:spMk id="142" creationId="{28208DE8-21BF-4F77-90B2-B2E71E0957D2}"/>
          </ac:spMkLst>
        </pc:spChg>
        <pc:spChg chg="mod">
          <ac:chgData name="Li,Yuting (HP Medicine) BII-CN-S" userId="ce8fbb54-122c-426d-b8da-fdcc5e1b5022" providerId="ADAL" clId="{A1F5AB57-3A74-4C3F-9A8F-ED95FD7E9033}" dt="2024-03-20T13:01:58.998" v="2544" actId="12789"/>
          <ac:spMkLst>
            <pc:docMk/>
            <pc:sldMk cId="2722966315" sldId="2147482683"/>
            <ac:spMk id="144" creationId="{FCF88BB6-3BDE-49E8-A64F-CF688A7AC12F}"/>
          </ac:spMkLst>
        </pc:spChg>
        <pc:spChg chg="mod">
          <ac:chgData name="Li,Yuting (HP Medicine) BII-CN-S" userId="ce8fbb54-122c-426d-b8da-fdcc5e1b5022" providerId="ADAL" clId="{A1F5AB57-3A74-4C3F-9A8F-ED95FD7E9033}" dt="2024-03-20T13:01:58.998" v="2544" actId="12789"/>
          <ac:spMkLst>
            <pc:docMk/>
            <pc:sldMk cId="2722966315" sldId="2147482683"/>
            <ac:spMk id="146" creationId="{BE1EEA03-C53D-40B3-8DF9-EB7F206C0A7F}"/>
          </ac:spMkLst>
        </pc:spChg>
        <pc:spChg chg="del">
          <ac:chgData name="Li,Yuting (HP Medicine) BII-CN-S" userId="ce8fbb54-122c-426d-b8da-fdcc5e1b5022" providerId="ADAL" clId="{A1F5AB57-3A74-4C3F-9A8F-ED95FD7E9033}" dt="2024-03-20T13:00:43.274" v="2538" actId="478"/>
          <ac:spMkLst>
            <pc:docMk/>
            <pc:sldMk cId="2722966315" sldId="2147482683"/>
            <ac:spMk id="153" creationId="{A8BD9C0F-5FE6-4741-87F3-B08944DA4D8E}"/>
          </ac:spMkLst>
        </pc:spChg>
        <pc:spChg chg="del">
          <ac:chgData name="Li,Yuting (HP Medicine) BII-CN-S" userId="ce8fbb54-122c-426d-b8da-fdcc5e1b5022" providerId="ADAL" clId="{A1F5AB57-3A74-4C3F-9A8F-ED95FD7E9033}" dt="2024-03-20T13:00:44.942" v="2539" actId="478"/>
          <ac:spMkLst>
            <pc:docMk/>
            <pc:sldMk cId="2722966315" sldId="2147482683"/>
            <ac:spMk id="154" creationId="{57BB810D-68ED-410D-8712-EA87B21482E3}"/>
          </ac:spMkLst>
        </pc:spChg>
        <pc:spChg chg="del">
          <ac:chgData name="Li,Yuting (HP Medicine) BII-CN-S" userId="ce8fbb54-122c-426d-b8da-fdcc5e1b5022" providerId="ADAL" clId="{A1F5AB57-3A74-4C3F-9A8F-ED95FD7E9033}" dt="2024-03-20T13:00:39.531" v="2536" actId="478"/>
          <ac:spMkLst>
            <pc:docMk/>
            <pc:sldMk cId="2722966315" sldId="2147482683"/>
            <ac:spMk id="188" creationId="{4D176B42-6CAC-4166-AF01-131A727B5BE2}"/>
          </ac:spMkLst>
        </pc:spChg>
        <pc:spChg chg="del">
          <ac:chgData name="Li,Yuting (HP Medicine) BII-CN-S" userId="ce8fbb54-122c-426d-b8da-fdcc5e1b5022" providerId="ADAL" clId="{A1F5AB57-3A74-4C3F-9A8F-ED95FD7E9033}" dt="2024-03-20T13:00:41.504" v="2537" actId="478"/>
          <ac:spMkLst>
            <pc:docMk/>
            <pc:sldMk cId="2722966315" sldId="2147482683"/>
            <ac:spMk id="189" creationId="{E49EF0FB-3355-48AE-AEEA-57BF288277A9}"/>
          </ac:spMkLst>
        </pc:spChg>
      </pc:sldChg>
      <pc:sldChg chg="delSp mod">
        <pc:chgData name="Li,Yuting (HP Medicine) BII-CN-S" userId="ce8fbb54-122c-426d-b8da-fdcc5e1b5022" providerId="ADAL" clId="{A1F5AB57-3A74-4C3F-9A8F-ED95FD7E9033}" dt="2024-03-20T07:26:03.051" v="2068" actId="478"/>
        <pc:sldMkLst>
          <pc:docMk/>
          <pc:sldMk cId="2495042043" sldId="2147482684"/>
        </pc:sldMkLst>
        <pc:spChg chg="del">
          <ac:chgData name="Li,Yuting (HP Medicine) BII-CN-S" userId="ce8fbb54-122c-426d-b8da-fdcc5e1b5022" providerId="ADAL" clId="{A1F5AB57-3A74-4C3F-9A8F-ED95FD7E9033}" dt="2024-03-20T07:26:03.051" v="2068" actId="478"/>
          <ac:spMkLst>
            <pc:docMk/>
            <pc:sldMk cId="2495042043" sldId="2147482684"/>
            <ac:spMk id="7" creationId="{00000000-0000-0000-0000-000000000000}"/>
          </ac:spMkLst>
        </pc:spChg>
      </pc:sldChg>
      <pc:sldChg chg="modSp mod">
        <pc:chgData name="Li,Yuting (HP Medicine) BII-CN-S" userId="ce8fbb54-122c-426d-b8da-fdcc5e1b5022" providerId="ADAL" clId="{A1F5AB57-3A74-4C3F-9A8F-ED95FD7E9033}" dt="2024-03-20T12:56:16.229" v="2512" actId="12789"/>
        <pc:sldMkLst>
          <pc:docMk/>
          <pc:sldMk cId="89106298" sldId="2147482695"/>
        </pc:sldMkLst>
        <pc:spChg chg="mod">
          <ac:chgData name="Li,Yuting (HP Medicine) BII-CN-S" userId="ce8fbb54-122c-426d-b8da-fdcc5e1b5022" providerId="ADAL" clId="{A1F5AB57-3A74-4C3F-9A8F-ED95FD7E9033}" dt="2024-03-20T12:55:36.203" v="2507" actId="12789"/>
          <ac:spMkLst>
            <pc:docMk/>
            <pc:sldMk cId="89106298" sldId="2147482695"/>
            <ac:spMk id="16" creationId="{7B88FC46-C311-78A4-5BC1-EF87B5CE4F78}"/>
          </ac:spMkLst>
        </pc:spChg>
        <pc:spChg chg="mod">
          <ac:chgData name="Li,Yuting (HP Medicine) BII-CN-S" userId="ce8fbb54-122c-426d-b8da-fdcc5e1b5022" providerId="ADAL" clId="{A1F5AB57-3A74-4C3F-9A8F-ED95FD7E9033}" dt="2024-03-20T12:56:07.686" v="2511" actId="12789"/>
          <ac:spMkLst>
            <pc:docMk/>
            <pc:sldMk cId="89106298" sldId="2147482695"/>
            <ac:spMk id="53" creationId="{B4E8BEE0-0EB3-40D8-9AA2-B2BC6D502A8C}"/>
          </ac:spMkLst>
        </pc:spChg>
        <pc:spChg chg="mod">
          <ac:chgData name="Li,Yuting (HP Medicine) BII-CN-S" userId="ce8fbb54-122c-426d-b8da-fdcc5e1b5022" providerId="ADAL" clId="{A1F5AB57-3A74-4C3F-9A8F-ED95FD7E9033}" dt="2024-03-20T12:55:24.975" v="2506" actId="12789"/>
          <ac:spMkLst>
            <pc:docMk/>
            <pc:sldMk cId="89106298" sldId="2147482695"/>
            <ac:spMk id="64" creationId="{9224C17E-1AA1-4096-A3FD-25D6FD8BA444}"/>
          </ac:spMkLst>
        </pc:spChg>
        <pc:spChg chg="mod">
          <ac:chgData name="Li,Yuting (HP Medicine) BII-CN-S" userId="ce8fbb54-122c-426d-b8da-fdcc5e1b5022" providerId="ADAL" clId="{A1F5AB57-3A74-4C3F-9A8F-ED95FD7E9033}" dt="2024-03-20T12:55:36.203" v="2507" actId="12789"/>
          <ac:spMkLst>
            <pc:docMk/>
            <pc:sldMk cId="89106298" sldId="2147482695"/>
            <ac:spMk id="68" creationId="{00000000-0000-0000-0000-000000000000}"/>
          </ac:spMkLst>
        </pc:spChg>
        <pc:spChg chg="mod">
          <ac:chgData name="Li,Yuting (HP Medicine) BII-CN-S" userId="ce8fbb54-122c-426d-b8da-fdcc5e1b5022" providerId="ADAL" clId="{A1F5AB57-3A74-4C3F-9A8F-ED95FD7E9033}" dt="2024-03-20T12:55:36.203" v="2507" actId="12789"/>
          <ac:spMkLst>
            <pc:docMk/>
            <pc:sldMk cId="89106298" sldId="2147482695"/>
            <ac:spMk id="70" creationId="{00000000-0000-0000-0000-000000000000}"/>
          </ac:spMkLst>
        </pc:spChg>
        <pc:spChg chg="mod">
          <ac:chgData name="Li,Yuting (HP Medicine) BII-CN-S" userId="ce8fbb54-122c-426d-b8da-fdcc5e1b5022" providerId="ADAL" clId="{A1F5AB57-3A74-4C3F-9A8F-ED95FD7E9033}" dt="2024-03-20T02:17:42.670" v="1920" actId="20577"/>
          <ac:spMkLst>
            <pc:docMk/>
            <pc:sldMk cId="89106298" sldId="2147482695"/>
            <ac:spMk id="90" creationId="{9466DE8F-DCCC-4688-AD54-68172F2C8E9F}"/>
          </ac:spMkLst>
        </pc:spChg>
        <pc:spChg chg="mod">
          <ac:chgData name="Li,Yuting (HP Medicine) BII-CN-S" userId="ce8fbb54-122c-426d-b8da-fdcc5e1b5022" providerId="ADAL" clId="{A1F5AB57-3A74-4C3F-9A8F-ED95FD7E9033}" dt="2024-03-20T12:56:07.686" v="2511" actId="12789"/>
          <ac:spMkLst>
            <pc:docMk/>
            <pc:sldMk cId="89106298" sldId="2147482695"/>
            <ac:spMk id="131" creationId="{BA0DC681-A90C-4B81-9C59-C68D6D4ED922}"/>
          </ac:spMkLst>
        </pc:spChg>
        <pc:spChg chg="mod">
          <ac:chgData name="Li,Yuting (HP Medicine) BII-CN-S" userId="ce8fbb54-122c-426d-b8da-fdcc5e1b5022" providerId="ADAL" clId="{A1F5AB57-3A74-4C3F-9A8F-ED95FD7E9033}" dt="2024-03-20T12:55:24.975" v="2506" actId="12789"/>
          <ac:spMkLst>
            <pc:docMk/>
            <pc:sldMk cId="89106298" sldId="2147482695"/>
            <ac:spMk id="132" creationId="{3C3CACA0-6719-4369-B7E3-DFDE8A562372}"/>
          </ac:spMkLst>
        </pc:spChg>
        <pc:spChg chg="mod">
          <ac:chgData name="Li,Yuting (HP Medicine) BII-CN-S" userId="ce8fbb54-122c-426d-b8da-fdcc5e1b5022" providerId="ADAL" clId="{A1F5AB57-3A74-4C3F-9A8F-ED95FD7E9033}" dt="2024-03-20T12:55:24.975" v="2506" actId="12789"/>
          <ac:spMkLst>
            <pc:docMk/>
            <pc:sldMk cId="89106298" sldId="2147482695"/>
            <ac:spMk id="140" creationId="{2C476CE0-4E49-48BA-9546-8CA92E930315}"/>
          </ac:spMkLst>
        </pc:spChg>
        <pc:spChg chg="mod">
          <ac:chgData name="Li,Yuting (HP Medicine) BII-CN-S" userId="ce8fbb54-122c-426d-b8da-fdcc5e1b5022" providerId="ADAL" clId="{A1F5AB57-3A74-4C3F-9A8F-ED95FD7E9033}" dt="2024-03-20T12:56:16.229" v="2512" actId="12789"/>
          <ac:spMkLst>
            <pc:docMk/>
            <pc:sldMk cId="89106298" sldId="2147482695"/>
            <ac:spMk id="142" creationId="{13BBD805-6B4E-49B8-8A28-7FC80412D5B3}"/>
          </ac:spMkLst>
        </pc:spChg>
        <pc:spChg chg="mod">
          <ac:chgData name="Li,Yuting (HP Medicine) BII-CN-S" userId="ce8fbb54-122c-426d-b8da-fdcc5e1b5022" providerId="ADAL" clId="{A1F5AB57-3A74-4C3F-9A8F-ED95FD7E9033}" dt="2024-03-20T12:56:16.229" v="2512" actId="12789"/>
          <ac:spMkLst>
            <pc:docMk/>
            <pc:sldMk cId="89106298" sldId="2147482695"/>
            <ac:spMk id="171" creationId="{5DF7619E-8037-4119-9490-E9399FFC5DFC}"/>
          </ac:spMkLst>
        </pc:spChg>
        <pc:spChg chg="mod">
          <ac:chgData name="Li,Yuting (HP Medicine) BII-CN-S" userId="ce8fbb54-122c-426d-b8da-fdcc5e1b5022" providerId="ADAL" clId="{A1F5AB57-3A74-4C3F-9A8F-ED95FD7E9033}" dt="2024-03-20T12:56:16.229" v="2512" actId="12789"/>
          <ac:spMkLst>
            <pc:docMk/>
            <pc:sldMk cId="89106298" sldId="2147482695"/>
            <ac:spMk id="181" creationId="{EEA5C35B-8C6C-40D7-AB8F-8B0B207C03C4}"/>
          </ac:spMkLst>
        </pc:spChg>
      </pc:sldChg>
      <pc:sldChg chg="modSp mod">
        <pc:chgData name="Li,Yuting (HP Medicine) BII-CN-S" userId="ce8fbb54-122c-426d-b8da-fdcc5e1b5022" providerId="ADAL" clId="{A1F5AB57-3A74-4C3F-9A8F-ED95FD7E9033}" dt="2024-03-20T07:56:02.761" v="2072" actId="20577"/>
        <pc:sldMkLst>
          <pc:docMk/>
          <pc:sldMk cId="1272180570" sldId="2147482705"/>
        </pc:sldMkLst>
        <pc:spChg chg="mod">
          <ac:chgData name="Li,Yuting (HP Medicine) BII-CN-S" userId="ce8fbb54-122c-426d-b8da-fdcc5e1b5022" providerId="ADAL" clId="{A1F5AB57-3A74-4C3F-9A8F-ED95FD7E9033}" dt="2024-03-20T07:56:02.761" v="2072" actId="20577"/>
          <ac:spMkLst>
            <pc:docMk/>
            <pc:sldMk cId="1272180570" sldId="2147482705"/>
            <ac:spMk id="8" creationId="{00000000-0000-0000-0000-000000000000}"/>
          </ac:spMkLst>
        </pc:spChg>
        <pc:graphicFrameChg chg="mod modGraphic">
          <ac:chgData name="Li,Yuting (HP Medicine) BII-CN-S" userId="ce8fbb54-122c-426d-b8da-fdcc5e1b5022" providerId="ADAL" clId="{A1F5AB57-3A74-4C3F-9A8F-ED95FD7E9033}" dt="2024-03-20T07:51:28.873" v="2070" actId="1076"/>
          <ac:graphicFrameMkLst>
            <pc:docMk/>
            <pc:sldMk cId="1272180570" sldId="2147482705"/>
            <ac:graphicFrameMk id="12" creationId="{EE24276D-C300-4706-ACD2-32E108653E2B}"/>
          </ac:graphicFrameMkLst>
        </pc:graphicFrameChg>
      </pc:sldChg>
      <pc:sldChg chg="modSp mod delCm">
        <pc:chgData name="Li,Yuting (HP Medicine) BII-CN-S" userId="ce8fbb54-122c-426d-b8da-fdcc5e1b5022" providerId="ADAL" clId="{A1F5AB57-3A74-4C3F-9A8F-ED95FD7E9033}" dt="2024-03-20T12:40:16.285" v="2460" actId="6549"/>
        <pc:sldMkLst>
          <pc:docMk/>
          <pc:sldMk cId="4264638658" sldId="2147482830"/>
        </pc:sldMkLst>
        <pc:spChg chg="mod">
          <ac:chgData name="Li,Yuting (HP Medicine) BII-CN-S" userId="ce8fbb54-122c-426d-b8da-fdcc5e1b5022" providerId="ADAL" clId="{A1F5AB57-3A74-4C3F-9A8F-ED95FD7E9033}" dt="2024-03-20T12:40:16.285" v="2460" actId="6549"/>
          <ac:spMkLst>
            <pc:docMk/>
            <pc:sldMk cId="4264638658" sldId="2147482830"/>
            <ac:spMk id="5" creationId="{708D8ACC-D62A-4885-8E32-7CB35C6A4753}"/>
          </ac:spMkLst>
        </pc:spChg>
      </pc:sldChg>
      <pc:sldChg chg="modSp mod">
        <pc:chgData name="Li,Yuting (HP Medicine) BII-CN-S" userId="ce8fbb54-122c-426d-b8da-fdcc5e1b5022" providerId="ADAL" clId="{A1F5AB57-3A74-4C3F-9A8F-ED95FD7E9033}" dt="2024-03-20T12:58:26.049" v="2520" actId="12789"/>
        <pc:sldMkLst>
          <pc:docMk/>
          <pc:sldMk cId="2988063833" sldId="2147482834"/>
        </pc:sldMkLst>
        <pc:spChg chg="mod">
          <ac:chgData name="Li,Yuting (HP Medicine) BII-CN-S" userId="ce8fbb54-122c-426d-b8da-fdcc5e1b5022" providerId="ADAL" clId="{A1F5AB57-3A74-4C3F-9A8F-ED95FD7E9033}" dt="2024-03-20T12:58:18.646" v="2519" actId="12789"/>
          <ac:spMkLst>
            <pc:docMk/>
            <pc:sldMk cId="2988063833" sldId="2147482834"/>
            <ac:spMk id="15" creationId="{CF651D1B-B18B-051F-6EB5-E9A4A21F1806}"/>
          </ac:spMkLst>
        </pc:spChg>
        <pc:spChg chg="mod">
          <ac:chgData name="Li,Yuting (HP Medicine) BII-CN-S" userId="ce8fbb54-122c-426d-b8da-fdcc5e1b5022" providerId="ADAL" clId="{A1F5AB57-3A74-4C3F-9A8F-ED95FD7E9033}" dt="2024-03-20T12:58:18.646" v="2519" actId="12789"/>
          <ac:spMkLst>
            <pc:docMk/>
            <pc:sldMk cId="2988063833" sldId="2147482834"/>
            <ac:spMk id="16" creationId="{ED23F30D-0028-68AC-C39D-4BF5B08BF0B5}"/>
          </ac:spMkLst>
        </pc:spChg>
        <pc:spChg chg="mod">
          <ac:chgData name="Li,Yuting (HP Medicine) BII-CN-S" userId="ce8fbb54-122c-426d-b8da-fdcc5e1b5022" providerId="ADAL" clId="{A1F5AB57-3A74-4C3F-9A8F-ED95FD7E9033}" dt="2024-03-20T12:58:26.049" v="2520" actId="12789"/>
          <ac:spMkLst>
            <pc:docMk/>
            <pc:sldMk cId="2988063833" sldId="2147482834"/>
            <ac:spMk id="22" creationId="{D4EDBA09-148B-237D-1804-46DD45EDC76F}"/>
          </ac:spMkLst>
        </pc:spChg>
        <pc:spChg chg="mod">
          <ac:chgData name="Li,Yuting (HP Medicine) BII-CN-S" userId="ce8fbb54-122c-426d-b8da-fdcc5e1b5022" providerId="ADAL" clId="{A1F5AB57-3A74-4C3F-9A8F-ED95FD7E9033}" dt="2024-03-20T12:58:04.825" v="2518" actId="207"/>
          <ac:spMkLst>
            <pc:docMk/>
            <pc:sldMk cId="2988063833" sldId="2147482834"/>
            <ac:spMk id="42" creationId="{89C355A1-7C4E-4FB6-A111-D974557D88EB}"/>
          </ac:spMkLst>
        </pc:spChg>
        <pc:spChg chg="mod">
          <ac:chgData name="Li,Yuting (HP Medicine) BII-CN-S" userId="ce8fbb54-122c-426d-b8da-fdcc5e1b5022" providerId="ADAL" clId="{A1F5AB57-3A74-4C3F-9A8F-ED95FD7E9033}" dt="2024-03-20T12:58:26.049" v="2520" actId="12789"/>
          <ac:spMkLst>
            <pc:docMk/>
            <pc:sldMk cId="2988063833" sldId="2147482834"/>
            <ac:spMk id="45" creationId="{AC3B3234-993B-4A10-B3E4-C17DE956EA17}"/>
          </ac:spMkLst>
        </pc:spChg>
        <pc:spChg chg="mod">
          <ac:chgData name="Li,Yuting (HP Medicine) BII-CN-S" userId="ce8fbb54-122c-426d-b8da-fdcc5e1b5022" providerId="ADAL" clId="{A1F5AB57-3A74-4C3F-9A8F-ED95FD7E9033}" dt="2024-03-20T07:08:47.150" v="2066" actId="20577"/>
          <ac:spMkLst>
            <pc:docMk/>
            <pc:sldMk cId="2988063833" sldId="2147482834"/>
            <ac:spMk id="99" creationId="{D11E8C8E-EA83-4AF2-B5EA-9A0D5FDC196B}"/>
          </ac:spMkLst>
        </pc:spChg>
      </pc:sldChg>
      <pc:sldChg chg="modSp mod delCm">
        <pc:chgData name="Li,Yuting (HP Medicine) BII-CN-S" userId="ce8fbb54-122c-426d-b8da-fdcc5e1b5022" providerId="ADAL" clId="{A1F5AB57-3A74-4C3F-9A8F-ED95FD7E9033}" dt="2024-03-20T08:12:20.206" v="2202" actId="20577"/>
        <pc:sldMkLst>
          <pc:docMk/>
          <pc:sldMk cId="2549683632" sldId="2147482837"/>
        </pc:sldMkLst>
        <pc:spChg chg="mod">
          <ac:chgData name="Li,Yuting (HP Medicine) BII-CN-S" userId="ce8fbb54-122c-426d-b8da-fdcc5e1b5022" providerId="ADAL" clId="{A1F5AB57-3A74-4C3F-9A8F-ED95FD7E9033}" dt="2024-03-20T08:12:20.206" v="2202" actId="20577"/>
          <ac:spMkLst>
            <pc:docMk/>
            <pc:sldMk cId="2549683632" sldId="2147482837"/>
            <ac:spMk id="8" creationId="{EE219DC8-A663-C5A4-A855-7778258C39C8}"/>
          </ac:spMkLst>
        </pc:spChg>
      </pc:sldChg>
      <pc:sldChg chg="modSp mod delCm">
        <pc:chgData name="Li,Yuting (HP Medicine) BII-CN-S" userId="ce8fbb54-122c-426d-b8da-fdcc5e1b5022" providerId="ADAL" clId="{A1F5AB57-3A74-4C3F-9A8F-ED95FD7E9033}" dt="2024-03-20T12:04:06.110" v="2454" actId="6549"/>
        <pc:sldMkLst>
          <pc:docMk/>
          <pc:sldMk cId="2961465287" sldId="2147482838"/>
        </pc:sldMkLst>
        <pc:spChg chg="mod">
          <ac:chgData name="Li,Yuting (HP Medicine) BII-CN-S" userId="ce8fbb54-122c-426d-b8da-fdcc5e1b5022" providerId="ADAL" clId="{A1F5AB57-3A74-4C3F-9A8F-ED95FD7E9033}" dt="2024-03-20T12:04:06.110" v="2454" actId="6549"/>
          <ac:spMkLst>
            <pc:docMk/>
            <pc:sldMk cId="2961465287" sldId="2147482838"/>
            <ac:spMk id="3" creationId="{2857B026-F857-5479-3640-8A8E1E50D1D4}"/>
          </ac:spMkLst>
        </pc:spChg>
      </pc:sldChg>
      <pc:sldChg chg="addSp modSp mod">
        <pc:chgData name="Li,Yuting (HP Medicine) BII-CN-S" userId="ce8fbb54-122c-426d-b8da-fdcc5e1b5022" providerId="ADAL" clId="{A1F5AB57-3A74-4C3F-9A8F-ED95FD7E9033}" dt="2024-03-20T09:19:18.007" v="2221" actId="20577"/>
        <pc:sldMkLst>
          <pc:docMk/>
          <pc:sldMk cId="3541650897" sldId="2147482839"/>
        </pc:sldMkLst>
        <pc:spChg chg="add mod">
          <ac:chgData name="Li,Yuting (HP Medicine) BII-CN-S" userId="ce8fbb54-122c-426d-b8da-fdcc5e1b5022" providerId="ADAL" clId="{A1F5AB57-3A74-4C3F-9A8F-ED95FD7E9033}" dt="2024-03-20T09:17:19.141" v="2206" actId="1582"/>
          <ac:spMkLst>
            <pc:docMk/>
            <pc:sldMk cId="3541650897" sldId="2147482839"/>
            <ac:spMk id="2" creationId="{751D90D9-91E0-1C18-61C8-7B65B034CA0B}"/>
          </ac:spMkLst>
        </pc:spChg>
        <pc:spChg chg="mod">
          <ac:chgData name="Li,Yuting (HP Medicine) BII-CN-S" userId="ce8fbb54-122c-426d-b8da-fdcc5e1b5022" providerId="ADAL" clId="{A1F5AB57-3A74-4C3F-9A8F-ED95FD7E9033}" dt="2024-03-20T09:19:18.007" v="2221" actId="20577"/>
          <ac:spMkLst>
            <pc:docMk/>
            <pc:sldMk cId="3541650897" sldId="2147482839"/>
            <ac:spMk id="5" creationId="{8FCB2A47-625E-6883-476C-2C1FF4D351F9}"/>
          </ac:spMkLst>
        </pc:spChg>
        <pc:spChg chg="add mod">
          <ac:chgData name="Li,Yuting (HP Medicine) BII-CN-S" userId="ce8fbb54-122c-426d-b8da-fdcc5e1b5022" providerId="ADAL" clId="{A1F5AB57-3A74-4C3F-9A8F-ED95FD7E9033}" dt="2024-03-20T09:17:35.309" v="2208" actId="1076"/>
          <ac:spMkLst>
            <pc:docMk/>
            <pc:sldMk cId="3541650897" sldId="2147482839"/>
            <ac:spMk id="6" creationId="{5F04F5C5-3452-092D-37DF-525B70226EE1}"/>
          </ac:spMkLst>
        </pc:spChg>
      </pc:sldChg>
    </pc:docChg>
  </pc:docChgLst>
  <pc:docChgLst>
    <pc:chgData name="Wu,Dan (MED CD&amp;O) BII-CN-S" userId="S::dan.wu@boehringer-ingelheim.com::2543b386-fe23-4572-8b97-7e5aae483288" providerId="AD" clId="Web-{02089468-D34B-EFF7-C2B7-CD62B930D3B2}"/>
    <pc:docChg chg="modSld">
      <pc:chgData name="Wu,Dan (MED CD&amp;O) BII-CN-S" userId="S::dan.wu@boehringer-ingelheim.com::2543b386-fe23-4572-8b97-7e5aae483288" providerId="AD" clId="Web-{02089468-D34B-EFF7-C2B7-CD62B930D3B2}" dt="2023-02-13T00:45:59.123" v="9"/>
      <pc:docMkLst>
        <pc:docMk/>
      </pc:docMkLst>
      <pc:sldChg chg="addSp delSp modSp">
        <pc:chgData name="Wu,Dan (MED CD&amp;O) BII-CN-S" userId="S::dan.wu@boehringer-ingelheim.com::2543b386-fe23-4572-8b97-7e5aae483288" providerId="AD" clId="Web-{02089468-D34B-EFF7-C2B7-CD62B930D3B2}" dt="2023-02-13T00:45:59.123" v="9"/>
        <pc:sldMkLst>
          <pc:docMk/>
          <pc:sldMk cId="4084061762" sldId="2147471184"/>
        </pc:sldMkLst>
        <pc:spChg chg="mod">
          <ac:chgData name="Wu,Dan (MED CD&amp;O) BII-CN-S" userId="S::dan.wu@boehringer-ingelheim.com::2543b386-fe23-4572-8b97-7e5aae483288" providerId="AD" clId="Web-{02089468-D34B-EFF7-C2B7-CD62B930D3B2}" dt="2023-02-13T00:45:43.435" v="6" actId="20577"/>
          <ac:spMkLst>
            <pc:docMk/>
            <pc:sldMk cId="4084061762" sldId="2147471184"/>
            <ac:spMk id="2" creationId="{258B1150-3B23-4D74-8634-CE9F7979DC8E}"/>
          </ac:spMkLst>
        </pc:spChg>
        <pc:picChg chg="del">
          <ac:chgData name="Wu,Dan (MED CD&amp;O) BII-CN-S" userId="S::dan.wu@boehringer-ingelheim.com::2543b386-fe23-4572-8b97-7e5aae483288" providerId="AD" clId="Web-{02089468-D34B-EFF7-C2B7-CD62B930D3B2}" dt="2023-02-13T00:45:46.279" v="7"/>
          <ac:picMkLst>
            <pc:docMk/>
            <pc:sldMk cId="4084061762" sldId="2147471184"/>
            <ac:picMk id="3" creationId="{063C6D45-6BF5-4550-83C4-5E0E1E411AC2}"/>
          </ac:picMkLst>
        </pc:picChg>
        <pc:picChg chg="add del mod">
          <ac:chgData name="Wu,Dan (MED CD&amp;O) BII-CN-S" userId="S::dan.wu@boehringer-ingelheim.com::2543b386-fe23-4572-8b97-7e5aae483288" providerId="AD" clId="Web-{02089468-D34B-EFF7-C2B7-CD62B930D3B2}" dt="2023-02-13T00:45:59.123" v="9"/>
          <ac:picMkLst>
            <pc:docMk/>
            <pc:sldMk cId="4084061762" sldId="2147471184"/>
            <ac:picMk id="5" creationId="{D505A70D-9AEA-D28B-C2A4-3E3E2C583AB2}"/>
          </ac:picMkLst>
        </pc:picChg>
      </pc:sldChg>
    </pc:docChg>
  </pc:docChgLst>
  <pc:docChgLst>
    <pc:chgData name="Zhang,Ying (MED CD&amp;O) BII-CN-S" userId="456eb1e0-4978-443e-822e-be854341a778" providerId="ADAL" clId="{421CC777-09B3-45B2-91B6-3F3522C5C35A}"/>
    <pc:docChg chg="undo custSel modSld">
      <pc:chgData name="Zhang,Ying (MED CD&amp;O) BII-CN-S" userId="456eb1e0-4978-443e-822e-be854341a778" providerId="ADAL" clId="{421CC777-09B3-45B2-91B6-3F3522C5C35A}" dt="2023-09-11T06:37:53.908" v="2" actId="21"/>
      <pc:docMkLst>
        <pc:docMk/>
      </pc:docMkLst>
      <pc:sldChg chg="modSp mod">
        <pc:chgData name="Zhang,Ying (MED CD&amp;O) BII-CN-S" userId="456eb1e0-4978-443e-822e-be854341a778" providerId="ADAL" clId="{421CC777-09B3-45B2-91B6-3F3522C5C35A}" dt="2023-09-11T06:37:53.908" v="2" actId="21"/>
        <pc:sldMkLst>
          <pc:docMk/>
          <pc:sldMk cId="1603556620" sldId="2147474893"/>
        </pc:sldMkLst>
        <pc:spChg chg="mod">
          <ac:chgData name="Zhang,Ying (MED CD&amp;O) BII-CN-S" userId="456eb1e0-4978-443e-822e-be854341a778" providerId="ADAL" clId="{421CC777-09B3-45B2-91B6-3F3522C5C35A}" dt="2023-09-11T06:37:53.908" v="2" actId="21"/>
          <ac:spMkLst>
            <pc:docMk/>
            <pc:sldMk cId="1603556620" sldId="2147474893"/>
            <ac:spMk id="2" creationId="{2F7C2B6B-26E0-0090-B8A7-663AC400D437}"/>
          </ac:spMkLst>
        </pc:spChg>
      </pc:sldChg>
      <pc:sldChg chg="modSp mod">
        <pc:chgData name="Zhang,Ying (MED CD&amp;O) BII-CN-S" userId="456eb1e0-4978-443e-822e-be854341a778" providerId="ADAL" clId="{421CC777-09B3-45B2-91B6-3F3522C5C35A}" dt="2023-09-11T06:33:02.960" v="0" actId="27636"/>
        <pc:sldMkLst>
          <pc:docMk/>
          <pc:sldMk cId="727913723" sldId="2147474918"/>
        </pc:sldMkLst>
        <pc:spChg chg="mod">
          <ac:chgData name="Zhang,Ying (MED CD&amp;O) BII-CN-S" userId="456eb1e0-4978-443e-822e-be854341a778" providerId="ADAL" clId="{421CC777-09B3-45B2-91B6-3F3522C5C35A}" dt="2023-09-11T06:33:02.960" v="0" actId="27636"/>
          <ac:spMkLst>
            <pc:docMk/>
            <pc:sldMk cId="727913723" sldId="2147474918"/>
            <ac:spMk id="19" creationId="{DB7F03B6-C7DC-83EE-C3F3-F90404A1FE0E}"/>
          </ac:spMkLst>
        </pc:spChg>
      </pc:sldChg>
    </pc:docChg>
  </pc:docChgLst>
  <pc:docChgLst>
    <pc:chgData name="Shen,Cindy (MED CD&amp;O) BII-CN-S" userId="4ef3a3e4-b0d2-4b61-83e5-e05e23635ff4" providerId="ADAL" clId="{CEB54A64-F584-456E-9696-63973224CB87}"/>
    <pc:docChg chg="custSel modSld">
      <pc:chgData name="Shen,Cindy (MED CD&amp;O) BII-CN-S" userId="4ef3a3e4-b0d2-4b61-83e5-e05e23635ff4" providerId="ADAL" clId="{CEB54A64-F584-456E-9696-63973224CB87}" dt="2024-01-09T05:44:37.322" v="135" actId="20577"/>
      <pc:docMkLst>
        <pc:docMk/>
      </pc:docMkLst>
      <pc:sldChg chg="addSp delSp modSp mod addCm">
        <pc:chgData name="Shen,Cindy (MED CD&amp;O) BII-CN-S" userId="4ef3a3e4-b0d2-4b61-83e5-e05e23635ff4" providerId="ADAL" clId="{CEB54A64-F584-456E-9696-63973224CB87}" dt="2024-01-09T05:43:28.750" v="134" actId="313"/>
        <pc:sldMkLst>
          <pc:docMk/>
          <pc:sldMk cId="2657153113" sldId="2147474998"/>
        </pc:sldMkLst>
        <pc:spChg chg="mod">
          <ac:chgData name="Shen,Cindy (MED CD&amp;O) BII-CN-S" userId="4ef3a3e4-b0d2-4b61-83e5-e05e23635ff4" providerId="ADAL" clId="{CEB54A64-F584-456E-9696-63973224CB87}" dt="2024-01-09T05:43:28.750" v="134" actId="313"/>
          <ac:spMkLst>
            <pc:docMk/>
            <pc:sldMk cId="2657153113" sldId="2147474998"/>
            <ac:spMk id="3" creationId="{636BF68E-1ECD-AF26-494E-F5B69649569E}"/>
          </ac:spMkLst>
        </pc:spChg>
        <pc:spChg chg="mod">
          <ac:chgData name="Shen,Cindy (MED CD&amp;O) BII-CN-S" userId="4ef3a3e4-b0d2-4b61-83e5-e05e23635ff4" providerId="ADAL" clId="{CEB54A64-F584-456E-9696-63973224CB87}" dt="2024-01-09T05:37:05.196" v="95" actId="20577"/>
          <ac:spMkLst>
            <pc:docMk/>
            <pc:sldMk cId="2657153113" sldId="2147474998"/>
            <ac:spMk id="15" creationId="{7B90A576-A4D0-167D-1AF7-9D3D3CF9F85A}"/>
          </ac:spMkLst>
        </pc:spChg>
        <pc:picChg chg="add del mod">
          <ac:chgData name="Shen,Cindy (MED CD&amp;O) BII-CN-S" userId="4ef3a3e4-b0d2-4b61-83e5-e05e23635ff4" providerId="ADAL" clId="{CEB54A64-F584-456E-9696-63973224CB87}" dt="2024-01-09T05:32:36.340" v="60" actId="21"/>
          <ac:picMkLst>
            <pc:docMk/>
            <pc:sldMk cId="2657153113" sldId="2147474998"/>
            <ac:picMk id="4" creationId="{39377247-0198-B6B9-8607-0F637F53AB3F}"/>
          </ac:picMkLst>
        </pc:picChg>
        <pc:picChg chg="add del mod">
          <ac:chgData name="Shen,Cindy (MED CD&amp;O) BII-CN-S" userId="4ef3a3e4-b0d2-4b61-83e5-e05e23635ff4" providerId="ADAL" clId="{CEB54A64-F584-456E-9696-63973224CB87}" dt="2024-01-09T05:32:57.567" v="65" actId="21"/>
          <ac:picMkLst>
            <pc:docMk/>
            <pc:sldMk cId="2657153113" sldId="2147474998"/>
            <ac:picMk id="5" creationId="{9818018D-2797-47CC-F19F-CEEA5FB1F15A}"/>
          </ac:picMkLst>
        </pc:picChg>
        <pc:picChg chg="add mod">
          <ac:chgData name="Shen,Cindy (MED CD&amp;O) BII-CN-S" userId="4ef3a3e4-b0d2-4b61-83e5-e05e23635ff4" providerId="ADAL" clId="{CEB54A64-F584-456E-9696-63973224CB87}" dt="2024-01-09T05:32:52.558" v="63" actId="1076"/>
          <ac:picMkLst>
            <pc:docMk/>
            <pc:sldMk cId="2657153113" sldId="2147474998"/>
            <ac:picMk id="7" creationId="{07D596F8-A75C-81D8-0928-B6CBB7FE5140}"/>
          </ac:picMkLst>
        </pc:picChg>
        <pc:picChg chg="add del mod">
          <ac:chgData name="Shen,Cindy (MED CD&amp;O) BII-CN-S" userId="4ef3a3e4-b0d2-4b61-83e5-e05e23635ff4" providerId="ADAL" clId="{CEB54A64-F584-456E-9696-63973224CB87}" dt="2024-01-09T05:33:57.968" v="73" actId="21"/>
          <ac:picMkLst>
            <pc:docMk/>
            <pc:sldMk cId="2657153113" sldId="2147474998"/>
            <ac:picMk id="9" creationId="{BE669E55-7F3F-F133-1A1E-31527AC77EF1}"/>
          </ac:picMkLst>
        </pc:picChg>
        <pc:picChg chg="add mod">
          <ac:chgData name="Shen,Cindy (MED CD&amp;O) BII-CN-S" userId="4ef3a3e4-b0d2-4b61-83e5-e05e23635ff4" providerId="ADAL" clId="{CEB54A64-F584-456E-9696-63973224CB87}" dt="2024-01-09T05:34:46.017" v="77" actId="14100"/>
          <ac:picMkLst>
            <pc:docMk/>
            <pc:sldMk cId="2657153113" sldId="2147474998"/>
            <ac:picMk id="10" creationId="{04317A87-0EF4-0230-5DEA-A1930BBF9036}"/>
          </ac:picMkLst>
        </pc:picChg>
      </pc:sldChg>
      <pc:sldChg chg="addSp delSp modSp mod">
        <pc:chgData name="Shen,Cindy (MED CD&amp;O) BII-CN-S" userId="4ef3a3e4-b0d2-4b61-83e5-e05e23635ff4" providerId="ADAL" clId="{CEB54A64-F584-456E-9696-63973224CB87}" dt="2024-01-09T05:44:37.322" v="135" actId="20577"/>
        <pc:sldMkLst>
          <pc:docMk/>
          <pc:sldMk cId="3874840070" sldId="2147474999"/>
        </pc:sldMkLst>
        <pc:spChg chg="mod">
          <ac:chgData name="Shen,Cindy (MED CD&amp;O) BII-CN-S" userId="4ef3a3e4-b0d2-4b61-83e5-e05e23635ff4" providerId="ADAL" clId="{CEB54A64-F584-456E-9696-63973224CB87}" dt="2024-01-09T05:32:17.741" v="56" actId="27636"/>
          <ac:spMkLst>
            <pc:docMk/>
            <pc:sldMk cId="3874840070" sldId="2147474999"/>
            <ac:spMk id="3" creationId="{350E7977-0273-46A3-64E9-83A0C109E834}"/>
          </ac:spMkLst>
        </pc:spChg>
        <pc:spChg chg="mod">
          <ac:chgData name="Shen,Cindy (MED CD&amp;O) BII-CN-S" userId="4ef3a3e4-b0d2-4b61-83e5-e05e23635ff4" providerId="ADAL" clId="{CEB54A64-F584-456E-9696-63973224CB87}" dt="2024-01-09T05:44:37.322" v="135" actId="20577"/>
          <ac:spMkLst>
            <pc:docMk/>
            <pc:sldMk cId="3874840070" sldId="2147474999"/>
            <ac:spMk id="11" creationId="{5CE23251-4050-175A-DFD2-2775AC4687E6}"/>
          </ac:spMkLst>
        </pc:spChg>
        <pc:graphicFrameChg chg="add mod">
          <ac:chgData name="Shen,Cindy (MED CD&amp;O) BII-CN-S" userId="4ef3a3e4-b0d2-4b61-83e5-e05e23635ff4" providerId="ADAL" clId="{CEB54A64-F584-456E-9696-63973224CB87}" dt="2024-01-09T03:43:42.943" v="19"/>
          <ac:graphicFrameMkLst>
            <pc:docMk/>
            <pc:sldMk cId="3874840070" sldId="2147474999"/>
            <ac:graphicFrameMk id="6" creationId="{03145BE7-E8E0-4227-9D00-580F4CB30CD2}"/>
          </ac:graphicFrameMkLst>
        </pc:graphicFrameChg>
        <pc:picChg chg="add del mod">
          <ac:chgData name="Shen,Cindy (MED CD&amp;O) BII-CN-S" userId="4ef3a3e4-b0d2-4b61-83e5-e05e23635ff4" providerId="ADAL" clId="{CEB54A64-F584-456E-9696-63973224CB87}" dt="2024-01-09T05:31:19.600" v="38" actId="21"/>
          <ac:picMkLst>
            <pc:docMk/>
            <pc:sldMk cId="3874840070" sldId="2147474999"/>
            <ac:picMk id="7" creationId="{0F7F7F18-96DB-6DE4-A019-7C9A8D36075D}"/>
          </ac:picMkLst>
        </pc:picChg>
        <pc:picChg chg="add del mod">
          <ac:chgData name="Shen,Cindy (MED CD&amp;O) BII-CN-S" userId="4ef3a3e4-b0d2-4b61-83e5-e05e23635ff4" providerId="ADAL" clId="{CEB54A64-F584-456E-9696-63973224CB87}" dt="2024-01-09T05:32:30.353" v="58" actId="21"/>
          <ac:picMkLst>
            <pc:docMk/>
            <pc:sldMk cId="3874840070" sldId="2147474999"/>
            <ac:picMk id="8" creationId="{AC8E9356-F75B-1677-DE63-971617E4E33D}"/>
          </ac:picMkLst>
        </pc:picChg>
        <pc:picChg chg="del">
          <ac:chgData name="Shen,Cindy (MED CD&amp;O) BII-CN-S" userId="4ef3a3e4-b0d2-4b61-83e5-e05e23635ff4" providerId="ADAL" clId="{CEB54A64-F584-456E-9696-63973224CB87}" dt="2024-01-09T03:43:09.066" v="9" actId="21"/>
          <ac:picMkLst>
            <pc:docMk/>
            <pc:sldMk cId="3874840070" sldId="2147474999"/>
            <ac:picMk id="9" creationId="{1F88486B-511B-6045-1444-CD208D0E25D8}"/>
          </ac:picMkLst>
        </pc:picChg>
        <pc:picChg chg="del mod">
          <ac:chgData name="Shen,Cindy (MED CD&amp;O) BII-CN-S" userId="4ef3a3e4-b0d2-4b61-83e5-e05e23635ff4" providerId="ADAL" clId="{CEB54A64-F584-456E-9696-63973224CB87}" dt="2024-01-09T03:44:16.426" v="28" actId="21"/>
          <ac:picMkLst>
            <pc:docMk/>
            <pc:sldMk cId="3874840070" sldId="2147474999"/>
            <ac:picMk id="10" creationId="{FB8C2119-510D-ED0F-D4EE-8A491EB95296}"/>
          </ac:picMkLst>
        </pc:picChg>
        <pc:picChg chg="add del mod">
          <ac:chgData name="Shen,Cindy (MED CD&amp;O) BII-CN-S" userId="4ef3a3e4-b0d2-4b61-83e5-e05e23635ff4" providerId="ADAL" clId="{CEB54A64-F584-456E-9696-63973224CB87}" dt="2024-01-09T05:32:33.115" v="59" actId="21"/>
          <ac:picMkLst>
            <pc:docMk/>
            <pc:sldMk cId="3874840070" sldId="2147474999"/>
            <ac:picMk id="12" creationId="{B00CF821-A74A-768E-7A6D-4F5F821393F0}"/>
          </ac:picMkLst>
        </pc:picChg>
        <pc:picChg chg="add mod">
          <ac:chgData name="Shen,Cindy (MED CD&amp;O) BII-CN-S" userId="4ef3a3e4-b0d2-4b61-83e5-e05e23635ff4" providerId="ADAL" clId="{CEB54A64-F584-456E-9696-63973224CB87}" dt="2024-01-09T05:38:40.089" v="101" actId="1076"/>
          <ac:picMkLst>
            <pc:docMk/>
            <pc:sldMk cId="3874840070" sldId="2147474999"/>
            <ac:picMk id="14" creationId="{4B12980F-9CD1-0A16-828A-75BC5BB50218}"/>
          </ac:picMkLst>
        </pc:picChg>
        <pc:picChg chg="add mod">
          <ac:chgData name="Shen,Cindy (MED CD&amp;O) BII-CN-S" userId="4ef3a3e4-b0d2-4b61-83e5-e05e23635ff4" providerId="ADAL" clId="{CEB54A64-F584-456E-9696-63973224CB87}" dt="2024-01-09T05:39:05.976" v="105" actId="14100"/>
          <ac:picMkLst>
            <pc:docMk/>
            <pc:sldMk cId="3874840070" sldId="2147474999"/>
            <ac:picMk id="15" creationId="{189DBB8F-A8BF-63A1-3C2B-ED937E16D1FC}"/>
          </ac:picMkLst>
        </pc:picChg>
      </pc:sldChg>
      <pc:sldChg chg="modSp mod addCm modCm">
        <pc:chgData name="Shen,Cindy (MED CD&amp;O) BII-CN-S" userId="4ef3a3e4-b0d2-4b61-83e5-e05e23635ff4" providerId="ADAL" clId="{CEB54A64-F584-456E-9696-63973224CB87}" dt="2024-01-09T05:41:20.587" v="133" actId="20577"/>
        <pc:sldMkLst>
          <pc:docMk/>
          <pc:sldMk cId="617639038" sldId="2147481371"/>
        </pc:sldMkLst>
        <pc:spChg chg="mod">
          <ac:chgData name="Shen,Cindy (MED CD&amp;O) BII-CN-S" userId="4ef3a3e4-b0d2-4b61-83e5-e05e23635ff4" providerId="ADAL" clId="{CEB54A64-F584-456E-9696-63973224CB87}" dt="2024-01-09T05:41:20.587" v="133" actId="20577"/>
          <ac:spMkLst>
            <pc:docMk/>
            <pc:sldMk cId="617639038" sldId="2147481371"/>
            <ac:spMk id="157" creationId="{ABF1C8FA-24FE-4186-8317-54D0AE86DBB2}"/>
          </ac:spMkLst>
        </pc:spChg>
      </pc:sldChg>
    </pc:docChg>
  </pc:docChgLst>
  <pc:docChgLst>
    <pc:chgData name="Yuting" userId="ce8fbb54-122c-426d-b8da-fdcc5e1b5022" providerId="ADAL" clId="{D11B929A-FFF6-4625-A293-5C33AF97FF32}"/>
    <pc:docChg chg="undo custSel addSld delSld modSld sldOrd">
      <pc:chgData name="Yuting" userId="ce8fbb54-122c-426d-b8da-fdcc5e1b5022" providerId="ADAL" clId="{D11B929A-FFF6-4625-A293-5C33AF97FF32}" dt="2022-09-02T02:57:14.917" v="2551" actId="108"/>
      <pc:docMkLst>
        <pc:docMk/>
      </pc:docMkLst>
      <pc:sldChg chg="del">
        <pc:chgData name="Yuting" userId="ce8fbb54-122c-426d-b8da-fdcc5e1b5022" providerId="ADAL" clId="{D11B929A-FFF6-4625-A293-5C33AF97FF32}" dt="2022-09-01T07:51:49.990" v="47" actId="47"/>
        <pc:sldMkLst>
          <pc:docMk/>
          <pc:sldMk cId="65547136" sldId="258"/>
        </pc:sldMkLst>
      </pc:sldChg>
      <pc:sldChg chg="del">
        <pc:chgData name="Yuting" userId="ce8fbb54-122c-426d-b8da-fdcc5e1b5022" providerId="ADAL" clId="{D11B929A-FFF6-4625-A293-5C33AF97FF32}" dt="2022-09-02T01:19:59.277" v="2538" actId="47"/>
        <pc:sldMkLst>
          <pc:docMk/>
          <pc:sldMk cId="894670544" sldId="326"/>
        </pc:sldMkLst>
      </pc:sldChg>
      <pc:sldChg chg="del">
        <pc:chgData name="Yuting" userId="ce8fbb54-122c-426d-b8da-fdcc5e1b5022" providerId="ADAL" clId="{D11B929A-FFF6-4625-A293-5C33AF97FF32}" dt="2022-09-02T01:20:02.136" v="2539" actId="47"/>
        <pc:sldMkLst>
          <pc:docMk/>
          <pc:sldMk cId="4011363268" sldId="328"/>
        </pc:sldMkLst>
      </pc:sldChg>
      <pc:sldChg chg="del">
        <pc:chgData name="Yuting" userId="ce8fbb54-122c-426d-b8da-fdcc5e1b5022" providerId="ADAL" clId="{D11B929A-FFF6-4625-A293-5C33AF97FF32}" dt="2022-09-02T01:20:36.710" v="2544" actId="47"/>
        <pc:sldMkLst>
          <pc:docMk/>
          <pc:sldMk cId="4022417104" sldId="408"/>
        </pc:sldMkLst>
      </pc:sldChg>
      <pc:sldChg chg="ord">
        <pc:chgData name="Yuting" userId="ce8fbb54-122c-426d-b8da-fdcc5e1b5022" providerId="ADAL" clId="{D11B929A-FFF6-4625-A293-5C33AF97FF32}" dt="2022-09-02T01:21:08.329" v="2550"/>
        <pc:sldMkLst>
          <pc:docMk/>
          <pc:sldMk cId="1545576679" sldId="882"/>
        </pc:sldMkLst>
      </pc:sldChg>
      <pc:sldChg chg="del">
        <pc:chgData name="Yuting" userId="ce8fbb54-122c-426d-b8da-fdcc5e1b5022" providerId="ADAL" clId="{D11B929A-FFF6-4625-A293-5C33AF97FF32}" dt="2022-09-02T01:20:18.870" v="2540" actId="47"/>
        <pc:sldMkLst>
          <pc:docMk/>
          <pc:sldMk cId="4172713624" sldId="1042"/>
        </pc:sldMkLst>
      </pc:sldChg>
      <pc:sldChg chg="modSp mod">
        <pc:chgData name="Yuting" userId="ce8fbb54-122c-426d-b8da-fdcc5e1b5022" providerId="ADAL" clId="{D11B929A-FFF6-4625-A293-5C33AF97FF32}" dt="2022-09-01T07:47:44.348" v="12" actId="20577"/>
        <pc:sldMkLst>
          <pc:docMk/>
          <pc:sldMk cId="64439630" sldId="6601"/>
        </pc:sldMkLst>
        <pc:spChg chg="mod">
          <ac:chgData name="Yuting" userId="ce8fbb54-122c-426d-b8da-fdcc5e1b5022" providerId="ADAL" clId="{D11B929A-FFF6-4625-A293-5C33AF97FF32}" dt="2022-09-01T07:47:37.810" v="8" actId="20577"/>
          <ac:spMkLst>
            <pc:docMk/>
            <pc:sldMk cId="64439630" sldId="6601"/>
            <ac:spMk id="5" creationId="{00000000-0000-0000-0000-000000000000}"/>
          </ac:spMkLst>
        </pc:spChg>
        <pc:spChg chg="mod">
          <ac:chgData name="Yuting" userId="ce8fbb54-122c-426d-b8da-fdcc5e1b5022" providerId="ADAL" clId="{D11B929A-FFF6-4625-A293-5C33AF97FF32}" dt="2022-09-01T07:47:44.348" v="12" actId="20577"/>
          <ac:spMkLst>
            <pc:docMk/>
            <pc:sldMk cId="64439630" sldId="6601"/>
            <ac:spMk id="6" creationId="{00000000-0000-0000-0000-000000000000}"/>
          </ac:spMkLst>
        </pc:spChg>
      </pc:sldChg>
      <pc:sldChg chg="del">
        <pc:chgData name="Yuting" userId="ce8fbb54-122c-426d-b8da-fdcc5e1b5022" providerId="ADAL" clId="{D11B929A-FFF6-4625-A293-5C33AF97FF32}" dt="2022-09-01T09:19:08.581" v="990" actId="47"/>
        <pc:sldMkLst>
          <pc:docMk/>
          <pc:sldMk cId="2253265356" sldId="2141413456"/>
        </pc:sldMkLst>
      </pc:sldChg>
      <pc:sldChg chg="del">
        <pc:chgData name="Yuting" userId="ce8fbb54-122c-426d-b8da-fdcc5e1b5022" providerId="ADAL" clId="{D11B929A-FFF6-4625-A293-5C33AF97FF32}" dt="2022-09-02T01:20:24.151" v="2541" actId="47"/>
        <pc:sldMkLst>
          <pc:docMk/>
          <pc:sldMk cId="4267623655" sldId="2141414117"/>
        </pc:sldMkLst>
      </pc:sldChg>
      <pc:sldChg chg="del">
        <pc:chgData name="Yuting" userId="ce8fbb54-122c-426d-b8da-fdcc5e1b5022" providerId="ADAL" clId="{D11B929A-FFF6-4625-A293-5C33AF97FF32}" dt="2022-09-01T08:18:19.438" v="398" actId="47"/>
        <pc:sldMkLst>
          <pc:docMk/>
          <pc:sldMk cId="1947718487" sldId="2147377142"/>
        </pc:sldMkLst>
      </pc:sldChg>
      <pc:sldChg chg="del">
        <pc:chgData name="Yuting" userId="ce8fbb54-122c-426d-b8da-fdcc5e1b5022" providerId="ADAL" clId="{D11B929A-FFF6-4625-A293-5C33AF97FF32}" dt="2022-09-02T01:19:56.296" v="2537" actId="47"/>
        <pc:sldMkLst>
          <pc:docMk/>
          <pc:sldMk cId="3321039952" sldId="2147377143"/>
        </pc:sldMkLst>
      </pc:sldChg>
      <pc:sldChg chg="modSp add mod">
        <pc:chgData name="Yuting" userId="ce8fbb54-122c-426d-b8da-fdcc5e1b5022" providerId="ADAL" clId="{D11B929A-FFF6-4625-A293-5C33AF97FF32}" dt="2022-09-01T07:51:06.049" v="45" actId="20577"/>
        <pc:sldMkLst>
          <pc:docMk/>
          <pc:sldMk cId="1001967075" sldId="2147377159"/>
        </pc:sldMkLst>
        <pc:spChg chg="mod">
          <ac:chgData name="Yuting" userId="ce8fbb54-122c-426d-b8da-fdcc5e1b5022" providerId="ADAL" clId="{D11B929A-FFF6-4625-A293-5C33AF97FF32}" dt="2022-09-01T07:51:06.049" v="45" actId="20577"/>
          <ac:spMkLst>
            <pc:docMk/>
            <pc:sldMk cId="1001967075" sldId="2147377159"/>
            <ac:spMk id="4" creationId="{F9B88E47-A0BF-4004-846A-CFCCF7D3F419}"/>
          </ac:spMkLst>
        </pc:spChg>
      </pc:sldChg>
      <pc:sldChg chg="modSp add mod">
        <pc:chgData name="Yuting" userId="ce8fbb54-122c-426d-b8da-fdcc5e1b5022" providerId="ADAL" clId="{D11B929A-FFF6-4625-A293-5C33AF97FF32}" dt="2022-09-01T09:36:02.369" v="1441" actId="20577"/>
        <pc:sldMkLst>
          <pc:docMk/>
          <pc:sldMk cId="3766878403" sldId="2147377162"/>
        </pc:sldMkLst>
        <pc:graphicFrameChg chg="mod modGraphic">
          <ac:chgData name="Yuting" userId="ce8fbb54-122c-426d-b8da-fdcc5e1b5022" providerId="ADAL" clId="{D11B929A-FFF6-4625-A293-5C33AF97FF32}" dt="2022-09-01T09:36:02.369" v="1441" actId="20577"/>
          <ac:graphicFrameMkLst>
            <pc:docMk/>
            <pc:sldMk cId="3766878403" sldId="2147377162"/>
            <ac:graphicFrameMk id="10" creationId="{7ED29C9C-0700-480D-B788-68CBB9D31EEE}"/>
          </ac:graphicFrameMkLst>
        </pc:graphicFrameChg>
      </pc:sldChg>
      <pc:sldChg chg="ord">
        <pc:chgData name="Yuting" userId="ce8fbb54-122c-426d-b8da-fdcc5e1b5022" providerId="ADAL" clId="{D11B929A-FFF6-4625-A293-5C33AF97FF32}" dt="2022-09-02T01:21:03.945" v="2548"/>
        <pc:sldMkLst>
          <pc:docMk/>
          <pc:sldMk cId="2053426083" sldId="2147377164"/>
        </pc:sldMkLst>
      </pc:sldChg>
      <pc:sldChg chg="del">
        <pc:chgData name="Yuting" userId="ce8fbb54-122c-426d-b8da-fdcc5e1b5022" providerId="ADAL" clId="{D11B929A-FFF6-4625-A293-5C33AF97FF32}" dt="2022-09-02T01:20:29.212" v="2542" actId="47"/>
        <pc:sldMkLst>
          <pc:docMk/>
          <pc:sldMk cId="2984174710" sldId="2147377165"/>
        </pc:sldMkLst>
      </pc:sldChg>
      <pc:sldChg chg="modSp add del mod">
        <pc:chgData name="Yuting" userId="ce8fbb54-122c-426d-b8da-fdcc5e1b5022" providerId="ADAL" clId="{D11B929A-FFF6-4625-A293-5C33AF97FF32}" dt="2022-09-01T12:00:39.875" v="2083" actId="20577"/>
        <pc:sldMkLst>
          <pc:docMk/>
          <pc:sldMk cId="3074215225" sldId="2147377179"/>
        </pc:sldMkLst>
        <pc:graphicFrameChg chg="modGraphic">
          <ac:chgData name="Yuting" userId="ce8fbb54-122c-426d-b8da-fdcc5e1b5022" providerId="ADAL" clId="{D11B929A-FFF6-4625-A293-5C33AF97FF32}" dt="2022-09-01T12:00:39.875" v="2083" actId="20577"/>
          <ac:graphicFrameMkLst>
            <pc:docMk/>
            <pc:sldMk cId="3074215225" sldId="2147377179"/>
            <ac:graphicFrameMk id="9" creationId="{9451AA74-9EEC-4F3E-9EDC-4DA6C151EA9D}"/>
          </ac:graphicFrameMkLst>
        </pc:graphicFrameChg>
      </pc:sldChg>
      <pc:sldChg chg="add">
        <pc:chgData name="Yuting" userId="ce8fbb54-122c-426d-b8da-fdcc5e1b5022" providerId="ADAL" clId="{D11B929A-FFF6-4625-A293-5C33AF97FF32}" dt="2022-09-01T09:10:18.380" v="825"/>
        <pc:sldMkLst>
          <pc:docMk/>
          <pc:sldMk cId="2725685857" sldId="2147377212"/>
        </pc:sldMkLst>
      </pc:sldChg>
      <pc:sldChg chg="del">
        <pc:chgData name="Yuting" userId="ce8fbb54-122c-426d-b8da-fdcc5e1b5022" providerId="ADAL" clId="{D11B929A-FFF6-4625-A293-5C33AF97FF32}" dt="2022-09-02T01:20:32.534" v="2543" actId="47"/>
        <pc:sldMkLst>
          <pc:docMk/>
          <pc:sldMk cId="2494594408" sldId="2147377213"/>
        </pc:sldMkLst>
      </pc:sldChg>
      <pc:sldChg chg="del">
        <pc:chgData name="Yuting" userId="ce8fbb54-122c-426d-b8da-fdcc5e1b5022" providerId="ADAL" clId="{D11B929A-FFF6-4625-A293-5C33AF97FF32}" dt="2022-09-02T01:19:53.901" v="2536" actId="47"/>
        <pc:sldMkLst>
          <pc:docMk/>
          <pc:sldMk cId="2060044809" sldId="2147377220"/>
        </pc:sldMkLst>
      </pc:sldChg>
      <pc:sldChg chg="add del">
        <pc:chgData name="Yuting" userId="ce8fbb54-122c-426d-b8da-fdcc5e1b5022" providerId="ADAL" clId="{D11B929A-FFF6-4625-A293-5C33AF97FF32}" dt="2022-09-01T08:03:03.493" v="87" actId="47"/>
        <pc:sldMkLst>
          <pc:docMk/>
          <pc:sldMk cId="4064689746" sldId="2147377223"/>
        </pc:sldMkLst>
      </pc:sldChg>
      <pc:sldChg chg="del">
        <pc:chgData name="Yuting" userId="ce8fbb54-122c-426d-b8da-fdcc5e1b5022" providerId="ADAL" clId="{D11B929A-FFF6-4625-A293-5C33AF97FF32}" dt="2022-09-01T08:03:06.928" v="88" actId="47"/>
        <pc:sldMkLst>
          <pc:docMk/>
          <pc:sldMk cId="4244351776" sldId="2147377224"/>
        </pc:sldMkLst>
      </pc:sldChg>
      <pc:sldChg chg="del">
        <pc:chgData name="Yuting" userId="ce8fbb54-122c-426d-b8da-fdcc5e1b5022" providerId="ADAL" clId="{D11B929A-FFF6-4625-A293-5C33AF97FF32}" dt="2022-09-01T07:50:27.544" v="43" actId="47"/>
        <pc:sldMkLst>
          <pc:docMk/>
          <pc:sldMk cId="379566639" sldId="2147377238"/>
        </pc:sldMkLst>
      </pc:sldChg>
      <pc:sldChg chg="del">
        <pc:chgData name="Yuting" userId="ce8fbb54-122c-426d-b8da-fdcc5e1b5022" providerId="ADAL" clId="{D11B929A-FFF6-4625-A293-5C33AF97FF32}" dt="2022-09-01T09:20:56.057" v="993" actId="47"/>
        <pc:sldMkLst>
          <pc:docMk/>
          <pc:sldMk cId="1316904003" sldId="2147377240"/>
        </pc:sldMkLst>
      </pc:sldChg>
      <pc:sldChg chg="del">
        <pc:chgData name="Yuting" userId="ce8fbb54-122c-426d-b8da-fdcc5e1b5022" providerId="ADAL" clId="{D11B929A-FFF6-4625-A293-5C33AF97FF32}" dt="2022-09-02T01:20:56.586" v="2545" actId="47"/>
        <pc:sldMkLst>
          <pc:docMk/>
          <pc:sldMk cId="1816056523" sldId="2147377242"/>
        </pc:sldMkLst>
      </pc:sldChg>
      <pc:sldChg chg="del">
        <pc:chgData name="Yuting" userId="ce8fbb54-122c-426d-b8da-fdcc5e1b5022" providerId="ADAL" clId="{D11B929A-FFF6-4625-A293-5C33AF97FF32}" dt="2022-09-02T01:20:59.542" v="2546" actId="47"/>
        <pc:sldMkLst>
          <pc:docMk/>
          <pc:sldMk cId="2025189111" sldId="2147377243"/>
        </pc:sldMkLst>
      </pc:sldChg>
      <pc:sldChg chg="del">
        <pc:chgData name="Yuting" userId="ce8fbb54-122c-426d-b8da-fdcc5e1b5022" providerId="ADAL" clId="{D11B929A-FFF6-4625-A293-5C33AF97FF32}" dt="2022-09-01T07:48:05.231" v="14" actId="47"/>
        <pc:sldMkLst>
          <pc:docMk/>
          <pc:sldMk cId="2280178032" sldId="2147377244"/>
        </pc:sldMkLst>
      </pc:sldChg>
      <pc:sldChg chg="add">
        <pc:chgData name="Yuting" userId="ce8fbb54-122c-426d-b8da-fdcc5e1b5022" providerId="ADAL" clId="{D11B929A-FFF6-4625-A293-5C33AF97FF32}" dt="2022-09-01T08:18:15.701" v="397"/>
        <pc:sldMkLst>
          <pc:docMk/>
          <pc:sldMk cId="2433502477" sldId="2147377244"/>
        </pc:sldMkLst>
      </pc:sldChg>
      <pc:sldChg chg="del">
        <pc:chgData name="Yuting" userId="ce8fbb54-122c-426d-b8da-fdcc5e1b5022" providerId="ADAL" clId="{D11B929A-FFF6-4625-A293-5C33AF97FF32}" dt="2022-09-01T07:51:42.704" v="46" actId="47"/>
        <pc:sldMkLst>
          <pc:docMk/>
          <pc:sldMk cId="379437175" sldId="2147377245"/>
        </pc:sldMkLst>
      </pc:sldChg>
      <pc:sldChg chg="del">
        <pc:chgData name="Yuting" userId="ce8fbb54-122c-426d-b8da-fdcc5e1b5022" providerId="ADAL" clId="{D11B929A-FFF6-4625-A293-5C33AF97FF32}" dt="2022-09-01T07:52:08.787" v="51" actId="47"/>
        <pc:sldMkLst>
          <pc:docMk/>
          <pc:sldMk cId="284499060" sldId="2147377246"/>
        </pc:sldMkLst>
      </pc:sldChg>
      <pc:sldChg chg="modSp del mod">
        <pc:chgData name="Yuting" userId="ce8fbb54-122c-426d-b8da-fdcc5e1b5022" providerId="ADAL" clId="{D11B929A-FFF6-4625-A293-5C33AF97FF32}" dt="2022-09-01T07:58:29.543" v="58" actId="47"/>
        <pc:sldMkLst>
          <pc:docMk/>
          <pc:sldMk cId="2198430693" sldId="2147377247"/>
        </pc:sldMkLst>
        <pc:grpChg chg="mod">
          <ac:chgData name="Yuting" userId="ce8fbb54-122c-426d-b8da-fdcc5e1b5022" providerId="ADAL" clId="{D11B929A-FFF6-4625-A293-5C33AF97FF32}" dt="2022-09-01T07:58:11.247" v="56" actId="1076"/>
          <ac:grpSpMkLst>
            <pc:docMk/>
            <pc:sldMk cId="2198430693" sldId="2147377247"/>
            <ac:grpSpMk id="71" creationId="{00000000-0000-0000-0000-000000000000}"/>
          </ac:grpSpMkLst>
        </pc:grpChg>
      </pc:sldChg>
      <pc:sldChg chg="del">
        <pc:chgData name="Yuting" userId="ce8fbb54-122c-426d-b8da-fdcc5e1b5022" providerId="ADAL" clId="{D11B929A-FFF6-4625-A293-5C33AF97FF32}" dt="2022-09-01T08:04:21.532" v="92" actId="47"/>
        <pc:sldMkLst>
          <pc:docMk/>
          <pc:sldMk cId="1677600892" sldId="2147377248"/>
        </pc:sldMkLst>
      </pc:sldChg>
      <pc:sldChg chg="modSp del mod">
        <pc:chgData name="Yuting" userId="ce8fbb54-122c-426d-b8da-fdcc5e1b5022" providerId="ADAL" clId="{D11B929A-FFF6-4625-A293-5C33AF97FF32}" dt="2022-09-01T08:17:16.434" v="364" actId="47"/>
        <pc:sldMkLst>
          <pc:docMk/>
          <pc:sldMk cId="9089532" sldId="2147377249"/>
        </pc:sldMkLst>
        <pc:spChg chg="mod">
          <ac:chgData name="Yuting" userId="ce8fbb54-122c-426d-b8da-fdcc5e1b5022" providerId="ADAL" clId="{D11B929A-FFF6-4625-A293-5C33AF97FF32}" dt="2022-09-01T08:11:34.550" v="227" actId="20577"/>
          <ac:spMkLst>
            <pc:docMk/>
            <pc:sldMk cId="9089532" sldId="2147377249"/>
            <ac:spMk id="75" creationId="{23E443ED-C91E-4425-963C-DB47A7F0B19C}"/>
          </ac:spMkLst>
        </pc:spChg>
      </pc:sldChg>
      <pc:sldChg chg="del">
        <pc:chgData name="Yuting" userId="ce8fbb54-122c-426d-b8da-fdcc5e1b5022" providerId="ADAL" clId="{D11B929A-FFF6-4625-A293-5C33AF97FF32}" dt="2022-09-01T09:33:28.242" v="1416" actId="47"/>
        <pc:sldMkLst>
          <pc:docMk/>
          <pc:sldMk cId="3772673125" sldId="2147377250"/>
        </pc:sldMkLst>
      </pc:sldChg>
      <pc:sldChg chg="del">
        <pc:chgData name="Yuting" userId="ce8fbb54-122c-426d-b8da-fdcc5e1b5022" providerId="ADAL" clId="{D11B929A-FFF6-4625-A293-5C33AF97FF32}" dt="2022-09-01T09:32:18.575" v="1411" actId="47"/>
        <pc:sldMkLst>
          <pc:docMk/>
          <pc:sldMk cId="1616446884" sldId="2147377253"/>
        </pc:sldMkLst>
      </pc:sldChg>
      <pc:sldChg chg="del">
        <pc:chgData name="Yuting" userId="ce8fbb54-122c-426d-b8da-fdcc5e1b5022" providerId="ADAL" clId="{D11B929A-FFF6-4625-A293-5C33AF97FF32}" dt="2022-09-01T07:51:52.870" v="48" actId="47"/>
        <pc:sldMkLst>
          <pc:docMk/>
          <pc:sldMk cId="41387554" sldId="2147377254"/>
        </pc:sldMkLst>
      </pc:sldChg>
      <pc:sldChg chg="modSp add del mod">
        <pc:chgData name="Yuting" userId="ce8fbb54-122c-426d-b8da-fdcc5e1b5022" providerId="ADAL" clId="{D11B929A-FFF6-4625-A293-5C33AF97FF32}" dt="2022-09-01T12:02:27.414" v="2105" actId="6549"/>
        <pc:sldMkLst>
          <pc:docMk/>
          <pc:sldMk cId="1066976053" sldId="2147377257"/>
        </pc:sldMkLst>
        <pc:graphicFrameChg chg="modGraphic">
          <ac:chgData name="Yuting" userId="ce8fbb54-122c-426d-b8da-fdcc5e1b5022" providerId="ADAL" clId="{D11B929A-FFF6-4625-A293-5C33AF97FF32}" dt="2022-09-01T12:02:27.414" v="2105" actId="6549"/>
          <ac:graphicFrameMkLst>
            <pc:docMk/>
            <pc:sldMk cId="1066976053" sldId="2147377257"/>
            <ac:graphicFrameMk id="9" creationId="{9451AA74-9EEC-4F3E-9EDC-4DA6C151EA9D}"/>
          </ac:graphicFrameMkLst>
        </pc:graphicFrameChg>
      </pc:sldChg>
      <pc:sldChg chg="delSp del mod modCm">
        <pc:chgData name="Yuting" userId="ce8fbb54-122c-426d-b8da-fdcc5e1b5022" providerId="ADAL" clId="{D11B929A-FFF6-4625-A293-5C33AF97FF32}" dt="2022-09-01T09:32:59.392" v="1414" actId="47"/>
        <pc:sldMkLst>
          <pc:docMk/>
          <pc:sldMk cId="3464918044" sldId="2147377260"/>
        </pc:sldMkLst>
        <pc:spChg chg="del">
          <ac:chgData name="Yuting" userId="ce8fbb54-122c-426d-b8da-fdcc5e1b5022" providerId="ADAL" clId="{D11B929A-FFF6-4625-A293-5C33AF97FF32}" dt="2022-09-01T09:32:51.773" v="1412" actId="478"/>
          <ac:spMkLst>
            <pc:docMk/>
            <pc:sldMk cId="3464918044" sldId="2147377260"/>
            <ac:spMk id="52" creationId="{C37AB0AB-396A-4A09-A640-7C9D33588A3C}"/>
          </ac:spMkLst>
        </pc:spChg>
      </pc:sldChg>
      <pc:sldChg chg="del">
        <pc:chgData name="Yuting" userId="ce8fbb54-122c-426d-b8da-fdcc5e1b5022" providerId="ADAL" clId="{D11B929A-FFF6-4625-A293-5C33AF97FF32}" dt="2022-09-01T08:18:22.421" v="399" actId="47"/>
        <pc:sldMkLst>
          <pc:docMk/>
          <pc:sldMk cId="3650149535" sldId="2147377261"/>
        </pc:sldMkLst>
      </pc:sldChg>
      <pc:sldChg chg="add">
        <pc:chgData name="Yuting" userId="ce8fbb54-122c-426d-b8da-fdcc5e1b5022" providerId="ADAL" clId="{D11B929A-FFF6-4625-A293-5C33AF97FF32}" dt="2022-09-01T07:50:24.686" v="42"/>
        <pc:sldMkLst>
          <pc:docMk/>
          <pc:sldMk cId="2334302692" sldId="2147377262"/>
        </pc:sldMkLst>
      </pc:sldChg>
      <pc:sldChg chg="addSp delSp modSp add mod">
        <pc:chgData name="Yuting" userId="ce8fbb54-122c-426d-b8da-fdcc5e1b5022" providerId="ADAL" clId="{D11B929A-FFF6-4625-A293-5C33AF97FF32}" dt="2022-09-02T01:18:06.976" v="2535" actId="1076"/>
        <pc:sldMkLst>
          <pc:docMk/>
          <pc:sldMk cId="2654846512" sldId="2147377280"/>
        </pc:sldMkLst>
        <pc:spChg chg="mod">
          <ac:chgData name="Yuting" userId="ce8fbb54-122c-426d-b8da-fdcc5e1b5022" providerId="ADAL" clId="{D11B929A-FFF6-4625-A293-5C33AF97FF32}" dt="2022-09-01T07:52:03.870" v="50" actId="27636"/>
          <ac:spMkLst>
            <pc:docMk/>
            <pc:sldMk cId="2654846512" sldId="2147377280"/>
            <ac:spMk id="3"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47" creationId="{A1E70551-578A-4B35-ACAC-04BA6E603952}"/>
          </ac:spMkLst>
        </pc:spChg>
        <pc:spChg chg="mod">
          <ac:chgData name="Yuting" userId="ce8fbb54-122c-426d-b8da-fdcc5e1b5022" providerId="ADAL" clId="{D11B929A-FFF6-4625-A293-5C33AF97FF32}" dt="2022-09-01T12:16:37.170" v="2495" actId="1035"/>
          <ac:spMkLst>
            <pc:docMk/>
            <pc:sldMk cId="2654846512" sldId="2147377280"/>
            <ac:spMk id="64"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65" creationId="{B4E8BEE0-0EB3-40D8-9AA2-B2BC6D502A8C}"/>
          </ac:spMkLst>
        </pc:spChg>
        <pc:spChg chg="mod">
          <ac:chgData name="Yuting" userId="ce8fbb54-122c-426d-b8da-fdcc5e1b5022" providerId="ADAL" clId="{D11B929A-FFF6-4625-A293-5C33AF97FF32}" dt="2022-09-01T12:16:37.170" v="2495" actId="1035"/>
          <ac:spMkLst>
            <pc:docMk/>
            <pc:sldMk cId="2654846512" sldId="2147377280"/>
            <ac:spMk id="68"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78" creationId="{B361C849-6669-4EC4-A9AD-EB1BCC463147}"/>
          </ac:spMkLst>
        </pc:spChg>
        <pc:spChg chg="mod">
          <ac:chgData name="Yuting" userId="ce8fbb54-122c-426d-b8da-fdcc5e1b5022" providerId="ADAL" clId="{D11B929A-FFF6-4625-A293-5C33AF97FF32}" dt="2022-09-01T12:16:37.170" v="2495" actId="1035"/>
          <ac:spMkLst>
            <pc:docMk/>
            <pc:sldMk cId="2654846512" sldId="2147377280"/>
            <ac:spMk id="79" creationId="{B361C849-6669-4EC4-A9AD-EB1BCC463147}"/>
          </ac:spMkLst>
        </pc:spChg>
        <pc:spChg chg="mod">
          <ac:chgData name="Yuting" userId="ce8fbb54-122c-426d-b8da-fdcc5e1b5022" providerId="ADAL" clId="{D11B929A-FFF6-4625-A293-5C33AF97FF32}" dt="2022-09-01T12:16:37.170" v="2495" actId="1035"/>
          <ac:spMkLst>
            <pc:docMk/>
            <pc:sldMk cId="2654846512" sldId="2147377280"/>
            <ac:spMk id="99" creationId="{00000000-0000-0000-0000-000000000000}"/>
          </ac:spMkLst>
        </pc:spChg>
        <pc:spChg chg="mod">
          <ac:chgData name="Yuting" userId="ce8fbb54-122c-426d-b8da-fdcc5e1b5022" providerId="ADAL" clId="{D11B929A-FFF6-4625-A293-5C33AF97FF32}" dt="2022-09-01T12:16:48.335" v="2497" actId="1076"/>
          <ac:spMkLst>
            <pc:docMk/>
            <pc:sldMk cId="2654846512" sldId="2147377280"/>
            <ac:spMk id="100" creationId="{9224C17E-1AA1-4096-A3FD-25D6FD8BA444}"/>
          </ac:spMkLst>
        </pc:spChg>
        <pc:spChg chg="mod">
          <ac:chgData name="Yuting" userId="ce8fbb54-122c-426d-b8da-fdcc5e1b5022" providerId="ADAL" clId="{D11B929A-FFF6-4625-A293-5C33AF97FF32}" dt="2022-09-01T12:16:37.170" v="2495" actId="1035"/>
          <ac:spMkLst>
            <pc:docMk/>
            <pc:sldMk cId="2654846512" sldId="2147377280"/>
            <ac:spMk id="101" creationId="{B361C849-6669-4EC4-A9AD-EB1BCC463147}"/>
          </ac:spMkLst>
        </pc:spChg>
        <pc:spChg chg="mod">
          <ac:chgData name="Yuting" userId="ce8fbb54-122c-426d-b8da-fdcc5e1b5022" providerId="ADAL" clId="{D11B929A-FFF6-4625-A293-5C33AF97FF32}" dt="2022-09-01T12:16:37.170" v="2495" actId="1035"/>
          <ac:spMkLst>
            <pc:docMk/>
            <pc:sldMk cId="2654846512" sldId="2147377280"/>
            <ac:spMk id="130" creationId="{BB8CA441-CAF3-49DE-9132-10328C7407DA}"/>
          </ac:spMkLst>
        </pc:spChg>
        <pc:spChg chg="mod">
          <ac:chgData name="Yuting" userId="ce8fbb54-122c-426d-b8da-fdcc5e1b5022" providerId="ADAL" clId="{D11B929A-FFF6-4625-A293-5C33AF97FF32}" dt="2022-09-01T12:16:37.170" v="2495" actId="1035"/>
          <ac:spMkLst>
            <pc:docMk/>
            <pc:sldMk cId="2654846512" sldId="2147377280"/>
            <ac:spMk id="132" creationId="{9224C17E-1AA1-4096-A3FD-25D6FD8BA444}"/>
          </ac:spMkLst>
        </pc:spChg>
        <pc:spChg chg="mod">
          <ac:chgData name="Yuting" userId="ce8fbb54-122c-426d-b8da-fdcc5e1b5022" providerId="ADAL" clId="{D11B929A-FFF6-4625-A293-5C33AF97FF32}" dt="2022-09-01T12:16:44.247" v="2496" actId="1076"/>
          <ac:spMkLst>
            <pc:docMk/>
            <pc:sldMk cId="2654846512" sldId="2147377280"/>
            <ac:spMk id="134"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135"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138" creationId="{A0625694-4FCE-4EE7-92E6-C9D58783651F}"/>
          </ac:spMkLst>
        </pc:spChg>
        <pc:spChg chg="mod">
          <ac:chgData name="Yuting" userId="ce8fbb54-122c-426d-b8da-fdcc5e1b5022" providerId="ADAL" clId="{D11B929A-FFF6-4625-A293-5C33AF97FF32}" dt="2022-09-01T12:16:37.170" v="2495" actId="1035"/>
          <ac:spMkLst>
            <pc:docMk/>
            <pc:sldMk cId="2654846512" sldId="2147377280"/>
            <ac:spMk id="146"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147" creationId="{00000000-0000-0000-0000-000000000000}"/>
          </ac:spMkLst>
        </pc:spChg>
        <pc:spChg chg="mod">
          <ac:chgData name="Yuting" userId="ce8fbb54-122c-426d-b8da-fdcc5e1b5022" providerId="ADAL" clId="{D11B929A-FFF6-4625-A293-5C33AF97FF32}" dt="2022-09-01T12:16:37.170" v="2495" actId="1035"/>
          <ac:spMkLst>
            <pc:docMk/>
            <pc:sldMk cId="2654846512" sldId="2147377280"/>
            <ac:spMk id="168" creationId="{292D059F-1772-4A1B-A880-182E2E12EAEF}"/>
          </ac:spMkLst>
        </pc:spChg>
        <pc:spChg chg="del mod">
          <ac:chgData name="Yuting" userId="ce8fbb54-122c-426d-b8da-fdcc5e1b5022" providerId="ADAL" clId="{D11B929A-FFF6-4625-A293-5C33AF97FF32}" dt="2022-09-01T07:53:05.937" v="55" actId="478"/>
          <ac:spMkLst>
            <pc:docMk/>
            <pc:sldMk cId="2654846512" sldId="2147377280"/>
            <ac:spMk id="178" creationId="{028381EB-A3B2-4E56-92CC-F1B8B418A083}"/>
          </ac:spMkLst>
        </pc:spChg>
        <pc:spChg chg="add mod">
          <ac:chgData name="Yuting" userId="ce8fbb54-122c-426d-b8da-fdcc5e1b5022" providerId="ADAL" clId="{D11B929A-FFF6-4625-A293-5C33AF97FF32}" dt="2022-09-02T01:18:06.976" v="2535" actId="1076"/>
          <ac:spMkLst>
            <pc:docMk/>
            <pc:sldMk cId="2654846512" sldId="2147377280"/>
            <ac:spMk id="178" creationId="{C8A141E8-3A7E-477A-B6F1-59F3BCA948DD}"/>
          </ac:spMkLst>
        </pc:spChg>
        <pc:spChg chg="mod">
          <ac:chgData name="Yuting" userId="ce8fbb54-122c-426d-b8da-fdcc5e1b5022" providerId="ADAL" clId="{D11B929A-FFF6-4625-A293-5C33AF97FF32}" dt="2022-09-01T12:18:17.213" v="2521" actId="20577"/>
          <ac:spMkLst>
            <pc:docMk/>
            <pc:sldMk cId="2654846512" sldId="2147377280"/>
            <ac:spMk id="179" creationId="{76B2B073-55B9-489E-9DB2-DE54D32D033F}"/>
          </ac:spMkLst>
        </pc:spChg>
        <pc:spChg chg="mod">
          <ac:chgData name="Yuting" userId="ce8fbb54-122c-426d-b8da-fdcc5e1b5022" providerId="ADAL" clId="{D11B929A-FFF6-4625-A293-5C33AF97FF32}" dt="2022-09-01T12:16:37.170" v="2495" actId="1035"/>
          <ac:spMkLst>
            <pc:docMk/>
            <pc:sldMk cId="2654846512" sldId="2147377280"/>
            <ac:spMk id="195" creationId="{A1E70551-578A-4B35-ACAC-04BA6E603952}"/>
          </ac:spMkLst>
        </pc:spChg>
        <pc:spChg chg="mod">
          <ac:chgData name="Yuting" userId="ce8fbb54-122c-426d-b8da-fdcc5e1b5022" providerId="ADAL" clId="{D11B929A-FFF6-4625-A293-5C33AF97FF32}" dt="2022-09-01T12:16:37.170" v="2495" actId="1035"/>
          <ac:spMkLst>
            <pc:docMk/>
            <pc:sldMk cId="2654846512" sldId="2147377280"/>
            <ac:spMk id="197" creationId="{B4E8BEE0-0EB3-40D8-9AA2-B2BC6D502A8C}"/>
          </ac:spMkLst>
        </pc:spChg>
        <pc:spChg chg="mod">
          <ac:chgData name="Yuting" userId="ce8fbb54-122c-426d-b8da-fdcc5e1b5022" providerId="ADAL" clId="{D11B929A-FFF6-4625-A293-5C33AF97FF32}" dt="2022-09-01T12:16:37.170" v="2495" actId="1035"/>
          <ac:spMkLst>
            <pc:docMk/>
            <pc:sldMk cId="2654846512" sldId="2147377280"/>
            <ac:spMk id="198" creationId="{9224C17E-1AA1-4096-A3FD-25D6FD8BA444}"/>
          </ac:spMkLst>
        </pc:spChg>
        <pc:spChg chg="mod">
          <ac:chgData name="Yuting" userId="ce8fbb54-122c-426d-b8da-fdcc5e1b5022" providerId="ADAL" clId="{D11B929A-FFF6-4625-A293-5C33AF97FF32}" dt="2022-09-01T12:17:55.822" v="2508" actId="1076"/>
          <ac:spMkLst>
            <pc:docMk/>
            <pc:sldMk cId="2654846512" sldId="2147377280"/>
            <ac:spMk id="199" creationId="{DE8426D0-DBCD-411D-84CA-6081F983A578}"/>
          </ac:spMkLst>
        </pc:spChg>
        <pc:spChg chg="mod">
          <ac:chgData name="Yuting" userId="ce8fbb54-122c-426d-b8da-fdcc5e1b5022" providerId="ADAL" clId="{D11B929A-FFF6-4625-A293-5C33AF97FF32}" dt="2022-09-01T12:16:37.170" v="2495" actId="1035"/>
          <ac:spMkLst>
            <pc:docMk/>
            <pc:sldMk cId="2654846512" sldId="2147377280"/>
            <ac:spMk id="200" creationId="{B361C849-6669-4EC4-A9AD-EB1BCC463147}"/>
          </ac:spMkLst>
        </pc:spChg>
        <pc:spChg chg="mod">
          <ac:chgData name="Yuting" userId="ce8fbb54-122c-426d-b8da-fdcc5e1b5022" providerId="ADAL" clId="{D11B929A-FFF6-4625-A293-5C33AF97FF32}" dt="2022-09-01T12:16:37.170" v="2495" actId="1035"/>
          <ac:spMkLst>
            <pc:docMk/>
            <pc:sldMk cId="2654846512" sldId="2147377280"/>
            <ac:spMk id="202" creationId="{9224C17E-1AA1-4096-A3FD-25D6FD8BA444}"/>
          </ac:spMkLst>
        </pc:spChg>
        <pc:spChg chg="mod">
          <ac:chgData name="Yuting" userId="ce8fbb54-122c-426d-b8da-fdcc5e1b5022" providerId="ADAL" clId="{D11B929A-FFF6-4625-A293-5C33AF97FF32}" dt="2022-09-01T12:16:37.170" v="2495" actId="1035"/>
          <ac:spMkLst>
            <pc:docMk/>
            <pc:sldMk cId="2654846512" sldId="2147377280"/>
            <ac:spMk id="203" creationId="{B361C849-6669-4EC4-A9AD-EB1BCC463147}"/>
          </ac:spMkLst>
        </pc:spChg>
        <pc:spChg chg="mod">
          <ac:chgData name="Yuting" userId="ce8fbb54-122c-426d-b8da-fdcc5e1b5022" providerId="ADAL" clId="{D11B929A-FFF6-4625-A293-5C33AF97FF32}" dt="2022-09-01T12:16:37.170" v="2495" actId="1035"/>
          <ac:spMkLst>
            <pc:docMk/>
            <pc:sldMk cId="2654846512" sldId="2147377280"/>
            <ac:spMk id="204" creationId="{9224C17E-1AA1-4096-A3FD-25D6FD8BA444}"/>
          </ac:spMkLst>
        </pc:spChg>
        <pc:spChg chg="mod">
          <ac:chgData name="Yuting" userId="ce8fbb54-122c-426d-b8da-fdcc5e1b5022" providerId="ADAL" clId="{D11B929A-FFF6-4625-A293-5C33AF97FF32}" dt="2022-09-01T12:16:37.170" v="2495" actId="1035"/>
          <ac:spMkLst>
            <pc:docMk/>
            <pc:sldMk cId="2654846512" sldId="2147377280"/>
            <ac:spMk id="205" creationId="{B361C849-6669-4EC4-A9AD-EB1BCC463147}"/>
          </ac:spMkLst>
        </pc:spChg>
        <pc:cxnChg chg="mod">
          <ac:chgData name="Yuting" userId="ce8fbb54-122c-426d-b8da-fdcc5e1b5022" providerId="ADAL" clId="{D11B929A-FFF6-4625-A293-5C33AF97FF32}" dt="2022-09-01T12:16:37.170" v="2495" actId="1035"/>
          <ac:cxnSpMkLst>
            <pc:docMk/>
            <pc:sldMk cId="2654846512" sldId="2147377280"/>
            <ac:cxnSpMk id="131" creationId="{9C165100-0114-4167-8FF0-BFF01B293D04}"/>
          </ac:cxnSpMkLst>
        </pc:cxnChg>
      </pc:sldChg>
      <pc:sldChg chg="addSp delSp modSp add mod">
        <pc:chgData name="Yuting" userId="ce8fbb54-122c-426d-b8da-fdcc5e1b5022" providerId="ADAL" clId="{D11B929A-FFF6-4625-A293-5C33AF97FF32}" dt="2022-09-01T08:02:12.516" v="83" actId="20577"/>
        <pc:sldMkLst>
          <pc:docMk/>
          <pc:sldMk cId="779076496" sldId="2147377281"/>
        </pc:sldMkLst>
        <pc:spChg chg="mod">
          <ac:chgData name="Yuting" userId="ce8fbb54-122c-426d-b8da-fdcc5e1b5022" providerId="ADAL" clId="{D11B929A-FFF6-4625-A293-5C33AF97FF32}" dt="2022-09-01T08:02:08.256" v="81" actId="1076"/>
          <ac:spMkLst>
            <pc:docMk/>
            <pc:sldMk cId="779076496" sldId="2147377281"/>
            <ac:spMk id="24" creationId="{40B19720-78B7-4EAB-8F8F-C41238584220}"/>
          </ac:spMkLst>
        </pc:spChg>
        <pc:spChg chg="mod">
          <ac:chgData name="Yuting" userId="ce8fbb54-122c-426d-b8da-fdcc5e1b5022" providerId="ADAL" clId="{D11B929A-FFF6-4625-A293-5C33AF97FF32}" dt="2022-09-01T08:02:12.516" v="83" actId="20577"/>
          <ac:spMkLst>
            <pc:docMk/>
            <pc:sldMk cId="779076496" sldId="2147377281"/>
            <ac:spMk id="41" creationId="{80672632-5059-4D01-BB59-096554D9CD3A}"/>
          </ac:spMkLst>
        </pc:spChg>
        <pc:spChg chg="mod">
          <ac:chgData name="Yuting" userId="ce8fbb54-122c-426d-b8da-fdcc5e1b5022" providerId="ADAL" clId="{D11B929A-FFF6-4625-A293-5C33AF97FF32}" dt="2022-09-01T07:58:48.361" v="59" actId="1076"/>
          <ac:spMkLst>
            <pc:docMk/>
            <pc:sldMk cId="779076496" sldId="2147377281"/>
            <ac:spMk id="88" creationId="{9224C17E-1AA1-4096-A3FD-25D6FD8BA444}"/>
          </ac:spMkLst>
        </pc:spChg>
        <pc:picChg chg="add mod">
          <ac:chgData name="Yuting" userId="ce8fbb54-122c-426d-b8da-fdcc5e1b5022" providerId="ADAL" clId="{D11B929A-FFF6-4625-A293-5C33AF97FF32}" dt="2022-09-01T07:58:56.847" v="61"/>
          <ac:picMkLst>
            <pc:docMk/>
            <pc:sldMk cId="779076496" sldId="2147377281"/>
            <ac:picMk id="36" creationId="{3C040EE0-2D00-4729-851A-FE0F06252199}"/>
          </ac:picMkLst>
        </pc:picChg>
        <pc:picChg chg="del">
          <ac:chgData name="Yuting" userId="ce8fbb54-122c-426d-b8da-fdcc5e1b5022" providerId="ADAL" clId="{D11B929A-FFF6-4625-A293-5C33AF97FF32}" dt="2022-09-01T07:58:59.581" v="62" actId="478"/>
          <ac:picMkLst>
            <pc:docMk/>
            <pc:sldMk cId="779076496" sldId="2147377281"/>
            <ac:picMk id="37" creationId="{9AEFC3D7-1C75-41B1-9C5D-FC99F32D816A}"/>
          </ac:picMkLst>
        </pc:picChg>
        <pc:cxnChg chg="mod">
          <ac:chgData name="Yuting" userId="ce8fbb54-122c-426d-b8da-fdcc5e1b5022" providerId="ADAL" clId="{D11B929A-FFF6-4625-A293-5C33AF97FF32}" dt="2022-09-01T07:58:50.095" v="60" actId="1076"/>
          <ac:cxnSpMkLst>
            <pc:docMk/>
            <pc:sldMk cId="779076496" sldId="2147377281"/>
            <ac:cxnSpMk id="87" creationId="{9C165100-0114-4167-8FF0-BFF01B293D04}"/>
          </ac:cxnSpMkLst>
        </pc:cxnChg>
      </pc:sldChg>
      <pc:sldChg chg="add mod modShow">
        <pc:chgData name="Yuting" userId="ce8fbb54-122c-426d-b8da-fdcc5e1b5022" providerId="ADAL" clId="{D11B929A-FFF6-4625-A293-5C33AF97FF32}" dt="2022-09-01T08:03:29.363" v="90" actId="729"/>
        <pc:sldMkLst>
          <pc:docMk/>
          <pc:sldMk cId="2159026764" sldId="2147377282"/>
        </pc:sldMkLst>
      </pc:sldChg>
      <pc:sldChg chg="add mod modShow">
        <pc:chgData name="Yuting" userId="ce8fbb54-122c-426d-b8da-fdcc5e1b5022" providerId="ADAL" clId="{D11B929A-FFF6-4625-A293-5C33AF97FF32}" dt="2022-09-01T08:03:29.363" v="90" actId="729"/>
        <pc:sldMkLst>
          <pc:docMk/>
          <pc:sldMk cId="2444892830" sldId="2147377283"/>
        </pc:sldMkLst>
      </pc:sldChg>
      <pc:sldChg chg="addSp delSp modSp add mod">
        <pc:chgData name="Yuting" userId="ce8fbb54-122c-426d-b8da-fdcc5e1b5022" providerId="ADAL" clId="{D11B929A-FFF6-4625-A293-5C33AF97FF32}" dt="2022-09-01T08:16:51.632" v="362" actId="14100"/>
        <pc:sldMkLst>
          <pc:docMk/>
          <pc:sldMk cId="3687726199" sldId="2147377284"/>
        </pc:sldMkLst>
        <pc:spChg chg="mod">
          <ac:chgData name="Yuting" userId="ce8fbb54-122c-426d-b8da-fdcc5e1b5022" providerId="ADAL" clId="{D11B929A-FFF6-4625-A293-5C33AF97FF32}" dt="2022-09-01T08:07:15.326" v="161" actId="20577"/>
          <ac:spMkLst>
            <pc:docMk/>
            <pc:sldMk cId="3687726199" sldId="2147377284"/>
            <ac:spMk id="6" creationId="{25E9B149-D572-4CFE-AEEE-BB1C81F2D0A9}"/>
          </ac:spMkLst>
        </pc:spChg>
        <pc:spChg chg="mod">
          <ac:chgData name="Yuting" userId="ce8fbb54-122c-426d-b8da-fdcc5e1b5022" providerId="ADAL" clId="{D11B929A-FFF6-4625-A293-5C33AF97FF32}" dt="2022-09-01T08:05:39.215" v="113" actId="1035"/>
          <ac:spMkLst>
            <pc:docMk/>
            <pc:sldMk cId="3687726199" sldId="2147377284"/>
            <ac:spMk id="60" creationId="{483FC877-8C65-4FBB-8C5D-A8342A749CC1}"/>
          </ac:spMkLst>
        </pc:spChg>
        <pc:spChg chg="mod">
          <ac:chgData name="Yuting" userId="ce8fbb54-122c-426d-b8da-fdcc5e1b5022" providerId="ADAL" clId="{D11B929A-FFF6-4625-A293-5C33AF97FF32}" dt="2022-09-01T08:07:52.711" v="164" actId="12789"/>
          <ac:spMkLst>
            <pc:docMk/>
            <pc:sldMk cId="3687726199" sldId="2147377284"/>
            <ac:spMk id="94" creationId="{7A7730AB-6B83-4003-BB2F-DECBF03BBDB4}"/>
          </ac:spMkLst>
        </pc:spChg>
        <pc:spChg chg="mod">
          <ac:chgData name="Yuting" userId="ce8fbb54-122c-426d-b8da-fdcc5e1b5022" providerId="ADAL" clId="{D11B929A-FFF6-4625-A293-5C33AF97FF32}" dt="2022-09-01T08:16:51.632" v="362" actId="14100"/>
          <ac:spMkLst>
            <pc:docMk/>
            <pc:sldMk cId="3687726199" sldId="2147377284"/>
            <ac:spMk id="107" creationId="{7DDA071E-5F80-4527-AE47-F1E7B2DC2A5B}"/>
          </ac:spMkLst>
        </pc:spChg>
        <pc:spChg chg="mod">
          <ac:chgData name="Yuting" userId="ce8fbb54-122c-426d-b8da-fdcc5e1b5022" providerId="ADAL" clId="{D11B929A-FFF6-4625-A293-5C33AF97FF32}" dt="2022-09-01T08:09:30.141" v="171" actId="20577"/>
          <ac:spMkLst>
            <pc:docMk/>
            <pc:sldMk cId="3687726199" sldId="2147377284"/>
            <ac:spMk id="112" creationId="{CDDFBC10-5039-43BE-B299-4CCE39575600}"/>
          </ac:spMkLst>
        </pc:spChg>
        <pc:spChg chg="mod">
          <ac:chgData name="Yuting" userId="ce8fbb54-122c-426d-b8da-fdcc5e1b5022" providerId="ADAL" clId="{D11B929A-FFF6-4625-A293-5C33AF97FF32}" dt="2022-09-01T08:05:39.215" v="113" actId="1035"/>
          <ac:spMkLst>
            <pc:docMk/>
            <pc:sldMk cId="3687726199" sldId="2147377284"/>
            <ac:spMk id="120" creationId="{FB091C37-6587-43A7-90A7-2AC6CF85E73E}"/>
          </ac:spMkLst>
        </pc:spChg>
        <pc:spChg chg="mod">
          <ac:chgData name="Yuting" userId="ce8fbb54-122c-426d-b8da-fdcc5e1b5022" providerId="ADAL" clId="{D11B929A-FFF6-4625-A293-5C33AF97FF32}" dt="2022-09-01T08:05:39.215" v="113" actId="1035"/>
          <ac:spMkLst>
            <pc:docMk/>
            <pc:sldMk cId="3687726199" sldId="2147377284"/>
            <ac:spMk id="121" creationId="{4FFE8471-9F83-4CE0-A59F-6F0534140A08}"/>
          </ac:spMkLst>
        </pc:spChg>
        <pc:spChg chg="mod">
          <ac:chgData name="Yuting" userId="ce8fbb54-122c-426d-b8da-fdcc5e1b5022" providerId="ADAL" clId="{D11B929A-FFF6-4625-A293-5C33AF97FF32}" dt="2022-09-01T08:05:39.215" v="113" actId="1035"/>
          <ac:spMkLst>
            <pc:docMk/>
            <pc:sldMk cId="3687726199" sldId="2147377284"/>
            <ac:spMk id="123" creationId="{3206AB93-084E-4A1F-A22F-05D0CEF4EA26}"/>
          </ac:spMkLst>
        </pc:spChg>
        <pc:spChg chg="mod">
          <ac:chgData name="Yuting" userId="ce8fbb54-122c-426d-b8da-fdcc5e1b5022" providerId="ADAL" clId="{D11B929A-FFF6-4625-A293-5C33AF97FF32}" dt="2022-09-01T08:05:39.215" v="113" actId="1035"/>
          <ac:spMkLst>
            <pc:docMk/>
            <pc:sldMk cId="3687726199" sldId="2147377284"/>
            <ac:spMk id="124" creationId="{EE1BB2AD-C2BE-481D-8CA3-6463ACC4BA62}"/>
          </ac:spMkLst>
        </pc:spChg>
        <pc:spChg chg="mod">
          <ac:chgData name="Yuting" userId="ce8fbb54-122c-426d-b8da-fdcc5e1b5022" providerId="ADAL" clId="{D11B929A-FFF6-4625-A293-5C33AF97FF32}" dt="2022-09-01T08:05:39.215" v="113" actId="1035"/>
          <ac:spMkLst>
            <pc:docMk/>
            <pc:sldMk cId="3687726199" sldId="2147377284"/>
            <ac:spMk id="125" creationId="{7DA03861-7337-4571-9C83-897EADAFAD2F}"/>
          </ac:spMkLst>
        </pc:spChg>
        <pc:spChg chg="mod">
          <ac:chgData name="Yuting" userId="ce8fbb54-122c-426d-b8da-fdcc5e1b5022" providerId="ADAL" clId="{D11B929A-FFF6-4625-A293-5C33AF97FF32}" dt="2022-09-01T08:05:39.215" v="113" actId="1035"/>
          <ac:spMkLst>
            <pc:docMk/>
            <pc:sldMk cId="3687726199" sldId="2147377284"/>
            <ac:spMk id="127" creationId="{A94E6A40-F1A2-461D-AF00-753C27F1063C}"/>
          </ac:spMkLst>
        </pc:spChg>
        <pc:spChg chg="mod">
          <ac:chgData name="Yuting" userId="ce8fbb54-122c-426d-b8da-fdcc5e1b5022" providerId="ADAL" clId="{D11B929A-FFF6-4625-A293-5C33AF97FF32}" dt="2022-09-01T08:07:52.711" v="164" actId="12789"/>
          <ac:spMkLst>
            <pc:docMk/>
            <pc:sldMk cId="3687726199" sldId="2147377284"/>
            <ac:spMk id="128" creationId="{D85D410F-9E49-45FB-A51A-F9A96B150576}"/>
          </ac:spMkLst>
        </pc:spChg>
        <pc:spChg chg="mod">
          <ac:chgData name="Yuting" userId="ce8fbb54-122c-426d-b8da-fdcc5e1b5022" providerId="ADAL" clId="{D11B929A-FFF6-4625-A293-5C33AF97FF32}" dt="2022-09-01T08:05:39.215" v="113" actId="1035"/>
          <ac:spMkLst>
            <pc:docMk/>
            <pc:sldMk cId="3687726199" sldId="2147377284"/>
            <ac:spMk id="129" creationId="{7AC8A0AB-359F-4F99-881B-09DD5BC61C40}"/>
          </ac:spMkLst>
        </pc:spChg>
        <pc:spChg chg="add mod">
          <ac:chgData name="Yuting" userId="ce8fbb54-122c-426d-b8da-fdcc5e1b5022" providerId="ADAL" clId="{D11B929A-FFF6-4625-A293-5C33AF97FF32}" dt="2022-09-01T08:07:44.892" v="163" actId="571"/>
          <ac:spMkLst>
            <pc:docMk/>
            <pc:sldMk cId="3687726199" sldId="2147377284"/>
            <ac:spMk id="130" creationId="{3FDA570B-09ED-49E9-A88B-85740F8C3F4F}"/>
          </ac:spMkLst>
        </pc:spChg>
        <pc:spChg chg="add mod">
          <ac:chgData name="Yuting" userId="ce8fbb54-122c-426d-b8da-fdcc5e1b5022" providerId="ADAL" clId="{D11B929A-FFF6-4625-A293-5C33AF97FF32}" dt="2022-09-01T08:10:38.720" v="190" actId="1076"/>
          <ac:spMkLst>
            <pc:docMk/>
            <pc:sldMk cId="3687726199" sldId="2147377284"/>
            <ac:spMk id="131" creationId="{44FA75B7-C645-4646-A6BE-0F4BBD35B732}"/>
          </ac:spMkLst>
        </pc:spChg>
        <pc:spChg chg="mod">
          <ac:chgData name="Yuting" userId="ce8fbb54-122c-426d-b8da-fdcc5e1b5022" providerId="ADAL" clId="{D11B929A-FFF6-4625-A293-5C33AF97FF32}" dt="2022-09-01T08:06:03.757" v="116" actId="1076"/>
          <ac:spMkLst>
            <pc:docMk/>
            <pc:sldMk cId="3687726199" sldId="2147377284"/>
            <ac:spMk id="135" creationId="{27E01833-72AF-477E-AE8F-2DD7F1F4B984}"/>
          </ac:spMkLst>
        </pc:spChg>
        <pc:spChg chg="mod">
          <ac:chgData name="Yuting" userId="ce8fbb54-122c-426d-b8da-fdcc5e1b5022" providerId="ADAL" clId="{D11B929A-FFF6-4625-A293-5C33AF97FF32}" dt="2022-09-01T08:06:06.741" v="117" actId="1076"/>
          <ac:spMkLst>
            <pc:docMk/>
            <pc:sldMk cId="3687726199" sldId="2147377284"/>
            <ac:spMk id="137" creationId="{1CA4D503-0497-424B-83B6-B28389852B8A}"/>
          </ac:spMkLst>
        </pc:spChg>
        <pc:spChg chg="mod">
          <ac:chgData name="Yuting" userId="ce8fbb54-122c-426d-b8da-fdcc5e1b5022" providerId="ADAL" clId="{D11B929A-FFF6-4625-A293-5C33AF97FF32}" dt="2022-09-01T08:05:39.215" v="113" actId="1035"/>
          <ac:spMkLst>
            <pc:docMk/>
            <pc:sldMk cId="3687726199" sldId="2147377284"/>
            <ac:spMk id="138" creationId="{B02E6ED1-3AD5-4537-A88A-26F5D45157F1}"/>
          </ac:spMkLst>
        </pc:spChg>
        <pc:spChg chg="mod">
          <ac:chgData name="Yuting" userId="ce8fbb54-122c-426d-b8da-fdcc5e1b5022" providerId="ADAL" clId="{D11B929A-FFF6-4625-A293-5C33AF97FF32}" dt="2022-09-01T08:05:39.215" v="113" actId="1035"/>
          <ac:spMkLst>
            <pc:docMk/>
            <pc:sldMk cId="3687726199" sldId="2147377284"/>
            <ac:spMk id="139" creationId="{3ADFCB05-5891-4849-92AB-3D14BC26C45D}"/>
          </ac:spMkLst>
        </pc:spChg>
        <pc:spChg chg="mod">
          <ac:chgData name="Yuting" userId="ce8fbb54-122c-426d-b8da-fdcc5e1b5022" providerId="ADAL" clId="{D11B929A-FFF6-4625-A293-5C33AF97FF32}" dt="2022-09-01T08:05:39.215" v="113" actId="1035"/>
          <ac:spMkLst>
            <pc:docMk/>
            <pc:sldMk cId="3687726199" sldId="2147377284"/>
            <ac:spMk id="144" creationId="{579BF9EA-E538-40E5-866B-180A52F19226}"/>
          </ac:spMkLst>
        </pc:spChg>
        <pc:spChg chg="mod">
          <ac:chgData name="Yuting" userId="ce8fbb54-122c-426d-b8da-fdcc5e1b5022" providerId="ADAL" clId="{D11B929A-FFF6-4625-A293-5C33AF97FF32}" dt="2022-09-01T08:05:39.215" v="113" actId="1035"/>
          <ac:spMkLst>
            <pc:docMk/>
            <pc:sldMk cId="3687726199" sldId="2147377284"/>
            <ac:spMk id="147" creationId="{BB38C65A-6FBD-43EA-987B-9F1556BA3EE8}"/>
          </ac:spMkLst>
        </pc:spChg>
        <pc:spChg chg="mod">
          <ac:chgData name="Yuting" userId="ce8fbb54-122c-426d-b8da-fdcc5e1b5022" providerId="ADAL" clId="{D11B929A-FFF6-4625-A293-5C33AF97FF32}" dt="2022-09-01T08:14:25.645" v="303" actId="20577"/>
          <ac:spMkLst>
            <pc:docMk/>
            <pc:sldMk cId="3687726199" sldId="2147377284"/>
            <ac:spMk id="149" creationId="{6380A665-AE61-4ECB-94C7-6101C32FA508}"/>
          </ac:spMkLst>
        </pc:spChg>
        <pc:spChg chg="mod">
          <ac:chgData name="Yuting" userId="ce8fbb54-122c-426d-b8da-fdcc5e1b5022" providerId="ADAL" clId="{D11B929A-FFF6-4625-A293-5C33AF97FF32}" dt="2022-09-01T08:09:48.933" v="180" actId="20577"/>
          <ac:spMkLst>
            <pc:docMk/>
            <pc:sldMk cId="3687726199" sldId="2147377284"/>
            <ac:spMk id="155" creationId="{73FD8C60-1F5C-48AA-A95E-62F5EB088FE9}"/>
          </ac:spMkLst>
        </pc:spChg>
        <pc:spChg chg="mod">
          <ac:chgData name="Yuting" userId="ce8fbb54-122c-426d-b8da-fdcc5e1b5022" providerId="ADAL" clId="{D11B929A-FFF6-4625-A293-5C33AF97FF32}" dt="2022-09-01T08:10:26.533" v="187" actId="20577"/>
          <ac:spMkLst>
            <pc:docMk/>
            <pc:sldMk cId="3687726199" sldId="2147377284"/>
            <ac:spMk id="166" creationId="{7E09BEB5-EACA-4EFC-8BD7-5719958A932C}"/>
          </ac:spMkLst>
        </pc:spChg>
        <pc:spChg chg="mod">
          <ac:chgData name="Yuting" userId="ce8fbb54-122c-426d-b8da-fdcc5e1b5022" providerId="ADAL" clId="{D11B929A-FFF6-4625-A293-5C33AF97FF32}" dt="2022-09-01T08:05:15.157" v="99" actId="1076"/>
          <ac:spMkLst>
            <pc:docMk/>
            <pc:sldMk cId="3687726199" sldId="2147377284"/>
            <ac:spMk id="173" creationId="{85E02E15-15D6-4FB2-AD0A-19E9217D5129}"/>
          </ac:spMkLst>
        </pc:spChg>
        <pc:spChg chg="del">
          <ac:chgData name="Yuting" userId="ce8fbb54-122c-426d-b8da-fdcc5e1b5022" providerId="ADAL" clId="{D11B929A-FFF6-4625-A293-5C33AF97FF32}" dt="2022-09-01T08:10:35.323" v="189" actId="478"/>
          <ac:spMkLst>
            <pc:docMk/>
            <pc:sldMk cId="3687726199" sldId="2147377284"/>
            <ac:spMk id="174" creationId="{6AEF3EB7-D531-4856-AF2C-2B6532517039}"/>
          </ac:spMkLst>
        </pc:spChg>
        <pc:picChg chg="mod">
          <ac:chgData name="Yuting" userId="ce8fbb54-122c-426d-b8da-fdcc5e1b5022" providerId="ADAL" clId="{D11B929A-FFF6-4625-A293-5C33AF97FF32}" dt="2022-09-01T08:05:55.045" v="114" actId="1076"/>
          <ac:picMkLst>
            <pc:docMk/>
            <pc:sldMk cId="3687726199" sldId="2147377284"/>
            <ac:picMk id="136" creationId="{5DF35124-76EA-48BC-A0C2-E6E910CE4843}"/>
          </ac:picMkLst>
        </pc:picChg>
        <pc:picChg chg="mod">
          <ac:chgData name="Yuting" userId="ce8fbb54-122c-426d-b8da-fdcc5e1b5022" providerId="ADAL" clId="{D11B929A-FFF6-4625-A293-5C33AF97FF32}" dt="2022-09-01T08:05:11.386" v="98" actId="1076"/>
          <ac:picMkLst>
            <pc:docMk/>
            <pc:sldMk cId="3687726199" sldId="2147377284"/>
            <ac:picMk id="176" creationId="{87B94F19-31D5-482E-82CA-76656F8C4A0E}"/>
          </ac:picMkLst>
        </pc:picChg>
        <pc:cxnChg chg="mod">
          <ac:chgData name="Yuting" userId="ce8fbb54-122c-426d-b8da-fdcc5e1b5022" providerId="ADAL" clId="{D11B929A-FFF6-4625-A293-5C33AF97FF32}" dt="2022-09-01T08:10:05.397" v="181" actId="14100"/>
          <ac:cxnSpMkLst>
            <pc:docMk/>
            <pc:sldMk cId="3687726199" sldId="2147377284"/>
            <ac:cxnSpMk id="14" creationId="{3FE385CD-0F25-4FD0-A9EB-BD9189AEFA20}"/>
          </ac:cxnSpMkLst>
        </pc:cxnChg>
      </pc:sldChg>
      <pc:sldChg chg="modSp add mod">
        <pc:chgData name="Yuting" userId="ce8fbb54-122c-426d-b8da-fdcc5e1b5022" providerId="ADAL" clId="{D11B929A-FFF6-4625-A293-5C33AF97FF32}" dt="2022-09-01T08:17:36.646" v="396" actId="20577"/>
        <pc:sldMkLst>
          <pc:docMk/>
          <pc:sldMk cId="508902223" sldId="2147377285"/>
        </pc:sldMkLst>
        <pc:spChg chg="mod">
          <ac:chgData name="Yuting" userId="ce8fbb54-122c-426d-b8da-fdcc5e1b5022" providerId="ADAL" clId="{D11B929A-FFF6-4625-A293-5C33AF97FF32}" dt="2022-09-01T08:17:36.646" v="396" actId="20577"/>
          <ac:spMkLst>
            <pc:docMk/>
            <pc:sldMk cId="508902223" sldId="2147377285"/>
            <ac:spMk id="75" creationId="{23E443ED-C91E-4425-963C-DB47A7F0B19C}"/>
          </ac:spMkLst>
        </pc:spChg>
      </pc:sldChg>
      <pc:sldChg chg="modSp add mod">
        <pc:chgData name="Yuting" userId="ce8fbb54-122c-426d-b8da-fdcc5e1b5022" providerId="ADAL" clId="{D11B929A-FFF6-4625-A293-5C33AF97FF32}" dt="2022-09-02T02:57:14.917" v="2551" actId="108"/>
        <pc:sldMkLst>
          <pc:docMk/>
          <pc:sldMk cId="1669717787" sldId="2147377286"/>
        </pc:sldMkLst>
        <pc:spChg chg="mod">
          <ac:chgData name="Yuting" userId="ce8fbb54-122c-426d-b8da-fdcc5e1b5022" providerId="ADAL" clId="{D11B929A-FFF6-4625-A293-5C33AF97FF32}" dt="2022-09-01T08:47:22.434" v="543" actId="1076"/>
          <ac:spMkLst>
            <pc:docMk/>
            <pc:sldMk cId="1669717787" sldId="2147377286"/>
            <ac:spMk id="4" creationId="{00000000-0000-0000-0000-000000000000}"/>
          </ac:spMkLst>
        </pc:spChg>
        <pc:spChg chg="mod">
          <ac:chgData name="Yuting" userId="ce8fbb54-122c-426d-b8da-fdcc5e1b5022" providerId="ADAL" clId="{D11B929A-FFF6-4625-A293-5C33AF97FF32}" dt="2022-09-01T08:40:23.704" v="536" actId="12789"/>
          <ac:spMkLst>
            <pc:docMk/>
            <pc:sldMk cId="1669717787" sldId="2147377286"/>
            <ac:spMk id="46" creationId="{B4E8BEE0-0EB3-40D8-9AA2-B2BC6D502A8C}"/>
          </ac:spMkLst>
        </pc:spChg>
        <pc:spChg chg="mod">
          <ac:chgData name="Yuting" userId="ce8fbb54-122c-426d-b8da-fdcc5e1b5022" providerId="ADAL" clId="{D11B929A-FFF6-4625-A293-5C33AF97FF32}" dt="2022-09-01T08:41:00.843" v="540" actId="12789"/>
          <ac:spMkLst>
            <pc:docMk/>
            <pc:sldMk cId="1669717787" sldId="2147377286"/>
            <ac:spMk id="59" creationId="{A1E70551-578A-4B35-ACAC-04BA6E603952}"/>
          </ac:spMkLst>
        </pc:spChg>
        <pc:spChg chg="mod">
          <ac:chgData name="Yuting" userId="ce8fbb54-122c-426d-b8da-fdcc5e1b5022" providerId="ADAL" clId="{D11B929A-FFF6-4625-A293-5C33AF97FF32}" dt="2022-09-01T08:50:26.967" v="565" actId="1036"/>
          <ac:spMkLst>
            <pc:docMk/>
            <pc:sldMk cId="1669717787" sldId="2147377286"/>
            <ac:spMk id="74" creationId="{00000000-0000-0000-0000-000000000000}"/>
          </ac:spMkLst>
        </pc:spChg>
        <pc:spChg chg="mod">
          <ac:chgData name="Yuting" userId="ce8fbb54-122c-426d-b8da-fdcc5e1b5022" providerId="ADAL" clId="{D11B929A-FFF6-4625-A293-5C33AF97FF32}" dt="2022-09-01T08:50:26.967" v="565" actId="1036"/>
          <ac:spMkLst>
            <pc:docMk/>
            <pc:sldMk cId="1669717787" sldId="2147377286"/>
            <ac:spMk id="76" creationId="{00000000-0000-0000-0000-000000000000}"/>
          </ac:spMkLst>
        </pc:spChg>
        <pc:spChg chg="mod">
          <ac:chgData name="Yuting" userId="ce8fbb54-122c-426d-b8da-fdcc5e1b5022" providerId="ADAL" clId="{D11B929A-FFF6-4625-A293-5C33AF97FF32}" dt="2022-09-01T08:40:40.530" v="538" actId="14100"/>
          <ac:spMkLst>
            <pc:docMk/>
            <pc:sldMk cId="1669717787" sldId="2147377286"/>
            <ac:spMk id="135" creationId="{856E6EFB-19BA-463B-BA51-2CC7710D0A18}"/>
          </ac:spMkLst>
        </pc:spChg>
        <pc:spChg chg="mod">
          <ac:chgData name="Yuting" userId="ce8fbb54-122c-426d-b8da-fdcc5e1b5022" providerId="ADAL" clId="{D11B929A-FFF6-4625-A293-5C33AF97FF32}" dt="2022-09-01T09:01:26.450" v="795" actId="20577"/>
          <ac:spMkLst>
            <pc:docMk/>
            <pc:sldMk cId="1669717787" sldId="2147377286"/>
            <ac:spMk id="168" creationId="{65EA3170-CB0D-432D-8631-319933F816A2}"/>
          </ac:spMkLst>
        </pc:spChg>
        <pc:spChg chg="mod">
          <ac:chgData name="Yuting" userId="ce8fbb54-122c-426d-b8da-fdcc5e1b5022" providerId="ADAL" clId="{D11B929A-FFF6-4625-A293-5C33AF97FF32}" dt="2022-09-01T08:38:25.761" v="535" actId="1076"/>
          <ac:spMkLst>
            <pc:docMk/>
            <pc:sldMk cId="1669717787" sldId="2147377286"/>
            <ac:spMk id="175" creationId="{8C9854DC-0DCD-46ED-BAB7-E76341141C87}"/>
          </ac:spMkLst>
        </pc:spChg>
        <pc:spChg chg="mod">
          <ac:chgData name="Yuting" userId="ce8fbb54-122c-426d-b8da-fdcc5e1b5022" providerId="ADAL" clId="{D11B929A-FFF6-4625-A293-5C33AF97FF32}" dt="2022-09-01T08:40:23.704" v="536" actId="12789"/>
          <ac:spMkLst>
            <pc:docMk/>
            <pc:sldMk cId="1669717787" sldId="2147377286"/>
            <ac:spMk id="177" creationId="{718BFF50-FC3B-4CF8-8EB0-766A236EDC49}"/>
          </ac:spMkLst>
        </pc:spChg>
        <pc:spChg chg="mod">
          <ac:chgData name="Yuting" userId="ce8fbb54-122c-426d-b8da-fdcc5e1b5022" providerId="ADAL" clId="{D11B929A-FFF6-4625-A293-5C33AF97FF32}" dt="2022-09-01T08:41:17.384" v="541" actId="12789"/>
          <ac:spMkLst>
            <pc:docMk/>
            <pc:sldMk cId="1669717787" sldId="2147377286"/>
            <ac:spMk id="178" creationId="{4FB961C9-880F-4E2E-90FB-A3920EBE6C27}"/>
          </ac:spMkLst>
        </pc:spChg>
        <pc:spChg chg="mod">
          <ac:chgData name="Yuting" userId="ce8fbb54-122c-426d-b8da-fdcc5e1b5022" providerId="ADAL" clId="{D11B929A-FFF6-4625-A293-5C33AF97FF32}" dt="2022-09-01T08:41:17.384" v="541" actId="12789"/>
          <ac:spMkLst>
            <pc:docMk/>
            <pc:sldMk cId="1669717787" sldId="2147377286"/>
            <ac:spMk id="180" creationId="{30C063E1-605D-410A-8356-38A4C4188B49}"/>
          </ac:spMkLst>
        </pc:spChg>
        <pc:spChg chg="mod">
          <ac:chgData name="Yuting" userId="ce8fbb54-122c-426d-b8da-fdcc5e1b5022" providerId="ADAL" clId="{D11B929A-FFF6-4625-A293-5C33AF97FF32}" dt="2022-09-01T08:41:00.843" v="540" actId="12789"/>
          <ac:spMkLst>
            <pc:docMk/>
            <pc:sldMk cId="1669717787" sldId="2147377286"/>
            <ac:spMk id="187" creationId="{54C3CD3D-74E9-4F1C-B583-BF34095EBDDD}"/>
          </ac:spMkLst>
        </pc:spChg>
        <pc:spChg chg="mod">
          <ac:chgData name="Yuting" userId="ce8fbb54-122c-426d-b8da-fdcc5e1b5022" providerId="ADAL" clId="{D11B929A-FFF6-4625-A293-5C33AF97FF32}" dt="2022-09-02T02:57:14.917" v="2551" actId="108"/>
          <ac:spMkLst>
            <pc:docMk/>
            <pc:sldMk cId="1669717787" sldId="2147377286"/>
            <ac:spMk id="192" creationId="{31193A60-52A8-4E9D-BB69-B3D203C95D66}"/>
          </ac:spMkLst>
        </pc:spChg>
        <pc:spChg chg="mod">
          <ac:chgData name="Yuting" userId="ce8fbb54-122c-426d-b8da-fdcc5e1b5022" providerId="ADAL" clId="{D11B929A-FFF6-4625-A293-5C33AF97FF32}" dt="2022-09-01T08:40:32.260" v="537" actId="12789"/>
          <ac:spMkLst>
            <pc:docMk/>
            <pc:sldMk cId="1669717787" sldId="2147377286"/>
            <ac:spMk id="193" creationId="{5E5EC571-5521-484E-9BCD-2D5E8B97FAEF}"/>
          </ac:spMkLst>
        </pc:spChg>
        <pc:spChg chg="mod">
          <ac:chgData name="Yuting" userId="ce8fbb54-122c-426d-b8da-fdcc5e1b5022" providerId="ADAL" clId="{D11B929A-FFF6-4625-A293-5C33AF97FF32}" dt="2022-09-01T08:41:29.608" v="542" actId="1076"/>
          <ac:spMkLst>
            <pc:docMk/>
            <pc:sldMk cId="1669717787" sldId="2147377286"/>
            <ac:spMk id="194" creationId="{922E381F-4E62-4E9B-8D26-68341FDDD10E}"/>
          </ac:spMkLst>
        </pc:spChg>
        <pc:spChg chg="mod">
          <ac:chgData name="Yuting" userId="ce8fbb54-122c-426d-b8da-fdcc5e1b5022" providerId="ADAL" clId="{D11B929A-FFF6-4625-A293-5C33AF97FF32}" dt="2022-09-01T08:41:17.384" v="541" actId="12789"/>
          <ac:spMkLst>
            <pc:docMk/>
            <pc:sldMk cId="1669717787" sldId="2147377286"/>
            <ac:spMk id="199" creationId="{9C9F6343-6681-48DE-87B4-44D633461EF0}"/>
          </ac:spMkLst>
        </pc:spChg>
        <pc:spChg chg="mod">
          <ac:chgData name="Yuting" userId="ce8fbb54-122c-426d-b8da-fdcc5e1b5022" providerId="ADAL" clId="{D11B929A-FFF6-4625-A293-5C33AF97FF32}" dt="2022-09-01T08:50:26.967" v="565" actId="1036"/>
          <ac:spMkLst>
            <pc:docMk/>
            <pc:sldMk cId="1669717787" sldId="2147377286"/>
            <ac:spMk id="205" creationId="{15388064-940E-4BCA-A7C9-DF30D8F45E90}"/>
          </ac:spMkLst>
        </pc:spChg>
        <pc:spChg chg="mod">
          <ac:chgData name="Yuting" userId="ce8fbb54-122c-426d-b8da-fdcc5e1b5022" providerId="ADAL" clId="{D11B929A-FFF6-4625-A293-5C33AF97FF32}" dt="2022-09-01T08:50:26.967" v="565" actId="1036"/>
          <ac:spMkLst>
            <pc:docMk/>
            <pc:sldMk cId="1669717787" sldId="2147377286"/>
            <ac:spMk id="206" creationId="{B5E91E3E-1E01-43EF-9E8C-7C6A6F4DA617}"/>
          </ac:spMkLst>
        </pc:spChg>
      </pc:sldChg>
      <pc:sldChg chg="modSp new mod ord">
        <pc:chgData name="Yuting" userId="ce8fbb54-122c-426d-b8da-fdcc5e1b5022" providerId="ADAL" clId="{D11B929A-FFF6-4625-A293-5C33AF97FF32}" dt="2022-09-01T12:04:13.298" v="2173"/>
        <pc:sldMkLst>
          <pc:docMk/>
          <pc:sldMk cId="314214427" sldId="2147377287"/>
        </pc:sldMkLst>
        <pc:spChg chg="mod">
          <ac:chgData name="Yuting" userId="ce8fbb54-122c-426d-b8da-fdcc5e1b5022" providerId="ADAL" clId="{D11B929A-FFF6-4625-A293-5C33AF97FF32}" dt="2022-09-01T09:07:36.282" v="823" actId="20577"/>
          <ac:spMkLst>
            <pc:docMk/>
            <pc:sldMk cId="314214427" sldId="2147377287"/>
            <ac:spMk id="2" creationId="{852EC3D5-766F-4B35-AC6D-0B55B87DC0E1}"/>
          </ac:spMkLst>
        </pc:spChg>
        <pc:spChg chg="mod">
          <ac:chgData name="Yuting" userId="ce8fbb54-122c-426d-b8da-fdcc5e1b5022" providerId="ADAL" clId="{D11B929A-FFF6-4625-A293-5C33AF97FF32}" dt="2022-09-01T09:00:38.298" v="776" actId="1076"/>
          <ac:spMkLst>
            <pc:docMk/>
            <pc:sldMk cId="314214427" sldId="2147377287"/>
            <ac:spMk id="6" creationId="{9F4E2F2F-6A49-4064-8CCD-A91291C2CF1E}"/>
          </ac:spMkLst>
        </pc:spChg>
      </pc:sldChg>
      <pc:sldChg chg="modSp add mod">
        <pc:chgData name="Yuting" userId="ce8fbb54-122c-426d-b8da-fdcc5e1b5022" providerId="ADAL" clId="{D11B929A-FFF6-4625-A293-5C33AF97FF32}" dt="2022-09-01T12:03:43.622" v="2171" actId="20577"/>
        <pc:sldMkLst>
          <pc:docMk/>
          <pc:sldMk cId="2295491106" sldId="2147377288"/>
        </pc:sldMkLst>
        <pc:spChg chg="mod">
          <ac:chgData name="Yuting" userId="ce8fbb54-122c-426d-b8da-fdcc5e1b5022" providerId="ADAL" clId="{D11B929A-FFF6-4625-A293-5C33AF97FF32}" dt="2022-09-01T12:03:43.622" v="2171" actId="20577"/>
          <ac:spMkLst>
            <pc:docMk/>
            <pc:sldMk cId="2295491106" sldId="2147377288"/>
            <ac:spMk id="52" creationId="{C37AB0AB-396A-4A09-A640-7C9D33588A3C}"/>
          </ac:spMkLst>
        </pc:spChg>
        <pc:spChg chg="mod">
          <ac:chgData name="Yuting" userId="ce8fbb54-122c-426d-b8da-fdcc5e1b5022" providerId="ADAL" clId="{D11B929A-FFF6-4625-A293-5C33AF97FF32}" dt="2022-09-01T09:11:13.199" v="832" actId="1076"/>
          <ac:spMkLst>
            <pc:docMk/>
            <pc:sldMk cId="2295491106" sldId="2147377288"/>
            <ac:spMk id="61" creationId="{0A348597-006B-45C4-A56E-A5D614820CFB}"/>
          </ac:spMkLst>
        </pc:spChg>
        <pc:spChg chg="mod">
          <ac:chgData name="Yuting" userId="ce8fbb54-122c-426d-b8da-fdcc5e1b5022" providerId="ADAL" clId="{D11B929A-FFF6-4625-A293-5C33AF97FF32}" dt="2022-09-01T09:11:25.453" v="834" actId="14100"/>
          <ac:spMkLst>
            <pc:docMk/>
            <pc:sldMk cId="2295491106" sldId="2147377288"/>
            <ac:spMk id="87" creationId="{79232D5C-2A4E-4356-BAEE-C250FE23990F}"/>
          </ac:spMkLst>
        </pc:spChg>
      </pc:sldChg>
      <pc:sldChg chg="modSp add mod">
        <pc:chgData name="Yuting" userId="ce8fbb54-122c-426d-b8da-fdcc5e1b5022" providerId="ADAL" clId="{D11B929A-FFF6-4625-A293-5C33AF97FF32}" dt="2022-09-01T09:30:57.779" v="1362" actId="20577"/>
        <pc:sldMkLst>
          <pc:docMk/>
          <pc:sldMk cId="2945983659" sldId="2147377289"/>
        </pc:sldMkLst>
        <pc:spChg chg="mod">
          <ac:chgData name="Yuting" userId="ce8fbb54-122c-426d-b8da-fdcc5e1b5022" providerId="ADAL" clId="{D11B929A-FFF6-4625-A293-5C33AF97FF32}" dt="2022-09-01T09:30:57.779" v="1362" actId="20577"/>
          <ac:spMkLst>
            <pc:docMk/>
            <pc:sldMk cId="2945983659" sldId="2147377289"/>
            <ac:spMk id="90" creationId="{F9345081-D2EC-4F9D-A965-3B9D77318B16}"/>
          </ac:spMkLst>
        </pc:spChg>
      </pc:sldChg>
      <pc:sldChg chg="modSp add mod">
        <pc:chgData name="Yuting" userId="ce8fbb54-122c-426d-b8da-fdcc5e1b5022" providerId="ADAL" clId="{D11B929A-FFF6-4625-A293-5C33AF97FF32}" dt="2022-09-01T09:34:48.494" v="1438" actId="6549"/>
        <pc:sldMkLst>
          <pc:docMk/>
          <pc:sldMk cId="733502872" sldId="2147377290"/>
        </pc:sldMkLst>
        <pc:spChg chg="mod">
          <ac:chgData name="Yuting" userId="ce8fbb54-122c-426d-b8da-fdcc5e1b5022" providerId="ADAL" clId="{D11B929A-FFF6-4625-A293-5C33AF97FF32}" dt="2022-09-01T09:34:48.494" v="1438" actId="6549"/>
          <ac:spMkLst>
            <pc:docMk/>
            <pc:sldMk cId="733502872" sldId="2147377290"/>
            <ac:spMk id="99" creationId="{D11E8C8E-EA83-4AF2-B5EA-9A0D5FDC196B}"/>
          </ac:spMkLst>
        </pc:spChg>
      </pc:sldChg>
      <pc:sldChg chg="addSp delSp modSp add mod">
        <pc:chgData name="Yuting" userId="ce8fbb54-122c-426d-b8da-fdcc5e1b5022" providerId="ADAL" clId="{D11B929A-FFF6-4625-A293-5C33AF97FF32}" dt="2022-09-01T11:51:03.765" v="1944" actId="20577"/>
        <pc:sldMkLst>
          <pc:docMk/>
          <pc:sldMk cId="3639130434" sldId="2147377294"/>
        </pc:sldMkLst>
        <pc:spChg chg="add del mod">
          <ac:chgData name="Yuting" userId="ce8fbb54-122c-426d-b8da-fdcc5e1b5022" providerId="ADAL" clId="{D11B929A-FFF6-4625-A293-5C33AF97FF32}" dt="2022-09-01T09:40:31.352" v="1460"/>
          <ac:spMkLst>
            <pc:docMk/>
            <pc:sldMk cId="3639130434" sldId="2147377294"/>
            <ac:spMk id="5" creationId="{047EA5B8-9A94-4F98-A077-C19A6716DC8C}"/>
          </ac:spMkLst>
        </pc:spChg>
        <pc:spChg chg="del">
          <ac:chgData name="Yuting" userId="ce8fbb54-122c-426d-b8da-fdcc5e1b5022" providerId="ADAL" clId="{D11B929A-FFF6-4625-A293-5C33AF97FF32}" dt="2022-09-01T11:42:46.275" v="1893" actId="478"/>
          <ac:spMkLst>
            <pc:docMk/>
            <pc:sldMk cId="3639130434" sldId="2147377294"/>
            <ac:spMk id="47" creationId="{15BB8F5B-7A58-4901-9C6E-9189DF8F8200}"/>
          </ac:spMkLst>
        </pc:spChg>
        <pc:spChg chg="mod">
          <ac:chgData name="Yuting" userId="ce8fbb54-122c-426d-b8da-fdcc5e1b5022" providerId="ADAL" clId="{D11B929A-FFF6-4625-A293-5C33AF97FF32}" dt="2022-09-01T09:37:21.315" v="1445" actId="1076"/>
          <ac:spMkLst>
            <pc:docMk/>
            <pc:sldMk cId="3639130434" sldId="2147377294"/>
            <ac:spMk id="64" creationId="{9224C17E-1AA1-4096-A3FD-25D6FD8BA444}"/>
          </ac:spMkLst>
        </pc:spChg>
        <pc:spChg chg="mod">
          <ac:chgData name="Yuting" userId="ce8fbb54-122c-426d-b8da-fdcc5e1b5022" providerId="ADAL" clId="{D11B929A-FFF6-4625-A293-5C33AF97FF32}" dt="2022-09-01T09:38:56.387" v="1454" actId="1076"/>
          <ac:spMkLst>
            <pc:docMk/>
            <pc:sldMk cId="3639130434" sldId="2147377294"/>
            <ac:spMk id="65" creationId="{046EF5FC-A42C-4B15-B99E-B2D65FB76B3A}"/>
          </ac:spMkLst>
        </pc:spChg>
        <pc:spChg chg="mod">
          <ac:chgData name="Yuting" userId="ce8fbb54-122c-426d-b8da-fdcc5e1b5022" providerId="ADAL" clId="{D11B929A-FFF6-4625-A293-5C33AF97FF32}" dt="2022-09-01T09:39:29.321" v="1456" actId="11530"/>
          <ac:spMkLst>
            <pc:docMk/>
            <pc:sldMk cId="3639130434" sldId="2147377294"/>
            <ac:spMk id="74" creationId="{09757339-FB64-4FE3-B3F8-D62913619651}"/>
          </ac:spMkLst>
        </pc:spChg>
        <pc:spChg chg="mod">
          <ac:chgData name="Yuting" userId="ce8fbb54-122c-426d-b8da-fdcc5e1b5022" providerId="ADAL" clId="{D11B929A-FFF6-4625-A293-5C33AF97FF32}" dt="2022-09-01T09:39:33.744" v="1457" actId="1076"/>
          <ac:spMkLst>
            <pc:docMk/>
            <pc:sldMk cId="3639130434" sldId="2147377294"/>
            <ac:spMk id="83" creationId="{A1E70551-578A-4B35-ACAC-04BA6E603952}"/>
          </ac:spMkLst>
        </pc:spChg>
        <pc:spChg chg="add mod">
          <ac:chgData name="Yuting" userId="ce8fbb54-122c-426d-b8da-fdcc5e1b5022" providerId="ADAL" clId="{D11B929A-FFF6-4625-A293-5C33AF97FF32}" dt="2022-09-01T09:37:40.197" v="1449" actId="571"/>
          <ac:spMkLst>
            <pc:docMk/>
            <pc:sldMk cId="3639130434" sldId="2147377294"/>
            <ac:spMk id="86" creationId="{1A3A6C92-3E14-420F-AD20-6815AF3A2CD9}"/>
          </ac:spMkLst>
        </pc:spChg>
        <pc:spChg chg="add mod">
          <ac:chgData name="Yuting" userId="ce8fbb54-122c-426d-b8da-fdcc5e1b5022" providerId="ADAL" clId="{D11B929A-FFF6-4625-A293-5C33AF97FF32}" dt="2022-09-01T09:37:40.197" v="1449" actId="571"/>
          <ac:spMkLst>
            <pc:docMk/>
            <pc:sldMk cId="3639130434" sldId="2147377294"/>
            <ac:spMk id="87" creationId="{A39C44F0-A0BC-4CFE-A4AF-AB97901994F2}"/>
          </ac:spMkLst>
        </pc:spChg>
        <pc:spChg chg="add mod">
          <ac:chgData name="Yuting" userId="ce8fbb54-122c-426d-b8da-fdcc5e1b5022" providerId="ADAL" clId="{D11B929A-FFF6-4625-A293-5C33AF97FF32}" dt="2022-09-01T09:37:40.197" v="1449" actId="571"/>
          <ac:spMkLst>
            <pc:docMk/>
            <pc:sldMk cId="3639130434" sldId="2147377294"/>
            <ac:spMk id="89" creationId="{2F275986-FAF3-46F2-839C-D4AFDF8A6FC2}"/>
          </ac:spMkLst>
        </pc:spChg>
        <pc:spChg chg="add mod">
          <ac:chgData name="Yuting" userId="ce8fbb54-122c-426d-b8da-fdcc5e1b5022" providerId="ADAL" clId="{D11B929A-FFF6-4625-A293-5C33AF97FF32}" dt="2022-09-01T11:51:03.765" v="1944" actId="20577"/>
          <ac:spMkLst>
            <pc:docMk/>
            <pc:sldMk cId="3639130434" sldId="2147377294"/>
            <ac:spMk id="90" creationId="{9466DE8F-DCCC-4688-AD54-68172F2C8E9F}"/>
          </ac:spMkLst>
        </pc:spChg>
        <pc:spChg chg="add mod">
          <ac:chgData name="Yuting" userId="ce8fbb54-122c-426d-b8da-fdcc5e1b5022" providerId="ADAL" clId="{D11B929A-FFF6-4625-A293-5C33AF97FF32}" dt="2022-09-01T11:43:05.502" v="1897" actId="1076"/>
          <ac:spMkLst>
            <pc:docMk/>
            <pc:sldMk cId="3639130434" sldId="2147377294"/>
            <ac:spMk id="91" creationId="{C3812FD7-D0AE-47D6-ACA6-C4FB5D7B6BAE}"/>
          </ac:spMkLst>
        </pc:spChg>
        <pc:spChg chg="add mod">
          <ac:chgData name="Yuting" userId="ce8fbb54-122c-426d-b8da-fdcc5e1b5022" providerId="ADAL" clId="{D11B929A-FFF6-4625-A293-5C33AF97FF32}" dt="2022-09-01T11:49:48.766" v="1928" actId="1076"/>
          <ac:spMkLst>
            <pc:docMk/>
            <pc:sldMk cId="3639130434" sldId="2147377294"/>
            <ac:spMk id="92" creationId="{7C55C5F1-7D4F-4971-9BC4-F4E4E5A43C2E}"/>
          </ac:spMkLst>
        </pc:spChg>
        <pc:spChg chg="add del mod">
          <ac:chgData name="Yuting" userId="ce8fbb54-122c-426d-b8da-fdcc5e1b5022" providerId="ADAL" clId="{D11B929A-FFF6-4625-A293-5C33AF97FF32}" dt="2022-09-01T11:48:51.653" v="1921" actId="478"/>
          <ac:spMkLst>
            <pc:docMk/>
            <pc:sldMk cId="3639130434" sldId="2147377294"/>
            <ac:spMk id="93" creationId="{C0EE0C80-87C5-4E52-8A5C-2BE005F8AE3F}"/>
          </ac:spMkLst>
        </pc:spChg>
        <pc:spChg chg="add mod">
          <ac:chgData name="Yuting" userId="ce8fbb54-122c-426d-b8da-fdcc5e1b5022" providerId="ADAL" clId="{D11B929A-FFF6-4625-A293-5C33AF97FF32}" dt="2022-09-01T11:44:44.255" v="1915" actId="1076"/>
          <ac:spMkLst>
            <pc:docMk/>
            <pc:sldMk cId="3639130434" sldId="2147377294"/>
            <ac:spMk id="94" creationId="{DB1EDE00-E170-409A-94BE-AE18FDC4BE17}"/>
          </ac:spMkLst>
        </pc:spChg>
        <pc:spChg chg="mod">
          <ac:chgData name="Yuting" userId="ce8fbb54-122c-426d-b8da-fdcc5e1b5022" providerId="ADAL" clId="{D11B929A-FFF6-4625-A293-5C33AF97FF32}" dt="2022-09-01T09:37:17.555" v="1444" actId="1076"/>
          <ac:spMkLst>
            <pc:docMk/>
            <pc:sldMk cId="3639130434" sldId="2147377294"/>
            <ac:spMk id="132" creationId="{3C3CACA0-6719-4369-B7E3-DFDE8A562372}"/>
          </ac:spMkLst>
        </pc:spChg>
        <pc:spChg chg="mod">
          <ac:chgData name="Yuting" userId="ce8fbb54-122c-426d-b8da-fdcc5e1b5022" providerId="ADAL" clId="{D11B929A-FFF6-4625-A293-5C33AF97FF32}" dt="2022-09-01T09:38:24.985" v="1451" actId="2711"/>
          <ac:spMkLst>
            <pc:docMk/>
            <pc:sldMk cId="3639130434" sldId="2147377294"/>
            <ac:spMk id="142" creationId="{13BBD805-6B4E-49B8-8A28-7FC80412D5B3}"/>
          </ac:spMkLst>
        </pc:spChg>
        <pc:spChg chg="mod">
          <ac:chgData name="Yuting" userId="ce8fbb54-122c-426d-b8da-fdcc5e1b5022" providerId="ADAL" clId="{D11B929A-FFF6-4625-A293-5C33AF97FF32}" dt="2022-09-01T09:39:13.955" v="1455" actId="2085"/>
          <ac:spMkLst>
            <pc:docMk/>
            <pc:sldMk cId="3639130434" sldId="2147377294"/>
            <ac:spMk id="157" creationId="{83AE17D1-044B-4E09-A946-5D7AB7449FC4}"/>
          </ac:spMkLst>
        </pc:spChg>
        <pc:spChg chg="mod">
          <ac:chgData name="Yuting" userId="ce8fbb54-122c-426d-b8da-fdcc5e1b5022" providerId="ADAL" clId="{D11B929A-FFF6-4625-A293-5C33AF97FF32}" dt="2022-09-01T09:38:35.346" v="1452" actId="404"/>
          <ac:spMkLst>
            <pc:docMk/>
            <pc:sldMk cId="3639130434" sldId="2147377294"/>
            <ac:spMk id="171" creationId="{5DF7619E-8037-4119-9490-E9399FFC5DFC}"/>
          </ac:spMkLst>
        </pc:spChg>
        <pc:spChg chg="mod">
          <ac:chgData name="Yuting" userId="ce8fbb54-122c-426d-b8da-fdcc5e1b5022" providerId="ADAL" clId="{D11B929A-FFF6-4625-A293-5C33AF97FF32}" dt="2022-09-01T09:38:38.386" v="1453" actId="404"/>
          <ac:spMkLst>
            <pc:docMk/>
            <pc:sldMk cId="3639130434" sldId="2147377294"/>
            <ac:spMk id="181" creationId="{EEA5C35B-8C6C-40D7-AB8F-8B0B207C03C4}"/>
          </ac:spMkLst>
        </pc:spChg>
        <pc:picChg chg="mod">
          <ac:chgData name="Yuting" userId="ce8fbb54-122c-426d-b8da-fdcc5e1b5022" providerId="ADAL" clId="{D11B929A-FFF6-4625-A293-5C33AF97FF32}" dt="2022-09-01T09:37:12.701" v="1443" actId="1076"/>
          <ac:picMkLst>
            <pc:docMk/>
            <pc:sldMk cId="3639130434" sldId="2147377294"/>
            <ac:picMk id="2" creationId="{00000000-0000-0000-0000-000000000000}"/>
          </ac:picMkLst>
        </pc:picChg>
        <pc:picChg chg="mod">
          <ac:chgData name="Yuting" userId="ce8fbb54-122c-426d-b8da-fdcc5e1b5022" providerId="ADAL" clId="{D11B929A-FFF6-4625-A293-5C33AF97FF32}" dt="2022-09-01T09:37:27.079" v="1446" actId="1076"/>
          <ac:picMkLst>
            <pc:docMk/>
            <pc:sldMk cId="3639130434" sldId="2147377294"/>
            <ac:picMk id="4" creationId="{00000000-0000-0000-0000-000000000000}"/>
          </ac:picMkLst>
        </pc:picChg>
      </pc:sldChg>
      <pc:sldMasterChg chg="delSldLayout">
        <pc:chgData name="Yuting" userId="ce8fbb54-122c-426d-b8da-fdcc5e1b5022" providerId="ADAL" clId="{D11B929A-FFF6-4625-A293-5C33AF97FF32}" dt="2022-09-02T01:20:59.542" v="2546" actId="47"/>
        <pc:sldMasterMkLst>
          <pc:docMk/>
          <pc:sldMasterMk cId="417166421" sldId="2147484197"/>
        </pc:sldMasterMkLst>
        <pc:sldLayoutChg chg="del">
          <pc:chgData name="Yuting" userId="ce8fbb54-122c-426d-b8da-fdcc5e1b5022" providerId="ADAL" clId="{D11B929A-FFF6-4625-A293-5C33AF97FF32}" dt="2022-09-02T01:20:59.542" v="2546" actId="47"/>
          <pc:sldLayoutMkLst>
            <pc:docMk/>
            <pc:sldMasterMk cId="417166421" sldId="2147484197"/>
            <pc:sldLayoutMk cId="2501698408" sldId="2147484239"/>
          </pc:sldLayoutMkLst>
        </pc:sldLayoutChg>
      </pc:sldMasterChg>
    </pc:docChg>
  </pc:docChgLst>
  <pc:docChgLst>
    <pc:chgData name="Zhang,Ying (MED CD&amp;O) BII-CN-S" userId="456eb1e0-4978-443e-822e-be854341a778" providerId="ADAL" clId="{16959A02-C01A-49DA-B6DD-9479B2A2FB8B}"/>
    <pc:docChg chg="modSld">
      <pc:chgData name="Zhang,Ying (MED CD&amp;O) BII-CN-S" userId="456eb1e0-4978-443e-822e-be854341a778" providerId="ADAL" clId="{16959A02-C01A-49DA-B6DD-9479B2A2FB8B}" dt="2023-01-09T09:30:14.905" v="14" actId="20577"/>
      <pc:docMkLst>
        <pc:docMk/>
      </pc:docMkLst>
      <pc:sldChg chg="modSp mod">
        <pc:chgData name="Zhang,Ying (MED CD&amp;O) BII-CN-S" userId="456eb1e0-4978-443e-822e-be854341a778" providerId="ADAL" clId="{16959A02-C01A-49DA-B6DD-9479B2A2FB8B}" dt="2023-01-09T09:30:14.905" v="14" actId="20577"/>
        <pc:sldMkLst>
          <pc:docMk/>
          <pc:sldMk cId="2713235962" sldId="2147377317"/>
        </pc:sldMkLst>
        <pc:spChg chg="mod">
          <ac:chgData name="Zhang,Ying (MED CD&amp;O) BII-CN-S" userId="456eb1e0-4978-443e-822e-be854341a778" providerId="ADAL" clId="{16959A02-C01A-49DA-B6DD-9479B2A2FB8B}" dt="2023-01-09T09:30:14.905" v="14" actId="20577"/>
          <ac:spMkLst>
            <pc:docMk/>
            <pc:sldMk cId="2713235962" sldId="2147377317"/>
            <ac:spMk id="2" creationId="{970477C2-551A-41D4-96DF-81771984A2B7}"/>
          </ac:spMkLst>
        </pc:spChg>
        <pc:graphicFrameChg chg="modGraphic">
          <ac:chgData name="Zhang,Ying (MED CD&amp;O) BII-CN-S" userId="456eb1e0-4978-443e-822e-be854341a778" providerId="ADAL" clId="{16959A02-C01A-49DA-B6DD-9479B2A2FB8B}" dt="2023-01-09T08:41:26.689" v="0" actId="2162"/>
          <ac:graphicFrameMkLst>
            <pc:docMk/>
            <pc:sldMk cId="2713235962" sldId="2147377317"/>
            <ac:graphicFrameMk id="4" creationId="{9C42F349-203C-48E0-9002-5D5AE868EDAB}"/>
          </ac:graphicFrameMkLst>
        </pc:graphicFrameChg>
      </pc:sldChg>
    </pc:docChg>
  </pc:docChgLst>
  <pc:docChgLst>
    <pc:chgData name="zxSHA Li,Lili (MED CD&amp;O) EXTERNAL" userId="S::lili.li.ext@boehringer-ingelheim.com::caae5028-c4b7-4139-b798-d46cb2b8c45e" providerId="AD" clId="Web-{4ECCD110-CD1F-084B-4126-92B3C42053C0}"/>
    <pc:docChg chg="modSld">
      <pc:chgData name="zxSHA Li,Lili (MED CD&amp;O) EXTERNAL" userId="S::lili.li.ext@boehringer-ingelheim.com::caae5028-c4b7-4139-b798-d46cb2b8c45e" providerId="AD" clId="Web-{4ECCD110-CD1F-084B-4126-92B3C42053C0}" dt="2023-06-06T08:43:57.453" v="9" actId="1076"/>
      <pc:docMkLst>
        <pc:docMk/>
      </pc:docMkLst>
      <pc:sldChg chg="modSp">
        <pc:chgData name="zxSHA Li,Lili (MED CD&amp;O) EXTERNAL" userId="S::lili.li.ext@boehringer-ingelheim.com::caae5028-c4b7-4139-b798-d46cb2b8c45e" providerId="AD" clId="Web-{4ECCD110-CD1F-084B-4126-92B3C42053C0}" dt="2023-06-06T08:40:56.025" v="1" actId="20577"/>
        <pc:sldMkLst>
          <pc:docMk/>
          <pc:sldMk cId="3998980679" sldId="2147474060"/>
        </pc:sldMkLst>
        <pc:spChg chg="mod">
          <ac:chgData name="zxSHA Li,Lili (MED CD&amp;O) EXTERNAL" userId="S::lili.li.ext@boehringer-ingelheim.com::caae5028-c4b7-4139-b798-d46cb2b8c45e" providerId="AD" clId="Web-{4ECCD110-CD1F-084B-4126-92B3C42053C0}" dt="2023-06-06T08:40:56.025" v="1" actId="20577"/>
          <ac:spMkLst>
            <pc:docMk/>
            <pc:sldMk cId="3998980679" sldId="2147474060"/>
            <ac:spMk id="2" creationId="{899E9FD5-14F4-46B5-85BD-4B2D5616E6A9}"/>
          </ac:spMkLst>
        </pc:spChg>
      </pc:sldChg>
      <pc:sldChg chg="modSp addCm">
        <pc:chgData name="zxSHA Li,Lili (MED CD&amp;O) EXTERNAL" userId="S::lili.li.ext@boehringer-ingelheim.com::caae5028-c4b7-4139-b798-d46cb2b8c45e" providerId="AD" clId="Web-{4ECCD110-CD1F-084B-4126-92B3C42053C0}" dt="2023-06-06T08:43:08.795" v="6"/>
        <pc:sldMkLst>
          <pc:docMk/>
          <pc:sldMk cId="612364259" sldId="2147474070"/>
        </pc:sldMkLst>
        <pc:spChg chg="mod">
          <ac:chgData name="zxSHA Li,Lili (MED CD&amp;O) EXTERNAL" userId="S::lili.li.ext@boehringer-ingelheim.com::caae5028-c4b7-4139-b798-d46cb2b8c45e" providerId="AD" clId="Web-{4ECCD110-CD1F-084B-4126-92B3C42053C0}" dt="2023-06-06T08:41:06.776" v="5" actId="20577"/>
          <ac:spMkLst>
            <pc:docMk/>
            <pc:sldMk cId="612364259" sldId="2147474070"/>
            <ac:spMk id="2" creationId="{899E9FD5-14F4-46B5-85BD-4B2D5616E6A9}"/>
          </ac:spMkLst>
        </pc:spChg>
      </pc:sldChg>
      <pc:sldChg chg="modSp">
        <pc:chgData name="zxSHA Li,Lili (MED CD&amp;O) EXTERNAL" userId="S::lili.li.ext@boehringer-ingelheim.com::caae5028-c4b7-4139-b798-d46cb2b8c45e" providerId="AD" clId="Web-{4ECCD110-CD1F-084B-4126-92B3C42053C0}" dt="2023-06-06T08:43:57.453" v="9" actId="1076"/>
        <pc:sldMkLst>
          <pc:docMk/>
          <pc:sldMk cId="817030415" sldId="2147474081"/>
        </pc:sldMkLst>
        <pc:spChg chg="mod">
          <ac:chgData name="zxSHA Li,Lili (MED CD&amp;O) EXTERNAL" userId="S::lili.li.ext@boehringer-ingelheim.com::caae5028-c4b7-4139-b798-d46cb2b8c45e" providerId="AD" clId="Web-{4ECCD110-CD1F-084B-4126-92B3C42053C0}" dt="2023-06-06T08:43:57.453" v="9" actId="1076"/>
          <ac:spMkLst>
            <pc:docMk/>
            <pc:sldMk cId="817030415" sldId="2147474081"/>
            <ac:spMk id="3" creationId="{B863AF87-3720-D1AB-5C4B-5473588EAD63}"/>
          </ac:spMkLst>
        </pc:spChg>
        <pc:picChg chg="mod">
          <ac:chgData name="zxSHA Li,Lili (MED CD&amp;O) EXTERNAL" userId="S::lili.li.ext@boehringer-ingelheim.com::caae5028-c4b7-4139-b798-d46cb2b8c45e" providerId="AD" clId="Web-{4ECCD110-CD1F-084B-4126-92B3C42053C0}" dt="2023-06-06T08:43:54.219" v="8" actId="1076"/>
          <ac:picMkLst>
            <pc:docMk/>
            <pc:sldMk cId="817030415" sldId="2147474081"/>
            <ac:picMk id="2050" creationId="{5A436F0C-34A1-5B79-4246-ED099AC5341C}"/>
          </ac:picMkLst>
        </pc:picChg>
      </pc:sldChg>
    </pc:docChg>
  </pc:docChgLst>
  <pc:docChgLst>
    <pc:chgData name="zxSHA Zhao,Ting (MED CD&amp;O) EXTERNAL" userId="S::ting.zhao.ext@boehringer-ingelheim.com::3d8ce11f-7659-40c3-8229-d1facb227748" providerId="AD" clId="Web-{7CB14F2C-D34A-1393-5C4F-E86045E1DEAD}"/>
    <pc:docChg chg="modSld">
      <pc:chgData name="zxSHA Zhao,Ting (MED CD&amp;O) EXTERNAL" userId="S::ting.zhao.ext@boehringer-ingelheim.com::3d8ce11f-7659-40c3-8229-d1facb227748" providerId="AD" clId="Web-{7CB14F2C-D34A-1393-5C4F-E86045E1DEAD}" dt="2024-01-10T08:52:29.696" v="8" actId="20577"/>
      <pc:docMkLst>
        <pc:docMk/>
      </pc:docMkLst>
      <pc:sldChg chg="addSp modSp">
        <pc:chgData name="zxSHA Zhao,Ting (MED CD&amp;O) EXTERNAL" userId="S::ting.zhao.ext@boehringer-ingelheim.com::3d8ce11f-7659-40c3-8229-d1facb227748" providerId="AD" clId="Web-{7CB14F2C-D34A-1393-5C4F-E86045E1DEAD}" dt="2024-01-10T08:52:29.696" v="8" actId="20577"/>
        <pc:sldMkLst>
          <pc:docMk/>
          <pc:sldMk cId="3351325479" sldId="2147481321"/>
        </pc:sldMkLst>
        <pc:spChg chg="mod">
          <ac:chgData name="zxSHA Zhao,Ting (MED CD&amp;O) EXTERNAL" userId="S::ting.zhao.ext@boehringer-ingelheim.com::3d8ce11f-7659-40c3-8229-d1facb227748" providerId="AD" clId="Web-{7CB14F2C-D34A-1393-5C4F-E86045E1DEAD}" dt="2024-01-10T08:52:29.696" v="8" actId="20577"/>
          <ac:spMkLst>
            <pc:docMk/>
            <pc:sldMk cId="3351325479" sldId="2147481321"/>
            <ac:spMk id="4" creationId="{F5C2EB7C-0FCC-F60F-54FB-560ADAB5EEA4}"/>
          </ac:spMkLst>
        </pc:spChg>
        <pc:picChg chg="add mod">
          <ac:chgData name="zxSHA Zhao,Ting (MED CD&amp;O) EXTERNAL" userId="S::ting.zhao.ext@boehringer-ingelheim.com::3d8ce11f-7659-40c3-8229-d1facb227748" providerId="AD" clId="Web-{7CB14F2C-D34A-1393-5C4F-E86045E1DEAD}" dt="2024-01-10T08:51:45.882" v="4" actId="1076"/>
          <ac:picMkLst>
            <pc:docMk/>
            <pc:sldMk cId="3351325479" sldId="2147481321"/>
            <ac:picMk id="5" creationId="{F48ADFA0-423B-686F-C3C9-A63D0F751C8E}"/>
          </ac:picMkLst>
        </pc:picChg>
      </pc:sldChg>
    </pc:docChg>
  </pc:docChgLst>
  <pc:docChgLst>
    <pc:chgData name="Wang,Shirley (HP Med RA) BII-CN-B" userId="48b801ce-80b8-42d3-931b-2dcaf726016f" providerId="ADAL" clId="{25F1C43B-A11E-4C0F-9BF7-A6DD1C279B9C}"/>
    <pc:docChg chg="custSel delSld modSld sldOrd">
      <pc:chgData name="Wang,Shirley (HP Med RA) BII-CN-B" userId="48b801ce-80b8-42d3-931b-2dcaf726016f" providerId="ADAL" clId="{25F1C43B-A11E-4C0F-9BF7-A6DD1C279B9C}" dt="2022-03-10T02:56:42.991" v="57" actId="1076"/>
      <pc:docMkLst>
        <pc:docMk/>
      </pc:docMkLst>
      <pc:sldChg chg="modSp del mod">
        <pc:chgData name="Wang,Shirley (HP Med RA) BII-CN-B" userId="48b801ce-80b8-42d3-931b-2dcaf726016f" providerId="ADAL" clId="{25F1C43B-A11E-4C0F-9BF7-A6DD1C279B9C}" dt="2022-03-10T02:56:42.991" v="57" actId="1076"/>
        <pc:sldMkLst>
          <pc:docMk/>
          <pc:sldMk cId="1492430006" sldId="2147377131"/>
        </pc:sldMkLst>
        <pc:graphicFrameChg chg="mod modGraphic">
          <ac:chgData name="Wang,Shirley (HP Med RA) BII-CN-B" userId="48b801ce-80b8-42d3-931b-2dcaf726016f" providerId="ADAL" clId="{25F1C43B-A11E-4C0F-9BF7-A6DD1C279B9C}" dt="2022-03-10T02:56:42.991" v="57" actId="1076"/>
          <ac:graphicFrameMkLst>
            <pc:docMk/>
            <pc:sldMk cId="1492430006" sldId="2147377131"/>
            <ac:graphicFrameMk id="4" creationId="{CE4F806A-756F-4BE6-8340-EB8D9CD7A174}"/>
          </ac:graphicFrameMkLst>
        </pc:graphicFrameChg>
      </pc:sldChg>
      <pc:sldChg chg="modSp del mod">
        <pc:chgData name="Wang,Shirley (HP Med RA) BII-CN-B" userId="48b801ce-80b8-42d3-931b-2dcaf726016f" providerId="ADAL" clId="{25F1C43B-A11E-4C0F-9BF7-A6DD1C279B9C}" dt="2022-03-10T01:52:24.258" v="51" actId="14100"/>
        <pc:sldMkLst>
          <pc:docMk/>
          <pc:sldMk cId="1001967075" sldId="2147377159"/>
        </pc:sldMkLst>
        <pc:spChg chg="mod">
          <ac:chgData name="Wang,Shirley (HP Med RA) BII-CN-B" userId="48b801ce-80b8-42d3-931b-2dcaf726016f" providerId="ADAL" clId="{25F1C43B-A11E-4C0F-9BF7-A6DD1C279B9C}" dt="2022-03-10T01:52:24.258" v="51" actId="14100"/>
          <ac:spMkLst>
            <pc:docMk/>
            <pc:sldMk cId="1001967075" sldId="2147377159"/>
            <ac:spMk id="2" creationId="{1962438C-E78A-4FF5-90E4-98B6AD60A7F0}"/>
          </ac:spMkLst>
        </pc:spChg>
      </pc:sldChg>
      <pc:sldChg chg="modCm">
        <pc:chgData name="Wang,Shirley (HP Med RA) BII-CN-B" userId="48b801ce-80b8-42d3-931b-2dcaf726016f" providerId="ADAL" clId="{25F1C43B-A11E-4C0F-9BF7-A6DD1C279B9C}" dt="2022-03-10T02:51:34.727" v="56" actId="5900"/>
        <pc:sldMkLst>
          <pc:docMk/>
          <pc:sldMk cId="1349082433" sldId="2147377174"/>
        </pc:sldMkLst>
      </pc:sldChg>
      <pc:sldChg chg="ord addCm">
        <pc:chgData name="Wang,Shirley (HP Med RA) BII-CN-B" userId="48b801ce-80b8-42d3-931b-2dcaf726016f" providerId="ADAL" clId="{25F1C43B-A11E-4C0F-9BF7-A6DD1C279B9C}" dt="2022-03-10T02:50:25.274" v="55"/>
        <pc:sldMkLst>
          <pc:docMk/>
          <pc:sldMk cId="768069284" sldId="2147377177"/>
        </pc:sldMkLst>
      </pc:sldChg>
    </pc:docChg>
  </pc:docChgLst>
  <pc:docChgLst>
    <pc:chgData name="Chen,Michael (HP Med RA) BII-CN-B" userId="d5e1e1c3-1b8e-4d7c-a738-2fc34bcfb3bb" providerId="ADAL" clId="{8542451C-C5D1-4E2F-850A-7EB032BB1D97}"/>
    <pc:docChg chg="undo custSel modSld">
      <pc:chgData name="Chen,Michael (HP Med RA) BII-CN-B" userId="d5e1e1c3-1b8e-4d7c-a738-2fc34bcfb3bb" providerId="ADAL" clId="{8542451C-C5D1-4E2F-850A-7EB032BB1D97}" dt="2022-11-08T01:31:30.653" v="96" actId="20577"/>
      <pc:docMkLst>
        <pc:docMk/>
      </pc:docMkLst>
      <pc:sldChg chg="modSp mod">
        <pc:chgData name="Chen,Michael (HP Med RA) BII-CN-B" userId="d5e1e1c3-1b8e-4d7c-a738-2fc34bcfb3bb" providerId="ADAL" clId="{8542451C-C5D1-4E2F-850A-7EB032BB1D97}" dt="2022-11-04T11:43:12.160" v="4" actId="20577"/>
        <pc:sldMkLst>
          <pc:docMk/>
          <pc:sldMk cId="1552239227" sldId="2147377328"/>
        </pc:sldMkLst>
        <pc:graphicFrameChg chg="modGraphic">
          <ac:chgData name="Chen,Michael (HP Med RA) BII-CN-B" userId="d5e1e1c3-1b8e-4d7c-a738-2fc34bcfb3bb" providerId="ADAL" clId="{8542451C-C5D1-4E2F-850A-7EB032BB1D97}" dt="2022-11-04T11:43:12.160" v="4" actId="20577"/>
          <ac:graphicFrameMkLst>
            <pc:docMk/>
            <pc:sldMk cId="1552239227" sldId="2147377328"/>
            <ac:graphicFrameMk id="4" creationId="{CE4F806A-756F-4BE6-8340-EB8D9CD7A174}"/>
          </ac:graphicFrameMkLst>
        </pc:graphicFrameChg>
      </pc:sldChg>
      <pc:sldChg chg="modSp mod">
        <pc:chgData name="Chen,Michael (HP Med RA) BII-CN-B" userId="d5e1e1c3-1b8e-4d7c-a738-2fc34bcfb3bb" providerId="ADAL" clId="{8542451C-C5D1-4E2F-850A-7EB032BB1D97}" dt="2022-11-08T01:31:30.653" v="96" actId="20577"/>
        <pc:sldMkLst>
          <pc:docMk/>
          <pc:sldMk cId="2931334841" sldId="2147377331"/>
        </pc:sldMkLst>
        <pc:spChg chg="mod">
          <ac:chgData name="Chen,Michael (HP Med RA) BII-CN-B" userId="d5e1e1c3-1b8e-4d7c-a738-2fc34bcfb3bb" providerId="ADAL" clId="{8542451C-C5D1-4E2F-850A-7EB032BB1D97}" dt="2022-11-08T01:31:30.653" v="96" actId="20577"/>
          <ac:spMkLst>
            <pc:docMk/>
            <pc:sldMk cId="2931334841" sldId="2147377331"/>
            <ac:spMk id="125" creationId="{DFAA6683-0037-41A5-88BA-233844E272FA}"/>
          </ac:spMkLst>
        </pc:spChg>
      </pc:sldChg>
    </pc:docChg>
  </pc:docChgLst>
  <pc:docChgLst>
    <pc:chgData name="Shi,Cherry (HP Medicine) BII-CN-S" userId="S::cherry.shi@boehringer-ingelheim.com::d1fa847a-fc45-456f-9c70-a123cc9ed61e" providerId="AD" clId="Web-{EA035C2D-1E17-FEF2-C0AA-B26269891558}"/>
    <pc:docChg chg="modSld">
      <pc:chgData name="Shi,Cherry (HP Medicine) BII-CN-S" userId="S::cherry.shi@boehringer-ingelheim.com::d1fa847a-fc45-456f-9c70-a123cc9ed61e" providerId="AD" clId="Web-{EA035C2D-1E17-FEF2-C0AA-B26269891558}" dt="2022-04-08T03:23:43.756" v="86" actId="1076"/>
      <pc:docMkLst>
        <pc:docMk/>
      </pc:docMkLst>
      <pc:sldChg chg="modSp">
        <pc:chgData name="Shi,Cherry (HP Medicine) BII-CN-S" userId="S::cherry.shi@boehringer-ingelheim.com::d1fa847a-fc45-456f-9c70-a123cc9ed61e" providerId="AD" clId="Web-{EA035C2D-1E17-FEF2-C0AA-B26269891558}" dt="2022-04-08T03:23:43.756" v="86" actId="1076"/>
        <pc:sldMkLst>
          <pc:docMk/>
          <pc:sldMk cId="2777933554" sldId="2147377173"/>
        </pc:sldMkLst>
        <pc:spChg chg="mod">
          <ac:chgData name="Shi,Cherry (HP Medicine) BII-CN-S" userId="S::cherry.shi@boehringer-ingelheim.com::d1fa847a-fc45-456f-9c70-a123cc9ed61e" providerId="AD" clId="Web-{EA035C2D-1E17-FEF2-C0AA-B26269891558}" dt="2022-04-08T03:15:32.134" v="85" actId="14100"/>
          <ac:spMkLst>
            <pc:docMk/>
            <pc:sldMk cId="2777933554" sldId="2147377173"/>
            <ac:spMk id="41" creationId="{80672632-5059-4D01-BB59-096554D9CD3A}"/>
          </ac:spMkLst>
        </pc:spChg>
        <pc:grpChg chg="mod">
          <ac:chgData name="Shi,Cherry (HP Medicine) BII-CN-S" userId="S::cherry.shi@boehringer-ingelheim.com::d1fa847a-fc45-456f-9c70-a123cc9ed61e" providerId="AD" clId="Web-{EA035C2D-1E17-FEF2-C0AA-B26269891558}" dt="2022-04-08T03:23:43.756" v="86" actId="1076"/>
          <ac:grpSpMkLst>
            <pc:docMk/>
            <pc:sldMk cId="2777933554" sldId="2147377173"/>
            <ac:grpSpMk id="71" creationId="{00000000-0000-0000-0000-000000000000}"/>
          </ac:grpSpMkLst>
        </pc:grpChg>
      </pc:sldChg>
    </pc:docChg>
  </pc:docChgLst>
  <pc:docChgLst>
    <pc:chgData name="Lu,Yixin (MED CD&amp;O) BII-CN-S" userId="S::yixin.lu@boehringer-ingelheim.com::6055c963-f18b-4b43-9f26-62c3b4c5f854" providerId="AD" clId="Web-{15CC2667-909C-D77B-5B90-9615127570CE}"/>
    <pc:docChg chg="modSld">
      <pc:chgData name="Lu,Yixin (MED CD&amp;O) BII-CN-S" userId="S::yixin.lu@boehringer-ingelheim.com::6055c963-f18b-4b43-9f26-62c3b4c5f854" providerId="AD" clId="Web-{15CC2667-909C-D77B-5B90-9615127570CE}" dt="2023-09-14T01:33:30.064" v="0" actId="1076"/>
      <pc:docMkLst>
        <pc:docMk/>
      </pc:docMkLst>
      <pc:sldChg chg="modSp">
        <pc:chgData name="Lu,Yixin (MED CD&amp;O) BII-CN-S" userId="S::yixin.lu@boehringer-ingelheim.com::6055c963-f18b-4b43-9f26-62c3b4c5f854" providerId="AD" clId="Web-{15CC2667-909C-D77B-5B90-9615127570CE}" dt="2023-09-14T01:33:30.064" v="0" actId="1076"/>
        <pc:sldMkLst>
          <pc:docMk/>
          <pc:sldMk cId="175194850" sldId="2147474909"/>
        </pc:sldMkLst>
        <pc:graphicFrameChg chg="mod">
          <ac:chgData name="Lu,Yixin (MED CD&amp;O) BII-CN-S" userId="S::yixin.lu@boehringer-ingelheim.com::6055c963-f18b-4b43-9f26-62c3b4c5f854" providerId="AD" clId="Web-{15CC2667-909C-D77B-5B90-9615127570CE}" dt="2023-09-14T01:33:30.064" v="0" actId="1076"/>
          <ac:graphicFrameMkLst>
            <pc:docMk/>
            <pc:sldMk cId="175194850" sldId="2147474909"/>
            <ac:graphicFrameMk id="6" creationId="{F5547939-5DC5-422D-B4B1-55428A5FBE1A}"/>
          </ac:graphicFrameMkLst>
        </pc:graphicFrameChg>
      </pc:sldChg>
    </pc:docChg>
  </pc:docChgLst>
  <pc:docChgLst>
    <pc:chgData name="Chen,Michael (HP Med RA) BII-CN-B" userId="d5e1e1c3-1b8e-4d7c-a738-2fc34bcfb3bb" providerId="ADAL" clId="{97496809-48C5-44FC-8EA7-C53A9BB9429B}"/>
    <pc:docChg chg="custSel addSld modSld sldOrd">
      <pc:chgData name="Chen,Michael (HP Med RA) BII-CN-B" userId="d5e1e1c3-1b8e-4d7c-a738-2fc34bcfb3bb" providerId="ADAL" clId="{97496809-48C5-44FC-8EA7-C53A9BB9429B}" dt="2023-11-13T02:30:16.758" v="132" actId="1592"/>
      <pc:docMkLst>
        <pc:docMk/>
      </pc:docMkLst>
      <pc:sldChg chg="modSp mod">
        <pc:chgData name="Chen,Michael (HP Med RA) BII-CN-B" userId="d5e1e1c3-1b8e-4d7c-a738-2fc34bcfb3bb" providerId="ADAL" clId="{97496809-48C5-44FC-8EA7-C53A9BB9429B}" dt="2023-11-13T01:56:57.052" v="37" actId="20577"/>
        <pc:sldMkLst>
          <pc:docMk/>
          <pc:sldMk cId="4059765331" sldId="2147474945"/>
        </pc:sldMkLst>
        <pc:graphicFrameChg chg="modGraphic">
          <ac:chgData name="Chen,Michael (HP Med RA) BII-CN-B" userId="d5e1e1c3-1b8e-4d7c-a738-2fc34bcfb3bb" providerId="ADAL" clId="{97496809-48C5-44FC-8EA7-C53A9BB9429B}" dt="2023-11-13T01:56:57.052" v="37" actId="20577"/>
          <ac:graphicFrameMkLst>
            <pc:docMk/>
            <pc:sldMk cId="4059765331" sldId="2147474945"/>
            <ac:graphicFrameMk id="40" creationId="{6C80B7BF-47AA-E436-006F-01774394D233}"/>
          </ac:graphicFrameMkLst>
        </pc:graphicFrameChg>
      </pc:sldChg>
      <pc:sldChg chg="modSp mod">
        <pc:chgData name="Chen,Michael (HP Med RA) BII-CN-B" userId="d5e1e1c3-1b8e-4d7c-a738-2fc34bcfb3bb" providerId="ADAL" clId="{97496809-48C5-44FC-8EA7-C53A9BB9429B}" dt="2023-11-13T01:52:11.905" v="21" actId="20577"/>
        <pc:sldMkLst>
          <pc:docMk/>
          <pc:sldMk cId="747048713" sldId="2147474989"/>
        </pc:sldMkLst>
        <pc:graphicFrameChg chg="modGraphic">
          <ac:chgData name="Chen,Michael (HP Med RA) BII-CN-B" userId="d5e1e1c3-1b8e-4d7c-a738-2fc34bcfb3bb" providerId="ADAL" clId="{97496809-48C5-44FC-8EA7-C53A9BB9429B}" dt="2023-11-13T01:52:11.905" v="21" actId="20577"/>
          <ac:graphicFrameMkLst>
            <pc:docMk/>
            <pc:sldMk cId="747048713" sldId="2147474989"/>
            <ac:graphicFrameMk id="32" creationId="{B1ED9BC9-2253-F795-F03E-360CD2EF8012}"/>
          </ac:graphicFrameMkLst>
        </pc:graphicFrameChg>
      </pc:sldChg>
      <pc:sldChg chg="modSp mod ord delCm">
        <pc:chgData name="Chen,Michael (HP Med RA) BII-CN-B" userId="d5e1e1c3-1b8e-4d7c-a738-2fc34bcfb3bb" providerId="ADAL" clId="{97496809-48C5-44FC-8EA7-C53A9BB9429B}" dt="2023-11-13T02:30:16.758" v="132" actId="1592"/>
        <pc:sldMkLst>
          <pc:docMk/>
          <pc:sldMk cId="2899279173" sldId="2147474990"/>
        </pc:sldMkLst>
        <pc:spChg chg="mod">
          <ac:chgData name="Chen,Michael (HP Med RA) BII-CN-B" userId="d5e1e1c3-1b8e-4d7c-a738-2fc34bcfb3bb" providerId="ADAL" clId="{97496809-48C5-44FC-8EA7-C53A9BB9429B}" dt="2023-11-13T02:28:20.304" v="130" actId="108"/>
          <ac:spMkLst>
            <pc:docMk/>
            <pc:sldMk cId="2899279173" sldId="2147474990"/>
            <ac:spMk id="2" creationId="{7F37376D-3789-4BA0-9FEE-7B33A30FE090}"/>
          </ac:spMkLst>
        </pc:spChg>
      </pc:sldChg>
      <pc:sldChg chg="modSp new mod">
        <pc:chgData name="Chen,Michael (HP Med RA) BII-CN-B" userId="d5e1e1c3-1b8e-4d7c-a738-2fc34bcfb3bb" providerId="ADAL" clId="{97496809-48C5-44FC-8EA7-C53A9BB9429B}" dt="2023-11-13T02:20:53.726" v="127" actId="108"/>
        <pc:sldMkLst>
          <pc:docMk/>
          <pc:sldMk cId="2446730081" sldId="2147475018"/>
        </pc:sldMkLst>
        <pc:spChg chg="mod">
          <ac:chgData name="Chen,Michael (HP Med RA) BII-CN-B" userId="d5e1e1c3-1b8e-4d7c-a738-2fc34bcfb3bb" providerId="ADAL" clId="{97496809-48C5-44FC-8EA7-C53A9BB9429B}" dt="2023-11-13T02:20:53.726" v="127" actId="108"/>
          <ac:spMkLst>
            <pc:docMk/>
            <pc:sldMk cId="2446730081" sldId="2147475018"/>
            <ac:spMk id="2" creationId="{91145124-715B-D10A-48F2-50BA2D211F02}"/>
          </ac:spMkLst>
        </pc:spChg>
        <pc:spChg chg="mod">
          <ac:chgData name="Chen,Michael (HP Med RA) BII-CN-B" userId="d5e1e1c3-1b8e-4d7c-a738-2fc34bcfb3bb" providerId="ADAL" clId="{97496809-48C5-44FC-8EA7-C53A9BB9429B}" dt="2023-11-13T02:03:17.133" v="126" actId="404"/>
          <ac:spMkLst>
            <pc:docMk/>
            <pc:sldMk cId="2446730081" sldId="2147475018"/>
            <ac:spMk id="3" creationId="{097882B3-148C-EA27-9E02-FE6C44F02C84}"/>
          </ac:spMkLst>
        </pc:spChg>
      </pc:sldChg>
    </pc:docChg>
  </pc:docChgLst>
  <pc:docChgLst>
    <pc:chgData name="Chen,Dr.,Ying (HP Medicine) BII-CN-S" userId="7c019f49-0ee9-4787-9ac5-a11d3b82d6d2" providerId="ADAL" clId="{52AD0A2D-D75C-4C35-B9D4-5BEF142E52DE}"/>
    <pc:docChg chg="modSld">
      <pc:chgData name="Chen,Dr.,Ying (HP Medicine) BII-CN-S" userId="7c019f49-0ee9-4787-9ac5-a11d3b82d6d2" providerId="ADAL" clId="{52AD0A2D-D75C-4C35-B9D4-5BEF142E52DE}" dt="2023-11-10T08:36:39.916" v="14" actId="20577"/>
      <pc:docMkLst>
        <pc:docMk/>
      </pc:docMkLst>
      <pc:sldChg chg="modSp mod">
        <pc:chgData name="Chen,Dr.,Ying (HP Medicine) BII-CN-S" userId="7c019f49-0ee9-4787-9ac5-a11d3b82d6d2" providerId="ADAL" clId="{52AD0A2D-D75C-4C35-B9D4-5BEF142E52DE}" dt="2023-11-10T03:23:39.068" v="13" actId="20577"/>
        <pc:sldMkLst>
          <pc:docMk/>
          <pc:sldMk cId="2899279173" sldId="2147474990"/>
        </pc:sldMkLst>
        <pc:spChg chg="mod">
          <ac:chgData name="Chen,Dr.,Ying (HP Medicine) BII-CN-S" userId="7c019f49-0ee9-4787-9ac5-a11d3b82d6d2" providerId="ADAL" clId="{52AD0A2D-D75C-4C35-B9D4-5BEF142E52DE}" dt="2023-11-10T03:23:39.068" v="13" actId="20577"/>
          <ac:spMkLst>
            <pc:docMk/>
            <pc:sldMk cId="2899279173" sldId="2147474990"/>
            <ac:spMk id="9" creationId="{1F95F9E3-3D08-5E56-61A5-6655900F80BF}"/>
          </ac:spMkLst>
        </pc:spChg>
      </pc:sldChg>
      <pc:sldChg chg="modSp mod">
        <pc:chgData name="Chen,Dr.,Ying (HP Medicine) BII-CN-S" userId="7c019f49-0ee9-4787-9ac5-a11d3b82d6d2" providerId="ADAL" clId="{52AD0A2D-D75C-4C35-B9D4-5BEF142E52DE}" dt="2023-11-10T08:36:39.916" v="14" actId="20577"/>
        <pc:sldMkLst>
          <pc:docMk/>
          <pc:sldMk cId="2142241799" sldId="2147475011"/>
        </pc:sldMkLst>
        <pc:spChg chg="mod">
          <ac:chgData name="Chen,Dr.,Ying (HP Medicine) BII-CN-S" userId="7c019f49-0ee9-4787-9ac5-a11d3b82d6d2" providerId="ADAL" clId="{52AD0A2D-D75C-4C35-B9D4-5BEF142E52DE}" dt="2023-11-10T08:36:39.916" v="14" actId="20577"/>
          <ac:spMkLst>
            <pc:docMk/>
            <pc:sldMk cId="2142241799" sldId="2147475011"/>
            <ac:spMk id="8" creationId="{8E2B1E6B-89AD-083A-2E1D-5A152A660D62}"/>
          </ac:spMkLst>
        </pc:spChg>
      </pc:sldChg>
    </pc:docChg>
  </pc:docChgLst>
  <pc:docChgLst>
    <pc:chgData name="Li,Yuting (HP Medicine) BII-CN-S" userId="ce8fbb54-122c-426d-b8da-fdcc5e1b5022" providerId="ADAL" clId="{63525DE0-AD1C-4F97-BE63-C868FF3449EF}"/>
    <pc:docChg chg="undo custSel addSld delSld modSld">
      <pc:chgData name="Li,Yuting (HP Medicine) BII-CN-S" userId="ce8fbb54-122c-426d-b8da-fdcc5e1b5022" providerId="ADAL" clId="{63525DE0-AD1C-4F97-BE63-C868FF3449EF}" dt="2022-12-09T09:32:10.035" v="2716" actId="20577"/>
      <pc:docMkLst>
        <pc:docMk/>
      </pc:docMkLst>
      <pc:sldChg chg="modSp mod">
        <pc:chgData name="Li,Yuting (HP Medicine) BII-CN-S" userId="ce8fbb54-122c-426d-b8da-fdcc5e1b5022" providerId="ADAL" clId="{63525DE0-AD1C-4F97-BE63-C868FF3449EF}" dt="2022-12-09T02:34:05.221" v="8" actId="20577"/>
        <pc:sldMkLst>
          <pc:docMk/>
          <pc:sldMk cId="64439630" sldId="6601"/>
        </pc:sldMkLst>
        <pc:spChg chg="mod">
          <ac:chgData name="Li,Yuting (HP Medicine) BII-CN-S" userId="ce8fbb54-122c-426d-b8da-fdcc5e1b5022" providerId="ADAL" clId="{63525DE0-AD1C-4F97-BE63-C868FF3449EF}" dt="2022-12-09T02:34:05.221" v="8" actId="20577"/>
          <ac:spMkLst>
            <pc:docMk/>
            <pc:sldMk cId="64439630" sldId="6601"/>
            <ac:spMk id="5" creationId="{00000000-0000-0000-0000-000000000000}"/>
          </ac:spMkLst>
        </pc:spChg>
      </pc:sldChg>
      <pc:sldChg chg="del">
        <pc:chgData name="Li,Yuting (HP Medicine) BII-CN-S" userId="ce8fbb54-122c-426d-b8da-fdcc5e1b5022" providerId="ADAL" clId="{63525DE0-AD1C-4F97-BE63-C868FF3449EF}" dt="2022-12-09T03:10:07.071" v="572" actId="47"/>
        <pc:sldMkLst>
          <pc:docMk/>
          <pc:sldMk cId="3461020021" sldId="9414"/>
        </pc:sldMkLst>
      </pc:sldChg>
      <pc:sldChg chg="del">
        <pc:chgData name="Li,Yuting (HP Medicine) BII-CN-S" userId="ce8fbb54-122c-426d-b8da-fdcc5e1b5022" providerId="ADAL" clId="{63525DE0-AD1C-4F97-BE63-C868FF3449EF}" dt="2022-12-09T06:48:21.352" v="2418" actId="47"/>
        <pc:sldMkLst>
          <pc:docMk/>
          <pc:sldMk cId="592895313" sldId="2147377180"/>
        </pc:sldMkLst>
      </pc:sldChg>
      <pc:sldChg chg="del">
        <pc:chgData name="Li,Yuting (HP Medicine) BII-CN-S" userId="ce8fbb54-122c-426d-b8da-fdcc5e1b5022" providerId="ADAL" clId="{63525DE0-AD1C-4F97-BE63-C868FF3449EF}" dt="2022-12-09T02:49:23.740" v="234" actId="47"/>
        <pc:sldMkLst>
          <pc:docMk/>
          <pc:sldMk cId="558283851" sldId="2147377191"/>
        </pc:sldMkLst>
      </pc:sldChg>
      <pc:sldChg chg="del">
        <pc:chgData name="Li,Yuting (HP Medicine) BII-CN-S" userId="ce8fbb54-122c-426d-b8da-fdcc5e1b5022" providerId="ADAL" clId="{63525DE0-AD1C-4F97-BE63-C868FF3449EF}" dt="2022-12-09T03:08:45.986" v="540" actId="47"/>
        <pc:sldMkLst>
          <pc:docMk/>
          <pc:sldMk cId="2295491106" sldId="2147377288"/>
        </pc:sldMkLst>
      </pc:sldChg>
      <pc:sldChg chg="del">
        <pc:chgData name="Li,Yuting (HP Medicine) BII-CN-S" userId="ce8fbb54-122c-426d-b8da-fdcc5e1b5022" providerId="ADAL" clId="{63525DE0-AD1C-4F97-BE63-C868FF3449EF}" dt="2022-12-09T05:55:57.197" v="1287" actId="47"/>
        <pc:sldMkLst>
          <pc:docMk/>
          <pc:sldMk cId="3639130434" sldId="2147377294"/>
        </pc:sldMkLst>
      </pc:sldChg>
      <pc:sldChg chg="delSp modSp mod">
        <pc:chgData name="Li,Yuting (HP Medicine) BII-CN-S" userId="ce8fbb54-122c-426d-b8da-fdcc5e1b5022" providerId="ADAL" clId="{63525DE0-AD1C-4F97-BE63-C868FF3449EF}" dt="2022-12-09T02:34:58.600" v="11" actId="207"/>
        <pc:sldMkLst>
          <pc:docMk/>
          <pc:sldMk cId="1590028121" sldId="2147377295"/>
        </pc:sldMkLst>
        <pc:spChg chg="del">
          <ac:chgData name="Li,Yuting (HP Medicine) BII-CN-S" userId="ce8fbb54-122c-426d-b8da-fdcc5e1b5022" providerId="ADAL" clId="{63525DE0-AD1C-4F97-BE63-C868FF3449EF}" dt="2022-12-09T02:34:34.169" v="9" actId="478"/>
          <ac:spMkLst>
            <pc:docMk/>
            <pc:sldMk cId="1590028121" sldId="2147377295"/>
            <ac:spMk id="23" creationId="{FBD82F92-5F03-4A3F-984C-23673592EEE1}"/>
          </ac:spMkLst>
        </pc:spChg>
        <pc:graphicFrameChg chg="modGraphic">
          <ac:chgData name="Li,Yuting (HP Medicine) BII-CN-S" userId="ce8fbb54-122c-426d-b8da-fdcc5e1b5022" providerId="ADAL" clId="{63525DE0-AD1C-4F97-BE63-C868FF3449EF}" dt="2022-12-09T02:34:58.600" v="11" actId="207"/>
          <ac:graphicFrameMkLst>
            <pc:docMk/>
            <pc:sldMk cId="1590028121" sldId="2147377295"/>
            <ac:graphicFrameMk id="10" creationId="{7ED29C9C-0700-480D-B788-68CBB9D31EEE}"/>
          </ac:graphicFrameMkLst>
        </pc:graphicFrameChg>
      </pc:sldChg>
      <pc:sldChg chg="addSp delSp modSp mod">
        <pc:chgData name="Li,Yuting (HP Medicine) BII-CN-S" userId="ce8fbb54-122c-426d-b8da-fdcc5e1b5022" providerId="ADAL" clId="{63525DE0-AD1C-4F97-BE63-C868FF3449EF}" dt="2022-12-09T06:30:30.580" v="1972" actId="1076"/>
        <pc:sldMkLst>
          <pc:docMk/>
          <pc:sldMk cId="1238319318" sldId="2147377305"/>
        </pc:sldMkLst>
        <pc:spChg chg="mod">
          <ac:chgData name="Li,Yuting (HP Medicine) BII-CN-S" userId="ce8fbb54-122c-426d-b8da-fdcc5e1b5022" providerId="ADAL" clId="{63525DE0-AD1C-4F97-BE63-C868FF3449EF}" dt="2022-12-09T02:43:32.738" v="71" actId="20577"/>
          <ac:spMkLst>
            <pc:docMk/>
            <pc:sldMk cId="1238319318" sldId="2147377305"/>
            <ac:spMk id="154" creationId="{9224C17E-1AA1-4096-A3FD-25D6FD8BA444}"/>
          </ac:spMkLst>
        </pc:spChg>
        <pc:spChg chg="add mod">
          <ac:chgData name="Li,Yuting (HP Medicine) BII-CN-S" userId="ce8fbb54-122c-426d-b8da-fdcc5e1b5022" providerId="ADAL" clId="{63525DE0-AD1C-4F97-BE63-C868FF3449EF}" dt="2022-12-09T03:00:16.399" v="538" actId="1076"/>
          <ac:spMkLst>
            <pc:docMk/>
            <pc:sldMk cId="1238319318" sldId="2147377305"/>
            <ac:spMk id="157" creationId="{F7C9CD39-68F8-401F-92EB-97655F879E00}"/>
          </ac:spMkLst>
        </pc:spChg>
        <pc:spChg chg="mod">
          <ac:chgData name="Li,Yuting (HP Medicine) BII-CN-S" userId="ce8fbb54-122c-426d-b8da-fdcc5e1b5022" providerId="ADAL" clId="{63525DE0-AD1C-4F97-BE63-C868FF3449EF}" dt="2022-12-09T02:59:42.865" v="521" actId="1076"/>
          <ac:spMkLst>
            <pc:docMk/>
            <pc:sldMk cId="1238319318" sldId="2147377305"/>
            <ac:spMk id="178" creationId="{C8A141E8-3A7E-477A-B6F1-59F3BCA948DD}"/>
          </ac:spMkLst>
        </pc:spChg>
        <pc:spChg chg="del">
          <ac:chgData name="Li,Yuting (HP Medicine) BII-CN-S" userId="ce8fbb54-122c-426d-b8da-fdcc5e1b5022" providerId="ADAL" clId="{63525DE0-AD1C-4F97-BE63-C868FF3449EF}" dt="2022-12-09T06:30:02.379" v="1950" actId="478"/>
          <ac:spMkLst>
            <pc:docMk/>
            <pc:sldMk cId="1238319318" sldId="2147377305"/>
            <ac:spMk id="183" creationId="{9CFBDA1D-4BCF-47E3-A7C9-E21EAB08F813}"/>
          </ac:spMkLst>
        </pc:spChg>
        <pc:spChg chg="del">
          <ac:chgData name="Li,Yuting (HP Medicine) BII-CN-S" userId="ce8fbb54-122c-426d-b8da-fdcc5e1b5022" providerId="ADAL" clId="{63525DE0-AD1C-4F97-BE63-C868FF3449EF}" dt="2022-12-09T06:30:25.545" v="1971" actId="478"/>
          <ac:spMkLst>
            <pc:docMk/>
            <pc:sldMk cId="1238319318" sldId="2147377305"/>
            <ac:spMk id="184" creationId="{8DF4C0D8-5694-41D0-AF90-FB14396BCB63}"/>
          </ac:spMkLst>
        </pc:spChg>
        <pc:spChg chg="mod">
          <ac:chgData name="Li,Yuting (HP Medicine) BII-CN-S" userId="ce8fbb54-122c-426d-b8da-fdcc5e1b5022" providerId="ADAL" clId="{63525DE0-AD1C-4F97-BE63-C868FF3449EF}" dt="2022-12-09T06:30:30.580" v="1972" actId="1076"/>
          <ac:spMkLst>
            <pc:docMk/>
            <pc:sldMk cId="1238319318" sldId="2147377305"/>
            <ac:spMk id="185" creationId="{371544BC-5E69-43FB-B584-81E96D80C536}"/>
          </ac:spMkLst>
        </pc:spChg>
        <pc:grpChg chg="mod">
          <ac:chgData name="Li,Yuting (HP Medicine) BII-CN-S" userId="ce8fbb54-122c-426d-b8da-fdcc5e1b5022" providerId="ADAL" clId="{63525DE0-AD1C-4F97-BE63-C868FF3449EF}" dt="2022-12-09T02:36:16.498" v="15" actId="1076"/>
          <ac:grpSpMkLst>
            <pc:docMk/>
            <pc:sldMk cId="1238319318" sldId="2147377305"/>
            <ac:grpSpMk id="155" creationId="{22D6154F-78E1-4174-AB57-1D26B92FA7AE}"/>
          </ac:grpSpMkLst>
        </pc:grpChg>
        <pc:graphicFrameChg chg="add del mod">
          <ac:chgData name="Li,Yuting (HP Medicine) BII-CN-S" userId="ce8fbb54-122c-426d-b8da-fdcc5e1b5022" providerId="ADAL" clId="{63525DE0-AD1C-4F97-BE63-C868FF3449EF}" dt="2022-12-09T03:00:00.765" v="530"/>
          <ac:graphicFrameMkLst>
            <pc:docMk/>
            <pc:sldMk cId="1238319318" sldId="2147377305"/>
            <ac:graphicFrameMk id="6" creationId="{F998C863-5C7A-4784-8E72-887A80D8DD3F}"/>
          </ac:graphicFrameMkLst>
        </pc:graphicFrameChg>
      </pc:sldChg>
      <pc:sldChg chg="del">
        <pc:chgData name="Li,Yuting (HP Medicine) BII-CN-S" userId="ce8fbb54-122c-426d-b8da-fdcc5e1b5022" providerId="ADAL" clId="{63525DE0-AD1C-4F97-BE63-C868FF3449EF}" dt="2022-12-09T03:17:26.076" v="575" actId="47"/>
        <pc:sldMkLst>
          <pc:docMk/>
          <pc:sldMk cId="3315052253" sldId="2147377311"/>
        </pc:sldMkLst>
      </pc:sldChg>
      <pc:sldChg chg="modSp del mod">
        <pc:chgData name="Li,Yuting (HP Medicine) BII-CN-S" userId="ce8fbb54-122c-426d-b8da-fdcc5e1b5022" providerId="ADAL" clId="{63525DE0-AD1C-4F97-BE63-C868FF3449EF}" dt="2022-12-09T05:50:24.743" v="1018" actId="47"/>
        <pc:sldMkLst>
          <pc:docMk/>
          <pc:sldMk cId="3772673125" sldId="2147377313"/>
        </pc:sldMkLst>
        <pc:grpChg chg="mod">
          <ac:chgData name="Li,Yuting (HP Medicine) BII-CN-S" userId="ce8fbb54-122c-426d-b8da-fdcc5e1b5022" providerId="ADAL" clId="{63525DE0-AD1C-4F97-BE63-C868FF3449EF}" dt="2022-12-09T03:26:15.148" v="923" actId="1076"/>
          <ac:grpSpMkLst>
            <pc:docMk/>
            <pc:sldMk cId="3772673125" sldId="2147377313"/>
            <ac:grpSpMk id="59" creationId="{00000000-0000-0000-0000-000000000000}"/>
          </ac:grpSpMkLst>
        </pc:grpChg>
      </pc:sldChg>
      <pc:sldChg chg="addSp modSp add mod">
        <pc:chgData name="Li,Yuting (HP Medicine) BII-CN-S" userId="ce8fbb54-122c-426d-b8da-fdcc5e1b5022" providerId="ADAL" clId="{63525DE0-AD1C-4F97-BE63-C868FF3449EF}" dt="2022-12-09T07:02:44.507" v="2587" actId="20577"/>
        <pc:sldMkLst>
          <pc:docMk/>
          <pc:sldMk cId="4148139965" sldId="2147377319"/>
        </pc:sldMkLst>
        <pc:spChg chg="mod">
          <ac:chgData name="Li,Yuting (HP Medicine) BII-CN-S" userId="ce8fbb54-122c-426d-b8da-fdcc5e1b5022" providerId="ADAL" clId="{63525DE0-AD1C-4F97-BE63-C868FF3449EF}" dt="2022-12-09T07:00:05.405" v="2582" actId="6549"/>
          <ac:spMkLst>
            <pc:docMk/>
            <pc:sldMk cId="4148139965" sldId="2147377319"/>
            <ac:spMk id="3" creationId="{00000000-0000-0000-0000-000000000000}"/>
          </ac:spMkLst>
        </pc:spChg>
        <pc:spChg chg="mod">
          <ac:chgData name="Li,Yuting (HP Medicine) BII-CN-S" userId="ce8fbb54-122c-426d-b8da-fdcc5e1b5022" providerId="ADAL" clId="{63525DE0-AD1C-4F97-BE63-C868FF3449EF}" dt="2022-12-09T07:02:44.507" v="2587" actId="20577"/>
          <ac:spMkLst>
            <pc:docMk/>
            <pc:sldMk cId="4148139965" sldId="2147377319"/>
            <ac:spMk id="99" creationId="{D11E8C8E-EA83-4AF2-B5EA-9A0D5FDC196B}"/>
          </ac:spMkLst>
        </pc:spChg>
        <pc:spChg chg="mod">
          <ac:chgData name="Li,Yuting (HP Medicine) BII-CN-S" userId="ce8fbb54-122c-426d-b8da-fdcc5e1b5022" providerId="ADAL" clId="{63525DE0-AD1C-4F97-BE63-C868FF3449EF}" dt="2022-12-09T05:51:38.711" v="1025"/>
          <ac:spMkLst>
            <pc:docMk/>
            <pc:sldMk cId="4148139965" sldId="2147377319"/>
            <ac:spMk id="147" creationId="{BEACE33C-80CF-423E-B8AC-6731AD2D7CFD}"/>
          </ac:spMkLst>
        </pc:spChg>
        <pc:grpChg chg="add mod ord">
          <ac:chgData name="Li,Yuting (HP Medicine) BII-CN-S" userId="ce8fbb54-122c-426d-b8da-fdcc5e1b5022" providerId="ADAL" clId="{63525DE0-AD1C-4F97-BE63-C868FF3449EF}" dt="2022-12-09T05:51:52.471" v="1027" actId="167"/>
          <ac:grpSpMkLst>
            <pc:docMk/>
            <pc:sldMk cId="4148139965" sldId="2147377319"/>
            <ac:grpSpMk id="128" creationId="{18FAE71D-3E51-412E-BC9C-CCABC8191DB1}"/>
          </ac:grpSpMkLst>
        </pc:grpChg>
        <pc:cxnChg chg="mod">
          <ac:chgData name="Li,Yuting (HP Medicine) BII-CN-S" userId="ce8fbb54-122c-426d-b8da-fdcc5e1b5022" providerId="ADAL" clId="{63525DE0-AD1C-4F97-BE63-C868FF3449EF}" dt="2022-12-09T05:51:38.711" v="1025"/>
          <ac:cxnSpMkLst>
            <pc:docMk/>
            <pc:sldMk cId="4148139965" sldId="2147377319"/>
            <ac:cxnSpMk id="136" creationId="{8BA9A112-92C7-4EB0-9C05-85A78BB9AE40}"/>
          </ac:cxnSpMkLst>
        </pc:cxnChg>
      </pc:sldChg>
      <pc:sldChg chg="modSp mod">
        <pc:chgData name="Li,Yuting (HP Medicine) BII-CN-S" userId="ce8fbb54-122c-426d-b8da-fdcc5e1b5022" providerId="ADAL" clId="{63525DE0-AD1C-4F97-BE63-C868FF3449EF}" dt="2022-12-09T08:56:33.355" v="2714" actId="6549"/>
        <pc:sldMkLst>
          <pc:docMk/>
          <pc:sldMk cId="2176290733" sldId="2147377324"/>
        </pc:sldMkLst>
        <pc:spChg chg="mod">
          <ac:chgData name="Li,Yuting (HP Medicine) BII-CN-S" userId="ce8fbb54-122c-426d-b8da-fdcc5e1b5022" providerId="ADAL" clId="{63525DE0-AD1C-4F97-BE63-C868FF3449EF}" dt="2022-12-09T08:56:33.355" v="2714" actId="6549"/>
          <ac:spMkLst>
            <pc:docMk/>
            <pc:sldMk cId="2176290733" sldId="2147377324"/>
            <ac:spMk id="6" creationId="{1E1F87E4-2E1F-41A8-A7D5-5E06B5BB7003}"/>
          </ac:spMkLst>
        </pc:spChg>
        <pc:spChg chg="mod">
          <ac:chgData name="Li,Yuting (HP Medicine) BII-CN-S" userId="ce8fbb54-122c-426d-b8da-fdcc5e1b5022" providerId="ADAL" clId="{63525DE0-AD1C-4F97-BE63-C868FF3449EF}" dt="2022-12-09T02:48:36.444" v="231" actId="20577"/>
          <ac:spMkLst>
            <pc:docMk/>
            <pc:sldMk cId="2176290733" sldId="2147377324"/>
            <ac:spMk id="41" creationId="{80672632-5059-4D01-BB59-096554D9CD3A}"/>
          </ac:spMkLst>
        </pc:spChg>
        <pc:grpChg chg="mod">
          <ac:chgData name="Li,Yuting (HP Medicine) BII-CN-S" userId="ce8fbb54-122c-426d-b8da-fdcc5e1b5022" providerId="ADAL" clId="{63525DE0-AD1C-4F97-BE63-C868FF3449EF}" dt="2022-12-09T02:48:49.319" v="232" actId="1076"/>
          <ac:grpSpMkLst>
            <pc:docMk/>
            <pc:sldMk cId="2176290733" sldId="2147377324"/>
            <ac:grpSpMk id="71" creationId="{00000000-0000-0000-0000-000000000000}"/>
          </ac:grpSpMkLst>
        </pc:grpChg>
      </pc:sldChg>
      <pc:sldChg chg="del">
        <pc:chgData name="Li,Yuting (HP Medicine) BII-CN-S" userId="ce8fbb54-122c-426d-b8da-fdcc5e1b5022" providerId="ADAL" clId="{63525DE0-AD1C-4F97-BE63-C868FF3449EF}" dt="2022-12-09T02:35:18.909" v="13" actId="47"/>
        <pc:sldMkLst>
          <pc:docMk/>
          <pc:sldMk cId="1552239227" sldId="2147377328"/>
        </pc:sldMkLst>
      </pc:sldChg>
      <pc:sldChg chg="del">
        <pc:chgData name="Li,Yuting (HP Medicine) BII-CN-S" userId="ce8fbb54-122c-426d-b8da-fdcc5e1b5022" providerId="ADAL" clId="{63525DE0-AD1C-4F97-BE63-C868FF3449EF}" dt="2022-12-09T02:35:21.241" v="14" actId="47"/>
        <pc:sldMkLst>
          <pc:docMk/>
          <pc:sldMk cId="2931334841" sldId="2147377331"/>
        </pc:sldMkLst>
      </pc:sldChg>
      <pc:sldChg chg="addSp delSp modSp add mod">
        <pc:chgData name="Li,Yuting (HP Medicine) BII-CN-S" userId="ce8fbb54-122c-426d-b8da-fdcc5e1b5022" providerId="ADAL" clId="{63525DE0-AD1C-4F97-BE63-C868FF3449EF}" dt="2022-12-09T06:47:23.228" v="2416" actId="20577"/>
        <pc:sldMkLst>
          <pc:docMk/>
          <pc:sldMk cId="167512866" sldId="2147377336"/>
        </pc:sldMkLst>
        <pc:spChg chg="del">
          <ac:chgData name="Li,Yuting (HP Medicine) BII-CN-S" userId="ce8fbb54-122c-426d-b8da-fdcc5e1b5022" providerId="ADAL" clId="{63525DE0-AD1C-4F97-BE63-C868FF3449EF}" dt="2022-12-09T06:36:17.546" v="1981" actId="478"/>
          <ac:spMkLst>
            <pc:docMk/>
            <pc:sldMk cId="167512866" sldId="2147377336"/>
            <ac:spMk id="2" creationId="{5829556D-6543-4FAE-9050-C3187881649A}"/>
          </ac:spMkLst>
        </pc:spChg>
        <pc:spChg chg="mod">
          <ac:chgData name="Li,Yuting (HP Medicine) BII-CN-S" userId="ce8fbb54-122c-426d-b8da-fdcc5e1b5022" providerId="ADAL" clId="{63525DE0-AD1C-4F97-BE63-C868FF3449EF}" dt="2022-12-09T06:36:01.930" v="1979" actId="1076"/>
          <ac:spMkLst>
            <pc:docMk/>
            <pc:sldMk cId="167512866" sldId="2147377336"/>
            <ac:spMk id="18" creationId="{A92F0C06-965A-4E63-867B-1BE39598B0BF}"/>
          </ac:spMkLst>
        </pc:spChg>
        <pc:spChg chg="add mod">
          <ac:chgData name="Li,Yuting (HP Medicine) BII-CN-S" userId="ce8fbb54-122c-426d-b8da-fdcc5e1b5022" providerId="ADAL" clId="{63525DE0-AD1C-4F97-BE63-C868FF3449EF}" dt="2022-12-09T06:41:31.359" v="2024" actId="207"/>
          <ac:spMkLst>
            <pc:docMk/>
            <pc:sldMk cId="167512866" sldId="2147377336"/>
            <ac:spMk id="20" creationId="{1B34B743-0B5C-47AD-BF0A-73EF91168865}"/>
          </ac:spMkLst>
        </pc:spChg>
        <pc:spChg chg="add mod">
          <ac:chgData name="Li,Yuting (HP Medicine) BII-CN-S" userId="ce8fbb54-122c-426d-b8da-fdcc5e1b5022" providerId="ADAL" clId="{63525DE0-AD1C-4F97-BE63-C868FF3449EF}" dt="2022-12-09T06:40:04.562" v="2009" actId="20577"/>
          <ac:spMkLst>
            <pc:docMk/>
            <pc:sldMk cId="167512866" sldId="2147377336"/>
            <ac:spMk id="22" creationId="{750767E5-894A-4C1B-AA0D-8DA7EFF6BE74}"/>
          </ac:spMkLst>
        </pc:spChg>
        <pc:spChg chg="add mod">
          <ac:chgData name="Li,Yuting (HP Medicine) BII-CN-S" userId="ce8fbb54-122c-426d-b8da-fdcc5e1b5022" providerId="ADAL" clId="{63525DE0-AD1C-4F97-BE63-C868FF3449EF}" dt="2022-12-09T06:40:26.516" v="2011" actId="1076"/>
          <ac:spMkLst>
            <pc:docMk/>
            <pc:sldMk cId="167512866" sldId="2147377336"/>
            <ac:spMk id="24" creationId="{4068245D-2E00-4F36-A956-64DCD0F994B9}"/>
          </ac:spMkLst>
        </pc:spChg>
        <pc:spChg chg="add mod">
          <ac:chgData name="Li,Yuting (HP Medicine) BII-CN-S" userId="ce8fbb54-122c-426d-b8da-fdcc5e1b5022" providerId="ADAL" clId="{63525DE0-AD1C-4F97-BE63-C868FF3449EF}" dt="2022-12-09T06:41:19.552" v="2023" actId="20577"/>
          <ac:spMkLst>
            <pc:docMk/>
            <pc:sldMk cId="167512866" sldId="2147377336"/>
            <ac:spMk id="26" creationId="{201EC43A-1BEB-4248-9832-8C5C1F052056}"/>
          </ac:spMkLst>
        </pc:spChg>
        <pc:spChg chg="add mod">
          <ac:chgData name="Li,Yuting (HP Medicine) BII-CN-S" userId="ce8fbb54-122c-426d-b8da-fdcc5e1b5022" providerId="ADAL" clId="{63525DE0-AD1C-4F97-BE63-C868FF3449EF}" dt="2022-12-09T06:47:23.228" v="2416" actId="20577"/>
          <ac:spMkLst>
            <pc:docMk/>
            <pc:sldMk cId="167512866" sldId="2147377336"/>
            <ac:spMk id="27" creationId="{C787EF92-AECB-45F5-890F-9C2A4F7817D9}"/>
          </ac:spMkLst>
        </pc:spChg>
        <pc:spChg chg="mod">
          <ac:chgData name="Li,Yuting (HP Medicine) BII-CN-S" userId="ce8fbb54-122c-426d-b8da-fdcc5e1b5022" providerId="ADAL" clId="{63525DE0-AD1C-4F97-BE63-C868FF3449EF}" dt="2022-12-09T06:36:58.484" v="2003" actId="1076"/>
          <ac:spMkLst>
            <pc:docMk/>
            <pc:sldMk cId="167512866" sldId="2147377336"/>
            <ac:spMk id="137" creationId="{1CA4D503-0497-424B-83B6-B28389852B8A}"/>
          </ac:spMkLst>
        </pc:spChg>
        <pc:grpChg chg="add mod">
          <ac:chgData name="Li,Yuting (HP Medicine) BII-CN-S" userId="ce8fbb54-122c-426d-b8da-fdcc5e1b5022" providerId="ADAL" clId="{63525DE0-AD1C-4F97-BE63-C868FF3449EF}" dt="2022-12-09T06:35:52.937" v="1976"/>
          <ac:grpSpMkLst>
            <pc:docMk/>
            <pc:sldMk cId="167512866" sldId="2147377336"/>
            <ac:grpSpMk id="16" creationId="{D5E57F42-5769-4C25-BD97-B26E532D9DE8}"/>
          </ac:grpSpMkLst>
        </pc:grpChg>
        <pc:graphicFrameChg chg="mod">
          <ac:chgData name="Li,Yuting (HP Medicine) BII-CN-S" userId="ce8fbb54-122c-426d-b8da-fdcc5e1b5022" providerId="ADAL" clId="{63525DE0-AD1C-4F97-BE63-C868FF3449EF}" dt="2022-12-09T06:35:56.877" v="1978" actId="1076"/>
          <ac:graphicFrameMkLst>
            <pc:docMk/>
            <pc:sldMk cId="167512866" sldId="2147377336"/>
            <ac:graphicFrameMk id="116" creationId="{EB1832F7-86BE-4DEE-91F1-447638E4A957}"/>
          </ac:graphicFrameMkLst>
        </pc:graphicFrameChg>
        <pc:picChg chg="add mod">
          <ac:chgData name="Li,Yuting (HP Medicine) BII-CN-S" userId="ce8fbb54-122c-426d-b8da-fdcc5e1b5022" providerId="ADAL" clId="{63525DE0-AD1C-4F97-BE63-C868FF3449EF}" dt="2022-12-09T06:35:24.078" v="1975"/>
          <ac:picMkLst>
            <pc:docMk/>
            <pc:sldMk cId="167512866" sldId="2147377336"/>
            <ac:picMk id="15" creationId="{B55D1A11-0F8B-4F7C-8369-B2F342819A95}"/>
          </ac:picMkLst>
        </pc:picChg>
        <pc:picChg chg="add mod">
          <ac:chgData name="Li,Yuting (HP Medicine) BII-CN-S" userId="ce8fbb54-122c-426d-b8da-fdcc5e1b5022" providerId="ADAL" clId="{63525DE0-AD1C-4F97-BE63-C868FF3449EF}" dt="2022-12-09T06:36:31.941" v="1983" actId="1076"/>
          <ac:picMkLst>
            <pc:docMk/>
            <pc:sldMk cId="167512866" sldId="2147377336"/>
            <ac:picMk id="19" creationId="{982425EF-6447-4F39-A7C2-C31B1312D26E}"/>
          </ac:picMkLst>
        </pc:picChg>
        <pc:picChg chg="add mod">
          <ac:chgData name="Li,Yuting (HP Medicine) BII-CN-S" userId="ce8fbb54-122c-426d-b8da-fdcc5e1b5022" providerId="ADAL" clId="{63525DE0-AD1C-4F97-BE63-C868FF3449EF}" dt="2022-12-09T06:37:30.864" v="2007" actId="1076"/>
          <ac:picMkLst>
            <pc:docMk/>
            <pc:sldMk cId="167512866" sldId="2147377336"/>
            <ac:picMk id="21" creationId="{499031A3-ACB3-41C0-BBCB-48B99B68F86E}"/>
          </ac:picMkLst>
        </pc:picChg>
        <pc:picChg chg="mod">
          <ac:chgData name="Li,Yuting (HP Medicine) BII-CN-S" userId="ce8fbb54-122c-426d-b8da-fdcc5e1b5022" providerId="ADAL" clId="{63525DE0-AD1C-4F97-BE63-C868FF3449EF}" dt="2022-12-09T06:37:02.136" v="2004" actId="1076"/>
          <ac:picMkLst>
            <pc:docMk/>
            <pc:sldMk cId="167512866" sldId="2147377336"/>
            <ac:picMk id="136" creationId="{5DF35124-76EA-48BC-A0C2-E6E910CE4843}"/>
          </ac:picMkLst>
        </pc:picChg>
        <pc:cxnChg chg="mod">
          <ac:chgData name="Li,Yuting (HP Medicine) BII-CN-S" userId="ce8fbb54-122c-426d-b8da-fdcc5e1b5022" providerId="ADAL" clId="{63525DE0-AD1C-4F97-BE63-C868FF3449EF}" dt="2022-12-09T06:36:10.434" v="1980" actId="1076"/>
          <ac:cxnSpMkLst>
            <pc:docMk/>
            <pc:sldMk cId="167512866" sldId="2147377336"/>
            <ac:cxnSpMk id="17" creationId="{BFEE60D8-7883-4D46-A35C-5CBBEAE97EDB}"/>
          </ac:cxnSpMkLst>
        </pc:cxnChg>
      </pc:sldChg>
      <pc:sldChg chg="del">
        <pc:chgData name="Li,Yuting (HP Medicine) BII-CN-S" userId="ce8fbb54-122c-426d-b8da-fdcc5e1b5022" providerId="ADAL" clId="{63525DE0-AD1C-4F97-BE63-C868FF3449EF}" dt="2022-12-09T02:50:35.817" v="236" actId="47"/>
        <pc:sldMkLst>
          <pc:docMk/>
          <pc:sldMk cId="3497211928" sldId="2147377336"/>
        </pc:sldMkLst>
      </pc:sldChg>
      <pc:sldChg chg="modSp mod">
        <pc:chgData name="Li,Yuting (HP Medicine) BII-CN-S" userId="ce8fbb54-122c-426d-b8da-fdcc5e1b5022" providerId="ADAL" clId="{63525DE0-AD1C-4F97-BE63-C868FF3449EF}" dt="2022-12-09T08:54:43.286" v="2695" actId="20577"/>
        <pc:sldMkLst>
          <pc:docMk/>
          <pc:sldMk cId="178905972" sldId="2147377338"/>
        </pc:sldMkLst>
        <pc:spChg chg="mod">
          <ac:chgData name="Li,Yuting (HP Medicine) BII-CN-S" userId="ce8fbb54-122c-426d-b8da-fdcc5e1b5022" providerId="ADAL" clId="{63525DE0-AD1C-4F97-BE63-C868FF3449EF}" dt="2022-12-09T08:54:43.286" v="2695" actId="20577"/>
          <ac:spMkLst>
            <pc:docMk/>
            <pc:sldMk cId="178905972" sldId="2147377338"/>
            <ac:spMk id="75" creationId="{23E443ED-C91E-4425-963C-DB47A7F0B19C}"/>
          </ac:spMkLst>
        </pc:spChg>
        <pc:grpChg chg="mod">
          <ac:chgData name="Li,Yuting (HP Medicine) BII-CN-S" userId="ce8fbb54-122c-426d-b8da-fdcc5e1b5022" providerId="ADAL" clId="{63525DE0-AD1C-4F97-BE63-C868FF3449EF}" dt="2022-12-09T02:57:37.597" v="437" actId="1076"/>
          <ac:grpSpMkLst>
            <pc:docMk/>
            <pc:sldMk cId="178905972" sldId="2147377338"/>
            <ac:grpSpMk id="50" creationId="{00000000-0000-0000-0000-000000000000}"/>
          </ac:grpSpMkLst>
        </pc:grpChg>
      </pc:sldChg>
      <pc:sldChg chg="add del">
        <pc:chgData name="Li,Yuting (HP Medicine) BII-CN-S" userId="ce8fbb54-122c-426d-b8da-fdcc5e1b5022" providerId="ADAL" clId="{63525DE0-AD1C-4F97-BE63-C868FF3449EF}" dt="2022-12-09T03:26:48.808" v="927" actId="47"/>
        <pc:sldMkLst>
          <pc:docMk/>
          <pc:sldMk cId="2476826424" sldId="2147377339"/>
        </pc:sldMkLst>
      </pc:sldChg>
      <pc:sldChg chg="mod modShow">
        <pc:chgData name="Li,Yuting (HP Medicine) BII-CN-S" userId="ce8fbb54-122c-426d-b8da-fdcc5e1b5022" providerId="ADAL" clId="{63525DE0-AD1C-4F97-BE63-C868FF3449EF}" dt="2022-12-09T06:35:14.537" v="1973" actId="729"/>
        <pc:sldMkLst>
          <pc:docMk/>
          <pc:sldMk cId="3249292506" sldId="2147469198"/>
        </pc:sldMkLst>
      </pc:sldChg>
      <pc:sldChg chg="del">
        <pc:chgData name="Li,Yuting (HP Medicine) BII-CN-S" userId="ce8fbb54-122c-426d-b8da-fdcc5e1b5022" providerId="ADAL" clId="{63525DE0-AD1C-4F97-BE63-C868FF3449EF}" dt="2022-12-09T03:10:12.248" v="573" actId="47"/>
        <pc:sldMkLst>
          <pc:docMk/>
          <pc:sldMk cId="2496189313" sldId="2147469211"/>
        </pc:sldMkLst>
      </pc:sldChg>
      <pc:sldChg chg="add">
        <pc:chgData name="Li,Yuting (HP Medicine) BII-CN-S" userId="ce8fbb54-122c-426d-b8da-fdcc5e1b5022" providerId="ADAL" clId="{63525DE0-AD1C-4F97-BE63-C868FF3449EF}" dt="2022-12-09T02:35:16.884" v="12"/>
        <pc:sldMkLst>
          <pc:docMk/>
          <pc:sldMk cId="463325420" sldId="2147469212"/>
        </pc:sldMkLst>
      </pc:sldChg>
      <pc:sldChg chg="add">
        <pc:chgData name="Li,Yuting (HP Medicine) BII-CN-S" userId="ce8fbb54-122c-426d-b8da-fdcc5e1b5022" providerId="ADAL" clId="{63525DE0-AD1C-4F97-BE63-C868FF3449EF}" dt="2022-12-09T02:35:16.884" v="12"/>
        <pc:sldMkLst>
          <pc:docMk/>
          <pc:sldMk cId="2702991793" sldId="2147469213"/>
        </pc:sldMkLst>
      </pc:sldChg>
      <pc:sldChg chg="add">
        <pc:chgData name="Li,Yuting (HP Medicine) BII-CN-S" userId="ce8fbb54-122c-426d-b8da-fdcc5e1b5022" providerId="ADAL" clId="{63525DE0-AD1C-4F97-BE63-C868FF3449EF}" dt="2022-12-09T02:49:20.636" v="233"/>
        <pc:sldMkLst>
          <pc:docMk/>
          <pc:sldMk cId="2865900037" sldId="2147469214"/>
        </pc:sldMkLst>
      </pc:sldChg>
      <pc:sldChg chg="modSp add mod">
        <pc:chgData name="Li,Yuting (HP Medicine) BII-CN-S" userId="ce8fbb54-122c-426d-b8da-fdcc5e1b5022" providerId="ADAL" clId="{63525DE0-AD1C-4F97-BE63-C868FF3449EF}" dt="2022-12-09T02:56:08.738" v="426" actId="1076"/>
        <pc:sldMkLst>
          <pc:docMk/>
          <pc:sldMk cId="1286070079" sldId="2147469215"/>
        </pc:sldMkLst>
        <pc:spChg chg="mod">
          <ac:chgData name="Li,Yuting (HP Medicine) BII-CN-S" userId="ce8fbb54-122c-426d-b8da-fdcc5e1b5022" providerId="ADAL" clId="{63525DE0-AD1C-4F97-BE63-C868FF3449EF}" dt="2022-12-09T02:55:43.963" v="405" actId="1035"/>
          <ac:spMkLst>
            <pc:docMk/>
            <pc:sldMk cId="1286070079" sldId="2147469215"/>
            <ac:spMk id="59" creationId="{65D9C209-3F11-4845-B6BC-BD8F5DBCA67B}"/>
          </ac:spMkLst>
        </pc:spChg>
        <pc:spChg chg="mod">
          <ac:chgData name="Li,Yuting (HP Medicine) BII-CN-S" userId="ce8fbb54-122c-426d-b8da-fdcc5e1b5022" providerId="ADAL" clId="{63525DE0-AD1C-4F97-BE63-C868FF3449EF}" dt="2022-12-09T02:55:43.963" v="405" actId="1035"/>
          <ac:spMkLst>
            <pc:docMk/>
            <pc:sldMk cId="1286070079" sldId="2147469215"/>
            <ac:spMk id="76" creationId="{60838ACC-4AB5-4AFC-97DD-2AC12A7AE913}"/>
          </ac:spMkLst>
        </pc:spChg>
        <pc:spChg chg="mod">
          <ac:chgData name="Li,Yuting (HP Medicine) BII-CN-S" userId="ce8fbb54-122c-426d-b8da-fdcc5e1b5022" providerId="ADAL" clId="{63525DE0-AD1C-4F97-BE63-C868FF3449EF}" dt="2022-12-09T02:55:43.963" v="405" actId="1035"/>
          <ac:spMkLst>
            <pc:docMk/>
            <pc:sldMk cId="1286070079" sldId="2147469215"/>
            <ac:spMk id="77" creationId="{081CE0EC-6BFD-4451-B10A-7CFE2288ABAB}"/>
          </ac:spMkLst>
        </pc:spChg>
        <pc:spChg chg="mod">
          <ac:chgData name="Li,Yuting (HP Medicine) BII-CN-S" userId="ce8fbb54-122c-426d-b8da-fdcc5e1b5022" providerId="ADAL" clId="{63525DE0-AD1C-4F97-BE63-C868FF3449EF}" dt="2022-12-09T02:55:43.963" v="405" actId="1035"/>
          <ac:spMkLst>
            <pc:docMk/>
            <pc:sldMk cId="1286070079" sldId="2147469215"/>
            <ac:spMk id="78" creationId="{12C190F4-BC9D-45BD-B3D6-33DFAC0EC02A}"/>
          </ac:spMkLst>
        </pc:spChg>
        <pc:spChg chg="mod">
          <ac:chgData name="Li,Yuting (HP Medicine) BII-CN-S" userId="ce8fbb54-122c-426d-b8da-fdcc5e1b5022" providerId="ADAL" clId="{63525DE0-AD1C-4F97-BE63-C868FF3449EF}" dt="2022-12-09T02:55:43.963" v="405" actId="1035"/>
          <ac:spMkLst>
            <pc:docMk/>
            <pc:sldMk cId="1286070079" sldId="2147469215"/>
            <ac:spMk id="81" creationId="{DCB95541-3F87-4977-8B60-344DC5A506F3}"/>
          </ac:spMkLst>
        </pc:spChg>
        <pc:spChg chg="mod">
          <ac:chgData name="Li,Yuting (HP Medicine) BII-CN-S" userId="ce8fbb54-122c-426d-b8da-fdcc5e1b5022" providerId="ADAL" clId="{63525DE0-AD1C-4F97-BE63-C868FF3449EF}" dt="2022-12-09T02:55:43.963" v="405" actId="1035"/>
          <ac:spMkLst>
            <pc:docMk/>
            <pc:sldMk cId="1286070079" sldId="2147469215"/>
            <ac:spMk id="84" creationId="{542C7DA4-0985-4CC4-AD0A-DF243707F18E}"/>
          </ac:spMkLst>
        </pc:spChg>
        <pc:spChg chg="mod">
          <ac:chgData name="Li,Yuting (HP Medicine) BII-CN-S" userId="ce8fbb54-122c-426d-b8da-fdcc5e1b5022" providerId="ADAL" clId="{63525DE0-AD1C-4F97-BE63-C868FF3449EF}" dt="2022-12-09T02:55:43.963" v="405" actId="1035"/>
          <ac:spMkLst>
            <pc:docMk/>
            <pc:sldMk cId="1286070079" sldId="2147469215"/>
            <ac:spMk id="100" creationId="{134D74FC-D54B-4047-847F-CBB76EC9F3EA}"/>
          </ac:spMkLst>
        </pc:spChg>
        <pc:spChg chg="mod">
          <ac:chgData name="Li,Yuting (HP Medicine) BII-CN-S" userId="ce8fbb54-122c-426d-b8da-fdcc5e1b5022" providerId="ADAL" clId="{63525DE0-AD1C-4F97-BE63-C868FF3449EF}" dt="2022-12-09T02:55:43.963" v="405" actId="1035"/>
          <ac:spMkLst>
            <pc:docMk/>
            <pc:sldMk cId="1286070079" sldId="2147469215"/>
            <ac:spMk id="101" creationId="{116580F7-EF8C-4398-B7E5-B93D4E3B7314}"/>
          </ac:spMkLst>
        </pc:spChg>
        <pc:spChg chg="mod">
          <ac:chgData name="Li,Yuting (HP Medicine) BII-CN-S" userId="ce8fbb54-122c-426d-b8da-fdcc5e1b5022" providerId="ADAL" clId="{63525DE0-AD1C-4F97-BE63-C868FF3449EF}" dt="2022-12-09T02:55:43.963" v="405" actId="1035"/>
          <ac:spMkLst>
            <pc:docMk/>
            <pc:sldMk cId="1286070079" sldId="2147469215"/>
            <ac:spMk id="102" creationId="{A363F998-E792-4751-B41F-BA56653D9BEE}"/>
          </ac:spMkLst>
        </pc:spChg>
        <pc:spChg chg="mod">
          <ac:chgData name="Li,Yuting (HP Medicine) BII-CN-S" userId="ce8fbb54-122c-426d-b8da-fdcc5e1b5022" providerId="ADAL" clId="{63525DE0-AD1C-4F97-BE63-C868FF3449EF}" dt="2022-12-09T02:55:43.963" v="405" actId="1035"/>
          <ac:spMkLst>
            <pc:docMk/>
            <pc:sldMk cId="1286070079" sldId="2147469215"/>
            <ac:spMk id="103" creationId="{8614C9A9-A277-403B-AF61-BD96CA907DA5}"/>
          </ac:spMkLst>
        </pc:spChg>
        <pc:spChg chg="mod">
          <ac:chgData name="Li,Yuting (HP Medicine) BII-CN-S" userId="ce8fbb54-122c-426d-b8da-fdcc5e1b5022" providerId="ADAL" clId="{63525DE0-AD1C-4F97-BE63-C868FF3449EF}" dt="2022-12-09T02:55:43.963" v="405" actId="1035"/>
          <ac:spMkLst>
            <pc:docMk/>
            <pc:sldMk cId="1286070079" sldId="2147469215"/>
            <ac:spMk id="104" creationId="{E6F166C8-3511-48E4-BDBA-711DC7EB9B29}"/>
          </ac:spMkLst>
        </pc:spChg>
        <pc:spChg chg="mod">
          <ac:chgData name="Li,Yuting (HP Medicine) BII-CN-S" userId="ce8fbb54-122c-426d-b8da-fdcc5e1b5022" providerId="ADAL" clId="{63525DE0-AD1C-4F97-BE63-C868FF3449EF}" dt="2022-12-09T02:55:43.963" v="405" actId="1035"/>
          <ac:spMkLst>
            <pc:docMk/>
            <pc:sldMk cId="1286070079" sldId="2147469215"/>
            <ac:spMk id="105" creationId="{785E939B-46E1-4400-AA01-4234544B9F05}"/>
          </ac:spMkLst>
        </pc:spChg>
        <pc:spChg chg="mod">
          <ac:chgData name="Li,Yuting (HP Medicine) BII-CN-S" userId="ce8fbb54-122c-426d-b8da-fdcc5e1b5022" providerId="ADAL" clId="{63525DE0-AD1C-4F97-BE63-C868FF3449EF}" dt="2022-12-09T02:55:43.963" v="405" actId="1035"/>
          <ac:spMkLst>
            <pc:docMk/>
            <pc:sldMk cId="1286070079" sldId="2147469215"/>
            <ac:spMk id="106" creationId="{7F4ADEEE-A1A4-4560-B90D-3B71074032E9}"/>
          </ac:spMkLst>
        </pc:spChg>
        <pc:spChg chg="mod">
          <ac:chgData name="Li,Yuting (HP Medicine) BII-CN-S" userId="ce8fbb54-122c-426d-b8da-fdcc5e1b5022" providerId="ADAL" clId="{63525DE0-AD1C-4F97-BE63-C868FF3449EF}" dt="2022-12-09T02:55:50.984" v="406" actId="1076"/>
          <ac:spMkLst>
            <pc:docMk/>
            <pc:sldMk cId="1286070079" sldId="2147469215"/>
            <ac:spMk id="107" creationId="{7DDA071E-5F80-4527-AE47-F1E7B2DC2A5B}"/>
          </ac:spMkLst>
        </pc:spChg>
        <pc:spChg chg="mod">
          <ac:chgData name="Li,Yuting (HP Medicine) BII-CN-S" userId="ce8fbb54-122c-426d-b8da-fdcc5e1b5022" providerId="ADAL" clId="{63525DE0-AD1C-4F97-BE63-C868FF3449EF}" dt="2022-12-09T02:56:08.738" v="426" actId="1076"/>
          <ac:spMkLst>
            <pc:docMk/>
            <pc:sldMk cId="1286070079" sldId="2147469215"/>
            <ac:spMk id="115" creationId="{7CE6E2D2-4B7D-497A-A667-414B2C7DA7FC}"/>
          </ac:spMkLst>
        </pc:spChg>
        <pc:spChg chg="mod">
          <ac:chgData name="Li,Yuting (HP Medicine) BII-CN-S" userId="ce8fbb54-122c-426d-b8da-fdcc5e1b5022" providerId="ADAL" clId="{63525DE0-AD1C-4F97-BE63-C868FF3449EF}" dt="2022-12-09T02:55:43.963" v="405" actId="1035"/>
          <ac:spMkLst>
            <pc:docMk/>
            <pc:sldMk cId="1286070079" sldId="2147469215"/>
            <ac:spMk id="119" creationId="{D215585A-8B27-43E8-BC77-9A20E832F984}"/>
          </ac:spMkLst>
        </pc:spChg>
        <pc:spChg chg="mod">
          <ac:chgData name="Li,Yuting (HP Medicine) BII-CN-S" userId="ce8fbb54-122c-426d-b8da-fdcc5e1b5022" providerId="ADAL" clId="{63525DE0-AD1C-4F97-BE63-C868FF3449EF}" dt="2022-12-09T02:56:01.397" v="425" actId="1035"/>
          <ac:spMkLst>
            <pc:docMk/>
            <pc:sldMk cId="1286070079" sldId="2147469215"/>
            <ac:spMk id="131" creationId="{44FA75B7-C645-4646-A6BE-0F4BBD35B732}"/>
          </ac:spMkLst>
        </pc:spChg>
        <pc:spChg chg="mod">
          <ac:chgData name="Li,Yuting (HP Medicine) BII-CN-S" userId="ce8fbb54-122c-426d-b8da-fdcc5e1b5022" providerId="ADAL" clId="{63525DE0-AD1C-4F97-BE63-C868FF3449EF}" dt="2022-12-09T02:55:43.963" v="405" actId="1035"/>
          <ac:spMkLst>
            <pc:docMk/>
            <pc:sldMk cId="1286070079" sldId="2147469215"/>
            <ac:spMk id="149" creationId="{6380A665-AE61-4ECB-94C7-6101C32FA508}"/>
          </ac:spMkLst>
        </pc:spChg>
        <pc:spChg chg="mod">
          <ac:chgData name="Li,Yuting (HP Medicine) BII-CN-S" userId="ce8fbb54-122c-426d-b8da-fdcc5e1b5022" providerId="ADAL" clId="{63525DE0-AD1C-4F97-BE63-C868FF3449EF}" dt="2022-12-09T02:55:43.963" v="405" actId="1035"/>
          <ac:spMkLst>
            <pc:docMk/>
            <pc:sldMk cId="1286070079" sldId="2147469215"/>
            <ac:spMk id="150" creationId="{077B42E6-D7DD-4F77-8701-CDD7C8CD4A04}"/>
          </ac:spMkLst>
        </pc:spChg>
        <pc:spChg chg="mod">
          <ac:chgData name="Li,Yuting (HP Medicine) BII-CN-S" userId="ce8fbb54-122c-426d-b8da-fdcc5e1b5022" providerId="ADAL" clId="{63525DE0-AD1C-4F97-BE63-C868FF3449EF}" dt="2022-12-09T02:55:43.963" v="405" actId="1035"/>
          <ac:spMkLst>
            <pc:docMk/>
            <pc:sldMk cId="1286070079" sldId="2147469215"/>
            <ac:spMk id="151" creationId="{CD805192-4322-4158-8128-6F325A099BB1}"/>
          </ac:spMkLst>
        </pc:spChg>
        <pc:spChg chg="mod">
          <ac:chgData name="Li,Yuting (HP Medicine) BII-CN-S" userId="ce8fbb54-122c-426d-b8da-fdcc5e1b5022" providerId="ADAL" clId="{63525DE0-AD1C-4F97-BE63-C868FF3449EF}" dt="2022-12-09T02:55:43.963" v="405" actId="1035"/>
          <ac:spMkLst>
            <pc:docMk/>
            <pc:sldMk cId="1286070079" sldId="2147469215"/>
            <ac:spMk id="153" creationId="{B12D5F57-79BE-4827-A78B-B9931760801A}"/>
          </ac:spMkLst>
        </pc:spChg>
        <pc:spChg chg="mod">
          <ac:chgData name="Li,Yuting (HP Medicine) BII-CN-S" userId="ce8fbb54-122c-426d-b8da-fdcc5e1b5022" providerId="ADAL" clId="{63525DE0-AD1C-4F97-BE63-C868FF3449EF}" dt="2022-12-09T02:55:43.963" v="405" actId="1035"/>
          <ac:spMkLst>
            <pc:docMk/>
            <pc:sldMk cId="1286070079" sldId="2147469215"/>
            <ac:spMk id="154" creationId="{1B57EBFD-1C51-4A62-983C-1022A308B3EF}"/>
          </ac:spMkLst>
        </pc:spChg>
        <pc:spChg chg="mod">
          <ac:chgData name="Li,Yuting (HP Medicine) BII-CN-S" userId="ce8fbb54-122c-426d-b8da-fdcc5e1b5022" providerId="ADAL" clId="{63525DE0-AD1C-4F97-BE63-C868FF3449EF}" dt="2022-12-09T02:55:43.963" v="405" actId="1035"/>
          <ac:spMkLst>
            <pc:docMk/>
            <pc:sldMk cId="1286070079" sldId="2147469215"/>
            <ac:spMk id="155" creationId="{73FD8C60-1F5C-48AA-A95E-62F5EB088FE9}"/>
          </ac:spMkLst>
        </pc:spChg>
        <pc:spChg chg="mod">
          <ac:chgData name="Li,Yuting (HP Medicine) BII-CN-S" userId="ce8fbb54-122c-426d-b8da-fdcc5e1b5022" providerId="ADAL" clId="{63525DE0-AD1C-4F97-BE63-C868FF3449EF}" dt="2022-12-09T02:55:43.963" v="405" actId="1035"/>
          <ac:spMkLst>
            <pc:docMk/>
            <pc:sldMk cId="1286070079" sldId="2147469215"/>
            <ac:spMk id="156" creationId="{F5BCF185-52C2-4011-A2E2-7486E5F3A124}"/>
          </ac:spMkLst>
        </pc:spChg>
        <pc:spChg chg="mod">
          <ac:chgData name="Li,Yuting (HP Medicine) BII-CN-S" userId="ce8fbb54-122c-426d-b8da-fdcc5e1b5022" providerId="ADAL" clId="{63525DE0-AD1C-4F97-BE63-C868FF3449EF}" dt="2022-12-09T02:56:01.397" v="425" actId="1035"/>
          <ac:spMkLst>
            <pc:docMk/>
            <pc:sldMk cId="1286070079" sldId="2147469215"/>
            <ac:spMk id="158" creationId="{33C68AC4-504B-4BEC-B60F-B81D39B25F97}"/>
          </ac:spMkLst>
        </pc:spChg>
        <pc:spChg chg="mod">
          <ac:chgData name="Li,Yuting (HP Medicine) BII-CN-S" userId="ce8fbb54-122c-426d-b8da-fdcc5e1b5022" providerId="ADAL" clId="{63525DE0-AD1C-4F97-BE63-C868FF3449EF}" dt="2022-12-09T02:56:01.397" v="425" actId="1035"/>
          <ac:spMkLst>
            <pc:docMk/>
            <pc:sldMk cId="1286070079" sldId="2147469215"/>
            <ac:spMk id="160" creationId="{8FBCEB0F-2F0C-41E2-B607-50A719D0F1F9}"/>
          </ac:spMkLst>
        </pc:spChg>
        <pc:spChg chg="mod">
          <ac:chgData name="Li,Yuting (HP Medicine) BII-CN-S" userId="ce8fbb54-122c-426d-b8da-fdcc5e1b5022" providerId="ADAL" clId="{63525DE0-AD1C-4F97-BE63-C868FF3449EF}" dt="2022-12-09T02:56:01.397" v="425" actId="1035"/>
          <ac:spMkLst>
            <pc:docMk/>
            <pc:sldMk cId="1286070079" sldId="2147469215"/>
            <ac:spMk id="162" creationId="{8487ED68-8FA9-4DBA-9C3E-3DE72F17F891}"/>
          </ac:spMkLst>
        </pc:spChg>
        <pc:spChg chg="mod">
          <ac:chgData name="Li,Yuting (HP Medicine) BII-CN-S" userId="ce8fbb54-122c-426d-b8da-fdcc5e1b5022" providerId="ADAL" clId="{63525DE0-AD1C-4F97-BE63-C868FF3449EF}" dt="2022-12-09T02:56:01.397" v="425" actId="1035"/>
          <ac:spMkLst>
            <pc:docMk/>
            <pc:sldMk cId="1286070079" sldId="2147469215"/>
            <ac:spMk id="163" creationId="{30012855-EA40-4E94-98BE-5351051F24D2}"/>
          </ac:spMkLst>
        </pc:spChg>
        <pc:spChg chg="mod">
          <ac:chgData name="Li,Yuting (HP Medicine) BII-CN-S" userId="ce8fbb54-122c-426d-b8da-fdcc5e1b5022" providerId="ADAL" clId="{63525DE0-AD1C-4F97-BE63-C868FF3449EF}" dt="2022-12-09T02:56:01.397" v="425" actId="1035"/>
          <ac:spMkLst>
            <pc:docMk/>
            <pc:sldMk cId="1286070079" sldId="2147469215"/>
            <ac:spMk id="164" creationId="{726C254F-0F54-436A-9E05-EA03C305B579}"/>
          </ac:spMkLst>
        </pc:spChg>
        <pc:spChg chg="mod">
          <ac:chgData name="Li,Yuting (HP Medicine) BII-CN-S" userId="ce8fbb54-122c-426d-b8da-fdcc5e1b5022" providerId="ADAL" clId="{63525DE0-AD1C-4F97-BE63-C868FF3449EF}" dt="2022-12-09T02:56:01.397" v="425" actId="1035"/>
          <ac:spMkLst>
            <pc:docMk/>
            <pc:sldMk cId="1286070079" sldId="2147469215"/>
            <ac:spMk id="165" creationId="{61D4A43C-523E-44F2-9269-D886B47619AB}"/>
          </ac:spMkLst>
        </pc:spChg>
        <pc:spChg chg="mod">
          <ac:chgData name="Li,Yuting (HP Medicine) BII-CN-S" userId="ce8fbb54-122c-426d-b8da-fdcc5e1b5022" providerId="ADAL" clId="{63525DE0-AD1C-4F97-BE63-C868FF3449EF}" dt="2022-12-09T02:56:01.397" v="425" actId="1035"/>
          <ac:spMkLst>
            <pc:docMk/>
            <pc:sldMk cId="1286070079" sldId="2147469215"/>
            <ac:spMk id="166" creationId="{7E09BEB5-EACA-4EFC-8BD7-5719958A932C}"/>
          </ac:spMkLst>
        </pc:spChg>
        <pc:spChg chg="mod">
          <ac:chgData name="Li,Yuting (HP Medicine) BII-CN-S" userId="ce8fbb54-122c-426d-b8da-fdcc5e1b5022" providerId="ADAL" clId="{63525DE0-AD1C-4F97-BE63-C868FF3449EF}" dt="2022-12-09T02:56:01.397" v="425" actId="1035"/>
          <ac:spMkLst>
            <pc:docMk/>
            <pc:sldMk cId="1286070079" sldId="2147469215"/>
            <ac:spMk id="167" creationId="{DC81D82F-E072-4505-B0F4-E1C8DFB581DC}"/>
          </ac:spMkLst>
        </pc:spChg>
        <pc:spChg chg="mod">
          <ac:chgData name="Li,Yuting (HP Medicine) BII-CN-S" userId="ce8fbb54-122c-426d-b8da-fdcc5e1b5022" providerId="ADAL" clId="{63525DE0-AD1C-4F97-BE63-C868FF3449EF}" dt="2022-12-09T02:55:43.963" v="405" actId="1035"/>
          <ac:spMkLst>
            <pc:docMk/>
            <pc:sldMk cId="1286070079" sldId="2147469215"/>
            <ac:spMk id="173" creationId="{85E02E15-15D6-4FB2-AD0A-19E9217D5129}"/>
          </ac:spMkLst>
        </pc:spChg>
        <pc:spChg chg="mod">
          <ac:chgData name="Li,Yuting (HP Medicine) BII-CN-S" userId="ce8fbb54-122c-426d-b8da-fdcc5e1b5022" providerId="ADAL" clId="{63525DE0-AD1C-4F97-BE63-C868FF3449EF}" dt="2022-12-09T02:56:01.397" v="425" actId="1035"/>
          <ac:spMkLst>
            <pc:docMk/>
            <pc:sldMk cId="1286070079" sldId="2147469215"/>
            <ac:spMk id="175" creationId="{20F7A4BB-05E8-4B7E-A1AA-BB093CA783D0}"/>
          </ac:spMkLst>
        </pc:spChg>
        <pc:picChg chg="mod">
          <ac:chgData name="Li,Yuting (HP Medicine) BII-CN-S" userId="ce8fbb54-122c-426d-b8da-fdcc5e1b5022" providerId="ADAL" clId="{63525DE0-AD1C-4F97-BE63-C868FF3449EF}" dt="2022-12-09T02:55:43.963" v="405" actId="1035"/>
          <ac:picMkLst>
            <pc:docMk/>
            <pc:sldMk cId="1286070079" sldId="2147469215"/>
            <ac:picMk id="176" creationId="{87B94F19-31D5-482E-82CA-76656F8C4A0E}"/>
          </ac:picMkLst>
        </pc:picChg>
        <pc:cxnChg chg="mod">
          <ac:chgData name="Li,Yuting (HP Medicine) BII-CN-S" userId="ce8fbb54-122c-426d-b8da-fdcc5e1b5022" providerId="ADAL" clId="{63525DE0-AD1C-4F97-BE63-C868FF3449EF}" dt="2022-12-09T02:56:01.397" v="425" actId="1035"/>
          <ac:cxnSpMkLst>
            <pc:docMk/>
            <pc:sldMk cId="1286070079" sldId="2147469215"/>
            <ac:cxnSpMk id="14" creationId="{3FE385CD-0F25-4FD0-A9EB-BD9189AEFA20}"/>
          </ac:cxnSpMkLst>
        </pc:cxnChg>
        <pc:cxnChg chg="mod">
          <ac:chgData name="Li,Yuting (HP Medicine) BII-CN-S" userId="ce8fbb54-122c-426d-b8da-fdcc5e1b5022" providerId="ADAL" clId="{63525DE0-AD1C-4F97-BE63-C868FF3449EF}" dt="2022-12-09T02:55:43.963" v="405" actId="1035"/>
          <ac:cxnSpMkLst>
            <pc:docMk/>
            <pc:sldMk cId="1286070079" sldId="2147469215"/>
            <ac:cxnSpMk id="72" creationId="{9C165100-0114-4167-8FF0-BFF01B293D04}"/>
          </ac:cxnSpMkLst>
        </pc:cxnChg>
        <pc:cxnChg chg="mod">
          <ac:chgData name="Li,Yuting (HP Medicine) BII-CN-S" userId="ce8fbb54-122c-426d-b8da-fdcc5e1b5022" providerId="ADAL" clId="{63525DE0-AD1C-4F97-BE63-C868FF3449EF}" dt="2022-12-09T02:55:43.963" v="405" actId="1035"/>
          <ac:cxnSpMkLst>
            <pc:docMk/>
            <pc:sldMk cId="1286070079" sldId="2147469215"/>
            <ac:cxnSpMk id="122" creationId="{B8D8B1C1-48D8-4AFA-85DF-6A8E0CB36973}"/>
          </ac:cxnSpMkLst>
        </pc:cxnChg>
        <pc:cxnChg chg="mod">
          <ac:chgData name="Li,Yuting (HP Medicine) BII-CN-S" userId="ce8fbb54-122c-426d-b8da-fdcc5e1b5022" providerId="ADAL" clId="{63525DE0-AD1C-4F97-BE63-C868FF3449EF}" dt="2022-12-09T02:55:43.963" v="405" actId="1035"/>
          <ac:cxnSpMkLst>
            <pc:docMk/>
            <pc:sldMk cId="1286070079" sldId="2147469215"/>
            <ac:cxnSpMk id="152" creationId="{61063254-2B15-4719-8205-272C31427A20}"/>
          </ac:cxnSpMkLst>
        </pc:cxnChg>
      </pc:sldChg>
      <pc:sldChg chg="addSp delSp modSp add mod">
        <pc:chgData name="Li,Yuting (HP Medicine) BII-CN-S" userId="ce8fbb54-122c-426d-b8da-fdcc5e1b5022" providerId="ADAL" clId="{63525DE0-AD1C-4F97-BE63-C868FF3449EF}" dt="2022-12-09T03:09:49.367" v="570" actId="6549"/>
        <pc:sldMkLst>
          <pc:docMk/>
          <pc:sldMk cId="1933970690" sldId="2147469217"/>
        </pc:sldMkLst>
        <pc:spChg chg="mod">
          <ac:chgData name="Li,Yuting (HP Medicine) BII-CN-S" userId="ce8fbb54-122c-426d-b8da-fdcc5e1b5022" providerId="ADAL" clId="{63525DE0-AD1C-4F97-BE63-C868FF3449EF}" dt="2022-12-09T03:09:49.367" v="570" actId="6549"/>
          <ac:spMkLst>
            <pc:docMk/>
            <pc:sldMk cId="1933970690" sldId="2147469217"/>
            <ac:spMk id="52" creationId="{C37AB0AB-396A-4A09-A640-7C9D33588A3C}"/>
          </ac:spMkLst>
        </pc:spChg>
        <pc:graphicFrameChg chg="add del mod">
          <ac:chgData name="Li,Yuting (HP Medicine) BII-CN-S" userId="ce8fbb54-122c-426d-b8da-fdcc5e1b5022" providerId="ADAL" clId="{63525DE0-AD1C-4F97-BE63-C868FF3449EF}" dt="2022-12-09T03:09:38.447" v="565"/>
          <ac:graphicFrameMkLst>
            <pc:docMk/>
            <pc:sldMk cId="1933970690" sldId="2147469217"/>
            <ac:graphicFrameMk id="8" creationId="{27A2CEDE-0796-46E7-9E94-753491CA6096}"/>
          </ac:graphicFrameMkLst>
        </pc:graphicFrameChg>
      </pc:sldChg>
      <pc:sldChg chg="add">
        <pc:chgData name="Li,Yuting (HP Medicine) BII-CN-S" userId="ce8fbb54-122c-426d-b8da-fdcc5e1b5022" providerId="ADAL" clId="{63525DE0-AD1C-4F97-BE63-C868FF3449EF}" dt="2022-12-09T03:10:01.338" v="571"/>
        <pc:sldMkLst>
          <pc:docMk/>
          <pc:sldMk cId="2408813505" sldId="2147469218"/>
        </pc:sldMkLst>
      </pc:sldChg>
      <pc:sldChg chg="modSp add mod modCm">
        <pc:chgData name="Li,Yuting (HP Medicine) BII-CN-S" userId="ce8fbb54-122c-426d-b8da-fdcc5e1b5022" providerId="ADAL" clId="{63525DE0-AD1C-4F97-BE63-C868FF3449EF}" dt="2022-12-09T03:25:18.982" v="919" actId="1076"/>
        <pc:sldMkLst>
          <pc:docMk/>
          <pc:sldMk cId="2461462039" sldId="2147469219"/>
        </pc:sldMkLst>
        <pc:spChg chg="mod">
          <ac:chgData name="Li,Yuting (HP Medicine) BII-CN-S" userId="ce8fbb54-122c-426d-b8da-fdcc5e1b5022" providerId="ADAL" clId="{63525DE0-AD1C-4F97-BE63-C868FF3449EF}" dt="2022-12-09T03:23:58.385" v="880" actId="20577"/>
          <ac:spMkLst>
            <pc:docMk/>
            <pc:sldMk cId="2461462039" sldId="2147469219"/>
            <ac:spMk id="168" creationId="{65EA3170-CB0D-432D-8631-319933F816A2}"/>
          </ac:spMkLst>
        </pc:spChg>
        <pc:spChg chg="mod">
          <ac:chgData name="Li,Yuting (HP Medicine) BII-CN-S" userId="ce8fbb54-122c-426d-b8da-fdcc5e1b5022" providerId="ADAL" clId="{63525DE0-AD1C-4F97-BE63-C868FF3449EF}" dt="2022-12-09T03:25:02.957" v="918" actId="20577"/>
          <ac:spMkLst>
            <pc:docMk/>
            <pc:sldMk cId="2461462039" sldId="2147469219"/>
            <ac:spMk id="192" creationId="{31193A60-52A8-4E9D-BB69-B3D203C95D66}"/>
          </ac:spMkLst>
        </pc:spChg>
        <pc:grpChg chg="mod">
          <ac:chgData name="Li,Yuting (HP Medicine) BII-CN-S" userId="ce8fbb54-122c-426d-b8da-fdcc5e1b5022" providerId="ADAL" clId="{63525DE0-AD1C-4F97-BE63-C868FF3449EF}" dt="2022-12-09T03:25:18.982" v="919" actId="1076"/>
          <ac:grpSpMkLst>
            <pc:docMk/>
            <pc:sldMk cId="2461462039" sldId="2147469219"/>
            <ac:grpSpMk id="203" creationId="{3855D1D5-D3D2-4F97-9E67-F3646B91ACCC}"/>
          </ac:grpSpMkLst>
        </pc:grpChg>
      </pc:sldChg>
      <pc:sldChg chg="add del">
        <pc:chgData name="Li,Yuting (HP Medicine) BII-CN-S" userId="ce8fbb54-122c-426d-b8da-fdcc5e1b5022" providerId="ADAL" clId="{63525DE0-AD1C-4F97-BE63-C868FF3449EF}" dt="2022-12-09T03:26:24.451" v="925"/>
        <pc:sldMkLst>
          <pc:docMk/>
          <pc:sldMk cId="1167652471" sldId="2147469220"/>
        </pc:sldMkLst>
      </pc:sldChg>
      <pc:sldChg chg="modSp add mod">
        <pc:chgData name="Li,Yuting (HP Medicine) BII-CN-S" userId="ce8fbb54-122c-426d-b8da-fdcc5e1b5022" providerId="ADAL" clId="{63525DE0-AD1C-4F97-BE63-C868FF3449EF}" dt="2022-12-09T09:32:10.035" v="2716" actId="20577"/>
        <pc:sldMkLst>
          <pc:docMk/>
          <pc:sldMk cId="1785818541" sldId="2147469220"/>
        </pc:sldMkLst>
        <pc:spChg chg="mod">
          <ac:chgData name="Li,Yuting (HP Medicine) BII-CN-S" userId="ce8fbb54-122c-426d-b8da-fdcc5e1b5022" providerId="ADAL" clId="{63525DE0-AD1C-4F97-BE63-C868FF3449EF}" dt="2022-12-09T05:49:00.646" v="1015" actId="1076"/>
          <ac:spMkLst>
            <pc:docMk/>
            <pc:sldMk cId="1785818541" sldId="2147469220"/>
            <ac:spMk id="101" creationId="{652D871A-8217-4BD8-A503-BA3EEDA62A16}"/>
          </ac:spMkLst>
        </pc:spChg>
        <pc:spChg chg="mod">
          <ac:chgData name="Li,Yuting (HP Medicine) BII-CN-S" userId="ce8fbb54-122c-426d-b8da-fdcc5e1b5022" providerId="ADAL" clId="{63525DE0-AD1C-4F97-BE63-C868FF3449EF}" dt="2022-12-09T09:32:10.035" v="2716" actId="20577"/>
          <ac:spMkLst>
            <pc:docMk/>
            <pc:sldMk cId="1785818541" sldId="2147469220"/>
            <ac:spMk id="111" creationId="{40929094-C8CC-4BCB-B988-FAC9EF24EDE7}"/>
          </ac:spMkLst>
        </pc:spChg>
        <pc:cxnChg chg="mod">
          <ac:chgData name="Li,Yuting (HP Medicine) BII-CN-S" userId="ce8fbb54-122c-426d-b8da-fdcc5e1b5022" providerId="ADAL" clId="{63525DE0-AD1C-4F97-BE63-C868FF3449EF}" dt="2022-12-09T05:49:02.248" v="1016" actId="1076"/>
          <ac:cxnSpMkLst>
            <pc:docMk/>
            <pc:sldMk cId="1785818541" sldId="2147469220"/>
            <ac:cxnSpMk id="100" creationId="{BF5FE6AA-25B7-4F2C-B9AC-FAE01DE0759D}"/>
          </ac:cxnSpMkLst>
        </pc:cxnChg>
      </pc:sldChg>
      <pc:sldChg chg="delSp modSp add mod">
        <pc:chgData name="Li,Yuting (HP Medicine) BII-CN-S" userId="ce8fbb54-122c-426d-b8da-fdcc5e1b5022" providerId="ADAL" clId="{63525DE0-AD1C-4F97-BE63-C868FF3449EF}" dt="2022-12-09T06:10:50.066" v="1867" actId="1076"/>
        <pc:sldMkLst>
          <pc:docMk/>
          <pc:sldMk cId="1750966735" sldId="2147469221"/>
        </pc:sldMkLst>
        <pc:spChg chg="mod">
          <ac:chgData name="Li,Yuting (HP Medicine) BII-CN-S" userId="ce8fbb54-122c-426d-b8da-fdcc5e1b5022" providerId="ADAL" clId="{63525DE0-AD1C-4F97-BE63-C868FF3449EF}" dt="2022-12-09T06:10:50.066" v="1867" actId="1076"/>
          <ac:spMkLst>
            <pc:docMk/>
            <pc:sldMk cId="1750966735" sldId="2147469221"/>
            <ac:spMk id="63" creationId="{9224C17E-1AA1-4096-A3FD-25D6FD8BA444}"/>
          </ac:spMkLst>
        </pc:spChg>
        <pc:spChg chg="mod">
          <ac:chgData name="Li,Yuting (HP Medicine) BII-CN-S" userId="ce8fbb54-122c-426d-b8da-fdcc5e1b5022" providerId="ADAL" clId="{63525DE0-AD1C-4F97-BE63-C868FF3449EF}" dt="2022-12-09T05:56:58.032" v="1357" actId="20577"/>
          <ac:spMkLst>
            <pc:docMk/>
            <pc:sldMk cId="1750966735" sldId="2147469221"/>
            <ac:spMk id="99" creationId="{D11E8C8E-EA83-4AF2-B5EA-9A0D5FDC196B}"/>
          </ac:spMkLst>
        </pc:spChg>
        <pc:spChg chg="del mod">
          <ac:chgData name="Li,Yuting (HP Medicine) BII-CN-S" userId="ce8fbb54-122c-426d-b8da-fdcc5e1b5022" providerId="ADAL" clId="{63525DE0-AD1C-4F97-BE63-C868FF3449EF}" dt="2022-12-09T05:52:41.422" v="1033" actId="478"/>
          <ac:spMkLst>
            <pc:docMk/>
            <pc:sldMk cId="1750966735" sldId="2147469221"/>
            <ac:spMk id="101" creationId="{00000000-0000-0000-0000-000000000000}"/>
          </ac:spMkLst>
        </pc:spChg>
      </pc:sldChg>
      <pc:sldChg chg="addSp delSp modSp add mod">
        <pc:chgData name="Li,Yuting (HP Medicine) BII-CN-S" userId="ce8fbb54-122c-426d-b8da-fdcc5e1b5022" providerId="ADAL" clId="{63525DE0-AD1C-4F97-BE63-C868FF3449EF}" dt="2022-12-09T06:13:26.504" v="1949" actId="20577"/>
        <pc:sldMkLst>
          <pc:docMk/>
          <pc:sldMk cId="257973879" sldId="2147469222"/>
        </pc:sldMkLst>
        <pc:spChg chg="add del mod">
          <ac:chgData name="Li,Yuting (HP Medicine) BII-CN-S" userId="ce8fbb54-122c-426d-b8da-fdcc5e1b5022" providerId="ADAL" clId="{63525DE0-AD1C-4F97-BE63-C868FF3449EF}" dt="2022-12-09T06:10:54.465" v="1869"/>
          <ac:spMkLst>
            <pc:docMk/>
            <pc:sldMk cId="257973879" sldId="2147469222"/>
            <ac:spMk id="87" creationId="{259F0B9A-87FF-45B6-B0D5-DCD64DC43B8C}"/>
          </ac:spMkLst>
        </pc:spChg>
        <pc:spChg chg="mod">
          <ac:chgData name="Li,Yuting (HP Medicine) BII-CN-S" userId="ce8fbb54-122c-426d-b8da-fdcc5e1b5022" providerId="ADAL" clId="{63525DE0-AD1C-4F97-BE63-C868FF3449EF}" dt="2022-12-09T06:13:26.504" v="1949" actId="20577"/>
          <ac:spMkLst>
            <pc:docMk/>
            <pc:sldMk cId="257973879" sldId="2147469222"/>
            <ac:spMk id="90" creationId="{9466DE8F-DCCC-4688-AD54-68172F2C8E9F}"/>
          </ac:spMkLst>
        </pc:spChg>
        <pc:spChg chg="add del mod">
          <ac:chgData name="Li,Yuting (HP Medicine) BII-CN-S" userId="ce8fbb54-122c-426d-b8da-fdcc5e1b5022" providerId="ADAL" clId="{63525DE0-AD1C-4F97-BE63-C868FF3449EF}" dt="2022-12-09T06:11:12.248" v="1871" actId="478"/>
          <ac:spMkLst>
            <pc:docMk/>
            <pc:sldMk cId="257973879" sldId="2147469222"/>
            <ac:spMk id="93" creationId="{7853D144-AAA4-4DE0-856E-493211184639}"/>
          </ac:spMkLst>
        </pc:spChg>
        <pc:cxnChg chg="add del mod">
          <ac:chgData name="Li,Yuting (HP Medicine) BII-CN-S" userId="ce8fbb54-122c-426d-b8da-fdcc5e1b5022" providerId="ADAL" clId="{63525DE0-AD1C-4F97-BE63-C868FF3449EF}" dt="2022-12-09T06:11:12.248" v="1871" actId="478"/>
          <ac:cxnSpMkLst>
            <pc:docMk/>
            <pc:sldMk cId="257973879" sldId="2147469222"/>
            <ac:cxnSpMk id="89" creationId="{FADC0525-9E77-4CB7-B987-877D54CD7D07}"/>
          </ac:cxnSpMkLst>
        </pc:cxnChg>
      </pc:sldChg>
      <pc:sldChg chg="modSp add mod">
        <pc:chgData name="Li,Yuting (HP Medicine) BII-CN-S" userId="ce8fbb54-122c-426d-b8da-fdcc5e1b5022" providerId="ADAL" clId="{63525DE0-AD1C-4F97-BE63-C868FF3449EF}" dt="2022-12-09T06:59:43.655" v="2581" actId="20577"/>
        <pc:sldMkLst>
          <pc:docMk/>
          <pc:sldMk cId="2214068917" sldId="2147469223"/>
        </pc:sldMkLst>
        <pc:graphicFrameChg chg="modGraphic">
          <ac:chgData name="Li,Yuting (HP Medicine) BII-CN-S" userId="ce8fbb54-122c-426d-b8da-fdcc5e1b5022" providerId="ADAL" clId="{63525DE0-AD1C-4F97-BE63-C868FF3449EF}" dt="2022-12-09T06:59:43.655" v="2581" actId="20577"/>
          <ac:graphicFrameMkLst>
            <pc:docMk/>
            <pc:sldMk cId="2214068917" sldId="2147469223"/>
            <ac:graphicFrameMk id="9" creationId="{A53A2D83-63FD-44E4-BF92-1861D56E3E63}"/>
          </ac:graphicFrameMkLst>
        </pc:graphicFrameChg>
      </pc:sldChg>
      <pc:sldMasterChg chg="delSldLayout">
        <pc:chgData name="Li,Yuting (HP Medicine) BII-CN-S" userId="ce8fbb54-122c-426d-b8da-fdcc5e1b5022" providerId="ADAL" clId="{63525DE0-AD1C-4F97-BE63-C868FF3449EF}" dt="2022-12-09T03:10:12.248" v="573" actId="47"/>
        <pc:sldMasterMkLst>
          <pc:docMk/>
          <pc:sldMasterMk cId="2865055379" sldId="2147483679"/>
        </pc:sldMasterMkLst>
        <pc:sldLayoutChg chg="del">
          <pc:chgData name="Li,Yuting (HP Medicine) BII-CN-S" userId="ce8fbb54-122c-426d-b8da-fdcc5e1b5022" providerId="ADAL" clId="{63525DE0-AD1C-4F97-BE63-C868FF3449EF}" dt="2022-12-09T03:10:12.248" v="573" actId="47"/>
          <pc:sldLayoutMkLst>
            <pc:docMk/>
            <pc:sldMasterMk cId="2865055379" sldId="2147483679"/>
            <pc:sldLayoutMk cId="151304170" sldId="2147484504"/>
          </pc:sldLayoutMkLst>
        </pc:sldLayoutChg>
      </pc:sldMasterChg>
    </pc:docChg>
  </pc:docChgLst>
  <pc:docChgLst>
    <pc:chgData name="Li,Yuting (HP Medicine) BII-CN-S" userId="S::yuting.li@boehringer-ingelheim.com::ce8fbb54-122c-426d-b8da-fdcc5e1b5022" providerId="AD" clId="Web-{DDEC988F-8BA9-E76F-48C6-1D42798EF9A4}"/>
    <pc:docChg chg="modSld">
      <pc:chgData name="Li,Yuting (HP Medicine) BII-CN-S" userId="S::yuting.li@boehringer-ingelheim.com::ce8fbb54-122c-426d-b8da-fdcc5e1b5022" providerId="AD" clId="Web-{DDEC988F-8BA9-E76F-48C6-1D42798EF9A4}" dt="2024-02-23T06:15:07.674" v="2" actId="20577"/>
      <pc:docMkLst>
        <pc:docMk/>
      </pc:docMkLst>
      <pc:sldChg chg="modSp">
        <pc:chgData name="Li,Yuting (HP Medicine) BII-CN-S" userId="S::yuting.li@boehringer-ingelheim.com::ce8fbb54-122c-426d-b8da-fdcc5e1b5022" providerId="AD" clId="Web-{DDEC988F-8BA9-E76F-48C6-1D42798EF9A4}" dt="2024-02-23T06:15:07.674" v="2" actId="20577"/>
        <pc:sldMkLst>
          <pc:docMk/>
          <pc:sldMk cId="1729374619" sldId="2147481402"/>
        </pc:sldMkLst>
        <pc:spChg chg="mod">
          <ac:chgData name="Li,Yuting (HP Medicine) BII-CN-S" userId="S::yuting.li@boehringer-ingelheim.com::ce8fbb54-122c-426d-b8da-fdcc5e1b5022" providerId="AD" clId="Web-{DDEC988F-8BA9-E76F-48C6-1D42798EF9A4}" dt="2024-02-23T06:15:07.674" v="2" actId="20577"/>
          <ac:spMkLst>
            <pc:docMk/>
            <pc:sldMk cId="1729374619" sldId="2147481402"/>
            <ac:spMk id="39" creationId="{3D8443B3-9E6B-09DB-6CF8-C1F69166E0A3}"/>
          </ac:spMkLst>
        </pc:spChg>
      </pc:sldChg>
    </pc:docChg>
  </pc:docChgLst>
  <pc:docChgLst>
    <pc:chgData name="Li,Yuting (HP Medicine) BII-CN-S" userId="ce8fbb54-122c-426d-b8da-fdcc5e1b5022" providerId="ADAL" clId="{5A46DF61-89F8-434F-A304-B9E79C7782CD}"/>
    <pc:docChg chg="undo custSel delSld modSld">
      <pc:chgData name="Li,Yuting (HP Medicine) BII-CN-S" userId="ce8fbb54-122c-426d-b8da-fdcc5e1b5022" providerId="ADAL" clId="{5A46DF61-89F8-434F-A304-B9E79C7782CD}" dt="2023-12-18T02:35:58.081" v="1361" actId="20577"/>
      <pc:docMkLst>
        <pc:docMk/>
      </pc:docMkLst>
      <pc:sldChg chg="addSp delSp modSp mod modClrScheme chgLayout">
        <pc:chgData name="Li,Yuting (HP Medicine) BII-CN-S" userId="ce8fbb54-122c-426d-b8da-fdcc5e1b5022" providerId="ADAL" clId="{5A46DF61-89F8-434F-A304-B9E79C7782CD}" dt="2023-12-17T06:54:41.762" v="884" actId="113"/>
        <pc:sldMkLst>
          <pc:docMk/>
          <pc:sldMk cId="2590648101" sldId="2145705773"/>
        </pc:sldMkLst>
        <pc:spChg chg="mod ord">
          <ac:chgData name="Li,Yuting (HP Medicine) BII-CN-S" userId="ce8fbb54-122c-426d-b8da-fdcc5e1b5022" providerId="ADAL" clId="{5A46DF61-89F8-434F-A304-B9E79C7782CD}" dt="2023-12-17T06:53:43.953" v="872" actId="700"/>
          <ac:spMkLst>
            <pc:docMk/>
            <pc:sldMk cId="2590648101" sldId="2145705773"/>
            <ac:spMk id="2" creationId="{70FAE738-5E4D-F9DC-E82E-968E725404E3}"/>
          </ac:spMkLst>
        </pc:spChg>
        <pc:spChg chg="add mod ord">
          <ac:chgData name="Li,Yuting (HP Medicine) BII-CN-S" userId="ce8fbb54-122c-426d-b8da-fdcc5e1b5022" providerId="ADAL" clId="{5A46DF61-89F8-434F-A304-B9E79C7782CD}" dt="2023-12-17T06:53:43.953" v="872" actId="700"/>
          <ac:spMkLst>
            <pc:docMk/>
            <pc:sldMk cId="2590648101" sldId="2145705773"/>
            <ac:spMk id="4" creationId="{7CD705E5-41C2-AB1C-1253-825171511E49}"/>
          </ac:spMkLst>
        </pc:spChg>
        <pc:spChg chg="add del mod ord">
          <ac:chgData name="Li,Yuting (HP Medicine) BII-CN-S" userId="ce8fbb54-122c-426d-b8da-fdcc5e1b5022" providerId="ADAL" clId="{5A46DF61-89F8-434F-A304-B9E79C7782CD}" dt="2023-12-17T06:53:52.512" v="875" actId="478"/>
          <ac:spMkLst>
            <pc:docMk/>
            <pc:sldMk cId="2590648101" sldId="2145705773"/>
            <ac:spMk id="5" creationId="{00257F42-6206-6E72-3A47-B53FF8940C73}"/>
          </ac:spMkLst>
        </pc:spChg>
        <pc:spChg chg="mod ord">
          <ac:chgData name="Li,Yuting (HP Medicine) BII-CN-S" userId="ce8fbb54-122c-426d-b8da-fdcc5e1b5022" providerId="ADAL" clId="{5A46DF61-89F8-434F-A304-B9E79C7782CD}" dt="2023-12-17T06:53:43.953" v="872" actId="700"/>
          <ac:spMkLst>
            <pc:docMk/>
            <pc:sldMk cId="2590648101" sldId="2145705773"/>
            <ac:spMk id="6" creationId="{AB5532A0-11CB-EF0C-805A-209E2A069314}"/>
          </ac:spMkLst>
        </pc:spChg>
        <pc:spChg chg="mod ord">
          <ac:chgData name="Li,Yuting (HP Medicine) BII-CN-S" userId="ce8fbb54-122c-426d-b8da-fdcc5e1b5022" providerId="ADAL" clId="{5A46DF61-89F8-434F-A304-B9E79C7782CD}" dt="2023-12-17T06:54:41.762" v="884" actId="113"/>
          <ac:spMkLst>
            <pc:docMk/>
            <pc:sldMk cId="2590648101" sldId="2145705773"/>
            <ac:spMk id="19" creationId="{A6276402-35A9-2CA0-41AE-803FA9C18512}"/>
          </ac:spMkLst>
        </pc:spChg>
        <pc:graphicFrameChg chg="mod">
          <ac:chgData name="Li,Yuting (HP Medicine) BII-CN-S" userId="ce8fbb54-122c-426d-b8da-fdcc5e1b5022" providerId="ADAL" clId="{5A46DF61-89F8-434F-A304-B9E79C7782CD}" dt="2023-12-17T06:54:05.247" v="879" actId="14100"/>
          <ac:graphicFrameMkLst>
            <pc:docMk/>
            <pc:sldMk cId="2590648101" sldId="2145705773"/>
            <ac:graphicFrameMk id="3" creationId="{9D857ED7-46A3-4EF4-92A6-9885561FD9AE}"/>
          </ac:graphicFrameMkLst>
        </pc:graphicFrameChg>
      </pc:sldChg>
      <pc:sldChg chg="addSp delSp modSp mod modClrScheme chgLayout">
        <pc:chgData name="Li,Yuting (HP Medicine) BII-CN-S" userId="ce8fbb54-122c-426d-b8da-fdcc5e1b5022" providerId="ADAL" clId="{5A46DF61-89F8-434F-A304-B9E79C7782CD}" dt="2023-12-17T06:54:47.440" v="885" actId="113"/>
        <pc:sldMkLst>
          <pc:docMk/>
          <pc:sldMk cId="1451408146" sldId="2145705775"/>
        </pc:sldMkLst>
        <pc:spChg chg="add del mod ord">
          <ac:chgData name="Li,Yuting (HP Medicine) BII-CN-S" userId="ce8fbb54-122c-426d-b8da-fdcc5e1b5022" providerId="ADAL" clId="{5A46DF61-89F8-434F-A304-B9E79C7782CD}" dt="2023-12-17T06:50:11.194" v="861" actId="478"/>
          <ac:spMkLst>
            <pc:docMk/>
            <pc:sldMk cId="1451408146" sldId="2145705775"/>
            <ac:spMk id="2" creationId="{2C6E15FE-26F0-F818-D088-DDE9DF486A8A}"/>
          </ac:spMkLst>
        </pc:spChg>
        <pc:spChg chg="add mod ord">
          <ac:chgData name="Li,Yuting (HP Medicine) BII-CN-S" userId="ce8fbb54-122c-426d-b8da-fdcc5e1b5022" providerId="ADAL" clId="{5A46DF61-89F8-434F-A304-B9E79C7782CD}" dt="2023-12-17T06:49:54.075" v="859" actId="700"/>
          <ac:spMkLst>
            <pc:docMk/>
            <pc:sldMk cId="1451408146" sldId="2145705775"/>
            <ac:spMk id="3" creationId="{792482A6-B8BA-CE57-60DC-4F256870F9E5}"/>
          </ac:spMkLst>
        </pc:spChg>
        <pc:spChg chg="mod ord">
          <ac:chgData name="Li,Yuting (HP Medicine) BII-CN-S" userId="ce8fbb54-122c-426d-b8da-fdcc5e1b5022" providerId="ADAL" clId="{5A46DF61-89F8-434F-A304-B9E79C7782CD}" dt="2023-12-17T06:54:47.440" v="885" actId="113"/>
          <ac:spMkLst>
            <pc:docMk/>
            <pc:sldMk cId="1451408146" sldId="2145705775"/>
            <ac:spMk id="5" creationId="{375A7724-12D0-FDFE-3032-D58468AF83FC}"/>
          </ac:spMkLst>
        </pc:spChg>
        <pc:spChg chg="add del mod ord">
          <ac:chgData name="Li,Yuting (HP Medicine) BII-CN-S" userId="ce8fbb54-122c-426d-b8da-fdcc5e1b5022" providerId="ADAL" clId="{5A46DF61-89F8-434F-A304-B9E79C7782CD}" dt="2023-12-17T06:50:40.878" v="866" actId="478"/>
          <ac:spMkLst>
            <pc:docMk/>
            <pc:sldMk cId="1451408146" sldId="2145705775"/>
            <ac:spMk id="6" creationId="{4275DE9D-B074-78A9-7962-26FB6D472FF1}"/>
          </ac:spMkLst>
        </pc:spChg>
        <pc:spChg chg="mod ord">
          <ac:chgData name="Li,Yuting (HP Medicine) BII-CN-S" userId="ce8fbb54-122c-426d-b8da-fdcc5e1b5022" providerId="ADAL" clId="{5A46DF61-89F8-434F-A304-B9E79C7782CD}" dt="2023-12-17T06:49:54.075" v="859" actId="700"/>
          <ac:spMkLst>
            <pc:docMk/>
            <pc:sldMk cId="1451408146" sldId="2145705775"/>
            <ac:spMk id="7" creationId="{37A2D6D7-1D23-1D07-67C9-0C66DA768D9F}"/>
          </ac:spMkLst>
        </pc:spChg>
        <pc:spChg chg="mod">
          <ac:chgData name="Li,Yuting (HP Medicine) BII-CN-S" userId="ce8fbb54-122c-426d-b8da-fdcc5e1b5022" providerId="ADAL" clId="{5A46DF61-89F8-434F-A304-B9E79C7782CD}" dt="2023-12-17T06:50:15.661" v="862" actId="1076"/>
          <ac:spMkLst>
            <pc:docMk/>
            <pc:sldMk cId="1451408146" sldId="2145705775"/>
            <ac:spMk id="9" creationId="{446EECCF-921E-79B3-61B6-81A10024EAAC}"/>
          </ac:spMkLst>
        </pc:spChg>
        <pc:graphicFrameChg chg="add del mod">
          <ac:chgData name="Li,Yuting (HP Medicine) BII-CN-S" userId="ce8fbb54-122c-426d-b8da-fdcc5e1b5022" providerId="ADAL" clId="{5A46DF61-89F8-434F-A304-B9E79C7782CD}" dt="2023-12-17T06:50:51.067" v="868" actId="1076"/>
          <ac:graphicFrameMkLst>
            <pc:docMk/>
            <pc:sldMk cId="1451408146" sldId="2145705775"/>
            <ac:graphicFrameMk id="4" creationId="{57883224-1323-4D15-B02B-5BEABBF6E564}"/>
          </ac:graphicFrameMkLst>
        </pc:graphicFrameChg>
      </pc:sldChg>
      <pc:sldChg chg="modSp mod">
        <pc:chgData name="Li,Yuting (HP Medicine) BII-CN-S" userId="ce8fbb54-122c-426d-b8da-fdcc5e1b5022" providerId="ADAL" clId="{5A46DF61-89F8-434F-A304-B9E79C7782CD}" dt="2023-12-17T02:45:38.799" v="323" actId="6549"/>
        <pc:sldMkLst>
          <pc:docMk/>
          <pc:sldMk cId="1647675260" sldId="2147474974"/>
        </pc:sldMkLst>
        <pc:spChg chg="mod">
          <ac:chgData name="Li,Yuting (HP Medicine) BII-CN-S" userId="ce8fbb54-122c-426d-b8da-fdcc5e1b5022" providerId="ADAL" clId="{5A46DF61-89F8-434F-A304-B9E79C7782CD}" dt="2023-12-17T02:45:38.799" v="323" actId="6549"/>
          <ac:spMkLst>
            <pc:docMk/>
            <pc:sldMk cId="1647675260" sldId="2147474974"/>
            <ac:spMk id="62" creationId="{8DB07CF5-ABA1-4C9B-A9DA-0E66E05CDEC6}"/>
          </ac:spMkLst>
        </pc:spChg>
      </pc:sldChg>
      <pc:sldChg chg="addSp delSp modSp mod">
        <pc:chgData name="Li,Yuting (HP Medicine) BII-CN-S" userId="ce8fbb54-122c-426d-b8da-fdcc5e1b5022" providerId="ADAL" clId="{5A46DF61-89F8-434F-A304-B9E79C7782CD}" dt="2023-12-18T02:35:58.081" v="1361" actId="20577"/>
        <pc:sldMkLst>
          <pc:docMk/>
          <pc:sldMk cId="1164879277" sldId="2147474983"/>
        </pc:sldMkLst>
        <pc:spChg chg="mod">
          <ac:chgData name="Li,Yuting (HP Medicine) BII-CN-S" userId="ce8fbb54-122c-426d-b8da-fdcc5e1b5022" providerId="ADAL" clId="{5A46DF61-89F8-434F-A304-B9E79C7782CD}" dt="2023-12-18T02:35:58.081" v="1361" actId="20577"/>
          <ac:spMkLst>
            <pc:docMk/>
            <pc:sldMk cId="1164879277" sldId="2147474983"/>
            <ac:spMk id="2" creationId="{2183922C-E343-FE15-DCB0-52F86DE019F7}"/>
          </ac:spMkLst>
        </pc:spChg>
        <pc:spChg chg="mod">
          <ac:chgData name="Li,Yuting (HP Medicine) BII-CN-S" userId="ce8fbb54-122c-426d-b8da-fdcc5e1b5022" providerId="ADAL" clId="{5A46DF61-89F8-434F-A304-B9E79C7782CD}" dt="2023-12-17T08:03:13.059" v="1160" actId="14100"/>
          <ac:spMkLst>
            <pc:docMk/>
            <pc:sldMk cId="1164879277" sldId="2147474983"/>
            <ac:spMk id="4" creationId="{DCD16EBE-1F1B-470C-B4A9-EDD6259AB2A7}"/>
          </ac:spMkLst>
        </pc:spChg>
        <pc:spChg chg="mod">
          <ac:chgData name="Li,Yuting (HP Medicine) BII-CN-S" userId="ce8fbb54-122c-426d-b8da-fdcc5e1b5022" providerId="ADAL" clId="{5A46DF61-89F8-434F-A304-B9E79C7782CD}" dt="2023-12-17T08:18:15.405" v="1200" actId="1076"/>
          <ac:spMkLst>
            <pc:docMk/>
            <pc:sldMk cId="1164879277" sldId="2147474983"/>
            <ac:spMk id="20" creationId="{1B34B743-0B5C-47AD-BF0A-73EF91168865}"/>
          </ac:spMkLst>
        </pc:spChg>
        <pc:spChg chg="mod">
          <ac:chgData name="Li,Yuting (HP Medicine) BII-CN-S" userId="ce8fbb54-122c-426d-b8da-fdcc5e1b5022" providerId="ADAL" clId="{5A46DF61-89F8-434F-A304-B9E79C7782CD}" dt="2023-12-17T08:00:11.570" v="1139" actId="1036"/>
          <ac:spMkLst>
            <pc:docMk/>
            <pc:sldMk cId="1164879277" sldId="2147474983"/>
            <ac:spMk id="32" creationId="{E352720D-9D76-42F6-8727-5AD3CE8CF40C}"/>
          </ac:spMkLst>
        </pc:spChg>
        <pc:spChg chg="mod">
          <ac:chgData name="Li,Yuting (HP Medicine) BII-CN-S" userId="ce8fbb54-122c-426d-b8da-fdcc5e1b5022" providerId="ADAL" clId="{5A46DF61-89F8-434F-A304-B9E79C7782CD}" dt="2023-12-17T08:17:58.026" v="1199" actId="20577"/>
          <ac:spMkLst>
            <pc:docMk/>
            <pc:sldMk cId="1164879277" sldId="2147474983"/>
            <ac:spMk id="33" creationId="{08B5C2DE-ECC0-4403-8751-A45C79F6E628}"/>
          </ac:spMkLst>
        </pc:spChg>
        <pc:spChg chg="mod">
          <ac:chgData name="Li,Yuting (HP Medicine) BII-CN-S" userId="ce8fbb54-122c-426d-b8da-fdcc5e1b5022" providerId="ADAL" clId="{5A46DF61-89F8-434F-A304-B9E79C7782CD}" dt="2023-12-17T08:17:25.468" v="1195" actId="20577"/>
          <ac:spMkLst>
            <pc:docMk/>
            <pc:sldMk cId="1164879277" sldId="2147474983"/>
            <ac:spMk id="37" creationId="{6027707A-41A1-48BB-BD7C-77CAD9226311}"/>
          </ac:spMkLst>
        </pc:spChg>
        <pc:spChg chg="mod">
          <ac:chgData name="Li,Yuting (HP Medicine) BII-CN-S" userId="ce8fbb54-122c-426d-b8da-fdcc5e1b5022" providerId="ADAL" clId="{5A46DF61-89F8-434F-A304-B9E79C7782CD}" dt="2023-12-17T08:00:01.997" v="1117" actId="1036"/>
          <ac:spMkLst>
            <pc:docMk/>
            <pc:sldMk cId="1164879277" sldId="2147474983"/>
            <ac:spMk id="38" creationId="{A8AE5374-9E21-432B-BAA3-4171229CA93D}"/>
          </ac:spMkLst>
        </pc:spChg>
        <pc:spChg chg="add mod">
          <ac:chgData name="Li,Yuting (HP Medicine) BII-CN-S" userId="ce8fbb54-122c-426d-b8da-fdcc5e1b5022" providerId="ADAL" clId="{5A46DF61-89F8-434F-A304-B9E79C7782CD}" dt="2023-12-17T08:03:46.465" v="1185" actId="20577"/>
          <ac:spMkLst>
            <pc:docMk/>
            <pc:sldMk cId="1164879277" sldId="2147474983"/>
            <ac:spMk id="39" creationId="{3D8443B3-9E6B-09DB-6CF8-C1F69166E0A3}"/>
          </ac:spMkLst>
        </pc:spChg>
        <pc:spChg chg="add mod">
          <ac:chgData name="Li,Yuting (HP Medicine) BII-CN-S" userId="ce8fbb54-122c-426d-b8da-fdcc5e1b5022" providerId="ADAL" clId="{5A46DF61-89F8-434F-A304-B9E79C7782CD}" dt="2023-12-17T08:00:01.997" v="1117" actId="1036"/>
          <ac:spMkLst>
            <pc:docMk/>
            <pc:sldMk cId="1164879277" sldId="2147474983"/>
            <ac:spMk id="40" creationId="{E3965EB2-DF68-6F72-069D-BAF1D658E0A5}"/>
          </ac:spMkLst>
        </pc:spChg>
        <pc:spChg chg="add mod">
          <ac:chgData name="Li,Yuting (HP Medicine) BII-CN-S" userId="ce8fbb54-122c-426d-b8da-fdcc5e1b5022" providerId="ADAL" clId="{5A46DF61-89F8-434F-A304-B9E79C7782CD}" dt="2023-12-17T08:00:01.997" v="1117" actId="1036"/>
          <ac:spMkLst>
            <pc:docMk/>
            <pc:sldMk cId="1164879277" sldId="2147474983"/>
            <ac:spMk id="41" creationId="{3596B37E-7374-7881-4B67-6B53A760DB36}"/>
          </ac:spMkLst>
        </pc:spChg>
        <pc:spChg chg="add mod">
          <ac:chgData name="Li,Yuting (HP Medicine) BII-CN-S" userId="ce8fbb54-122c-426d-b8da-fdcc5e1b5022" providerId="ADAL" clId="{5A46DF61-89F8-434F-A304-B9E79C7782CD}" dt="2023-12-17T08:00:01.997" v="1117" actId="1036"/>
          <ac:spMkLst>
            <pc:docMk/>
            <pc:sldMk cId="1164879277" sldId="2147474983"/>
            <ac:spMk id="42" creationId="{395E2F7D-6C85-2359-B930-42097C3D0BFD}"/>
          </ac:spMkLst>
        </pc:spChg>
        <pc:spChg chg="add del mod">
          <ac:chgData name="Li,Yuting (HP Medicine) BII-CN-S" userId="ce8fbb54-122c-426d-b8da-fdcc5e1b5022" providerId="ADAL" clId="{5A46DF61-89F8-434F-A304-B9E79C7782CD}" dt="2023-12-17T08:04:27.414" v="1188"/>
          <ac:spMkLst>
            <pc:docMk/>
            <pc:sldMk cId="1164879277" sldId="2147474983"/>
            <ac:spMk id="44" creationId="{96F334D5-C142-887B-6E71-F84ABCC5081F}"/>
          </ac:spMkLst>
        </pc:spChg>
        <pc:spChg chg="mod">
          <ac:chgData name="Li,Yuting (HP Medicine) BII-CN-S" userId="ce8fbb54-122c-426d-b8da-fdcc5e1b5022" providerId="ADAL" clId="{5A46DF61-89F8-434F-A304-B9E79C7782CD}" dt="2023-12-17T08:04:24.241" v="1186" actId="1076"/>
          <ac:spMkLst>
            <pc:docMk/>
            <pc:sldMk cId="1164879277" sldId="2147474983"/>
            <ac:spMk id="48" creationId="{3BDCF33D-1DB8-BCBA-2DDF-3806F369F87C}"/>
          </ac:spMkLst>
        </pc:spChg>
        <pc:spChg chg="mod">
          <ac:chgData name="Li,Yuting (HP Medicine) BII-CN-S" userId="ce8fbb54-122c-426d-b8da-fdcc5e1b5022" providerId="ADAL" clId="{5A46DF61-89F8-434F-A304-B9E79C7782CD}" dt="2023-12-17T08:00:01.997" v="1117" actId="1036"/>
          <ac:spMkLst>
            <pc:docMk/>
            <pc:sldMk cId="1164879277" sldId="2147474983"/>
            <ac:spMk id="94" creationId="{7A7730AB-6B83-4003-BB2F-DECBF03BBDB4}"/>
          </ac:spMkLst>
        </pc:spChg>
        <pc:spChg chg="del">
          <ac:chgData name="Li,Yuting (HP Medicine) BII-CN-S" userId="ce8fbb54-122c-426d-b8da-fdcc5e1b5022" providerId="ADAL" clId="{5A46DF61-89F8-434F-A304-B9E79C7782CD}" dt="2023-12-17T07:59:37.401" v="1103" actId="478"/>
          <ac:spMkLst>
            <pc:docMk/>
            <pc:sldMk cId="1164879277" sldId="2147474983"/>
            <ac:spMk id="144" creationId="{579BF9EA-E538-40E5-866B-180A52F19226}"/>
          </ac:spMkLst>
        </pc:spChg>
      </pc:sldChg>
      <pc:sldChg chg="modSp mod">
        <pc:chgData name="Li,Yuting (HP Medicine) BII-CN-S" userId="ce8fbb54-122c-426d-b8da-fdcc5e1b5022" providerId="ADAL" clId="{5A46DF61-89F8-434F-A304-B9E79C7782CD}" dt="2023-12-17T08:27:23.523" v="1315" actId="20577"/>
        <pc:sldMkLst>
          <pc:docMk/>
          <pc:sldMk cId="3642200999" sldId="2147475018"/>
        </pc:sldMkLst>
        <pc:spChg chg="mod">
          <ac:chgData name="Li,Yuting (HP Medicine) BII-CN-S" userId="ce8fbb54-122c-426d-b8da-fdcc5e1b5022" providerId="ADAL" clId="{5A46DF61-89F8-434F-A304-B9E79C7782CD}" dt="2023-12-17T08:27:23.523" v="1315" actId="20577"/>
          <ac:spMkLst>
            <pc:docMk/>
            <pc:sldMk cId="3642200999" sldId="2147475018"/>
            <ac:spMk id="2" creationId="{2183922C-E343-FE15-DCB0-52F86DE019F7}"/>
          </ac:spMkLst>
        </pc:spChg>
        <pc:spChg chg="mod">
          <ac:chgData name="Li,Yuting (HP Medicine) BII-CN-S" userId="ce8fbb54-122c-426d-b8da-fdcc5e1b5022" providerId="ADAL" clId="{5A46DF61-89F8-434F-A304-B9E79C7782CD}" dt="2023-12-17T08:21:27.049" v="1287" actId="1076"/>
          <ac:spMkLst>
            <pc:docMk/>
            <pc:sldMk cId="3642200999" sldId="2147475018"/>
            <ac:spMk id="4" creationId="{DCD16EBE-1F1B-470C-B4A9-EDD6259AB2A7}"/>
          </ac:spMkLst>
        </pc:spChg>
        <pc:spChg chg="mod">
          <ac:chgData name="Li,Yuting (HP Medicine) BII-CN-S" userId="ce8fbb54-122c-426d-b8da-fdcc5e1b5022" providerId="ADAL" clId="{5A46DF61-89F8-434F-A304-B9E79C7782CD}" dt="2023-12-17T08:26:39.107" v="1302" actId="20577"/>
          <ac:spMkLst>
            <pc:docMk/>
            <pc:sldMk cId="3642200999" sldId="2147475018"/>
            <ac:spMk id="23" creationId="{59975B3F-0832-494B-856B-2416FB723111}"/>
          </ac:spMkLst>
        </pc:spChg>
        <pc:spChg chg="mod">
          <ac:chgData name="Li,Yuting (HP Medicine) BII-CN-S" userId="ce8fbb54-122c-426d-b8da-fdcc5e1b5022" providerId="ADAL" clId="{5A46DF61-89F8-434F-A304-B9E79C7782CD}" dt="2023-12-17T08:21:22.363" v="1285" actId="1035"/>
          <ac:spMkLst>
            <pc:docMk/>
            <pc:sldMk cId="3642200999" sldId="2147475018"/>
            <ac:spMk id="54" creationId="{29135DE2-0932-08B4-D695-2C6D57F146BC}"/>
          </ac:spMkLst>
        </pc:spChg>
        <pc:spChg chg="mod">
          <ac:chgData name="Li,Yuting (HP Medicine) BII-CN-S" userId="ce8fbb54-122c-426d-b8da-fdcc5e1b5022" providerId="ADAL" clId="{5A46DF61-89F8-434F-A304-B9E79C7782CD}" dt="2023-12-17T08:21:22.363" v="1285" actId="1035"/>
          <ac:spMkLst>
            <pc:docMk/>
            <pc:sldMk cId="3642200999" sldId="2147475018"/>
            <ac:spMk id="55" creationId="{7375934E-5C3C-5FB3-8ABE-14AD7BDBBF3C}"/>
          </ac:spMkLst>
        </pc:spChg>
        <pc:spChg chg="mod">
          <ac:chgData name="Li,Yuting (HP Medicine) BII-CN-S" userId="ce8fbb54-122c-426d-b8da-fdcc5e1b5022" providerId="ADAL" clId="{5A46DF61-89F8-434F-A304-B9E79C7782CD}" dt="2023-12-17T08:21:22.363" v="1285" actId="1035"/>
          <ac:spMkLst>
            <pc:docMk/>
            <pc:sldMk cId="3642200999" sldId="2147475018"/>
            <ac:spMk id="56" creationId="{C21B986A-AF9C-4686-A09A-9ED369D7D5DE}"/>
          </ac:spMkLst>
        </pc:spChg>
        <pc:spChg chg="mod">
          <ac:chgData name="Li,Yuting (HP Medicine) BII-CN-S" userId="ce8fbb54-122c-426d-b8da-fdcc5e1b5022" providerId="ADAL" clId="{5A46DF61-89F8-434F-A304-B9E79C7782CD}" dt="2023-12-17T08:21:22.363" v="1285" actId="1035"/>
          <ac:spMkLst>
            <pc:docMk/>
            <pc:sldMk cId="3642200999" sldId="2147475018"/>
            <ac:spMk id="137" creationId="{1CA4D503-0497-424B-83B6-B28389852B8A}"/>
          </ac:spMkLst>
        </pc:spChg>
        <pc:picChg chg="mod">
          <ac:chgData name="Li,Yuting (HP Medicine) BII-CN-S" userId="ce8fbb54-122c-426d-b8da-fdcc5e1b5022" providerId="ADAL" clId="{5A46DF61-89F8-434F-A304-B9E79C7782CD}" dt="2023-12-17T08:21:22.363" v="1285" actId="1035"/>
          <ac:picMkLst>
            <pc:docMk/>
            <pc:sldMk cId="3642200999" sldId="2147475018"/>
            <ac:picMk id="19" creationId="{982425EF-6447-4F39-A7C2-C31B1312D26E}"/>
          </ac:picMkLst>
        </pc:picChg>
        <pc:picChg chg="mod">
          <ac:chgData name="Li,Yuting (HP Medicine) BII-CN-S" userId="ce8fbb54-122c-426d-b8da-fdcc5e1b5022" providerId="ADAL" clId="{5A46DF61-89F8-434F-A304-B9E79C7782CD}" dt="2023-12-17T08:21:22.363" v="1285" actId="1035"/>
          <ac:picMkLst>
            <pc:docMk/>
            <pc:sldMk cId="3642200999" sldId="2147475018"/>
            <ac:picMk id="136" creationId="{5DF35124-76EA-48BC-A0C2-E6E910CE4843}"/>
          </ac:picMkLst>
        </pc:picChg>
        <pc:cxnChg chg="mod">
          <ac:chgData name="Li,Yuting (HP Medicine) BII-CN-S" userId="ce8fbb54-122c-426d-b8da-fdcc5e1b5022" providerId="ADAL" clId="{5A46DF61-89F8-434F-A304-B9E79C7782CD}" dt="2023-12-17T08:21:05.072" v="1201" actId="1076"/>
          <ac:cxnSpMkLst>
            <pc:docMk/>
            <pc:sldMk cId="3642200999" sldId="2147475018"/>
            <ac:cxnSpMk id="72" creationId="{9C165100-0114-4167-8FF0-BFF01B293D04}"/>
          </ac:cxnSpMkLst>
        </pc:cxnChg>
      </pc:sldChg>
      <pc:sldChg chg="modSp mod">
        <pc:chgData name="Li,Yuting (HP Medicine) BII-CN-S" userId="ce8fbb54-122c-426d-b8da-fdcc5e1b5022" providerId="ADAL" clId="{5A46DF61-89F8-434F-A304-B9E79C7782CD}" dt="2023-12-17T08:43:07.708" v="1316" actId="108"/>
        <pc:sldMkLst>
          <pc:docMk/>
          <pc:sldMk cId="3129168275" sldId="2147475019"/>
        </pc:sldMkLst>
        <pc:graphicFrameChg chg="modGraphic">
          <ac:chgData name="Li,Yuting (HP Medicine) BII-CN-S" userId="ce8fbb54-122c-426d-b8da-fdcc5e1b5022" providerId="ADAL" clId="{5A46DF61-89F8-434F-A304-B9E79C7782CD}" dt="2023-12-17T08:43:07.708" v="1316" actId="108"/>
          <ac:graphicFrameMkLst>
            <pc:docMk/>
            <pc:sldMk cId="3129168275" sldId="2147475019"/>
            <ac:graphicFrameMk id="10" creationId="{7ED29C9C-0700-480D-B788-68CBB9D31EEE}"/>
          </ac:graphicFrameMkLst>
        </pc:graphicFrameChg>
      </pc:sldChg>
      <pc:sldChg chg="modSp mod">
        <pc:chgData name="Li,Yuting (HP Medicine) BII-CN-S" userId="ce8fbb54-122c-426d-b8da-fdcc5e1b5022" providerId="ADAL" clId="{5A46DF61-89F8-434F-A304-B9E79C7782CD}" dt="2023-12-16T02:50:10.518" v="16" actId="20577"/>
        <pc:sldMkLst>
          <pc:docMk/>
          <pc:sldMk cId="1713998080" sldId="2147475023"/>
        </pc:sldMkLst>
        <pc:spChg chg="mod">
          <ac:chgData name="Li,Yuting (HP Medicine) BII-CN-S" userId="ce8fbb54-122c-426d-b8da-fdcc5e1b5022" providerId="ADAL" clId="{5A46DF61-89F8-434F-A304-B9E79C7782CD}" dt="2023-12-16T02:50:10.518" v="16" actId="20577"/>
          <ac:spMkLst>
            <pc:docMk/>
            <pc:sldMk cId="1713998080" sldId="2147475023"/>
            <ac:spMk id="157" creationId="{ABF1C8FA-24FE-4186-8317-54D0AE86DBB2}"/>
          </ac:spMkLst>
        </pc:spChg>
      </pc:sldChg>
      <pc:sldChg chg="modSp mod">
        <pc:chgData name="Li,Yuting (HP Medicine) BII-CN-S" userId="ce8fbb54-122c-426d-b8da-fdcc5e1b5022" providerId="ADAL" clId="{5A46DF61-89F8-434F-A304-B9E79C7782CD}" dt="2023-12-16T07:38:30.905" v="24" actId="20577"/>
        <pc:sldMkLst>
          <pc:docMk/>
          <pc:sldMk cId="359986624" sldId="2147475025"/>
        </pc:sldMkLst>
        <pc:spChg chg="mod">
          <ac:chgData name="Li,Yuting (HP Medicine) BII-CN-S" userId="ce8fbb54-122c-426d-b8da-fdcc5e1b5022" providerId="ADAL" clId="{5A46DF61-89F8-434F-A304-B9E79C7782CD}" dt="2023-12-16T07:38:30.905" v="24" actId="20577"/>
          <ac:spMkLst>
            <pc:docMk/>
            <pc:sldMk cId="359986624" sldId="2147475025"/>
            <ac:spMk id="107" creationId="{7DDA071E-5F80-4527-AE47-F1E7B2DC2A5B}"/>
          </ac:spMkLst>
        </pc:spChg>
        <pc:spChg chg="mod">
          <ac:chgData name="Li,Yuting (HP Medicine) BII-CN-S" userId="ce8fbb54-122c-426d-b8da-fdcc5e1b5022" providerId="ADAL" clId="{5A46DF61-89F8-434F-A304-B9E79C7782CD}" dt="2023-12-16T07:28:38.404" v="20" actId="20577"/>
          <ac:spMkLst>
            <pc:docMk/>
            <pc:sldMk cId="359986624" sldId="2147475025"/>
            <ac:spMk id="126" creationId="{6A146A9F-3077-48E6-AD05-74AFFA257DC1}"/>
          </ac:spMkLst>
        </pc:spChg>
      </pc:sldChg>
      <pc:sldChg chg="del">
        <pc:chgData name="Li,Yuting (HP Medicine) BII-CN-S" userId="ce8fbb54-122c-426d-b8da-fdcc5e1b5022" providerId="ADAL" clId="{5A46DF61-89F8-434F-A304-B9E79C7782CD}" dt="2023-12-16T07:05:17.888" v="17" actId="47"/>
        <pc:sldMkLst>
          <pc:docMk/>
          <pc:sldMk cId="2945762149" sldId="2147475026"/>
        </pc:sldMkLst>
      </pc:sldChg>
      <pc:sldChg chg="modSp mod">
        <pc:chgData name="Li,Yuting (HP Medicine) BII-CN-S" userId="ce8fbb54-122c-426d-b8da-fdcc5e1b5022" providerId="ADAL" clId="{5A46DF61-89F8-434F-A304-B9E79C7782CD}" dt="2023-12-17T02:17:02.706" v="95" actId="20577"/>
        <pc:sldMkLst>
          <pc:docMk/>
          <pc:sldMk cId="1511557293" sldId="2147475027"/>
        </pc:sldMkLst>
        <pc:spChg chg="mod">
          <ac:chgData name="Li,Yuting (HP Medicine) BII-CN-S" userId="ce8fbb54-122c-426d-b8da-fdcc5e1b5022" providerId="ADAL" clId="{5A46DF61-89F8-434F-A304-B9E79C7782CD}" dt="2023-12-16T07:51:56.475" v="53" actId="20578"/>
          <ac:spMkLst>
            <pc:docMk/>
            <pc:sldMk cId="1511557293" sldId="2147475027"/>
            <ac:spMk id="5" creationId="{23DB86F8-60A0-6A56-DC74-D2994B3B6CA9}"/>
          </ac:spMkLst>
        </pc:spChg>
        <pc:spChg chg="mod">
          <ac:chgData name="Li,Yuting (HP Medicine) BII-CN-S" userId="ce8fbb54-122c-426d-b8da-fdcc5e1b5022" providerId="ADAL" clId="{5A46DF61-89F8-434F-A304-B9E79C7782CD}" dt="2023-12-16T07:52:37.025" v="54" actId="1076"/>
          <ac:spMkLst>
            <pc:docMk/>
            <pc:sldMk cId="1511557293" sldId="2147475027"/>
            <ac:spMk id="75" creationId="{23E443ED-C91E-4425-963C-DB47A7F0B19C}"/>
          </ac:spMkLst>
        </pc:spChg>
        <pc:spChg chg="mod">
          <ac:chgData name="Li,Yuting (HP Medicine) BII-CN-S" userId="ce8fbb54-122c-426d-b8da-fdcc5e1b5022" providerId="ADAL" clId="{5A46DF61-89F8-434F-A304-B9E79C7782CD}" dt="2023-12-17T02:16:38.049" v="83" actId="20577"/>
          <ac:spMkLst>
            <pc:docMk/>
            <pc:sldMk cId="1511557293" sldId="2147475027"/>
            <ac:spMk id="91" creationId="{FD45A3FD-80BA-4AD6-B3CE-25602A6E2FB5}"/>
          </ac:spMkLst>
        </pc:spChg>
        <pc:spChg chg="mod">
          <ac:chgData name="Li,Yuting (HP Medicine) BII-CN-S" userId="ce8fbb54-122c-426d-b8da-fdcc5e1b5022" providerId="ADAL" clId="{5A46DF61-89F8-434F-A304-B9E79C7782CD}" dt="2023-12-17T02:16:48.766" v="87" actId="20577"/>
          <ac:spMkLst>
            <pc:docMk/>
            <pc:sldMk cId="1511557293" sldId="2147475027"/>
            <ac:spMk id="102" creationId="{F1C1C0A4-3555-4F05-93F7-8D47BC7D92E3}"/>
          </ac:spMkLst>
        </pc:spChg>
        <pc:spChg chg="mod">
          <ac:chgData name="Li,Yuting (HP Medicine) BII-CN-S" userId="ce8fbb54-122c-426d-b8da-fdcc5e1b5022" providerId="ADAL" clId="{5A46DF61-89F8-434F-A304-B9E79C7782CD}" dt="2023-12-17T02:16:56.212" v="91" actId="20577"/>
          <ac:spMkLst>
            <pc:docMk/>
            <pc:sldMk cId="1511557293" sldId="2147475027"/>
            <ac:spMk id="104" creationId="{F927AAEE-FAF8-470B-8B59-E8A5867BADA0}"/>
          </ac:spMkLst>
        </pc:spChg>
        <pc:spChg chg="mod">
          <ac:chgData name="Li,Yuting (HP Medicine) BII-CN-S" userId="ce8fbb54-122c-426d-b8da-fdcc5e1b5022" providerId="ADAL" clId="{5A46DF61-89F8-434F-A304-B9E79C7782CD}" dt="2023-12-17T02:17:02.706" v="95" actId="20577"/>
          <ac:spMkLst>
            <pc:docMk/>
            <pc:sldMk cId="1511557293" sldId="2147475027"/>
            <ac:spMk id="106" creationId="{CF0AFB6F-E40E-44AF-B700-29A2AE2D6B48}"/>
          </ac:spMkLst>
        </pc:spChg>
        <pc:grpChg chg="mod">
          <ac:chgData name="Li,Yuting (HP Medicine) BII-CN-S" userId="ce8fbb54-122c-426d-b8da-fdcc5e1b5022" providerId="ADAL" clId="{5A46DF61-89F8-434F-A304-B9E79C7782CD}" dt="2023-12-16T07:52:42.962" v="55" actId="1076"/>
          <ac:grpSpMkLst>
            <pc:docMk/>
            <pc:sldMk cId="1511557293" sldId="2147475027"/>
            <ac:grpSpMk id="50" creationId="{00000000-0000-0000-0000-000000000000}"/>
          </ac:grpSpMkLst>
        </pc:grpChg>
      </pc:sldChg>
      <pc:sldChg chg="modSp mod">
        <pc:chgData name="Li,Yuting (HP Medicine) BII-CN-S" userId="ce8fbb54-122c-426d-b8da-fdcc5e1b5022" providerId="ADAL" clId="{5A46DF61-89F8-434F-A304-B9E79C7782CD}" dt="2023-12-16T07:49:51.715" v="49" actId="2063"/>
        <pc:sldMkLst>
          <pc:docMk/>
          <pc:sldMk cId="3175787991" sldId="2147475028"/>
        </pc:sldMkLst>
        <pc:graphicFrameChg chg="mod modGraphic">
          <ac:chgData name="Li,Yuting (HP Medicine) BII-CN-S" userId="ce8fbb54-122c-426d-b8da-fdcc5e1b5022" providerId="ADAL" clId="{5A46DF61-89F8-434F-A304-B9E79C7782CD}" dt="2023-12-16T07:49:51.715" v="49" actId="2063"/>
          <ac:graphicFrameMkLst>
            <pc:docMk/>
            <pc:sldMk cId="3175787991" sldId="2147475028"/>
            <ac:graphicFrameMk id="10" creationId="{1A643741-1EC8-E4EA-A5FF-9EF8EEDDDCDE}"/>
          </ac:graphicFrameMkLst>
        </pc:graphicFrameChg>
      </pc:sldChg>
      <pc:sldChg chg="modSp mod">
        <pc:chgData name="Li,Yuting (HP Medicine) BII-CN-S" userId="ce8fbb54-122c-426d-b8da-fdcc5e1b5022" providerId="ADAL" clId="{5A46DF61-89F8-434F-A304-B9E79C7782CD}" dt="2023-12-16T07:54:49.341" v="58" actId="2063"/>
        <pc:sldMkLst>
          <pc:docMk/>
          <pc:sldMk cId="4243971676" sldId="2147475029"/>
        </pc:sldMkLst>
        <pc:graphicFrameChg chg="mod modGraphic">
          <ac:chgData name="Li,Yuting (HP Medicine) BII-CN-S" userId="ce8fbb54-122c-426d-b8da-fdcc5e1b5022" providerId="ADAL" clId="{5A46DF61-89F8-434F-A304-B9E79C7782CD}" dt="2023-12-16T07:54:49.341" v="58" actId="2063"/>
          <ac:graphicFrameMkLst>
            <pc:docMk/>
            <pc:sldMk cId="4243971676" sldId="2147475029"/>
            <ac:graphicFrameMk id="11" creationId="{5ED9083D-1BB6-D4A8-9FCC-91DC668D68F5}"/>
          </ac:graphicFrameMkLst>
        </pc:graphicFrameChg>
      </pc:sldChg>
      <pc:sldChg chg="addSp modSp mod">
        <pc:chgData name="Li,Yuting (HP Medicine) BII-CN-S" userId="ce8fbb54-122c-426d-b8da-fdcc5e1b5022" providerId="ADAL" clId="{5A46DF61-89F8-434F-A304-B9E79C7782CD}" dt="2023-12-17T02:40:11.545" v="316" actId="20577"/>
        <pc:sldMkLst>
          <pc:docMk/>
          <pc:sldMk cId="1744556511" sldId="2147475030"/>
        </pc:sldMkLst>
        <pc:spChg chg="mod">
          <ac:chgData name="Li,Yuting (HP Medicine) BII-CN-S" userId="ce8fbb54-122c-426d-b8da-fdcc5e1b5022" providerId="ADAL" clId="{5A46DF61-89F8-434F-A304-B9E79C7782CD}" dt="2023-12-17T02:17:38.311" v="96" actId="6549"/>
          <ac:spMkLst>
            <pc:docMk/>
            <pc:sldMk cId="1744556511" sldId="2147475030"/>
            <ac:spMk id="3" creationId="{00000000-0000-0000-0000-000000000000}"/>
          </ac:spMkLst>
        </pc:spChg>
        <pc:spChg chg="mod">
          <ac:chgData name="Li,Yuting (HP Medicine) BII-CN-S" userId="ce8fbb54-122c-426d-b8da-fdcc5e1b5022" providerId="ADAL" clId="{5A46DF61-89F8-434F-A304-B9E79C7782CD}" dt="2023-12-17T02:20:30.838" v="200" actId="20577"/>
          <ac:spMkLst>
            <pc:docMk/>
            <pc:sldMk cId="1744556511" sldId="2147475030"/>
            <ac:spMk id="6" creationId="{25E9B149-D572-4CFE-AEEE-BB1C81F2D0A9}"/>
          </ac:spMkLst>
        </pc:spChg>
        <pc:spChg chg="mod">
          <ac:chgData name="Li,Yuting (HP Medicine) BII-CN-S" userId="ce8fbb54-122c-426d-b8da-fdcc5e1b5022" providerId="ADAL" clId="{5A46DF61-89F8-434F-A304-B9E79C7782CD}" dt="2023-12-17T02:40:11.545" v="316" actId="20577"/>
          <ac:spMkLst>
            <pc:docMk/>
            <pc:sldMk cId="1744556511" sldId="2147475030"/>
            <ac:spMk id="7" creationId="{6073A84C-061D-6F0E-4FAB-978E00540104}"/>
          </ac:spMkLst>
        </pc:spChg>
        <pc:spChg chg="mod">
          <ac:chgData name="Li,Yuting (HP Medicine) BII-CN-S" userId="ce8fbb54-122c-426d-b8da-fdcc5e1b5022" providerId="ADAL" clId="{5A46DF61-89F8-434F-A304-B9E79C7782CD}" dt="2023-12-17T02:28:48.168" v="282" actId="1037"/>
          <ac:spMkLst>
            <pc:docMk/>
            <pc:sldMk cId="1744556511" sldId="2147475030"/>
            <ac:spMk id="11" creationId="{1E029BFC-1567-8029-27AB-A4877CBA6607}"/>
          </ac:spMkLst>
        </pc:spChg>
        <pc:spChg chg="add mod">
          <ac:chgData name="Li,Yuting (HP Medicine) BII-CN-S" userId="ce8fbb54-122c-426d-b8da-fdcc5e1b5022" providerId="ADAL" clId="{5A46DF61-89F8-434F-A304-B9E79C7782CD}" dt="2023-12-17T02:26:47.507" v="219" actId="20577"/>
          <ac:spMkLst>
            <pc:docMk/>
            <pc:sldMk cId="1744556511" sldId="2147475030"/>
            <ac:spMk id="13" creationId="{45DF61C8-7466-2337-6AFA-CB38133FD5EA}"/>
          </ac:spMkLst>
        </pc:spChg>
        <pc:spChg chg="add mod">
          <ac:chgData name="Li,Yuting (HP Medicine) BII-CN-S" userId="ce8fbb54-122c-426d-b8da-fdcc5e1b5022" providerId="ADAL" clId="{5A46DF61-89F8-434F-A304-B9E79C7782CD}" dt="2023-12-17T02:27:13.675" v="230" actId="1076"/>
          <ac:spMkLst>
            <pc:docMk/>
            <pc:sldMk cId="1744556511" sldId="2147475030"/>
            <ac:spMk id="14" creationId="{52D515EC-3390-C635-003C-3F812BFD8524}"/>
          </ac:spMkLst>
        </pc:spChg>
        <pc:spChg chg="add mod">
          <ac:chgData name="Li,Yuting (HP Medicine) BII-CN-S" userId="ce8fbb54-122c-426d-b8da-fdcc5e1b5022" providerId="ADAL" clId="{5A46DF61-89F8-434F-A304-B9E79C7782CD}" dt="2023-12-17T02:28:26.713" v="250" actId="20577"/>
          <ac:spMkLst>
            <pc:docMk/>
            <pc:sldMk cId="1744556511" sldId="2147475030"/>
            <ac:spMk id="15" creationId="{A6667FFF-E1D6-F0A7-E4E8-03F33BC04D9D}"/>
          </ac:spMkLst>
        </pc:spChg>
        <pc:spChg chg="add mod">
          <ac:chgData name="Li,Yuting (HP Medicine) BII-CN-S" userId="ce8fbb54-122c-426d-b8da-fdcc5e1b5022" providerId="ADAL" clId="{5A46DF61-89F8-434F-A304-B9E79C7782CD}" dt="2023-12-17T02:29:30.297" v="297" actId="20577"/>
          <ac:spMkLst>
            <pc:docMk/>
            <pc:sldMk cId="1744556511" sldId="2147475030"/>
            <ac:spMk id="16" creationId="{26879740-B933-8EC1-8816-371057B0569A}"/>
          </ac:spMkLst>
        </pc:spChg>
        <pc:spChg chg="add mod">
          <ac:chgData name="Li,Yuting (HP Medicine) BII-CN-S" userId="ce8fbb54-122c-426d-b8da-fdcc5e1b5022" providerId="ADAL" clId="{5A46DF61-89F8-434F-A304-B9E79C7782CD}" dt="2023-12-17T02:29:47.486" v="310" actId="20577"/>
          <ac:spMkLst>
            <pc:docMk/>
            <pc:sldMk cId="1744556511" sldId="2147475030"/>
            <ac:spMk id="17" creationId="{73538A60-047E-5269-E77F-EEEE3524B720}"/>
          </ac:spMkLst>
        </pc:spChg>
        <pc:spChg chg="mod">
          <ac:chgData name="Li,Yuting (HP Medicine) BII-CN-S" userId="ce8fbb54-122c-426d-b8da-fdcc5e1b5022" providerId="ADAL" clId="{5A46DF61-89F8-434F-A304-B9E79C7782CD}" dt="2023-12-17T02:28:18.597" v="246" actId="20577"/>
          <ac:spMkLst>
            <pc:docMk/>
            <pc:sldMk cId="1744556511" sldId="2147475030"/>
            <ac:spMk id="20" creationId="{AAB77772-FBC3-9D8C-F100-BA081EE8D14C}"/>
          </ac:spMkLst>
        </pc:spChg>
        <pc:spChg chg="mod">
          <ac:chgData name="Li,Yuting (HP Medicine) BII-CN-S" userId="ce8fbb54-122c-426d-b8da-fdcc5e1b5022" providerId="ADAL" clId="{5A46DF61-89F8-434F-A304-B9E79C7782CD}" dt="2023-12-17T02:25:27.044" v="203" actId="1076"/>
          <ac:spMkLst>
            <pc:docMk/>
            <pc:sldMk cId="1744556511" sldId="2147475030"/>
            <ac:spMk id="33" creationId="{854172C0-9620-3301-AC77-CEF76E85C00B}"/>
          </ac:spMkLst>
        </pc:spChg>
        <pc:spChg chg="mod">
          <ac:chgData name="Li,Yuting (HP Medicine) BII-CN-S" userId="ce8fbb54-122c-426d-b8da-fdcc5e1b5022" providerId="ADAL" clId="{5A46DF61-89F8-434F-A304-B9E79C7782CD}" dt="2023-12-17T02:25:22.432" v="202" actId="1076"/>
          <ac:spMkLst>
            <pc:docMk/>
            <pc:sldMk cId="1744556511" sldId="2147475030"/>
            <ac:spMk id="34" creationId="{E03C5484-1CEE-0104-4B56-F111C9DC7378}"/>
          </ac:spMkLst>
        </pc:spChg>
        <pc:spChg chg="mod">
          <ac:chgData name="Li,Yuting (HP Medicine) BII-CN-S" userId="ce8fbb54-122c-426d-b8da-fdcc5e1b5022" providerId="ADAL" clId="{5A46DF61-89F8-434F-A304-B9E79C7782CD}" dt="2023-12-17T02:29:03.586" v="284" actId="14100"/>
          <ac:spMkLst>
            <pc:docMk/>
            <pc:sldMk cId="1744556511" sldId="2147475030"/>
            <ac:spMk id="76" creationId="{60838ACC-4AB5-4AFC-97DD-2AC12A7AE913}"/>
          </ac:spMkLst>
        </pc:spChg>
        <pc:spChg chg="mod">
          <ac:chgData name="Li,Yuting (HP Medicine) BII-CN-S" userId="ce8fbb54-122c-426d-b8da-fdcc5e1b5022" providerId="ADAL" clId="{5A46DF61-89F8-434F-A304-B9E79C7782CD}" dt="2023-12-17T02:29:08.919" v="285" actId="1076"/>
          <ac:spMkLst>
            <pc:docMk/>
            <pc:sldMk cId="1744556511" sldId="2147475030"/>
            <ac:spMk id="101" creationId="{116580F7-EF8C-4398-B7E5-B93D4E3B7314}"/>
          </ac:spMkLst>
        </pc:spChg>
        <pc:spChg chg="mod">
          <ac:chgData name="Li,Yuting (HP Medicine) BII-CN-S" userId="ce8fbb54-122c-426d-b8da-fdcc5e1b5022" providerId="ADAL" clId="{5A46DF61-89F8-434F-A304-B9E79C7782CD}" dt="2023-12-17T02:28:48.168" v="282" actId="1037"/>
          <ac:spMkLst>
            <pc:docMk/>
            <pc:sldMk cId="1744556511" sldId="2147475030"/>
            <ac:spMk id="102" creationId="{A363F998-E792-4751-B41F-BA56653D9BEE}"/>
          </ac:spMkLst>
        </pc:spChg>
        <pc:spChg chg="mod">
          <ac:chgData name="Li,Yuting (HP Medicine) BII-CN-S" userId="ce8fbb54-122c-426d-b8da-fdcc5e1b5022" providerId="ADAL" clId="{5A46DF61-89F8-434F-A304-B9E79C7782CD}" dt="2023-12-17T02:29:51.918" v="311" actId="20577"/>
          <ac:spMkLst>
            <pc:docMk/>
            <pc:sldMk cId="1744556511" sldId="2147475030"/>
            <ac:spMk id="105" creationId="{785E939B-46E1-4400-AA01-4234544B9F05}"/>
          </ac:spMkLst>
        </pc:spChg>
        <pc:spChg chg="mod">
          <ac:chgData name="Li,Yuting (HP Medicine) BII-CN-S" userId="ce8fbb54-122c-426d-b8da-fdcc5e1b5022" providerId="ADAL" clId="{5A46DF61-89F8-434F-A304-B9E79C7782CD}" dt="2023-12-17T02:26:25.033" v="208" actId="20577"/>
          <ac:spMkLst>
            <pc:docMk/>
            <pc:sldMk cId="1744556511" sldId="2147475030"/>
            <ac:spMk id="120" creationId="{FB091C37-6587-43A7-90A7-2AC6CF85E73E}"/>
          </ac:spMkLst>
        </pc:spChg>
        <pc:spChg chg="mod">
          <ac:chgData name="Li,Yuting (HP Medicine) BII-CN-S" userId="ce8fbb54-122c-426d-b8da-fdcc5e1b5022" providerId="ADAL" clId="{5A46DF61-89F8-434F-A304-B9E79C7782CD}" dt="2023-12-17T02:28:48.168" v="282" actId="1037"/>
          <ac:spMkLst>
            <pc:docMk/>
            <pc:sldMk cId="1744556511" sldId="2147475030"/>
            <ac:spMk id="150" creationId="{077B42E6-D7DD-4F77-8701-CDD7C8CD4A04}"/>
          </ac:spMkLst>
        </pc:spChg>
        <pc:spChg chg="mod">
          <ac:chgData name="Li,Yuting (HP Medicine) BII-CN-S" userId="ce8fbb54-122c-426d-b8da-fdcc5e1b5022" providerId="ADAL" clId="{5A46DF61-89F8-434F-A304-B9E79C7782CD}" dt="2023-12-17T02:28:48.168" v="282" actId="1037"/>
          <ac:spMkLst>
            <pc:docMk/>
            <pc:sldMk cId="1744556511" sldId="2147475030"/>
            <ac:spMk id="151" creationId="{CD805192-4322-4158-8128-6F325A099BB1}"/>
          </ac:spMkLst>
        </pc:spChg>
      </pc:sldChg>
      <pc:sldChg chg="delSp modSp mod modNotesTx">
        <pc:chgData name="Li,Yuting (HP Medicine) BII-CN-S" userId="ce8fbb54-122c-426d-b8da-fdcc5e1b5022" providerId="ADAL" clId="{5A46DF61-89F8-434F-A304-B9E79C7782CD}" dt="2023-12-17T06:40:22.928" v="851" actId="20577"/>
        <pc:sldMkLst>
          <pc:docMk/>
          <pc:sldMk cId="3569464794" sldId="2147475032"/>
        </pc:sldMkLst>
        <pc:spChg chg="del mod">
          <ac:chgData name="Li,Yuting (HP Medicine) BII-CN-S" userId="ce8fbb54-122c-426d-b8da-fdcc5e1b5022" providerId="ADAL" clId="{5A46DF61-89F8-434F-A304-B9E79C7782CD}" dt="2023-12-15T14:04:29.072" v="3" actId="478"/>
          <ac:spMkLst>
            <pc:docMk/>
            <pc:sldMk cId="3569464794" sldId="2147475032"/>
            <ac:spMk id="5" creationId="{A5222243-21D5-FBAF-D8C9-8A2EF13F19BB}"/>
          </ac:spMkLst>
        </pc:spChg>
        <pc:spChg chg="mod">
          <ac:chgData name="Li,Yuting (HP Medicine) BII-CN-S" userId="ce8fbb54-122c-426d-b8da-fdcc5e1b5022" providerId="ADAL" clId="{5A46DF61-89F8-434F-A304-B9E79C7782CD}" dt="2023-12-17T06:40:22.928" v="851" actId="20577"/>
          <ac:spMkLst>
            <pc:docMk/>
            <pc:sldMk cId="3569464794" sldId="2147475032"/>
            <ac:spMk id="6" creationId="{25357EA1-1F19-4D1B-9A4E-2EAB26F09BB9}"/>
          </ac:spMkLst>
        </pc:spChg>
        <pc:spChg chg="mod">
          <ac:chgData name="Li,Yuting (HP Medicine) BII-CN-S" userId="ce8fbb54-122c-426d-b8da-fdcc5e1b5022" providerId="ADAL" clId="{5A46DF61-89F8-434F-A304-B9E79C7782CD}" dt="2023-12-17T03:21:34.806" v="615" actId="20577"/>
          <ac:spMkLst>
            <pc:docMk/>
            <pc:sldMk cId="3569464794" sldId="2147475032"/>
            <ac:spMk id="7" creationId="{E9DC4527-9B66-4450-86F5-689D3C73A610}"/>
          </ac:spMkLst>
        </pc:spChg>
      </pc:sldChg>
      <pc:sldChg chg="delSp mod">
        <pc:chgData name="Li,Yuting (HP Medicine) BII-CN-S" userId="ce8fbb54-122c-426d-b8da-fdcc5e1b5022" providerId="ADAL" clId="{5A46DF61-89F8-434F-A304-B9E79C7782CD}" dt="2023-12-17T03:17:14.231" v="551" actId="478"/>
        <pc:sldMkLst>
          <pc:docMk/>
          <pc:sldMk cId="1232703207" sldId="2147475036"/>
        </pc:sldMkLst>
        <pc:spChg chg="del">
          <ac:chgData name="Li,Yuting (HP Medicine) BII-CN-S" userId="ce8fbb54-122c-426d-b8da-fdcc5e1b5022" providerId="ADAL" clId="{5A46DF61-89F8-434F-A304-B9E79C7782CD}" dt="2023-12-17T03:17:14.231" v="551" actId="478"/>
          <ac:spMkLst>
            <pc:docMk/>
            <pc:sldMk cId="1232703207" sldId="2147475036"/>
            <ac:spMk id="4" creationId="{2613418A-9404-3BFB-9843-472F0D17EE1D}"/>
          </ac:spMkLst>
        </pc:spChg>
      </pc:sldChg>
      <pc:sldChg chg="delCm">
        <pc:chgData name="Li,Yuting (HP Medicine) BII-CN-S" userId="ce8fbb54-122c-426d-b8da-fdcc5e1b5022" providerId="ADAL" clId="{5A46DF61-89F8-434F-A304-B9E79C7782CD}" dt="2023-12-18T00:18:43.008" v="1346" actId="1592"/>
        <pc:sldMkLst>
          <pc:docMk/>
          <pc:sldMk cId="1948529012" sldId="2147475038"/>
        </pc:sldMkLst>
      </pc:sldChg>
      <pc:sldChg chg="modSp mod">
        <pc:chgData name="Li,Yuting (HP Medicine) BII-CN-S" userId="ce8fbb54-122c-426d-b8da-fdcc5e1b5022" providerId="ADAL" clId="{5A46DF61-89F8-434F-A304-B9E79C7782CD}" dt="2023-12-17T06:48:19.922" v="855" actId="1076"/>
        <pc:sldMkLst>
          <pc:docMk/>
          <pc:sldMk cId="40417925" sldId="2147475039"/>
        </pc:sldMkLst>
        <pc:spChg chg="mod">
          <ac:chgData name="Li,Yuting (HP Medicine) BII-CN-S" userId="ce8fbb54-122c-426d-b8da-fdcc5e1b5022" providerId="ADAL" clId="{5A46DF61-89F8-434F-A304-B9E79C7782CD}" dt="2023-12-17T06:48:13.247" v="852" actId="1076"/>
          <ac:spMkLst>
            <pc:docMk/>
            <pc:sldMk cId="40417925" sldId="2147475039"/>
            <ac:spMk id="101" creationId="{652D871A-8217-4BD8-A503-BA3EEDA62A16}"/>
          </ac:spMkLst>
        </pc:spChg>
        <pc:grpChg chg="mod">
          <ac:chgData name="Li,Yuting (HP Medicine) BII-CN-S" userId="ce8fbb54-122c-426d-b8da-fdcc5e1b5022" providerId="ADAL" clId="{5A46DF61-89F8-434F-A304-B9E79C7782CD}" dt="2023-12-17T06:48:19.922" v="855" actId="1076"/>
          <ac:grpSpMkLst>
            <pc:docMk/>
            <pc:sldMk cId="40417925" sldId="2147475039"/>
            <ac:grpSpMk id="94" creationId="{8CA2D186-99EC-466F-9E24-BEA99F2ECDCD}"/>
          </ac:grpSpMkLst>
        </pc:grpChg>
        <pc:cxnChg chg="mod">
          <ac:chgData name="Li,Yuting (HP Medicine) BII-CN-S" userId="ce8fbb54-122c-426d-b8da-fdcc5e1b5022" providerId="ADAL" clId="{5A46DF61-89F8-434F-A304-B9E79C7782CD}" dt="2023-12-17T06:48:14.713" v="853" actId="1076"/>
          <ac:cxnSpMkLst>
            <pc:docMk/>
            <pc:sldMk cId="40417925" sldId="2147475039"/>
            <ac:cxnSpMk id="100" creationId="{BF5FE6AA-25B7-4F2C-B9AC-FAE01DE0759D}"/>
          </ac:cxnSpMkLst>
        </pc:cxnChg>
      </pc:sldChg>
      <pc:sldChg chg="modSp mod">
        <pc:chgData name="Li,Yuting (HP Medicine) BII-CN-S" userId="ce8fbb54-122c-426d-b8da-fdcc5e1b5022" providerId="ADAL" clId="{5A46DF61-89F8-434F-A304-B9E79C7782CD}" dt="2023-12-17T12:58:08.657" v="1340" actId="20577"/>
        <pc:sldMkLst>
          <pc:docMk/>
          <pc:sldMk cId="3487272795" sldId="2147475040"/>
        </pc:sldMkLst>
        <pc:spChg chg="mod">
          <ac:chgData name="Li,Yuting (HP Medicine) BII-CN-S" userId="ce8fbb54-122c-426d-b8da-fdcc5e1b5022" providerId="ADAL" clId="{5A46DF61-89F8-434F-A304-B9E79C7782CD}" dt="2023-12-17T07:30:27.828" v="963" actId="1076"/>
          <ac:spMkLst>
            <pc:docMk/>
            <pc:sldMk cId="3487272795" sldId="2147475040"/>
            <ac:spMk id="6" creationId="{25E9B149-D572-4CFE-AEEE-BB1C81F2D0A9}"/>
          </ac:spMkLst>
        </pc:spChg>
        <pc:spChg chg="mod">
          <ac:chgData name="Li,Yuting (HP Medicine) BII-CN-S" userId="ce8fbb54-122c-426d-b8da-fdcc5e1b5022" providerId="ADAL" clId="{5A46DF61-89F8-434F-A304-B9E79C7782CD}" dt="2023-12-17T07:11:57.912" v="900" actId="1076"/>
          <ac:spMkLst>
            <pc:docMk/>
            <pc:sldMk cId="3487272795" sldId="2147475040"/>
            <ac:spMk id="7" creationId="{738A70B0-C5E4-DAB4-FB50-FECA75E43C02}"/>
          </ac:spMkLst>
        </pc:spChg>
        <pc:spChg chg="mod">
          <ac:chgData name="Li,Yuting (HP Medicine) BII-CN-S" userId="ce8fbb54-122c-426d-b8da-fdcc5e1b5022" providerId="ADAL" clId="{5A46DF61-89F8-434F-A304-B9E79C7782CD}" dt="2023-12-17T12:58:08.657" v="1340" actId="20577"/>
          <ac:spMkLst>
            <pc:docMk/>
            <pc:sldMk cId="3487272795" sldId="2147475040"/>
            <ac:spMk id="16" creationId="{397C50CA-40EC-2B76-5DCF-8E4B0390FC5E}"/>
          </ac:spMkLst>
        </pc:spChg>
        <pc:cxnChg chg="mod">
          <ac:chgData name="Li,Yuting (HP Medicine) BII-CN-S" userId="ce8fbb54-122c-426d-b8da-fdcc5e1b5022" providerId="ADAL" clId="{5A46DF61-89F8-434F-A304-B9E79C7782CD}" dt="2023-12-17T07:11:59.846" v="901" actId="1076"/>
          <ac:cxnSpMkLst>
            <pc:docMk/>
            <pc:sldMk cId="3487272795" sldId="2147475040"/>
            <ac:cxnSpMk id="20" creationId="{AA32F3B2-8CC4-4858-46F3-72CB3AB63665}"/>
          </ac:cxnSpMkLst>
        </pc:cxnChg>
      </pc:sldChg>
      <pc:sldChg chg="modSp mod">
        <pc:chgData name="Li,Yuting (HP Medicine) BII-CN-S" userId="ce8fbb54-122c-426d-b8da-fdcc5e1b5022" providerId="ADAL" clId="{5A46DF61-89F8-434F-A304-B9E79C7782CD}" dt="2023-12-17T12:59:41.504" v="1344" actId="20577"/>
        <pc:sldMkLst>
          <pc:docMk/>
          <pc:sldMk cId="4130588330" sldId="2147475041"/>
        </pc:sldMkLst>
        <pc:spChg chg="mod">
          <ac:chgData name="Li,Yuting (HP Medicine) BII-CN-S" userId="ce8fbb54-122c-426d-b8da-fdcc5e1b5022" providerId="ADAL" clId="{5A46DF61-89F8-434F-A304-B9E79C7782CD}" dt="2023-12-17T07:11:38.268" v="899" actId="1076"/>
          <ac:spMkLst>
            <pc:docMk/>
            <pc:sldMk cId="4130588330" sldId="2147475041"/>
            <ac:spMk id="5" creationId="{5582CCE8-956E-6A2C-6E97-F5EB9EAEEF11}"/>
          </ac:spMkLst>
        </pc:spChg>
        <pc:spChg chg="mod">
          <ac:chgData name="Li,Yuting (HP Medicine) BII-CN-S" userId="ce8fbb54-122c-426d-b8da-fdcc5e1b5022" providerId="ADAL" clId="{5A46DF61-89F8-434F-A304-B9E79C7782CD}" dt="2023-12-17T12:59:41.504" v="1344" actId="20577"/>
          <ac:spMkLst>
            <pc:docMk/>
            <pc:sldMk cId="4130588330" sldId="2147475041"/>
            <ac:spMk id="90" creationId="{9466DE8F-DCCC-4688-AD54-68172F2C8E9F}"/>
          </ac:spMkLst>
        </pc:spChg>
        <pc:grpChg chg="mod">
          <ac:chgData name="Li,Yuting (HP Medicine) BII-CN-S" userId="ce8fbb54-122c-426d-b8da-fdcc5e1b5022" providerId="ADAL" clId="{5A46DF61-89F8-434F-A304-B9E79C7782CD}" dt="2023-12-17T09:15:02.718" v="1317" actId="1076"/>
          <ac:grpSpMkLst>
            <pc:docMk/>
            <pc:sldMk cId="4130588330" sldId="2147475041"/>
            <ac:grpSpMk id="7" creationId="{81D3D4A1-DB3F-B9DD-49F1-7C971D8DE7AF}"/>
          </ac:grpSpMkLst>
        </pc:grpChg>
      </pc:sldChg>
      <pc:sldChg chg="delCm">
        <pc:chgData name="Li,Yuting (HP Medicine) BII-CN-S" userId="ce8fbb54-122c-426d-b8da-fdcc5e1b5022" providerId="ADAL" clId="{5A46DF61-89F8-434F-A304-B9E79C7782CD}" dt="2023-12-18T00:18:43.012" v="1349" actId="1592"/>
        <pc:sldMkLst>
          <pc:docMk/>
          <pc:sldMk cId="1170527393" sldId="2147475043"/>
        </pc:sldMkLst>
      </pc:sldChg>
      <pc:sldChg chg="modNotesTx">
        <pc:chgData name="Li,Yuting (HP Medicine) BII-CN-S" userId="ce8fbb54-122c-426d-b8da-fdcc5e1b5022" providerId="ADAL" clId="{5A46DF61-89F8-434F-A304-B9E79C7782CD}" dt="2023-12-17T03:53:02.173" v="814" actId="6549"/>
        <pc:sldMkLst>
          <pc:docMk/>
          <pc:sldMk cId="3310519173" sldId="2147481316"/>
        </pc:sldMkLst>
      </pc:sldChg>
      <pc:sldChg chg="addSp delSp modSp mod modClrScheme delCm chgLayout modNotesTx">
        <pc:chgData name="Li,Yuting (HP Medicine) BII-CN-S" userId="ce8fbb54-122c-426d-b8da-fdcc5e1b5022" providerId="ADAL" clId="{5A46DF61-89F8-434F-A304-B9E79C7782CD}" dt="2023-12-18T00:18:43.001" v="1345" actId="1592"/>
        <pc:sldMkLst>
          <pc:docMk/>
          <pc:sldMk cId="1369075416" sldId="2147481318"/>
        </pc:sldMkLst>
        <pc:spChg chg="mod ord">
          <ac:chgData name="Li,Yuting (HP Medicine) BII-CN-S" userId="ce8fbb54-122c-426d-b8da-fdcc5e1b5022" providerId="ADAL" clId="{5A46DF61-89F8-434F-A304-B9E79C7782CD}" dt="2023-12-17T02:57:46.213" v="328" actId="700"/>
          <ac:spMkLst>
            <pc:docMk/>
            <pc:sldMk cId="1369075416" sldId="2147481318"/>
            <ac:spMk id="2" creationId="{92BDA250-37EB-3B85-04F6-7428F3E473B6}"/>
          </ac:spMkLst>
        </pc:spChg>
        <pc:spChg chg="mod ord">
          <ac:chgData name="Li,Yuting (HP Medicine) BII-CN-S" userId="ce8fbb54-122c-426d-b8da-fdcc5e1b5022" providerId="ADAL" clId="{5A46DF61-89F8-434F-A304-B9E79C7782CD}" dt="2023-12-17T02:59:01.114" v="337" actId="1076"/>
          <ac:spMkLst>
            <pc:docMk/>
            <pc:sldMk cId="1369075416" sldId="2147481318"/>
            <ac:spMk id="3" creationId="{1AE0B277-F391-ED23-11C8-D712CD0C1C6C}"/>
          </ac:spMkLst>
        </pc:spChg>
        <pc:spChg chg="add del mod ord">
          <ac:chgData name="Li,Yuting (HP Medicine) BII-CN-S" userId="ce8fbb54-122c-426d-b8da-fdcc5e1b5022" providerId="ADAL" clId="{5A46DF61-89F8-434F-A304-B9E79C7782CD}" dt="2023-12-17T02:57:46.213" v="328" actId="700"/>
          <ac:spMkLst>
            <pc:docMk/>
            <pc:sldMk cId="1369075416" sldId="2147481318"/>
            <ac:spMk id="4" creationId="{2B64E94B-0C22-6EC9-1731-218FD5DAED3F}"/>
          </ac:spMkLst>
        </pc:spChg>
        <pc:spChg chg="mod ord">
          <ac:chgData name="Li,Yuting (HP Medicine) BII-CN-S" userId="ce8fbb54-122c-426d-b8da-fdcc5e1b5022" providerId="ADAL" clId="{5A46DF61-89F8-434F-A304-B9E79C7782CD}" dt="2023-12-17T02:57:46.213" v="328" actId="700"/>
          <ac:spMkLst>
            <pc:docMk/>
            <pc:sldMk cId="1369075416" sldId="2147481318"/>
            <ac:spMk id="5" creationId="{AD4AB31A-D208-E3AF-C367-E2C0526A1923}"/>
          </ac:spMkLst>
        </pc:spChg>
        <pc:spChg chg="mod ord">
          <ac:chgData name="Li,Yuting (HP Medicine) BII-CN-S" userId="ce8fbb54-122c-426d-b8da-fdcc5e1b5022" providerId="ADAL" clId="{5A46DF61-89F8-434F-A304-B9E79C7782CD}" dt="2023-12-17T02:57:46.213" v="328" actId="700"/>
          <ac:spMkLst>
            <pc:docMk/>
            <pc:sldMk cId="1369075416" sldId="2147481318"/>
            <ac:spMk id="6" creationId="{EECF23C3-5FF0-E59D-9C10-FD393E353EAC}"/>
          </ac:spMkLst>
        </pc:spChg>
        <pc:spChg chg="add del mod ord">
          <ac:chgData name="Li,Yuting (HP Medicine) BII-CN-S" userId="ce8fbb54-122c-426d-b8da-fdcc5e1b5022" providerId="ADAL" clId="{5A46DF61-89F8-434F-A304-B9E79C7782CD}" dt="2023-12-17T02:57:45.163" v="327" actId="700"/>
          <ac:spMkLst>
            <pc:docMk/>
            <pc:sldMk cId="1369075416" sldId="2147481318"/>
            <ac:spMk id="7" creationId="{CF69A30E-A3A6-0611-1756-AB09CD55AD2F}"/>
          </ac:spMkLst>
        </pc:spChg>
        <pc:spChg chg="add del mod ord">
          <ac:chgData name="Li,Yuting (HP Medicine) BII-CN-S" userId="ce8fbb54-122c-426d-b8da-fdcc5e1b5022" providerId="ADAL" clId="{5A46DF61-89F8-434F-A304-B9E79C7782CD}" dt="2023-12-17T02:57:46.213" v="328" actId="700"/>
          <ac:spMkLst>
            <pc:docMk/>
            <pc:sldMk cId="1369075416" sldId="2147481318"/>
            <ac:spMk id="8" creationId="{C7F932E0-BB62-F2DA-8561-40670C871664}"/>
          </ac:spMkLst>
        </pc:spChg>
        <pc:spChg chg="add mod">
          <ac:chgData name="Li,Yuting (HP Medicine) BII-CN-S" userId="ce8fbb54-122c-426d-b8da-fdcc5e1b5022" providerId="ADAL" clId="{5A46DF61-89F8-434F-A304-B9E79C7782CD}" dt="2023-12-17T03:38:13.474" v="628" actId="1076"/>
          <ac:spMkLst>
            <pc:docMk/>
            <pc:sldMk cId="1369075416" sldId="2147481318"/>
            <ac:spMk id="11" creationId="{3F961C65-9467-0E1C-7623-D0C043CDDB1B}"/>
          </ac:spMkLst>
        </pc:spChg>
        <pc:graphicFrameChg chg="mod ord modGraphic">
          <ac:chgData name="Li,Yuting (HP Medicine) BII-CN-S" userId="ce8fbb54-122c-426d-b8da-fdcc5e1b5022" providerId="ADAL" clId="{5A46DF61-89F8-434F-A304-B9E79C7782CD}" dt="2023-12-17T03:13:39.075" v="378" actId="207"/>
          <ac:graphicFrameMkLst>
            <pc:docMk/>
            <pc:sldMk cId="1369075416" sldId="2147481318"/>
            <ac:graphicFrameMk id="10" creationId="{22408AE6-219A-DD2E-0F65-8778054FE972}"/>
          </ac:graphicFrameMkLst>
        </pc:graphicFrameChg>
      </pc:sldChg>
    </pc:docChg>
  </pc:docChgLst>
  <pc:docChgLst>
    <pc:chgData name="Luo,Ling (MED CD&amp;O) BII-CN-B" userId="S::ling.luo@boehringer-ingelheim.com::8fcf03b3-2fe6-40aa-8e36-254db6098ccc" providerId="AD" clId="Web-{A0D59EDE-444F-4718-A87A-335ED7725BA1}"/>
    <pc:docChg chg="addSld modSld sldOrd">
      <pc:chgData name="Luo,Ling (MED CD&amp;O) BII-CN-B" userId="S::ling.luo@boehringer-ingelheim.com::8fcf03b3-2fe6-40aa-8e36-254db6098ccc" providerId="AD" clId="Web-{A0D59EDE-444F-4718-A87A-335ED7725BA1}" dt="2023-06-09T07:14:57.345" v="34" actId="14100"/>
      <pc:docMkLst>
        <pc:docMk/>
      </pc:docMkLst>
      <pc:sldChg chg="addSp delSp modSp new mod ord modClrScheme chgLayout">
        <pc:chgData name="Luo,Ling (MED CD&amp;O) BII-CN-B" userId="S::ling.luo@boehringer-ingelheim.com::8fcf03b3-2fe6-40aa-8e36-254db6098ccc" providerId="AD" clId="Web-{A0D59EDE-444F-4718-A87A-335ED7725BA1}" dt="2023-06-09T07:14:57.345" v="34" actId="14100"/>
        <pc:sldMkLst>
          <pc:docMk/>
          <pc:sldMk cId="4136533107" sldId="2147474083"/>
        </pc:sldMkLst>
        <pc:spChg chg="mod">
          <ac:chgData name="Luo,Ling (MED CD&amp;O) BII-CN-B" userId="S::ling.luo@boehringer-ingelheim.com::8fcf03b3-2fe6-40aa-8e36-254db6098ccc" providerId="AD" clId="Web-{A0D59EDE-444F-4718-A87A-335ED7725BA1}" dt="2023-06-09T07:12:25.201" v="14"/>
          <ac:spMkLst>
            <pc:docMk/>
            <pc:sldMk cId="4136533107" sldId="2147474083"/>
            <ac:spMk id="2" creationId="{7A0DD82C-F504-5B23-0B3A-6F487100F436}"/>
          </ac:spMkLst>
        </pc:spChg>
        <pc:spChg chg="mod">
          <ac:chgData name="Luo,Ling (MED CD&amp;O) BII-CN-B" userId="S::ling.luo@boehringer-ingelheim.com::8fcf03b3-2fe6-40aa-8e36-254db6098ccc" providerId="AD" clId="Web-{A0D59EDE-444F-4718-A87A-335ED7725BA1}" dt="2023-06-09T07:12:25.201" v="14"/>
          <ac:spMkLst>
            <pc:docMk/>
            <pc:sldMk cId="4136533107" sldId="2147474083"/>
            <ac:spMk id="3" creationId="{DCEB3CD8-977A-2280-3893-16FAFA3EB064}"/>
          </ac:spMkLst>
        </pc:spChg>
        <pc:spChg chg="mod">
          <ac:chgData name="Luo,Ling (MED CD&amp;O) BII-CN-B" userId="S::ling.luo@boehringer-ingelheim.com::8fcf03b3-2fe6-40aa-8e36-254db6098ccc" providerId="AD" clId="Web-{A0D59EDE-444F-4718-A87A-335ED7725BA1}" dt="2023-06-09T07:12:25.201" v="14"/>
          <ac:spMkLst>
            <pc:docMk/>
            <pc:sldMk cId="4136533107" sldId="2147474083"/>
            <ac:spMk id="4" creationId="{3E9DE972-B6C1-80A7-D768-6A2CF75EDB88}"/>
          </ac:spMkLst>
        </pc:spChg>
        <pc:spChg chg="mod">
          <ac:chgData name="Luo,Ling (MED CD&amp;O) BII-CN-B" userId="S::ling.luo@boehringer-ingelheim.com::8fcf03b3-2fe6-40aa-8e36-254db6098ccc" providerId="AD" clId="Web-{A0D59EDE-444F-4718-A87A-335ED7725BA1}" dt="2023-06-09T07:12:25.201" v="14"/>
          <ac:spMkLst>
            <pc:docMk/>
            <pc:sldMk cId="4136533107" sldId="2147474083"/>
            <ac:spMk id="5" creationId="{CD23E6D7-AFE0-FA1A-886A-E59A75846E80}"/>
          </ac:spMkLst>
        </pc:spChg>
        <pc:picChg chg="add del mod ord">
          <ac:chgData name="Luo,Ling (MED CD&amp;O) BII-CN-B" userId="S::ling.luo@boehringer-ingelheim.com::8fcf03b3-2fe6-40aa-8e36-254db6098ccc" providerId="AD" clId="Web-{A0D59EDE-444F-4718-A87A-335ED7725BA1}" dt="2023-06-09T07:12:45.123" v="16"/>
          <ac:picMkLst>
            <pc:docMk/>
            <pc:sldMk cId="4136533107" sldId="2147474083"/>
            <ac:picMk id="6" creationId="{BEE37272-A559-26BE-71DD-446F0349BA73}"/>
          </ac:picMkLst>
        </pc:picChg>
        <pc:picChg chg="add del mod">
          <ac:chgData name="Luo,Ling (MED CD&amp;O) BII-CN-B" userId="S::ling.luo@boehringer-ingelheim.com::8fcf03b3-2fe6-40aa-8e36-254db6098ccc" providerId="AD" clId="Web-{A0D59EDE-444F-4718-A87A-335ED7725BA1}" dt="2023-06-09T07:13:03.186" v="21"/>
          <ac:picMkLst>
            <pc:docMk/>
            <pc:sldMk cId="4136533107" sldId="2147474083"/>
            <ac:picMk id="7" creationId="{AC93086E-807A-A417-58A9-62007C3E2772}"/>
          </ac:picMkLst>
        </pc:picChg>
        <pc:picChg chg="add mod">
          <ac:chgData name="Luo,Ling (MED CD&amp;O) BII-CN-B" userId="S::ling.luo@boehringer-ingelheim.com::8fcf03b3-2fe6-40aa-8e36-254db6098ccc" providerId="AD" clId="Web-{A0D59EDE-444F-4718-A87A-335ED7725BA1}" dt="2023-06-09T07:14:00.328" v="26" actId="14100"/>
          <ac:picMkLst>
            <pc:docMk/>
            <pc:sldMk cId="4136533107" sldId="2147474083"/>
            <ac:picMk id="8" creationId="{783DF517-C817-935C-0EA8-1ACFF99B06F4}"/>
          </ac:picMkLst>
        </pc:picChg>
        <pc:picChg chg="add mod">
          <ac:chgData name="Luo,Ling (MED CD&amp;O) BII-CN-B" userId="S::ling.luo@boehringer-ingelheim.com::8fcf03b3-2fe6-40aa-8e36-254db6098ccc" providerId="AD" clId="Web-{A0D59EDE-444F-4718-A87A-335ED7725BA1}" dt="2023-06-09T07:14:57.345" v="34" actId="14100"/>
          <ac:picMkLst>
            <pc:docMk/>
            <pc:sldMk cId="4136533107" sldId="2147474083"/>
            <ac:picMk id="9" creationId="{0D5F8885-6139-CC74-FA90-6D0D403A143E}"/>
          </ac:picMkLst>
        </pc:picChg>
      </pc:sldChg>
    </pc:docChg>
  </pc:docChgLst>
  <pc:docChgLst>
    <pc:chgData name="Luo,Ling (MED CD&amp;O) BII-CN-B" userId="S::ling.luo@boehringer-ingelheim.com::8fcf03b3-2fe6-40aa-8e36-254db6098ccc" providerId="AD" clId="Web-{66B83AAC-3E24-60CD-332F-9577B184D8F5}"/>
    <pc:docChg chg="addSld modSld">
      <pc:chgData name="Luo,Ling (MED CD&amp;O) BII-CN-B" userId="S::ling.luo@boehringer-ingelheim.com::8fcf03b3-2fe6-40aa-8e36-254db6098ccc" providerId="AD" clId="Web-{66B83AAC-3E24-60CD-332F-9577B184D8F5}" dt="2022-09-30T08:22:48.079" v="31"/>
      <pc:docMkLst>
        <pc:docMk/>
      </pc:docMkLst>
      <pc:sldChg chg="addSp delSp modSp addCm">
        <pc:chgData name="Luo,Ling (MED CD&amp;O) BII-CN-B" userId="S::ling.luo@boehringer-ingelheim.com::8fcf03b3-2fe6-40aa-8e36-254db6098ccc" providerId="AD" clId="Web-{66B83AAC-3E24-60CD-332F-9577B184D8F5}" dt="2022-09-30T08:22:48.079" v="31"/>
        <pc:sldMkLst>
          <pc:docMk/>
          <pc:sldMk cId="2295491106" sldId="2147377288"/>
        </pc:sldMkLst>
        <pc:picChg chg="add del mod">
          <ac:chgData name="Luo,Ling (MED CD&amp;O) BII-CN-B" userId="S::ling.luo@boehringer-ingelheim.com::8fcf03b3-2fe6-40aa-8e36-254db6098ccc" providerId="AD" clId="Web-{66B83AAC-3E24-60CD-332F-9577B184D8F5}" dt="2022-09-30T08:07:18.980" v="1"/>
          <ac:picMkLst>
            <pc:docMk/>
            <pc:sldMk cId="2295491106" sldId="2147377288"/>
            <ac:picMk id="8" creationId="{8BFD8C43-C6F3-5519-F57E-7603C532D38C}"/>
          </ac:picMkLst>
        </pc:picChg>
      </pc:sldChg>
      <pc:sldChg chg="addSp delSp modSp new">
        <pc:chgData name="Luo,Ling (MED CD&amp;O) BII-CN-B" userId="S::ling.luo@boehringer-ingelheim.com::8fcf03b3-2fe6-40aa-8e36-254db6098ccc" providerId="AD" clId="Web-{66B83AAC-3E24-60CD-332F-9577B184D8F5}" dt="2022-09-30T08:12:01.991" v="30" actId="20577"/>
        <pc:sldMkLst>
          <pc:docMk/>
          <pc:sldMk cId="1678805248" sldId="2147377323"/>
        </pc:sldMkLst>
        <pc:spChg chg="del">
          <ac:chgData name="Luo,Ling (MED CD&amp;O) BII-CN-B" userId="S::ling.luo@boehringer-ingelheim.com::8fcf03b3-2fe6-40aa-8e36-254db6098ccc" providerId="AD" clId="Web-{66B83AAC-3E24-60CD-332F-9577B184D8F5}" dt="2022-09-30T08:07:45.934" v="3"/>
          <ac:spMkLst>
            <pc:docMk/>
            <pc:sldMk cId="1678805248" sldId="2147377323"/>
            <ac:spMk id="2" creationId="{5B3D5597-A6BD-8507-9079-76269792B81E}"/>
          </ac:spMkLst>
        </pc:spChg>
        <pc:spChg chg="del">
          <ac:chgData name="Luo,Ling (MED CD&amp;O) BII-CN-B" userId="S::ling.luo@boehringer-ingelheim.com::8fcf03b3-2fe6-40aa-8e36-254db6098ccc" providerId="AD" clId="Web-{66B83AAC-3E24-60CD-332F-9577B184D8F5}" dt="2022-09-30T08:09:58.580" v="11"/>
          <ac:spMkLst>
            <pc:docMk/>
            <pc:sldMk cId="1678805248" sldId="2147377323"/>
            <ac:spMk id="4" creationId="{EFEB5D8B-2181-2BB1-D6C0-4054C9E3212E}"/>
          </ac:spMkLst>
        </pc:spChg>
        <pc:spChg chg="mod">
          <ac:chgData name="Luo,Ling (MED CD&amp;O) BII-CN-B" userId="S::ling.luo@boehringer-ingelheim.com::8fcf03b3-2fe6-40aa-8e36-254db6098ccc" providerId="AD" clId="Web-{66B83AAC-3E24-60CD-332F-9577B184D8F5}" dt="2022-09-30T08:12:01.991" v="30" actId="20577"/>
          <ac:spMkLst>
            <pc:docMk/>
            <pc:sldMk cId="1678805248" sldId="2147377323"/>
            <ac:spMk id="6" creationId="{F8853348-816E-D51E-148C-54B9392433AC}"/>
          </ac:spMkLst>
        </pc:spChg>
        <pc:spChg chg="add del mod">
          <ac:chgData name="Luo,Ling (MED CD&amp;O) BII-CN-B" userId="S::ling.luo@boehringer-ingelheim.com::8fcf03b3-2fe6-40aa-8e36-254db6098ccc" providerId="AD" clId="Web-{66B83AAC-3E24-60CD-332F-9577B184D8F5}" dt="2022-09-30T08:08:22.467" v="8"/>
          <ac:spMkLst>
            <pc:docMk/>
            <pc:sldMk cId="1678805248" sldId="2147377323"/>
            <ac:spMk id="9" creationId="{F2D73BB3-EB70-4591-1A9A-B0C4D57B1838}"/>
          </ac:spMkLst>
        </pc:spChg>
        <pc:spChg chg="add mod">
          <ac:chgData name="Luo,Ling (MED CD&amp;O) BII-CN-B" userId="S::ling.luo@boehringer-ingelheim.com::8fcf03b3-2fe6-40aa-8e36-254db6098ccc" providerId="AD" clId="Web-{66B83AAC-3E24-60CD-332F-9577B184D8F5}" dt="2022-09-30T08:11:26.865" v="17" actId="20577"/>
          <ac:spMkLst>
            <pc:docMk/>
            <pc:sldMk cId="1678805248" sldId="2147377323"/>
            <ac:spMk id="11" creationId="{47D4A101-C773-62D3-C41F-D2A2872886FD}"/>
          </ac:spMkLst>
        </pc:spChg>
        <pc:graphicFrameChg chg="add mod ord modGraphic">
          <ac:chgData name="Luo,Ling (MED CD&amp;O) BII-CN-B" userId="S::ling.luo@boehringer-ingelheim.com::8fcf03b3-2fe6-40aa-8e36-254db6098ccc" providerId="AD" clId="Web-{66B83AAC-3E24-60CD-332F-9577B184D8F5}" dt="2022-09-30T08:08:14.936" v="6" actId="1076"/>
          <ac:graphicFrameMkLst>
            <pc:docMk/>
            <pc:sldMk cId="1678805248" sldId="2147377323"/>
            <ac:graphicFrameMk id="8" creationId="{9C9FA665-381D-D6B4-6582-91EA536AFF33}"/>
          </ac:graphicFrameMkLst>
        </pc:graphicFrameChg>
        <pc:picChg chg="add del mod">
          <ac:chgData name="Luo,Ling (MED CD&amp;O) BII-CN-B" userId="S::ling.luo@boehringer-ingelheim.com::8fcf03b3-2fe6-40aa-8e36-254db6098ccc" providerId="AD" clId="Web-{66B83AAC-3E24-60CD-332F-9577B184D8F5}" dt="2022-09-30T08:10:07.440" v="12"/>
          <ac:picMkLst>
            <pc:docMk/>
            <pc:sldMk cId="1678805248" sldId="2147377323"/>
            <ac:picMk id="10" creationId="{9048F099-A390-A0C4-41B0-C1DF7C799207}"/>
          </ac:picMkLst>
        </pc:picChg>
      </pc:sldChg>
    </pc:docChg>
  </pc:docChgLst>
  <pc:docChgLst>
    <pc:chgData name="Li,Yuting (HP Medicine) BII-CN-S" userId="ce8fbb54-122c-426d-b8da-fdcc5e1b5022" providerId="ADAL" clId="{E6E9D1D9-1FA7-4CA2-A41E-733B983533F7}"/>
    <pc:docChg chg="undo custSel addSld delSld modSld sldOrd">
      <pc:chgData name="Li,Yuting (HP Medicine) BII-CN-S" userId="ce8fbb54-122c-426d-b8da-fdcc5e1b5022" providerId="ADAL" clId="{E6E9D1D9-1FA7-4CA2-A41E-733B983533F7}" dt="2023-07-10T07:32:01.781" v="6081" actId="20577"/>
      <pc:docMkLst>
        <pc:docMk/>
      </pc:docMkLst>
      <pc:sldChg chg="del">
        <pc:chgData name="Li,Yuting (HP Medicine) BII-CN-S" userId="ce8fbb54-122c-426d-b8da-fdcc5e1b5022" providerId="ADAL" clId="{E6E9D1D9-1FA7-4CA2-A41E-733B983533F7}" dt="2023-07-04T03:01:06.841" v="1287" actId="47"/>
        <pc:sldMkLst>
          <pc:docMk/>
          <pc:sldMk cId="1865359290" sldId="258"/>
        </pc:sldMkLst>
      </pc:sldChg>
      <pc:sldChg chg="addCm modCm">
        <pc:chgData name="Li,Yuting (HP Medicine) BII-CN-S" userId="ce8fbb54-122c-426d-b8da-fdcc5e1b5022" providerId="ADAL" clId="{E6E9D1D9-1FA7-4CA2-A41E-733B983533F7}" dt="2023-07-09T07:29:40.887" v="5333"/>
        <pc:sldMkLst>
          <pc:docMk/>
          <pc:sldMk cId="3841176553" sldId="262"/>
        </pc:sldMkLst>
      </pc:sldChg>
      <pc:sldChg chg="add del addCm modCm">
        <pc:chgData name="Li,Yuting (HP Medicine) BII-CN-S" userId="ce8fbb54-122c-426d-b8da-fdcc5e1b5022" providerId="ADAL" clId="{E6E9D1D9-1FA7-4CA2-A41E-733B983533F7}" dt="2023-07-04T02:53:04.945" v="1209" actId="47"/>
        <pc:sldMkLst>
          <pc:docMk/>
          <pc:sldMk cId="2241280397" sldId="1098"/>
        </pc:sldMkLst>
      </pc:sldChg>
      <pc:sldChg chg="modSp mod">
        <pc:chgData name="Li,Yuting (HP Medicine) BII-CN-S" userId="ce8fbb54-122c-426d-b8da-fdcc5e1b5022" providerId="ADAL" clId="{E6E9D1D9-1FA7-4CA2-A41E-733B983533F7}" dt="2023-07-03T12:44:53.430" v="6" actId="20577"/>
        <pc:sldMkLst>
          <pc:docMk/>
          <pc:sldMk cId="64439630" sldId="6601"/>
        </pc:sldMkLst>
        <pc:spChg chg="mod">
          <ac:chgData name="Li,Yuting (HP Medicine) BII-CN-S" userId="ce8fbb54-122c-426d-b8da-fdcc5e1b5022" providerId="ADAL" clId="{E6E9D1D9-1FA7-4CA2-A41E-733B983533F7}" dt="2023-07-03T12:44:53.430" v="6" actId="20577"/>
          <ac:spMkLst>
            <pc:docMk/>
            <pc:sldMk cId="64439630" sldId="6601"/>
            <ac:spMk id="5" creationId="{00000000-0000-0000-0000-000000000000}"/>
          </ac:spMkLst>
        </pc:spChg>
      </pc:sldChg>
      <pc:sldChg chg="del">
        <pc:chgData name="Li,Yuting (HP Medicine) BII-CN-S" userId="ce8fbb54-122c-426d-b8da-fdcc5e1b5022" providerId="ADAL" clId="{E6E9D1D9-1FA7-4CA2-A41E-733B983533F7}" dt="2023-07-03T12:46:41.840" v="13" actId="47"/>
        <pc:sldMkLst>
          <pc:docMk/>
          <pc:sldMk cId="1001967075" sldId="2147377159"/>
        </pc:sldMkLst>
      </pc:sldChg>
      <pc:sldChg chg="modSp del mod">
        <pc:chgData name="Li,Yuting (HP Medicine) BII-CN-S" userId="ce8fbb54-122c-426d-b8da-fdcc5e1b5022" providerId="ADAL" clId="{E6E9D1D9-1FA7-4CA2-A41E-733B983533F7}" dt="2023-07-04T03:44:42.023" v="2610" actId="47"/>
        <pc:sldMkLst>
          <pc:docMk/>
          <pc:sldMk cId="150846465" sldId="2147469221"/>
        </pc:sldMkLst>
        <pc:spChg chg="mod">
          <ac:chgData name="Li,Yuting (HP Medicine) BII-CN-S" userId="ce8fbb54-122c-426d-b8da-fdcc5e1b5022" providerId="ADAL" clId="{E6E9D1D9-1FA7-4CA2-A41E-733B983533F7}" dt="2023-07-04T03:43:14.013" v="2606" actId="20577"/>
          <ac:spMkLst>
            <pc:docMk/>
            <pc:sldMk cId="150846465" sldId="2147469221"/>
            <ac:spMk id="4" creationId="{47282934-0683-4D8D-B554-3FD28E713079}"/>
          </ac:spMkLst>
        </pc:spChg>
      </pc:sldChg>
      <pc:sldChg chg="modSp del mod">
        <pc:chgData name="Li,Yuting (HP Medicine) BII-CN-S" userId="ce8fbb54-122c-426d-b8da-fdcc5e1b5022" providerId="ADAL" clId="{E6E9D1D9-1FA7-4CA2-A41E-733B983533F7}" dt="2023-07-07T02:41:43.314" v="5114" actId="47"/>
        <pc:sldMkLst>
          <pc:docMk/>
          <pc:sldMk cId="648276360" sldId="2147471194"/>
        </pc:sldMkLst>
        <pc:spChg chg="mod">
          <ac:chgData name="Li,Yuting (HP Medicine) BII-CN-S" userId="ce8fbb54-122c-426d-b8da-fdcc5e1b5022" providerId="ADAL" clId="{E6E9D1D9-1FA7-4CA2-A41E-733B983533F7}" dt="2023-07-07T02:40:30.704" v="5113" actId="20577"/>
          <ac:spMkLst>
            <pc:docMk/>
            <pc:sldMk cId="648276360" sldId="2147471194"/>
            <ac:spMk id="41" creationId="{371ED482-FCD9-43D7-BB71-A24786EAE75F}"/>
          </ac:spMkLst>
        </pc:spChg>
      </pc:sldChg>
      <pc:sldChg chg="del">
        <pc:chgData name="Li,Yuting (HP Medicine) BII-CN-S" userId="ce8fbb54-122c-426d-b8da-fdcc5e1b5022" providerId="ADAL" clId="{E6E9D1D9-1FA7-4CA2-A41E-733B983533F7}" dt="2023-07-04T05:42:29.866" v="2704" actId="47"/>
        <pc:sldMkLst>
          <pc:docMk/>
          <pc:sldMk cId="2352851958" sldId="2147471207"/>
        </pc:sldMkLst>
      </pc:sldChg>
      <pc:sldChg chg="del">
        <pc:chgData name="Li,Yuting (HP Medicine) BII-CN-S" userId="ce8fbb54-122c-426d-b8da-fdcc5e1b5022" providerId="ADAL" clId="{E6E9D1D9-1FA7-4CA2-A41E-733B983533F7}" dt="2023-07-04T03:45:11.202" v="2612" actId="47"/>
        <pc:sldMkLst>
          <pc:docMk/>
          <pc:sldMk cId="2619049626" sldId="2147471208"/>
        </pc:sldMkLst>
      </pc:sldChg>
      <pc:sldChg chg="delSp modSp mod">
        <pc:chgData name="Li,Yuting (HP Medicine) BII-CN-S" userId="ce8fbb54-122c-426d-b8da-fdcc5e1b5022" providerId="ADAL" clId="{E6E9D1D9-1FA7-4CA2-A41E-733B983533F7}" dt="2023-07-09T06:15:30.646" v="5136" actId="20577"/>
        <pc:sldMkLst>
          <pc:docMk/>
          <pc:sldMk cId="3596583069" sldId="2147471212"/>
        </pc:sldMkLst>
        <pc:spChg chg="del">
          <ac:chgData name="Li,Yuting (HP Medicine) BII-CN-S" userId="ce8fbb54-122c-426d-b8da-fdcc5e1b5022" providerId="ADAL" clId="{E6E9D1D9-1FA7-4CA2-A41E-733B983533F7}" dt="2023-07-06T02:56:11.717" v="3319" actId="478"/>
          <ac:spMkLst>
            <pc:docMk/>
            <pc:sldMk cId="3596583069" sldId="2147471212"/>
            <ac:spMk id="2" creationId="{282ABC5D-32AE-6DA4-BD36-5C0F3891F6DF}"/>
          </ac:spMkLst>
        </pc:spChg>
        <pc:graphicFrameChg chg="mod modGraphic">
          <ac:chgData name="Li,Yuting (HP Medicine) BII-CN-S" userId="ce8fbb54-122c-426d-b8da-fdcc5e1b5022" providerId="ADAL" clId="{E6E9D1D9-1FA7-4CA2-A41E-733B983533F7}" dt="2023-07-09T06:15:30.646" v="5136" actId="20577"/>
          <ac:graphicFrameMkLst>
            <pc:docMk/>
            <pc:sldMk cId="3596583069" sldId="2147471212"/>
            <ac:graphicFrameMk id="10" creationId="{7ED29C9C-0700-480D-B788-68CBB9D31EEE}"/>
          </ac:graphicFrameMkLst>
        </pc:graphicFrameChg>
      </pc:sldChg>
      <pc:sldChg chg="modSp mod ord addCm delCm modCm">
        <pc:chgData name="Li,Yuting (HP Medicine) BII-CN-S" userId="ce8fbb54-122c-426d-b8da-fdcc5e1b5022" providerId="ADAL" clId="{E6E9D1D9-1FA7-4CA2-A41E-733B983533F7}" dt="2023-07-10T02:36:48.761" v="5975" actId="20578"/>
        <pc:sldMkLst>
          <pc:docMk/>
          <pc:sldMk cId="1481600618" sldId="2147471230"/>
        </pc:sldMkLst>
        <pc:spChg chg="mod">
          <ac:chgData name="Li,Yuting (HP Medicine) BII-CN-S" userId="ce8fbb54-122c-426d-b8da-fdcc5e1b5022" providerId="ADAL" clId="{E6E9D1D9-1FA7-4CA2-A41E-733B983533F7}" dt="2023-07-09T06:47:09.994" v="5260" actId="20577"/>
          <ac:spMkLst>
            <pc:docMk/>
            <pc:sldMk cId="1481600618" sldId="2147471230"/>
            <ac:spMk id="107" creationId="{7DDA071E-5F80-4527-AE47-F1E7B2DC2A5B}"/>
          </ac:spMkLst>
        </pc:spChg>
        <pc:spChg chg="mod">
          <ac:chgData name="Li,Yuting (HP Medicine) BII-CN-S" userId="ce8fbb54-122c-426d-b8da-fdcc5e1b5022" providerId="ADAL" clId="{E6E9D1D9-1FA7-4CA2-A41E-733B983533F7}" dt="2023-07-09T06:44:31.114" v="5254" actId="20577"/>
          <ac:spMkLst>
            <pc:docMk/>
            <pc:sldMk cId="1481600618" sldId="2147471230"/>
            <ac:spMk id="126" creationId="{6A146A9F-3077-48E6-AD05-74AFFA257DC1}"/>
          </ac:spMkLst>
        </pc:spChg>
        <pc:grpChg chg="mod">
          <ac:chgData name="Li,Yuting (HP Medicine) BII-CN-S" userId="ce8fbb54-122c-426d-b8da-fdcc5e1b5022" providerId="ADAL" clId="{E6E9D1D9-1FA7-4CA2-A41E-733B983533F7}" dt="2023-07-04T01:52:45.227" v="985" actId="1076"/>
          <ac:grpSpMkLst>
            <pc:docMk/>
            <pc:sldMk cId="1481600618" sldId="2147471230"/>
            <ac:grpSpMk id="50" creationId="{00000000-0000-0000-0000-000000000000}"/>
          </ac:grpSpMkLst>
        </pc:grpChg>
      </pc:sldChg>
      <pc:sldChg chg="del">
        <pc:chgData name="Li,Yuting (HP Medicine) BII-CN-S" userId="ce8fbb54-122c-426d-b8da-fdcc5e1b5022" providerId="ADAL" clId="{E6E9D1D9-1FA7-4CA2-A41E-733B983533F7}" dt="2023-07-04T03:40:55.584" v="2509" actId="47"/>
        <pc:sldMkLst>
          <pc:docMk/>
          <pc:sldMk cId="3038356871" sldId="2147471239"/>
        </pc:sldMkLst>
      </pc:sldChg>
      <pc:sldChg chg="modSp mod addCm modCm">
        <pc:chgData name="Li,Yuting (HP Medicine) BII-CN-S" userId="ce8fbb54-122c-426d-b8da-fdcc5e1b5022" providerId="ADAL" clId="{E6E9D1D9-1FA7-4CA2-A41E-733B983533F7}" dt="2023-07-09T06:33:28.191" v="5241" actId="1076"/>
        <pc:sldMkLst>
          <pc:docMk/>
          <pc:sldMk cId="3666047214" sldId="2147474021"/>
        </pc:sldMkLst>
        <pc:grpChg chg="mod">
          <ac:chgData name="Li,Yuting (HP Medicine) BII-CN-S" userId="ce8fbb54-122c-426d-b8da-fdcc5e1b5022" providerId="ADAL" clId="{E6E9D1D9-1FA7-4CA2-A41E-733B983533F7}" dt="2023-07-09T06:33:28.191" v="5241" actId="1076"/>
          <ac:grpSpMkLst>
            <pc:docMk/>
            <pc:sldMk cId="3666047214" sldId="2147474021"/>
            <ac:grpSpMk id="71" creationId="{00000000-0000-0000-0000-000000000000}"/>
          </ac:grpSpMkLst>
        </pc:grpChg>
      </pc:sldChg>
      <pc:sldChg chg="del">
        <pc:chgData name="Li,Yuting (HP Medicine) BII-CN-S" userId="ce8fbb54-122c-426d-b8da-fdcc5e1b5022" providerId="ADAL" clId="{E6E9D1D9-1FA7-4CA2-A41E-733B983533F7}" dt="2023-07-04T06:02:16.036" v="2833" actId="47"/>
        <pc:sldMkLst>
          <pc:docMk/>
          <pc:sldMk cId="2920773161" sldId="2147474047"/>
        </pc:sldMkLst>
      </pc:sldChg>
      <pc:sldChg chg="del">
        <pc:chgData name="Li,Yuting (HP Medicine) BII-CN-S" userId="ce8fbb54-122c-426d-b8da-fdcc5e1b5022" providerId="ADAL" clId="{E6E9D1D9-1FA7-4CA2-A41E-733B983533F7}" dt="2023-07-03T12:46:37.451" v="12" actId="47"/>
        <pc:sldMkLst>
          <pc:docMk/>
          <pc:sldMk cId="288582910" sldId="2147474055"/>
        </pc:sldMkLst>
      </pc:sldChg>
      <pc:sldChg chg="del">
        <pc:chgData name="Li,Yuting (HP Medicine) BII-CN-S" userId="ce8fbb54-122c-426d-b8da-fdcc5e1b5022" providerId="ADAL" clId="{E6E9D1D9-1FA7-4CA2-A41E-733B983533F7}" dt="2023-07-03T12:46:55.687" v="14" actId="47"/>
        <pc:sldMkLst>
          <pc:docMk/>
          <pc:sldMk cId="3431349212" sldId="2147474056"/>
        </pc:sldMkLst>
      </pc:sldChg>
      <pc:sldChg chg="del">
        <pc:chgData name="Li,Yuting (HP Medicine) BII-CN-S" userId="ce8fbb54-122c-426d-b8da-fdcc5e1b5022" providerId="ADAL" clId="{E6E9D1D9-1FA7-4CA2-A41E-733B983533F7}" dt="2023-07-03T12:48:24.270" v="16" actId="47"/>
        <pc:sldMkLst>
          <pc:docMk/>
          <pc:sldMk cId="2749195822" sldId="2147474057"/>
        </pc:sldMkLst>
      </pc:sldChg>
      <pc:sldChg chg="modSp del mod">
        <pc:chgData name="Li,Yuting (HP Medicine) BII-CN-S" userId="ce8fbb54-122c-426d-b8da-fdcc5e1b5022" providerId="ADAL" clId="{E6E9D1D9-1FA7-4CA2-A41E-733B983533F7}" dt="2023-07-04T05:50:55.895" v="2709" actId="47"/>
        <pc:sldMkLst>
          <pc:docMk/>
          <pc:sldMk cId="3411998416" sldId="2147474058"/>
        </pc:sldMkLst>
        <pc:grpChg chg="mod">
          <ac:chgData name="Li,Yuting (HP Medicine) BII-CN-S" userId="ce8fbb54-122c-426d-b8da-fdcc5e1b5022" providerId="ADAL" clId="{E6E9D1D9-1FA7-4CA2-A41E-733B983533F7}" dt="2023-07-04T01:52:39.131" v="984" actId="1076"/>
          <ac:grpSpMkLst>
            <pc:docMk/>
            <pc:sldMk cId="3411998416" sldId="2147474058"/>
            <ac:grpSpMk id="50" creationId="{00000000-0000-0000-0000-000000000000}"/>
          </ac:grpSpMkLst>
        </pc:grpChg>
      </pc:sldChg>
      <pc:sldChg chg="delSp modSp mod modShow">
        <pc:chgData name="Li,Yuting (HP Medicine) BII-CN-S" userId="ce8fbb54-122c-426d-b8da-fdcc5e1b5022" providerId="ADAL" clId="{E6E9D1D9-1FA7-4CA2-A41E-733B983533F7}" dt="2023-07-10T02:39:52.065" v="5976" actId="478"/>
        <pc:sldMkLst>
          <pc:docMk/>
          <pc:sldMk cId="1297387823" sldId="2147474059"/>
        </pc:sldMkLst>
        <pc:spChg chg="mod">
          <ac:chgData name="Li,Yuting (HP Medicine) BII-CN-S" userId="ce8fbb54-122c-426d-b8da-fdcc5e1b5022" providerId="ADAL" clId="{E6E9D1D9-1FA7-4CA2-A41E-733B983533F7}" dt="2023-07-09T06:55:37.891" v="5311" actId="207"/>
          <ac:spMkLst>
            <pc:docMk/>
            <pc:sldMk cId="1297387823" sldId="2147474059"/>
            <ac:spMk id="13" creationId="{27416EF5-E895-4578-F70D-39C020C59C37}"/>
          </ac:spMkLst>
        </pc:spChg>
        <pc:spChg chg="mod">
          <ac:chgData name="Li,Yuting (HP Medicine) BII-CN-S" userId="ce8fbb54-122c-426d-b8da-fdcc5e1b5022" providerId="ADAL" clId="{E6E9D1D9-1FA7-4CA2-A41E-733B983533F7}" dt="2023-07-04T01:52:33.062" v="983" actId="1076"/>
          <ac:spMkLst>
            <pc:docMk/>
            <pc:sldMk cId="1297387823" sldId="2147474059"/>
            <ac:spMk id="29" creationId="{9224C17E-1AA1-4096-A3FD-25D6FD8BA444}"/>
          </ac:spMkLst>
        </pc:spChg>
        <pc:spChg chg="del">
          <ac:chgData name="Li,Yuting (HP Medicine) BII-CN-S" userId="ce8fbb54-122c-426d-b8da-fdcc5e1b5022" providerId="ADAL" clId="{E6E9D1D9-1FA7-4CA2-A41E-733B983533F7}" dt="2023-07-10T02:39:52.065" v="5976" actId="478"/>
          <ac:spMkLst>
            <pc:docMk/>
            <pc:sldMk cId="1297387823" sldId="2147474059"/>
            <ac:spMk id="52" creationId="{5730AD61-34A2-44E5-9E00-89B96287047E}"/>
          </ac:spMkLst>
        </pc:spChg>
        <pc:spChg chg="mod">
          <ac:chgData name="Li,Yuting (HP Medicine) BII-CN-S" userId="ce8fbb54-122c-426d-b8da-fdcc5e1b5022" providerId="ADAL" clId="{E6E9D1D9-1FA7-4CA2-A41E-733B983533F7}" dt="2023-07-09T06:50:59.283" v="5310" actId="20577"/>
          <ac:spMkLst>
            <pc:docMk/>
            <pc:sldMk cId="1297387823" sldId="2147474059"/>
            <ac:spMk id="62" creationId="{8DB07CF5-ABA1-4C9B-A9DA-0E66E05CDEC6}"/>
          </ac:spMkLst>
        </pc:spChg>
        <pc:cxnChg chg="mod">
          <ac:chgData name="Li,Yuting (HP Medicine) BII-CN-S" userId="ce8fbb54-122c-426d-b8da-fdcc5e1b5022" providerId="ADAL" clId="{E6E9D1D9-1FA7-4CA2-A41E-733B983533F7}" dt="2023-07-06T06:06:34.336" v="3588" actId="1076"/>
          <ac:cxnSpMkLst>
            <pc:docMk/>
            <pc:sldMk cId="1297387823" sldId="2147474059"/>
            <ac:cxnSpMk id="28" creationId="{9C165100-0114-4167-8FF0-BFF01B293D04}"/>
          </ac:cxnSpMkLst>
        </pc:cxnChg>
      </pc:sldChg>
      <pc:sldChg chg="del">
        <pc:chgData name="Li,Yuting (HP Medicine) BII-CN-S" userId="ce8fbb54-122c-426d-b8da-fdcc5e1b5022" providerId="ADAL" clId="{E6E9D1D9-1FA7-4CA2-A41E-733B983533F7}" dt="2023-07-04T03:18:07.504" v="1973" actId="47"/>
        <pc:sldMkLst>
          <pc:docMk/>
          <pc:sldMk cId="3998980679" sldId="2147474060"/>
        </pc:sldMkLst>
      </pc:sldChg>
      <pc:sldChg chg="add del mod modShow">
        <pc:chgData name="Li,Yuting (HP Medicine) BII-CN-S" userId="ce8fbb54-122c-426d-b8da-fdcc5e1b5022" providerId="ADAL" clId="{E6E9D1D9-1FA7-4CA2-A41E-733B983533F7}" dt="2023-07-04T01:48:02.697" v="779" actId="729"/>
        <pc:sldMkLst>
          <pc:docMk/>
          <pc:sldMk cId="288407488" sldId="2147474061"/>
        </pc:sldMkLst>
      </pc:sldChg>
      <pc:sldChg chg="del">
        <pc:chgData name="Li,Yuting (HP Medicine) BII-CN-S" userId="ce8fbb54-122c-426d-b8da-fdcc5e1b5022" providerId="ADAL" clId="{E6E9D1D9-1FA7-4CA2-A41E-733B983533F7}" dt="2023-07-04T01:58:53.641" v="1144" actId="47"/>
        <pc:sldMkLst>
          <pc:docMk/>
          <pc:sldMk cId="3420136281" sldId="2147474062"/>
        </pc:sldMkLst>
      </pc:sldChg>
      <pc:sldChg chg="del">
        <pc:chgData name="Li,Yuting (HP Medicine) BII-CN-S" userId="ce8fbb54-122c-426d-b8da-fdcc5e1b5022" providerId="ADAL" clId="{E6E9D1D9-1FA7-4CA2-A41E-733B983533F7}" dt="2023-07-04T01:58:53.641" v="1144" actId="47"/>
        <pc:sldMkLst>
          <pc:docMk/>
          <pc:sldMk cId="3825196918" sldId="2147474063"/>
        </pc:sldMkLst>
      </pc:sldChg>
      <pc:sldChg chg="del">
        <pc:chgData name="Li,Yuting (HP Medicine) BII-CN-S" userId="ce8fbb54-122c-426d-b8da-fdcc5e1b5022" providerId="ADAL" clId="{E6E9D1D9-1FA7-4CA2-A41E-733B983533F7}" dt="2023-07-04T03:00:44.235" v="1285" actId="47"/>
        <pc:sldMkLst>
          <pc:docMk/>
          <pc:sldMk cId="1079775058" sldId="2147474065"/>
        </pc:sldMkLst>
      </pc:sldChg>
      <pc:sldChg chg="del">
        <pc:chgData name="Li,Yuting (HP Medicine) BII-CN-S" userId="ce8fbb54-122c-426d-b8da-fdcc5e1b5022" providerId="ADAL" clId="{E6E9D1D9-1FA7-4CA2-A41E-733B983533F7}" dt="2023-07-04T01:58:53.641" v="1144" actId="47"/>
        <pc:sldMkLst>
          <pc:docMk/>
          <pc:sldMk cId="1632743858" sldId="2147474066"/>
        </pc:sldMkLst>
      </pc:sldChg>
      <pc:sldChg chg="del">
        <pc:chgData name="Li,Yuting (HP Medicine) BII-CN-S" userId="ce8fbb54-122c-426d-b8da-fdcc5e1b5022" providerId="ADAL" clId="{E6E9D1D9-1FA7-4CA2-A41E-733B983533F7}" dt="2023-07-04T03:00:34.888" v="1284" actId="47"/>
        <pc:sldMkLst>
          <pc:docMk/>
          <pc:sldMk cId="990989320" sldId="2147474068"/>
        </pc:sldMkLst>
      </pc:sldChg>
      <pc:sldChg chg="mod modShow">
        <pc:chgData name="Li,Yuting (HP Medicine) BII-CN-S" userId="ce8fbb54-122c-426d-b8da-fdcc5e1b5022" providerId="ADAL" clId="{E6E9D1D9-1FA7-4CA2-A41E-733B983533F7}" dt="2023-07-04T03:44:45.178" v="2611" actId="729"/>
        <pc:sldMkLst>
          <pc:docMk/>
          <pc:sldMk cId="2902134988" sldId="2147474069"/>
        </pc:sldMkLst>
      </pc:sldChg>
      <pc:sldChg chg="add del">
        <pc:chgData name="Li,Yuting (HP Medicine) BII-CN-S" userId="ce8fbb54-122c-426d-b8da-fdcc5e1b5022" providerId="ADAL" clId="{E6E9D1D9-1FA7-4CA2-A41E-733B983533F7}" dt="2023-07-04T03:13:09.792" v="1521" actId="47"/>
        <pc:sldMkLst>
          <pc:docMk/>
          <pc:sldMk cId="4225257817" sldId="2147474069"/>
        </pc:sldMkLst>
      </pc:sldChg>
      <pc:sldChg chg="del">
        <pc:chgData name="Li,Yuting (HP Medicine) BII-CN-S" userId="ce8fbb54-122c-426d-b8da-fdcc5e1b5022" providerId="ADAL" clId="{E6E9D1D9-1FA7-4CA2-A41E-733B983533F7}" dt="2023-07-04T03:18:08.481" v="1974" actId="47"/>
        <pc:sldMkLst>
          <pc:docMk/>
          <pc:sldMk cId="612364259" sldId="2147474070"/>
        </pc:sldMkLst>
      </pc:sldChg>
      <pc:sldChg chg="del">
        <pc:chgData name="Li,Yuting (HP Medicine) BII-CN-S" userId="ce8fbb54-122c-426d-b8da-fdcc5e1b5022" providerId="ADAL" clId="{E6E9D1D9-1FA7-4CA2-A41E-733B983533F7}" dt="2023-07-04T06:09:02.542" v="2880" actId="47"/>
        <pc:sldMkLst>
          <pc:docMk/>
          <pc:sldMk cId="112041081" sldId="2147474071"/>
        </pc:sldMkLst>
      </pc:sldChg>
      <pc:sldChg chg="modSp mod addCm modCm">
        <pc:chgData name="Li,Yuting (HP Medicine) BII-CN-S" userId="ce8fbb54-122c-426d-b8da-fdcc5e1b5022" providerId="ADAL" clId="{E6E9D1D9-1FA7-4CA2-A41E-733B983533F7}" dt="2023-07-10T01:56:23.196" v="5920" actId="20577"/>
        <pc:sldMkLst>
          <pc:docMk/>
          <pc:sldMk cId="252637149" sldId="2147474072"/>
        </pc:sldMkLst>
        <pc:spChg chg="mod">
          <ac:chgData name="Li,Yuting (HP Medicine) BII-CN-S" userId="ce8fbb54-122c-426d-b8da-fdcc5e1b5022" providerId="ADAL" clId="{E6E9D1D9-1FA7-4CA2-A41E-733B983533F7}" dt="2023-07-09T07:56:04.911" v="5401" actId="207"/>
          <ac:spMkLst>
            <pc:docMk/>
            <pc:sldMk cId="252637149" sldId="2147474072"/>
            <ac:spMk id="11" creationId="{CAFF531A-41F7-4119-A3B2-E92052950CD8}"/>
          </ac:spMkLst>
        </pc:spChg>
        <pc:spChg chg="mod">
          <ac:chgData name="Li,Yuting (HP Medicine) BII-CN-S" userId="ce8fbb54-122c-426d-b8da-fdcc5e1b5022" providerId="ADAL" clId="{E6E9D1D9-1FA7-4CA2-A41E-733B983533F7}" dt="2023-07-09T07:55:35.014" v="5392" actId="207"/>
          <ac:spMkLst>
            <pc:docMk/>
            <pc:sldMk cId="252637149" sldId="2147474072"/>
            <ac:spMk id="12" creationId="{9EB96B7A-08B9-07B9-F15D-9A5F79112891}"/>
          </ac:spMkLst>
        </pc:spChg>
        <pc:spChg chg="mod">
          <ac:chgData name="Li,Yuting (HP Medicine) BII-CN-S" userId="ce8fbb54-122c-426d-b8da-fdcc5e1b5022" providerId="ADAL" clId="{E6E9D1D9-1FA7-4CA2-A41E-733B983533F7}" dt="2023-07-09T07:55:30.890" v="5391" actId="207"/>
          <ac:spMkLst>
            <pc:docMk/>
            <pc:sldMk cId="252637149" sldId="2147474072"/>
            <ac:spMk id="76" creationId="{9224C17E-1AA1-4096-A3FD-25D6FD8BA444}"/>
          </ac:spMkLst>
        </pc:spChg>
        <pc:spChg chg="mod">
          <ac:chgData name="Li,Yuting (HP Medicine) BII-CN-S" userId="ce8fbb54-122c-426d-b8da-fdcc5e1b5022" providerId="ADAL" clId="{E6E9D1D9-1FA7-4CA2-A41E-733B983533F7}" dt="2023-07-09T07:55:12.429" v="5388" actId="207"/>
          <ac:spMkLst>
            <pc:docMk/>
            <pc:sldMk cId="252637149" sldId="2147474072"/>
            <ac:spMk id="86" creationId="{9224C17E-1AA1-4096-A3FD-25D6FD8BA444}"/>
          </ac:spMkLst>
        </pc:spChg>
        <pc:spChg chg="mod">
          <ac:chgData name="Li,Yuting (HP Medicine) BII-CN-S" userId="ce8fbb54-122c-426d-b8da-fdcc5e1b5022" providerId="ADAL" clId="{E6E9D1D9-1FA7-4CA2-A41E-733B983533F7}" dt="2023-07-09T07:55:06.624" v="5387" actId="207"/>
          <ac:spMkLst>
            <pc:docMk/>
            <pc:sldMk cId="252637149" sldId="2147474072"/>
            <ac:spMk id="88" creationId="{9224C17E-1AA1-4096-A3FD-25D6FD8BA444}"/>
          </ac:spMkLst>
        </pc:spChg>
        <pc:spChg chg="mod">
          <ac:chgData name="Li,Yuting (HP Medicine) BII-CN-S" userId="ce8fbb54-122c-426d-b8da-fdcc5e1b5022" providerId="ADAL" clId="{E6E9D1D9-1FA7-4CA2-A41E-733B983533F7}" dt="2023-07-09T07:56:41.557" v="5411" actId="6549"/>
          <ac:spMkLst>
            <pc:docMk/>
            <pc:sldMk cId="252637149" sldId="2147474072"/>
            <ac:spMk id="95" creationId="{BC6A3A5F-ADE2-49BE-B19B-A4EDD9DA156B}"/>
          </ac:spMkLst>
        </pc:spChg>
        <pc:spChg chg="mod">
          <ac:chgData name="Li,Yuting (HP Medicine) BII-CN-S" userId="ce8fbb54-122c-426d-b8da-fdcc5e1b5022" providerId="ADAL" clId="{E6E9D1D9-1FA7-4CA2-A41E-733B983533F7}" dt="2023-07-10T01:56:23.196" v="5920" actId="20577"/>
          <ac:spMkLst>
            <pc:docMk/>
            <pc:sldMk cId="252637149" sldId="2147474072"/>
            <ac:spMk id="99" creationId="{D11E8C8E-EA83-4AF2-B5EA-9A0D5FDC196B}"/>
          </ac:spMkLst>
        </pc:spChg>
        <pc:spChg chg="mod">
          <ac:chgData name="Li,Yuting (HP Medicine) BII-CN-S" userId="ce8fbb54-122c-426d-b8da-fdcc5e1b5022" providerId="ADAL" clId="{E6E9D1D9-1FA7-4CA2-A41E-733B983533F7}" dt="2023-07-09T07:55:25.574" v="5390" actId="207"/>
          <ac:spMkLst>
            <pc:docMk/>
            <pc:sldMk cId="252637149" sldId="2147474072"/>
            <ac:spMk id="100" creationId="{BB730A7E-323C-4B8A-AEC8-36B23B68DA3C}"/>
          </ac:spMkLst>
        </pc:spChg>
        <pc:spChg chg="mod">
          <ac:chgData name="Li,Yuting (HP Medicine) BII-CN-S" userId="ce8fbb54-122c-426d-b8da-fdcc5e1b5022" providerId="ADAL" clId="{E6E9D1D9-1FA7-4CA2-A41E-733B983533F7}" dt="2023-07-09T07:55:18.553" v="5389" actId="207"/>
          <ac:spMkLst>
            <pc:docMk/>
            <pc:sldMk cId="252637149" sldId="2147474072"/>
            <ac:spMk id="111" creationId="{811AE4EA-2B1C-41E2-A724-E1CC12C58BC0}"/>
          </ac:spMkLst>
        </pc:spChg>
        <pc:spChg chg="mod">
          <ac:chgData name="Li,Yuting (HP Medicine) BII-CN-S" userId="ce8fbb54-122c-426d-b8da-fdcc5e1b5022" providerId="ADAL" clId="{E6E9D1D9-1FA7-4CA2-A41E-733B983533F7}" dt="2023-07-09T07:55:45.348" v="5394" actId="207"/>
          <ac:spMkLst>
            <pc:docMk/>
            <pc:sldMk cId="252637149" sldId="2147474072"/>
            <ac:spMk id="125" creationId="{818F6090-B0DB-410C-B9C3-839145EB000E}"/>
          </ac:spMkLst>
        </pc:spChg>
        <pc:spChg chg="mod">
          <ac:chgData name="Li,Yuting (HP Medicine) BII-CN-S" userId="ce8fbb54-122c-426d-b8da-fdcc5e1b5022" providerId="ADAL" clId="{E6E9D1D9-1FA7-4CA2-A41E-733B983533F7}" dt="2023-07-09T07:56:25.214" v="5410" actId="14100"/>
          <ac:spMkLst>
            <pc:docMk/>
            <pc:sldMk cId="252637149" sldId="2147474072"/>
            <ac:spMk id="126" creationId="{51D562F0-9766-4D79-9645-120EF4B974BB}"/>
          </ac:spMkLst>
        </pc:spChg>
        <pc:spChg chg="mod">
          <ac:chgData name="Li,Yuting (HP Medicine) BII-CN-S" userId="ce8fbb54-122c-426d-b8da-fdcc5e1b5022" providerId="ADAL" clId="{E6E9D1D9-1FA7-4CA2-A41E-733B983533F7}" dt="2023-07-09T07:56:55.970" v="5413" actId="1076"/>
          <ac:spMkLst>
            <pc:docMk/>
            <pc:sldMk cId="252637149" sldId="2147474072"/>
            <ac:spMk id="156" creationId="{C5451C2B-57A0-4E43-8C83-AC848B6E2B36}"/>
          </ac:spMkLst>
        </pc:spChg>
        <pc:spChg chg="mod">
          <ac:chgData name="Li,Yuting (HP Medicine) BII-CN-S" userId="ce8fbb54-122c-426d-b8da-fdcc5e1b5022" providerId="ADAL" clId="{E6E9D1D9-1FA7-4CA2-A41E-733B983533F7}" dt="2023-07-09T07:55:40.724" v="5393" actId="207"/>
          <ac:spMkLst>
            <pc:docMk/>
            <pc:sldMk cId="252637149" sldId="2147474072"/>
            <ac:spMk id="184" creationId="{0B0B25B2-C045-494D-9DF9-BC8283F93224}"/>
          </ac:spMkLst>
        </pc:spChg>
        <pc:grpChg chg="mod">
          <ac:chgData name="Li,Yuting (HP Medicine) BII-CN-S" userId="ce8fbb54-122c-426d-b8da-fdcc5e1b5022" providerId="ADAL" clId="{E6E9D1D9-1FA7-4CA2-A41E-733B983533F7}" dt="2023-07-09T07:56:49.661" v="5412" actId="1076"/>
          <ac:grpSpMkLst>
            <pc:docMk/>
            <pc:sldMk cId="252637149" sldId="2147474072"/>
            <ac:grpSpMk id="128" creationId="{18FAE71D-3E51-412E-BC9C-CCABC8191DB1}"/>
          </ac:grpSpMkLst>
        </pc:grpChg>
      </pc:sldChg>
      <pc:sldChg chg="del">
        <pc:chgData name="Li,Yuting (HP Medicine) BII-CN-S" userId="ce8fbb54-122c-426d-b8da-fdcc5e1b5022" providerId="ADAL" clId="{E6E9D1D9-1FA7-4CA2-A41E-733B983533F7}" dt="2023-07-04T05:47:24.815" v="2705" actId="47"/>
        <pc:sldMkLst>
          <pc:docMk/>
          <pc:sldMk cId="1142586059" sldId="2147474074"/>
        </pc:sldMkLst>
      </pc:sldChg>
      <pc:sldChg chg="del">
        <pc:chgData name="Li,Yuting (HP Medicine) BII-CN-S" userId="ce8fbb54-122c-426d-b8da-fdcc5e1b5022" providerId="ADAL" clId="{E6E9D1D9-1FA7-4CA2-A41E-733B983533F7}" dt="2023-07-04T03:46:15.625" v="2619" actId="47"/>
        <pc:sldMkLst>
          <pc:docMk/>
          <pc:sldMk cId="730220175" sldId="2147474075"/>
        </pc:sldMkLst>
      </pc:sldChg>
      <pc:sldChg chg="del replTag delTag">
        <pc:chgData name="Li,Yuting (HP Medicine) BII-CN-S" userId="ce8fbb54-122c-426d-b8da-fdcc5e1b5022" providerId="ADAL" clId="{E6E9D1D9-1FA7-4CA2-A41E-733B983533F7}" dt="2023-07-04T03:45:54.073" v="2618" actId="47"/>
        <pc:sldMkLst>
          <pc:docMk/>
          <pc:sldMk cId="3325815629" sldId="2147474076"/>
        </pc:sldMkLst>
      </pc:sldChg>
      <pc:sldChg chg="del">
        <pc:chgData name="Li,Yuting (HP Medicine) BII-CN-S" userId="ce8fbb54-122c-426d-b8da-fdcc5e1b5022" providerId="ADAL" clId="{E6E9D1D9-1FA7-4CA2-A41E-733B983533F7}" dt="2023-07-04T03:43:42.974" v="2607" actId="47"/>
        <pc:sldMkLst>
          <pc:docMk/>
          <pc:sldMk cId="1949589662" sldId="2147474082"/>
        </pc:sldMkLst>
      </pc:sldChg>
      <pc:sldChg chg="del">
        <pc:chgData name="Li,Yuting (HP Medicine) BII-CN-S" userId="ce8fbb54-122c-426d-b8da-fdcc5e1b5022" providerId="ADAL" clId="{E6E9D1D9-1FA7-4CA2-A41E-733B983533F7}" dt="2023-07-04T03:39:32.034" v="2508" actId="47"/>
        <pc:sldMkLst>
          <pc:docMk/>
          <pc:sldMk cId="4136533107" sldId="2147474083"/>
        </pc:sldMkLst>
      </pc:sldChg>
      <pc:sldChg chg="del">
        <pc:chgData name="Li,Yuting (HP Medicine) BII-CN-S" userId="ce8fbb54-122c-426d-b8da-fdcc5e1b5022" providerId="ADAL" clId="{E6E9D1D9-1FA7-4CA2-A41E-733B983533F7}" dt="2023-07-04T03:00:46.774" v="1286" actId="47"/>
        <pc:sldMkLst>
          <pc:docMk/>
          <pc:sldMk cId="2971451852" sldId="2147474084"/>
        </pc:sldMkLst>
      </pc:sldChg>
      <pc:sldChg chg="add del">
        <pc:chgData name="Li,Yuting (HP Medicine) BII-CN-S" userId="ce8fbb54-122c-426d-b8da-fdcc5e1b5022" providerId="ADAL" clId="{E6E9D1D9-1FA7-4CA2-A41E-733B983533F7}" dt="2023-07-04T01:59:35.506" v="1146"/>
        <pc:sldMkLst>
          <pc:docMk/>
          <pc:sldMk cId="1434960022" sldId="2147474085"/>
        </pc:sldMkLst>
      </pc:sldChg>
      <pc:sldChg chg="modSp mod addCm modCm">
        <pc:chgData name="Li,Yuting (HP Medicine) BII-CN-S" userId="ce8fbb54-122c-426d-b8da-fdcc5e1b5022" providerId="ADAL" clId="{E6E9D1D9-1FA7-4CA2-A41E-733B983533F7}" dt="2023-07-09T22:25:42.256" v="5481" actId="20577"/>
        <pc:sldMkLst>
          <pc:docMk/>
          <pc:sldMk cId="382240855" sldId="2147474088"/>
        </pc:sldMkLst>
        <pc:spChg chg="mod">
          <ac:chgData name="Li,Yuting (HP Medicine) BII-CN-S" userId="ce8fbb54-122c-426d-b8da-fdcc5e1b5022" providerId="ADAL" clId="{E6E9D1D9-1FA7-4CA2-A41E-733B983533F7}" dt="2023-07-03T12:50:41.774" v="149" actId="1035"/>
          <ac:spMkLst>
            <pc:docMk/>
            <pc:sldMk cId="382240855" sldId="2147474088"/>
            <ac:spMk id="14" creationId="{00000000-0000-0000-0000-000000000000}"/>
          </ac:spMkLst>
        </pc:spChg>
        <pc:spChg chg="mod">
          <ac:chgData name="Li,Yuting (HP Medicine) BII-CN-S" userId="ce8fbb54-122c-426d-b8da-fdcc5e1b5022" providerId="ADAL" clId="{E6E9D1D9-1FA7-4CA2-A41E-733B983533F7}" dt="2023-07-06T09:17:56.625" v="4735" actId="20577"/>
          <ac:spMkLst>
            <pc:docMk/>
            <pc:sldMk cId="382240855" sldId="2147474088"/>
            <ac:spMk id="154" creationId="{9224C17E-1AA1-4096-A3FD-25D6FD8BA444}"/>
          </ac:spMkLst>
        </pc:spChg>
        <pc:spChg chg="mod">
          <ac:chgData name="Li,Yuting (HP Medicine) BII-CN-S" userId="ce8fbb54-122c-426d-b8da-fdcc5e1b5022" providerId="ADAL" clId="{E6E9D1D9-1FA7-4CA2-A41E-733B983533F7}" dt="2023-07-09T06:25:38.650" v="5238" actId="5793"/>
          <ac:spMkLst>
            <pc:docMk/>
            <pc:sldMk cId="382240855" sldId="2147474088"/>
            <ac:spMk id="157" creationId="{ABF1C8FA-24FE-4186-8317-54D0AE86DBB2}"/>
          </ac:spMkLst>
        </pc:spChg>
        <pc:spChg chg="mod">
          <ac:chgData name="Li,Yuting (HP Medicine) BII-CN-S" userId="ce8fbb54-122c-426d-b8da-fdcc5e1b5022" providerId="ADAL" clId="{E6E9D1D9-1FA7-4CA2-A41E-733B983533F7}" dt="2023-07-04T01:53:00.948" v="986" actId="1076"/>
          <ac:spMkLst>
            <pc:docMk/>
            <pc:sldMk cId="382240855" sldId="2147474088"/>
            <ac:spMk id="166" creationId="{4EFF5992-CD5C-40C0-A183-FB6D9A6C0FCB}"/>
          </ac:spMkLst>
        </pc:spChg>
        <pc:spChg chg="mod">
          <ac:chgData name="Li,Yuting (HP Medicine) BII-CN-S" userId="ce8fbb54-122c-426d-b8da-fdcc5e1b5022" providerId="ADAL" clId="{E6E9D1D9-1FA7-4CA2-A41E-733B983533F7}" dt="2023-07-09T22:25:42.256" v="5481" actId="20577"/>
          <ac:spMkLst>
            <pc:docMk/>
            <pc:sldMk cId="382240855" sldId="2147474088"/>
            <ac:spMk id="178" creationId="{C8A141E8-3A7E-477A-B6F1-59F3BCA948DD}"/>
          </ac:spMkLst>
        </pc:spChg>
        <pc:grpChg chg="mod">
          <ac:chgData name="Li,Yuting (HP Medicine) BII-CN-S" userId="ce8fbb54-122c-426d-b8da-fdcc5e1b5022" providerId="ADAL" clId="{E6E9D1D9-1FA7-4CA2-A41E-733B983533F7}" dt="2023-07-04T01:53:03.490" v="987" actId="1076"/>
          <ac:grpSpMkLst>
            <pc:docMk/>
            <pc:sldMk cId="382240855" sldId="2147474088"/>
            <ac:grpSpMk id="155" creationId="{22D6154F-78E1-4174-AB57-1D26B92FA7AE}"/>
          </ac:grpSpMkLst>
        </pc:grpChg>
        <pc:cxnChg chg="mod">
          <ac:chgData name="Li,Yuting (HP Medicine) BII-CN-S" userId="ce8fbb54-122c-426d-b8da-fdcc5e1b5022" providerId="ADAL" clId="{E6E9D1D9-1FA7-4CA2-A41E-733B983533F7}" dt="2023-07-04T01:53:04.175" v="988" actId="1076"/>
          <ac:cxnSpMkLst>
            <pc:docMk/>
            <pc:sldMk cId="382240855" sldId="2147474088"/>
            <ac:cxnSpMk id="156" creationId="{17FE68B3-3D4B-41B3-A72D-D4B1F0408B02}"/>
          </ac:cxnSpMkLst>
        </pc:cxnChg>
      </pc:sldChg>
      <pc:sldChg chg="modSp mod addCm delCm modCm">
        <pc:chgData name="Li,Yuting (HP Medicine) BII-CN-S" userId="ce8fbb54-122c-426d-b8da-fdcc5e1b5022" providerId="ADAL" clId="{E6E9D1D9-1FA7-4CA2-A41E-733B983533F7}" dt="2023-07-09T22:46:59.950" v="5491" actId="14100"/>
        <pc:sldMkLst>
          <pc:docMk/>
          <pc:sldMk cId="2856084553" sldId="2147474089"/>
        </pc:sldMkLst>
        <pc:spChg chg="mod">
          <ac:chgData name="Li,Yuting (HP Medicine) BII-CN-S" userId="ce8fbb54-122c-426d-b8da-fdcc5e1b5022" providerId="ADAL" clId="{E6E9D1D9-1FA7-4CA2-A41E-733B983533F7}" dt="2023-07-04T06:11:48.464" v="2916" actId="20577"/>
          <ac:spMkLst>
            <pc:docMk/>
            <pc:sldMk cId="2856084553" sldId="2147474089"/>
            <ac:spMk id="5" creationId="{23DB86F8-60A0-6A56-DC74-D2994B3B6CA9}"/>
          </ac:spMkLst>
        </pc:spChg>
        <pc:spChg chg="mod">
          <ac:chgData name="Li,Yuting (HP Medicine) BII-CN-S" userId="ce8fbb54-122c-426d-b8da-fdcc5e1b5022" providerId="ADAL" clId="{E6E9D1D9-1FA7-4CA2-A41E-733B983533F7}" dt="2023-07-09T22:46:54.693" v="5490" actId="14100"/>
          <ac:spMkLst>
            <pc:docMk/>
            <pc:sldMk cId="2856084553" sldId="2147474089"/>
            <ac:spMk id="36" creationId="{9ADF8A0F-CE20-4024-9856-EA35D6A5FB23}"/>
          </ac:spMkLst>
        </pc:spChg>
        <pc:spChg chg="mod">
          <ac:chgData name="Li,Yuting (HP Medicine) BII-CN-S" userId="ce8fbb54-122c-426d-b8da-fdcc5e1b5022" providerId="ADAL" clId="{E6E9D1D9-1FA7-4CA2-A41E-733B983533F7}" dt="2023-07-09T22:46:59.950" v="5491" actId="14100"/>
          <ac:spMkLst>
            <pc:docMk/>
            <pc:sldMk cId="2856084553" sldId="2147474089"/>
            <ac:spMk id="53" creationId="{CA18E502-8190-41B9-A1CE-3AEEED81BB62}"/>
          </ac:spMkLst>
        </pc:spChg>
        <pc:spChg chg="mod">
          <ac:chgData name="Li,Yuting (HP Medicine) BII-CN-S" userId="ce8fbb54-122c-426d-b8da-fdcc5e1b5022" providerId="ADAL" clId="{E6E9D1D9-1FA7-4CA2-A41E-733B983533F7}" dt="2023-07-09T22:43:12.927" v="5487" actId="20577"/>
          <ac:spMkLst>
            <pc:docMk/>
            <pc:sldMk cId="2856084553" sldId="2147474089"/>
            <ac:spMk id="75" creationId="{23E443ED-C91E-4425-963C-DB47A7F0B19C}"/>
          </ac:spMkLst>
        </pc:spChg>
        <pc:spChg chg="mod">
          <ac:chgData name="Li,Yuting (HP Medicine) BII-CN-S" userId="ce8fbb54-122c-426d-b8da-fdcc5e1b5022" providerId="ADAL" clId="{E6E9D1D9-1FA7-4CA2-A41E-733B983533F7}" dt="2023-07-04T06:11:59.963" v="2918" actId="6549"/>
          <ac:spMkLst>
            <pc:docMk/>
            <pc:sldMk cId="2856084553" sldId="2147474089"/>
            <ac:spMk id="88" creationId="{9224C17E-1AA1-4096-A3FD-25D6FD8BA444}"/>
          </ac:spMkLst>
        </pc:spChg>
        <pc:spChg chg="mod">
          <ac:chgData name="Li,Yuting (HP Medicine) BII-CN-S" userId="ce8fbb54-122c-426d-b8da-fdcc5e1b5022" providerId="ADAL" clId="{E6E9D1D9-1FA7-4CA2-A41E-733B983533F7}" dt="2023-07-09T22:46:32.488" v="5489" actId="20577"/>
          <ac:spMkLst>
            <pc:docMk/>
            <pc:sldMk cId="2856084553" sldId="2147474089"/>
            <ac:spMk id="90" creationId="{37956BD0-E734-4F52-BAF6-C048151B6353}"/>
          </ac:spMkLst>
        </pc:spChg>
        <pc:grpChg chg="mod">
          <ac:chgData name="Li,Yuting (HP Medicine) BII-CN-S" userId="ce8fbb54-122c-426d-b8da-fdcc5e1b5022" providerId="ADAL" clId="{E6E9D1D9-1FA7-4CA2-A41E-733B983533F7}" dt="2023-07-04T06:12:07.956" v="2920" actId="1076"/>
          <ac:grpSpMkLst>
            <pc:docMk/>
            <pc:sldMk cId="2856084553" sldId="2147474089"/>
            <ac:grpSpMk id="50" creationId="{00000000-0000-0000-0000-000000000000}"/>
          </ac:grpSpMkLst>
        </pc:grpChg>
      </pc:sldChg>
      <pc:sldChg chg="addSp delSp modSp mod modNotesTx">
        <pc:chgData name="Li,Yuting (HP Medicine) BII-CN-S" userId="ce8fbb54-122c-426d-b8da-fdcc5e1b5022" providerId="ADAL" clId="{E6E9D1D9-1FA7-4CA2-A41E-733B983533F7}" dt="2023-07-10T05:12:48.804" v="6002" actId="14100"/>
        <pc:sldMkLst>
          <pc:docMk/>
          <pc:sldMk cId="190489265" sldId="2147474090"/>
        </pc:sldMkLst>
        <pc:spChg chg="mod">
          <ac:chgData name="Li,Yuting (HP Medicine) BII-CN-S" userId="ce8fbb54-122c-426d-b8da-fdcc5e1b5022" providerId="ADAL" clId="{E6E9D1D9-1FA7-4CA2-A41E-733B983533F7}" dt="2023-07-04T03:13:32.196" v="1523" actId="1076"/>
          <ac:spMkLst>
            <pc:docMk/>
            <pc:sldMk cId="190489265" sldId="2147474090"/>
            <ac:spMk id="9" creationId="{F12E7DF4-1C3E-D60F-9B9B-40E4CBF36F1E}"/>
          </ac:spMkLst>
        </pc:spChg>
        <pc:spChg chg="mod">
          <ac:chgData name="Li,Yuting (HP Medicine) BII-CN-S" userId="ce8fbb54-122c-426d-b8da-fdcc5e1b5022" providerId="ADAL" clId="{E6E9D1D9-1FA7-4CA2-A41E-733B983533F7}" dt="2023-07-04T03:13:36.390" v="1524" actId="1076"/>
          <ac:spMkLst>
            <pc:docMk/>
            <pc:sldMk cId="190489265" sldId="2147474090"/>
            <ac:spMk id="41" creationId="{90B8C819-3C78-4A88-A866-5DA965418DB0}"/>
          </ac:spMkLst>
        </pc:spChg>
        <pc:spChg chg="mod">
          <ac:chgData name="Li,Yuting (HP Medicine) BII-CN-S" userId="ce8fbb54-122c-426d-b8da-fdcc5e1b5022" providerId="ADAL" clId="{E6E9D1D9-1FA7-4CA2-A41E-733B983533F7}" dt="2023-07-10T05:12:48.804" v="6002" actId="14100"/>
          <ac:spMkLst>
            <pc:docMk/>
            <pc:sldMk cId="190489265" sldId="2147474090"/>
            <ac:spMk id="111" creationId="{40929094-C8CC-4BCB-B988-FAC9EF24EDE7}"/>
          </ac:spMkLst>
        </pc:spChg>
        <pc:grpChg chg="mod">
          <ac:chgData name="Li,Yuting (HP Medicine) BII-CN-S" userId="ce8fbb54-122c-426d-b8da-fdcc5e1b5022" providerId="ADAL" clId="{E6E9D1D9-1FA7-4CA2-A41E-733B983533F7}" dt="2023-07-04T03:13:19.615" v="1522" actId="1076"/>
          <ac:grpSpMkLst>
            <pc:docMk/>
            <pc:sldMk cId="190489265" sldId="2147474090"/>
            <ac:grpSpMk id="94" creationId="{8CA2D186-99EC-466F-9E24-BEA99F2ECDCD}"/>
          </ac:grpSpMkLst>
        </pc:grpChg>
        <pc:picChg chg="add mod">
          <ac:chgData name="Li,Yuting (HP Medicine) BII-CN-S" userId="ce8fbb54-122c-426d-b8da-fdcc5e1b5022" providerId="ADAL" clId="{E6E9D1D9-1FA7-4CA2-A41E-733B983533F7}" dt="2023-07-04T03:23:49.545" v="2038" actId="1076"/>
          <ac:picMkLst>
            <pc:docMk/>
            <pc:sldMk cId="190489265" sldId="2147474090"/>
            <ac:picMk id="10" creationId="{51EC18EF-60CB-6FBE-E56F-789DBAC01F92}"/>
          </ac:picMkLst>
        </pc:picChg>
        <pc:picChg chg="del">
          <ac:chgData name="Li,Yuting (HP Medicine) BII-CN-S" userId="ce8fbb54-122c-426d-b8da-fdcc5e1b5022" providerId="ADAL" clId="{E6E9D1D9-1FA7-4CA2-A41E-733B983533F7}" dt="2023-07-04T03:23:45.150" v="2036" actId="478"/>
          <ac:picMkLst>
            <pc:docMk/>
            <pc:sldMk cId="190489265" sldId="2147474090"/>
            <ac:picMk id="107" creationId="{B9027C6B-7C86-4F49-91DE-669858C85541}"/>
          </ac:picMkLst>
        </pc:picChg>
      </pc:sldChg>
      <pc:sldChg chg="del">
        <pc:chgData name="Li,Yuting (HP Medicine) BII-CN-S" userId="ce8fbb54-122c-426d-b8da-fdcc5e1b5022" providerId="ADAL" clId="{E6E9D1D9-1FA7-4CA2-A41E-733B983533F7}" dt="2023-07-04T03:17:58.981" v="1972"/>
        <pc:sldMkLst>
          <pc:docMk/>
          <pc:sldMk cId="3999287692" sldId="2147474091"/>
        </pc:sldMkLst>
      </pc:sldChg>
      <pc:sldChg chg="modSp del mod">
        <pc:chgData name="Li,Yuting (HP Medicine) BII-CN-S" userId="ce8fbb54-122c-426d-b8da-fdcc5e1b5022" providerId="ADAL" clId="{E6E9D1D9-1FA7-4CA2-A41E-733B983533F7}" dt="2023-07-04T06:05:45.488" v="2876" actId="20577"/>
        <pc:sldMkLst>
          <pc:docMk/>
          <pc:sldMk cId="713550364" sldId="2147474092"/>
        </pc:sldMkLst>
        <pc:spChg chg="mod">
          <ac:chgData name="Li,Yuting (HP Medicine) BII-CN-S" userId="ce8fbb54-122c-426d-b8da-fdcc5e1b5022" providerId="ADAL" clId="{E6E9D1D9-1FA7-4CA2-A41E-733B983533F7}" dt="2023-07-04T06:05:45.488" v="2876" actId="20577"/>
          <ac:spMkLst>
            <pc:docMk/>
            <pc:sldMk cId="713550364" sldId="2147474092"/>
            <ac:spMk id="7" creationId="{903A62CF-15B9-3CAE-44E3-670F2DC6C24C}"/>
          </ac:spMkLst>
        </pc:spChg>
      </pc:sldChg>
      <pc:sldChg chg="addSp delSp modSp mod addCm delCm">
        <pc:chgData name="Li,Yuting (HP Medicine) BII-CN-S" userId="ce8fbb54-122c-426d-b8da-fdcc5e1b5022" providerId="ADAL" clId="{E6E9D1D9-1FA7-4CA2-A41E-733B983533F7}" dt="2023-07-10T03:10:46.562" v="5997" actId="20577"/>
        <pc:sldMkLst>
          <pc:docMk/>
          <pc:sldMk cId="1381831047" sldId="2147474097"/>
        </pc:sldMkLst>
        <pc:spChg chg="add del mod">
          <ac:chgData name="Li,Yuting (HP Medicine) BII-CN-S" userId="ce8fbb54-122c-426d-b8da-fdcc5e1b5022" providerId="ADAL" clId="{E6E9D1D9-1FA7-4CA2-A41E-733B983533F7}" dt="2023-07-04T02:01:07.182" v="1160" actId="21"/>
          <ac:spMkLst>
            <pc:docMk/>
            <pc:sldMk cId="1381831047" sldId="2147474097"/>
            <ac:spMk id="3" creationId="{18C87D55-47AB-781D-956B-96543A978999}"/>
          </ac:spMkLst>
        </pc:spChg>
        <pc:spChg chg="add mod">
          <ac:chgData name="Li,Yuting (HP Medicine) BII-CN-S" userId="ce8fbb54-122c-426d-b8da-fdcc5e1b5022" providerId="ADAL" clId="{E6E9D1D9-1FA7-4CA2-A41E-733B983533F7}" dt="2023-07-10T03:10:46.562" v="5997" actId="20577"/>
          <ac:spMkLst>
            <pc:docMk/>
            <pc:sldMk cId="1381831047" sldId="2147474097"/>
            <ac:spMk id="3" creationId="{270098C3-3DA6-2189-BD65-C8D4C88905BE}"/>
          </ac:spMkLst>
        </pc:spChg>
        <pc:graphicFrameChg chg="mod">
          <ac:chgData name="Li,Yuting (HP Medicine) BII-CN-S" userId="ce8fbb54-122c-426d-b8da-fdcc5e1b5022" providerId="ADAL" clId="{E6E9D1D9-1FA7-4CA2-A41E-733B983533F7}" dt="2023-07-04T02:00:56.929" v="1158"/>
          <ac:graphicFrameMkLst>
            <pc:docMk/>
            <pc:sldMk cId="1381831047" sldId="2147474097"/>
            <ac:graphicFrameMk id="5" creationId="{143855D3-70B4-468D-8667-5579C14069D1}"/>
          </ac:graphicFrameMkLst>
        </pc:graphicFrameChg>
      </pc:sldChg>
      <pc:sldChg chg="addSp delSp modSp mod">
        <pc:chgData name="Li,Yuting (HP Medicine) BII-CN-S" userId="ce8fbb54-122c-426d-b8da-fdcc5e1b5022" providerId="ADAL" clId="{E6E9D1D9-1FA7-4CA2-A41E-733B983533F7}" dt="2023-07-09T07:26:16.358" v="5332" actId="478"/>
        <pc:sldMkLst>
          <pc:docMk/>
          <pc:sldMk cId="1908837058" sldId="2147474098"/>
        </pc:sldMkLst>
        <pc:spChg chg="mod">
          <ac:chgData name="Li,Yuting (HP Medicine) BII-CN-S" userId="ce8fbb54-122c-426d-b8da-fdcc5e1b5022" providerId="ADAL" clId="{E6E9D1D9-1FA7-4CA2-A41E-733B983533F7}" dt="2023-07-04T02:01:10.372" v="1161" actId="1076"/>
          <ac:spMkLst>
            <pc:docMk/>
            <pc:sldMk cId="1908837058" sldId="2147474098"/>
            <ac:spMk id="2" creationId="{899E9FD5-14F4-46B5-85BD-4B2D5616E6A9}"/>
          </ac:spMkLst>
        </pc:spChg>
        <pc:spChg chg="add del mod">
          <ac:chgData name="Li,Yuting (HP Medicine) BII-CN-S" userId="ce8fbb54-122c-426d-b8da-fdcc5e1b5022" providerId="ADAL" clId="{E6E9D1D9-1FA7-4CA2-A41E-733B983533F7}" dt="2023-07-09T07:26:16.358" v="5332" actId="478"/>
          <ac:spMkLst>
            <pc:docMk/>
            <pc:sldMk cId="1908837058" sldId="2147474098"/>
            <ac:spMk id="3" creationId="{C72126A3-7CCD-D44E-C255-CCFB7493D29C}"/>
          </ac:spMkLst>
        </pc:spChg>
      </pc:sldChg>
      <pc:sldChg chg="delCm">
        <pc:chgData name="Li,Yuting (HP Medicine) BII-CN-S" userId="ce8fbb54-122c-426d-b8da-fdcc5e1b5022" providerId="ADAL" clId="{E6E9D1D9-1FA7-4CA2-A41E-733B983533F7}" dt="2023-07-04T02:59:09.101" v="1256" actId="1592"/>
        <pc:sldMkLst>
          <pc:docMk/>
          <pc:sldMk cId="1746278485" sldId="2147474099"/>
        </pc:sldMkLst>
      </pc:sldChg>
      <pc:sldChg chg="delSp modSp mod modShow">
        <pc:chgData name="Li,Yuting (HP Medicine) BII-CN-S" userId="ce8fbb54-122c-426d-b8da-fdcc5e1b5022" providerId="ADAL" clId="{E6E9D1D9-1FA7-4CA2-A41E-733B983533F7}" dt="2023-07-06T03:07:02.703" v="3373" actId="20577"/>
        <pc:sldMkLst>
          <pc:docMk/>
          <pc:sldMk cId="4253213982" sldId="2147474102"/>
        </pc:sldMkLst>
        <pc:spChg chg="mod">
          <ac:chgData name="Li,Yuting (HP Medicine) BII-CN-S" userId="ce8fbb54-122c-426d-b8da-fdcc5e1b5022" providerId="ADAL" clId="{E6E9D1D9-1FA7-4CA2-A41E-733B983533F7}" dt="2023-07-06T03:06:53.733" v="3354" actId="1076"/>
          <ac:spMkLst>
            <pc:docMk/>
            <pc:sldMk cId="4253213982" sldId="2147474102"/>
            <ac:spMk id="22" creationId="{750767E5-894A-4C1B-AA0D-8DA7EFF6BE74}"/>
          </ac:spMkLst>
        </pc:spChg>
        <pc:spChg chg="mod">
          <ac:chgData name="Li,Yuting (HP Medicine) BII-CN-S" userId="ce8fbb54-122c-426d-b8da-fdcc5e1b5022" providerId="ADAL" clId="{E6E9D1D9-1FA7-4CA2-A41E-733B983533F7}" dt="2023-07-06T02:59:44.615" v="3335" actId="1076"/>
          <ac:spMkLst>
            <pc:docMk/>
            <pc:sldMk cId="4253213982" sldId="2147474102"/>
            <ac:spMk id="32" creationId="{E352720D-9D76-42F6-8727-5AD3CE8CF40C}"/>
          </ac:spMkLst>
        </pc:spChg>
        <pc:spChg chg="mod">
          <ac:chgData name="Li,Yuting (HP Medicine) BII-CN-S" userId="ce8fbb54-122c-426d-b8da-fdcc5e1b5022" providerId="ADAL" clId="{E6E9D1D9-1FA7-4CA2-A41E-733B983533F7}" dt="2023-07-06T03:06:38.563" v="3344" actId="1076"/>
          <ac:spMkLst>
            <pc:docMk/>
            <pc:sldMk cId="4253213982" sldId="2147474102"/>
            <ac:spMk id="33" creationId="{08B5C2DE-ECC0-4403-8751-A45C79F6E628}"/>
          </ac:spMkLst>
        </pc:spChg>
        <pc:spChg chg="mod">
          <ac:chgData name="Li,Yuting (HP Medicine) BII-CN-S" userId="ce8fbb54-122c-426d-b8da-fdcc5e1b5022" providerId="ADAL" clId="{E6E9D1D9-1FA7-4CA2-A41E-733B983533F7}" dt="2023-07-05T08:48:13.771" v="3313" actId="20577"/>
          <ac:spMkLst>
            <pc:docMk/>
            <pc:sldMk cId="4253213982" sldId="2147474102"/>
            <ac:spMk id="37" creationId="{6027707A-41A1-48BB-BD7C-77CAD9226311}"/>
          </ac:spMkLst>
        </pc:spChg>
        <pc:spChg chg="mod">
          <ac:chgData name="Li,Yuting (HP Medicine) BII-CN-S" userId="ce8fbb54-122c-426d-b8da-fdcc5e1b5022" providerId="ADAL" clId="{E6E9D1D9-1FA7-4CA2-A41E-733B983533F7}" dt="2023-07-06T02:59:24.606" v="3331" actId="20577"/>
          <ac:spMkLst>
            <pc:docMk/>
            <pc:sldMk cId="4253213982" sldId="2147474102"/>
            <ac:spMk id="38" creationId="{A8AE5374-9E21-432B-BAA3-4171229CA93D}"/>
          </ac:spMkLst>
        </pc:spChg>
        <pc:spChg chg="del">
          <ac:chgData name="Li,Yuting (HP Medicine) BII-CN-S" userId="ce8fbb54-122c-426d-b8da-fdcc5e1b5022" providerId="ADAL" clId="{E6E9D1D9-1FA7-4CA2-A41E-733B983533F7}" dt="2023-07-04T03:43:50.461" v="2608" actId="478"/>
          <ac:spMkLst>
            <pc:docMk/>
            <pc:sldMk cId="4253213982" sldId="2147474102"/>
            <ac:spMk id="43" creationId="{7DB58F02-0904-48E2-8535-EDAA523AEE6B}"/>
          </ac:spMkLst>
        </pc:spChg>
        <pc:spChg chg="mod">
          <ac:chgData name="Li,Yuting (HP Medicine) BII-CN-S" userId="ce8fbb54-122c-426d-b8da-fdcc5e1b5022" providerId="ADAL" clId="{E6E9D1D9-1FA7-4CA2-A41E-733B983533F7}" dt="2023-07-06T02:59:10.889" v="3320" actId="14100"/>
          <ac:spMkLst>
            <pc:docMk/>
            <pc:sldMk cId="4253213982" sldId="2147474102"/>
            <ac:spMk id="94" creationId="{7A7730AB-6B83-4003-BB2F-DECBF03BBDB4}"/>
          </ac:spMkLst>
        </pc:spChg>
        <pc:spChg chg="mod">
          <ac:chgData name="Li,Yuting (HP Medicine) BII-CN-S" userId="ce8fbb54-122c-426d-b8da-fdcc5e1b5022" providerId="ADAL" clId="{E6E9D1D9-1FA7-4CA2-A41E-733B983533F7}" dt="2023-07-06T03:07:02.703" v="3373" actId="20577"/>
          <ac:spMkLst>
            <pc:docMk/>
            <pc:sldMk cId="4253213982" sldId="2147474102"/>
            <ac:spMk id="137" creationId="{1CA4D503-0497-424B-83B6-B28389852B8A}"/>
          </ac:spMkLst>
        </pc:spChg>
        <pc:spChg chg="mod">
          <ac:chgData name="Li,Yuting (HP Medicine) BII-CN-S" userId="ce8fbb54-122c-426d-b8da-fdcc5e1b5022" providerId="ADAL" clId="{E6E9D1D9-1FA7-4CA2-A41E-733B983533F7}" dt="2023-07-06T02:59:32.096" v="3334" actId="14100"/>
          <ac:spMkLst>
            <pc:docMk/>
            <pc:sldMk cId="4253213982" sldId="2147474102"/>
            <ac:spMk id="144" creationId="{579BF9EA-E538-40E5-866B-180A52F19226}"/>
          </ac:spMkLst>
        </pc:spChg>
        <pc:picChg chg="mod">
          <ac:chgData name="Li,Yuting (HP Medicine) BII-CN-S" userId="ce8fbb54-122c-426d-b8da-fdcc5e1b5022" providerId="ADAL" clId="{E6E9D1D9-1FA7-4CA2-A41E-733B983533F7}" dt="2023-07-06T03:06:58.259" v="3369" actId="1038"/>
          <ac:picMkLst>
            <pc:docMk/>
            <pc:sldMk cId="4253213982" sldId="2147474102"/>
            <ac:picMk id="21" creationId="{499031A3-ACB3-41C0-BBCB-48B99B68F86E}"/>
          </ac:picMkLst>
        </pc:picChg>
      </pc:sldChg>
      <pc:sldChg chg="mod modShow">
        <pc:chgData name="Li,Yuting (HP Medicine) BII-CN-S" userId="ce8fbb54-122c-426d-b8da-fdcc5e1b5022" providerId="ADAL" clId="{E6E9D1D9-1FA7-4CA2-A41E-733B983533F7}" dt="2023-07-04T03:45:18.254" v="2613" actId="729"/>
        <pc:sldMkLst>
          <pc:docMk/>
          <pc:sldMk cId="796264774" sldId="2147474103"/>
        </pc:sldMkLst>
      </pc:sldChg>
      <pc:sldChg chg="modSp mod modShow">
        <pc:chgData name="Li,Yuting (HP Medicine) BII-CN-S" userId="ce8fbb54-122c-426d-b8da-fdcc5e1b5022" providerId="ADAL" clId="{E6E9D1D9-1FA7-4CA2-A41E-733B983533F7}" dt="2023-07-09T07:44:51.102" v="5375" actId="20577"/>
        <pc:sldMkLst>
          <pc:docMk/>
          <pc:sldMk cId="2322890265" sldId="2147474104"/>
        </pc:sldMkLst>
        <pc:spChg chg="mod">
          <ac:chgData name="Li,Yuting (HP Medicine) BII-CN-S" userId="ce8fbb54-122c-426d-b8da-fdcc5e1b5022" providerId="ADAL" clId="{E6E9D1D9-1FA7-4CA2-A41E-733B983533F7}" dt="2023-07-09T07:44:51.102" v="5375" actId="20577"/>
          <ac:spMkLst>
            <pc:docMk/>
            <pc:sldMk cId="2322890265" sldId="2147474104"/>
            <ac:spMk id="12" creationId="{C900F43C-F4FF-4A5F-ADEF-A67452BFB7C9}"/>
          </ac:spMkLst>
        </pc:spChg>
      </pc:sldChg>
      <pc:sldChg chg="addSp modSp mod addCm modCm">
        <pc:chgData name="Li,Yuting (HP Medicine) BII-CN-S" userId="ce8fbb54-122c-426d-b8da-fdcc5e1b5022" providerId="ADAL" clId="{E6E9D1D9-1FA7-4CA2-A41E-733B983533F7}" dt="2023-07-10T01:57:53.328" v="5972" actId="6549"/>
        <pc:sldMkLst>
          <pc:docMk/>
          <pc:sldMk cId="4226459731" sldId="2147474108"/>
        </pc:sldMkLst>
        <pc:spChg chg="add mod">
          <ac:chgData name="Li,Yuting (HP Medicine) BII-CN-S" userId="ce8fbb54-122c-426d-b8da-fdcc5e1b5022" providerId="ADAL" clId="{E6E9D1D9-1FA7-4CA2-A41E-733B983533F7}" dt="2023-07-06T07:31:17.434" v="4698" actId="404"/>
          <ac:spMkLst>
            <pc:docMk/>
            <pc:sldMk cId="4226459731" sldId="2147474108"/>
            <ac:spMk id="2" creationId="{8A86F1A2-3A1C-3779-5916-18F3F408A0A0}"/>
          </ac:spMkLst>
        </pc:spChg>
        <pc:graphicFrameChg chg="modGraphic">
          <ac:chgData name="Li,Yuting (HP Medicine) BII-CN-S" userId="ce8fbb54-122c-426d-b8da-fdcc5e1b5022" providerId="ADAL" clId="{E6E9D1D9-1FA7-4CA2-A41E-733B983533F7}" dt="2023-07-10T01:57:53.328" v="5972" actId="6549"/>
          <ac:graphicFrameMkLst>
            <pc:docMk/>
            <pc:sldMk cId="4226459731" sldId="2147474108"/>
            <ac:graphicFrameMk id="12" creationId="{EE24276D-C300-4706-ACD2-32E108653E2B}"/>
          </ac:graphicFrameMkLst>
        </pc:graphicFrameChg>
      </pc:sldChg>
      <pc:sldChg chg="modSp mod replTag delTag modShow">
        <pc:chgData name="Li,Yuting (HP Medicine) BII-CN-S" userId="ce8fbb54-122c-426d-b8da-fdcc5e1b5022" providerId="ADAL" clId="{E6E9D1D9-1FA7-4CA2-A41E-733B983533F7}" dt="2023-07-10T03:13:20.572" v="6001"/>
        <pc:sldMkLst>
          <pc:docMk/>
          <pc:sldMk cId="2273959914" sldId="2147474110"/>
        </pc:sldMkLst>
        <pc:spChg chg="mod">
          <ac:chgData name="Li,Yuting (HP Medicine) BII-CN-S" userId="ce8fbb54-122c-426d-b8da-fdcc5e1b5022" providerId="ADAL" clId="{E6E9D1D9-1FA7-4CA2-A41E-733B983533F7}" dt="2023-07-04T03:48:20.773" v="2640" actId="20577"/>
          <ac:spMkLst>
            <pc:docMk/>
            <pc:sldMk cId="2273959914" sldId="2147474110"/>
            <ac:spMk id="23" creationId="{FDBE862F-7464-CDC0-FF26-38FA563117A3}"/>
          </ac:spMkLst>
        </pc:spChg>
        <pc:spChg chg="mod">
          <ac:chgData name="Li,Yuting (HP Medicine) BII-CN-S" userId="ce8fbb54-122c-426d-b8da-fdcc5e1b5022" providerId="ADAL" clId="{E6E9D1D9-1FA7-4CA2-A41E-733B983533F7}" dt="2023-07-04T05:41:41.859" v="2703" actId="20577"/>
          <ac:spMkLst>
            <pc:docMk/>
            <pc:sldMk cId="2273959914" sldId="2147474110"/>
            <ac:spMk id="92" creationId="{EB3E5EED-47FA-F239-84A0-AC5196C06270}"/>
          </ac:spMkLst>
        </pc:spChg>
      </pc:sldChg>
      <pc:sldChg chg="addSp delSp modSp mod delCm">
        <pc:chgData name="Li,Yuting (HP Medicine) BII-CN-S" userId="ce8fbb54-122c-426d-b8da-fdcc5e1b5022" providerId="ADAL" clId="{E6E9D1D9-1FA7-4CA2-A41E-733B983533F7}" dt="2023-07-09T07:18:21.605" v="5325" actId="20577"/>
        <pc:sldMkLst>
          <pc:docMk/>
          <pc:sldMk cId="3691467755" sldId="2147474113"/>
        </pc:sldMkLst>
        <pc:spChg chg="mod">
          <ac:chgData name="Li,Yuting (HP Medicine) BII-CN-S" userId="ce8fbb54-122c-426d-b8da-fdcc5e1b5022" providerId="ADAL" clId="{E6E9D1D9-1FA7-4CA2-A41E-733B983533F7}" dt="2023-07-04T06:22:03.961" v="3051" actId="1076"/>
          <ac:spMkLst>
            <pc:docMk/>
            <pc:sldMk cId="3691467755" sldId="2147474113"/>
            <ac:spMk id="3" creationId="{9861FAD8-4017-C6FB-86E4-B249A667963A}"/>
          </ac:spMkLst>
        </pc:spChg>
        <pc:spChg chg="mod">
          <ac:chgData name="Li,Yuting (HP Medicine) BII-CN-S" userId="ce8fbb54-122c-426d-b8da-fdcc5e1b5022" providerId="ADAL" clId="{E6E9D1D9-1FA7-4CA2-A41E-733B983533F7}" dt="2023-07-09T07:18:21.605" v="5325" actId="20577"/>
          <ac:spMkLst>
            <pc:docMk/>
            <pc:sldMk cId="3691467755" sldId="2147474113"/>
            <ac:spMk id="6" creationId="{25357EA1-1F19-4D1B-9A4E-2EAB26F09BB9}"/>
          </ac:spMkLst>
        </pc:spChg>
        <pc:spChg chg="add del">
          <ac:chgData name="Li,Yuting (HP Medicine) BII-CN-S" userId="ce8fbb54-122c-426d-b8da-fdcc5e1b5022" providerId="ADAL" clId="{E6E9D1D9-1FA7-4CA2-A41E-733B983533F7}" dt="2023-07-04T06:22:05.706" v="3052" actId="478"/>
          <ac:spMkLst>
            <pc:docMk/>
            <pc:sldMk cId="3691467755" sldId="2147474113"/>
            <ac:spMk id="14" creationId="{68A7628B-AF88-08DF-84D1-853B37CB02C0}"/>
          </ac:spMkLst>
        </pc:spChg>
        <pc:spChg chg="mod">
          <ac:chgData name="Li,Yuting (HP Medicine) BII-CN-S" userId="ce8fbb54-122c-426d-b8da-fdcc5e1b5022" providerId="ADAL" clId="{E6E9D1D9-1FA7-4CA2-A41E-733B983533F7}" dt="2023-07-04T01:53:31.818" v="990" actId="14100"/>
          <ac:spMkLst>
            <pc:docMk/>
            <pc:sldMk cId="3691467755" sldId="2147474113"/>
            <ac:spMk id="20" creationId="{4DDF2D0E-0F2B-463E-42D1-3E0AB0F1BB9D}"/>
          </ac:spMkLst>
        </pc:spChg>
        <pc:spChg chg="mod">
          <ac:chgData name="Li,Yuting (HP Medicine) BII-CN-S" userId="ce8fbb54-122c-426d-b8da-fdcc5e1b5022" providerId="ADAL" clId="{E6E9D1D9-1FA7-4CA2-A41E-733B983533F7}" dt="2023-07-04T01:53:35.973" v="991" actId="6549"/>
          <ac:spMkLst>
            <pc:docMk/>
            <pc:sldMk cId="3691467755" sldId="2147474113"/>
            <ac:spMk id="24" creationId="{8B72DDFF-2ED8-98C8-FABC-75BB04F8FC0F}"/>
          </ac:spMkLst>
        </pc:spChg>
        <pc:spChg chg="mod">
          <ac:chgData name="Li,Yuting (HP Medicine) BII-CN-S" userId="ce8fbb54-122c-426d-b8da-fdcc5e1b5022" providerId="ADAL" clId="{E6E9D1D9-1FA7-4CA2-A41E-733B983533F7}" dt="2023-07-04T01:55:46.694" v="999" actId="207"/>
          <ac:spMkLst>
            <pc:docMk/>
            <pc:sldMk cId="3691467755" sldId="2147474113"/>
            <ac:spMk id="28" creationId="{0678D67F-8ECF-2C13-D442-892D21D7D831}"/>
          </ac:spMkLst>
        </pc:spChg>
        <pc:spChg chg="mod">
          <ac:chgData name="Li,Yuting (HP Medicine) BII-CN-S" userId="ce8fbb54-122c-426d-b8da-fdcc5e1b5022" providerId="ADAL" clId="{E6E9D1D9-1FA7-4CA2-A41E-733B983533F7}" dt="2023-07-04T01:55:57.691" v="1001" actId="255"/>
          <ac:spMkLst>
            <pc:docMk/>
            <pc:sldMk cId="3691467755" sldId="2147474113"/>
            <ac:spMk id="29" creationId="{2DA1563D-511F-5F1E-D85D-63C5D6DE00B0}"/>
          </ac:spMkLst>
        </pc:spChg>
        <pc:spChg chg="mod">
          <ac:chgData name="Li,Yuting (HP Medicine) BII-CN-S" userId="ce8fbb54-122c-426d-b8da-fdcc5e1b5022" providerId="ADAL" clId="{E6E9D1D9-1FA7-4CA2-A41E-733B983533F7}" dt="2023-07-04T01:50:40.770" v="860" actId="1035"/>
          <ac:spMkLst>
            <pc:docMk/>
            <pc:sldMk cId="3691467755" sldId="2147474113"/>
            <ac:spMk id="30" creationId="{FF97B859-3D1D-82C1-2A23-A00CD9472709}"/>
          </ac:spMkLst>
        </pc:spChg>
        <pc:spChg chg="mod">
          <ac:chgData name="Li,Yuting (HP Medicine) BII-CN-S" userId="ce8fbb54-122c-426d-b8da-fdcc5e1b5022" providerId="ADAL" clId="{E6E9D1D9-1FA7-4CA2-A41E-733B983533F7}" dt="2023-07-04T01:50:40.770" v="860" actId="1035"/>
          <ac:spMkLst>
            <pc:docMk/>
            <pc:sldMk cId="3691467755" sldId="2147474113"/>
            <ac:spMk id="31" creationId="{322492C4-3ECF-5438-AFF6-B6C420949C24}"/>
          </ac:spMkLst>
        </pc:spChg>
        <pc:spChg chg="mod">
          <ac:chgData name="Li,Yuting (HP Medicine) BII-CN-S" userId="ce8fbb54-122c-426d-b8da-fdcc5e1b5022" providerId="ADAL" clId="{E6E9D1D9-1FA7-4CA2-A41E-733B983533F7}" dt="2023-07-05T02:32:50.692" v="3117" actId="207"/>
          <ac:spMkLst>
            <pc:docMk/>
            <pc:sldMk cId="3691467755" sldId="2147474113"/>
            <ac:spMk id="36" creationId="{D9BADB57-95B2-2552-AA8E-D1DA364348AC}"/>
          </ac:spMkLst>
        </pc:spChg>
        <pc:spChg chg="mod">
          <ac:chgData name="Li,Yuting (HP Medicine) BII-CN-S" userId="ce8fbb54-122c-426d-b8da-fdcc5e1b5022" providerId="ADAL" clId="{E6E9D1D9-1FA7-4CA2-A41E-733B983533F7}" dt="2023-07-09T07:17:32.245" v="5316" actId="207"/>
          <ac:spMkLst>
            <pc:docMk/>
            <pc:sldMk cId="3691467755" sldId="2147474113"/>
            <ac:spMk id="43" creationId="{48D6CC6C-B9DC-6122-7F7D-112DB0BE8029}"/>
          </ac:spMkLst>
        </pc:spChg>
        <pc:spChg chg="mod">
          <ac:chgData name="Li,Yuting (HP Medicine) BII-CN-S" userId="ce8fbb54-122c-426d-b8da-fdcc5e1b5022" providerId="ADAL" clId="{E6E9D1D9-1FA7-4CA2-A41E-733B983533F7}" dt="2023-07-06T06:09:57.616" v="3594" actId="207"/>
          <ac:spMkLst>
            <pc:docMk/>
            <pc:sldMk cId="3691467755" sldId="2147474113"/>
            <ac:spMk id="74" creationId="{00000000-0000-0000-0000-000000000000}"/>
          </ac:spMkLst>
        </pc:spChg>
        <pc:spChg chg="mod">
          <ac:chgData name="Li,Yuting (HP Medicine) BII-CN-S" userId="ce8fbb54-122c-426d-b8da-fdcc5e1b5022" providerId="ADAL" clId="{E6E9D1D9-1FA7-4CA2-A41E-733B983533F7}" dt="2023-07-09T07:16:29.565" v="5314" actId="20577"/>
          <ac:spMkLst>
            <pc:docMk/>
            <pc:sldMk cId="3691467755" sldId="2147474113"/>
            <ac:spMk id="76" creationId="{00000000-0000-0000-0000-000000000000}"/>
          </ac:spMkLst>
        </pc:spChg>
        <pc:spChg chg="mod">
          <ac:chgData name="Li,Yuting (HP Medicine) BII-CN-S" userId="ce8fbb54-122c-426d-b8da-fdcc5e1b5022" providerId="ADAL" clId="{E6E9D1D9-1FA7-4CA2-A41E-733B983533F7}" dt="2023-07-04T06:22:12.465" v="3053" actId="14100"/>
          <ac:spMkLst>
            <pc:docMk/>
            <pc:sldMk cId="3691467755" sldId="2147474113"/>
            <ac:spMk id="79" creationId="{9DC64F3E-B26E-A514-1D53-2A986DE14DE2}"/>
          </ac:spMkLst>
        </pc:spChg>
        <pc:spChg chg="mod">
          <ac:chgData name="Li,Yuting (HP Medicine) BII-CN-S" userId="ce8fbb54-122c-426d-b8da-fdcc5e1b5022" providerId="ADAL" clId="{E6E9D1D9-1FA7-4CA2-A41E-733B983533F7}" dt="2023-07-04T01:57:41.220" v="1136" actId="1037"/>
          <ac:spMkLst>
            <pc:docMk/>
            <pc:sldMk cId="3691467755" sldId="2147474113"/>
            <ac:spMk id="81" creationId="{03A400FE-16AF-15DC-F7E0-9EF5042F9784}"/>
          </ac:spMkLst>
        </pc:spChg>
        <pc:spChg chg="mod">
          <ac:chgData name="Li,Yuting (HP Medicine) BII-CN-S" userId="ce8fbb54-122c-426d-b8da-fdcc5e1b5022" providerId="ADAL" clId="{E6E9D1D9-1FA7-4CA2-A41E-733B983533F7}" dt="2023-07-04T06:20:20.956" v="2926" actId="1076"/>
          <ac:spMkLst>
            <pc:docMk/>
            <pc:sldMk cId="3691467755" sldId="2147474113"/>
            <ac:spMk id="84" creationId="{2D3C8809-1391-94E3-7672-5FF48D75368B}"/>
          </ac:spMkLst>
        </pc:spChg>
        <pc:spChg chg="mod">
          <ac:chgData name="Li,Yuting (HP Medicine) BII-CN-S" userId="ce8fbb54-122c-426d-b8da-fdcc5e1b5022" providerId="ADAL" clId="{E6E9D1D9-1FA7-4CA2-A41E-733B983533F7}" dt="2023-07-05T02:32:46.622" v="3116" actId="207"/>
          <ac:spMkLst>
            <pc:docMk/>
            <pc:sldMk cId="3691467755" sldId="2147474113"/>
            <ac:spMk id="85" creationId="{00000000-0000-0000-0000-000000000000}"/>
          </ac:spMkLst>
        </pc:spChg>
        <pc:spChg chg="mod">
          <ac:chgData name="Li,Yuting (HP Medicine) BII-CN-S" userId="ce8fbb54-122c-426d-b8da-fdcc5e1b5022" providerId="ADAL" clId="{E6E9D1D9-1FA7-4CA2-A41E-733B983533F7}" dt="2023-07-04T01:57:41.220" v="1136" actId="1037"/>
          <ac:spMkLst>
            <pc:docMk/>
            <pc:sldMk cId="3691467755" sldId="2147474113"/>
            <ac:spMk id="86" creationId="{447E8E63-74CE-9CF6-76B5-8D4A0B83E80C}"/>
          </ac:spMkLst>
        </pc:spChg>
        <pc:spChg chg="add del mod">
          <ac:chgData name="Li,Yuting (HP Medicine) BII-CN-S" userId="ce8fbb54-122c-426d-b8da-fdcc5e1b5022" providerId="ADAL" clId="{E6E9D1D9-1FA7-4CA2-A41E-733B983533F7}" dt="2023-07-04T06:20:35.269" v="2936" actId="1076"/>
          <ac:spMkLst>
            <pc:docMk/>
            <pc:sldMk cId="3691467755" sldId="2147474113"/>
            <ac:spMk id="90" creationId="{5897F635-B45E-7308-C37D-CD2E9EC952DF}"/>
          </ac:spMkLst>
        </pc:spChg>
        <pc:spChg chg="mod">
          <ac:chgData name="Li,Yuting (HP Medicine) BII-CN-S" userId="ce8fbb54-122c-426d-b8da-fdcc5e1b5022" providerId="ADAL" clId="{E6E9D1D9-1FA7-4CA2-A41E-733B983533F7}" dt="2023-07-04T01:57:41.220" v="1136" actId="1037"/>
          <ac:spMkLst>
            <pc:docMk/>
            <pc:sldMk cId="3691467755" sldId="2147474113"/>
            <ac:spMk id="140" creationId="{56560FC4-DB5B-41E3-9237-69F6A7E81E2E}"/>
          </ac:spMkLst>
        </pc:spChg>
        <pc:spChg chg="mod">
          <ac:chgData name="Li,Yuting (HP Medicine) BII-CN-S" userId="ce8fbb54-122c-426d-b8da-fdcc5e1b5022" providerId="ADAL" clId="{E6E9D1D9-1FA7-4CA2-A41E-733B983533F7}" dt="2023-07-04T01:57:41.220" v="1136" actId="1037"/>
          <ac:spMkLst>
            <pc:docMk/>
            <pc:sldMk cId="3691467755" sldId="2147474113"/>
            <ac:spMk id="142" creationId="{6329237E-1681-4696-BDB0-6255283DD983}"/>
          </ac:spMkLst>
        </pc:spChg>
        <pc:spChg chg="mod">
          <ac:chgData name="Li,Yuting (HP Medicine) BII-CN-S" userId="ce8fbb54-122c-426d-b8da-fdcc5e1b5022" providerId="ADAL" clId="{E6E9D1D9-1FA7-4CA2-A41E-733B983533F7}" dt="2023-07-04T01:57:41.220" v="1136" actId="1037"/>
          <ac:spMkLst>
            <pc:docMk/>
            <pc:sldMk cId="3691467755" sldId="2147474113"/>
            <ac:spMk id="143" creationId="{AA104A5C-4E15-47A9-8A96-F2B912802662}"/>
          </ac:spMkLst>
        </pc:spChg>
        <pc:spChg chg="mod">
          <ac:chgData name="Li,Yuting (HP Medicine) BII-CN-S" userId="ce8fbb54-122c-426d-b8da-fdcc5e1b5022" providerId="ADAL" clId="{E6E9D1D9-1FA7-4CA2-A41E-733B983533F7}" dt="2023-07-04T01:57:41.220" v="1136" actId="1037"/>
          <ac:spMkLst>
            <pc:docMk/>
            <pc:sldMk cId="3691467755" sldId="2147474113"/>
            <ac:spMk id="144" creationId="{FB8D5037-BF94-45DE-ABF1-539D0002B322}"/>
          </ac:spMkLst>
        </pc:spChg>
        <pc:spChg chg="mod">
          <ac:chgData name="Li,Yuting (HP Medicine) BII-CN-S" userId="ce8fbb54-122c-426d-b8da-fdcc5e1b5022" providerId="ADAL" clId="{E6E9D1D9-1FA7-4CA2-A41E-733B983533F7}" dt="2023-07-04T01:57:41.220" v="1136" actId="1037"/>
          <ac:spMkLst>
            <pc:docMk/>
            <pc:sldMk cId="3691467755" sldId="2147474113"/>
            <ac:spMk id="145" creationId="{716D490F-B071-418A-B7C9-1886E7F0509B}"/>
          </ac:spMkLst>
        </pc:spChg>
        <pc:spChg chg="mod">
          <ac:chgData name="Li,Yuting (HP Medicine) BII-CN-S" userId="ce8fbb54-122c-426d-b8da-fdcc5e1b5022" providerId="ADAL" clId="{E6E9D1D9-1FA7-4CA2-A41E-733B983533F7}" dt="2023-07-04T01:57:41.220" v="1136" actId="1037"/>
          <ac:spMkLst>
            <pc:docMk/>
            <pc:sldMk cId="3691467755" sldId="2147474113"/>
            <ac:spMk id="146" creationId="{7F11C2D5-908A-46D1-B467-BB33B1F78B32}"/>
          </ac:spMkLst>
        </pc:spChg>
        <pc:spChg chg="mod">
          <ac:chgData name="Li,Yuting (HP Medicine) BII-CN-S" userId="ce8fbb54-122c-426d-b8da-fdcc5e1b5022" providerId="ADAL" clId="{E6E9D1D9-1FA7-4CA2-A41E-733B983533F7}" dt="2023-07-04T01:57:41.220" v="1136" actId="1037"/>
          <ac:spMkLst>
            <pc:docMk/>
            <pc:sldMk cId="3691467755" sldId="2147474113"/>
            <ac:spMk id="147" creationId="{044DF5FF-B247-45DE-9B99-1E7986EB35F6}"/>
          </ac:spMkLst>
        </pc:spChg>
        <pc:spChg chg="mod">
          <ac:chgData name="Li,Yuting (HP Medicine) BII-CN-S" userId="ce8fbb54-122c-426d-b8da-fdcc5e1b5022" providerId="ADAL" clId="{E6E9D1D9-1FA7-4CA2-A41E-733B983533F7}" dt="2023-07-04T01:57:41.220" v="1136" actId="1037"/>
          <ac:spMkLst>
            <pc:docMk/>
            <pc:sldMk cId="3691467755" sldId="2147474113"/>
            <ac:spMk id="148" creationId="{C881F4DD-D410-4C1F-9628-350DA558708E}"/>
          </ac:spMkLst>
        </pc:spChg>
        <pc:spChg chg="mod">
          <ac:chgData name="Li,Yuting (HP Medicine) BII-CN-S" userId="ce8fbb54-122c-426d-b8da-fdcc5e1b5022" providerId="ADAL" clId="{E6E9D1D9-1FA7-4CA2-A41E-733B983533F7}" dt="2023-07-04T01:57:41.220" v="1136" actId="1037"/>
          <ac:spMkLst>
            <pc:docMk/>
            <pc:sldMk cId="3691467755" sldId="2147474113"/>
            <ac:spMk id="149" creationId="{C0D0BE7B-F093-46E5-B64C-881DBFA6E7BE}"/>
          </ac:spMkLst>
        </pc:spChg>
        <pc:spChg chg="mod">
          <ac:chgData name="Li,Yuting (HP Medicine) BII-CN-S" userId="ce8fbb54-122c-426d-b8da-fdcc5e1b5022" providerId="ADAL" clId="{E6E9D1D9-1FA7-4CA2-A41E-733B983533F7}" dt="2023-07-04T01:57:41.220" v="1136" actId="1037"/>
          <ac:spMkLst>
            <pc:docMk/>
            <pc:sldMk cId="3691467755" sldId="2147474113"/>
            <ac:spMk id="151" creationId="{2C12C573-284E-45E2-A2F3-E14F898E2882}"/>
          </ac:spMkLst>
        </pc:spChg>
        <pc:spChg chg="mod">
          <ac:chgData name="Li,Yuting (HP Medicine) BII-CN-S" userId="ce8fbb54-122c-426d-b8da-fdcc5e1b5022" providerId="ADAL" clId="{E6E9D1D9-1FA7-4CA2-A41E-733B983533F7}" dt="2023-07-04T01:57:41.220" v="1136" actId="1037"/>
          <ac:spMkLst>
            <pc:docMk/>
            <pc:sldMk cId="3691467755" sldId="2147474113"/>
            <ac:spMk id="152" creationId="{9C5D610A-122D-4881-89F4-33E9A0AE1DBB}"/>
          </ac:spMkLst>
        </pc:spChg>
        <pc:spChg chg="mod">
          <ac:chgData name="Li,Yuting (HP Medicine) BII-CN-S" userId="ce8fbb54-122c-426d-b8da-fdcc5e1b5022" providerId="ADAL" clId="{E6E9D1D9-1FA7-4CA2-A41E-733B983533F7}" dt="2023-07-04T01:57:41.220" v="1136" actId="1037"/>
          <ac:spMkLst>
            <pc:docMk/>
            <pc:sldMk cId="3691467755" sldId="2147474113"/>
            <ac:spMk id="153" creationId="{2594AFD7-EBD3-4EE7-B08A-2023938BDB7B}"/>
          </ac:spMkLst>
        </pc:spChg>
        <pc:spChg chg="mod">
          <ac:chgData name="Li,Yuting (HP Medicine) BII-CN-S" userId="ce8fbb54-122c-426d-b8da-fdcc5e1b5022" providerId="ADAL" clId="{E6E9D1D9-1FA7-4CA2-A41E-733B983533F7}" dt="2023-07-04T01:57:41.220" v="1136" actId="1037"/>
          <ac:spMkLst>
            <pc:docMk/>
            <pc:sldMk cId="3691467755" sldId="2147474113"/>
            <ac:spMk id="154" creationId="{3898B717-C225-481C-968D-2B660185D799}"/>
          </ac:spMkLst>
        </pc:spChg>
        <pc:spChg chg="mod">
          <ac:chgData name="Li,Yuting (HP Medicine) BII-CN-S" userId="ce8fbb54-122c-426d-b8da-fdcc5e1b5022" providerId="ADAL" clId="{E6E9D1D9-1FA7-4CA2-A41E-733B983533F7}" dt="2023-07-04T01:57:41.220" v="1136" actId="1037"/>
          <ac:spMkLst>
            <pc:docMk/>
            <pc:sldMk cId="3691467755" sldId="2147474113"/>
            <ac:spMk id="155" creationId="{26B3E208-A368-4F0B-95D0-585EA32D5B38}"/>
          </ac:spMkLst>
        </pc:spChg>
        <pc:spChg chg="mod">
          <ac:chgData name="Li,Yuting (HP Medicine) BII-CN-S" userId="ce8fbb54-122c-426d-b8da-fdcc5e1b5022" providerId="ADAL" clId="{E6E9D1D9-1FA7-4CA2-A41E-733B983533F7}" dt="2023-07-04T01:57:41.220" v="1136" actId="1037"/>
          <ac:spMkLst>
            <pc:docMk/>
            <pc:sldMk cId="3691467755" sldId="2147474113"/>
            <ac:spMk id="156" creationId="{0C4AD61E-5347-438E-837A-B7B5DFD0B928}"/>
          </ac:spMkLst>
        </pc:spChg>
        <pc:spChg chg="mod">
          <ac:chgData name="Li,Yuting (HP Medicine) BII-CN-S" userId="ce8fbb54-122c-426d-b8da-fdcc5e1b5022" providerId="ADAL" clId="{E6E9D1D9-1FA7-4CA2-A41E-733B983533F7}" dt="2023-07-04T01:57:41.220" v="1136" actId="1037"/>
          <ac:spMkLst>
            <pc:docMk/>
            <pc:sldMk cId="3691467755" sldId="2147474113"/>
            <ac:spMk id="157" creationId="{B0CE4069-8EAE-4A17-ABA2-E0CD5232A7CD}"/>
          </ac:spMkLst>
        </pc:spChg>
        <pc:spChg chg="mod">
          <ac:chgData name="Li,Yuting (HP Medicine) BII-CN-S" userId="ce8fbb54-122c-426d-b8da-fdcc5e1b5022" providerId="ADAL" clId="{E6E9D1D9-1FA7-4CA2-A41E-733B983533F7}" dt="2023-07-04T01:57:41.220" v="1136" actId="1037"/>
          <ac:spMkLst>
            <pc:docMk/>
            <pc:sldMk cId="3691467755" sldId="2147474113"/>
            <ac:spMk id="158" creationId="{77C8127B-3EAF-4AD1-A39C-6C0D5E30EB66}"/>
          </ac:spMkLst>
        </pc:spChg>
        <pc:spChg chg="mod">
          <ac:chgData name="Li,Yuting (HP Medicine) BII-CN-S" userId="ce8fbb54-122c-426d-b8da-fdcc5e1b5022" providerId="ADAL" clId="{E6E9D1D9-1FA7-4CA2-A41E-733B983533F7}" dt="2023-07-04T01:57:41.220" v="1136" actId="1037"/>
          <ac:spMkLst>
            <pc:docMk/>
            <pc:sldMk cId="3691467755" sldId="2147474113"/>
            <ac:spMk id="159" creationId="{6F53AC7D-E4E1-4EB0-B084-42057C763CB4}"/>
          </ac:spMkLst>
        </pc:spChg>
        <pc:spChg chg="mod">
          <ac:chgData name="Li,Yuting (HP Medicine) BII-CN-S" userId="ce8fbb54-122c-426d-b8da-fdcc5e1b5022" providerId="ADAL" clId="{E6E9D1D9-1FA7-4CA2-A41E-733B983533F7}" dt="2023-07-09T07:16:11.692" v="5313" actId="1076"/>
          <ac:spMkLst>
            <pc:docMk/>
            <pc:sldMk cId="3691467755" sldId="2147474113"/>
            <ac:spMk id="160" creationId="{37CF8D9D-52FB-44D2-887A-5E108CA21D63}"/>
          </ac:spMkLst>
        </pc:spChg>
        <pc:spChg chg="mod">
          <ac:chgData name="Li,Yuting (HP Medicine) BII-CN-S" userId="ce8fbb54-122c-426d-b8da-fdcc5e1b5022" providerId="ADAL" clId="{E6E9D1D9-1FA7-4CA2-A41E-733B983533F7}" dt="2023-07-04T01:57:41.220" v="1136" actId="1037"/>
          <ac:spMkLst>
            <pc:docMk/>
            <pc:sldMk cId="3691467755" sldId="2147474113"/>
            <ac:spMk id="172" creationId="{175CEA2E-5B4C-44ED-B320-D7230A14AC3B}"/>
          </ac:spMkLst>
        </pc:spChg>
        <pc:spChg chg="mod">
          <ac:chgData name="Li,Yuting (HP Medicine) BII-CN-S" userId="ce8fbb54-122c-426d-b8da-fdcc5e1b5022" providerId="ADAL" clId="{E6E9D1D9-1FA7-4CA2-A41E-733B983533F7}" dt="2023-07-04T01:48:27.898" v="781" actId="207"/>
          <ac:spMkLst>
            <pc:docMk/>
            <pc:sldMk cId="3691467755" sldId="2147474113"/>
            <ac:spMk id="175" creationId="{8C9854DC-0DCD-46ED-BAB7-E76341141C87}"/>
          </ac:spMkLst>
        </pc:spChg>
        <pc:spChg chg="mod">
          <ac:chgData name="Li,Yuting (HP Medicine) BII-CN-S" userId="ce8fbb54-122c-426d-b8da-fdcc5e1b5022" providerId="ADAL" clId="{E6E9D1D9-1FA7-4CA2-A41E-733B983533F7}" dt="2023-07-04T01:57:41.220" v="1136" actId="1037"/>
          <ac:spMkLst>
            <pc:docMk/>
            <pc:sldMk cId="3691467755" sldId="2147474113"/>
            <ac:spMk id="181" creationId="{027EAF24-5C8B-4E99-BBC9-EBA7F47C0C77}"/>
          </ac:spMkLst>
        </pc:spChg>
        <pc:spChg chg="mod">
          <ac:chgData name="Li,Yuting (HP Medicine) BII-CN-S" userId="ce8fbb54-122c-426d-b8da-fdcc5e1b5022" providerId="ADAL" clId="{E6E9D1D9-1FA7-4CA2-A41E-733B983533F7}" dt="2023-07-04T01:57:41.220" v="1136" actId="1037"/>
          <ac:spMkLst>
            <pc:docMk/>
            <pc:sldMk cId="3691467755" sldId="2147474113"/>
            <ac:spMk id="191" creationId="{7582EEDD-A9E0-4CC5-8B0C-2A6BFC6C869F}"/>
          </ac:spMkLst>
        </pc:spChg>
        <pc:spChg chg="mod">
          <ac:chgData name="Li,Yuting (HP Medicine) BII-CN-S" userId="ce8fbb54-122c-426d-b8da-fdcc5e1b5022" providerId="ADAL" clId="{E6E9D1D9-1FA7-4CA2-A41E-733B983533F7}" dt="2023-07-04T01:58:14.172" v="1142" actId="14100"/>
          <ac:spMkLst>
            <pc:docMk/>
            <pc:sldMk cId="3691467755" sldId="2147474113"/>
            <ac:spMk id="192" creationId="{31193A60-52A8-4E9D-BB69-B3D203C95D66}"/>
          </ac:spMkLst>
        </pc:spChg>
        <pc:spChg chg="mod">
          <ac:chgData name="Li,Yuting (HP Medicine) BII-CN-S" userId="ce8fbb54-122c-426d-b8da-fdcc5e1b5022" providerId="ADAL" clId="{E6E9D1D9-1FA7-4CA2-A41E-733B983533F7}" dt="2023-07-04T01:50:46.934" v="868" actId="1035"/>
          <ac:spMkLst>
            <pc:docMk/>
            <pc:sldMk cId="3691467755" sldId="2147474113"/>
            <ac:spMk id="194" creationId="{922E381F-4E62-4E9B-8D26-68341FDDD10E}"/>
          </ac:spMkLst>
        </pc:spChg>
        <pc:spChg chg="mod">
          <ac:chgData name="Li,Yuting (HP Medicine) BII-CN-S" userId="ce8fbb54-122c-426d-b8da-fdcc5e1b5022" providerId="ADAL" clId="{E6E9D1D9-1FA7-4CA2-A41E-733B983533F7}" dt="2023-07-09T07:17:28.300" v="5315" actId="207"/>
          <ac:spMkLst>
            <pc:docMk/>
            <pc:sldMk cId="3691467755" sldId="2147474113"/>
            <ac:spMk id="198" creationId="{1774BA4C-C416-48F1-818F-A2111977357D}"/>
          </ac:spMkLst>
        </pc:spChg>
        <pc:spChg chg="del">
          <ac:chgData name="Li,Yuting (HP Medicine) BII-CN-S" userId="ce8fbb54-122c-426d-b8da-fdcc5e1b5022" providerId="ADAL" clId="{E6E9D1D9-1FA7-4CA2-A41E-733B983533F7}" dt="2023-07-04T01:57:56.511" v="1138" actId="478"/>
          <ac:spMkLst>
            <pc:docMk/>
            <pc:sldMk cId="3691467755" sldId="2147474113"/>
            <ac:spMk id="201" creationId="{E8C48886-5F6B-4CE3-BF5D-30623CB3650B}"/>
          </ac:spMkLst>
        </pc:spChg>
        <pc:spChg chg="mod">
          <ac:chgData name="Li,Yuting (HP Medicine) BII-CN-S" userId="ce8fbb54-122c-426d-b8da-fdcc5e1b5022" providerId="ADAL" clId="{E6E9D1D9-1FA7-4CA2-A41E-733B983533F7}" dt="2023-07-04T01:52:11.205" v="980" actId="1076"/>
          <ac:spMkLst>
            <pc:docMk/>
            <pc:sldMk cId="3691467755" sldId="2147474113"/>
            <ac:spMk id="205" creationId="{15388064-940E-4BCA-A7C9-DF30D8F45E90}"/>
          </ac:spMkLst>
        </pc:spChg>
        <pc:spChg chg="mod">
          <ac:chgData name="Li,Yuting (HP Medicine) BII-CN-S" userId="ce8fbb54-122c-426d-b8da-fdcc5e1b5022" providerId="ADAL" clId="{E6E9D1D9-1FA7-4CA2-A41E-733B983533F7}" dt="2023-07-04T01:52:08.915" v="979" actId="1076"/>
          <ac:spMkLst>
            <pc:docMk/>
            <pc:sldMk cId="3691467755" sldId="2147474113"/>
            <ac:spMk id="206" creationId="{B5E91E3E-1E01-43EF-9E8C-7C6A6F4DA617}"/>
          </ac:spMkLst>
        </pc:spChg>
        <pc:grpChg chg="mod">
          <ac:chgData name="Li,Yuting (HP Medicine) BII-CN-S" userId="ce8fbb54-122c-426d-b8da-fdcc5e1b5022" providerId="ADAL" clId="{E6E9D1D9-1FA7-4CA2-A41E-733B983533F7}" dt="2023-07-04T01:52:18.086" v="981" actId="1076"/>
          <ac:grpSpMkLst>
            <pc:docMk/>
            <pc:sldMk cId="3691467755" sldId="2147474113"/>
            <ac:grpSpMk id="203" creationId="{3855D1D5-D3D2-4F97-9E67-F3646B91ACCC}"/>
          </ac:grpSpMkLst>
        </pc:grpChg>
      </pc:sldChg>
      <pc:sldChg chg="addSp modSp mod">
        <pc:chgData name="Li,Yuting (HP Medicine) BII-CN-S" userId="ce8fbb54-122c-426d-b8da-fdcc5e1b5022" providerId="ADAL" clId="{E6E9D1D9-1FA7-4CA2-A41E-733B983533F7}" dt="2023-07-10T01:51:43.008" v="5507" actId="1076"/>
        <pc:sldMkLst>
          <pc:docMk/>
          <pc:sldMk cId="645298912" sldId="2147474114"/>
        </pc:sldMkLst>
        <pc:spChg chg="add mod">
          <ac:chgData name="Li,Yuting (HP Medicine) BII-CN-S" userId="ce8fbb54-122c-426d-b8da-fdcc5e1b5022" providerId="ADAL" clId="{E6E9D1D9-1FA7-4CA2-A41E-733B983533F7}" dt="2023-07-09T07:45:21.057" v="5378" actId="6549"/>
          <ac:spMkLst>
            <pc:docMk/>
            <pc:sldMk cId="645298912" sldId="2147474114"/>
            <ac:spMk id="3" creationId="{03BE2B9A-198B-8535-1144-4F410D7AB91F}"/>
          </ac:spMkLst>
        </pc:spChg>
        <pc:spChg chg="add mod">
          <ac:chgData name="Li,Yuting (HP Medicine) BII-CN-S" userId="ce8fbb54-122c-426d-b8da-fdcc5e1b5022" providerId="ADAL" clId="{E6E9D1D9-1FA7-4CA2-A41E-733B983533F7}" dt="2023-07-10T01:51:43.008" v="5507" actId="1076"/>
          <ac:spMkLst>
            <pc:docMk/>
            <pc:sldMk cId="645298912" sldId="2147474114"/>
            <ac:spMk id="4" creationId="{EB818144-5455-B873-4FE0-303F1EA94121}"/>
          </ac:spMkLst>
        </pc:spChg>
        <pc:picChg chg="mod">
          <ac:chgData name="Li,Yuting (HP Medicine) BII-CN-S" userId="ce8fbb54-122c-426d-b8da-fdcc5e1b5022" providerId="ADAL" clId="{E6E9D1D9-1FA7-4CA2-A41E-733B983533F7}" dt="2023-07-10T01:51:39.743" v="5506" actId="14100"/>
          <ac:picMkLst>
            <pc:docMk/>
            <pc:sldMk cId="645298912" sldId="2147474114"/>
            <ac:picMk id="1026" creationId="{FBE87AF1-E08C-4436-A082-E7393AD0BF9E}"/>
          </ac:picMkLst>
        </pc:picChg>
      </pc:sldChg>
      <pc:sldChg chg="modSp mod modShow addCm modCm">
        <pc:chgData name="Li,Yuting (HP Medicine) BII-CN-S" userId="ce8fbb54-122c-426d-b8da-fdcc5e1b5022" providerId="ADAL" clId="{E6E9D1D9-1FA7-4CA2-A41E-733B983533F7}" dt="2023-07-06T07:03:52.917" v="4039" actId="20577"/>
        <pc:sldMkLst>
          <pc:docMk/>
          <pc:sldMk cId="2295707838" sldId="2147474116"/>
        </pc:sldMkLst>
        <pc:graphicFrameChg chg="modGraphic">
          <ac:chgData name="Li,Yuting (HP Medicine) BII-CN-S" userId="ce8fbb54-122c-426d-b8da-fdcc5e1b5022" providerId="ADAL" clId="{E6E9D1D9-1FA7-4CA2-A41E-733B983533F7}" dt="2023-07-06T07:03:52.917" v="4039" actId="20577"/>
          <ac:graphicFrameMkLst>
            <pc:docMk/>
            <pc:sldMk cId="2295707838" sldId="2147474116"/>
            <ac:graphicFrameMk id="5" creationId="{2C6B4992-0F64-AFCB-43D9-8A3B2C3F11F1}"/>
          </ac:graphicFrameMkLst>
        </pc:graphicFrameChg>
      </pc:sldChg>
      <pc:sldChg chg="modSp mod modShow addCm modCm">
        <pc:chgData name="Li,Yuting (HP Medicine) BII-CN-S" userId="ce8fbb54-122c-426d-b8da-fdcc5e1b5022" providerId="ADAL" clId="{E6E9D1D9-1FA7-4CA2-A41E-733B983533F7}" dt="2023-07-10T07:17:48.744" v="6074" actId="6549"/>
        <pc:sldMkLst>
          <pc:docMk/>
          <pc:sldMk cId="3539881353" sldId="2147474117"/>
        </pc:sldMkLst>
        <pc:graphicFrameChg chg="mod modGraphic">
          <ac:chgData name="Li,Yuting (HP Medicine) BII-CN-S" userId="ce8fbb54-122c-426d-b8da-fdcc5e1b5022" providerId="ADAL" clId="{E6E9D1D9-1FA7-4CA2-A41E-733B983533F7}" dt="2023-07-10T07:17:48.744" v="6074" actId="6549"/>
          <ac:graphicFrameMkLst>
            <pc:docMk/>
            <pc:sldMk cId="3539881353" sldId="2147474117"/>
            <ac:graphicFrameMk id="6" creationId="{2EB857BA-9417-6413-5EF8-383CF37AC70D}"/>
          </ac:graphicFrameMkLst>
        </pc:graphicFrameChg>
      </pc:sldChg>
      <pc:sldChg chg="modSp mod modShow">
        <pc:chgData name="Li,Yuting (HP Medicine) BII-CN-S" userId="ce8fbb54-122c-426d-b8da-fdcc5e1b5022" providerId="ADAL" clId="{E6E9D1D9-1FA7-4CA2-A41E-733B983533F7}" dt="2023-07-06T09:17:14.469" v="4703" actId="729"/>
        <pc:sldMkLst>
          <pc:docMk/>
          <pc:sldMk cId="3466100720" sldId="2147474132"/>
        </pc:sldMkLst>
        <pc:graphicFrameChg chg="modGraphic">
          <ac:chgData name="Li,Yuting (HP Medicine) BII-CN-S" userId="ce8fbb54-122c-426d-b8da-fdcc5e1b5022" providerId="ADAL" clId="{E6E9D1D9-1FA7-4CA2-A41E-733B983533F7}" dt="2023-07-03T12:47:03.882" v="15" actId="207"/>
          <ac:graphicFrameMkLst>
            <pc:docMk/>
            <pc:sldMk cId="3466100720" sldId="2147474132"/>
            <ac:graphicFrameMk id="3" creationId="{11AE3040-3184-4C5F-87F2-D328CD8202AC}"/>
          </ac:graphicFrameMkLst>
        </pc:graphicFrameChg>
      </pc:sldChg>
      <pc:sldChg chg="addSp delSp modSp mod addCm modCm">
        <pc:chgData name="Li,Yuting (HP Medicine) BII-CN-S" userId="ce8fbb54-122c-426d-b8da-fdcc5e1b5022" providerId="ADAL" clId="{E6E9D1D9-1FA7-4CA2-A41E-733B983533F7}" dt="2023-07-04T06:07:44.391" v="2878"/>
        <pc:sldMkLst>
          <pc:docMk/>
          <pc:sldMk cId="980772829" sldId="2147474133"/>
        </pc:sldMkLst>
        <pc:spChg chg="add del mod">
          <ac:chgData name="Li,Yuting (HP Medicine) BII-CN-S" userId="ce8fbb54-122c-426d-b8da-fdcc5e1b5022" providerId="ADAL" clId="{E6E9D1D9-1FA7-4CA2-A41E-733B983533F7}" dt="2023-07-04T02:00:48.774" v="1155" actId="21"/>
          <ac:spMkLst>
            <pc:docMk/>
            <pc:sldMk cId="980772829" sldId="2147474133"/>
            <ac:spMk id="4" creationId="{647A7441-0C77-F3E0-4547-4EAE384C43E9}"/>
          </ac:spMkLst>
        </pc:spChg>
        <pc:spChg chg="add mod">
          <ac:chgData name="Li,Yuting (HP Medicine) BII-CN-S" userId="ce8fbb54-122c-426d-b8da-fdcc5e1b5022" providerId="ADAL" clId="{E6E9D1D9-1FA7-4CA2-A41E-733B983533F7}" dt="2023-07-04T06:04:33.367" v="2845" actId="13822"/>
          <ac:spMkLst>
            <pc:docMk/>
            <pc:sldMk cId="980772829" sldId="2147474133"/>
            <ac:spMk id="5" creationId="{CD9FF40D-B2E1-0916-52A9-24521F6AFF78}"/>
          </ac:spMkLst>
        </pc:spChg>
        <pc:graphicFrameChg chg="mod">
          <ac:chgData name="Li,Yuting (HP Medicine) BII-CN-S" userId="ce8fbb54-122c-426d-b8da-fdcc5e1b5022" providerId="ADAL" clId="{E6E9D1D9-1FA7-4CA2-A41E-733B983533F7}" dt="2023-07-04T03:03:04.300" v="1290"/>
          <ac:graphicFrameMkLst>
            <pc:docMk/>
            <pc:sldMk cId="980772829" sldId="2147474133"/>
            <ac:graphicFrameMk id="3" creationId="{73207099-613B-4188-B37D-91BA5B30A0AB}"/>
          </ac:graphicFrameMkLst>
        </pc:graphicFrameChg>
      </pc:sldChg>
      <pc:sldChg chg="add del">
        <pc:chgData name="Li,Yuting (HP Medicine) BII-CN-S" userId="ce8fbb54-122c-426d-b8da-fdcc5e1b5022" providerId="ADAL" clId="{E6E9D1D9-1FA7-4CA2-A41E-733B983533F7}" dt="2023-07-04T01:59:35.506" v="1146"/>
        <pc:sldMkLst>
          <pc:docMk/>
          <pc:sldMk cId="2963382929" sldId="2147474135"/>
        </pc:sldMkLst>
      </pc:sldChg>
      <pc:sldChg chg="modSp mod modShow delCm">
        <pc:chgData name="Li,Yuting (HP Medicine) BII-CN-S" userId="ce8fbb54-122c-426d-b8da-fdcc5e1b5022" providerId="ADAL" clId="{E6E9D1D9-1FA7-4CA2-A41E-733B983533F7}" dt="2023-07-04T03:41:46.113" v="2512" actId="729"/>
        <pc:sldMkLst>
          <pc:docMk/>
          <pc:sldMk cId="4015452838" sldId="2147474135"/>
        </pc:sldMkLst>
        <pc:spChg chg="mod">
          <ac:chgData name="Li,Yuting (HP Medicine) BII-CN-S" userId="ce8fbb54-122c-426d-b8da-fdcc5e1b5022" providerId="ADAL" clId="{E6E9D1D9-1FA7-4CA2-A41E-733B983533F7}" dt="2023-07-04T03:41:18.587" v="2510" actId="13926"/>
          <ac:spMkLst>
            <pc:docMk/>
            <pc:sldMk cId="4015452838" sldId="2147474135"/>
            <ac:spMk id="168" creationId="{4DB12822-D323-4E0B-AE96-3644EF7C47E3}"/>
          </ac:spMkLst>
        </pc:spChg>
      </pc:sldChg>
      <pc:sldChg chg="add del">
        <pc:chgData name="Li,Yuting (HP Medicine) BII-CN-S" userId="ce8fbb54-122c-426d-b8da-fdcc5e1b5022" providerId="ADAL" clId="{E6E9D1D9-1FA7-4CA2-A41E-733B983533F7}" dt="2023-07-04T06:09:07.092" v="2881" actId="47"/>
        <pc:sldMkLst>
          <pc:docMk/>
          <pc:sldMk cId="590802817" sldId="2147474136"/>
        </pc:sldMkLst>
      </pc:sldChg>
      <pc:sldChg chg="modSp mod">
        <pc:chgData name="Li,Yuting (HP Medicine) BII-CN-S" userId="ce8fbb54-122c-426d-b8da-fdcc5e1b5022" providerId="ADAL" clId="{E6E9D1D9-1FA7-4CA2-A41E-733B983533F7}" dt="2023-07-10T07:32:01.781" v="6081" actId="20577"/>
        <pc:sldMkLst>
          <pc:docMk/>
          <pc:sldMk cId="1492474706" sldId="2147474136"/>
        </pc:sldMkLst>
        <pc:spChg chg="mod">
          <ac:chgData name="Li,Yuting (HP Medicine) BII-CN-S" userId="ce8fbb54-122c-426d-b8da-fdcc5e1b5022" providerId="ADAL" clId="{E6E9D1D9-1FA7-4CA2-A41E-733B983533F7}" dt="2023-07-10T07:32:01.781" v="6081" actId="20577"/>
          <ac:spMkLst>
            <pc:docMk/>
            <pc:sldMk cId="1492474706" sldId="2147474136"/>
            <ac:spMk id="2" creationId="{C6B7AB9F-B2E6-C303-0E7A-34F1F968DD1C}"/>
          </ac:spMkLst>
        </pc:spChg>
      </pc:sldChg>
      <pc:sldChg chg="add del">
        <pc:chgData name="Li,Yuting (HP Medicine) BII-CN-S" userId="ce8fbb54-122c-426d-b8da-fdcc5e1b5022" providerId="ADAL" clId="{E6E9D1D9-1FA7-4CA2-A41E-733B983533F7}" dt="2023-07-04T01:59:35.506" v="1146"/>
        <pc:sldMkLst>
          <pc:docMk/>
          <pc:sldMk cId="3825196918" sldId="2147474136"/>
        </pc:sldMkLst>
      </pc:sldChg>
      <pc:sldChg chg="add del">
        <pc:chgData name="Li,Yuting (HP Medicine) BII-CN-S" userId="ce8fbb54-122c-426d-b8da-fdcc5e1b5022" providerId="ADAL" clId="{E6E9D1D9-1FA7-4CA2-A41E-733B983533F7}" dt="2023-07-04T01:59:35.506" v="1146"/>
        <pc:sldMkLst>
          <pc:docMk/>
          <pc:sldMk cId="1632743858" sldId="2147474137"/>
        </pc:sldMkLst>
      </pc:sldChg>
      <pc:sldChg chg="add del">
        <pc:chgData name="Li,Yuting (HP Medicine) BII-CN-S" userId="ce8fbb54-122c-426d-b8da-fdcc5e1b5022" providerId="ADAL" clId="{E6E9D1D9-1FA7-4CA2-A41E-733B983533F7}" dt="2023-07-04T01:59:35.506" v="1146"/>
        <pc:sldMkLst>
          <pc:docMk/>
          <pc:sldMk cId="1644532345" sldId="2147474138"/>
        </pc:sldMkLst>
      </pc:sldChg>
      <pc:sldChg chg="add del">
        <pc:chgData name="Li,Yuting (HP Medicine) BII-CN-S" userId="ce8fbb54-122c-426d-b8da-fdcc5e1b5022" providerId="ADAL" clId="{E6E9D1D9-1FA7-4CA2-A41E-733B983533F7}" dt="2023-07-04T01:59:35.506" v="1146"/>
        <pc:sldMkLst>
          <pc:docMk/>
          <pc:sldMk cId="1091096907" sldId="2147474139"/>
        </pc:sldMkLst>
      </pc:sldChg>
      <pc:sldMasterChg chg="delSldLayout">
        <pc:chgData name="Li,Yuting (HP Medicine) BII-CN-S" userId="ce8fbb54-122c-426d-b8da-fdcc5e1b5022" providerId="ADAL" clId="{E6E9D1D9-1FA7-4CA2-A41E-733B983533F7}" dt="2023-07-04T06:02:16.036" v="2833" actId="47"/>
        <pc:sldMasterMkLst>
          <pc:docMk/>
          <pc:sldMasterMk cId="908084412" sldId="2147484435"/>
        </pc:sldMasterMkLst>
        <pc:sldLayoutChg chg="del">
          <pc:chgData name="Li,Yuting (HP Medicine) BII-CN-S" userId="ce8fbb54-122c-426d-b8da-fdcc5e1b5022" providerId="ADAL" clId="{E6E9D1D9-1FA7-4CA2-A41E-733B983533F7}" dt="2023-07-04T02:53:04.945" v="1209" actId="47"/>
          <pc:sldLayoutMkLst>
            <pc:docMk/>
            <pc:sldMasterMk cId="908084412" sldId="2147484435"/>
            <pc:sldLayoutMk cId="806559728" sldId="2147484475"/>
          </pc:sldLayoutMkLst>
        </pc:sldLayoutChg>
        <pc:sldLayoutChg chg="del">
          <pc:chgData name="Li,Yuting (HP Medicine) BII-CN-S" userId="ce8fbb54-122c-426d-b8da-fdcc5e1b5022" providerId="ADAL" clId="{E6E9D1D9-1FA7-4CA2-A41E-733B983533F7}" dt="2023-07-04T06:02:16.036" v="2833" actId="47"/>
          <pc:sldLayoutMkLst>
            <pc:docMk/>
            <pc:sldMasterMk cId="908084412" sldId="2147484435"/>
            <pc:sldLayoutMk cId="1805435883" sldId="2147484558"/>
          </pc:sldLayoutMkLst>
        </pc:sldLayoutChg>
      </pc:sldMasterChg>
    </pc:docChg>
  </pc:docChgLst>
  <pc:docChgLst>
    <pc:chgData name="Wu,Dan (MED CD&amp;O) BII-CN-S" userId="2543b386-fe23-4572-8b97-7e5aae483288" providerId="ADAL" clId="{580B3110-576F-4BB0-91CD-78B07E5F145A}"/>
    <pc:docChg chg="undo custSel modSld">
      <pc:chgData name="Wu,Dan (MED CD&amp;O) BII-CN-S" userId="2543b386-fe23-4572-8b97-7e5aae483288" providerId="ADAL" clId="{580B3110-576F-4BB0-91CD-78B07E5F145A}" dt="2022-11-04T09:09:03.365" v="61" actId="20577"/>
      <pc:docMkLst>
        <pc:docMk/>
      </pc:docMkLst>
      <pc:sldChg chg="addSp delSp modSp mod">
        <pc:chgData name="Wu,Dan (MED CD&amp;O) BII-CN-S" userId="2543b386-fe23-4572-8b97-7e5aae483288" providerId="ADAL" clId="{580B3110-576F-4BB0-91CD-78B07E5F145A}" dt="2022-11-04T09:09:03.365" v="61" actId="20577"/>
        <pc:sldMkLst>
          <pc:docMk/>
          <pc:sldMk cId="2496189313" sldId="2147469211"/>
        </pc:sldMkLst>
        <pc:spChg chg="mod">
          <ac:chgData name="Wu,Dan (MED CD&amp;O) BII-CN-S" userId="2543b386-fe23-4572-8b97-7e5aae483288" providerId="ADAL" clId="{580B3110-576F-4BB0-91CD-78B07E5F145A}" dt="2022-11-04T09:03:53.994" v="15" actId="20577"/>
          <ac:spMkLst>
            <pc:docMk/>
            <pc:sldMk cId="2496189313" sldId="2147469211"/>
            <ac:spMk id="2" creationId="{258B1150-3B23-4D74-8634-CE9F7979DC8E}"/>
          </ac:spMkLst>
        </pc:spChg>
        <pc:spChg chg="mod">
          <ac:chgData name="Wu,Dan (MED CD&amp;O) BII-CN-S" userId="2543b386-fe23-4572-8b97-7e5aae483288" providerId="ADAL" clId="{580B3110-576F-4BB0-91CD-78B07E5F145A}" dt="2022-11-04T09:08:35.960" v="48" actId="1076"/>
          <ac:spMkLst>
            <pc:docMk/>
            <pc:sldMk cId="2496189313" sldId="2147469211"/>
            <ac:spMk id="4" creationId="{EE0CD054-31CA-4AAE-BCA8-82B9C8FF38C0}"/>
          </ac:spMkLst>
        </pc:spChg>
        <pc:graphicFrameChg chg="modGraphic">
          <ac:chgData name="Wu,Dan (MED CD&amp;O) BII-CN-S" userId="2543b386-fe23-4572-8b97-7e5aae483288" providerId="ADAL" clId="{580B3110-576F-4BB0-91CD-78B07E5F145A}" dt="2022-11-04T09:09:03.365" v="61" actId="20577"/>
          <ac:graphicFrameMkLst>
            <pc:docMk/>
            <pc:sldMk cId="2496189313" sldId="2147469211"/>
            <ac:graphicFrameMk id="5" creationId="{F79D76C7-B236-43A6-8E7C-CA0D9FD69B86}"/>
          </ac:graphicFrameMkLst>
        </pc:graphicFrameChg>
        <pc:graphicFrameChg chg="mod modGraphic">
          <ac:chgData name="Wu,Dan (MED CD&amp;O) BII-CN-S" userId="2543b386-fe23-4572-8b97-7e5aae483288" providerId="ADAL" clId="{580B3110-576F-4BB0-91CD-78B07E5F145A}" dt="2022-11-04T09:08:15.403" v="45" actId="14100"/>
          <ac:graphicFrameMkLst>
            <pc:docMk/>
            <pc:sldMk cId="2496189313" sldId="2147469211"/>
            <ac:graphicFrameMk id="9" creationId="{12AC5C27-5461-4F34-ABB7-9EFEC284A2AB}"/>
          </ac:graphicFrameMkLst>
        </pc:graphicFrameChg>
        <pc:picChg chg="add mod ord">
          <ac:chgData name="Wu,Dan (MED CD&amp;O) BII-CN-S" userId="2543b386-fe23-4572-8b97-7e5aae483288" providerId="ADAL" clId="{580B3110-576F-4BB0-91CD-78B07E5F145A}" dt="2022-11-04T09:03:46.606" v="5" actId="1076"/>
          <ac:picMkLst>
            <pc:docMk/>
            <pc:sldMk cId="2496189313" sldId="2147469211"/>
            <ac:picMk id="3" creationId="{206ACE44-ED6D-4BE1-9599-5385641173E0}"/>
          </ac:picMkLst>
        </pc:picChg>
        <pc:picChg chg="del">
          <ac:chgData name="Wu,Dan (MED CD&amp;O) BII-CN-S" userId="2543b386-fe23-4572-8b97-7e5aae483288" providerId="ADAL" clId="{580B3110-576F-4BB0-91CD-78B07E5F145A}" dt="2022-11-04T09:03:34.464" v="0" actId="478"/>
          <ac:picMkLst>
            <pc:docMk/>
            <pc:sldMk cId="2496189313" sldId="2147469211"/>
            <ac:picMk id="6" creationId="{5A7171FF-82AF-405F-AE6F-105AA306C505}"/>
          </ac:picMkLst>
        </pc:picChg>
      </pc:sldChg>
    </pc:docChg>
  </pc:docChgLst>
  <pc:docChgLst>
    <pc:chgData name="Li,Yuting (HP Medicine) BII-CN-S" userId="ce8fbb54-122c-426d-b8da-fdcc5e1b5022" providerId="ADAL" clId="{10F9B48F-764E-4B9D-9472-CB97C509BDB9}"/>
    <pc:docChg chg="undo custSel addSld delSld modSld sldOrd">
      <pc:chgData name="Li,Yuting (HP Medicine) BII-CN-S" userId="ce8fbb54-122c-426d-b8da-fdcc5e1b5022" providerId="ADAL" clId="{10F9B48F-764E-4B9D-9472-CB97C509BDB9}" dt="2022-07-13T01:28:49.219" v="1135" actId="1076"/>
      <pc:docMkLst>
        <pc:docMk/>
      </pc:docMkLst>
      <pc:sldChg chg="delSp modSp mod">
        <pc:chgData name="Li,Yuting (HP Medicine) BII-CN-S" userId="ce8fbb54-122c-426d-b8da-fdcc5e1b5022" providerId="ADAL" clId="{10F9B48F-764E-4B9D-9472-CB97C509BDB9}" dt="2022-07-12T14:08:18.094" v="920" actId="20577"/>
        <pc:sldMkLst>
          <pc:docMk/>
          <pc:sldMk cId="2253265356" sldId="2141413456"/>
        </pc:sldMkLst>
        <pc:spChg chg="del">
          <ac:chgData name="Li,Yuting (HP Medicine) BII-CN-S" userId="ce8fbb54-122c-426d-b8da-fdcc5e1b5022" providerId="ADAL" clId="{10F9B48F-764E-4B9D-9472-CB97C509BDB9}" dt="2022-07-12T07:06:08.889" v="146" actId="478"/>
          <ac:spMkLst>
            <pc:docMk/>
            <pc:sldMk cId="2253265356" sldId="2141413456"/>
            <ac:spMk id="7" creationId="{9CDCC746-E599-4CD8-B2D2-1E1F1D7BA7E4}"/>
          </ac:spMkLst>
        </pc:spChg>
        <pc:spChg chg="del">
          <ac:chgData name="Li,Yuting (HP Medicine) BII-CN-S" userId="ce8fbb54-122c-426d-b8da-fdcc5e1b5022" providerId="ADAL" clId="{10F9B48F-764E-4B9D-9472-CB97C509BDB9}" dt="2022-07-12T07:06:15.838" v="149" actId="478"/>
          <ac:spMkLst>
            <pc:docMk/>
            <pc:sldMk cId="2253265356" sldId="2141413456"/>
            <ac:spMk id="69" creationId="{F8CDBEB3-5ADD-4AC6-BF3F-926498C5AFEF}"/>
          </ac:spMkLst>
        </pc:spChg>
        <pc:spChg chg="del">
          <ac:chgData name="Li,Yuting (HP Medicine) BII-CN-S" userId="ce8fbb54-122c-426d-b8da-fdcc5e1b5022" providerId="ADAL" clId="{10F9B48F-764E-4B9D-9472-CB97C509BDB9}" dt="2022-07-12T07:06:11.832" v="147" actId="478"/>
          <ac:spMkLst>
            <pc:docMk/>
            <pc:sldMk cId="2253265356" sldId="2141413456"/>
            <ac:spMk id="80" creationId="{8F68A372-665F-45A7-9930-215AF1C0B5E0}"/>
          </ac:spMkLst>
        </pc:spChg>
        <pc:spChg chg="mod">
          <ac:chgData name="Li,Yuting (HP Medicine) BII-CN-S" userId="ce8fbb54-122c-426d-b8da-fdcc5e1b5022" providerId="ADAL" clId="{10F9B48F-764E-4B9D-9472-CB97C509BDB9}" dt="2022-07-12T14:08:18.094" v="920" actId="20577"/>
          <ac:spMkLst>
            <pc:docMk/>
            <pc:sldMk cId="2253265356" sldId="2141413456"/>
            <ac:spMk id="89" creationId="{7BD92CFC-0106-4FF4-A530-1AD27981172B}"/>
          </ac:spMkLst>
        </pc:spChg>
        <pc:spChg chg="mod">
          <ac:chgData name="Li,Yuting (HP Medicine) BII-CN-S" userId="ce8fbb54-122c-426d-b8da-fdcc5e1b5022" providerId="ADAL" clId="{10F9B48F-764E-4B9D-9472-CB97C509BDB9}" dt="2022-07-12T07:08:51.290" v="184" actId="20577"/>
          <ac:spMkLst>
            <pc:docMk/>
            <pc:sldMk cId="2253265356" sldId="2141413456"/>
            <ac:spMk id="90" creationId="{F9345081-D2EC-4F9D-A965-3B9D77318B16}"/>
          </ac:spMkLst>
        </pc:spChg>
        <pc:spChg chg="mod">
          <ac:chgData name="Li,Yuting (HP Medicine) BII-CN-S" userId="ce8fbb54-122c-426d-b8da-fdcc5e1b5022" providerId="ADAL" clId="{10F9B48F-764E-4B9D-9472-CB97C509BDB9}" dt="2022-07-12T07:09:12.130" v="230" actId="20577"/>
          <ac:spMkLst>
            <pc:docMk/>
            <pc:sldMk cId="2253265356" sldId="2141413456"/>
            <ac:spMk id="108" creationId="{5DFEA8EC-7991-4674-8181-76CD550E3CF1}"/>
          </ac:spMkLst>
        </pc:spChg>
        <pc:cxnChg chg="del mod">
          <ac:chgData name="Li,Yuting (HP Medicine) BII-CN-S" userId="ce8fbb54-122c-426d-b8da-fdcc5e1b5022" providerId="ADAL" clId="{10F9B48F-764E-4B9D-9472-CB97C509BDB9}" dt="2022-07-12T07:06:13.578" v="148" actId="478"/>
          <ac:cxnSpMkLst>
            <pc:docMk/>
            <pc:sldMk cId="2253265356" sldId="2141413456"/>
            <ac:cxnSpMk id="75" creationId="{84CF6E8C-6365-426D-A31E-B77ECF1CC701}"/>
          </ac:cxnSpMkLst>
        </pc:cxnChg>
      </pc:sldChg>
      <pc:sldChg chg="modSp mod">
        <pc:chgData name="Li,Yuting (HP Medicine) BII-CN-S" userId="ce8fbb54-122c-426d-b8da-fdcc5e1b5022" providerId="ADAL" clId="{10F9B48F-764E-4B9D-9472-CB97C509BDB9}" dt="2022-07-12T14:03:51.340" v="884" actId="20577"/>
        <pc:sldMkLst>
          <pc:docMk/>
          <pc:sldMk cId="3074215225" sldId="2147377179"/>
        </pc:sldMkLst>
        <pc:spChg chg="mod">
          <ac:chgData name="Li,Yuting (HP Medicine) BII-CN-S" userId="ce8fbb54-122c-426d-b8da-fdcc5e1b5022" providerId="ADAL" clId="{10F9B48F-764E-4B9D-9472-CB97C509BDB9}" dt="2022-07-12T07:35:17.510" v="283" actId="20577"/>
          <ac:spMkLst>
            <pc:docMk/>
            <pc:sldMk cId="3074215225" sldId="2147377179"/>
            <ac:spMk id="8" creationId="{00000000-0000-0000-0000-000000000000}"/>
          </ac:spMkLst>
        </pc:spChg>
        <pc:graphicFrameChg chg="mod modGraphic">
          <ac:chgData name="Li,Yuting (HP Medicine) BII-CN-S" userId="ce8fbb54-122c-426d-b8da-fdcc5e1b5022" providerId="ADAL" clId="{10F9B48F-764E-4B9D-9472-CB97C509BDB9}" dt="2022-07-12T14:03:51.340" v="884" actId="20577"/>
          <ac:graphicFrameMkLst>
            <pc:docMk/>
            <pc:sldMk cId="3074215225" sldId="2147377179"/>
            <ac:graphicFrameMk id="9" creationId="{9451AA74-9EEC-4F3E-9EDC-4DA6C151EA9D}"/>
          </ac:graphicFrameMkLst>
        </pc:graphicFrameChg>
      </pc:sldChg>
      <pc:sldChg chg="modSp del mod delCm">
        <pc:chgData name="Li,Yuting (HP Medicine) BII-CN-S" userId="ce8fbb54-122c-426d-b8da-fdcc5e1b5022" providerId="ADAL" clId="{10F9B48F-764E-4B9D-9472-CB97C509BDB9}" dt="2022-07-12T14:30:02.676" v="926" actId="47"/>
        <pc:sldMkLst>
          <pc:docMk/>
          <pc:sldMk cId="3928773985" sldId="2147377211"/>
        </pc:sldMkLst>
        <pc:spChg chg="mod">
          <ac:chgData name="Li,Yuting (HP Medicine) BII-CN-S" userId="ce8fbb54-122c-426d-b8da-fdcc5e1b5022" providerId="ADAL" clId="{10F9B48F-764E-4B9D-9472-CB97C509BDB9}" dt="2022-07-11T08:29:36.454" v="38" actId="20577"/>
          <ac:spMkLst>
            <pc:docMk/>
            <pc:sldMk cId="3928773985" sldId="2147377211"/>
            <ac:spMk id="52" creationId="{C37AB0AB-396A-4A09-A640-7C9D33588A3C}"/>
          </ac:spMkLst>
        </pc:spChg>
      </pc:sldChg>
      <pc:sldChg chg="mod ord modShow">
        <pc:chgData name="Li,Yuting (HP Medicine) BII-CN-S" userId="ce8fbb54-122c-426d-b8da-fdcc5e1b5022" providerId="ADAL" clId="{10F9B48F-764E-4B9D-9472-CB97C509BDB9}" dt="2022-07-11T02:56:26.372" v="3"/>
        <pc:sldMkLst>
          <pc:docMk/>
          <pc:sldMk cId="4064689746" sldId="2147377223"/>
        </pc:sldMkLst>
      </pc:sldChg>
      <pc:sldChg chg="addSp modSp mod modShow modNotesTx">
        <pc:chgData name="Li,Yuting (HP Medicine) BII-CN-S" userId="ce8fbb54-122c-426d-b8da-fdcc5e1b5022" providerId="ADAL" clId="{10F9B48F-764E-4B9D-9472-CB97C509BDB9}" dt="2022-07-13T01:28:49.219" v="1135" actId="1076"/>
        <pc:sldMkLst>
          <pc:docMk/>
          <pc:sldMk cId="4244351776" sldId="2147377224"/>
        </pc:sldMkLst>
        <pc:spChg chg="add mod">
          <ac:chgData name="Li,Yuting (HP Medicine) BII-CN-S" userId="ce8fbb54-122c-426d-b8da-fdcc5e1b5022" providerId="ADAL" clId="{10F9B48F-764E-4B9D-9472-CB97C509BDB9}" dt="2022-07-13T01:28:49.219" v="1135" actId="1076"/>
          <ac:spMkLst>
            <pc:docMk/>
            <pc:sldMk cId="4244351776" sldId="2147377224"/>
            <ac:spMk id="4" creationId="{127190AD-66C7-45D4-B8EE-4FC2D93EDC7A}"/>
          </ac:spMkLst>
        </pc:spChg>
        <pc:spChg chg="add mod">
          <ac:chgData name="Li,Yuting (HP Medicine) BII-CN-S" userId="ce8fbb54-122c-426d-b8da-fdcc5e1b5022" providerId="ADAL" clId="{10F9B48F-764E-4B9D-9472-CB97C509BDB9}" dt="2022-07-13T01:24:34.395" v="1114" actId="1076"/>
          <ac:spMkLst>
            <pc:docMk/>
            <pc:sldMk cId="4244351776" sldId="2147377224"/>
            <ac:spMk id="7" creationId="{D50C2847-A4DC-4B24-AE8B-2FE4555920D7}"/>
          </ac:spMkLst>
        </pc:spChg>
      </pc:sldChg>
      <pc:sldChg chg="modSp mod">
        <pc:chgData name="Li,Yuting (HP Medicine) BII-CN-S" userId="ce8fbb54-122c-426d-b8da-fdcc5e1b5022" providerId="ADAL" clId="{10F9B48F-764E-4B9D-9472-CB97C509BDB9}" dt="2022-07-12T07:10:23.773" v="232" actId="1076"/>
        <pc:sldMkLst>
          <pc:docMk/>
          <pc:sldMk cId="1316904003" sldId="2147377240"/>
        </pc:sldMkLst>
        <pc:grpChg chg="mod">
          <ac:chgData name="Li,Yuting (HP Medicine) BII-CN-S" userId="ce8fbb54-122c-426d-b8da-fdcc5e1b5022" providerId="ADAL" clId="{10F9B48F-764E-4B9D-9472-CB97C509BDB9}" dt="2022-07-12T07:10:23.773" v="232" actId="1076"/>
          <ac:grpSpMkLst>
            <pc:docMk/>
            <pc:sldMk cId="1316904003" sldId="2147377240"/>
            <ac:grpSpMk id="203" creationId="{3855D1D5-D3D2-4F97-9E67-F3646B91ACCC}"/>
          </ac:grpSpMkLst>
        </pc:grpChg>
      </pc:sldChg>
      <pc:sldChg chg="modSp mod modNotesTx">
        <pc:chgData name="Li,Yuting (HP Medicine) BII-CN-S" userId="ce8fbb54-122c-426d-b8da-fdcc5e1b5022" providerId="ADAL" clId="{10F9B48F-764E-4B9D-9472-CB97C509BDB9}" dt="2022-07-12T13:31:28.943" v="840"/>
        <pc:sldMkLst>
          <pc:docMk/>
          <pc:sldMk cId="2280178032" sldId="2147377244"/>
        </pc:sldMkLst>
        <pc:graphicFrameChg chg="mod modGraphic">
          <ac:chgData name="Li,Yuting (HP Medicine) BII-CN-S" userId="ce8fbb54-122c-426d-b8da-fdcc5e1b5022" providerId="ADAL" clId="{10F9B48F-764E-4B9D-9472-CB97C509BDB9}" dt="2022-07-12T13:16:51.875" v="838"/>
          <ac:graphicFrameMkLst>
            <pc:docMk/>
            <pc:sldMk cId="2280178032" sldId="2147377244"/>
            <ac:graphicFrameMk id="10" creationId="{7ED29C9C-0700-480D-B788-68CBB9D31EEE}"/>
          </ac:graphicFrameMkLst>
        </pc:graphicFrameChg>
      </pc:sldChg>
      <pc:sldChg chg="mod modShow">
        <pc:chgData name="Li,Yuting (HP Medicine) BII-CN-S" userId="ce8fbb54-122c-426d-b8da-fdcc5e1b5022" providerId="ADAL" clId="{10F9B48F-764E-4B9D-9472-CB97C509BDB9}" dt="2022-07-12T06:45:04.865" v="48" actId="729"/>
        <pc:sldMkLst>
          <pc:docMk/>
          <pc:sldMk cId="284499060" sldId="2147377246"/>
        </pc:sldMkLst>
      </pc:sldChg>
      <pc:sldChg chg="modSp mod modNotesTx">
        <pc:chgData name="Li,Yuting (HP Medicine) BII-CN-S" userId="ce8fbb54-122c-426d-b8da-fdcc5e1b5022" providerId="ADAL" clId="{10F9B48F-764E-4B9D-9472-CB97C509BDB9}" dt="2022-07-12T06:57:20.297" v="52"/>
        <pc:sldMkLst>
          <pc:docMk/>
          <pc:sldMk cId="2198430693" sldId="2147377247"/>
        </pc:sldMkLst>
        <pc:spChg chg="mod">
          <ac:chgData name="Li,Yuting (HP Medicine) BII-CN-S" userId="ce8fbb54-122c-426d-b8da-fdcc5e1b5022" providerId="ADAL" clId="{10F9B48F-764E-4B9D-9472-CB97C509BDB9}" dt="2022-07-11T07:55:43.396" v="13" actId="20577"/>
          <ac:spMkLst>
            <pc:docMk/>
            <pc:sldMk cId="2198430693" sldId="2147377247"/>
            <ac:spMk id="41" creationId="{80672632-5059-4D01-BB59-096554D9CD3A}"/>
          </ac:spMkLst>
        </pc:spChg>
      </pc:sldChg>
      <pc:sldChg chg="modSp mod modShow">
        <pc:chgData name="Li,Yuting (HP Medicine) BII-CN-S" userId="ce8fbb54-122c-426d-b8da-fdcc5e1b5022" providerId="ADAL" clId="{10F9B48F-764E-4B9D-9472-CB97C509BDB9}" dt="2022-07-12T13:18:04.079" v="839" actId="729"/>
        <pc:sldMkLst>
          <pc:docMk/>
          <pc:sldMk cId="1677600892" sldId="2147377248"/>
        </pc:sldMkLst>
        <pc:spChg chg="mod">
          <ac:chgData name="Li,Yuting (HP Medicine) BII-CN-S" userId="ce8fbb54-122c-426d-b8da-fdcc5e1b5022" providerId="ADAL" clId="{10F9B48F-764E-4B9D-9472-CB97C509BDB9}" dt="2022-07-12T07:00:30.926" v="136" actId="20577"/>
          <ac:spMkLst>
            <pc:docMk/>
            <pc:sldMk cId="1677600892" sldId="2147377248"/>
            <ac:spMk id="99" creationId="{60F985A7-AFE4-4927-9447-634719D10FAA}"/>
          </ac:spMkLst>
        </pc:spChg>
        <pc:spChg chg="mod">
          <ac:chgData name="Li,Yuting (HP Medicine) BII-CN-S" userId="ce8fbb54-122c-426d-b8da-fdcc5e1b5022" providerId="ADAL" clId="{10F9B48F-764E-4B9D-9472-CB97C509BDB9}" dt="2022-07-11T07:57:00.897" v="19" actId="20577"/>
          <ac:spMkLst>
            <pc:docMk/>
            <pc:sldMk cId="1677600892" sldId="2147377248"/>
            <ac:spMk id="103" creationId="{8614C9A9-A277-403B-AF61-BD96CA907DA5}"/>
          </ac:spMkLst>
        </pc:spChg>
        <pc:spChg chg="mod">
          <ac:chgData name="Li,Yuting (HP Medicine) BII-CN-S" userId="ce8fbb54-122c-426d-b8da-fdcc5e1b5022" providerId="ADAL" clId="{10F9B48F-764E-4B9D-9472-CB97C509BDB9}" dt="2022-07-11T07:57:10.216" v="29" actId="20577"/>
          <ac:spMkLst>
            <pc:docMk/>
            <pc:sldMk cId="1677600892" sldId="2147377248"/>
            <ac:spMk id="104" creationId="{E6F166C8-3511-48E4-BDBA-711DC7EB9B29}"/>
          </ac:spMkLst>
        </pc:spChg>
        <pc:spChg chg="mod">
          <ac:chgData name="Li,Yuting (HP Medicine) BII-CN-S" userId="ce8fbb54-122c-426d-b8da-fdcc5e1b5022" providerId="ADAL" clId="{10F9B48F-764E-4B9D-9472-CB97C509BDB9}" dt="2022-07-12T06:49:04.348" v="51" actId="1076"/>
          <ac:spMkLst>
            <pc:docMk/>
            <pc:sldMk cId="1677600892" sldId="2147377248"/>
            <ac:spMk id="107" creationId="{7DDA071E-5F80-4527-AE47-F1E7B2DC2A5B}"/>
          </ac:spMkLst>
        </pc:spChg>
        <pc:spChg chg="mod">
          <ac:chgData name="Li,Yuting (HP Medicine) BII-CN-S" userId="ce8fbb54-122c-426d-b8da-fdcc5e1b5022" providerId="ADAL" clId="{10F9B48F-764E-4B9D-9472-CB97C509BDB9}" dt="2022-07-11T07:57:28.475" v="33" actId="20577"/>
          <ac:spMkLst>
            <pc:docMk/>
            <pc:sldMk cId="1677600892" sldId="2147377248"/>
            <ac:spMk id="149" creationId="{6380A665-AE61-4ECB-94C7-6101C32FA508}"/>
          </ac:spMkLst>
        </pc:spChg>
        <pc:spChg chg="mod">
          <ac:chgData name="Li,Yuting (HP Medicine) BII-CN-S" userId="ce8fbb54-122c-426d-b8da-fdcc5e1b5022" providerId="ADAL" clId="{10F9B48F-764E-4B9D-9472-CB97C509BDB9}" dt="2022-07-12T13:15:02.221" v="829" actId="14100"/>
          <ac:spMkLst>
            <pc:docMk/>
            <pc:sldMk cId="1677600892" sldId="2147377248"/>
            <ac:spMk id="177" creationId="{18978048-CE0E-4D08-993F-F8A9401EB1D1}"/>
          </ac:spMkLst>
        </pc:spChg>
      </pc:sldChg>
      <pc:sldChg chg="modSp mod">
        <pc:chgData name="Li,Yuting (HP Medicine) BII-CN-S" userId="ce8fbb54-122c-426d-b8da-fdcc5e1b5022" providerId="ADAL" clId="{10F9B48F-764E-4B9D-9472-CB97C509BDB9}" dt="2022-07-12T07:02:46.047" v="145" actId="20577"/>
        <pc:sldMkLst>
          <pc:docMk/>
          <pc:sldMk cId="9089532" sldId="2147377249"/>
        </pc:sldMkLst>
        <pc:spChg chg="mod">
          <ac:chgData name="Li,Yuting (HP Medicine) BII-CN-S" userId="ce8fbb54-122c-426d-b8da-fdcc5e1b5022" providerId="ADAL" clId="{10F9B48F-764E-4B9D-9472-CB97C509BDB9}" dt="2022-07-12T07:02:46.047" v="145" actId="20577"/>
          <ac:spMkLst>
            <pc:docMk/>
            <pc:sldMk cId="9089532" sldId="2147377249"/>
            <ac:spMk id="75" creationId="{23E443ED-C91E-4425-963C-DB47A7F0B19C}"/>
          </ac:spMkLst>
        </pc:spChg>
        <pc:spChg chg="mod">
          <ac:chgData name="Li,Yuting (HP Medicine) BII-CN-S" userId="ce8fbb54-122c-426d-b8da-fdcc5e1b5022" providerId="ADAL" clId="{10F9B48F-764E-4B9D-9472-CB97C509BDB9}" dt="2022-07-12T06:59:49.518" v="111" actId="20577"/>
          <ac:spMkLst>
            <pc:docMk/>
            <pc:sldMk cId="9089532" sldId="2147377249"/>
            <ac:spMk id="91" creationId="{FD45A3FD-80BA-4AD6-B3CE-25602A6E2FB5}"/>
          </ac:spMkLst>
        </pc:spChg>
      </pc:sldChg>
      <pc:sldChg chg="modSp mod">
        <pc:chgData name="Li,Yuting (HP Medicine) BII-CN-S" userId="ce8fbb54-122c-426d-b8da-fdcc5e1b5022" providerId="ADAL" clId="{10F9B48F-764E-4B9D-9472-CB97C509BDB9}" dt="2022-07-12T14:52:05.507" v="979" actId="20577"/>
        <pc:sldMkLst>
          <pc:docMk/>
          <pc:sldMk cId="3772673125" sldId="2147377250"/>
        </pc:sldMkLst>
        <pc:spChg chg="mod">
          <ac:chgData name="Li,Yuting (HP Medicine) BII-CN-S" userId="ce8fbb54-122c-426d-b8da-fdcc5e1b5022" providerId="ADAL" clId="{10F9B48F-764E-4B9D-9472-CB97C509BDB9}" dt="2022-07-12T14:52:05.507" v="979" actId="20577"/>
          <ac:spMkLst>
            <pc:docMk/>
            <pc:sldMk cId="3772673125" sldId="2147377250"/>
            <ac:spMk id="99" creationId="{D11E8C8E-EA83-4AF2-B5EA-9A0D5FDC196B}"/>
          </ac:spMkLst>
        </pc:spChg>
        <pc:grpChg chg="mod">
          <ac:chgData name="Li,Yuting (HP Medicine) BII-CN-S" userId="ce8fbb54-122c-426d-b8da-fdcc5e1b5022" providerId="ADAL" clId="{10F9B48F-764E-4B9D-9472-CB97C509BDB9}" dt="2022-07-12T07:23:06.763" v="234" actId="1076"/>
          <ac:grpSpMkLst>
            <pc:docMk/>
            <pc:sldMk cId="3772673125" sldId="2147377250"/>
            <ac:grpSpMk id="59" creationId="{00000000-0000-0000-0000-000000000000}"/>
          </ac:grpSpMkLst>
        </pc:grpChg>
      </pc:sldChg>
      <pc:sldChg chg="add del mod modShow">
        <pc:chgData name="Li,Yuting (HP Medicine) BII-CN-S" userId="ce8fbb54-122c-426d-b8da-fdcc5e1b5022" providerId="ADAL" clId="{10F9B48F-764E-4B9D-9472-CB97C509BDB9}" dt="2022-07-13T01:04:41.629" v="980"/>
        <pc:sldMkLst>
          <pc:docMk/>
          <pc:sldMk cId="1616446884" sldId="2147377253"/>
        </pc:sldMkLst>
      </pc:sldChg>
      <pc:sldChg chg="new del">
        <pc:chgData name="Li,Yuting (HP Medicine) BII-CN-S" userId="ce8fbb54-122c-426d-b8da-fdcc5e1b5022" providerId="ADAL" clId="{10F9B48F-764E-4B9D-9472-CB97C509BDB9}" dt="2022-07-12T07:32:17.188" v="253" actId="47"/>
        <pc:sldMkLst>
          <pc:docMk/>
          <pc:sldMk cId="3923121842" sldId="2147377255"/>
        </pc:sldMkLst>
      </pc:sldChg>
      <pc:sldChg chg="addSp delSp modSp new del">
        <pc:chgData name="Li,Yuting (HP Medicine) BII-CN-S" userId="ce8fbb54-122c-426d-b8da-fdcc5e1b5022" providerId="ADAL" clId="{10F9B48F-764E-4B9D-9472-CB97C509BDB9}" dt="2022-07-12T07:32:13.590" v="252" actId="47"/>
        <pc:sldMkLst>
          <pc:docMk/>
          <pc:sldMk cId="2705361149" sldId="2147377256"/>
        </pc:sldMkLst>
        <pc:graphicFrameChg chg="add del mod">
          <ac:chgData name="Li,Yuting (HP Medicine) BII-CN-S" userId="ce8fbb54-122c-426d-b8da-fdcc5e1b5022" providerId="ADAL" clId="{10F9B48F-764E-4B9D-9472-CB97C509BDB9}" dt="2022-07-12T07:32:07.759" v="250"/>
          <ac:graphicFrameMkLst>
            <pc:docMk/>
            <pc:sldMk cId="2705361149" sldId="2147377256"/>
            <ac:graphicFrameMk id="7" creationId="{4648B798-A325-4ADE-AFB8-034C8527221A}"/>
          </ac:graphicFrameMkLst>
        </pc:graphicFrameChg>
      </pc:sldChg>
      <pc:sldChg chg="addSp delSp modSp add mod">
        <pc:chgData name="Li,Yuting (HP Medicine) BII-CN-S" userId="ce8fbb54-122c-426d-b8da-fdcc5e1b5022" providerId="ADAL" clId="{10F9B48F-764E-4B9D-9472-CB97C509BDB9}" dt="2022-07-12T07:36:53.721" v="304" actId="1076"/>
        <pc:sldMkLst>
          <pc:docMk/>
          <pc:sldMk cId="1066976053" sldId="2147377257"/>
        </pc:sldMkLst>
        <pc:spChg chg="add del mod">
          <ac:chgData name="Li,Yuting (HP Medicine) BII-CN-S" userId="ce8fbb54-122c-426d-b8da-fdcc5e1b5022" providerId="ADAL" clId="{10F9B48F-764E-4B9D-9472-CB97C509BDB9}" dt="2022-07-12T07:35:43.539" v="288" actId="478"/>
          <ac:spMkLst>
            <pc:docMk/>
            <pc:sldMk cId="1066976053" sldId="2147377257"/>
            <ac:spMk id="5" creationId="{3F8E2A3D-F117-41E3-A928-320606DA6868}"/>
          </ac:spMkLst>
        </pc:spChg>
        <pc:spChg chg="add del">
          <ac:chgData name="Li,Yuting (HP Medicine) BII-CN-S" userId="ce8fbb54-122c-426d-b8da-fdcc5e1b5022" providerId="ADAL" clId="{10F9B48F-764E-4B9D-9472-CB97C509BDB9}" dt="2022-07-12T07:36:23.065" v="292" actId="478"/>
          <ac:spMkLst>
            <pc:docMk/>
            <pc:sldMk cId="1066976053" sldId="2147377257"/>
            <ac:spMk id="8" creationId="{00000000-0000-0000-0000-000000000000}"/>
          </ac:spMkLst>
        </pc:spChg>
        <pc:spChg chg="add del mod">
          <ac:chgData name="Li,Yuting (HP Medicine) BII-CN-S" userId="ce8fbb54-122c-426d-b8da-fdcc5e1b5022" providerId="ADAL" clId="{10F9B48F-764E-4B9D-9472-CB97C509BDB9}" dt="2022-07-12T07:35:46.633" v="289"/>
          <ac:spMkLst>
            <pc:docMk/>
            <pc:sldMk cId="1066976053" sldId="2147377257"/>
            <ac:spMk id="11" creationId="{4CC453E6-A3A1-4AA0-86D5-DF204734459F}"/>
          </ac:spMkLst>
        </pc:spChg>
        <pc:spChg chg="add del mod">
          <ac:chgData name="Li,Yuting (HP Medicine) BII-CN-S" userId="ce8fbb54-122c-426d-b8da-fdcc5e1b5022" providerId="ADAL" clId="{10F9B48F-764E-4B9D-9472-CB97C509BDB9}" dt="2022-07-12T07:36:27.457" v="294" actId="478"/>
          <ac:spMkLst>
            <pc:docMk/>
            <pc:sldMk cId="1066976053" sldId="2147377257"/>
            <ac:spMk id="12" creationId="{CA385FE9-DCC7-457B-B14C-47A65466ECB6}"/>
          </ac:spMkLst>
        </pc:spChg>
        <pc:spChg chg="add mod">
          <ac:chgData name="Li,Yuting (HP Medicine) BII-CN-S" userId="ce8fbb54-122c-426d-b8da-fdcc5e1b5022" providerId="ADAL" clId="{10F9B48F-764E-4B9D-9472-CB97C509BDB9}" dt="2022-07-12T07:36:46.758" v="303" actId="20577"/>
          <ac:spMkLst>
            <pc:docMk/>
            <pc:sldMk cId="1066976053" sldId="2147377257"/>
            <ac:spMk id="13" creationId="{273A0848-C4F6-4566-9CAD-F9235AF345B2}"/>
          </ac:spMkLst>
        </pc:spChg>
        <pc:graphicFrameChg chg="mod modGraphic">
          <ac:chgData name="Li,Yuting (HP Medicine) BII-CN-S" userId="ce8fbb54-122c-426d-b8da-fdcc5e1b5022" providerId="ADAL" clId="{10F9B48F-764E-4B9D-9472-CB97C509BDB9}" dt="2022-07-12T07:36:53.721" v="304" actId="1076"/>
          <ac:graphicFrameMkLst>
            <pc:docMk/>
            <pc:sldMk cId="1066976053" sldId="2147377257"/>
            <ac:graphicFrameMk id="9" creationId="{9451AA74-9EEC-4F3E-9EDC-4DA6C151EA9D}"/>
          </ac:graphicFrameMkLst>
        </pc:graphicFrameChg>
      </pc:sldChg>
      <pc:sldChg chg="add del">
        <pc:chgData name="Li,Yuting (HP Medicine) BII-CN-S" userId="ce8fbb54-122c-426d-b8da-fdcc5e1b5022" providerId="ADAL" clId="{10F9B48F-764E-4B9D-9472-CB97C509BDB9}" dt="2022-07-12T07:35:31.339" v="285"/>
        <pc:sldMkLst>
          <pc:docMk/>
          <pc:sldMk cId="2722445668" sldId="2147377258"/>
        </pc:sldMkLst>
      </pc:sldChg>
      <pc:sldChg chg="del">
        <pc:chgData name="Li,Yuting (HP Medicine) BII-CN-S" userId="ce8fbb54-122c-426d-b8da-fdcc5e1b5022" providerId="ADAL" clId="{10F9B48F-764E-4B9D-9472-CB97C509BDB9}" dt="2022-07-12T14:29:06.760" v="923" actId="47"/>
        <pc:sldMkLst>
          <pc:docMk/>
          <pc:sldMk cId="4152407120" sldId="2147377258"/>
        </pc:sldMkLst>
      </pc:sldChg>
      <pc:sldChg chg="del">
        <pc:chgData name="Li,Yuting (HP Medicine) BII-CN-S" userId="ce8fbb54-122c-426d-b8da-fdcc5e1b5022" providerId="ADAL" clId="{10F9B48F-764E-4B9D-9472-CB97C509BDB9}" dt="2022-07-13T01:04:48.725" v="981" actId="47"/>
        <pc:sldMkLst>
          <pc:docMk/>
          <pc:sldMk cId="1648040680" sldId="2147377259"/>
        </pc:sldMkLst>
      </pc:sldChg>
      <pc:sldChg chg="modSp add mod modCm">
        <pc:chgData name="Li,Yuting (HP Medicine) BII-CN-S" userId="ce8fbb54-122c-426d-b8da-fdcc5e1b5022" providerId="ADAL" clId="{10F9B48F-764E-4B9D-9472-CB97C509BDB9}" dt="2022-07-12T14:48:07.779" v="950" actId="20577"/>
        <pc:sldMkLst>
          <pc:docMk/>
          <pc:sldMk cId="3464918044" sldId="2147377260"/>
        </pc:sldMkLst>
        <pc:spChg chg="mod">
          <ac:chgData name="Li,Yuting (HP Medicine) BII-CN-S" userId="ce8fbb54-122c-426d-b8da-fdcc5e1b5022" providerId="ADAL" clId="{10F9B48F-764E-4B9D-9472-CB97C509BDB9}" dt="2022-07-12T14:46:50.609" v="928" actId="1076"/>
          <ac:spMkLst>
            <pc:docMk/>
            <pc:sldMk cId="3464918044" sldId="2147377260"/>
            <ac:spMk id="29" creationId="{9224C17E-1AA1-4096-A3FD-25D6FD8BA444}"/>
          </ac:spMkLst>
        </pc:spChg>
        <pc:spChg chg="mod">
          <ac:chgData name="Li,Yuting (HP Medicine) BII-CN-S" userId="ce8fbb54-122c-426d-b8da-fdcc5e1b5022" providerId="ADAL" clId="{10F9B48F-764E-4B9D-9472-CB97C509BDB9}" dt="2022-07-12T14:48:07.779" v="950" actId="20577"/>
          <ac:spMkLst>
            <pc:docMk/>
            <pc:sldMk cId="3464918044" sldId="2147377260"/>
            <ac:spMk id="52" creationId="{C37AB0AB-396A-4A09-A640-7C9D33588A3C}"/>
          </ac:spMkLst>
        </pc:spChg>
        <pc:cxnChg chg="mod">
          <ac:chgData name="Li,Yuting (HP Medicine) BII-CN-S" userId="ce8fbb54-122c-426d-b8da-fdcc5e1b5022" providerId="ADAL" clId="{10F9B48F-764E-4B9D-9472-CB97C509BDB9}" dt="2022-07-12T14:46:53.288" v="929" actId="1076"/>
          <ac:cxnSpMkLst>
            <pc:docMk/>
            <pc:sldMk cId="3464918044" sldId="2147377260"/>
            <ac:cxnSpMk id="28" creationId="{9C165100-0114-4167-8FF0-BFF01B293D04}"/>
          </ac:cxnSpMkLst>
        </pc:cxnChg>
      </pc:sldChg>
      <pc:sldChg chg="add">
        <pc:chgData name="Li,Yuting (HP Medicine) BII-CN-S" userId="ce8fbb54-122c-426d-b8da-fdcc5e1b5022" providerId="ADAL" clId="{10F9B48F-764E-4B9D-9472-CB97C509BDB9}" dt="2022-07-12T14:39:15.616" v="927"/>
        <pc:sldMkLst>
          <pc:docMk/>
          <pc:sldMk cId="3650149535" sldId="2147377261"/>
        </pc:sldMkLst>
      </pc:sldChg>
    </pc:docChg>
  </pc:docChgLst>
  <pc:docChgLst>
    <pc:chgData name="Li,Yuting (HP Medicine) BII-CN-S" userId="ce8fbb54-122c-426d-b8da-fdcc5e1b5022" providerId="ADAL" clId="{EF24BF29-B4EF-4CD4-BA69-13B7B90CE47C}"/>
    <pc:docChg chg="undo redo custSel addSld delSld modSld sldOrd">
      <pc:chgData name="Li,Yuting (HP Medicine) BII-CN-S" userId="ce8fbb54-122c-426d-b8da-fdcc5e1b5022" providerId="ADAL" clId="{EF24BF29-B4EF-4CD4-BA69-13B7B90CE47C}" dt="2023-02-15T12:22:59.969" v="6450" actId="47"/>
      <pc:docMkLst>
        <pc:docMk/>
      </pc:docMkLst>
      <pc:sldChg chg="add mod modShow">
        <pc:chgData name="Li,Yuting (HP Medicine) BII-CN-S" userId="ce8fbb54-122c-426d-b8da-fdcc5e1b5022" providerId="ADAL" clId="{EF24BF29-B4EF-4CD4-BA69-13B7B90CE47C}" dt="2023-02-11T21:09:41.488" v="3974" actId="729"/>
        <pc:sldMkLst>
          <pc:docMk/>
          <pc:sldMk cId="473408179" sldId="2993"/>
        </pc:sldMkLst>
      </pc:sldChg>
      <pc:sldChg chg="modSp mod">
        <pc:chgData name="Li,Yuting (HP Medicine) BII-CN-S" userId="ce8fbb54-122c-426d-b8da-fdcc5e1b5022" providerId="ADAL" clId="{EF24BF29-B4EF-4CD4-BA69-13B7B90CE47C}" dt="2023-02-10T10:32:53.619" v="11" actId="20577"/>
        <pc:sldMkLst>
          <pc:docMk/>
          <pc:sldMk cId="64439630" sldId="6601"/>
        </pc:sldMkLst>
        <pc:spChg chg="mod">
          <ac:chgData name="Li,Yuting (HP Medicine) BII-CN-S" userId="ce8fbb54-122c-426d-b8da-fdcc5e1b5022" providerId="ADAL" clId="{EF24BF29-B4EF-4CD4-BA69-13B7B90CE47C}" dt="2023-02-10T10:32:50.257" v="7" actId="20577"/>
          <ac:spMkLst>
            <pc:docMk/>
            <pc:sldMk cId="64439630" sldId="6601"/>
            <ac:spMk id="5" creationId="{00000000-0000-0000-0000-000000000000}"/>
          </ac:spMkLst>
        </pc:spChg>
        <pc:spChg chg="mod">
          <ac:chgData name="Li,Yuting (HP Medicine) BII-CN-S" userId="ce8fbb54-122c-426d-b8da-fdcc5e1b5022" providerId="ADAL" clId="{EF24BF29-B4EF-4CD4-BA69-13B7B90CE47C}" dt="2023-02-10T10:32:53.619" v="11" actId="20577"/>
          <ac:spMkLst>
            <pc:docMk/>
            <pc:sldMk cId="64439630" sldId="6601"/>
            <ac:spMk id="6" creationId="{00000000-0000-0000-0000-000000000000}"/>
          </ac:spMkLst>
        </pc:spChg>
      </pc:sldChg>
      <pc:sldChg chg="del">
        <pc:chgData name="Li,Yuting (HP Medicine) BII-CN-S" userId="ce8fbb54-122c-426d-b8da-fdcc5e1b5022" providerId="ADAL" clId="{EF24BF29-B4EF-4CD4-BA69-13B7B90CE47C}" dt="2023-02-10T10:32:56.693" v="12" actId="47"/>
        <pc:sldMkLst>
          <pc:docMk/>
          <pc:sldMk cId="4112588482" sldId="2147376858"/>
        </pc:sldMkLst>
      </pc:sldChg>
      <pc:sldChg chg="modSp add mod addCm modCm">
        <pc:chgData name="Li,Yuting (HP Medicine) BII-CN-S" userId="ce8fbb54-122c-426d-b8da-fdcc5e1b5022" providerId="ADAL" clId="{EF24BF29-B4EF-4CD4-BA69-13B7B90CE47C}" dt="2023-02-15T11:17:22.504" v="6137" actId="20577"/>
        <pc:sldMkLst>
          <pc:docMk/>
          <pc:sldMk cId="3255186489" sldId="2147377178"/>
        </pc:sldMkLst>
        <pc:graphicFrameChg chg="modGraphic">
          <ac:chgData name="Li,Yuting (HP Medicine) BII-CN-S" userId="ce8fbb54-122c-426d-b8da-fdcc5e1b5022" providerId="ADAL" clId="{EF24BF29-B4EF-4CD4-BA69-13B7B90CE47C}" dt="2023-02-15T11:17:22.504" v="6137" actId="20577"/>
          <ac:graphicFrameMkLst>
            <pc:docMk/>
            <pc:sldMk cId="3255186489" sldId="2147377178"/>
            <ac:graphicFrameMk id="12" creationId="{EE24276D-C300-4706-ACD2-32E108653E2B}"/>
          </ac:graphicFrameMkLst>
        </pc:graphicFrameChg>
      </pc:sldChg>
      <pc:sldChg chg="add del ord">
        <pc:chgData name="Li,Yuting (HP Medicine) BII-CN-S" userId="ce8fbb54-122c-426d-b8da-fdcc5e1b5022" providerId="ADAL" clId="{EF24BF29-B4EF-4CD4-BA69-13B7B90CE47C}" dt="2023-02-15T12:22:59.969" v="6450" actId="47"/>
        <pc:sldMkLst>
          <pc:docMk/>
          <pc:sldMk cId="2713235962" sldId="2147377317"/>
        </pc:sldMkLst>
      </pc:sldChg>
      <pc:sldChg chg="del">
        <pc:chgData name="Li,Yuting (HP Medicine) BII-CN-S" userId="ce8fbb54-122c-426d-b8da-fdcc5e1b5022" providerId="ADAL" clId="{EF24BF29-B4EF-4CD4-BA69-13B7B90CE47C}" dt="2023-02-11T20:35:06.925" v="3534" actId="47"/>
        <pc:sldMkLst>
          <pc:docMk/>
          <pc:sldMk cId="4148139965" sldId="2147377319"/>
        </pc:sldMkLst>
      </pc:sldChg>
      <pc:sldChg chg="del">
        <pc:chgData name="Li,Yuting (HP Medicine) BII-CN-S" userId="ce8fbb54-122c-426d-b8da-fdcc5e1b5022" providerId="ADAL" clId="{EF24BF29-B4EF-4CD4-BA69-13B7B90CE47C}" dt="2023-02-11T20:35:27.732" v="3537" actId="47"/>
        <pc:sldMkLst>
          <pc:docMk/>
          <pc:sldMk cId="3249292506" sldId="2147469198"/>
        </pc:sldMkLst>
      </pc:sldChg>
      <pc:sldChg chg="del">
        <pc:chgData name="Li,Yuting (HP Medicine) BII-CN-S" userId="ce8fbb54-122c-426d-b8da-fdcc5e1b5022" providerId="ADAL" clId="{EF24BF29-B4EF-4CD4-BA69-13B7B90CE47C}" dt="2023-02-11T20:35:24.111" v="3536" actId="47"/>
        <pc:sldMkLst>
          <pc:docMk/>
          <pc:sldMk cId="257973879" sldId="2147469222"/>
        </pc:sldMkLst>
      </pc:sldChg>
      <pc:sldChg chg="del">
        <pc:chgData name="Li,Yuting (HP Medicine) BII-CN-S" userId="ce8fbb54-122c-426d-b8da-fdcc5e1b5022" providerId="ADAL" clId="{EF24BF29-B4EF-4CD4-BA69-13B7B90CE47C}" dt="2023-02-10T10:34:02.914" v="19" actId="47"/>
        <pc:sldMkLst>
          <pc:docMk/>
          <pc:sldMk cId="4038910492" sldId="2147469240"/>
        </pc:sldMkLst>
      </pc:sldChg>
      <pc:sldChg chg="del">
        <pc:chgData name="Li,Yuting (HP Medicine) BII-CN-S" userId="ce8fbb54-122c-426d-b8da-fdcc5e1b5022" providerId="ADAL" clId="{EF24BF29-B4EF-4CD4-BA69-13B7B90CE47C}" dt="2023-02-10T12:43:31.308" v="841" actId="47"/>
        <pc:sldMkLst>
          <pc:docMk/>
          <pc:sldMk cId="4121394888" sldId="2147469242"/>
        </pc:sldMkLst>
      </pc:sldChg>
      <pc:sldChg chg="del">
        <pc:chgData name="Li,Yuting (HP Medicine) BII-CN-S" userId="ce8fbb54-122c-426d-b8da-fdcc5e1b5022" providerId="ADAL" clId="{EF24BF29-B4EF-4CD4-BA69-13B7B90CE47C}" dt="2023-02-10T12:43:41.390" v="844" actId="47"/>
        <pc:sldMkLst>
          <pc:docMk/>
          <pc:sldMk cId="3221500169" sldId="2147469243"/>
        </pc:sldMkLst>
      </pc:sldChg>
      <pc:sldChg chg="add del">
        <pc:chgData name="Li,Yuting (HP Medicine) BII-CN-S" userId="ce8fbb54-122c-426d-b8da-fdcc5e1b5022" providerId="ADAL" clId="{EF24BF29-B4EF-4CD4-BA69-13B7B90CE47C}" dt="2023-02-10T12:52:41.361" v="906" actId="47"/>
        <pc:sldMkLst>
          <pc:docMk/>
          <pc:sldMk cId="3604766163" sldId="2147469244"/>
        </pc:sldMkLst>
      </pc:sldChg>
      <pc:sldChg chg="del">
        <pc:chgData name="Li,Yuting (HP Medicine) BII-CN-S" userId="ce8fbb54-122c-426d-b8da-fdcc5e1b5022" providerId="ADAL" clId="{EF24BF29-B4EF-4CD4-BA69-13B7B90CE47C}" dt="2023-02-10T13:19:26.001" v="2068" actId="47"/>
        <pc:sldMkLst>
          <pc:docMk/>
          <pc:sldMk cId="1187529906" sldId="2147469245"/>
        </pc:sldMkLst>
      </pc:sldChg>
      <pc:sldChg chg="del">
        <pc:chgData name="Li,Yuting (HP Medicine) BII-CN-S" userId="ce8fbb54-122c-426d-b8da-fdcc5e1b5022" providerId="ADAL" clId="{EF24BF29-B4EF-4CD4-BA69-13B7B90CE47C}" dt="2023-02-10T13:45:40.183" v="2759" actId="47"/>
        <pc:sldMkLst>
          <pc:docMk/>
          <pc:sldMk cId="341769782" sldId="2147469248"/>
        </pc:sldMkLst>
      </pc:sldChg>
      <pc:sldChg chg="del">
        <pc:chgData name="Li,Yuting (HP Medicine) BII-CN-S" userId="ce8fbb54-122c-426d-b8da-fdcc5e1b5022" providerId="ADAL" clId="{EF24BF29-B4EF-4CD4-BA69-13B7B90CE47C}" dt="2023-02-11T20:35:12.124" v="3535" actId="47"/>
        <pc:sldMkLst>
          <pc:docMk/>
          <pc:sldMk cId="145124790" sldId="2147469250"/>
        </pc:sldMkLst>
      </pc:sldChg>
      <pc:sldChg chg="del">
        <pc:chgData name="Li,Yuting (HP Medicine) BII-CN-S" userId="ce8fbb54-122c-426d-b8da-fdcc5e1b5022" providerId="ADAL" clId="{EF24BF29-B4EF-4CD4-BA69-13B7B90CE47C}" dt="2023-02-10T13:46:13.276" v="2761" actId="47"/>
        <pc:sldMkLst>
          <pc:docMk/>
          <pc:sldMk cId="2728662435" sldId="2147469251"/>
        </pc:sldMkLst>
      </pc:sldChg>
      <pc:sldChg chg="addSp delSp modSp add del mod">
        <pc:chgData name="Li,Yuting (HP Medicine) BII-CN-S" userId="ce8fbb54-122c-426d-b8da-fdcc5e1b5022" providerId="ADAL" clId="{EF24BF29-B4EF-4CD4-BA69-13B7B90CE47C}" dt="2023-02-11T20:15:03.961" v="2974" actId="47"/>
        <pc:sldMkLst>
          <pc:docMk/>
          <pc:sldMk cId="3758616063" sldId="2147469252"/>
        </pc:sldMkLst>
        <pc:spChg chg="del">
          <ac:chgData name="Li,Yuting (HP Medicine) BII-CN-S" userId="ce8fbb54-122c-426d-b8da-fdcc5e1b5022" providerId="ADAL" clId="{EF24BF29-B4EF-4CD4-BA69-13B7B90CE47C}" dt="2023-02-11T20:13:22.913" v="2972" actId="478"/>
          <ac:spMkLst>
            <pc:docMk/>
            <pc:sldMk cId="3758616063" sldId="2147469252"/>
            <ac:spMk id="5" creationId="{1BFEC198-C2B3-4043-9495-429F77388261}"/>
          </ac:spMkLst>
        </pc:spChg>
        <pc:spChg chg="add del mod">
          <ac:chgData name="Li,Yuting (HP Medicine) BII-CN-S" userId="ce8fbb54-122c-426d-b8da-fdcc5e1b5022" providerId="ADAL" clId="{EF24BF29-B4EF-4CD4-BA69-13B7B90CE47C}" dt="2023-02-10T13:56:18.765" v="2943"/>
          <ac:spMkLst>
            <pc:docMk/>
            <pc:sldMk cId="3758616063" sldId="2147469252"/>
            <ac:spMk id="8" creationId="{29527A27-0BBC-49A6-BD97-826B6EE97EF7}"/>
          </ac:spMkLst>
        </pc:spChg>
        <pc:spChg chg="mod">
          <ac:chgData name="Li,Yuting (HP Medicine) BII-CN-S" userId="ce8fbb54-122c-426d-b8da-fdcc5e1b5022" providerId="ADAL" clId="{EF24BF29-B4EF-4CD4-BA69-13B7B90CE47C}" dt="2023-02-11T20:13:06.730" v="2971" actId="1076"/>
          <ac:spMkLst>
            <pc:docMk/>
            <pc:sldMk cId="3758616063" sldId="2147469252"/>
            <ac:spMk id="44" creationId="{7330BA15-80DC-4E83-B36A-86FF92C02942}"/>
          </ac:spMkLst>
        </pc:spChg>
        <pc:spChg chg="mod">
          <ac:chgData name="Li,Yuting (HP Medicine) BII-CN-S" userId="ce8fbb54-122c-426d-b8da-fdcc5e1b5022" providerId="ADAL" clId="{EF24BF29-B4EF-4CD4-BA69-13B7B90CE47C}" dt="2023-02-10T13:57:00.904" v="2955" actId="20577"/>
          <ac:spMkLst>
            <pc:docMk/>
            <pc:sldMk cId="3758616063" sldId="2147469252"/>
            <ac:spMk id="86" creationId="{AAD1D292-97F0-4B08-979E-B78ECBF621CA}"/>
          </ac:spMkLst>
        </pc:spChg>
        <pc:spChg chg="mod">
          <ac:chgData name="Li,Yuting (HP Medicine) BII-CN-S" userId="ce8fbb54-122c-426d-b8da-fdcc5e1b5022" providerId="ADAL" clId="{EF24BF29-B4EF-4CD4-BA69-13B7B90CE47C}" dt="2023-02-10T13:56:33.573" v="2949" actId="20577"/>
          <ac:spMkLst>
            <pc:docMk/>
            <pc:sldMk cId="3758616063" sldId="2147469252"/>
            <ac:spMk id="90" creationId="{9466DE8F-DCCC-4688-AD54-68172F2C8E9F}"/>
          </ac:spMkLst>
        </pc:spChg>
        <pc:spChg chg="mod">
          <ac:chgData name="Li,Yuting (HP Medicine) BII-CN-S" userId="ce8fbb54-122c-426d-b8da-fdcc5e1b5022" providerId="ADAL" clId="{EF24BF29-B4EF-4CD4-BA69-13B7B90CE47C}" dt="2023-02-11T20:12:46.399" v="2970" actId="20577"/>
          <ac:spMkLst>
            <pc:docMk/>
            <pc:sldMk cId="3758616063" sldId="2147469252"/>
            <ac:spMk id="91" creationId="{C3812FD7-D0AE-47D6-ACA6-C4FB5D7B6BAE}"/>
          </ac:spMkLst>
        </pc:spChg>
        <pc:spChg chg="mod">
          <ac:chgData name="Li,Yuting (HP Medicine) BII-CN-S" userId="ce8fbb54-122c-426d-b8da-fdcc5e1b5022" providerId="ADAL" clId="{EF24BF29-B4EF-4CD4-BA69-13B7B90CE47C}" dt="2023-02-11T20:11:06.066" v="2963" actId="20577"/>
          <ac:spMkLst>
            <pc:docMk/>
            <pc:sldMk cId="3758616063" sldId="2147469252"/>
            <ac:spMk id="92" creationId="{7C55C5F1-7D4F-4971-9BC4-F4E4E5A43C2E}"/>
          </ac:spMkLst>
        </pc:spChg>
        <pc:graphicFrameChg chg="add del mod">
          <ac:chgData name="Li,Yuting (HP Medicine) BII-CN-S" userId="ce8fbb54-122c-426d-b8da-fdcc5e1b5022" providerId="ADAL" clId="{EF24BF29-B4EF-4CD4-BA69-13B7B90CE47C}" dt="2023-02-10T13:56:18.765" v="2943"/>
          <ac:graphicFrameMkLst>
            <pc:docMk/>
            <pc:sldMk cId="3758616063" sldId="2147469252"/>
            <ac:graphicFrameMk id="7" creationId="{465AA051-15A0-494D-BFAA-F739B6C47C61}"/>
          </ac:graphicFrameMkLst>
        </pc:graphicFrameChg>
      </pc:sldChg>
      <pc:sldChg chg="addSp modSp mod ord modNotesTx">
        <pc:chgData name="Li,Yuting (HP Medicine) BII-CN-S" userId="ce8fbb54-122c-426d-b8da-fdcc5e1b5022" providerId="ADAL" clId="{EF24BF29-B4EF-4CD4-BA69-13B7B90CE47C}" dt="2023-02-15T10:40:37.546" v="6089" actId="20577"/>
        <pc:sldMkLst>
          <pc:docMk/>
          <pc:sldMk cId="2527347167" sldId="2147469253"/>
        </pc:sldMkLst>
        <pc:spChg chg="add mod">
          <ac:chgData name="Li,Yuting (HP Medicine) BII-CN-S" userId="ce8fbb54-122c-426d-b8da-fdcc5e1b5022" providerId="ADAL" clId="{EF24BF29-B4EF-4CD4-BA69-13B7B90CE47C}" dt="2023-02-15T09:53:27.510" v="5466" actId="20577"/>
          <ac:spMkLst>
            <pc:docMk/>
            <pc:sldMk cId="2527347167" sldId="2147469253"/>
            <ac:spMk id="4" creationId="{DCD16EBE-1F1B-470C-B4A9-EDD6259AB2A7}"/>
          </ac:spMkLst>
        </pc:spChg>
        <pc:spChg chg="mod">
          <ac:chgData name="Li,Yuting (HP Medicine) BII-CN-S" userId="ce8fbb54-122c-426d-b8da-fdcc5e1b5022" providerId="ADAL" clId="{EF24BF29-B4EF-4CD4-BA69-13B7B90CE47C}" dt="2023-02-15T10:38:49.793" v="5847" actId="1036"/>
          <ac:spMkLst>
            <pc:docMk/>
            <pc:sldMk cId="2527347167" sldId="2147469253"/>
            <ac:spMk id="20" creationId="{1B34B743-0B5C-47AD-BF0A-73EF91168865}"/>
          </ac:spMkLst>
        </pc:spChg>
        <pc:spChg chg="mod">
          <ac:chgData name="Li,Yuting (HP Medicine) BII-CN-S" userId="ce8fbb54-122c-426d-b8da-fdcc5e1b5022" providerId="ADAL" clId="{EF24BF29-B4EF-4CD4-BA69-13B7B90CE47C}" dt="2023-02-15T10:34:57.576" v="5802" actId="20577"/>
          <ac:spMkLst>
            <pc:docMk/>
            <pc:sldMk cId="2527347167" sldId="2147469253"/>
            <ac:spMk id="22" creationId="{750767E5-894A-4C1B-AA0D-8DA7EFF6BE74}"/>
          </ac:spMkLst>
        </pc:spChg>
        <pc:spChg chg="mod">
          <ac:chgData name="Li,Yuting (HP Medicine) BII-CN-S" userId="ce8fbb54-122c-426d-b8da-fdcc5e1b5022" providerId="ADAL" clId="{EF24BF29-B4EF-4CD4-BA69-13B7B90CE47C}" dt="2023-02-11T20:30:56.164" v="3419" actId="1076"/>
          <ac:spMkLst>
            <pc:docMk/>
            <pc:sldMk cId="2527347167" sldId="2147469253"/>
            <ac:spMk id="24" creationId="{4068245D-2E00-4F36-A956-64DCD0F994B9}"/>
          </ac:spMkLst>
        </pc:spChg>
        <pc:spChg chg="mod">
          <ac:chgData name="Li,Yuting (HP Medicine) BII-CN-S" userId="ce8fbb54-122c-426d-b8da-fdcc5e1b5022" providerId="ADAL" clId="{EF24BF29-B4EF-4CD4-BA69-13B7B90CE47C}" dt="2023-02-15T09:35:05.265" v="4954" actId="1076"/>
          <ac:spMkLst>
            <pc:docMk/>
            <pc:sldMk cId="2527347167" sldId="2147469253"/>
            <ac:spMk id="26" creationId="{201EC43A-1BEB-4248-9832-8C5C1F052056}"/>
          </ac:spMkLst>
        </pc:spChg>
        <pc:spChg chg="mod">
          <ac:chgData name="Li,Yuting (HP Medicine) BII-CN-S" userId="ce8fbb54-122c-426d-b8da-fdcc5e1b5022" providerId="ADAL" clId="{EF24BF29-B4EF-4CD4-BA69-13B7B90CE47C}" dt="2023-02-15T09:44:18.130" v="5155" actId="20577"/>
          <ac:spMkLst>
            <pc:docMk/>
            <pc:sldMk cId="2527347167" sldId="2147469253"/>
            <ac:spMk id="27" creationId="{C787EF92-AECB-45F5-890F-9C2A4F7817D9}"/>
          </ac:spMkLst>
        </pc:spChg>
        <pc:spChg chg="add mod">
          <ac:chgData name="Li,Yuting (HP Medicine) BII-CN-S" userId="ce8fbb54-122c-426d-b8da-fdcc5e1b5022" providerId="ADAL" clId="{EF24BF29-B4EF-4CD4-BA69-13B7B90CE47C}" dt="2023-02-15T09:45:38.038" v="5157" actId="1076"/>
          <ac:spMkLst>
            <pc:docMk/>
            <pc:sldMk cId="2527347167" sldId="2147469253"/>
            <ac:spMk id="28" creationId="{0B3263AC-F085-4172-B6FF-3417B26E291C}"/>
          </ac:spMkLst>
        </pc:spChg>
        <pc:spChg chg="add mod">
          <ac:chgData name="Li,Yuting (HP Medicine) BII-CN-S" userId="ce8fbb54-122c-426d-b8da-fdcc5e1b5022" providerId="ADAL" clId="{EF24BF29-B4EF-4CD4-BA69-13B7B90CE47C}" dt="2023-02-15T09:45:44.417" v="5158" actId="1076"/>
          <ac:spMkLst>
            <pc:docMk/>
            <pc:sldMk cId="2527347167" sldId="2147469253"/>
            <ac:spMk id="29" creationId="{CE2A1B5D-587C-4C2C-8F03-BED5278949FE}"/>
          </ac:spMkLst>
        </pc:spChg>
        <pc:spChg chg="add mod">
          <ac:chgData name="Li,Yuting (HP Medicine) BII-CN-S" userId="ce8fbb54-122c-426d-b8da-fdcc5e1b5022" providerId="ADAL" clId="{EF24BF29-B4EF-4CD4-BA69-13B7B90CE47C}" dt="2023-02-15T09:48:43.480" v="5194" actId="1076"/>
          <ac:spMkLst>
            <pc:docMk/>
            <pc:sldMk cId="2527347167" sldId="2147469253"/>
            <ac:spMk id="30" creationId="{7E788036-8097-4B6C-80C0-AA8F34A46A94}"/>
          </ac:spMkLst>
        </pc:spChg>
        <pc:spChg chg="add mod">
          <ac:chgData name="Li,Yuting (HP Medicine) BII-CN-S" userId="ce8fbb54-122c-426d-b8da-fdcc5e1b5022" providerId="ADAL" clId="{EF24BF29-B4EF-4CD4-BA69-13B7B90CE47C}" dt="2023-02-15T09:48:50.685" v="5196" actId="1076"/>
          <ac:spMkLst>
            <pc:docMk/>
            <pc:sldMk cId="2527347167" sldId="2147469253"/>
            <ac:spMk id="31" creationId="{2CA83203-4924-4782-A837-F2FD9A66DA3C}"/>
          </ac:spMkLst>
        </pc:spChg>
        <pc:spChg chg="add mod">
          <ac:chgData name="Li,Yuting (HP Medicine) BII-CN-S" userId="ce8fbb54-122c-426d-b8da-fdcc5e1b5022" providerId="ADAL" clId="{EF24BF29-B4EF-4CD4-BA69-13B7B90CE47C}" dt="2023-02-15T10:38:30.817" v="5832" actId="1038"/>
          <ac:spMkLst>
            <pc:docMk/>
            <pc:sldMk cId="2527347167" sldId="2147469253"/>
            <ac:spMk id="32" creationId="{E352720D-9D76-42F6-8727-5AD3CE8CF40C}"/>
          </ac:spMkLst>
        </pc:spChg>
        <pc:spChg chg="add mod">
          <ac:chgData name="Li,Yuting (HP Medicine) BII-CN-S" userId="ce8fbb54-122c-426d-b8da-fdcc5e1b5022" providerId="ADAL" clId="{EF24BF29-B4EF-4CD4-BA69-13B7B90CE47C}" dt="2023-02-15T10:38:26.037" v="5821" actId="1076"/>
          <ac:spMkLst>
            <pc:docMk/>
            <pc:sldMk cId="2527347167" sldId="2147469253"/>
            <ac:spMk id="33" creationId="{08B5C2DE-ECC0-4403-8751-A45C79F6E628}"/>
          </ac:spMkLst>
        </pc:spChg>
        <pc:spChg chg="mod">
          <ac:chgData name="Li,Yuting (HP Medicine) BII-CN-S" userId="ce8fbb54-122c-426d-b8da-fdcc5e1b5022" providerId="ADAL" clId="{EF24BF29-B4EF-4CD4-BA69-13B7B90CE47C}" dt="2023-02-15T09:34:15.459" v="4901" actId="1036"/>
          <ac:spMkLst>
            <pc:docMk/>
            <pc:sldMk cId="2527347167" sldId="2147469253"/>
            <ac:spMk id="108" creationId="{10E7216E-57C1-4819-8D68-86C90F31D4DC}"/>
          </ac:spMkLst>
        </pc:spChg>
        <pc:spChg chg="mod">
          <ac:chgData name="Li,Yuting (HP Medicine) BII-CN-S" userId="ce8fbb54-122c-426d-b8da-fdcc5e1b5022" providerId="ADAL" clId="{EF24BF29-B4EF-4CD4-BA69-13B7B90CE47C}" dt="2023-02-15T10:38:49.793" v="5847" actId="1036"/>
          <ac:spMkLst>
            <pc:docMk/>
            <pc:sldMk cId="2527347167" sldId="2147469253"/>
            <ac:spMk id="137" creationId="{1CA4D503-0497-424B-83B6-B28389852B8A}"/>
          </ac:spMkLst>
        </pc:spChg>
        <pc:grpChg chg="mod">
          <ac:chgData name="Li,Yuting (HP Medicine) BII-CN-S" userId="ce8fbb54-122c-426d-b8da-fdcc5e1b5022" providerId="ADAL" clId="{EF24BF29-B4EF-4CD4-BA69-13B7B90CE47C}" dt="2023-02-11T20:31:29.066" v="3421" actId="1076"/>
          <ac:grpSpMkLst>
            <pc:docMk/>
            <pc:sldMk cId="2527347167" sldId="2147469253"/>
            <ac:grpSpMk id="16" creationId="{D5E57F42-5769-4C25-BD97-B26E532D9DE8}"/>
          </ac:grpSpMkLst>
        </pc:grpChg>
        <pc:picChg chg="mod">
          <ac:chgData name="Li,Yuting (HP Medicine) BII-CN-S" userId="ce8fbb54-122c-426d-b8da-fdcc5e1b5022" providerId="ADAL" clId="{EF24BF29-B4EF-4CD4-BA69-13B7B90CE47C}" dt="2023-02-15T10:38:56.950" v="5849" actId="1076"/>
          <ac:picMkLst>
            <pc:docMk/>
            <pc:sldMk cId="2527347167" sldId="2147469253"/>
            <ac:picMk id="19" creationId="{982425EF-6447-4F39-A7C2-C31B1312D26E}"/>
          </ac:picMkLst>
        </pc:picChg>
        <pc:picChg chg="mod">
          <ac:chgData name="Li,Yuting (HP Medicine) BII-CN-S" userId="ce8fbb54-122c-426d-b8da-fdcc5e1b5022" providerId="ADAL" clId="{EF24BF29-B4EF-4CD4-BA69-13B7B90CE47C}" dt="2023-02-15T10:38:49.793" v="5847" actId="1036"/>
          <ac:picMkLst>
            <pc:docMk/>
            <pc:sldMk cId="2527347167" sldId="2147469253"/>
            <ac:picMk id="136" creationId="{5DF35124-76EA-48BC-A0C2-E6E910CE4843}"/>
          </ac:picMkLst>
        </pc:picChg>
        <pc:cxnChg chg="add mod">
          <ac:chgData name="Li,Yuting (HP Medicine) BII-CN-S" userId="ce8fbb54-122c-426d-b8da-fdcc5e1b5022" providerId="ADAL" clId="{EF24BF29-B4EF-4CD4-BA69-13B7B90CE47C}" dt="2023-02-15T09:36:12.711" v="4966" actId="208"/>
          <ac:cxnSpMkLst>
            <pc:docMk/>
            <pc:sldMk cId="2527347167" sldId="2147469253"/>
            <ac:cxnSpMk id="3" creationId="{AAF468B2-1028-4977-811B-45C6AEF0F690}"/>
          </ac:cxnSpMkLst>
        </pc:cxnChg>
        <pc:cxnChg chg="mod">
          <ac:chgData name="Li,Yuting (HP Medicine) BII-CN-S" userId="ce8fbb54-122c-426d-b8da-fdcc5e1b5022" providerId="ADAL" clId="{EF24BF29-B4EF-4CD4-BA69-13B7B90CE47C}" dt="2023-02-15T10:39:00.328" v="5850" actId="1076"/>
          <ac:cxnSpMkLst>
            <pc:docMk/>
            <pc:sldMk cId="2527347167" sldId="2147469253"/>
            <ac:cxnSpMk id="72" creationId="{9C165100-0114-4167-8FF0-BFF01B293D04}"/>
          </ac:cxnSpMkLst>
        </pc:cxnChg>
      </pc:sldChg>
      <pc:sldChg chg="del">
        <pc:chgData name="Li,Yuting (HP Medicine) BII-CN-S" userId="ce8fbb54-122c-426d-b8da-fdcc5e1b5022" providerId="ADAL" clId="{EF24BF29-B4EF-4CD4-BA69-13B7B90CE47C}" dt="2023-02-11T20:52:57" v="3573" actId="47"/>
        <pc:sldMkLst>
          <pc:docMk/>
          <pc:sldMk cId="2344378191" sldId="2147469254"/>
        </pc:sldMkLst>
      </pc:sldChg>
      <pc:sldChg chg="del">
        <pc:chgData name="Li,Yuting (HP Medicine) BII-CN-S" userId="ce8fbb54-122c-426d-b8da-fdcc5e1b5022" providerId="ADAL" clId="{EF24BF29-B4EF-4CD4-BA69-13B7B90CE47C}" dt="2023-02-10T10:34:08.582" v="20" actId="47"/>
        <pc:sldMkLst>
          <pc:docMk/>
          <pc:sldMk cId="3045120406" sldId="2147469255"/>
        </pc:sldMkLst>
      </pc:sldChg>
      <pc:sldChg chg="addSp modSp mod">
        <pc:chgData name="Li,Yuting (HP Medicine) BII-CN-S" userId="ce8fbb54-122c-426d-b8da-fdcc5e1b5022" providerId="ADAL" clId="{EF24BF29-B4EF-4CD4-BA69-13B7B90CE47C}" dt="2023-02-15T07:35:03.176" v="4386" actId="20577"/>
        <pc:sldMkLst>
          <pc:docMk/>
          <pc:sldMk cId="3375551615" sldId="2147469258"/>
        </pc:sldMkLst>
        <pc:spChg chg="add mod">
          <ac:chgData name="Li,Yuting (HP Medicine) BII-CN-S" userId="ce8fbb54-122c-426d-b8da-fdcc5e1b5022" providerId="ADAL" clId="{EF24BF29-B4EF-4CD4-BA69-13B7B90CE47C}" dt="2023-02-10T12:34:22.309" v="800" actId="113"/>
          <ac:spMkLst>
            <pc:docMk/>
            <pc:sldMk cId="3375551615" sldId="2147469258"/>
            <ac:spMk id="5" creationId="{649DB8A7-93DC-4FB3-A5BA-8FE4D0181D5A}"/>
          </ac:spMkLst>
        </pc:spChg>
        <pc:spChg chg="add mod">
          <ac:chgData name="Li,Yuting (HP Medicine) BII-CN-S" userId="ce8fbb54-122c-426d-b8da-fdcc5e1b5022" providerId="ADAL" clId="{EF24BF29-B4EF-4CD4-BA69-13B7B90CE47C}" dt="2023-02-10T12:16:51.321" v="315" actId="20577"/>
          <ac:spMkLst>
            <pc:docMk/>
            <pc:sldMk cId="3375551615" sldId="2147469258"/>
            <ac:spMk id="126" creationId="{B39ECE6E-2AB3-4913-B714-C9A8B8CA6BA8}"/>
          </ac:spMkLst>
        </pc:spChg>
        <pc:spChg chg="add mod">
          <ac:chgData name="Li,Yuting (HP Medicine) BII-CN-S" userId="ce8fbb54-122c-426d-b8da-fdcc5e1b5022" providerId="ADAL" clId="{EF24BF29-B4EF-4CD4-BA69-13B7B90CE47C}" dt="2023-02-10T12:33:09.926" v="773" actId="14100"/>
          <ac:spMkLst>
            <pc:docMk/>
            <pc:sldMk cId="3375551615" sldId="2147469258"/>
            <ac:spMk id="128" creationId="{932E62A5-A93F-4F31-BC3D-78315A6EAD08}"/>
          </ac:spMkLst>
        </pc:spChg>
        <pc:spChg chg="add mod">
          <ac:chgData name="Li,Yuting (HP Medicine) BII-CN-S" userId="ce8fbb54-122c-426d-b8da-fdcc5e1b5022" providerId="ADAL" clId="{EF24BF29-B4EF-4CD4-BA69-13B7B90CE47C}" dt="2023-02-10T12:42:42.152" v="833" actId="20577"/>
          <ac:spMkLst>
            <pc:docMk/>
            <pc:sldMk cId="3375551615" sldId="2147469258"/>
            <ac:spMk id="133" creationId="{2172451C-4766-4F40-9C77-2E8027AC19DF}"/>
          </ac:spMkLst>
        </pc:spChg>
        <pc:spChg chg="add mod">
          <ac:chgData name="Li,Yuting (HP Medicine) BII-CN-S" userId="ce8fbb54-122c-426d-b8da-fdcc5e1b5022" providerId="ADAL" clId="{EF24BF29-B4EF-4CD4-BA69-13B7B90CE47C}" dt="2023-02-10T12:34:54.795" v="808" actId="1076"/>
          <ac:spMkLst>
            <pc:docMk/>
            <pc:sldMk cId="3375551615" sldId="2147469258"/>
            <ac:spMk id="136" creationId="{4CFAF3A2-7313-4C37-8212-B3F753C372A1}"/>
          </ac:spMkLst>
        </pc:spChg>
        <pc:spChg chg="add mod">
          <ac:chgData name="Li,Yuting (HP Medicine) BII-CN-S" userId="ce8fbb54-122c-426d-b8da-fdcc5e1b5022" providerId="ADAL" clId="{EF24BF29-B4EF-4CD4-BA69-13B7B90CE47C}" dt="2023-02-10T12:42:26.041" v="828" actId="20577"/>
          <ac:spMkLst>
            <pc:docMk/>
            <pc:sldMk cId="3375551615" sldId="2147469258"/>
            <ac:spMk id="140" creationId="{7287AB68-8995-4218-9938-9CA4A578B7D8}"/>
          </ac:spMkLst>
        </pc:spChg>
        <pc:spChg chg="mod">
          <ac:chgData name="Li,Yuting (HP Medicine) BII-CN-S" userId="ce8fbb54-122c-426d-b8da-fdcc5e1b5022" providerId="ADAL" clId="{EF24BF29-B4EF-4CD4-BA69-13B7B90CE47C}" dt="2023-02-15T07:34:08.952" v="4337" actId="20577"/>
          <ac:spMkLst>
            <pc:docMk/>
            <pc:sldMk cId="3375551615" sldId="2147469258"/>
            <ac:spMk id="145" creationId="{9224C17E-1AA1-4096-A3FD-25D6FD8BA444}"/>
          </ac:spMkLst>
        </pc:spChg>
        <pc:spChg chg="mod">
          <ac:chgData name="Li,Yuting (HP Medicine) BII-CN-S" userId="ce8fbb54-122c-426d-b8da-fdcc5e1b5022" providerId="ADAL" clId="{EF24BF29-B4EF-4CD4-BA69-13B7B90CE47C}" dt="2023-02-10T12:33:07.176" v="772" actId="1076"/>
          <ac:spMkLst>
            <pc:docMk/>
            <pc:sldMk cId="3375551615" sldId="2147469258"/>
            <ac:spMk id="149" creationId="{00000000-0000-0000-0000-000000000000}"/>
          </ac:spMkLst>
        </pc:spChg>
        <pc:spChg chg="add mod">
          <ac:chgData name="Li,Yuting (HP Medicine) BII-CN-S" userId="ce8fbb54-122c-426d-b8da-fdcc5e1b5022" providerId="ADAL" clId="{EF24BF29-B4EF-4CD4-BA69-13B7B90CE47C}" dt="2023-02-15T07:34:36.858" v="4339" actId="20577"/>
          <ac:spMkLst>
            <pc:docMk/>
            <pc:sldMk cId="3375551615" sldId="2147469258"/>
            <ac:spMk id="150" creationId="{F7531027-2F9B-4F94-B2A7-7886CE883500}"/>
          </ac:spMkLst>
        </pc:spChg>
        <pc:spChg chg="mod">
          <ac:chgData name="Li,Yuting (HP Medicine) BII-CN-S" userId="ce8fbb54-122c-426d-b8da-fdcc5e1b5022" providerId="ADAL" clId="{EF24BF29-B4EF-4CD4-BA69-13B7B90CE47C}" dt="2023-02-15T07:35:03.176" v="4386" actId="20577"/>
          <ac:spMkLst>
            <pc:docMk/>
            <pc:sldMk cId="3375551615" sldId="2147469258"/>
            <ac:spMk id="178" creationId="{C8A141E8-3A7E-477A-B6F1-59F3BCA948DD}"/>
          </ac:spMkLst>
        </pc:spChg>
        <pc:spChg chg="mod">
          <ac:chgData name="Li,Yuting (HP Medicine) BII-CN-S" userId="ce8fbb54-122c-426d-b8da-fdcc5e1b5022" providerId="ADAL" clId="{EF24BF29-B4EF-4CD4-BA69-13B7B90CE47C}" dt="2023-02-10T10:43:39.957" v="226" actId="20577"/>
          <ac:spMkLst>
            <pc:docMk/>
            <pc:sldMk cId="3375551615" sldId="2147469258"/>
            <ac:spMk id="210" creationId="{863BDCFB-D983-47C6-9B80-A4912532FF75}"/>
          </ac:spMkLst>
        </pc:spChg>
        <pc:spChg chg="mod">
          <ac:chgData name="Li,Yuting (HP Medicine) BII-CN-S" userId="ce8fbb54-122c-426d-b8da-fdcc5e1b5022" providerId="ADAL" clId="{EF24BF29-B4EF-4CD4-BA69-13B7B90CE47C}" dt="2023-02-15T07:28:50.640" v="4329" actId="20577"/>
          <ac:spMkLst>
            <pc:docMk/>
            <pc:sldMk cId="3375551615" sldId="2147469258"/>
            <ac:spMk id="211" creationId="{1C41EB08-1924-4349-866B-8A6824998F27}"/>
          </ac:spMkLst>
        </pc:spChg>
        <pc:spChg chg="mod">
          <ac:chgData name="Li,Yuting (HP Medicine) BII-CN-S" userId="ce8fbb54-122c-426d-b8da-fdcc5e1b5022" providerId="ADAL" clId="{EF24BF29-B4EF-4CD4-BA69-13B7B90CE47C}" dt="2023-02-10T10:42:14.919" v="173" actId="1076"/>
          <ac:spMkLst>
            <pc:docMk/>
            <pc:sldMk cId="3375551615" sldId="2147469258"/>
            <ac:spMk id="212" creationId="{1C08790F-B8AC-4A3B-8949-6F732EC8D11E}"/>
          </ac:spMkLst>
        </pc:spChg>
        <pc:spChg chg="mod">
          <ac:chgData name="Li,Yuting (HP Medicine) BII-CN-S" userId="ce8fbb54-122c-426d-b8da-fdcc5e1b5022" providerId="ADAL" clId="{EF24BF29-B4EF-4CD4-BA69-13B7B90CE47C}" dt="2023-02-10T10:42:03.185" v="172" actId="20577"/>
          <ac:spMkLst>
            <pc:docMk/>
            <pc:sldMk cId="3375551615" sldId="2147469258"/>
            <ac:spMk id="213" creationId="{B427511A-3010-432E-9562-21332D534662}"/>
          </ac:spMkLst>
        </pc:spChg>
        <pc:spChg chg="mod">
          <ac:chgData name="Li,Yuting (HP Medicine) BII-CN-S" userId="ce8fbb54-122c-426d-b8da-fdcc5e1b5022" providerId="ADAL" clId="{EF24BF29-B4EF-4CD4-BA69-13B7B90CE47C}" dt="2023-02-10T10:41:13.319" v="159" actId="20577"/>
          <ac:spMkLst>
            <pc:docMk/>
            <pc:sldMk cId="3375551615" sldId="2147469258"/>
            <ac:spMk id="218" creationId="{7FE2E463-E7C5-4D50-8ECE-163E054A0089}"/>
          </ac:spMkLst>
        </pc:spChg>
        <pc:spChg chg="mod">
          <ac:chgData name="Li,Yuting (HP Medicine) BII-CN-S" userId="ce8fbb54-122c-426d-b8da-fdcc5e1b5022" providerId="ADAL" clId="{EF24BF29-B4EF-4CD4-BA69-13B7B90CE47C}" dt="2023-02-10T10:44:47.602" v="242" actId="14100"/>
          <ac:spMkLst>
            <pc:docMk/>
            <pc:sldMk cId="3375551615" sldId="2147469258"/>
            <ac:spMk id="219" creationId="{07E42ACD-A2F8-4728-B6CF-C04ED2C88E64}"/>
          </ac:spMkLst>
        </pc:spChg>
        <pc:spChg chg="mod">
          <ac:chgData name="Li,Yuting (HP Medicine) BII-CN-S" userId="ce8fbb54-122c-426d-b8da-fdcc5e1b5022" providerId="ADAL" clId="{EF24BF29-B4EF-4CD4-BA69-13B7B90CE47C}" dt="2023-02-10T10:44:54.330" v="244" actId="1076"/>
          <ac:spMkLst>
            <pc:docMk/>
            <pc:sldMk cId="3375551615" sldId="2147469258"/>
            <ac:spMk id="220" creationId="{85854CED-8EBC-491B-8F53-C160A5483E89}"/>
          </ac:spMkLst>
        </pc:spChg>
        <pc:spChg chg="mod">
          <ac:chgData name="Li,Yuting (HP Medicine) BII-CN-S" userId="ce8fbb54-122c-426d-b8da-fdcc5e1b5022" providerId="ADAL" clId="{EF24BF29-B4EF-4CD4-BA69-13B7B90CE47C}" dt="2023-02-10T10:44:50.496" v="243" actId="1076"/>
          <ac:spMkLst>
            <pc:docMk/>
            <pc:sldMk cId="3375551615" sldId="2147469258"/>
            <ac:spMk id="221" creationId="{18727A83-7F20-4077-AC28-1B750E5264FE}"/>
          </ac:spMkLst>
        </pc:spChg>
        <pc:spChg chg="mod">
          <ac:chgData name="Li,Yuting (HP Medicine) BII-CN-S" userId="ce8fbb54-122c-426d-b8da-fdcc5e1b5022" providerId="ADAL" clId="{EF24BF29-B4EF-4CD4-BA69-13B7B90CE47C}" dt="2023-02-10T10:45:38" v="260" actId="6549"/>
          <ac:spMkLst>
            <pc:docMk/>
            <pc:sldMk cId="3375551615" sldId="2147469258"/>
            <ac:spMk id="222" creationId="{FF564742-0533-44CF-8BF5-D2F5873D4213}"/>
          </ac:spMkLst>
        </pc:spChg>
        <pc:spChg chg="mod">
          <ac:chgData name="Li,Yuting (HP Medicine) BII-CN-S" userId="ce8fbb54-122c-426d-b8da-fdcc5e1b5022" providerId="ADAL" clId="{EF24BF29-B4EF-4CD4-BA69-13B7B90CE47C}" dt="2023-02-10T10:45:01.216" v="246" actId="14100"/>
          <ac:spMkLst>
            <pc:docMk/>
            <pc:sldMk cId="3375551615" sldId="2147469258"/>
            <ac:spMk id="223" creationId="{EF758A7D-1836-40A7-B7D9-18C8AA9B7390}"/>
          </ac:spMkLst>
        </pc:spChg>
        <pc:spChg chg="mod">
          <ac:chgData name="Li,Yuting (HP Medicine) BII-CN-S" userId="ce8fbb54-122c-426d-b8da-fdcc5e1b5022" providerId="ADAL" clId="{EF24BF29-B4EF-4CD4-BA69-13B7B90CE47C}" dt="2023-02-10T10:44:12.159" v="229" actId="14100"/>
          <ac:spMkLst>
            <pc:docMk/>
            <pc:sldMk cId="3375551615" sldId="2147469258"/>
            <ac:spMk id="251" creationId="{CD7DBC36-8EF9-4518-BFC7-EEA1604AD8E5}"/>
          </ac:spMkLst>
        </pc:spChg>
        <pc:spChg chg="mod">
          <ac:chgData name="Li,Yuting (HP Medicine) BII-CN-S" userId="ce8fbb54-122c-426d-b8da-fdcc5e1b5022" providerId="ADAL" clId="{EF24BF29-B4EF-4CD4-BA69-13B7B90CE47C}" dt="2023-02-10T10:42:55.823" v="194" actId="20577"/>
          <ac:spMkLst>
            <pc:docMk/>
            <pc:sldMk cId="3375551615" sldId="2147469258"/>
            <ac:spMk id="259" creationId="{9A99EE08-8E0B-48AC-B1A0-CBBED4446D88}"/>
          </ac:spMkLst>
        </pc:spChg>
        <pc:spChg chg="mod">
          <ac:chgData name="Li,Yuting (HP Medicine) BII-CN-S" userId="ce8fbb54-122c-426d-b8da-fdcc5e1b5022" providerId="ADAL" clId="{EF24BF29-B4EF-4CD4-BA69-13B7B90CE47C}" dt="2023-02-10T10:43:04.880" v="196" actId="1076"/>
          <ac:spMkLst>
            <pc:docMk/>
            <pc:sldMk cId="3375551615" sldId="2147469258"/>
            <ac:spMk id="260" creationId="{EB09E194-A92D-4DEB-8CFF-D9F02E6DF12E}"/>
          </ac:spMkLst>
        </pc:spChg>
        <pc:spChg chg="mod">
          <ac:chgData name="Li,Yuting (HP Medicine) BII-CN-S" userId="ce8fbb54-122c-426d-b8da-fdcc5e1b5022" providerId="ADAL" clId="{EF24BF29-B4EF-4CD4-BA69-13B7B90CE47C}" dt="2023-02-10T10:42:32.615" v="189" actId="1038"/>
          <ac:spMkLst>
            <pc:docMk/>
            <pc:sldMk cId="3375551615" sldId="2147469258"/>
            <ac:spMk id="261" creationId="{120B1E00-4F8D-4B12-A088-64D614DF6E8E}"/>
          </ac:spMkLst>
        </pc:spChg>
        <pc:spChg chg="mod">
          <ac:chgData name="Li,Yuting (HP Medicine) BII-CN-S" userId="ce8fbb54-122c-426d-b8da-fdcc5e1b5022" providerId="ADAL" clId="{EF24BF29-B4EF-4CD4-BA69-13B7B90CE47C}" dt="2023-02-10T10:44:25.296" v="232" actId="1076"/>
          <ac:spMkLst>
            <pc:docMk/>
            <pc:sldMk cId="3375551615" sldId="2147469258"/>
            <ac:spMk id="262" creationId="{989B687B-9FBB-41DA-BB9E-6E996D81D49D}"/>
          </ac:spMkLst>
        </pc:spChg>
        <pc:spChg chg="mod">
          <ac:chgData name="Li,Yuting (HP Medicine) BII-CN-S" userId="ce8fbb54-122c-426d-b8da-fdcc5e1b5022" providerId="ADAL" clId="{EF24BF29-B4EF-4CD4-BA69-13B7B90CE47C}" dt="2023-02-10T10:44:28.893" v="233" actId="1076"/>
          <ac:spMkLst>
            <pc:docMk/>
            <pc:sldMk cId="3375551615" sldId="2147469258"/>
            <ac:spMk id="263" creationId="{F85095B2-DE28-4890-82EC-D6F6DF946C48}"/>
          </ac:spMkLst>
        </pc:spChg>
        <pc:spChg chg="mod">
          <ac:chgData name="Li,Yuting (HP Medicine) BII-CN-S" userId="ce8fbb54-122c-426d-b8da-fdcc5e1b5022" providerId="ADAL" clId="{EF24BF29-B4EF-4CD4-BA69-13B7B90CE47C}" dt="2023-02-10T10:44:39.447" v="241" actId="1076"/>
          <ac:spMkLst>
            <pc:docMk/>
            <pc:sldMk cId="3375551615" sldId="2147469258"/>
            <ac:spMk id="264" creationId="{6EF491F0-0E73-478D-B5BA-3548CEDE7765}"/>
          </ac:spMkLst>
        </pc:spChg>
        <pc:spChg chg="mod">
          <ac:chgData name="Li,Yuting (HP Medicine) BII-CN-S" userId="ce8fbb54-122c-426d-b8da-fdcc5e1b5022" providerId="ADAL" clId="{EF24BF29-B4EF-4CD4-BA69-13B7B90CE47C}" dt="2023-02-10T10:45:12.775" v="249" actId="1076"/>
          <ac:spMkLst>
            <pc:docMk/>
            <pc:sldMk cId="3375551615" sldId="2147469258"/>
            <ac:spMk id="265" creationId="{46CC9CA2-278C-49E1-B80F-EA56E7581890}"/>
          </ac:spMkLst>
        </pc:spChg>
        <pc:spChg chg="mod">
          <ac:chgData name="Li,Yuting (HP Medicine) BII-CN-S" userId="ce8fbb54-122c-426d-b8da-fdcc5e1b5022" providerId="ADAL" clId="{EF24BF29-B4EF-4CD4-BA69-13B7B90CE47C}" dt="2023-02-10T10:45:09.925" v="248" actId="1076"/>
          <ac:spMkLst>
            <pc:docMk/>
            <pc:sldMk cId="3375551615" sldId="2147469258"/>
            <ac:spMk id="266" creationId="{3A1128E6-6B0F-43B9-A21A-70444E1B0684}"/>
          </ac:spMkLst>
        </pc:spChg>
        <pc:spChg chg="mod">
          <ac:chgData name="Li,Yuting (HP Medicine) BII-CN-S" userId="ce8fbb54-122c-426d-b8da-fdcc5e1b5022" providerId="ADAL" clId="{EF24BF29-B4EF-4CD4-BA69-13B7B90CE47C}" dt="2023-02-10T10:45:33.967" v="255" actId="20577"/>
          <ac:spMkLst>
            <pc:docMk/>
            <pc:sldMk cId="3375551615" sldId="2147469258"/>
            <ac:spMk id="267" creationId="{B4D8554B-5A60-4189-883D-80BAEAA4C0A0}"/>
          </ac:spMkLst>
        </pc:spChg>
        <pc:spChg chg="mod">
          <ac:chgData name="Li,Yuting (HP Medicine) BII-CN-S" userId="ce8fbb54-122c-426d-b8da-fdcc5e1b5022" providerId="ADAL" clId="{EF24BF29-B4EF-4CD4-BA69-13B7B90CE47C}" dt="2023-02-10T10:43:07.853" v="197" actId="14100"/>
          <ac:spMkLst>
            <pc:docMk/>
            <pc:sldMk cId="3375551615" sldId="2147469258"/>
            <ac:spMk id="271" creationId="{14E6ADFD-B085-42C1-9820-CFF6A3810E9C}"/>
          </ac:spMkLst>
        </pc:spChg>
        <pc:grpChg chg="mod">
          <ac:chgData name="Li,Yuting (HP Medicine) BII-CN-S" userId="ce8fbb54-122c-426d-b8da-fdcc5e1b5022" providerId="ADAL" clId="{EF24BF29-B4EF-4CD4-BA69-13B7B90CE47C}" dt="2023-02-10T10:34:18.627" v="21" actId="1076"/>
          <ac:grpSpMkLst>
            <pc:docMk/>
            <pc:sldMk cId="3375551615" sldId="2147469258"/>
            <ac:grpSpMk id="155" creationId="{22D6154F-78E1-4174-AB57-1D26B92FA7AE}"/>
          </ac:grpSpMkLst>
        </pc:grpChg>
        <pc:cxnChg chg="mod">
          <ac:chgData name="Li,Yuting (HP Medicine) BII-CN-S" userId="ce8fbb54-122c-426d-b8da-fdcc5e1b5022" providerId="ADAL" clId="{EF24BF29-B4EF-4CD4-BA69-13B7B90CE47C}" dt="2023-02-10T10:42:14.919" v="173" actId="1076"/>
          <ac:cxnSpMkLst>
            <pc:docMk/>
            <pc:sldMk cId="3375551615" sldId="2147469258"/>
            <ac:cxnSpMk id="6" creationId="{A1A8C1FA-5FC3-4DE8-99CB-415888DDF251}"/>
          </ac:cxnSpMkLst>
        </pc:cxnChg>
        <pc:cxnChg chg="mod">
          <ac:chgData name="Li,Yuting (HP Medicine) BII-CN-S" userId="ce8fbb54-122c-426d-b8da-fdcc5e1b5022" providerId="ADAL" clId="{EF24BF29-B4EF-4CD4-BA69-13B7B90CE47C}" dt="2023-02-10T10:42:20.744" v="175" actId="1076"/>
          <ac:cxnSpMkLst>
            <pc:docMk/>
            <pc:sldMk cId="3375551615" sldId="2147469258"/>
            <ac:cxnSpMk id="148" creationId="{9C165100-0114-4167-8FF0-BFF01B293D04}"/>
          </ac:cxnSpMkLst>
        </pc:cxnChg>
      </pc:sldChg>
      <pc:sldChg chg="del modNotesTx">
        <pc:chgData name="Li,Yuting (HP Medicine) BII-CN-S" userId="ce8fbb54-122c-426d-b8da-fdcc5e1b5022" providerId="ADAL" clId="{EF24BF29-B4EF-4CD4-BA69-13B7B90CE47C}" dt="2023-02-10T13:16:39.913" v="2035" actId="47"/>
        <pc:sldMkLst>
          <pc:docMk/>
          <pc:sldMk cId="2250601294" sldId="2147469259"/>
        </pc:sldMkLst>
      </pc:sldChg>
      <pc:sldChg chg="addSp modSp mod">
        <pc:chgData name="Li,Yuting (HP Medicine) BII-CN-S" userId="ce8fbb54-122c-426d-b8da-fdcc5e1b5022" providerId="ADAL" clId="{EF24BF29-B4EF-4CD4-BA69-13B7B90CE47C}" dt="2023-02-15T11:32:49.936" v="6142" actId="207"/>
        <pc:sldMkLst>
          <pc:docMk/>
          <pc:sldMk cId="3351712279" sldId="2147469262"/>
        </pc:sldMkLst>
        <pc:spChg chg="add mod">
          <ac:chgData name="Li,Yuting (HP Medicine) BII-CN-S" userId="ce8fbb54-122c-426d-b8da-fdcc5e1b5022" providerId="ADAL" clId="{EF24BF29-B4EF-4CD4-BA69-13B7B90CE47C}" dt="2023-02-15T07:20:59.021" v="4325" actId="6549"/>
          <ac:spMkLst>
            <pc:docMk/>
            <pc:sldMk cId="3351712279" sldId="2147469262"/>
            <ac:spMk id="15" creationId="{CC14B53F-59B0-4368-96DC-A4164A650241}"/>
          </ac:spMkLst>
        </pc:spChg>
        <pc:graphicFrameChg chg="mod modGraphic">
          <ac:chgData name="Li,Yuting (HP Medicine) BII-CN-S" userId="ce8fbb54-122c-426d-b8da-fdcc5e1b5022" providerId="ADAL" clId="{EF24BF29-B4EF-4CD4-BA69-13B7B90CE47C}" dt="2023-02-15T11:32:49.936" v="6142" actId="207"/>
          <ac:graphicFrameMkLst>
            <pc:docMk/>
            <pc:sldMk cId="3351712279" sldId="2147469262"/>
            <ac:graphicFrameMk id="10" creationId="{7ED29C9C-0700-480D-B788-68CBB9D31EEE}"/>
          </ac:graphicFrameMkLst>
        </pc:graphicFrameChg>
      </pc:sldChg>
      <pc:sldChg chg="del">
        <pc:chgData name="Li,Yuting (HP Medicine) BII-CN-S" userId="ce8fbb54-122c-426d-b8da-fdcc5e1b5022" providerId="ADAL" clId="{EF24BF29-B4EF-4CD4-BA69-13B7B90CE47C}" dt="2023-02-10T13:27:36.275" v="2101" actId="47"/>
        <pc:sldMkLst>
          <pc:docMk/>
          <pc:sldMk cId="527551734" sldId="2147469264"/>
        </pc:sldMkLst>
      </pc:sldChg>
      <pc:sldChg chg="del">
        <pc:chgData name="Li,Yuting (HP Medicine) BII-CN-S" userId="ce8fbb54-122c-426d-b8da-fdcc5e1b5022" providerId="ADAL" clId="{EF24BF29-B4EF-4CD4-BA69-13B7B90CE47C}" dt="2023-02-10T13:27:36.275" v="2101" actId="47"/>
        <pc:sldMkLst>
          <pc:docMk/>
          <pc:sldMk cId="1273623890" sldId="2147469265"/>
        </pc:sldMkLst>
      </pc:sldChg>
      <pc:sldChg chg="del">
        <pc:chgData name="Li,Yuting (HP Medicine) BII-CN-S" userId="ce8fbb54-122c-426d-b8da-fdcc5e1b5022" providerId="ADAL" clId="{EF24BF29-B4EF-4CD4-BA69-13B7B90CE47C}" dt="2023-02-10T13:27:36.275" v="2101" actId="47"/>
        <pc:sldMkLst>
          <pc:docMk/>
          <pc:sldMk cId="1394363315" sldId="2147469266"/>
        </pc:sldMkLst>
      </pc:sldChg>
      <pc:sldChg chg="del">
        <pc:chgData name="Li,Yuting (HP Medicine) BII-CN-S" userId="ce8fbb54-122c-426d-b8da-fdcc5e1b5022" providerId="ADAL" clId="{EF24BF29-B4EF-4CD4-BA69-13B7B90CE47C}" dt="2023-02-10T13:27:36.275" v="2101" actId="47"/>
        <pc:sldMkLst>
          <pc:docMk/>
          <pc:sldMk cId="1500558370" sldId="2147469267"/>
        </pc:sldMkLst>
      </pc:sldChg>
      <pc:sldChg chg="del">
        <pc:chgData name="Li,Yuting (HP Medicine) BII-CN-S" userId="ce8fbb54-122c-426d-b8da-fdcc5e1b5022" providerId="ADAL" clId="{EF24BF29-B4EF-4CD4-BA69-13B7B90CE47C}" dt="2023-02-11T20:52:59.269" v="3574" actId="47"/>
        <pc:sldMkLst>
          <pc:docMk/>
          <pc:sldMk cId="1560191140" sldId="2147471152"/>
        </pc:sldMkLst>
      </pc:sldChg>
      <pc:sldChg chg="del">
        <pc:chgData name="Li,Yuting (HP Medicine) BII-CN-S" userId="ce8fbb54-122c-426d-b8da-fdcc5e1b5022" providerId="ADAL" clId="{EF24BF29-B4EF-4CD4-BA69-13B7B90CE47C}" dt="2023-02-11T20:53:01.591" v="3575" actId="47"/>
        <pc:sldMkLst>
          <pc:docMk/>
          <pc:sldMk cId="1986238326" sldId="2147471153"/>
        </pc:sldMkLst>
      </pc:sldChg>
      <pc:sldChg chg="del">
        <pc:chgData name="Li,Yuting (HP Medicine) BII-CN-S" userId="ce8fbb54-122c-426d-b8da-fdcc5e1b5022" providerId="ADAL" clId="{EF24BF29-B4EF-4CD4-BA69-13B7B90CE47C}" dt="2023-02-10T13:47:47.763" v="2773" actId="47"/>
        <pc:sldMkLst>
          <pc:docMk/>
          <pc:sldMk cId="1772141531" sldId="2147471166"/>
        </pc:sldMkLst>
      </pc:sldChg>
      <pc:sldChg chg="del">
        <pc:chgData name="Li,Yuting (HP Medicine) BII-CN-S" userId="ce8fbb54-122c-426d-b8da-fdcc5e1b5022" providerId="ADAL" clId="{EF24BF29-B4EF-4CD4-BA69-13B7B90CE47C}" dt="2023-02-10T13:47:48.785" v="2774" actId="47"/>
        <pc:sldMkLst>
          <pc:docMk/>
          <pc:sldMk cId="2546863454" sldId="2147471167"/>
        </pc:sldMkLst>
      </pc:sldChg>
      <pc:sldChg chg="delSp modSp add mod">
        <pc:chgData name="Li,Yuting (HP Medicine) BII-CN-S" userId="ce8fbb54-122c-426d-b8da-fdcc5e1b5022" providerId="ADAL" clId="{EF24BF29-B4EF-4CD4-BA69-13B7B90CE47C}" dt="2023-02-15T08:09:02.558" v="4529" actId="20577"/>
        <pc:sldMkLst>
          <pc:docMk/>
          <pc:sldMk cId="2064789201" sldId="2147471168"/>
        </pc:sldMkLst>
        <pc:spChg chg="mod">
          <ac:chgData name="Li,Yuting (HP Medicine) BII-CN-S" userId="ce8fbb54-122c-426d-b8da-fdcc5e1b5022" providerId="ADAL" clId="{EF24BF29-B4EF-4CD4-BA69-13B7B90CE47C}" dt="2023-02-10T12:45:44.639" v="896" actId="20577"/>
          <ac:spMkLst>
            <pc:docMk/>
            <pc:sldMk cId="2064789201" sldId="2147471168"/>
            <ac:spMk id="6" creationId="{1E1F87E4-2E1F-41A8-A7D5-5E06B5BB7003}"/>
          </ac:spMkLst>
        </pc:spChg>
        <pc:spChg chg="del">
          <ac:chgData name="Li,Yuting (HP Medicine) BII-CN-S" userId="ce8fbb54-122c-426d-b8da-fdcc5e1b5022" providerId="ADAL" clId="{EF24BF29-B4EF-4CD4-BA69-13B7B90CE47C}" dt="2023-02-10T12:45:40.103" v="894" actId="478"/>
          <ac:spMkLst>
            <pc:docMk/>
            <pc:sldMk cId="2064789201" sldId="2147471168"/>
            <ac:spMk id="24" creationId="{40B19720-78B7-4EAB-8F8F-C41238584220}"/>
          </ac:spMkLst>
        </pc:spChg>
        <pc:spChg chg="mod">
          <ac:chgData name="Li,Yuting (HP Medicine) BII-CN-S" userId="ce8fbb54-122c-426d-b8da-fdcc5e1b5022" providerId="ADAL" clId="{EF24BF29-B4EF-4CD4-BA69-13B7B90CE47C}" dt="2023-02-15T08:09:02.558" v="4529" actId="20577"/>
          <ac:spMkLst>
            <pc:docMk/>
            <pc:sldMk cId="2064789201" sldId="2147471168"/>
            <ac:spMk id="41" creationId="{80672632-5059-4D01-BB59-096554D9CD3A}"/>
          </ac:spMkLst>
        </pc:spChg>
        <pc:spChg chg="mod">
          <ac:chgData name="Li,Yuting (HP Medicine) BII-CN-S" userId="ce8fbb54-122c-426d-b8da-fdcc5e1b5022" providerId="ADAL" clId="{EF24BF29-B4EF-4CD4-BA69-13B7B90CE47C}" dt="2023-02-10T12:45:57.683" v="897" actId="1076"/>
          <ac:spMkLst>
            <pc:docMk/>
            <pc:sldMk cId="2064789201" sldId="2147471168"/>
            <ac:spMk id="88" creationId="{9224C17E-1AA1-4096-A3FD-25D6FD8BA444}"/>
          </ac:spMkLst>
        </pc:spChg>
        <pc:cxnChg chg="mod">
          <ac:chgData name="Li,Yuting (HP Medicine) BII-CN-S" userId="ce8fbb54-122c-426d-b8da-fdcc5e1b5022" providerId="ADAL" clId="{EF24BF29-B4EF-4CD4-BA69-13B7B90CE47C}" dt="2023-02-10T12:46:00.521" v="898" actId="1076"/>
          <ac:cxnSpMkLst>
            <pc:docMk/>
            <pc:sldMk cId="2064789201" sldId="2147471168"/>
            <ac:cxnSpMk id="87" creationId="{9C165100-0114-4167-8FF0-BFF01B293D04}"/>
          </ac:cxnSpMkLst>
        </pc:cxnChg>
      </pc:sldChg>
      <pc:sldChg chg="modSp add mod addCm modCm modNotesTx">
        <pc:chgData name="Li,Yuting (HP Medicine) BII-CN-S" userId="ce8fbb54-122c-426d-b8da-fdcc5e1b5022" providerId="ADAL" clId="{EF24BF29-B4EF-4CD4-BA69-13B7B90CE47C}" dt="2023-02-15T11:35:00.484" v="6145" actId="20577"/>
        <pc:sldMkLst>
          <pc:docMk/>
          <pc:sldMk cId="3682361847" sldId="2147471169"/>
        </pc:sldMkLst>
        <pc:spChg chg="mod">
          <ac:chgData name="Li,Yuting (HP Medicine) BII-CN-S" userId="ce8fbb54-122c-426d-b8da-fdcc5e1b5022" providerId="ADAL" clId="{EF24BF29-B4EF-4CD4-BA69-13B7B90CE47C}" dt="2023-02-15T07:58:32.688" v="4397" actId="14100"/>
          <ac:spMkLst>
            <pc:docMk/>
            <pc:sldMk cId="3682361847" sldId="2147471169"/>
            <ac:spMk id="76" creationId="{60838ACC-4AB5-4AFC-97DD-2AC12A7AE913}"/>
          </ac:spMkLst>
        </pc:spChg>
        <pc:spChg chg="mod">
          <ac:chgData name="Li,Yuting (HP Medicine) BII-CN-S" userId="ce8fbb54-122c-426d-b8da-fdcc5e1b5022" providerId="ADAL" clId="{EF24BF29-B4EF-4CD4-BA69-13B7B90CE47C}" dt="2023-02-15T07:58:22.652" v="4394" actId="14100"/>
          <ac:spMkLst>
            <pc:docMk/>
            <pc:sldMk cId="3682361847" sldId="2147471169"/>
            <ac:spMk id="96" creationId="{ED87A000-06DD-4B55-9916-C6E503F833F7}"/>
          </ac:spMkLst>
        </pc:spChg>
        <pc:spChg chg="mod">
          <ac:chgData name="Li,Yuting (HP Medicine) BII-CN-S" userId="ce8fbb54-122c-426d-b8da-fdcc5e1b5022" providerId="ADAL" clId="{EF24BF29-B4EF-4CD4-BA69-13B7B90CE47C}" dt="2023-02-10T13:09:05.614" v="1932" actId="1076"/>
          <ac:spMkLst>
            <pc:docMk/>
            <pc:sldMk cId="3682361847" sldId="2147471169"/>
            <ac:spMk id="97" creationId="{60DA629B-69C1-4C33-AF24-C31EE2A10682}"/>
          </ac:spMkLst>
        </pc:spChg>
        <pc:spChg chg="mod">
          <ac:chgData name="Li,Yuting (HP Medicine) BII-CN-S" userId="ce8fbb54-122c-426d-b8da-fdcc5e1b5022" providerId="ADAL" clId="{EF24BF29-B4EF-4CD4-BA69-13B7B90CE47C}" dt="2023-02-15T07:58:28.290" v="4396" actId="14100"/>
          <ac:spMkLst>
            <pc:docMk/>
            <pc:sldMk cId="3682361847" sldId="2147471169"/>
            <ac:spMk id="102" creationId="{A363F998-E792-4751-B41F-BA56653D9BEE}"/>
          </ac:spMkLst>
        </pc:spChg>
        <pc:spChg chg="mod">
          <ac:chgData name="Li,Yuting (HP Medicine) BII-CN-S" userId="ce8fbb54-122c-426d-b8da-fdcc5e1b5022" providerId="ADAL" clId="{EF24BF29-B4EF-4CD4-BA69-13B7B90CE47C}" dt="2023-02-15T07:59:06.376" v="4405" actId="1076"/>
          <ac:spMkLst>
            <pc:docMk/>
            <pc:sldMk cId="3682361847" sldId="2147471169"/>
            <ac:spMk id="103" creationId="{8614C9A9-A277-403B-AF61-BD96CA907DA5}"/>
          </ac:spMkLst>
        </pc:spChg>
        <pc:spChg chg="mod">
          <ac:chgData name="Li,Yuting (HP Medicine) BII-CN-S" userId="ce8fbb54-122c-426d-b8da-fdcc5e1b5022" providerId="ADAL" clId="{EF24BF29-B4EF-4CD4-BA69-13B7B90CE47C}" dt="2023-02-15T08:05:57.761" v="4421" actId="1076"/>
          <ac:spMkLst>
            <pc:docMk/>
            <pc:sldMk cId="3682361847" sldId="2147471169"/>
            <ac:spMk id="107" creationId="{7DDA071E-5F80-4527-AE47-F1E7B2DC2A5B}"/>
          </ac:spMkLst>
        </pc:spChg>
        <pc:spChg chg="mod">
          <ac:chgData name="Li,Yuting (HP Medicine) BII-CN-S" userId="ce8fbb54-122c-426d-b8da-fdcc5e1b5022" providerId="ADAL" clId="{EF24BF29-B4EF-4CD4-BA69-13B7B90CE47C}" dt="2023-02-15T07:59:47.720" v="4412" actId="1076"/>
          <ac:spMkLst>
            <pc:docMk/>
            <pc:sldMk cId="3682361847" sldId="2147471169"/>
            <ac:spMk id="119" creationId="{D215585A-8B27-43E8-BC77-9A20E832F984}"/>
          </ac:spMkLst>
        </pc:spChg>
        <pc:spChg chg="mod">
          <ac:chgData name="Li,Yuting (HP Medicine) BII-CN-S" userId="ce8fbb54-122c-426d-b8da-fdcc5e1b5022" providerId="ADAL" clId="{EF24BF29-B4EF-4CD4-BA69-13B7B90CE47C}" dt="2023-02-10T13:09:01.606" v="1931" actId="1076"/>
          <ac:spMkLst>
            <pc:docMk/>
            <pc:sldMk cId="3682361847" sldId="2147471169"/>
            <ac:spMk id="130" creationId="{95D14BDF-226F-4F45-A83E-62BF432267B6}"/>
          </ac:spMkLst>
        </pc:spChg>
        <pc:spChg chg="mod">
          <ac:chgData name="Li,Yuting (HP Medicine) BII-CN-S" userId="ce8fbb54-122c-426d-b8da-fdcc5e1b5022" providerId="ADAL" clId="{EF24BF29-B4EF-4CD4-BA69-13B7B90CE47C}" dt="2023-02-10T13:10:41.856" v="1971" actId="14100"/>
          <ac:spMkLst>
            <pc:docMk/>
            <pc:sldMk cId="3682361847" sldId="2147471169"/>
            <ac:spMk id="132" creationId="{0EA2C47D-3EFD-4875-99C0-82E1BC867430}"/>
          </ac:spMkLst>
        </pc:spChg>
        <pc:spChg chg="mod">
          <ac:chgData name="Li,Yuting (HP Medicine) BII-CN-S" userId="ce8fbb54-122c-426d-b8da-fdcc5e1b5022" providerId="ADAL" clId="{EF24BF29-B4EF-4CD4-BA69-13B7B90CE47C}" dt="2023-02-10T13:10:28.294" v="1968" actId="1076"/>
          <ac:spMkLst>
            <pc:docMk/>
            <pc:sldMk cId="3682361847" sldId="2147471169"/>
            <ac:spMk id="133" creationId="{54B280EE-9C1A-4EA0-A6FF-964F04760167}"/>
          </ac:spMkLst>
        </pc:spChg>
        <pc:spChg chg="mod">
          <ac:chgData name="Li,Yuting (HP Medicine) BII-CN-S" userId="ce8fbb54-122c-426d-b8da-fdcc5e1b5022" providerId="ADAL" clId="{EF24BF29-B4EF-4CD4-BA69-13B7B90CE47C}" dt="2023-02-10T13:10:37.480" v="1970" actId="1076"/>
          <ac:spMkLst>
            <pc:docMk/>
            <pc:sldMk cId="3682361847" sldId="2147471169"/>
            <ac:spMk id="134" creationId="{844E600C-5D80-4D63-8BDB-B09FB6C40804}"/>
          </ac:spMkLst>
        </pc:spChg>
        <pc:spChg chg="mod">
          <ac:chgData name="Li,Yuting (HP Medicine) BII-CN-S" userId="ce8fbb54-122c-426d-b8da-fdcc5e1b5022" providerId="ADAL" clId="{EF24BF29-B4EF-4CD4-BA69-13B7B90CE47C}" dt="2023-02-15T08:07:02.739" v="4442" actId="20577"/>
          <ac:spMkLst>
            <pc:docMk/>
            <pc:sldMk cId="3682361847" sldId="2147471169"/>
            <ac:spMk id="135" creationId="{27E01833-72AF-477E-AE8F-2DD7F1F4B984}"/>
          </ac:spMkLst>
        </pc:spChg>
        <pc:spChg chg="mod">
          <ac:chgData name="Li,Yuting (HP Medicine) BII-CN-S" userId="ce8fbb54-122c-426d-b8da-fdcc5e1b5022" providerId="ADAL" clId="{EF24BF29-B4EF-4CD4-BA69-13B7B90CE47C}" dt="2023-02-15T08:00:25.327" v="4415" actId="20577"/>
          <ac:spMkLst>
            <pc:docMk/>
            <pc:sldMk cId="3682361847" sldId="2147471169"/>
            <ac:spMk id="137" creationId="{1CA4D503-0497-424B-83B6-B28389852B8A}"/>
          </ac:spMkLst>
        </pc:spChg>
        <pc:spChg chg="mod">
          <ac:chgData name="Li,Yuting (HP Medicine) BII-CN-S" userId="ce8fbb54-122c-426d-b8da-fdcc5e1b5022" providerId="ADAL" clId="{EF24BF29-B4EF-4CD4-BA69-13B7B90CE47C}" dt="2023-02-10T13:11:10.821" v="1975" actId="20577"/>
          <ac:spMkLst>
            <pc:docMk/>
            <pc:sldMk cId="3682361847" sldId="2147471169"/>
            <ac:spMk id="141" creationId="{66482608-BF71-4981-A5BD-741F2E306ED4}"/>
          </ac:spMkLst>
        </pc:spChg>
        <pc:spChg chg="mod">
          <ac:chgData name="Li,Yuting (HP Medicine) BII-CN-S" userId="ce8fbb54-122c-426d-b8da-fdcc5e1b5022" providerId="ADAL" clId="{EF24BF29-B4EF-4CD4-BA69-13B7B90CE47C}" dt="2023-02-15T11:35:00.484" v="6145" actId="20577"/>
          <ac:spMkLst>
            <pc:docMk/>
            <pc:sldMk cId="3682361847" sldId="2147471169"/>
            <ac:spMk id="149" creationId="{6380A665-AE61-4ECB-94C7-6101C32FA508}"/>
          </ac:spMkLst>
        </pc:spChg>
        <pc:spChg chg="mod">
          <ac:chgData name="Li,Yuting (HP Medicine) BII-CN-S" userId="ce8fbb54-122c-426d-b8da-fdcc5e1b5022" providerId="ADAL" clId="{EF24BF29-B4EF-4CD4-BA69-13B7B90CE47C}" dt="2023-02-15T07:59:19.838" v="4406" actId="1076"/>
          <ac:spMkLst>
            <pc:docMk/>
            <pc:sldMk cId="3682361847" sldId="2147471169"/>
            <ac:spMk id="153" creationId="{B12D5F57-79BE-4827-A78B-B9931760801A}"/>
          </ac:spMkLst>
        </pc:spChg>
        <pc:spChg chg="mod">
          <ac:chgData name="Li,Yuting (HP Medicine) BII-CN-S" userId="ce8fbb54-122c-426d-b8da-fdcc5e1b5022" providerId="ADAL" clId="{EF24BF29-B4EF-4CD4-BA69-13B7B90CE47C}" dt="2023-02-15T07:59:37.778" v="4410" actId="1076"/>
          <ac:spMkLst>
            <pc:docMk/>
            <pc:sldMk cId="3682361847" sldId="2147471169"/>
            <ac:spMk id="156" creationId="{F5BCF185-52C2-4011-A2E2-7486E5F3A124}"/>
          </ac:spMkLst>
        </pc:spChg>
        <pc:spChg chg="mod">
          <ac:chgData name="Li,Yuting (HP Medicine) BII-CN-S" userId="ce8fbb54-122c-426d-b8da-fdcc5e1b5022" providerId="ADAL" clId="{EF24BF29-B4EF-4CD4-BA69-13B7B90CE47C}" dt="2023-02-15T11:34:54.773" v="6143" actId="14100"/>
          <ac:spMkLst>
            <pc:docMk/>
            <pc:sldMk cId="3682361847" sldId="2147471169"/>
            <ac:spMk id="158" creationId="{33C68AC4-504B-4BEC-B60F-B81D39B25F97}"/>
          </ac:spMkLst>
        </pc:spChg>
        <pc:spChg chg="mod">
          <ac:chgData name="Li,Yuting (HP Medicine) BII-CN-S" userId="ce8fbb54-122c-426d-b8da-fdcc5e1b5022" providerId="ADAL" clId="{EF24BF29-B4EF-4CD4-BA69-13B7B90CE47C}" dt="2023-02-15T08:06:43.808" v="4434" actId="20577"/>
          <ac:spMkLst>
            <pc:docMk/>
            <pc:sldMk cId="3682361847" sldId="2147471169"/>
            <ac:spMk id="173" creationId="{85E02E15-15D6-4FB2-AD0A-19E9217D5129}"/>
          </ac:spMkLst>
        </pc:spChg>
        <pc:spChg chg="mod">
          <ac:chgData name="Li,Yuting (HP Medicine) BII-CN-S" userId="ce8fbb54-122c-426d-b8da-fdcc5e1b5022" providerId="ADAL" clId="{EF24BF29-B4EF-4CD4-BA69-13B7B90CE47C}" dt="2023-02-15T08:07:11.610" v="4451" actId="20577"/>
          <ac:spMkLst>
            <pc:docMk/>
            <pc:sldMk cId="3682361847" sldId="2147471169"/>
            <ac:spMk id="175" creationId="{20F7A4BB-05E8-4B7E-A1AA-BB093CA783D0}"/>
          </ac:spMkLst>
        </pc:spChg>
        <pc:grpChg chg="mod">
          <ac:chgData name="Li,Yuting (HP Medicine) BII-CN-S" userId="ce8fbb54-122c-426d-b8da-fdcc5e1b5022" providerId="ADAL" clId="{EF24BF29-B4EF-4CD4-BA69-13B7B90CE47C}" dt="2023-02-10T12:52:42.999" v="907" actId="1076"/>
          <ac:grpSpMkLst>
            <pc:docMk/>
            <pc:sldMk cId="3682361847" sldId="2147471169"/>
            <ac:grpSpMk id="50" creationId="{00000000-0000-0000-0000-000000000000}"/>
          </ac:grpSpMkLst>
        </pc:grpChg>
        <pc:cxnChg chg="mod">
          <ac:chgData name="Li,Yuting (HP Medicine) BII-CN-S" userId="ce8fbb54-122c-426d-b8da-fdcc5e1b5022" providerId="ADAL" clId="{EF24BF29-B4EF-4CD4-BA69-13B7B90CE47C}" dt="2023-02-10T13:10:33.677" v="1969" actId="1076"/>
          <ac:cxnSpMkLst>
            <pc:docMk/>
            <pc:sldMk cId="3682361847" sldId="2147471169"/>
            <ac:cxnSpMk id="140" creationId="{CEB0F669-AF3D-4F9A-BE3C-F598BA2A4693}"/>
          </ac:cxnSpMkLst>
        </pc:cxnChg>
        <pc:cxnChg chg="mod">
          <ac:chgData name="Li,Yuting (HP Medicine) BII-CN-S" userId="ce8fbb54-122c-426d-b8da-fdcc5e1b5022" providerId="ADAL" clId="{EF24BF29-B4EF-4CD4-BA69-13B7B90CE47C}" dt="2023-02-15T07:59:44.727" v="4411" actId="1076"/>
          <ac:cxnSpMkLst>
            <pc:docMk/>
            <pc:sldMk cId="3682361847" sldId="2147471169"/>
            <ac:cxnSpMk id="152" creationId="{61063254-2B15-4719-8205-272C31427A20}"/>
          </ac:cxnSpMkLst>
        </pc:cxnChg>
      </pc:sldChg>
      <pc:sldChg chg="addSp delSp modSp add mod addCm modCm modNotesTx">
        <pc:chgData name="Li,Yuting (HP Medicine) BII-CN-S" userId="ce8fbb54-122c-426d-b8da-fdcc5e1b5022" providerId="ADAL" clId="{EF24BF29-B4EF-4CD4-BA69-13B7B90CE47C}" dt="2023-02-15T11:42:16.328" v="6146" actId="6549"/>
        <pc:sldMkLst>
          <pc:docMk/>
          <pc:sldMk cId="1906004812" sldId="2147471170"/>
        </pc:sldMkLst>
        <pc:spChg chg="mod">
          <ac:chgData name="Li,Yuting (HP Medicine) BII-CN-S" userId="ce8fbb54-122c-426d-b8da-fdcc5e1b5022" providerId="ADAL" clId="{EF24BF29-B4EF-4CD4-BA69-13B7B90CE47C}" dt="2023-02-10T13:17:48.690" v="2064" actId="1076"/>
          <ac:spMkLst>
            <pc:docMk/>
            <pc:sldMk cId="1906004812" sldId="2147471170"/>
            <ac:spMk id="55" creationId="{9224C17E-1AA1-4096-A3FD-25D6FD8BA444}"/>
          </ac:spMkLst>
        </pc:spChg>
        <pc:spChg chg="mod">
          <ac:chgData name="Li,Yuting (HP Medicine) BII-CN-S" userId="ce8fbb54-122c-426d-b8da-fdcc5e1b5022" providerId="ADAL" clId="{EF24BF29-B4EF-4CD4-BA69-13B7B90CE47C}" dt="2023-02-15T11:42:16.328" v="6146" actId="6549"/>
          <ac:spMkLst>
            <pc:docMk/>
            <pc:sldMk cId="1906004812" sldId="2147471170"/>
            <ac:spMk id="75" creationId="{23E443ED-C91E-4425-963C-DB47A7F0B19C}"/>
          </ac:spMkLst>
        </pc:spChg>
        <pc:spChg chg="mod">
          <ac:chgData name="Li,Yuting (HP Medicine) BII-CN-S" userId="ce8fbb54-122c-426d-b8da-fdcc5e1b5022" providerId="ADAL" clId="{EF24BF29-B4EF-4CD4-BA69-13B7B90CE47C}" dt="2023-02-10T13:18:11.597" v="2066" actId="6549"/>
          <ac:spMkLst>
            <pc:docMk/>
            <pc:sldMk cId="1906004812" sldId="2147471170"/>
            <ac:spMk id="90" creationId="{37956BD0-E734-4F52-BAF6-C048151B6353}"/>
          </ac:spMkLst>
        </pc:spChg>
        <pc:graphicFrameChg chg="add del mod">
          <ac:chgData name="Li,Yuting (HP Medicine) BII-CN-S" userId="ce8fbb54-122c-426d-b8da-fdcc5e1b5022" providerId="ADAL" clId="{EF24BF29-B4EF-4CD4-BA69-13B7B90CE47C}" dt="2023-02-10T13:17:08.968" v="2037"/>
          <ac:graphicFrameMkLst>
            <pc:docMk/>
            <pc:sldMk cId="1906004812" sldId="2147471170"/>
            <ac:graphicFrameMk id="5" creationId="{A7FD3297-3F0D-4456-8558-8D7E3F404400}"/>
          </ac:graphicFrameMkLst>
        </pc:graphicFrameChg>
        <pc:cxnChg chg="mod">
          <ac:chgData name="Li,Yuting (HP Medicine) BII-CN-S" userId="ce8fbb54-122c-426d-b8da-fdcc5e1b5022" providerId="ADAL" clId="{EF24BF29-B4EF-4CD4-BA69-13B7B90CE47C}" dt="2023-02-10T13:17:53.441" v="2065" actId="1076"/>
          <ac:cxnSpMkLst>
            <pc:docMk/>
            <pc:sldMk cId="1906004812" sldId="2147471170"/>
            <ac:cxnSpMk id="54" creationId="{9C165100-0114-4167-8FF0-BFF01B293D04}"/>
          </ac:cxnSpMkLst>
        </pc:cxnChg>
      </pc:sldChg>
      <pc:sldChg chg="modSp add mod addCm modCm modNotesTx">
        <pc:chgData name="Li,Yuting (HP Medicine) BII-CN-S" userId="ce8fbb54-122c-426d-b8da-fdcc5e1b5022" providerId="ADAL" clId="{EF24BF29-B4EF-4CD4-BA69-13B7B90CE47C}" dt="2023-02-11T21:01:23.255" v="3727" actId="14100"/>
        <pc:sldMkLst>
          <pc:docMk/>
          <pc:sldMk cId="4022558961" sldId="2147471171"/>
        </pc:sldMkLst>
        <pc:spChg chg="mod">
          <ac:chgData name="Li,Yuting (HP Medicine) BII-CN-S" userId="ce8fbb54-122c-426d-b8da-fdcc5e1b5022" providerId="ADAL" clId="{EF24BF29-B4EF-4CD4-BA69-13B7B90CE47C}" dt="2023-02-10T13:28:36.354" v="2104" actId="20577"/>
          <ac:spMkLst>
            <pc:docMk/>
            <pc:sldMk cId="4022558961" sldId="2147471171"/>
            <ac:spMk id="52" creationId="{C37AB0AB-396A-4A09-A640-7C9D33588A3C}"/>
          </ac:spMkLst>
        </pc:spChg>
        <pc:spChg chg="mod">
          <ac:chgData name="Li,Yuting (HP Medicine) BII-CN-S" userId="ce8fbb54-122c-426d-b8da-fdcc5e1b5022" providerId="ADAL" clId="{EF24BF29-B4EF-4CD4-BA69-13B7B90CE47C}" dt="2023-02-10T13:20:36.768" v="2081" actId="1076"/>
          <ac:spMkLst>
            <pc:docMk/>
            <pc:sldMk cId="4022558961" sldId="2147471171"/>
            <ac:spMk id="54" creationId="{1E3E7DC8-9142-46E1-8AF9-0C34BA97CE12}"/>
          </ac:spMkLst>
        </pc:spChg>
        <pc:spChg chg="mod">
          <ac:chgData name="Li,Yuting (HP Medicine) BII-CN-S" userId="ce8fbb54-122c-426d-b8da-fdcc5e1b5022" providerId="ADAL" clId="{EF24BF29-B4EF-4CD4-BA69-13B7B90CE47C}" dt="2023-02-10T13:20:32.411" v="2080" actId="1076"/>
          <ac:spMkLst>
            <pc:docMk/>
            <pc:sldMk cId="4022558961" sldId="2147471171"/>
            <ac:spMk id="60" creationId="{721D7A13-1B3E-43CC-ABB5-F2E158BD30C2}"/>
          </ac:spMkLst>
        </pc:spChg>
        <pc:spChg chg="mod">
          <ac:chgData name="Li,Yuting (HP Medicine) BII-CN-S" userId="ce8fbb54-122c-426d-b8da-fdcc5e1b5022" providerId="ADAL" clId="{EF24BF29-B4EF-4CD4-BA69-13B7B90CE47C}" dt="2023-02-10T13:20:27.695" v="2079" actId="1076"/>
          <ac:spMkLst>
            <pc:docMk/>
            <pc:sldMk cId="4022558961" sldId="2147471171"/>
            <ac:spMk id="61" creationId="{0A348597-006B-45C4-A56E-A5D614820CFB}"/>
          </ac:spMkLst>
        </pc:spChg>
        <pc:spChg chg="mod">
          <ac:chgData name="Li,Yuting (HP Medicine) BII-CN-S" userId="ce8fbb54-122c-426d-b8da-fdcc5e1b5022" providerId="ADAL" clId="{EF24BF29-B4EF-4CD4-BA69-13B7B90CE47C}" dt="2023-02-11T21:00:58.533" v="3723" actId="14100"/>
          <ac:spMkLst>
            <pc:docMk/>
            <pc:sldMk cId="4022558961" sldId="2147471171"/>
            <ac:spMk id="71" creationId="{5B18D90B-64FC-4253-99CE-234990238DE9}"/>
          </ac:spMkLst>
        </pc:spChg>
        <pc:spChg chg="mod">
          <ac:chgData name="Li,Yuting (HP Medicine) BII-CN-S" userId="ce8fbb54-122c-426d-b8da-fdcc5e1b5022" providerId="ADAL" clId="{EF24BF29-B4EF-4CD4-BA69-13B7B90CE47C}" dt="2023-02-11T21:01:23.255" v="3727" actId="14100"/>
          <ac:spMkLst>
            <pc:docMk/>
            <pc:sldMk cId="4022558961" sldId="2147471171"/>
            <ac:spMk id="83" creationId="{3EAE0F94-6C68-4ABB-A002-2572095F3EB1}"/>
          </ac:spMkLst>
        </pc:spChg>
        <pc:cxnChg chg="mod">
          <ac:chgData name="Li,Yuting (HP Medicine) BII-CN-S" userId="ce8fbb54-122c-426d-b8da-fdcc5e1b5022" providerId="ADAL" clId="{EF24BF29-B4EF-4CD4-BA69-13B7B90CE47C}" dt="2023-02-10T13:19:48.083" v="2070" actId="1076"/>
          <ac:cxnSpMkLst>
            <pc:docMk/>
            <pc:sldMk cId="4022558961" sldId="2147471171"/>
            <ac:cxnSpMk id="28" creationId="{9C165100-0114-4167-8FF0-BFF01B293D04}"/>
          </ac:cxnSpMkLst>
        </pc:cxnChg>
      </pc:sldChg>
      <pc:sldChg chg="del">
        <pc:chgData name="Li,Yuting (HP Medicine) BII-CN-S" userId="ce8fbb54-122c-426d-b8da-fdcc5e1b5022" providerId="ADAL" clId="{EF24BF29-B4EF-4CD4-BA69-13B7B90CE47C}" dt="2023-02-10T13:19:27.219" v="2069" actId="47"/>
        <pc:sldMkLst>
          <pc:docMk/>
          <pc:sldMk cId="3685027249" sldId="2147471176"/>
        </pc:sldMkLst>
      </pc:sldChg>
      <pc:sldChg chg="add del ord">
        <pc:chgData name="Li,Yuting (HP Medicine) BII-CN-S" userId="ce8fbb54-122c-426d-b8da-fdcc5e1b5022" providerId="ADAL" clId="{EF24BF29-B4EF-4CD4-BA69-13B7B90CE47C}" dt="2023-02-15T12:22:51.376" v="6446" actId="47"/>
        <pc:sldMkLst>
          <pc:docMk/>
          <pc:sldMk cId="1364191310" sldId="2147471177"/>
        </pc:sldMkLst>
      </pc:sldChg>
      <pc:sldChg chg="del ord">
        <pc:chgData name="Li,Yuting (HP Medicine) BII-CN-S" userId="ce8fbb54-122c-426d-b8da-fdcc5e1b5022" providerId="ADAL" clId="{EF24BF29-B4EF-4CD4-BA69-13B7B90CE47C}" dt="2023-02-15T12:22:52.491" v="6447" actId="47"/>
        <pc:sldMkLst>
          <pc:docMk/>
          <pc:sldMk cId="1271965736" sldId="2147471178"/>
        </pc:sldMkLst>
      </pc:sldChg>
      <pc:sldChg chg="modSp add mod addCm modCm">
        <pc:chgData name="Li,Yuting (HP Medicine) BII-CN-S" userId="ce8fbb54-122c-426d-b8da-fdcc5e1b5022" providerId="ADAL" clId="{EF24BF29-B4EF-4CD4-BA69-13B7B90CE47C}" dt="2023-02-10T13:55:03.765" v="2940"/>
        <pc:sldMkLst>
          <pc:docMk/>
          <pc:sldMk cId="2458946375" sldId="2147471179"/>
        </pc:sldMkLst>
        <pc:spChg chg="mod">
          <ac:chgData name="Li,Yuting (HP Medicine) BII-CN-S" userId="ce8fbb54-122c-426d-b8da-fdcc5e1b5022" providerId="ADAL" clId="{EF24BF29-B4EF-4CD4-BA69-13B7B90CE47C}" dt="2023-02-10T13:47:44.351" v="2772" actId="27636"/>
          <ac:spMkLst>
            <pc:docMk/>
            <pc:sldMk cId="2458946375" sldId="2147471179"/>
            <ac:spMk id="2" creationId="{899E9FD5-14F4-46B5-85BD-4B2D5616E6A9}"/>
          </ac:spMkLst>
        </pc:spChg>
      </pc:sldChg>
      <pc:sldChg chg="del">
        <pc:chgData name="Li,Yuting (HP Medicine) BII-CN-S" userId="ce8fbb54-122c-426d-b8da-fdcc5e1b5022" providerId="ADAL" clId="{EF24BF29-B4EF-4CD4-BA69-13B7B90CE47C}" dt="2023-02-10T13:25:45.809" v="2095" actId="47"/>
        <pc:sldMkLst>
          <pc:docMk/>
          <pc:sldMk cId="3160444402" sldId="2147471179"/>
        </pc:sldMkLst>
      </pc:sldChg>
      <pc:sldChg chg="del ord">
        <pc:chgData name="Li,Yuting (HP Medicine) BII-CN-S" userId="ce8fbb54-122c-426d-b8da-fdcc5e1b5022" providerId="ADAL" clId="{EF24BF29-B4EF-4CD4-BA69-13B7B90CE47C}" dt="2023-02-15T12:22:53.241" v="6448" actId="47"/>
        <pc:sldMkLst>
          <pc:docMk/>
          <pc:sldMk cId="276292002" sldId="2147471181"/>
        </pc:sldMkLst>
      </pc:sldChg>
      <pc:sldChg chg="del ord">
        <pc:chgData name="Li,Yuting (HP Medicine) BII-CN-S" userId="ce8fbb54-122c-426d-b8da-fdcc5e1b5022" providerId="ADAL" clId="{EF24BF29-B4EF-4CD4-BA69-13B7B90CE47C}" dt="2023-02-15T12:22:53.744" v="6449" actId="47"/>
        <pc:sldMkLst>
          <pc:docMk/>
          <pc:sldMk cId="3405253546" sldId="2147471182"/>
        </pc:sldMkLst>
      </pc:sldChg>
      <pc:sldChg chg="modSp add mod">
        <pc:chgData name="Li,Yuting (HP Medicine) BII-CN-S" userId="ce8fbb54-122c-426d-b8da-fdcc5e1b5022" providerId="ADAL" clId="{EF24BF29-B4EF-4CD4-BA69-13B7B90CE47C}" dt="2023-02-10T12:43:39.390" v="843" actId="27636"/>
        <pc:sldMkLst>
          <pc:docMk/>
          <pc:sldMk cId="3034181382" sldId="2147471183"/>
        </pc:sldMkLst>
        <pc:spChg chg="mod">
          <ac:chgData name="Li,Yuting (HP Medicine) BII-CN-S" userId="ce8fbb54-122c-426d-b8da-fdcc5e1b5022" providerId="ADAL" clId="{EF24BF29-B4EF-4CD4-BA69-13B7B90CE47C}" dt="2023-02-10T12:43:39.390" v="843" actId="27636"/>
          <ac:spMkLst>
            <pc:docMk/>
            <pc:sldMk cId="3034181382" sldId="2147471183"/>
            <ac:spMk id="5" creationId="{79AF6332-9B38-4807-B8E8-D0F55C506D47}"/>
          </ac:spMkLst>
        </pc:spChg>
      </pc:sldChg>
      <pc:sldChg chg="add addCm modCm">
        <pc:chgData name="Li,Yuting (HP Medicine) BII-CN-S" userId="ce8fbb54-122c-426d-b8da-fdcc5e1b5022" providerId="ADAL" clId="{EF24BF29-B4EF-4CD4-BA69-13B7B90CE47C}" dt="2023-02-10T13:27:03.592" v="2099"/>
        <pc:sldMkLst>
          <pc:docMk/>
          <pc:sldMk cId="4084061762" sldId="2147471184"/>
        </pc:sldMkLst>
      </pc:sldChg>
      <pc:sldChg chg="addSp modSp add mod modNotesTx">
        <pc:chgData name="Li,Yuting (HP Medicine) BII-CN-S" userId="ce8fbb54-122c-426d-b8da-fdcc5e1b5022" providerId="ADAL" clId="{EF24BF29-B4EF-4CD4-BA69-13B7B90CE47C}" dt="2023-02-15T11:51:58.510" v="6445" actId="20577"/>
        <pc:sldMkLst>
          <pc:docMk/>
          <pc:sldMk cId="1872835041" sldId="2147471185"/>
        </pc:sldMkLst>
        <pc:spChg chg="mod">
          <ac:chgData name="Li,Yuting (HP Medicine) BII-CN-S" userId="ce8fbb54-122c-426d-b8da-fdcc5e1b5022" providerId="ADAL" clId="{EF24BF29-B4EF-4CD4-BA69-13B7B90CE47C}" dt="2023-02-11T21:04:27.928" v="3877" actId="20577"/>
          <ac:spMkLst>
            <pc:docMk/>
            <pc:sldMk cId="1872835041" sldId="2147471185"/>
            <ac:spMk id="25" creationId="{97CE9050-DA11-497A-A5A0-DB0987903F23}"/>
          </ac:spMkLst>
        </pc:spChg>
        <pc:spChg chg="mod">
          <ac:chgData name="Li,Yuting (HP Medicine) BII-CN-S" userId="ce8fbb54-122c-426d-b8da-fdcc5e1b5022" providerId="ADAL" clId="{EF24BF29-B4EF-4CD4-BA69-13B7B90CE47C}" dt="2023-02-10T13:42:26.861" v="2710" actId="20577"/>
          <ac:spMkLst>
            <pc:docMk/>
            <pc:sldMk cId="1872835041" sldId="2147471185"/>
            <ac:spMk id="74" creationId="{00000000-0000-0000-0000-000000000000}"/>
          </ac:spMkLst>
        </pc:spChg>
        <pc:spChg chg="mod">
          <ac:chgData name="Li,Yuting (HP Medicine) BII-CN-S" userId="ce8fbb54-122c-426d-b8da-fdcc5e1b5022" providerId="ADAL" clId="{EF24BF29-B4EF-4CD4-BA69-13B7B90CE47C}" dt="2023-02-10T13:39:15.561" v="2605" actId="20577"/>
          <ac:spMkLst>
            <pc:docMk/>
            <pc:sldMk cId="1872835041" sldId="2147471185"/>
            <ac:spMk id="76" creationId="{00000000-0000-0000-0000-000000000000}"/>
          </ac:spMkLst>
        </pc:spChg>
        <pc:spChg chg="mod">
          <ac:chgData name="Li,Yuting (HP Medicine) BII-CN-S" userId="ce8fbb54-122c-426d-b8da-fdcc5e1b5022" providerId="ADAL" clId="{EF24BF29-B4EF-4CD4-BA69-13B7B90CE47C}" dt="2023-02-10T13:43:39.925" v="2750" actId="1035"/>
          <ac:spMkLst>
            <pc:docMk/>
            <pc:sldMk cId="1872835041" sldId="2147471185"/>
            <ac:spMk id="82" creationId="{BB8CA441-CAF3-49DE-9132-10328C7407DA}"/>
          </ac:spMkLst>
        </pc:spChg>
        <pc:spChg chg="mod">
          <ac:chgData name="Li,Yuting (HP Medicine) BII-CN-S" userId="ce8fbb54-122c-426d-b8da-fdcc5e1b5022" providerId="ADAL" clId="{EF24BF29-B4EF-4CD4-BA69-13B7B90CE47C}" dt="2023-02-10T13:43:39.925" v="2750" actId="1035"/>
          <ac:spMkLst>
            <pc:docMk/>
            <pc:sldMk cId="1872835041" sldId="2147471185"/>
            <ac:spMk id="83" creationId="{00000000-0000-0000-0000-000000000000}"/>
          </ac:spMkLst>
        </pc:spChg>
        <pc:spChg chg="mod">
          <ac:chgData name="Li,Yuting (HP Medicine) BII-CN-S" userId="ce8fbb54-122c-426d-b8da-fdcc5e1b5022" providerId="ADAL" clId="{EF24BF29-B4EF-4CD4-BA69-13B7B90CE47C}" dt="2023-02-10T13:43:39.925" v="2750" actId="1035"/>
          <ac:spMkLst>
            <pc:docMk/>
            <pc:sldMk cId="1872835041" sldId="2147471185"/>
            <ac:spMk id="85" creationId="{00000000-0000-0000-0000-000000000000}"/>
          </ac:spMkLst>
        </pc:spChg>
        <pc:spChg chg="mod">
          <ac:chgData name="Li,Yuting (HP Medicine) BII-CN-S" userId="ce8fbb54-122c-426d-b8da-fdcc5e1b5022" providerId="ADAL" clId="{EF24BF29-B4EF-4CD4-BA69-13B7B90CE47C}" dt="2023-02-10T13:43:39.925" v="2750" actId="1035"/>
          <ac:spMkLst>
            <pc:docMk/>
            <pc:sldMk cId="1872835041" sldId="2147471185"/>
            <ac:spMk id="87" creationId="{A0625694-4FCE-4EE7-92E6-C9D58783651F}"/>
          </ac:spMkLst>
        </pc:spChg>
        <pc:spChg chg="mod">
          <ac:chgData name="Li,Yuting (HP Medicine) BII-CN-S" userId="ce8fbb54-122c-426d-b8da-fdcc5e1b5022" providerId="ADAL" clId="{EF24BF29-B4EF-4CD4-BA69-13B7B90CE47C}" dt="2023-02-10T13:43:39.925" v="2750" actId="1035"/>
          <ac:spMkLst>
            <pc:docMk/>
            <pc:sldMk cId="1872835041" sldId="2147471185"/>
            <ac:spMk id="88" creationId="{00000000-0000-0000-0000-000000000000}"/>
          </ac:spMkLst>
        </pc:spChg>
        <pc:spChg chg="mod">
          <ac:chgData name="Li,Yuting (HP Medicine) BII-CN-S" userId="ce8fbb54-122c-426d-b8da-fdcc5e1b5022" providerId="ADAL" clId="{EF24BF29-B4EF-4CD4-BA69-13B7B90CE47C}" dt="2023-02-10T13:44:00.193" v="2754" actId="20577"/>
          <ac:spMkLst>
            <pc:docMk/>
            <pc:sldMk cId="1872835041" sldId="2147471185"/>
            <ac:spMk id="155" creationId="{26B3E208-A368-4F0B-95D0-585EA32D5B38}"/>
          </ac:spMkLst>
        </pc:spChg>
        <pc:spChg chg="mod">
          <ac:chgData name="Li,Yuting (HP Medicine) BII-CN-S" userId="ce8fbb54-122c-426d-b8da-fdcc5e1b5022" providerId="ADAL" clId="{EF24BF29-B4EF-4CD4-BA69-13B7B90CE47C}" dt="2023-02-15T11:51:58.510" v="6445" actId="20577"/>
          <ac:spMkLst>
            <pc:docMk/>
            <pc:sldMk cId="1872835041" sldId="2147471185"/>
            <ac:spMk id="168" creationId="{65EA3170-CB0D-432D-8631-319933F816A2}"/>
          </ac:spMkLst>
        </pc:spChg>
        <pc:spChg chg="mod">
          <ac:chgData name="Li,Yuting (HP Medicine) BII-CN-S" userId="ce8fbb54-122c-426d-b8da-fdcc5e1b5022" providerId="ADAL" clId="{EF24BF29-B4EF-4CD4-BA69-13B7B90CE47C}" dt="2023-02-10T13:43:48.228" v="2751" actId="1076"/>
          <ac:spMkLst>
            <pc:docMk/>
            <pc:sldMk cId="1872835041" sldId="2147471185"/>
            <ac:spMk id="176" creationId="{D3AE9AFB-1837-41A9-92FD-2D4648C9FF99}"/>
          </ac:spMkLst>
        </pc:spChg>
        <pc:spChg chg="add mod">
          <ac:chgData name="Li,Yuting (HP Medicine) BII-CN-S" userId="ce8fbb54-122c-426d-b8da-fdcc5e1b5022" providerId="ADAL" clId="{EF24BF29-B4EF-4CD4-BA69-13B7B90CE47C}" dt="2023-02-10T13:43:53.076" v="2752" actId="1076"/>
          <ac:spMkLst>
            <pc:docMk/>
            <pc:sldMk cId="1872835041" sldId="2147471185"/>
            <ac:spMk id="183" creationId="{07CBD3F1-4D9D-4A02-8EAB-6228F63034A2}"/>
          </ac:spMkLst>
        </pc:spChg>
        <pc:spChg chg="mod">
          <ac:chgData name="Li,Yuting (HP Medicine) BII-CN-S" userId="ce8fbb54-122c-426d-b8da-fdcc5e1b5022" providerId="ADAL" clId="{EF24BF29-B4EF-4CD4-BA69-13B7B90CE47C}" dt="2023-02-10T13:44:32.621" v="2756" actId="20577"/>
          <ac:spMkLst>
            <pc:docMk/>
            <pc:sldMk cId="1872835041" sldId="2147471185"/>
            <ac:spMk id="192" creationId="{31193A60-52A8-4E9D-BB69-B3D203C95D66}"/>
          </ac:spMkLst>
        </pc:spChg>
        <pc:spChg chg="mod">
          <ac:chgData name="Li,Yuting (HP Medicine) BII-CN-S" userId="ce8fbb54-122c-426d-b8da-fdcc5e1b5022" providerId="ADAL" clId="{EF24BF29-B4EF-4CD4-BA69-13B7B90CE47C}" dt="2023-02-10T13:43:39.925" v="2750" actId="1035"/>
          <ac:spMkLst>
            <pc:docMk/>
            <pc:sldMk cId="1872835041" sldId="2147471185"/>
            <ac:spMk id="198" creationId="{1774BA4C-C416-48F1-818F-A2111977357D}"/>
          </ac:spMkLst>
        </pc:spChg>
        <pc:grpChg chg="mod">
          <ac:chgData name="Li,Yuting (HP Medicine) BII-CN-S" userId="ce8fbb54-122c-426d-b8da-fdcc5e1b5022" providerId="ADAL" clId="{EF24BF29-B4EF-4CD4-BA69-13B7B90CE47C}" dt="2023-02-10T13:32:55.237" v="2318" actId="1076"/>
          <ac:grpSpMkLst>
            <pc:docMk/>
            <pc:sldMk cId="1872835041" sldId="2147471185"/>
            <ac:grpSpMk id="203" creationId="{3855D1D5-D3D2-4F97-9E67-F3646B91ACCC}"/>
          </ac:grpSpMkLst>
        </pc:grpChg>
      </pc:sldChg>
      <pc:sldChg chg="add addCm modCm">
        <pc:chgData name="Li,Yuting (HP Medicine) BII-CN-S" userId="ce8fbb54-122c-426d-b8da-fdcc5e1b5022" providerId="ADAL" clId="{EF24BF29-B4EF-4CD4-BA69-13B7B90CE47C}" dt="2023-02-10T13:45:07.073" v="2758"/>
        <pc:sldMkLst>
          <pc:docMk/>
          <pc:sldMk cId="4049709740" sldId="2147471186"/>
        </pc:sldMkLst>
      </pc:sldChg>
      <pc:sldChg chg="add">
        <pc:chgData name="Li,Yuting (HP Medicine) BII-CN-S" userId="ce8fbb54-122c-426d-b8da-fdcc5e1b5022" providerId="ADAL" clId="{EF24BF29-B4EF-4CD4-BA69-13B7B90CE47C}" dt="2023-02-10T13:27:30.785" v="2100"/>
        <pc:sldMkLst>
          <pc:docMk/>
          <pc:sldMk cId="215114030" sldId="2147471187"/>
        </pc:sldMkLst>
      </pc:sldChg>
      <pc:sldChg chg="add">
        <pc:chgData name="Li,Yuting (HP Medicine) BII-CN-S" userId="ce8fbb54-122c-426d-b8da-fdcc5e1b5022" providerId="ADAL" clId="{EF24BF29-B4EF-4CD4-BA69-13B7B90CE47C}" dt="2023-02-10T13:27:30.785" v="2100"/>
        <pc:sldMkLst>
          <pc:docMk/>
          <pc:sldMk cId="3401218100" sldId="2147471188"/>
        </pc:sldMkLst>
      </pc:sldChg>
      <pc:sldChg chg="add">
        <pc:chgData name="Li,Yuting (HP Medicine) BII-CN-S" userId="ce8fbb54-122c-426d-b8da-fdcc5e1b5022" providerId="ADAL" clId="{EF24BF29-B4EF-4CD4-BA69-13B7B90CE47C}" dt="2023-02-10T13:27:30.785" v="2100"/>
        <pc:sldMkLst>
          <pc:docMk/>
          <pc:sldMk cId="407908213" sldId="2147471189"/>
        </pc:sldMkLst>
      </pc:sldChg>
      <pc:sldChg chg="modSp add mod">
        <pc:chgData name="Li,Yuting (HP Medicine) BII-CN-S" userId="ce8fbb54-122c-426d-b8da-fdcc5e1b5022" providerId="ADAL" clId="{EF24BF29-B4EF-4CD4-BA69-13B7B90CE47C}" dt="2023-02-15T11:19:47.461" v="6141" actId="20577"/>
        <pc:sldMkLst>
          <pc:docMk/>
          <pc:sldMk cId="91123792" sldId="2147471190"/>
        </pc:sldMkLst>
        <pc:spChg chg="mod">
          <ac:chgData name="Li,Yuting (HP Medicine) BII-CN-S" userId="ce8fbb54-122c-426d-b8da-fdcc5e1b5022" providerId="ADAL" clId="{EF24BF29-B4EF-4CD4-BA69-13B7B90CE47C}" dt="2023-02-10T13:47:06.414" v="2769" actId="1076"/>
          <ac:spMkLst>
            <pc:docMk/>
            <pc:sldMk cId="91123792" sldId="2147471190"/>
            <ac:spMk id="101" creationId="{652D871A-8217-4BD8-A503-BA3EEDA62A16}"/>
          </ac:spMkLst>
        </pc:spChg>
        <pc:spChg chg="mod">
          <ac:chgData name="Li,Yuting (HP Medicine) BII-CN-S" userId="ce8fbb54-122c-426d-b8da-fdcc5e1b5022" providerId="ADAL" clId="{EF24BF29-B4EF-4CD4-BA69-13B7B90CE47C}" dt="2023-02-15T11:19:47.461" v="6141" actId="20577"/>
          <ac:spMkLst>
            <pc:docMk/>
            <pc:sldMk cId="91123792" sldId="2147471190"/>
            <ac:spMk id="111" creationId="{40929094-C8CC-4BCB-B988-FAC9EF24EDE7}"/>
          </ac:spMkLst>
        </pc:spChg>
        <pc:cxnChg chg="mod">
          <ac:chgData name="Li,Yuting (HP Medicine) BII-CN-S" userId="ce8fbb54-122c-426d-b8da-fdcc5e1b5022" providerId="ADAL" clId="{EF24BF29-B4EF-4CD4-BA69-13B7B90CE47C}" dt="2023-02-10T13:47:11.096" v="2770" actId="1076"/>
          <ac:cxnSpMkLst>
            <pc:docMk/>
            <pc:sldMk cId="91123792" sldId="2147471190"/>
            <ac:cxnSpMk id="100" creationId="{BF5FE6AA-25B7-4F2C-B9AC-FAE01DE0759D}"/>
          </ac:cxnSpMkLst>
        </pc:cxnChg>
      </pc:sldChg>
      <pc:sldChg chg="add">
        <pc:chgData name="Li,Yuting (HP Medicine) BII-CN-S" userId="ce8fbb54-122c-426d-b8da-fdcc5e1b5022" providerId="ADAL" clId="{EF24BF29-B4EF-4CD4-BA69-13B7B90CE47C}" dt="2023-02-10T13:47:44.275" v="2771"/>
        <pc:sldMkLst>
          <pc:docMk/>
          <pc:sldMk cId="1161439986" sldId="2147471191"/>
        </pc:sldMkLst>
      </pc:sldChg>
      <pc:sldChg chg="addSp modSp add mod addCm modCm">
        <pc:chgData name="Li,Yuting (HP Medicine) BII-CN-S" userId="ce8fbb54-122c-426d-b8da-fdcc5e1b5022" providerId="ADAL" clId="{EF24BF29-B4EF-4CD4-BA69-13B7B90CE47C}" dt="2023-02-15T08:36:45.530" v="4629" actId="1076"/>
        <pc:sldMkLst>
          <pc:docMk/>
          <pc:sldMk cId="621823731" sldId="2147471192"/>
        </pc:sldMkLst>
        <pc:spChg chg="mod">
          <ac:chgData name="Li,Yuting (HP Medicine) BII-CN-S" userId="ce8fbb54-122c-426d-b8da-fdcc5e1b5022" providerId="ADAL" clId="{EF24BF29-B4EF-4CD4-BA69-13B7B90CE47C}" dt="2023-02-11T20:24:18.085" v="3128" actId="1076"/>
          <ac:spMkLst>
            <pc:docMk/>
            <pc:sldMk cId="621823731" sldId="2147471192"/>
            <ac:spMk id="62" creationId="{CD85B817-8531-43FF-BC59-76B1A69AEED5}"/>
          </ac:spMkLst>
        </pc:spChg>
        <pc:spChg chg="mod">
          <ac:chgData name="Li,Yuting (HP Medicine) BII-CN-S" userId="ce8fbb54-122c-426d-b8da-fdcc5e1b5022" providerId="ADAL" clId="{EF24BF29-B4EF-4CD4-BA69-13B7B90CE47C}" dt="2023-02-11T20:23:10.890" v="3120" actId="1038"/>
          <ac:spMkLst>
            <pc:docMk/>
            <pc:sldMk cId="621823731" sldId="2147471192"/>
            <ac:spMk id="63" creationId="{492A0DBE-71F0-4ECE-858D-E9D50C6C3455}"/>
          </ac:spMkLst>
        </pc:spChg>
        <pc:spChg chg="mod">
          <ac:chgData name="Li,Yuting (HP Medicine) BII-CN-S" userId="ce8fbb54-122c-426d-b8da-fdcc5e1b5022" providerId="ADAL" clId="{EF24BF29-B4EF-4CD4-BA69-13B7B90CE47C}" dt="2023-02-11T20:26:29.466" v="3170" actId="20577"/>
          <ac:spMkLst>
            <pc:docMk/>
            <pc:sldMk cId="621823731" sldId="2147471192"/>
            <ac:spMk id="64" creationId="{9224C17E-1AA1-4096-A3FD-25D6FD8BA444}"/>
          </ac:spMkLst>
        </pc:spChg>
        <pc:spChg chg="mod">
          <ac:chgData name="Li,Yuting (HP Medicine) BII-CN-S" userId="ce8fbb54-122c-426d-b8da-fdcc5e1b5022" providerId="ADAL" clId="{EF24BF29-B4EF-4CD4-BA69-13B7B90CE47C}" dt="2023-02-11T20:23:10.890" v="3120" actId="1038"/>
          <ac:spMkLst>
            <pc:docMk/>
            <pc:sldMk cId="621823731" sldId="2147471192"/>
            <ac:spMk id="65" creationId="{046EF5FC-A42C-4B15-B99E-B2D65FB76B3A}"/>
          </ac:spMkLst>
        </pc:spChg>
        <pc:spChg chg="mod">
          <ac:chgData name="Li,Yuting (HP Medicine) BII-CN-S" userId="ce8fbb54-122c-426d-b8da-fdcc5e1b5022" providerId="ADAL" clId="{EF24BF29-B4EF-4CD4-BA69-13B7B90CE47C}" dt="2023-02-11T20:23:10.890" v="3120" actId="1038"/>
          <ac:spMkLst>
            <pc:docMk/>
            <pc:sldMk cId="621823731" sldId="2147471192"/>
            <ac:spMk id="66" creationId="{AA1FC58A-7FD1-4C87-B38A-80F539A7916D}"/>
          </ac:spMkLst>
        </pc:spChg>
        <pc:spChg chg="mod">
          <ac:chgData name="Li,Yuting (HP Medicine) BII-CN-S" userId="ce8fbb54-122c-426d-b8da-fdcc5e1b5022" providerId="ADAL" clId="{EF24BF29-B4EF-4CD4-BA69-13B7B90CE47C}" dt="2023-02-11T20:21:36.323" v="3047" actId="1038"/>
          <ac:spMkLst>
            <pc:docMk/>
            <pc:sldMk cId="621823731" sldId="2147471192"/>
            <ac:spMk id="67" creationId="{91974D9D-A93D-4138-B4F5-14B83E9DE45F}"/>
          </ac:spMkLst>
        </pc:spChg>
        <pc:spChg chg="mod">
          <ac:chgData name="Li,Yuting (HP Medicine) BII-CN-S" userId="ce8fbb54-122c-426d-b8da-fdcc5e1b5022" providerId="ADAL" clId="{EF24BF29-B4EF-4CD4-BA69-13B7B90CE47C}" dt="2023-02-11T20:21:36.323" v="3047" actId="1038"/>
          <ac:spMkLst>
            <pc:docMk/>
            <pc:sldMk cId="621823731" sldId="2147471192"/>
            <ac:spMk id="73" creationId="{8DB81F6E-058E-4407-9718-CC3C19BF1A4F}"/>
          </ac:spMkLst>
        </pc:spChg>
        <pc:spChg chg="mod">
          <ac:chgData name="Li,Yuting (HP Medicine) BII-CN-S" userId="ce8fbb54-122c-426d-b8da-fdcc5e1b5022" providerId="ADAL" clId="{EF24BF29-B4EF-4CD4-BA69-13B7B90CE47C}" dt="2023-02-11T20:21:36.323" v="3047" actId="1038"/>
          <ac:spMkLst>
            <pc:docMk/>
            <pc:sldMk cId="621823731" sldId="2147471192"/>
            <ac:spMk id="74" creationId="{09757339-FB64-4FE3-B3F8-D62913619651}"/>
          </ac:spMkLst>
        </pc:spChg>
        <pc:spChg chg="mod">
          <ac:chgData name="Li,Yuting (HP Medicine) BII-CN-S" userId="ce8fbb54-122c-426d-b8da-fdcc5e1b5022" providerId="ADAL" clId="{EF24BF29-B4EF-4CD4-BA69-13B7B90CE47C}" dt="2023-02-11T20:25:37.171" v="3157" actId="14100"/>
          <ac:spMkLst>
            <pc:docMk/>
            <pc:sldMk cId="621823731" sldId="2147471192"/>
            <ac:spMk id="75" creationId="{F8DB0387-0155-47EB-9556-44C1C5A7E1C9}"/>
          </ac:spMkLst>
        </pc:spChg>
        <pc:spChg chg="mod">
          <ac:chgData name="Li,Yuting (HP Medicine) BII-CN-S" userId="ce8fbb54-122c-426d-b8da-fdcc5e1b5022" providerId="ADAL" clId="{EF24BF29-B4EF-4CD4-BA69-13B7B90CE47C}" dt="2023-02-11T20:22:13.587" v="3066" actId="20577"/>
          <ac:spMkLst>
            <pc:docMk/>
            <pc:sldMk cId="621823731" sldId="2147471192"/>
            <ac:spMk id="76" creationId="{9B9DE7A4-6B10-4642-A68C-F1D62E095891}"/>
          </ac:spMkLst>
        </pc:spChg>
        <pc:spChg chg="mod">
          <ac:chgData name="Li,Yuting (HP Medicine) BII-CN-S" userId="ce8fbb54-122c-426d-b8da-fdcc5e1b5022" providerId="ADAL" clId="{EF24BF29-B4EF-4CD4-BA69-13B7B90CE47C}" dt="2023-02-11T20:21:36.323" v="3047" actId="1038"/>
          <ac:spMkLst>
            <pc:docMk/>
            <pc:sldMk cId="621823731" sldId="2147471192"/>
            <ac:spMk id="77" creationId="{0DA3DF2D-D0D9-4772-84D6-48F9BF8287AC}"/>
          </ac:spMkLst>
        </pc:spChg>
        <pc:spChg chg="mod">
          <ac:chgData name="Li,Yuting (HP Medicine) BII-CN-S" userId="ce8fbb54-122c-426d-b8da-fdcc5e1b5022" providerId="ADAL" clId="{EF24BF29-B4EF-4CD4-BA69-13B7B90CE47C}" dt="2023-02-11T20:21:36.323" v="3047" actId="1038"/>
          <ac:spMkLst>
            <pc:docMk/>
            <pc:sldMk cId="621823731" sldId="2147471192"/>
            <ac:spMk id="80" creationId="{5CB93D55-4B2E-4A2B-944E-9AE32FE4A98D}"/>
          </ac:spMkLst>
        </pc:spChg>
        <pc:spChg chg="mod">
          <ac:chgData name="Li,Yuting (HP Medicine) BII-CN-S" userId="ce8fbb54-122c-426d-b8da-fdcc5e1b5022" providerId="ADAL" clId="{EF24BF29-B4EF-4CD4-BA69-13B7B90CE47C}" dt="2023-02-11T20:22:31.257" v="3070" actId="20577"/>
          <ac:spMkLst>
            <pc:docMk/>
            <pc:sldMk cId="621823731" sldId="2147471192"/>
            <ac:spMk id="81" creationId="{F10BB8CE-599D-48A6-9495-FAF7129E3BA5}"/>
          </ac:spMkLst>
        </pc:spChg>
        <pc:spChg chg="mod">
          <ac:chgData name="Li,Yuting (HP Medicine) BII-CN-S" userId="ce8fbb54-122c-426d-b8da-fdcc5e1b5022" providerId="ADAL" clId="{EF24BF29-B4EF-4CD4-BA69-13B7B90CE47C}" dt="2023-02-11T20:22:44.200" v="3075" actId="20577"/>
          <ac:spMkLst>
            <pc:docMk/>
            <pc:sldMk cId="621823731" sldId="2147471192"/>
            <ac:spMk id="82" creationId="{696789EA-6A8D-4234-AD57-B5AA6DF6DE34}"/>
          </ac:spMkLst>
        </pc:spChg>
        <pc:spChg chg="mod">
          <ac:chgData name="Li,Yuting (HP Medicine) BII-CN-S" userId="ce8fbb54-122c-426d-b8da-fdcc5e1b5022" providerId="ADAL" clId="{EF24BF29-B4EF-4CD4-BA69-13B7B90CE47C}" dt="2023-02-11T20:21:36.323" v="3047" actId="1038"/>
          <ac:spMkLst>
            <pc:docMk/>
            <pc:sldMk cId="621823731" sldId="2147471192"/>
            <ac:spMk id="85" creationId="{5AC68164-03D3-4B4E-B30A-CC584C7AF647}"/>
          </ac:spMkLst>
        </pc:spChg>
        <pc:spChg chg="mod">
          <ac:chgData name="Li,Yuting (HP Medicine) BII-CN-S" userId="ce8fbb54-122c-426d-b8da-fdcc5e1b5022" providerId="ADAL" clId="{EF24BF29-B4EF-4CD4-BA69-13B7B90CE47C}" dt="2023-02-15T08:29:12.842" v="4543" actId="20577"/>
          <ac:spMkLst>
            <pc:docMk/>
            <pc:sldMk cId="621823731" sldId="2147471192"/>
            <ac:spMk id="86" creationId="{AAD1D292-97F0-4B08-979E-B78ECBF621CA}"/>
          </ac:spMkLst>
        </pc:spChg>
        <pc:spChg chg="add mod">
          <ac:chgData name="Li,Yuting (HP Medicine) BII-CN-S" userId="ce8fbb54-122c-426d-b8da-fdcc5e1b5022" providerId="ADAL" clId="{EF24BF29-B4EF-4CD4-BA69-13B7B90CE47C}" dt="2023-02-15T08:31:39.493" v="4552" actId="1076"/>
          <ac:spMkLst>
            <pc:docMk/>
            <pc:sldMk cId="621823731" sldId="2147471192"/>
            <ac:spMk id="87" creationId="{441E5F8A-C545-4724-8AD5-0AD4FBDF4ACA}"/>
          </ac:spMkLst>
        </pc:spChg>
        <pc:spChg chg="mod">
          <ac:chgData name="Li,Yuting (HP Medicine) BII-CN-S" userId="ce8fbb54-122c-426d-b8da-fdcc5e1b5022" providerId="ADAL" clId="{EF24BF29-B4EF-4CD4-BA69-13B7B90CE47C}" dt="2023-02-11T20:18:49.129" v="3001" actId="20577"/>
          <ac:spMkLst>
            <pc:docMk/>
            <pc:sldMk cId="621823731" sldId="2147471192"/>
            <ac:spMk id="88" creationId="{9224C17E-1AA1-4096-A3FD-25D6FD8BA444}"/>
          </ac:spMkLst>
        </pc:spChg>
        <pc:spChg chg="add mod">
          <ac:chgData name="Li,Yuting (HP Medicine) BII-CN-S" userId="ce8fbb54-122c-426d-b8da-fdcc5e1b5022" providerId="ADAL" clId="{EF24BF29-B4EF-4CD4-BA69-13B7B90CE47C}" dt="2023-02-15T08:29:42.376" v="4546" actId="1076"/>
          <ac:spMkLst>
            <pc:docMk/>
            <pc:sldMk cId="621823731" sldId="2147471192"/>
            <ac:spMk id="89" creationId="{97129F07-EFBC-4EB0-980E-B918BCD33FB9}"/>
          </ac:spMkLst>
        </pc:spChg>
        <pc:spChg chg="mod">
          <ac:chgData name="Li,Yuting (HP Medicine) BII-CN-S" userId="ce8fbb54-122c-426d-b8da-fdcc5e1b5022" providerId="ADAL" clId="{EF24BF29-B4EF-4CD4-BA69-13B7B90CE47C}" dt="2023-02-15T08:34:59.995" v="4628" actId="6549"/>
          <ac:spMkLst>
            <pc:docMk/>
            <pc:sldMk cId="621823731" sldId="2147471192"/>
            <ac:spMk id="90" creationId="{9466DE8F-DCCC-4688-AD54-68172F2C8E9F}"/>
          </ac:spMkLst>
        </pc:spChg>
        <pc:spChg chg="mod">
          <ac:chgData name="Li,Yuting (HP Medicine) BII-CN-S" userId="ce8fbb54-122c-426d-b8da-fdcc5e1b5022" providerId="ADAL" clId="{EF24BF29-B4EF-4CD4-BA69-13B7B90CE47C}" dt="2023-02-11T20:15:32.323" v="2977" actId="6549"/>
          <ac:spMkLst>
            <pc:docMk/>
            <pc:sldMk cId="621823731" sldId="2147471192"/>
            <ac:spMk id="91" creationId="{C3812FD7-D0AE-47D6-ACA6-C4FB5D7B6BAE}"/>
          </ac:spMkLst>
        </pc:spChg>
        <pc:spChg chg="mod">
          <ac:chgData name="Li,Yuting (HP Medicine) BII-CN-S" userId="ce8fbb54-122c-426d-b8da-fdcc5e1b5022" providerId="ADAL" clId="{EF24BF29-B4EF-4CD4-BA69-13B7B90CE47C}" dt="2023-02-11T20:15:43.481" v="2978" actId="1076"/>
          <ac:spMkLst>
            <pc:docMk/>
            <pc:sldMk cId="621823731" sldId="2147471192"/>
            <ac:spMk id="94" creationId="{DB1EDE00-E170-409A-94BE-AE18FDC4BE17}"/>
          </ac:spMkLst>
        </pc:spChg>
        <pc:spChg chg="mod">
          <ac:chgData name="Li,Yuting (HP Medicine) BII-CN-S" userId="ce8fbb54-122c-426d-b8da-fdcc5e1b5022" providerId="ADAL" clId="{EF24BF29-B4EF-4CD4-BA69-13B7B90CE47C}" dt="2023-02-11T20:18:14.804" v="2997" actId="20577"/>
          <ac:spMkLst>
            <pc:docMk/>
            <pc:sldMk cId="621823731" sldId="2147471192"/>
            <ac:spMk id="99" creationId="{60F985A7-AFE4-4927-9447-634719D10FAA}"/>
          </ac:spMkLst>
        </pc:spChg>
        <pc:spChg chg="mod">
          <ac:chgData name="Li,Yuting (HP Medicine) BII-CN-S" userId="ce8fbb54-122c-426d-b8da-fdcc5e1b5022" providerId="ADAL" clId="{EF24BF29-B4EF-4CD4-BA69-13B7B90CE47C}" dt="2023-02-11T20:19:07.244" v="3005" actId="20577"/>
          <ac:spMkLst>
            <pc:docMk/>
            <pc:sldMk cId="621823731" sldId="2147471192"/>
            <ac:spMk id="113" creationId="{A2BFCC99-10CA-4B3D-B761-C3B50E1A72E2}"/>
          </ac:spMkLst>
        </pc:spChg>
        <pc:spChg chg="mod">
          <ac:chgData name="Li,Yuting (HP Medicine) BII-CN-S" userId="ce8fbb54-122c-426d-b8da-fdcc5e1b5022" providerId="ADAL" clId="{EF24BF29-B4EF-4CD4-BA69-13B7B90CE47C}" dt="2023-02-11T20:19:28.506" v="3009" actId="20577"/>
          <ac:spMkLst>
            <pc:docMk/>
            <pc:sldMk cId="621823731" sldId="2147471192"/>
            <ac:spMk id="135" creationId="{27E01833-72AF-477E-AE8F-2DD7F1F4B984}"/>
          </ac:spMkLst>
        </pc:spChg>
        <pc:spChg chg="mod">
          <ac:chgData name="Li,Yuting (HP Medicine) BII-CN-S" userId="ce8fbb54-122c-426d-b8da-fdcc5e1b5022" providerId="ADAL" clId="{EF24BF29-B4EF-4CD4-BA69-13B7B90CE47C}" dt="2023-02-11T20:19:45.754" v="3017" actId="20577"/>
          <ac:spMkLst>
            <pc:docMk/>
            <pc:sldMk cId="621823731" sldId="2147471192"/>
            <ac:spMk id="137" creationId="{1CA4D503-0497-424B-83B6-B28389852B8A}"/>
          </ac:spMkLst>
        </pc:spChg>
        <pc:spChg chg="mod">
          <ac:chgData name="Li,Yuting (HP Medicine) BII-CN-S" userId="ce8fbb54-122c-426d-b8da-fdcc5e1b5022" providerId="ADAL" clId="{EF24BF29-B4EF-4CD4-BA69-13B7B90CE47C}" dt="2023-02-11T20:25:18.645" v="3153" actId="1076"/>
          <ac:spMkLst>
            <pc:docMk/>
            <pc:sldMk cId="621823731" sldId="2147471192"/>
            <ac:spMk id="140" creationId="{2C476CE0-4E49-48BA-9546-8CA92E930315}"/>
          </ac:spMkLst>
        </pc:spChg>
        <pc:spChg chg="mod">
          <ac:chgData name="Li,Yuting (HP Medicine) BII-CN-S" userId="ce8fbb54-122c-426d-b8da-fdcc5e1b5022" providerId="ADAL" clId="{EF24BF29-B4EF-4CD4-BA69-13B7B90CE47C}" dt="2023-02-11T20:24:52.606" v="3148" actId="14100"/>
          <ac:spMkLst>
            <pc:docMk/>
            <pc:sldMk cId="621823731" sldId="2147471192"/>
            <ac:spMk id="142" creationId="{13BBD805-6B4E-49B8-8A28-7FC80412D5B3}"/>
          </ac:spMkLst>
        </pc:spChg>
        <pc:spChg chg="mod">
          <ac:chgData name="Li,Yuting (HP Medicine) BII-CN-S" userId="ce8fbb54-122c-426d-b8da-fdcc5e1b5022" providerId="ADAL" clId="{EF24BF29-B4EF-4CD4-BA69-13B7B90CE47C}" dt="2023-02-11T20:24:22.579" v="3138" actId="1038"/>
          <ac:spMkLst>
            <pc:docMk/>
            <pc:sldMk cId="621823731" sldId="2147471192"/>
            <ac:spMk id="145" creationId="{FF2EE900-EF38-4A20-8571-F11FC61C771A}"/>
          </ac:spMkLst>
        </pc:spChg>
        <pc:spChg chg="mod">
          <ac:chgData name="Li,Yuting (HP Medicine) BII-CN-S" userId="ce8fbb54-122c-426d-b8da-fdcc5e1b5022" providerId="ADAL" clId="{EF24BF29-B4EF-4CD4-BA69-13B7B90CE47C}" dt="2023-02-11T20:24:46.117" v="3147" actId="20577"/>
          <ac:spMkLst>
            <pc:docMk/>
            <pc:sldMk cId="621823731" sldId="2147471192"/>
            <ac:spMk id="146" creationId="{D8665EA8-642E-464A-8E61-6CC42C7EAA9D}"/>
          </ac:spMkLst>
        </pc:spChg>
        <pc:spChg chg="mod">
          <ac:chgData name="Li,Yuting (HP Medicine) BII-CN-S" userId="ce8fbb54-122c-426d-b8da-fdcc5e1b5022" providerId="ADAL" clId="{EF24BF29-B4EF-4CD4-BA69-13B7B90CE47C}" dt="2023-02-11T20:24:10.396" v="3126" actId="14100"/>
          <ac:spMkLst>
            <pc:docMk/>
            <pc:sldMk cId="621823731" sldId="2147471192"/>
            <ac:spMk id="157" creationId="{83AE17D1-044B-4E09-A946-5D7AB7449FC4}"/>
          </ac:spMkLst>
        </pc:spChg>
        <pc:spChg chg="mod">
          <ac:chgData name="Li,Yuting (HP Medicine) BII-CN-S" userId="ce8fbb54-122c-426d-b8da-fdcc5e1b5022" providerId="ADAL" clId="{EF24BF29-B4EF-4CD4-BA69-13B7B90CE47C}" dt="2023-02-11T20:24:34.748" v="3140" actId="1076"/>
          <ac:spMkLst>
            <pc:docMk/>
            <pc:sldMk cId="621823731" sldId="2147471192"/>
            <ac:spMk id="159" creationId="{8FE32EC3-3CF8-432E-AD3B-66E01719D1D9}"/>
          </ac:spMkLst>
        </pc:spChg>
        <pc:spChg chg="mod">
          <ac:chgData name="Li,Yuting (HP Medicine) BII-CN-S" userId="ce8fbb54-122c-426d-b8da-fdcc5e1b5022" providerId="ADAL" clId="{EF24BF29-B4EF-4CD4-BA69-13B7B90CE47C}" dt="2023-02-11T20:24:38.012" v="3141" actId="1076"/>
          <ac:spMkLst>
            <pc:docMk/>
            <pc:sldMk cId="621823731" sldId="2147471192"/>
            <ac:spMk id="168" creationId="{4DB12822-D323-4E0B-AE96-3644EF7C47E3}"/>
          </ac:spMkLst>
        </pc:spChg>
        <pc:spChg chg="mod">
          <ac:chgData name="Li,Yuting (HP Medicine) BII-CN-S" userId="ce8fbb54-122c-426d-b8da-fdcc5e1b5022" providerId="ADAL" clId="{EF24BF29-B4EF-4CD4-BA69-13B7B90CE47C}" dt="2023-02-11T20:25:58.410" v="3160" actId="20577"/>
          <ac:spMkLst>
            <pc:docMk/>
            <pc:sldMk cId="621823731" sldId="2147471192"/>
            <ac:spMk id="171" creationId="{5DF7619E-8037-4119-9490-E9399FFC5DFC}"/>
          </ac:spMkLst>
        </pc:spChg>
        <pc:spChg chg="mod">
          <ac:chgData name="Li,Yuting (HP Medicine) BII-CN-S" userId="ce8fbb54-122c-426d-b8da-fdcc5e1b5022" providerId="ADAL" clId="{EF24BF29-B4EF-4CD4-BA69-13B7B90CE47C}" dt="2023-02-11T20:26:42" v="3181" actId="20577"/>
          <ac:spMkLst>
            <pc:docMk/>
            <pc:sldMk cId="621823731" sldId="2147471192"/>
            <ac:spMk id="179" creationId="{26065365-701B-49F2-A4F2-67DAA340F0E4}"/>
          </ac:spMkLst>
        </pc:spChg>
        <pc:spChg chg="mod">
          <ac:chgData name="Li,Yuting (HP Medicine) BII-CN-S" userId="ce8fbb54-122c-426d-b8da-fdcc5e1b5022" providerId="ADAL" clId="{EF24BF29-B4EF-4CD4-BA69-13B7B90CE47C}" dt="2023-02-11T20:23:10.890" v="3120" actId="1038"/>
          <ac:spMkLst>
            <pc:docMk/>
            <pc:sldMk cId="621823731" sldId="2147471192"/>
            <ac:spMk id="180" creationId="{9FB0C716-9760-49BC-A0B9-28FAFE2996DF}"/>
          </ac:spMkLst>
        </pc:spChg>
        <pc:spChg chg="mod">
          <ac:chgData name="Li,Yuting (HP Medicine) BII-CN-S" userId="ce8fbb54-122c-426d-b8da-fdcc5e1b5022" providerId="ADAL" clId="{EF24BF29-B4EF-4CD4-BA69-13B7B90CE47C}" dt="2023-02-11T20:23:10.890" v="3120" actId="1038"/>
          <ac:spMkLst>
            <pc:docMk/>
            <pc:sldMk cId="621823731" sldId="2147471192"/>
            <ac:spMk id="181" creationId="{EEA5C35B-8C6C-40D7-AB8F-8B0B207C03C4}"/>
          </ac:spMkLst>
        </pc:spChg>
        <pc:spChg chg="mod">
          <ac:chgData name="Li,Yuting (HP Medicine) BII-CN-S" userId="ce8fbb54-122c-426d-b8da-fdcc5e1b5022" providerId="ADAL" clId="{EF24BF29-B4EF-4CD4-BA69-13B7B90CE47C}" dt="2023-02-11T20:25:41.156" v="3158" actId="1076"/>
          <ac:spMkLst>
            <pc:docMk/>
            <pc:sldMk cId="621823731" sldId="2147471192"/>
            <ac:spMk id="182" creationId="{4BB69CD1-8557-4943-A31D-BD0F30F97741}"/>
          </ac:spMkLst>
        </pc:spChg>
        <pc:picChg chg="mod">
          <ac:chgData name="Li,Yuting (HP Medicine) BII-CN-S" userId="ce8fbb54-122c-426d-b8da-fdcc5e1b5022" providerId="ADAL" clId="{EF24BF29-B4EF-4CD4-BA69-13B7B90CE47C}" dt="2023-02-15T08:36:45.530" v="4629" actId="1076"/>
          <ac:picMkLst>
            <pc:docMk/>
            <pc:sldMk cId="621823731" sldId="2147471192"/>
            <ac:picMk id="136" creationId="{5DF35124-76EA-48BC-A0C2-E6E910CE4843}"/>
          </ac:picMkLst>
        </pc:picChg>
        <pc:cxnChg chg="add mod">
          <ac:chgData name="Li,Yuting (HP Medicine) BII-CN-S" userId="ce8fbb54-122c-426d-b8da-fdcc5e1b5022" providerId="ADAL" clId="{EF24BF29-B4EF-4CD4-BA69-13B7B90CE47C}" dt="2023-02-15T08:32:19.430" v="4560" actId="692"/>
          <ac:cxnSpMkLst>
            <pc:docMk/>
            <pc:sldMk cId="621823731" sldId="2147471192"/>
            <ac:cxnSpMk id="7" creationId="{D5E4D754-2D79-46C6-8299-CDB9EB01BF12}"/>
          </ac:cxnSpMkLst>
        </pc:cxnChg>
        <pc:cxnChg chg="mod">
          <ac:chgData name="Li,Yuting (HP Medicine) BII-CN-S" userId="ce8fbb54-122c-426d-b8da-fdcc5e1b5022" providerId="ADAL" clId="{EF24BF29-B4EF-4CD4-BA69-13B7B90CE47C}" dt="2023-02-11T20:21:36.323" v="3047" actId="1038"/>
          <ac:cxnSpMkLst>
            <pc:docMk/>
            <pc:sldMk cId="621823731" sldId="2147471192"/>
            <ac:cxnSpMk id="79" creationId="{EF2DEDA1-5D42-4DEC-85C9-8AAAA3FA0A9A}"/>
          </ac:cxnSpMkLst>
        </pc:cxnChg>
      </pc:sldChg>
      <pc:sldChg chg="add del">
        <pc:chgData name="Li,Yuting (HP Medicine) BII-CN-S" userId="ce8fbb54-122c-426d-b8da-fdcc5e1b5022" providerId="ADAL" clId="{EF24BF29-B4EF-4CD4-BA69-13B7B90CE47C}" dt="2023-02-11T20:15:13.517" v="2975" actId="2696"/>
        <pc:sldMkLst>
          <pc:docMk/>
          <pc:sldMk cId="1984744604" sldId="2147471192"/>
        </pc:sldMkLst>
      </pc:sldChg>
      <pc:sldChg chg="add mod modShow">
        <pc:chgData name="Li,Yuting (HP Medicine) BII-CN-S" userId="ce8fbb54-122c-426d-b8da-fdcc5e1b5022" providerId="ADAL" clId="{EF24BF29-B4EF-4CD4-BA69-13B7B90CE47C}" dt="2023-02-11T20:36:02.925" v="3538" actId="729"/>
        <pc:sldMkLst>
          <pc:docMk/>
          <pc:sldMk cId="706619874" sldId="2147471193"/>
        </pc:sldMkLst>
      </pc:sldChg>
      <pc:sldChg chg="delSp modSp add mod">
        <pc:chgData name="Li,Yuting (HP Medicine) BII-CN-S" userId="ce8fbb54-122c-426d-b8da-fdcc5e1b5022" providerId="ADAL" clId="{EF24BF29-B4EF-4CD4-BA69-13B7B90CE47C}" dt="2023-02-11T20:52:05.087" v="3571" actId="478"/>
        <pc:sldMkLst>
          <pc:docMk/>
          <pc:sldMk cId="648276360" sldId="2147471194"/>
        </pc:sldMkLst>
        <pc:spChg chg="del">
          <ac:chgData name="Li,Yuting (HP Medicine) BII-CN-S" userId="ce8fbb54-122c-426d-b8da-fdcc5e1b5022" providerId="ADAL" clId="{EF24BF29-B4EF-4CD4-BA69-13B7B90CE47C}" dt="2023-02-11T20:52:05.087" v="3571" actId="478"/>
          <ac:spMkLst>
            <pc:docMk/>
            <pc:sldMk cId="648276360" sldId="2147471194"/>
            <ac:spMk id="56" creationId="{18E01B7C-2B5D-4093-A909-969E37A9F66D}"/>
          </ac:spMkLst>
        </pc:spChg>
        <pc:spChg chg="del mod">
          <ac:chgData name="Li,Yuting (HP Medicine) BII-CN-S" userId="ce8fbb54-122c-426d-b8da-fdcc5e1b5022" providerId="ADAL" clId="{EF24BF29-B4EF-4CD4-BA69-13B7B90CE47C}" dt="2023-02-11T20:52:01.151" v="3570" actId="478"/>
          <ac:spMkLst>
            <pc:docMk/>
            <pc:sldMk cId="648276360" sldId="2147471194"/>
            <ac:spMk id="58" creationId="{18C5BE3B-766C-489C-956D-A4853F53D675}"/>
          </ac:spMkLst>
        </pc:spChg>
        <pc:spChg chg="mod">
          <ac:chgData name="Li,Yuting (HP Medicine) BII-CN-S" userId="ce8fbb54-122c-426d-b8da-fdcc5e1b5022" providerId="ADAL" clId="{EF24BF29-B4EF-4CD4-BA69-13B7B90CE47C}" dt="2023-02-11T20:50:43.214" v="3562" actId="20577"/>
          <ac:spMkLst>
            <pc:docMk/>
            <pc:sldMk cId="648276360" sldId="2147471194"/>
            <ac:spMk id="86" creationId="{35B6FB51-A084-46C4-B930-729C50F9349D}"/>
          </ac:spMkLst>
        </pc:spChg>
        <pc:spChg chg="mod">
          <ac:chgData name="Li,Yuting (HP Medicine) BII-CN-S" userId="ce8fbb54-122c-426d-b8da-fdcc5e1b5022" providerId="ADAL" clId="{EF24BF29-B4EF-4CD4-BA69-13B7B90CE47C}" dt="2023-02-11T20:36:21.380" v="3540" actId="1076"/>
          <ac:spMkLst>
            <pc:docMk/>
            <pc:sldMk cId="648276360" sldId="2147471194"/>
            <ac:spMk id="99" creationId="{D11E8C8E-EA83-4AF2-B5EA-9A0D5FDC196B}"/>
          </ac:spMkLst>
        </pc:spChg>
      </pc:sldChg>
      <pc:sldChg chg="addSp delSp modSp new del mod">
        <pc:chgData name="Li,Yuting (HP Medicine) BII-CN-S" userId="ce8fbb54-122c-426d-b8da-fdcc5e1b5022" providerId="ADAL" clId="{EF24BF29-B4EF-4CD4-BA69-13B7B90CE47C}" dt="2023-02-15T07:26:42.139" v="4326" actId="47"/>
        <pc:sldMkLst>
          <pc:docMk/>
          <pc:sldMk cId="1514832556" sldId="2147471195"/>
        </pc:sldMkLst>
        <pc:spChg chg="del">
          <ac:chgData name="Li,Yuting (HP Medicine) BII-CN-S" userId="ce8fbb54-122c-426d-b8da-fdcc5e1b5022" providerId="ADAL" clId="{EF24BF29-B4EF-4CD4-BA69-13B7B90CE47C}" dt="2023-02-15T02:37:32.748" v="4275" actId="3680"/>
          <ac:spMkLst>
            <pc:docMk/>
            <pc:sldMk cId="1514832556" sldId="2147471195"/>
            <ac:spMk id="2" creationId="{860A21DE-0234-4BEF-AE69-DEBD5AEAED51}"/>
          </ac:spMkLst>
        </pc:spChg>
        <pc:spChg chg="mod">
          <ac:chgData name="Li,Yuting (HP Medicine) BII-CN-S" userId="ce8fbb54-122c-426d-b8da-fdcc5e1b5022" providerId="ADAL" clId="{EF24BF29-B4EF-4CD4-BA69-13B7B90CE47C}" dt="2023-02-15T02:37:14.016" v="4274" actId="20577"/>
          <ac:spMkLst>
            <pc:docMk/>
            <pc:sldMk cId="1514832556" sldId="2147471195"/>
            <ac:spMk id="6" creationId="{57BCFAD4-892E-46B4-ADAC-F6D9C48B44AA}"/>
          </ac:spMkLst>
        </pc:spChg>
        <pc:graphicFrameChg chg="add mod ord modGraphic">
          <ac:chgData name="Li,Yuting (HP Medicine) BII-CN-S" userId="ce8fbb54-122c-426d-b8da-fdcc5e1b5022" providerId="ADAL" clId="{EF24BF29-B4EF-4CD4-BA69-13B7B90CE47C}" dt="2023-02-15T02:38:45.874" v="4324" actId="20577"/>
          <ac:graphicFrameMkLst>
            <pc:docMk/>
            <pc:sldMk cId="1514832556" sldId="2147471195"/>
            <ac:graphicFrameMk id="7" creationId="{2C5AEDE5-56D5-41A9-979F-91A83F267EC1}"/>
          </ac:graphicFrameMkLst>
        </pc:graphicFrameChg>
      </pc:sldChg>
      <pc:sldMasterChg chg="delSldLayout">
        <pc:chgData name="Li,Yuting (HP Medicine) BII-CN-S" userId="ce8fbb54-122c-426d-b8da-fdcc5e1b5022" providerId="ADAL" clId="{EF24BF29-B4EF-4CD4-BA69-13B7B90CE47C}" dt="2023-02-10T10:32:56.693" v="12" actId="47"/>
        <pc:sldMasterMkLst>
          <pc:docMk/>
          <pc:sldMasterMk cId="2865055379" sldId="2147483679"/>
        </pc:sldMasterMkLst>
        <pc:sldLayoutChg chg="del">
          <pc:chgData name="Li,Yuting (HP Medicine) BII-CN-S" userId="ce8fbb54-122c-426d-b8da-fdcc5e1b5022" providerId="ADAL" clId="{EF24BF29-B4EF-4CD4-BA69-13B7B90CE47C}" dt="2023-02-10T10:32:56.693" v="12" actId="47"/>
          <pc:sldLayoutMkLst>
            <pc:docMk/>
            <pc:sldMasterMk cId="2865055379" sldId="2147483679"/>
            <pc:sldLayoutMk cId="2065788212" sldId="2147484510"/>
          </pc:sldLayoutMkLst>
        </pc:sldLayoutChg>
      </pc:sldMasterChg>
    </pc:docChg>
  </pc:docChgLst>
  <pc:docChgLst>
    <pc:chgData name="Li,Yuting (HP Medicine) BII-CN-S" userId="ce8fbb54-122c-426d-b8da-fdcc5e1b5022" providerId="ADAL" clId="{F00A6E38-12F9-4F95-AC46-0B758BE54B71}"/>
    <pc:docChg chg="undo custSel addSld modSld">
      <pc:chgData name="Li,Yuting (HP Medicine) BII-CN-S" userId="ce8fbb54-122c-426d-b8da-fdcc5e1b5022" providerId="ADAL" clId="{F00A6E38-12F9-4F95-AC46-0B758BE54B71}" dt="2023-05-15T08:41:16.698" v="969" actId="478"/>
      <pc:docMkLst>
        <pc:docMk/>
      </pc:docMkLst>
      <pc:sldChg chg="delSp add mod modShow">
        <pc:chgData name="Li,Yuting (HP Medicine) BII-CN-S" userId="ce8fbb54-122c-426d-b8da-fdcc5e1b5022" providerId="ADAL" clId="{F00A6E38-12F9-4F95-AC46-0B758BE54B71}" dt="2023-05-10T11:52:11.217" v="535" actId="729"/>
        <pc:sldMkLst>
          <pc:docMk/>
          <pc:sldMk cId="1117386255" sldId="291"/>
        </pc:sldMkLst>
        <pc:spChg chg="del">
          <ac:chgData name="Li,Yuting (HP Medicine) BII-CN-S" userId="ce8fbb54-122c-426d-b8da-fdcc5e1b5022" providerId="ADAL" clId="{F00A6E38-12F9-4F95-AC46-0B758BE54B71}" dt="2023-05-10T11:51:59.179" v="534" actId="478"/>
          <ac:spMkLst>
            <pc:docMk/>
            <pc:sldMk cId="1117386255" sldId="291"/>
            <ac:spMk id="3" creationId="{7972C2F4-1F81-426B-8F37-5CD57DCE38FB}"/>
          </ac:spMkLst>
        </pc:spChg>
      </pc:sldChg>
      <pc:sldChg chg="modSp mod">
        <pc:chgData name="Li,Yuting (HP Medicine) BII-CN-S" userId="ce8fbb54-122c-426d-b8da-fdcc5e1b5022" providerId="ADAL" clId="{F00A6E38-12F9-4F95-AC46-0B758BE54B71}" dt="2023-05-10T13:50:04.632" v="704" actId="1076"/>
        <pc:sldMkLst>
          <pc:docMk/>
          <pc:sldMk cId="3596583069" sldId="2147471212"/>
        </pc:sldMkLst>
        <pc:spChg chg="mod">
          <ac:chgData name="Li,Yuting (HP Medicine) BII-CN-S" userId="ce8fbb54-122c-426d-b8da-fdcc5e1b5022" providerId="ADAL" clId="{F00A6E38-12F9-4F95-AC46-0B758BE54B71}" dt="2023-05-10T13:49:51.702" v="701" actId="404"/>
          <ac:spMkLst>
            <pc:docMk/>
            <pc:sldMk cId="3596583069" sldId="2147471212"/>
            <ac:spMk id="19" creationId="{8B347624-7A6D-49C5-A0C1-0C077CF433E9}"/>
          </ac:spMkLst>
        </pc:spChg>
        <pc:spChg chg="mod">
          <ac:chgData name="Li,Yuting (HP Medicine) BII-CN-S" userId="ce8fbb54-122c-426d-b8da-fdcc5e1b5022" providerId="ADAL" clId="{F00A6E38-12F9-4F95-AC46-0B758BE54B71}" dt="2023-05-10T13:49:59.403" v="703" actId="404"/>
          <ac:spMkLst>
            <pc:docMk/>
            <pc:sldMk cId="3596583069" sldId="2147471212"/>
            <ac:spMk id="21" creationId="{B46731AF-10A3-4748-9463-247B7DEC4963}"/>
          </ac:spMkLst>
        </pc:spChg>
        <pc:spChg chg="mod">
          <ac:chgData name="Li,Yuting (HP Medicine) BII-CN-S" userId="ce8fbb54-122c-426d-b8da-fdcc5e1b5022" providerId="ADAL" clId="{F00A6E38-12F9-4F95-AC46-0B758BE54B71}" dt="2023-05-10T13:49:55.665" v="702" actId="404"/>
          <ac:spMkLst>
            <pc:docMk/>
            <pc:sldMk cId="3596583069" sldId="2147471212"/>
            <ac:spMk id="22" creationId="{48EC2FC3-8256-4BA8-AFB9-0C0F2B45F8BE}"/>
          </ac:spMkLst>
        </pc:spChg>
        <pc:grpChg chg="mod">
          <ac:chgData name="Li,Yuting (HP Medicine) BII-CN-S" userId="ce8fbb54-122c-426d-b8da-fdcc5e1b5022" providerId="ADAL" clId="{F00A6E38-12F9-4F95-AC46-0B758BE54B71}" dt="2023-05-10T13:50:04.632" v="704" actId="1076"/>
          <ac:grpSpMkLst>
            <pc:docMk/>
            <pc:sldMk cId="3596583069" sldId="2147471212"/>
            <ac:grpSpMk id="16" creationId="{94D4EBE3-7949-4EEB-8C1B-96B6BD5C4391}"/>
          </ac:grpSpMkLst>
        </pc:grpChg>
      </pc:sldChg>
      <pc:sldChg chg="delCm">
        <pc:chgData name="Li,Yuting (HP Medicine) BII-CN-S" userId="ce8fbb54-122c-426d-b8da-fdcc5e1b5022" providerId="ADAL" clId="{F00A6E38-12F9-4F95-AC46-0B758BE54B71}" dt="2023-05-09T15:04:14.980" v="0" actId="1592"/>
        <pc:sldMkLst>
          <pc:docMk/>
          <pc:sldMk cId="1855604625" sldId="2147471228"/>
        </pc:sldMkLst>
      </pc:sldChg>
      <pc:sldChg chg="modSp mod">
        <pc:chgData name="Li,Yuting (HP Medicine) BII-CN-S" userId="ce8fbb54-122c-426d-b8da-fdcc5e1b5022" providerId="ADAL" clId="{F00A6E38-12F9-4F95-AC46-0B758BE54B71}" dt="2023-05-11T02:24:31.052" v="856" actId="208"/>
        <pc:sldMkLst>
          <pc:docMk/>
          <pc:sldMk cId="1481600618" sldId="2147471230"/>
        </pc:sldMkLst>
        <pc:spChg chg="mod">
          <ac:chgData name="Li,Yuting (HP Medicine) BII-CN-S" userId="ce8fbb54-122c-426d-b8da-fdcc5e1b5022" providerId="ADAL" clId="{F00A6E38-12F9-4F95-AC46-0B758BE54B71}" dt="2023-05-11T02:24:31.052" v="856" actId="208"/>
          <ac:spMkLst>
            <pc:docMk/>
            <pc:sldMk cId="1481600618" sldId="2147471230"/>
            <ac:spMk id="107" creationId="{7DDA071E-5F80-4527-AE47-F1E7B2DC2A5B}"/>
          </ac:spMkLst>
        </pc:spChg>
      </pc:sldChg>
      <pc:sldChg chg="modSp mod">
        <pc:chgData name="Li,Yuting (HP Medicine) BII-CN-S" userId="ce8fbb54-122c-426d-b8da-fdcc5e1b5022" providerId="ADAL" clId="{F00A6E38-12F9-4F95-AC46-0B758BE54B71}" dt="2023-05-11T01:04:45.943" v="848" actId="1076"/>
        <pc:sldMkLst>
          <pc:docMk/>
          <pc:sldMk cId="4208219063" sldId="2147474020"/>
        </pc:sldMkLst>
        <pc:spChg chg="mod">
          <ac:chgData name="Li,Yuting (HP Medicine) BII-CN-S" userId="ce8fbb54-122c-426d-b8da-fdcc5e1b5022" providerId="ADAL" clId="{F00A6E38-12F9-4F95-AC46-0B758BE54B71}" dt="2023-05-11T01:04:45.943" v="848" actId="1076"/>
          <ac:spMkLst>
            <pc:docMk/>
            <pc:sldMk cId="4208219063" sldId="2147474020"/>
            <ac:spMk id="5" creationId="{F398A011-DB77-41CD-85A6-0562409DEB43}"/>
          </ac:spMkLst>
        </pc:spChg>
        <pc:spChg chg="mod">
          <ac:chgData name="Li,Yuting (HP Medicine) BII-CN-S" userId="ce8fbb54-122c-426d-b8da-fdcc5e1b5022" providerId="ADAL" clId="{F00A6E38-12F9-4F95-AC46-0B758BE54B71}" dt="2023-05-11T01:04:15.190" v="817" actId="20577"/>
          <ac:spMkLst>
            <pc:docMk/>
            <pc:sldMk cId="4208219063" sldId="2147474020"/>
            <ac:spMk id="211" creationId="{1C41EB08-1924-4349-866B-8A6824998F27}"/>
          </ac:spMkLst>
        </pc:spChg>
      </pc:sldChg>
      <pc:sldChg chg="modSp mod">
        <pc:chgData name="Li,Yuting (HP Medicine) BII-CN-S" userId="ce8fbb54-122c-426d-b8da-fdcc5e1b5022" providerId="ADAL" clId="{F00A6E38-12F9-4F95-AC46-0B758BE54B71}" dt="2023-05-11T02:16:12.164" v="855" actId="1076"/>
        <pc:sldMkLst>
          <pc:docMk/>
          <pc:sldMk cId="3666047214" sldId="2147474021"/>
        </pc:sldMkLst>
        <pc:spChg chg="mod">
          <ac:chgData name="Li,Yuting (HP Medicine) BII-CN-S" userId="ce8fbb54-122c-426d-b8da-fdcc5e1b5022" providerId="ADAL" clId="{F00A6E38-12F9-4F95-AC46-0B758BE54B71}" dt="2023-05-11T02:16:12.164" v="855" actId="1076"/>
          <ac:spMkLst>
            <pc:docMk/>
            <pc:sldMk cId="3666047214" sldId="2147474021"/>
            <ac:spMk id="41" creationId="{80672632-5059-4D01-BB59-096554D9CD3A}"/>
          </ac:spMkLst>
        </pc:spChg>
      </pc:sldChg>
      <pc:sldChg chg="modSp mod">
        <pc:chgData name="Li,Yuting (HP Medicine) BII-CN-S" userId="ce8fbb54-122c-426d-b8da-fdcc5e1b5022" providerId="ADAL" clId="{F00A6E38-12F9-4F95-AC46-0B758BE54B71}" dt="2023-05-11T02:24:40.141" v="857" actId="208"/>
        <pc:sldMkLst>
          <pc:docMk/>
          <pc:sldMk cId="1754274489" sldId="2147474022"/>
        </pc:sldMkLst>
        <pc:spChg chg="mod">
          <ac:chgData name="Li,Yuting (HP Medicine) BII-CN-S" userId="ce8fbb54-122c-426d-b8da-fdcc5e1b5022" providerId="ADAL" clId="{F00A6E38-12F9-4F95-AC46-0B758BE54B71}" dt="2023-05-11T02:24:40.141" v="857" actId="208"/>
          <ac:spMkLst>
            <pc:docMk/>
            <pc:sldMk cId="1754274489" sldId="2147474022"/>
            <ac:spMk id="75" creationId="{23E443ED-C91E-4425-963C-DB47A7F0B19C}"/>
          </ac:spMkLst>
        </pc:spChg>
      </pc:sldChg>
      <pc:sldChg chg="modSp mod">
        <pc:chgData name="Li,Yuting (HP Medicine) BII-CN-S" userId="ce8fbb54-122c-426d-b8da-fdcc5e1b5022" providerId="ADAL" clId="{F00A6E38-12F9-4F95-AC46-0B758BE54B71}" dt="2023-05-10T12:17:59.924" v="542" actId="20577"/>
        <pc:sldMkLst>
          <pc:docMk/>
          <pc:sldMk cId="603432166" sldId="2147474023"/>
        </pc:sldMkLst>
        <pc:spChg chg="mod">
          <ac:chgData name="Li,Yuting (HP Medicine) BII-CN-S" userId="ce8fbb54-122c-426d-b8da-fdcc5e1b5022" providerId="ADAL" clId="{F00A6E38-12F9-4F95-AC46-0B758BE54B71}" dt="2023-05-10T12:17:59.924" v="542" actId="20577"/>
          <ac:spMkLst>
            <pc:docMk/>
            <pc:sldMk cId="603432166" sldId="2147474023"/>
            <ac:spMk id="6" creationId="{25357EA1-1F19-4D1B-9A4E-2EAB26F09BB9}"/>
          </ac:spMkLst>
        </pc:spChg>
        <pc:spChg chg="mod">
          <ac:chgData name="Li,Yuting (HP Medicine) BII-CN-S" userId="ce8fbb54-122c-426d-b8da-fdcc5e1b5022" providerId="ADAL" clId="{F00A6E38-12F9-4F95-AC46-0B758BE54B71}" dt="2023-05-10T12:16:59.394" v="536" actId="6549"/>
          <ac:spMkLst>
            <pc:docMk/>
            <pc:sldMk cId="603432166" sldId="2147474023"/>
            <ac:spMk id="192" creationId="{31193A60-52A8-4E9D-BB69-B3D203C95D66}"/>
          </ac:spMkLst>
        </pc:spChg>
      </pc:sldChg>
      <pc:sldChg chg="addSp modSp mod delCm">
        <pc:chgData name="Li,Yuting (HP Medicine) BII-CN-S" userId="ce8fbb54-122c-426d-b8da-fdcc5e1b5022" providerId="ADAL" clId="{F00A6E38-12F9-4F95-AC46-0B758BE54B71}" dt="2023-05-11T02:27:16.513" v="865" actId="1076"/>
        <pc:sldMkLst>
          <pc:docMk/>
          <pc:sldMk cId="1788561112" sldId="2147474025"/>
        </pc:sldMkLst>
        <pc:spChg chg="add mod">
          <ac:chgData name="Li,Yuting (HP Medicine) BII-CN-S" userId="ce8fbb54-122c-426d-b8da-fdcc5e1b5022" providerId="ADAL" clId="{F00A6E38-12F9-4F95-AC46-0B758BE54B71}" dt="2023-05-10T12:55:44.678" v="601" actId="20577"/>
          <ac:spMkLst>
            <pc:docMk/>
            <pc:sldMk cId="1788561112" sldId="2147474025"/>
            <ac:spMk id="4" creationId="{FF7FB7D8-1B96-F1ED-0369-9BE5FAF91483}"/>
          </ac:spMkLst>
        </pc:spChg>
        <pc:spChg chg="mod">
          <ac:chgData name="Li,Yuting (HP Medicine) BII-CN-S" userId="ce8fbb54-122c-426d-b8da-fdcc5e1b5022" providerId="ADAL" clId="{F00A6E38-12F9-4F95-AC46-0B758BE54B71}" dt="2023-05-11T02:27:16.513" v="865" actId="1076"/>
          <ac:spMkLst>
            <pc:docMk/>
            <pc:sldMk cId="1788561112" sldId="2147474025"/>
            <ac:spMk id="8" creationId="{4DEC281D-222C-4658-A88E-D8BC0B213788}"/>
          </ac:spMkLst>
        </pc:spChg>
        <pc:graphicFrameChg chg="mod">
          <ac:chgData name="Li,Yuting (HP Medicine) BII-CN-S" userId="ce8fbb54-122c-426d-b8da-fdcc5e1b5022" providerId="ADAL" clId="{F00A6E38-12F9-4F95-AC46-0B758BE54B71}" dt="2023-05-11T02:26:50.024" v="861" actId="403"/>
          <ac:graphicFrameMkLst>
            <pc:docMk/>
            <pc:sldMk cId="1788561112" sldId="2147474025"/>
            <ac:graphicFrameMk id="6" creationId="{F5547939-5DC5-422D-B4B1-55428A5FBE1A}"/>
          </ac:graphicFrameMkLst>
        </pc:graphicFrameChg>
      </pc:sldChg>
      <pc:sldChg chg="addSp delSp modSp mod">
        <pc:chgData name="Li,Yuting (HP Medicine) BII-CN-S" userId="ce8fbb54-122c-426d-b8da-fdcc5e1b5022" providerId="ADAL" clId="{F00A6E38-12F9-4F95-AC46-0B758BE54B71}" dt="2023-05-11T01:25:09.704" v="850" actId="403"/>
        <pc:sldMkLst>
          <pc:docMk/>
          <pc:sldMk cId="2727252520" sldId="2147474028"/>
        </pc:sldMkLst>
        <pc:spChg chg="add del mod">
          <ac:chgData name="Li,Yuting (HP Medicine) BII-CN-S" userId="ce8fbb54-122c-426d-b8da-fdcc5e1b5022" providerId="ADAL" clId="{F00A6E38-12F9-4F95-AC46-0B758BE54B71}" dt="2023-05-10T11:38:53.102" v="299" actId="22"/>
          <ac:spMkLst>
            <pc:docMk/>
            <pc:sldMk cId="2727252520" sldId="2147474028"/>
            <ac:spMk id="3" creationId="{E4E39D2C-448D-8FD5-4AA6-BFC2DDD3D198}"/>
          </ac:spMkLst>
        </pc:spChg>
        <pc:spChg chg="mod">
          <ac:chgData name="Li,Yuting (HP Medicine) BII-CN-S" userId="ce8fbb54-122c-426d-b8da-fdcc5e1b5022" providerId="ADAL" clId="{F00A6E38-12F9-4F95-AC46-0B758BE54B71}" dt="2023-05-10T14:32:12.833" v="712" actId="20577"/>
          <ac:spMkLst>
            <pc:docMk/>
            <pc:sldMk cId="2727252520" sldId="2147474028"/>
            <ac:spMk id="43" creationId="{7DB58F02-0904-48E2-8535-EDAA523AEE6B}"/>
          </ac:spMkLst>
        </pc:spChg>
        <pc:spChg chg="mod">
          <ac:chgData name="Li,Yuting (HP Medicine) BII-CN-S" userId="ce8fbb54-122c-426d-b8da-fdcc5e1b5022" providerId="ADAL" clId="{F00A6E38-12F9-4F95-AC46-0B758BE54B71}" dt="2023-05-11T01:25:09.704" v="850" actId="403"/>
          <ac:spMkLst>
            <pc:docMk/>
            <pc:sldMk cId="2727252520" sldId="2147474028"/>
            <ac:spMk id="44" creationId="{C528FEA3-BBC8-4FC4-99E4-E5FEAC909DE5}"/>
          </ac:spMkLst>
        </pc:spChg>
      </pc:sldChg>
      <pc:sldChg chg="modSp mod delCm">
        <pc:chgData name="Li,Yuting (HP Medicine) BII-CN-S" userId="ce8fbb54-122c-426d-b8da-fdcc5e1b5022" providerId="ADAL" clId="{F00A6E38-12F9-4F95-AC46-0B758BE54B71}" dt="2023-05-11T00:58:28.482" v="804" actId="20577"/>
        <pc:sldMkLst>
          <pc:docMk/>
          <pc:sldMk cId="803344466" sldId="2147474030"/>
        </pc:sldMkLst>
        <pc:graphicFrameChg chg="modGraphic">
          <ac:chgData name="Li,Yuting (HP Medicine) BII-CN-S" userId="ce8fbb54-122c-426d-b8da-fdcc5e1b5022" providerId="ADAL" clId="{F00A6E38-12F9-4F95-AC46-0B758BE54B71}" dt="2023-05-11T00:58:28.482" v="804" actId="20577"/>
          <ac:graphicFrameMkLst>
            <pc:docMk/>
            <pc:sldMk cId="803344466" sldId="2147474030"/>
            <ac:graphicFrameMk id="12" creationId="{EE24276D-C300-4706-ACD2-32E108653E2B}"/>
          </ac:graphicFrameMkLst>
        </pc:graphicFrameChg>
      </pc:sldChg>
      <pc:sldChg chg="modSp mod modNotesTx">
        <pc:chgData name="Li,Yuting (HP Medicine) BII-CN-S" userId="ce8fbb54-122c-426d-b8da-fdcc5e1b5022" providerId="ADAL" clId="{F00A6E38-12F9-4F95-AC46-0B758BE54B71}" dt="2023-05-11T01:54:39.467" v="852" actId="403"/>
        <pc:sldMkLst>
          <pc:docMk/>
          <pc:sldMk cId="1728900075" sldId="2147474043"/>
        </pc:sldMkLst>
        <pc:spChg chg="mod">
          <ac:chgData name="Li,Yuting (HP Medicine) BII-CN-S" userId="ce8fbb54-122c-426d-b8da-fdcc5e1b5022" providerId="ADAL" clId="{F00A6E38-12F9-4F95-AC46-0B758BE54B71}" dt="2023-05-10T13:46:41.893" v="696" actId="20577"/>
          <ac:spMkLst>
            <pc:docMk/>
            <pc:sldMk cId="1728900075" sldId="2147474043"/>
            <ac:spMk id="4" creationId="{9B647F91-1C3C-485A-8F55-C312E59B05A2}"/>
          </ac:spMkLst>
        </pc:spChg>
        <pc:spChg chg="mod">
          <ac:chgData name="Li,Yuting (HP Medicine) BII-CN-S" userId="ce8fbb54-122c-426d-b8da-fdcc5e1b5022" providerId="ADAL" clId="{F00A6E38-12F9-4F95-AC46-0B758BE54B71}" dt="2023-05-11T01:54:39.467" v="852" actId="403"/>
          <ac:spMkLst>
            <pc:docMk/>
            <pc:sldMk cId="1728900075" sldId="2147474043"/>
            <ac:spMk id="12" creationId="{C900F43C-F4FF-4A5F-ADEF-A67452BFB7C9}"/>
          </ac:spMkLst>
        </pc:spChg>
      </pc:sldChg>
      <pc:sldChg chg="modSp mod delCm">
        <pc:chgData name="Li,Yuting (HP Medicine) BII-CN-S" userId="ce8fbb54-122c-426d-b8da-fdcc5e1b5022" providerId="ADAL" clId="{F00A6E38-12F9-4F95-AC46-0B758BE54B71}" dt="2023-05-11T02:25:06.524" v="859" actId="1582"/>
        <pc:sldMkLst>
          <pc:docMk/>
          <pc:sldMk cId="2636951252" sldId="2147474045"/>
        </pc:sldMkLst>
        <pc:spChg chg="mod">
          <ac:chgData name="Li,Yuting (HP Medicine) BII-CN-S" userId="ce8fbb54-122c-426d-b8da-fdcc5e1b5022" providerId="ADAL" clId="{F00A6E38-12F9-4F95-AC46-0B758BE54B71}" dt="2023-05-11T02:25:06.524" v="859" actId="1582"/>
          <ac:spMkLst>
            <pc:docMk/>
            <pc:sldMk cId="2636951252" sldId="2147474045"/>
            <ac:spMk id="4" creationId="{6AD27718-9578-4F25-8987-6E3AEE2D9C6C}"/>
          </ac:spMkLst>
        </pc:spChg>
      </pc:sldChg>
      <pc:sldChg chg="addSp delSp modSp mod delCm">
        <pc:chgData name="Li,Yuting (HP Medicine) BII-CN-S" userId="ce8fbb54-122c-426d-b8da-fdcc5e1b5022" providerId="ADAL" clId="{F00A6E38-12F9-4F95-AC46-0B758BE54B71}" dt="2023-05-15T08:41:16.698" v="969" actId="478"/>
        <pc:sldMkLst>
          <pc:docMk/>
          <pc:sldMk cId="2847275191" sldId="2147474046"/>
        </pc:sldMkLst>
        <pc:spChg chg="add mod">
          <ac:chgData name="Li,Yuting (HP Medicine) BII-CN-S" userId="ce8fbb54-122c-426d-b8da-fdcc5e1b5022" providerId="ADAL" clId="{F00A6E38-12F9-4F95-AC46-0B758BE54B71}" dt="2023-05-15T08:38:07.667" v="898" actId="20577"/>
          <ac:spMkLst>
            <pc:docMk/>
            <pc:sldMk cId="2847275191" sldId="2147474046"/>
            <ac:spMk id="8" creationId="{550384E0-65FC-53D8-C4E3-0F5949AAF98F}"/>
          </ac:spMkLst>
        </pc:spChg>
        <pc:spChg chg="add mod">
          <ac:chgData name="Li,Yuting (HP Medicine) BII-CN-S" userId="ce8fbb54-122c-426d-b8da-fdcc5e1b5022" providerId="ADAL" clId="{F00A6E38-12F9-4F95-AC46-0B758BE54B71}" dt="2023-05-15T08:40:14.077" v="949" actId="207"/>
          <ac:spMkLst>
            <pc:docMk/>
            <pc:sldMk cId="2847275191" sldId="2147474046"/>
            <ac:spMk id="10" creationId="{C8D4C40C-F440-F2EA-15E9-0DD3D27676BC}"/>
          </ac:spMkLst>
        </pc:spChg>
        <pc:spChg chg="add mod">
          <ac:chgData name="Li,Yuting (HP Medicine) BII-CN-S" userId="ce8fbb54-122c-426d-b8da-fdcc5e1b5022" providerId="ADAL" clId="{F00A6E38-12F9-4F95-AC46-0B758BE54B71}" dt="2023-05-15T08:38:28.727" v="904" actId="20577"/>
          <ac:spMkLst>
            <pc:docMk/>
            <pc:sldMk cId="2847275191" sldId="2147474046"/>
            <ac:spMk id="11" creationId="{56B23232-C7F4-EEEA-2DB7-2C00DD59E87F}"/>
          </ac:spMkLst>
        </pc:spChg>
        <pc:spChg chg="add mod">
          <ac:chgData name="Li,Yuting (HP Medicine) BII-CN-S" userId="ce8fbb54-122c-426d-b8da-fdcc5e1b5022" providerId="ADAL" clId="{F00A6E38-12F9-4F95-AC46-0B758BE54B71}" dt="2023-05-15T08:40:08.690" v="948" actId="207"/>
          <ac:spMkLst>
            <pc:docMk/>
            <pc:sldMk cId="2847275191" sldId="2147474046"/>
            <ac:spMk id="12" creationId="{13AB70E3-94D5-72AB-3F15-6CFC01BDE521}"/>
          </ac:spMkLst>
        </pc:spChg>
        <pc:spChg chg="add mod">
          <ac:chgData name="Li,Yuting (HP Medicine) BII-CN-S" userId="ce8fbb54-122c-426d-b8da-fdcc5e1b5022" providerId="ADAL" clId="{F00A6E38-12F9-4F95-AC46-0B758BE54B71}" dt="2023-05-15T08:40:20.922" v="950" actId="20577"/>
          <ac:spMkLst>
            <pc:docMk/>
            <pc:sldMk cId="2847275191" sldId="2147474046"/>
            <ac:spMk id="13" creationId="{27416EF5-E895-4578-F70D-39C020C59C37}"/>
          </ac:spMkLst>
        </pc:spChg>
        <pc:spChg chg="add mod">
          <ac:chgData name="Li,Yuting (HP Medicine) BII-CN-S" userId="ce8fbb54-122c-426d-b8da-fdcc5e1b5022" providerId="ADAL" clId="{F00A6E38-12F9-4F95-AC46-0B758BE54B71}" dt="2023-05-15T08:39:44.018" v="945" actId="1076"/>
          <ac:spMkLst>
            <pc:docMk/>
            <pc:sldMk cId="2847275191" sldId="2147474046"/>
            <ac:spMk id="14" creationId="{C4DF6003-EE50-3853-193F-6DE34F2443E4}"/>
          </ac:spMkLst>
        </pc:spChg>
        <pc:spChg chg="mod">
          <ac:chgData name="Li,Yuting (HP Medicine) BII-CN-S" userId="ce8fbb54-122c-426d-b8da-fdcc5e1b5022" providerId="ADAL" clId="{F00A6E38-12F9-4F95-AC46-0B758BE54B71}" dt="2023-05-15T08:40:48.479" v="967" actId="1076"/>
          <ac:spMkLst>
            <pc:docMk/>
            <pc:sldMk cId="2847275191" sldId="2147474046"/>
            <ac:spMk id="54" creationId="{1E3E7DC8-9142-46E1-8AF9-0C34BA97CE12}"/>
          </ac:spMkLst>
        </pc:spChg>
        <pc:spChg chg="mod">
          <ac:chgData name="Li,Yuting (HP Medicine) BII-CN-S" userId="ce8fbb54-122c-426d-b8da-fdcc5e1b5022" providerId="ADAL" clId="{F00A6E38-12F9-4F95-AC46-0B758BE54B71}" dt="2023-05-15T08:40:41.473" v="966" actId="1037"/>
          <ac:spMkLst>
            <pc:docMk/>
            <pc:sldMk cId="2847275191" sldId="2147474046"/>
            <ac:spMk id="60" creationId="{721D7A13-1B3E-43CC-ABB5-F2E158BD30C2}"/>
          </ac:spMkLst>
        </pc:spChg>
        <pc:spChg chg="mod">
          <ac:chgData name="Li,Yuting (HP Medicine) BII-CN-S" userId="ce8fbb54-122c-426d-b8da-fdcc5e1b5022" providerId="ADAL" clId="{F00A6E38-12F9-4F95-AC46-0B758BE54B71}" dt="2023-05-15T08:40:33.893" v="951" actId="1076"/>
          <ac:spMkLst>
            <pc:docMk/>
            <pc:sldMk cId="2847275191" sldId="2147474046"/>
            <ac:spMk id="61" creationId="{0A348597-006B-45C4-A56E-A5D614820CFB}"/>
          </ac:spMkLst>
        </pc:spChg>
        <pc:spChg chg="mod">
          <ac:chgData name="Li,Yuting (HP Medicine) BII-CN-S" userId="ce8fbb54-122c-426d-b8da-fdcc5e1b5022" providerId="ADAL" clId="{F00A6E38-12F9-4F95-AC46-0B758BE54B71}" dt="2023-05-11T02:25:12.001" v="860" actId="403"/>
          <ac:spMkLst>
            <pc:docMk/>
            <pc:sldMk cId="2847275191" sldId="2147474046"/>
            <ac:spMk id="62" creationId="{8DB07CF5-ABA1-4C9B-A9DA-0E66E05CDEC6}"/>
          </ac:spMkLst>
        </pc:spChg>
        <pc:spChg chg="mod">
          <ac:chgData name="Li,Yuting (HP Medicine) BII-CN-S" userId="ce8fbb54-122c-426d-b8da-fdcc5e1b5022" providerId="ADAL" clId="{F00A6E38-12F9-4F95-AC46-0B758BE54B71}" dt="2023-05-15T08:38:11.895" v="899" actId="1076"/>
          <ac:spMkLst>
            <pc:docMk/>
            <pc:sldMk cId="2847275191" sldId="2147474046"/>
            <ac:spMk id="87" creationId="{79232D5C-2A4E-4356-BAEE-C250FE23990F}"/>
          </ac:spMkLst>
        </pc:spChg>
        <pc:picChg chg="add del">
          <ac:chgData name="Li,Yuting (HP Medicine) BII-CN-S" userId="ce8fbb54-122c-426d-b8da-fdcc5e1b5022" providerId="ADAL" clId="{F00A6E38-12F9-4F95-AC46-0B758BE54B71}" dt="2023-05-15T08:41:16.698" v="969" actId="478"/>
          <ac:picMkLst>
            <pc:docMk/>
            <pc:sldMk cId="2847275191" sldId="2147474046"/>
            <ac:picMk id="64" creationId="{919DB46E-2822-4150-8AEE-CD7326FBC65D}"/>
          </ac:picMkLst>
        </pc:picChg>
      </pc:sldChg>
      <pc:sldChg chg="modSp mod">
        <pc:chgData name="Li,Yuting (HP Medicine) BII-CN-S" userId="ce8fbb54-122c-426d-b8da-fdcc5e1b5022" providerId="ADAL" clId="{F00A6E38-12F9-4F95-AC46-0B758BE54B71}" dt="2023-05-10T13:00:48.134" v="603" actId="20577"/>
        <pc:sldMkLst>
          <pc:docMk/>
          <pc:sldMk cId="2246301567" sldId="2147474050"/>
        </pc:sldMkLst>
        <pc:spChg chg="mod">
          <ac:chgData name="Li,Yuting (HP Medicine) BII-CN-S" userId="ce8fbb54-122c-426d-b8da-fdcc5e1b5022" providerId="ADAL" clId="{F00A6E38-12F9-4F95-AC46-0B758BE54B71}" dt="2023-05-10T13:00:48.134" v="603" actId="20577"/>
          <ac:spMkLst>
            <pc:docMk/>
            <pc:sldMk cId="2246301567" sldId="2147474050"/>
            <ac:spMk id="111" creationId="{40929094-C8CC-4BCB-B988-FAC9EF24EDE7}"/>
          </ac:spMkLst>
        </pc:spChg>
      </pc:sldChg>
      <pc:sldChg chg="delCm">
        <pc:chgData name="Li,Yuting (HP Medicine) BII-CN-S" userId="ce8fbb54-122c-426d-b8da-fdcc5e1b5022" providerId="ADAL" clId="{F00A6E38-12F9-4F95-AC46-0B758BE54B71}" dt="2023-05-09T15:04:14.999" v="4" actId="1592"/>
        <pc:sldMkLst>
          <pc:docMk/>
          <pc:sldMk cId="2122557118" sldId="2147474053"/>
        </pc:sldMkLst>
      </pc:sldChg>
      <pc:sldChg chg="addSp delSp modSp new mod">
        <pc:chgData name="Li,Yuting (HP Medicine) BII-CN-S" userId="ce8fbb54-122c-426d-b8da-fdcc5e1b5022" providerId="ADAL" clId="{F00A6E38-12F9-4F95-AC46-0B758BE54B71}" dt="2023-05-11T00:18:57.682" v="725" actId="20577"/>
        <pc:sldMkLst>
          <pc:docMk/>
          <pc:sldMk cId="3280788501" sldId="2147474054"/>
        </pc:sldMkLst>
        <pc:spChg chg="del">
          <ac:chgData name="Li,Yuting (HP Medicine) BII-CN-S" userId="ce8fbb54-122c-426d-b8da-fdcc5e1b5022" providerId="ADAL" clId="{F00A6E38-12F9-4F95-AC46-0B758BE54B71}" dt="2023-05-10T11:18:30.606" v="24"/>
          <ac:spMkLst>
            <pc:docMk/>
            <pc:sldMk cId="3280788501" sldId="2147474054"/>
            <ac:spMk id="2" creationId="{797FEBCD-78F4-A5E9-D0AD-0D698167A8A3}"/>
          </ac:spMkLst>
        </pc:spChg>
        <pc:spChg chg="mod">
          <ac:chgData name="Li,Yuting (HP Medicine) BII-CN-S" userId="ce8fbb54-122c-426d-b8da-fdcc5e1b5022" providerId="ADAL" clId="{F00A6E38-12F9-4F95-AC46-0B758BE54B71}" dt="2023-05-10T13:10:52.436" v="643" actId="20577"/>
          <ac:spMkLst>
            <pc:docMk/>
            <pc:sldMk cId="3280788501" sldId="2147474054"/>
            <ac:spMk id="4" creationId="{DCF27837-36BA-A323-26A1-0D4BACE59A93}"/>
          </ac:spMkLst>
        </pc:spChg>
        <pc:spChg chg="add mod">
          <ac:chgData name="Li,Yuting (HP Medicine) BII-CN-S" userId="ce8fbb54-122c-426d-b8da-fdcc5e1b5022" providerId="ADAL" clId="{F00A6E38-12F9-4F95-AC46-0B758BE54B71}" dt="2023-05-11T00:18:57.682" v="725" actId="20577"/>
          <ac:spMkLst>
            <pc:docMk/>
            <pc:sldMk cId="3280788501" sldId="2147474054"/>
            <ac:spMk id="7" creationId="{F1187271-3F5D-7615-5E6F-89403AE49302}"/>
          </ac:spMkLst>
        </pc:spChg>
        <pc:picChg chg="add del mod">
          <ac:chgData name="Li,Yuting (HP Medicine) BII-CN-S" userId="ce8fbb54-122c-426d-b8da-fdcc5e1b5022" providerId="ADAL" clId="{F00A6E38-12F9-4F95-AC46-0B758BE54B71}" dt="2023-05-10T11:18:32.519" v="25" actId="478"/>
          <ac:picMkLst>
            <pc:docMk/>
            <pc:sldMk cId="3280788501" sldId="2147474054"/>
            <ac:picMk id="5" creationId="{085882A0-7B1D-F80A-4DFC-394216996B13}"/>
          </ac:picMkLst>
        </pc:picChg>
      </pc:sldChg>
    </pc:docChg>
  </pc:docChgLst>
  <pc:docChgLst>
    <pc:chgData name="Wu,Dan (MED CD&amp;O) BII-CN-S" userId="S::dan.wu@boehringer-ingelheim.com::2543b386-fe23-4572-8b97-7e5aae483288" providerId="AD" clId="Web-{E10DC51B-D81D-28DA-DB3D-F9604325A3FC}"/>
    <pc:docChg chg="modSld">
      <pc:chgData name="Wu,Dan (MED CD&amp;O) BII-CN-S" userId="S::dan.wu@boehringer-ingelheim.com::2543b386-fe23-4572-8b97-7e5aae483288" providerId="AD" clId="Web-{E10DC51B-D81D-28DA-DB3D-F9604325A3FC}" dt="2022-03-10T02:00:14.855" v="4" actId="20577"/>
      <pc:docMkLst>
        <pc:docMk/>
      </pc:docMkLst>
      <pc:sldChg chg="modSp">
        <pc:chgData name="Wu,Dan (MED CD&amp;O) BII-CN-S" userId="S::dan.wu@boehringer-ingelheim.com::2543b386-fe23-4572-8b97-7e5aae483288" providerId="AD" clId="Web-{E10DC51B-D81D-28DA-DB3D-F9604325A3FC}" dt="2022-03-10T02:00:14.855" v="4" actId="20577"/>
        <pc:sldMkLst>
          <pc:docMk/>
          <pc:sldMk cId="2995017813" sldId="2147377135"/>
        </pc:sldMkLst>
        <pc:spChg chg="mod">
          <ac:chgData name="Wu,Dan (MED CD&amp;O) BII-CN-S" userId="S::dan.wu@boehringer-ingelheim.com::2543b386-fe23-4572-8b97-7e5aae483288" providerId="AD" clId="Web-{E10DC51B-D81D-28DA-DB3D-F9604325A3FC}" dt="2022-03-10T02:00:14.855" v="4" actId="20577"/>
          <ac:spMkLst>
            <pc:docMk/>
            <pc:sldMk cId="2995017813" sldId="2147377135"/>
            <ac:spMk id="48" creationId="{2BC2359D-5CE8-46B9-9B8D-7F387423F2B1}"/>
          </ac:spMkLst>
        </pc:spChg>
      </pc:sldChg>
    </pc:docChg>
  </pc:docChgLst>
  <pc:docChgLst>
    <pc:chgData name="Li,Fengqiong (HP Med RA) BII-CN-B" userId="dae7b85d-6b67-4faa-a5b6-30ff5e066a0d" providerId="ADAL" clId="{071A03B6-B9F6-47E4-91F6-9889E0E53247}"/>
    <pc:docChg chg="undo custSel addSld delSld modSld">
      <pc:chgData name="Li,Fengqiong (HP Med RA) BII-CN-B" userId="dae7b85d-6b67-4faa-a5b6-30ff5e066a0d" providerId="ADAL" clId="{071A03B6-B9F6-47E4-91F6-9889E0E53247}" dt="2023-01-05T03:16:38.315" v="30" actId="47"/>
      <pc:docMkLst>
        <pc:docMk/>
      </pc:docMkLst>
      <pc:sldChg chg="modSp add del mod modTransition">
        <pc:chgData name="Li,Fengqiong (HP Med RA) BII-CN-B" userId="dae7b85d-6b67-4faa-a5b6-30ff5e066a0d" providerId="ADAL" clId="{071A03B6-B9F6-47E4-91F6-9889E0E53247}" dt="2023-01-05T03:16:38.315" v="30" actId="47"/>
        <pc:sldMkLst>
          <pc:docMk/>
          <pc:sldMk cId="879537900" sldId="9441"/>
        </pc:sldMkLst>
        <pc:spChg chg="mod">
          <ac:chgData name="Li,Fengqiong (HP Med RA) BII-CN-B" userId="dae7b85d-6b67-4faa-a5b6-30ff5e066a0d" providerId="ADAL" clId="{071A03B6-B9F6-47E4-91F6-9889E0E53247}" dt="2023-01-05T03:14:42.318" v="29" actId="14100"/>
          <ac:spMkLst>
            <pc:docMk/>
            <pc:sldMk cId="879537900" sldId="9441"/>
            <ac:spMk id="3" creationId="{6F77D190-D827-42AA-9005-30B7A464CE9F}"/>
          </ac:spMkLst>
        </pc:spChg>
        <pc:spChg chg="mod">
          <ac:chgData name="Li,Fengqiong (HP Med RA) BII-CN-B" userId="dae7b85d-6b67-4faa-a5b6-30ff5e066a0d" providerId="ADAL" clId="{071A03B6-B9F6-47E4-91F6-9889E0E53247}" dt="2023-01-05T03:14:31.246" v="27" actId="1036"/>
          <ac:spMkLst>
            <pc:docMk/>
            <pc:sldMk cId="879537900" sldId="9441"/>
            <ac:spMk id="5" creationId="{8AE94B70-3608-43DE-80B0-F99EDCE1CD1D}"/>
          </ac:spMkLst>
        </pc:spChg>
      </pc:sldChg>
      <pc:sldChg chg="addSp delSp mod">
        <pc:chgData name="Li,Fengqiong (HP Med RA) BII-CN-B" userId="dae7b85d-6b67-4faa-a5b6-30ff5e066a0d" providerId="ADAL" clId="{071A03B6-B9F6-47E4-91F6-9889E0E53247}" dt="2023-01-05T03:13:08.127" v="7" actId="22"/>
        <pc:sldMkLst>
          <pc:docMk/>
          <pc:sldMk cId="1187529906" sldId="2147469245"/>
        </pc:sldMkLst>
        <pc:picChg chg="add del">
          <ac:chgData name="Li,Fengqiong (HP Med RA) BII-CN-B" userId="dae7b85d-6b67-4faa-a5b6-30ff5e066a0d" providerId="ADAL" clId="{071A03B6-B9F6-47E4-91F6-9889E0E53247}" dt="2023-01-05T03:13:08.127" v="7" actId="22"/>
          <ac:picMkLst>
            <pc:docMk/>
            <pc:sldMk cId="1187529906" sldId="2147469245"/>
            <ac:picMk id="10" creationId="{249CE9F9-6BB7-47FB-AD7E-A017186B014D}"/>
          </ac:picMkLst>
        </pc:picChg>
      </pc:sldChg>
      <pc:sldChg chg="addSp delSp modSp mod">
        <pc:chgData name="Li,Fengqiong (HP Med RA) BII-CN-B" userId="dae7b85d-6b67-4faa-a5b6-30ff5e066a0d" providerId="ADAL" clId="{071A03B6-B9F6-47E4-91F6-9889E0E53247}" dt="2023-01-05T03:13:31.035" v="9" actId="22"/>
        <pc:sldMkLst>
          <pc:docMk/>
          <pc:sldMk cId="341769782" sldId="2147469248"/>
        </pc:sldMkLst>
        <pc:spChg chg="mod">
          <ac:chgData name="Li,Fengqiong (HP Med RA) BII-CN-B" userId="dae7b85d-6b67-4faa-a5b6-30ff5e066a0d" providerId="ADAL" clId="{071A03B6-B9F6-47E4-91F6-9889E0E53247}" dt="2023-01-05T03:02:20.945" v="5" actId="207"/>
          <ac:spMkLst>
            <pc:docMk/>
            <pc:sldMk cId="341769782" sldId="2147469248"/>
            <ac:spMk id="192" creationId="{31193A60-52A8-4E9D-BB69-B3D203C95D66}"/>
          </ac:spMkLst>
        </pc:spChg>
        <pc:picChg chg="add del">
          <ac:chgData name="Li,Fengqiong (HP Med RA) BII-CN-B" userId="dae7b85d-6b67-4faa-a5b6-30ff5e066a0d" providerId="ADAL" clId="{071A03B6-B9F6-47E4-91F6-9889E0E53247}" dt="2023-01-05T03:13:31.035" v="9" actId="22"/>
          <ac:picMkLst>
            <pc:docMk/>
            <pc:sldMk cId="341769782" sldId="2147469248"/>
            <ac:picMk id="6" creationId="{F5A15BD2-C0CA-41F3-B8FF-2E80A03B7B3D}"/>
          </ac:picMkLst>
        </pc:picChg>
      </pc:sldChg>
    </pc:docChg>
  </pc:docChgLst>
  <pc:docChgLst>
    <pc:chgData name="Chen,Dr.,Ying (HP Medicine) BII-CN-S" userId="S::ying_4.chen@boehringer-ingelheim.com::7c019f49-0ee9-4787-9ac5-a11d3b82d6d2" providerId="AD" clId="Web-{D14865B0-200B-B499-763A-C7DD5E0D84AE}"/>
    <pc:docChg chg="modSld">
      <pc:chgData name="Chen,Dr.,Ying (HP Medicine) BII-CN-S" userId="S::ying_4.chen@boehringer-ingelheim.com::7c019f49-0ee9-4787-9ac5-a11d3b82d6d2" providerId="AD" clId="Web-{D14865B0-200B-B499-763A-C7DD5E0D84AE}" dt="2024-03-20T06:34:26.353" v="3" actId="20577"/>
      <pc:docMkLst>
        <pc:docMk/>
      </pc:docMkLst>
      <pc:sldChg chg="modSp">
        <pc:chgData name="Chen,Dr.,Ying (HP Medicine) BII-CN-S" userId="S::ying_4.chen@boehringer-ingelheim.com::7c019f49-0ee9-4787-9ac5-a11d3b82d6d2" providerId="AD" clId="Web-{D14865B0-200B-B499-763A-C7DD5E0D84AE}" dt="2024-03-20T06:34:26.353" v="3" actId="20577"/>
        <pc:sldMkLst>
          <pc:docMk/>
          <pc:sldMk cId="533113754" sldId="2147481390"/>
        </pc:sldMkLst>
        <pc:spChg chg="mod">
          <ac:chgData name="Chen,Dr.,Ying (HP Medicine) BII-CN-S" userId="S::ying_4.chen@boehringer-ingelheim.com::7c019f49-0ee9-4787-9ac5-a11d3b82d6d2" providerId="AD" clId="Web-{D14865B0-200B-B499-763A-C7DD5E0D84AE}" dt="2024-03-20T06:34:26.353" v="3" actId="20577"/>
          <ac:spMkLst>
            <pc:docMk/>
            <pc:sldMk cId="533113754" sldId="2147481390"/>
            <ac:spMk id="111" creationId="{4234C9EC-3A7A-4361-BA46-FEE8499D0720}"/>
          </ac:spMkLst>
        </pc:spChg>
      </pc:sldChg>
    </pc:docChg>
  </pc:docChgLst>
  <pc:docChgLst>
    <pc:chgData name="Wang,Yuan (HP Medicine) BII-CN-S" userId="358dc601-7626-4089-85ae-a53dd0075322" providerId="ADAL" clId="{2438598C-3E0F-458E-A11C-01A5DEA8C6A2}"/>
    <pc:docChg chg="undo custSel addSld delSld modSld">
      <pc:chgData name="Wang,Yuan (HP Medicine) BII-CN-S" userId="358dc601-7626-4089-85ae-a53dd0075322" providerId="ADAL" clId="{2438598C-3E0F-458E-A11C-01A5DEA8C6A2}" dt="2022-04-11T08:50:19.881" v="23" actId="14734"/>
      <pc:docMkLst>
        <pc:docMk/>
      </pc:docMkLst>
      <pc:sldChg chg="modSp add mod">
        <pc:chgData name="Wang,Yuan (HP Medicine) BII-CN-S" userId="358dc601-7626-4089-85ae-a53dd0075322" providerId="ADAL" clId="{2438598C-3E0F-458E-A11C-01A5DEA8C6A2}" dt="2022-04-11T08:50:19.881" v="23" actId="14734"/>
        <pc:sldMkLst>
          <pc:docMk/>
          <pc:sldMk cId="3255186489" sldId="2147377178"/>
        </pc:sldMkLst>
        <pc:graphicFrameChg chg="mod modGraphic">
          <ac:chgData name="Wang,Yuan (HP Medicine) BII-CN-S" userId="358dc601-7626-4089-85ae-a53dd0075322" providerId="ADAL" clId="{2438598C-3E0F-458E-A11C-01A5DEA8C6A2}" dt="2022-04-11T08:50:19.881" v="23" actId="14734"/>
          <ac:graphicFrameMkLst>
            <pc:docMk/>
            <pc:sldMk cId="3255186489" sldId="2147377178"/>
            <ac:graphicFrameMk id="11" creationId="{0A08FB9D-F1B7-435B-B330-8D6996BD0B44}"/>
          </ac:graphicFrameMkLst>
        </pc:graphicFrameChg>
      </pc:sldChg>
      <pc:sldChg chg="del">
        <pc:chgData name="Wang,Yuan (HP Medicine) BII-CN-S" userId="358dc601-7626-4089-85ae-a53dd0075322" providerId="ADAL" clId="{2438598C-3E0F-458E-A11C-01A5DEA8C6A2}" dt="2022-04-11T08:45:20.846" v="1" actId="47"/>
        <pc:sldMkLst>
          <pc:docMk/>
          <pc:sldMk cId="3701540223" sldId="2147377195"/>
        </pc:sldMkLst>
      </pc:sldChg>
    </pc:docChg>
  </pc:docChgLst>
  <pc:docChgLst>
    <pc:chgData name="Zhang,Ying (MED CD&amp;O) BII-CN-S" userId="456eb1e0-4978-443e-822e-be854341a778" providerId="ADAL" clId="{7F71743F-BFBB-48C0-9467-41342A68B3EA}"/>
    <pc:docChg chg="undo custSel modSld">
      <pc:chgData name="Zhang,Ying (MED CD&amp;O) BII-CN-S" userId="456eb1e0-4978-443e-822e-be854341a778" providerId="ADAL" clId="{7F71743F-BFBB-48C0-9467-41342A68B3EA}" dt="2023-05-09T06:03:15.513" v="76"/>
      <pc:docMkLst>
        <pc:docMk/>
      </pc:docMkLst>
      <pc:sldChg chg="modSp mod">
        <pc:chgData name="Zhang,Ying (MED CD&amp;O) BII-CN-S" userId="456eb1e0-4978-443e-822e-be854341a778" providerId="ADAL" clId="{7F71743F-BFBB-48C0-9467-41342A68B3EA}" dt="2023-05-08T07:36:41.529" v="14" actId="108"/>
        <pc:sldMkLst>
          <pc:docMk/>
          <pc:sldMk cId="1788561112" sldId="2147474025"/>
        </pc:sldMkLst>
        <pc:spChg chg="mod">
          <ac:chgData name="Zhang,Ying (MED CD&amp;O) BII-CN-S" userId="456eb1e0-4978-443e-822e-be854341a778" providerId="ADAL" clId="{7F71743F-BFBB-48C0-9467-41342A68B3EA}" dt="2023-05-08T07:36:41.529" v="14" actId="108"/>
          <ac:spMkLst>
            <pc:docMk/>
            <pc:sldMk cId="1788561112" sldId="2147474025"/>
            <ac:spMk id="8" creationId="{4DEC281D-222C-4658-A88E-D8BC0B213788}"/>
          </ac:spMkLst>
        </pc:spChg>
      </pc:sldChg>
      <pc:sldChg chg="addCm modCm">
        <pc:chgData name="Zhang,Ying (MED CD&amp;O) BII-CN-S" userId="456eb1e0-4978-443e-822e-be854341a778" providerId="ADAL" clId="{7F71743F-BFBB-48C0-9467-41342A68B3EA}" dt="2023-05-09T06:03:15.513" v="76"/>
        <pc:sldMkLst>
          <pc:docMk/>
          <pc:sldMk cId="3275380510" sldId="2147474026"/>
        </pc:sldMkLst>
      </pc:sldChg>
      <pc:sldChg chg="modSp mod">
        <pc:chgData name="Zhang,Ying (MED CD&amp;O) BII-CN-S" userId="456eb1e0-4978-443e-822e-be854341a778" providerId="ADAL" clId="{7F71743F-BFBB-48C0-9467-41342A68B3EA}" dt="2023-05-08T07:53:58.077" v="74" actId="1076"/>
        <pc:sldMkLst>
          <pc:docMk/>
          <pc:sldMk cId="99707753" sldId="2147474048"/>
        </pc:sldMkLst>
        <pc:graphicFrameChg chg="mod">
          <ac:chgData name="Zhang,Ying (MED CD&amp;O) BII-CN-S" userId="456eb1e0-4978-443e-822e-be854341a778" providerId="ADAL" clId="{7F71743F-BFBB-48C0-9467-41342A68B3EA}" dt="2023-05-08T07:53:58.077" v="74" actId="1076"/>
          <ac:graphicFrameMkLst>
            <pc:docMk/>
            <pc:sldMk cId="99707753" sldId="2147474048"/>
            <ac:graphicFrameMk id="3" creationId="{73207099-613B-4188-B37D-91BA5B30A0AB}"/>
          </ac:graphicFrameMkLst>
        </pc:graphicFrameChg>
        <pc:graphicFrameChg chg="mod modGraphic">
          <ac:chgData name="Zhang,Ying (MED CD&amp;O) BII-CN-S" userId="456eb1e0-4978-443e-822e-be854341a778" providerId="ADAL" clId="{7F71743F-BFBB-48C0-9467-41342A68B3EA}" dt="2023-05-08T07:43:40.872" v="72" actId="255"/>
          <ac:graphicFrameMkLst>
            <pc:docMk/>
            <pc:sldMk cId="99707753" sldId="2147474048"/>
            <ac:graphicFrameMk id="6" creationId="{ACE9568A-0306-B17E-7AC4-F0F3B8460C99}"/>
          </ac:graphicFrameMkLst>
        </pc:graphicFrameChg>
      </pc:sldChg>
    </pc:docChg>
  </pc:docChgLst>
  <pc:docChgLst>
    <pc:chgData name="Zhang,Ying (MED CD&amp;O) BII-CN-S" userId="456eb1e0-4978-443e-822e-be854341a778" providerId="ADAL" clId="{8E179CC2-9825-4AC2-9DF4-98CE84134452}"/>
    <pc:docChg chg="undo custSel modSld">
      <pc:chgData name="Zhang,Ying (MED CD&amp;O) BII-CN-S" userId="456eb1e0-4978-443e-822e-be854341a778" providerId="ADAL" clId="{8E179CC2-9825-4AC2-9DF4-98CE84134452}" dt="2024-01-11T05:37:27.376" v="218" actId="14734"/>
      <pc:docMkLst>
        <pc:docMk/>
      </pc:docMkLst>
      <pc:sldChg chg="mod modShow">
        <pc:chgData name="Zhang,Ying (MED CD&amp;O) BII-CN-S" userId="456eb1e0-4978-443e-822e-be854341a778" providerId="ADAL" clId="{8E179CC2-9825-4AC2-9DF4-98CE84134452}" dt="2024-01-10T08:46:20.175" v="2" actId="729"/>
        <pc:sldMkLst>
          <pc:docMk/>
          <pc:sldMk cId="4064854266" sldId="2145705817"/>
        </pc:sldMkLst>
      </pc:sldChg>
      <pc:sldChg chg="modSp mod">
        <pc:chgData name="Zhang,Ying (MED CD&amp;O) BII-CN-S" userId="456eb1e0-4978-443e-822e-be854341a778" providerId="ADAL" clId="{8E179CC2-9825-4AC2-9DF4-98CE84134452}" dt="2024-01-11T03:08:12.849" v="24" actId="1076"/>
        <pc:sldMkLst>
          <pc:docMk/>
          <pc:sldMk cId="2657153113" sldId="2147474998"/>
        </pc:sldMkLst>
        <pc:picChg chg="mod">
          <ac:chgData name="Zhang,Ying (MED CD&amp;O) BII-CN-S" userId="456eb1e0-4978-443e-822e-be854341a778" providerId="ADAL" clId="{8E179CC2-9825-4AC2-9DF4-98CE84134452}" dt="2024-01-11T03:08:12.849" v="24" actId="1076"/>
          <ac:picMkLst>
            <pc:docMk/>
            <pc:sldMk cId="2657153113" sldId="2147474998"/>
            <ac:picMk id="10" creationId="{04317A87-0EF4-0230-5DEA-A1930BBF9036}"/>
          </ac:picMkLst>
        </pc:picChg>
      </pc:sldChg>
      <pc:sldChg chg="modSp mod">
        <pc:chgData name="Zhang,Ying (MED CD&amp;O) BII-CN-S" userId="456eb1e0-4978-443e-822e-be854341a778" providerId="ADAL" clId="{8E179CC2-9825-4AC2-9DF4-98CE84134452}" dt="2024-01-11T05:36:20.137" v="212" actId="20577"/>
        <pc:sldMkLst>
          <pc:docMk/>
          <pc:sldMk cId="533113754" sldId="2147481320"/>
        </pc:sldMkLst>
        <pc:spChg chg="mod">
          <ac:chgData name="Zhang,Ying (MED CD&amp;O) BII-CN-S" userId="456eb1e0-4978-443e-822e-be854341a778" providerId="ADAL" clId="{8E179CC2-9825-4AC2-9DF4-98CE84134452}" dt="2024-01-11T05:36:20.137" v="212" actId="20577"/>
          <ac:spMkLst>
            <pc:docMk/>
            <pc:sldMk cId="533113754" sldId="2147481320"/>
            <ac:spMk id="107" creationId="{7DDA071E-5F80-4527-AE47-F1E7B2DC2A5B}"/>
          </ac:spMkLst>
        </pc:spChg>
      </pc:sldChg>
      <pc:sldChg chg="modSp mod">
        <pc:chgData name="Zhang,Ying (MED CD&amp;O) BII-CN-S" userId="456eb1e0-4978-443e-822e-be854341a778" providerId="ADAL" clId="{8E179CC2-9825-4AC2-9DF4-98CE84134452}" dt="2024-01-11T05:37:27.376" v="218" actId="14734"/>
        <pc:sldMkLst>
          <pc:docMk/>
          <pc:sldMk cId="4072964452" sldId="2147481322"/>
        </pc:sldMkLst>
        <pc:graphicFrameChg chg="mod modGraphic">
          <ac:chgData name="Zhang,Ying (MED CD&amp;O) BII-CN-S" userId="456eb1e0-4978-443e-822e-be854341a778" providerId="ADAL" clId="{8E179CC2-9825-4AC2-9DF4-98CE84134452}" dt="2024-01-11T05:37:27.376" v="218" actId="14734"/>
          <ac:graphicFrameMkLst>
            <pc:docMk/>
            <pc:sldMk cId="4072964452" sldId="2147481322"/>
            <ac:graphicFrameMk id="10" creationId="{1A643741-1EC8-E4EA-A5FF-9EF8EEDDDCDE}"/>
          </ac:graphicFrameMkLst>
        </pc:graphicFrameChg>
      </pc:sldChg>
      <pc:sldChg chg="addCm modCm">
        <pc:chgData name="Zhang,Ying (MED CD&amp;O) BII-CN-S" userId="456eb1e0-4978-443e-822e-be854341a778" providerId="ADAL" clId="{8E179CC2-9825-4AC2-9DF4-98CE84134452}" dt="2024-01-10T08:50:43.025" v="5"/>
        <pc:sldMkLst>
          <pc:docMk/>
          <pc:sldMk cId="1730592404" sldId="2147481329"/>
        </pc:sldMkLst>
      </pc:sldChg>
      <pc:sldChg chg="mod modShow">
        <pc:chgData name="Zhang,Ying (MED CD&amp;O) BII-CN-S" userId="456eb1e0-4978-443e-822e-be854341a778" providerId="ADAL" clId="{8E179CC2-9825-4AC2-9DF4-98CE84134452}" dt="2024-01-10T08:46:24.316" v="3" actId="729"/>
        <pc:sldMkLst>
          <pc:docMk/>
          <pc:sldMk cId="2102404303" sldId="2147481346"/>
        </pc:sldMkLst>
      </pc:sldChg>
      <pc:sldChg chg="modSp mod">
        <pc:chgData name="Zhang,Ying (MED CD&amp;O) BII-CN-S" userId="456eb1e0-4978-443e-822e-be854341a778" providerId="ADAL" clId="{8E179CC2-9825-4AC2-9DF4-98CE84134452}" dt="2024-01-11T05:33:46.141" v="185" actId="14100"/>
        <pc:sldMkLst>
          <pc:docMk/>
          <pc:sldMk cId="617639038" sldId="2147481371"/>
        </pc:sldMkLst>
        <pc:spChg chg="mod">
          <ac:chgData name="Zhang,Ying (MED CD&amp;O) BII-CN-S" userId="456eb1e0-4978-443e-822e-be854341a778" providerId="ADAL" clId="{8E179CC2-9825-4AC2-9DF4-98CE84134452}" dt="2024-01-11T05:33:46.141" v="185" actId="14100"/>
          <ac:spMkLst>
            <pc:docMk/>
            <pc:sldMk cId="617639038" sldId="2147481371"/>
            <ac:spMk id="157" creationId="{ABF1C8FA-24FE-4186-8317-54D0AE86DBB2}"/>
          </ac:spMkLst>
        </pc:spChg>
      </pc:sldChg>
      <pc:sldChg chg="modSp mod">
        <pc:chgData name="Zhang,Ying (MED CD&amp;O) BII-CN-S" userId="456eb1e0-4978-443e-822e-be854341a778" providerId="ADAL" clId="{8E179CC2-9825-4AC2-9DF4-98CE84134452}" dt="2024-01-11T05:19:04.257" v="131" actId="313"/>
        <pc:sldMkLst>
          <pc:docMk/>
          <pc:sldMk cId="563099238" sldId="2147481384"/>
        </pc:sldMkLst>
        <pc:spChg chg="mod">
          <ac:chgData name="Zhang,Ying (MED CD&amp;O) BII-CN-S" userId="456eb1e0-4978-443e-822e-be854341a778" providerId="ADAL" clId="{8E179CC2-9825-4AC2-9DF4-98CE84134452}" dt="2024-01-11T05:19:04.257" v="131" actId="313"/>
          <ac:spMkLst>
            <pc:docMk/>
            <pc:sldMk cId="563099238" sldId="2147481384"/>
            <ac:spMk id="9" creationId="{1B2207DD-47A4-1235-C105-24D4110F9845}"/>
          </ac:spMkLst>
        </pc:spChg>
      </pc:sldChg>
      <pc:sldChg chg="modSp mod">
        <pc:chgData name="Zhang,Ying (MED CD&amp;O) BII-CN-S" userId="456eb1e0-4978-443e-822e-be854341a778" providerId="ADAL" clId="{8E179CC2-9825-4AC2-9DF4-98CE84134452}" dt="2024-01-11T05:19:34.030" v="146" actId="27636"/>
        <pc:sldMkLst>
          <pc:docMk/>
          <pc:sldMk cId="4057526493" sldId="2147481385"/>
        </pc:sldMkLst>
        <pc:spChg chg="mod">
          <ac:chgData name="Zhang,Ying (MED CD&amp;O) BII-CN-S" userId="456eb1e0-4978-443e-822e-be854341a778" providerId="ADAL" clId="{8E179CC2-9825-4AC2-9DF4-98CE84134452}" dt="2024-01-11T05:19:34.030" v="146" actId="27636"/>
          <ac:spMkLst>
            <pc:docMk/>
            <pc:sldMk cId="4057526493" sldId="2147481385"/>
            <ac:spMk id="9" creationId="{1B2207DD-47A4-1235-C105-24D4110F9845}"/>
          </ac:spMkLst>
        </pc:spChg>
      </pc:sldChg>
    </pc:docChg>
  </pc:docChgLst>
  <pc:docChgLst>
    <pc:chgData name="Shen,Cindy (MED CD&amp;O) BII-CN-S" userId="S::cindy.shen@boehringer-ingelheim.com::4ef3a3e4-b0d2-4b61-83e5-e05e23635ff4" providerId="AD" clId="Web-{A5D0B4A6-42A2-CEB2-DA18-4BB159D84E08}"/>
    <pc:docChg chg="addSld delSld modSld">
      <pc:chgData name="Shen,Cindy (MED CD&amp;O) BII-CN-S" userId="S::cindy.shen@boehringer-ingelheim.com::4ef3a3e4-b0d2-4b61-83e5-e05e23635ff4" providerId="AD" clId="Web-{A5D0B4A6-42A2-CEB2-DA18-4BB159D84E08}" dt="2024-01-11T06:06:44.912" v="26" actId="1076"/>
      <pc:docMkLst>
        <pc:docMk/>
      </pc:docMkLst>
      <pc:sldChg chg="del">
        <pc:chgData name="Shen,Cindy (MED CD&amp;O) BII-CN-S" userId="S::cindy.shen@boehringer-ingelheim.com::4ef3a3e4-b0d2-4b61-83e5-e05e23635ff4" providerId="AD" clId="Web-{A5D0B4A6-42A2-CEB2-DA18-4BB159D84E08}" dt="2024-01-11T06:02:37.264" v="8"/>
        <pc:sldMkLst>
          <pc:docMk/>
          <pc:sldMk cId="2657153113" sldId="2147474998"/>
        </pc:sldMkLst>
      </pc:sldChg>
      <pc:sldChg chg="del">
        <pc:chgData name="Shen,Cindy (MED CD&amp;O) BII-CN-S" userId="S::cindy.shen@boehringer-ingelheim.com::4ef3a3e4-b0d2-4b61-83e5-e05e23635ff4" providerId="AD" clId="Web-{A5D0B4A6-42A2-CEB2-DA18-4BB159D84E08}" dt="2024-01-11T06:02:48.171" v="9"/>
        <pc:sldMkLst>
          <pc:docMk/>
          <pc:sldMk cId="3874840070" sldId="2147474999"/>
        </pc:sldMkLst>
      </pc:sldChg>
      <pc:sldChg chg="delSp modSp add">
        <pc:chgData name="Shen,Cindy (MED CD&amp;O) BII-CN-S" userId="S::cindy.shen@boehringer-ingelheim.com::4ef3a3e4-b0d2-4b61-83e5-e05e23635ff4" providerId="AD" clId="Web-{A5D0B4A6-42A2-CEB2-DA18-4BB159D84E08}" dt="2024-01-11T06:06:27.646" v="23" actId="14100"/>
        <pc:sldMkLst>
          <pc:docMk/>
          <pc:sldMk cId="1148062755" sldId="2147481386"/>
        </pc:sldMkLst>
        <pc:spChg chg="del">
          <ac:chgData name="Shen,Cindy (MED CD&amp;O) BII-CN-S" userId="S::cindy.shen@boehringer-ingelheim.com::4ef3a3e4-b0d2-4b61-83e5-e05e23635ff4" providerId="AD" clId="Web-{A5D0B4A6-42A2-CEB2-DA18-4BB159D84E08}" dt="2024-01-11T06:02:04.654" v="1"/>
          <ac:spMkLst>
            <pc:docMk/>
            <pc:sldMk cId="1148062755" sldId="2147481386"/>
            <ac:spMk id="3" creationId="{B3F619FA-665F-10AF-A993-629FB7998A51}"/>
          </ac:spMkLst>
        </pc:spChg>
        <pc:spChg chg="mod">
          <ac:chgData name="Shen,Cindy (MED CD&amp;O) BII-CN-S" userId="S::cindy.shen@boehringer-ingelheim.com::4ef3a3e4-b0d2-4b61-83e5-e05e23635ff4" providerId="AD" clId="Web-{A5D0B4A6-42A2-CEB2-DA18-4BB159D84E08}" dt="2024-01-11T06:03:59.189" v="16"/>
          <ac:spMkLst>
            <pc:docMk/>
            <pc:sldMk cId="1148062755" sldId="2147481386"/>
            <ac:spMk id="6" creationId="{0DEAF4BA-6AD9-5E62-3E44-42FD83D67D4C}"/>
          </ac:spMkLst>
        </pc:spChg>
        <pc:spChg chg="mod">
          <ac:chgData name="Shen,Cindy (MED CD&amp;O) BII-CN-S" userId="S::cindy.shen@boehringer-ingelheim.com::4ef3a3e4-b0d2-4b61-83e5-e05e23635ff4" providerId="AD" clId="Web-{A5D0B4A6-42A2-CEB2-DA18-4BB159D84E08}" dt="2024-01-11T06:06:13.365" v="21" actId="1076"/>
          <ac:spMkLst>
            <pc:docMk/>
            <pc:sldMk cId="1148062755" sldId="2147481386"/>
            <ac:spMk id="10" creationId="{72A3568C-F3B5-F31F-8B3C-48C73A60BD44}"/>
          </ac:spMkLst>
        </pc:spChg>
        <pc:picChg chg="mod">
          <ac:chgData name="Shen,Cindy (MED CD&amp;O) BII-CN-S" userId="S::cindy.shen@boehringer-ingelheim.com::4ef3a3e4-b0d2-4b61-83e5-e05e23635ff4" providerId="AD" clId="Web-{A5D0B4A6-42A2-CEB2-DA18-4BB159D84E08}" dt="2024-01-11T06:06:27.646" v="23" actId="14100"/>
          <ac:picMkLst>
            <pc:docMk/>
            <pc:sldMk cId="1148062755" sldId="2147481386"/>
            <ac:picMk id="8" creationId="{85443C26-A314-6AD2-AF69-BB477F31AFB6}"/>
          </ac:picMkLst>
        </pc:picChg>
        <pc:picChg chg="mod">
          <ac:chgData name="Shen,Cindy (MED CD&amp;O) BII-CN-S" userId="S::cindy.shen@boehringer-ingelheim.com::4ef3a3e4-b0d2-4b61-83e5-e05e23635ff4" providerId="AD" clId="Web-{A5D0B4A6-42A2-CEB2-DA18-4BB159D84E08}" dt="2024-01-11T06:06:22.990" v="22" actId="14100"/>
          <ac:picMkLst>
            <pc:docMk/>
            <pc:sldMk cId="1148062755" sldId="2147481386"/>
            <ac:picMk id="9" creationId="{D6B1BD36-3A0A-2FB0-EC9C-8C17CDB56ACA}"/>
          </ac:picMkLst>
        </pc:picChg>
      </pc:sldChg>
      <pc:sldChg chg="add del">
        <pc:chgData name="Shen,Cindy (MED CD&amp;O) BII-CN-S" userId="S::cindy.shen@boehringer-ingelheim.com::4ef3a3e4-b0d2-4b61-83e5-e05e23635ff4" providerId="AD" clId="Web-{A5D0B4A6-42A2-CEB2-DA18-4BB159D84E08}" dt="2024-01-11T06:03:16.562" v="12"/>
        <pc:sldMkLst>
          <pc:docMk/>
          <pc:sldMk cId="3874840070" sldId="2147481387"/>
        </pc:sldMkLst>
      </pc:sldChg>
      <pc:sldChg chg="delSp modSp add">
        <pc:chgData name="Shen,Cindy (MED CD&amp;O) BII-CN-S" userId="S::cindy.shen@boehringer-ingelheim.com::4ef3a3e4-b0d2-4b61-83e5-e05e23635ff4" providerId="AD" clId="Web-{A5D0B4A6-42A2-CEB2-DA18-4BB159D84E08}" dt="2024-01-11T06:06:44.912" v="26" actId="1076"/>
        <pc:sldMkLst>
          <pc:docMk/>
          <pc:sldMk cId="3100377490" sldId="2147481388"/>
        </pc:sldMkLst>
        <pc:spChg chg="del">
          <ac:chgData name="Shen,Cindy (MED CD&amp;O) BII-CN-S" userId="S::cindy.shen@boehringer-ingelheim.com::4ef3a3e4-b0d2-4b61-83e5-e05e23635ff4" providerId="AD" clId="Web-{A5D0B4A6-42A2-CEB2-DA18-4BB159D84E08}" dt="2024-01-11T06:06:40.522" v="25"/>
          <ac:spMkLst>
            <pc:docMk/>
            <pc:sldMk cId="3100377490" sldId="2147481388"/>
            <ac:spMk id="4" creationId="{6365016E-D245-E15C-5725-89608D36A190}"/>
          </ac:spMkLst>
        </pc:spChg>
        <pc:spChg chg="mod">
          <ac:chgData name="Shen,Cindy (MED CD&amp;O) BII-CN-S" userId="S::cindy.shen@boehringer-ingelheim.com::4ef3a3e4-b0d2-4b61-83e5-e05e23635ff4" providerId="AD" clId="Web-{A5D0B4A6-42A2-CEB2-DA18-4BB159D84E08}" dt="2024-01-11T06:04:27.486" v="19"/>
          <ac:spMkLst>
            <pc:docMk/>
            <pc:sldMk cId="3100377490" sldId="2147481388"/>
            <ac:spMk id="7" creationId="{46E0003A-2F19-4677-A082-439F4B8D4281}"/>
          </ac:spMkLst>
        </pc:spChg>
        <pc:spChg chg="mod">
          <ac:chgData name="Shen,Cindy (MED CD&amp;O) BII-CN-S" userId="S::cindy.shen@boehringer-ingelheim.com::4ef3a3e4-b0d2-4b61-83e5-e05e23635ff4" providerId="AD" clId="Web-{A5D0B4A6-42A2-CEB2-DA18-4BB159D84E08}" dt="2024-01-11T06:04:37.033" v="20" actId="14100"/>
          <ac:spMkLst>
            <pc:docMk/>
            <pc:sldMk cId="3100377490" sldId="2147481388"/>
            <ac:spMk id="15" creationId="{B01AB53E-9E55-46BB-7F88-2E3A74A0557A}"/>
          </ac:spMkLst>
        </pc:spChg>
        <pc:picChg chg="mod">
          <ac:chgData name="Shen,Cindy (MED CD&amp;O) BII-CN-S" userId="S::cindy.shen@boehringer-ingelheim.com::4ef3a3e4-b0d2-4b61-83e5-e05e23635ff4" providerId="AD" clId="Web-{A5D0B4A6-42A2-CEB2-DA18-4BB159D84E08}" dt="2024-01-11T06:06:44.912" v="26" actId="1076"/>
          <ac:picMkLst>
            <pc:docMk/>
            <pc:sldMk cId="3100377490" sldId="2147481388"/>
            <ac:picMk id="16" creationId="{23AC21AB-2A4D-6208-9D5C-ACCAC4809963}"/>
          </ac:picMkLst>
        </pc:picChg>
      </pc:sldChg>
    </pc:docChg>
  </pc:docChgLst>
  <pc:docChgLst>
    <pc:chgData name="Chen,Dr.,Ying (HP Medicine) BII-CN-S" userId="7c019f49-0ee9-4787-9ac5-a11d3b82d6d2" providerId="ADAL" clId="{46BDB098-82EB-4C8E-8FE9-A9D72FB0A67A}"/>
    <pc:docChg chg="undo custSel modSld">
      <pc:chgData name="Chen,Dr.,Ying (HP Medicine) BII-CN-S" userId="7c019f49-0ee9-4787-9ac5-a11d3b82d6d2" providerId="ADAL" clId="{46BDB098-82EB-4C8E-8FE9-A9D72FB0A67A}" dt="2024-02-26T08:49:38.621" v="760" actId="729"/>
      <pc:docMkLst>
        <pc:docMk/>
      </pc:docMkLst>
      <pc:sldChg chg="modSp mod">
        <pc:chgData name="Chen,Dr.,Ying (HP Medicine) BII-CN-S" userId="7c019f49-0ee9-4787-9ac5-a11d3b82d6d2" providerId="ADAL" clId="{46BDB098-82EB-4C8E-8FE9-A9D72FB0A67A}" dt="2024-02-24T05:26:39.238" v="560" actId="21"/>
        <pc:sldMkLst>
          <pc:docMk/>
          <pc:sldMk cId="4261751492" sldId="2147480426"/>
        </pc:sldMkLst>
        <pc:spChg chg="mod">
          <ac:chgData name="Chen,Dr.,Ying (HP Medicine) BII-CN-S" userId="7c019f49-0ee9-4787-9ac5-a11d3b82d6d2" providerId="ADAL" clId="{46BDB098-82EB-4C8E-8FE9-A9D72FB0A67A}" dt="2024-02-24T05:26:39.238" v="560" actId="21"/>
          <ac:spMkLst>
            <pc:docMk/>
            <pc:sldMk cId="4261751492" sldId="2147480426"/>
            <ac:spMk id="3" creationId="{A5D6F6F7-A884-B073-91E3-187D61FB9AC9}"/>
          </ac:spMkLst>
        </pc:spChg>
        <pc:spChg chg="mod">
          <ac:chgData name="Chen,Dr.,Ying (HP Medicine) BII-CN-S" userId="7c019f49-0ee9-4787-9ac5-a11d3b82d6d2" providerId="ADAL" clId="{46BDB098-82EB-4C8E-8FE9-A9D72FB0A67A}" dt="2024-02-24T05:26:06.340" v="557" actId="14100"/>
          <ac:spMkLst>
            <pc:docMk/>
            <pc:sldMk cId="4261751492" sldId="2147480426"/>
            <ac:spMk id="7" creationId="{850EB0C2-024B-BD15-EF93-77C301ABF471}"/>
          </ac:spMkLst>
        </pc:spChg>
      </pc:sldChg>
      <pc:sldChg chg="addSp modSp mod addCm delCm modCm">
        <pc:chgData name="Chen,Dr.,Ying (HP Medicine) BII-CN-S" userId="7c019f49-0ee9-4787-9ac5-a11d3b82d6d2" providerId="ADAL" clId="{46BDB098-82EB-4C8E-8FE9-A9D72FB0A67A}" dt="2024-02-26T07:42:46.739" v="700" actId="115"/>
        <pc:sldMkLst>
          <pc:docMk/>
          <pc:sldMk cId="1115216339" sldId="2147481380"/>
        </pc:sldMkLst>
        <pc:spChg chg="add mod">
          <ac:chgData name="Chen,Dr.,Ying (HP Medicine) BII-CN-S" userId="7c019f49-0ee9-4787-9ac5-a11d3b82d6d2" providerId="ADAL" clId="{46BDB098-82EB-4C8E-8FE9-A9D72FB0A67A}" dt="2024-02-26T07:42:46.739" v="700" actId="115"/>
          <ac:spMkLst>
            <pc:docMk/>
            <pc:sldMk cId="1115216339" sldId="2147481380"/>
            <ac:spMk id="35" creationId="{378B2A14-4429-EAE4-294A-3FBF41E62DF0}"/>
          </ac:spMkLst>
        </pc:spChg>
      </pc:sldChg>
      <pc:sldChg chg="modSp mod addCm delCm modCm modNotesTx">
        <pc:chgData name="Chen,Dr.,Ying (HP Medicine) BII-CN-S" userId="7c019f49-0ee9-4787-9ac5-a11d3b82d6d2" providerId="ADAL" clId="{46BDB098-82EB-4C8E-8FE9-A9D72FB0A67A}" dt="2024-02-26T05:37:16.361" v="678" actId="1592"/>
        <pc:sldMkLst>
          <pc:docMk/>
          <pc:sldMk cId="1203846494" sldId="2147481393"/>
        </pc:sldMkLst>
        <pc:spChg chg="mod">
          <ac:chgData name="Chen,Dr.,Ying (HP Medicine) BII-CN-S" userId="7c019f49-0ee9-4787-9ac5-a11d3b82d6d2" providerId="ADAL" clId="{46BDB098-82EB-4C8E-8FE9-A9D72FB0A67A}" dt="2024-02-24T03:49:27.411" v="291" actId="20577"/>
          <ac:spMkLst>
            <pc:docMk/>
            <pc:sldMk cId="1203846494" sldId="2147481393"/>
            <ac:spMk id="6" creationId="{9D4C3D96-3693-CB52-EE7C-09623DE8E8EA}"/>
          </ac:spMkLst>
        </pc:spChg>
        <pc:spChg chg="mod">
          <ac:chgData name="Chen,Dr.,Ying (HP Medicine) BII-CN-S" userId="7c019f49-0ee9-4787-9ac5-a11d3b82d6d2" providerId="ADAL" clId="{46BDB098-82EB-4C8E-8FE9-A9D72FB0A67A}" dt="2024-02-26T05:28:33.832" v="629" actId="20577"/>
          <ac:spMkLst>
            <pc:docMk/>
            <pc:sldMk cId="1203846494" sldId="2147481393"/>
            <ac:spMk id="157" creationId="{ABF1C8FA-24FE-4186-8317-54D0AE86DBB2}"/>
          </ac:spMkLst>
        </pc:spChg>
      </pc:sldChg>
      <pc:sldChg chg="modSp mod">
        <pc:chgData name="Chen,Dr.,Ying (HP Medicine) BII-CN-S" userId="7c019f49-0ee9-4787-9ac5-a11d3b82d6d2" providerId="ADAL" clId="{46BDB098-82EB-4C8E-8FE9-A9D72FB0A67A}" dt="2024-02-24T03:46:16.776" v="287" actId="207"/>
        <pc:sldMkLst>
          <pc:docMk/>
          <pc:sldMk cId="951531086" sldId="2147481394"/>
        </pc:sldMkLst>
        <pc:spChg chg="mod">
          <ac:chgData name="Chen,Dr.,Ying (HP Medicine) BII-CN-S" userId="7c019f49-0ee9-4787-9ac5-a11d3b82d6d2" providerId="ADAL" clId="{46BDB098-82EB-4C8E-8FE9-A9D72FB0A67A}" dt="2024-02-24T03:46:16.776" v="287" actId="207"/>
          <ac:spMkLst>
            <pc:docMk/>
            <pc:sldMk cId="951531086" sldId="2147481394"/>
            <ac:spMk id="10" creationId="{72A3568C-F3B5-F31F-8B3C-48C73A60BD44}"/>
          </ac:spMkLst>
        </pc:spChg>
        <pc:graphicFrameChg chg="modGraphic">
          <ac:chgData name="Chen,Dr.,Ying (HP Medicine) BII-CN-S" userId="7c019f49-0ee9-4787-9ac5-a11d3b82d6d2" providerId="ADAL" clId="{46BDB098-82EB-4C8E-8FE9-A9D72FB0A67A}" dt="2024-02-24T03:36:00.943" v="232" actId="20577"/>
          <ac:graphicFrameMkLst>
            <pc:docMk/>
            <pc:sldMk cId="951531086" sldId="2147481394"/>
            <ac:graphicFrameMk id="9" creationId="{1BB60884-FD98-83F8-DD7B-1F8FCE91D386}"/>
          </ac:graphicFrameMkLst>
        </pc:graphicFrameChg>
      </pc:sldChg>
      <pc:sldChg chg="modSp mod addCm modCm">
        <pc:chgData name="Chen,Dr.,Ying (HP Medicine) BII-CN-S" userId="7c019f49-0ee9-4787-9ac5-a11d3b82d6d2" providerId="ADAL" clId="{46BDB098-82EB-4C8E-8FE9-A9D72FB0A67A}" dt="2024-02-26T05:28:11.551" v="628" actId="14100"/>
        <pc:sldMkLst>
          <pc:docMk/>
          <pc:sldMk cId="1783156884" sldId="2147481395"/>
        </pc:sldMkLst>
        <pc:spChg chg="mod">
          <ac:chgData name="Chen,Dr.,Ying (HP Medicine) BII-CN-S" userId="7c019f49-0ee9-4787-9ac5-a11d3b82d6d2" providerId="ADAL" clId="{46BDB098-82EB-4C8E-8FE9-A9D72FB0A67A}" dt="2024-02-26T05:27:47.282" v="624" actId="207"/>
          <ac:spMkLst>
            <pc:docMk/>
            <pc:sldMk cId="1783156884" sldId="2147481395"/>
            <ac:spMk id="15" creationId="{B01AB53E-9E55-46BB-7F88-2E3A74A0557A}"/>
          </ac:spMkLst>
        </pc:spChg>
        <pc:graphicFrameChg chg="modGraphic">
          <ac:chgData name="Chen,Dr.,Ying (HP Medicine) BII-CN-S" userId="7c019f49-0ee9-4787-9ac5-a11d3b82d6d2" providerId="ADAL" clId="{46BDB098-82EB-4C8E-8FE9-A9D72FB0A67A}" dt="2024-02-24T03:57:56.343" v="327" actId="207"/>
          <ac:graphicFrameMkLst>
            <pc:docMk/>
            <pc:sldMk cId="1783156884" sldId="2147481395"/>
            <ac:graphicFrameMk id="9" creationId="{4D70BC35-93D8-2E73-9762-044E4D42290B}"/>
          </ac:graphicFrameMkLst>
        </pc:graphicFrameChg>
        <pc:picChg chg="mod">
          <ac:chgData name="Chen,Dr.,Ying (HP Medicine) BII-CN-S" userId="7c019f49-0ee9-4787-9ac5-a11d3b82d6d2" providerId="ADAL" clId="{46BDB098-82EB-4C8E-8FE9-A9D72FB0A67A}" dt="2024-02-26T05:28:11.551" v="628" actId="14100"/>
          <ac:picMkLst>
            <pc:docMk/>
            <pc:sldMk cId="1783156884" sldId="2147481395"/>
            <ac:picMk id="2" creationId="{73A9DDB8-9391-5F6A-19D4-0BFC375F96C7}"/>
          </ac:picMkLst>
        </pc:picChg>
      </pc:sldChg>
      <pc:sldChg chg="mod modShow">
        <pc:chgData name="Chen,Dr.,Ying (HP Medicine) BII-CN-S" userId="7c019f49-0ee9-4787-9ac5-a11d3b82d6d2" providerId="ADAL" clId="{46BDB098-82EB-4C8E-8FE9-A9D72FB0A67A}" dt="2024-02-26T08:49:38.621" v="760" actId="729"/>
        <pc:sldMkLst>
          <pc:docMk/>
          <pc:sldMk cId="393501697" sldId="2147481396"/>
        </pc:sldMkLst>
      </pc:sldChg>
      <pc:sldChg chg="modSp mod">
        <pc:chgData name="Chen,Dr.,Ying (HP Medicine) BII-CN-S" userId="7c019f49-0ee9-4787-9ac5-a11d3b82d6d2" providerId="ADAL" clId="{46BDB098-82EB-4C8E-8FE9-A9D72FB0A67A}" dt="2024-02-26T07:43:22.788" v="701" actId="14100"/>
        <pc:sldMkLst>
          <pc:docMk/>
          <pc:sldMk cId="3747378977" sldId="2147481397"/>
        </pc:sldMkLst>
        <pc:spChg chg="mod">
          <ac:chgData name="Chen,Dr.,Ying (HP Medicine) BII-CN-S" userId="7c019f49-0ee9-4787-9ac5-a11d3b82d6d2" providerId="ADAL" clId="{46BDB098-82EB-4C8E-8FE9-A9D72FB0A67A}" dt="2024-02-26T07:43:22.788" v="701" actId="14100"/>
          <ac:spMkLst>
            <pc:docMk/>
            <pc:sldMk cId="3747378977" sldId="2147481397"/>
            <ac:spMk id="107" creationId="{7DDA071E-5F80-4527-AE47-F1E7B2DC2A5B}"/>
          </ac:spMkLst>
        </pc:spChg>
        <pc:spChg chg="mod">
          <ac:chgData name="Chen,Dr.,Ying (HP Medicine) BII-CN-S" userId="7c019f49-0ee9-4787-9ac5-a11d3b82d6d2" providerId="ADAL" clId="{46BDB098-82EB-4C8E-8FE9-A9D72FB0A67A}" dt="2024-02-26T07:06:06.215" v="680" actId="13926"/>
          <ac:spMkLst>
            <pc:docMk/>
            <pc:sldMk cId="3747378977" sldId="2147481397"/>
            <ac:spMk id="126" creationId="{6A146A9F-3077-48E6-AD05-74AFFA257DC1}"/>
          </ac:spMkLst>
        </pc:spChg>
      </pc:sldChg>
      <pc:sldChg chg="modSp mod">
        <pc:chgData name="Chen,Dr.,Ying (HP Medicine) BII-CN-S" userId="7c019f49-0ee9-4787-9ac5-a11d3b82d6d2" providerId="ADAL" clId="{46BDB098-82EB-4C8E-8FE9-A9D72FB0A67A}" dt="2024-02-26T07:11:32.873" v="686" actId="207"/>
        <pc:sldMkLst>
          <pc:docMk/>
          <pc:sldMk cId="1524738072" sldId="2147481398"/>
        </pc:sldMkLst>
        <pc:graphicFrameChg chg="modGraphic">
          <ac:chgData name="Chen,Dr.,Ying (HP Medicine) BII-CN-S" userId="7c019f49-0ee9-4787-9ac5-a11d3b82d6d2" providerId="ADAL" clId="{46BDB098-82EB-4C8E-8FE9-A9D72FB0A67A}" dt="2024-02-26T07:11:32.873" v="686" actId="207"/>
          <ac:graphicFrameMkLst>
            <pc:docMk/>
            <pc:sldMk cId="1524738072" sldId="2147481398"/>
            <ac:graphicFrameMk id="11" creationId="{A5854CEA-8393-AB5C-F5D2-19D7CB3D49CC}"/>
          </ac:graphicFrameMkLst>
        </pc:graphicFrameChg>
      </pc:sldChg>
      <pc:sldChg chg="modSp mod modNotesTx">
        <pc:chgData name="Chen,Dr.,Ying (HP Medicine) BII-CN-S" userId="7c019f49-0ee9-4787-9ac5-a11d3b82d6d2" providerId="ADAL" clId="{46BDB098-82EB-4C8E-8FE9-A9D72FB0A67A}" dt="2024-02-26T07:45:48.808" v="756" actId="14100"/>
        <pc:sldMkLst>
          <pc:docMk/>
          <pc:sldMk cId="586727861" sldId="2147481412"/>
        </pc:sldMkLst>
        <pc:graphicFrameChg chg="mod modGraphic">
          <ac:chgData name="Chen,Dr.,Ying (HP Medicine) BII-CN-S" userId="7c019f49-0ee9-4787-9ac5-a11d3b82d6d2" providerId="ADAL" clId="{46BDB098-82EB-4C8E-8FE9-A9D72FB0A67A}" dt="2024-02-26T07:45:48.808" v="756" actId="14100"/>
          <ac:graphicFrameMkLst>
            <pc:docMk/>
            <pc:sldMk cId="586727861" sldId="2147481412"/>
            <ac:graphicFrameMk id="14" creationId="{3D83F0C9-4319-95E9-0FA3-2BEFA0CA7479}"/>
          </ac:graphicFrameMkLst>
        </pc:graphicFrameChg>
      </pc:sldChg>
      <pc:sldChg chg="addSp delSp modSp mod modNotesTx">
        <pc:chgData name="Chen,Dr.,Ying (HP Medicine) BII-CN-S" userId="7c019f49-0ee9-4787-9ac5-a11d3b82d6d2" providerId="ADAL" clId="{46BDB098-82EB-4C8E-8FE9-A9D72FB0A67A}" dt="2024-02-26T05:29:57.316" v="673" actId="20577"/>
        <pc:sldMkLst>
          <pc:docMk/>
          <pc:sldMk cId="930855308" sldId="2147481413"/>
        </pc:sldMkLst>
        <pc:spChg chg="add mod">
          <ac:chgData name="Chen,Dr.,Ying (HP Medicine) BII-CN-S" userId="7c019f49-0ee9-4787-9ac5-a11d3b82d6d2" providerId="ADAL" clId="{46BDB098-82EB-4C8E-8FE9-A9D72FB0A67A}" dt="2024-02-23T05:53:36.586" v="173" actId="1076"/>
          <ac:spMkLst>
            <pc:docMk/>
            <pc:sldMk cId="930855308" sldId="2147481413"/>
            <ac:spMk id="4" creationId="{E694AAA0-B7A9-4CEC-1711-9FB9DF332809}"/>
          </ac:spMkLst>
        </pc:spChg>
        <pc:spChg chg="mod">
          <ac:chgData name="Chen,Dr.,Ying (HP Medicine) BII-CN-S" userId="7c019f49-0ee9-4787-9ac5-a11d3b82d6d2" providerId="ADAL" clId="{46BDB098-82EB-4C8E-8FE9-A9D72FB0A67A}" dt="2024-02-26T05:03:08.833" v="578" actId="14100"/>
          <ac:spMkLst>
            <pc:docMk/>
            <pc:sldMk cId="930855308" sldId="2147481413"/>
            <ac:spMk id="5" creationId="{23DB86F8-60A0-6A56-DC74-D2994B3B6CA9}"/>
          </ac:spMkLst>
        </pc:spChg>
        <pc:spChg chg="mod">
          <ac:chgData name="Chen,Dr.,Ying (HP Medicine) BII-CN-S" userId="7c019f49-0ee9-4787-9ac5-a11d3b82d6d2" providerId="ADAL" clId="{46BDB098-82EB-4C8E-8FE9-A9D72FB0A67A}" dt="2024-02-26T05:29:57.316" v="673" actId="20577"/>
          <ac:spMkLst>
            <pc:docMk/>
            <pc:sldMk cId="930855308" sldId="2147481413"/>
            <ac:spMk id="11" creationId="{F42C07CB-EC5E-5F0E-2083-A3865B3A46BF}"/>
          </ac:spMkLst>
        </pc:spChg>
        <pc:spChg chg="add del mod">
          <ac:chgData name="Chen,Dr.,Ying (HP Medicine) BII-CN-S" userId="7c019f49-0ee9-4787-9ac5-a11d3b82d6d2" providerId="ADAL" clId="{46BDB098-82EB-4C8E-8FE9-A9D72FB0A67A}" dt="2024-02-23T05:52:19.542" v="139" actId="478"/>
          <ac:spMkLst>
            <pc:docMk/>
            <pc:sldMk cId="930855308" sldId="2147481413"/>
            <ac:spMk id="13" creationId="{FD80B07C-56F5-7FD9-54F5-983FB725C9F1}"/>
          </ac:spMkLst>
        </pc:spChg>
        <pc:spChg chg="mod">
          <ac:chgData name="Chen,Dr.,Ying (HP Medicine) BII-CN-S" userId="7c019f49-0ee9-4787-9ac5-a11d3b82d6d2" providerId="ADAL" clId="{46BDB098-82EB-4C8E-8FE9-A9D72FB0A67A}" dt="2024-02-26T05:29:33.515" v="639" actId="20577"/>
          <ac:spMkLst>
            <pc:docMk/>
            <pc:sldMk cId="930855308" sldId="2147481413"/>
            <ac:spMk id="75" creationId="{23E443ED-C91E-4425-963C-DB47A7F0B19C}"/>
          </ac:spMkLst>
        </pc:spChg>
      </pc:sldChg>
      <pc:sldChg chg="modSp mod">
        <pc:chgData name="Chen,Dr.,Ying (HP Medicine) BII-CN-S" userId="7c019f49-0ee9-4787-9ac5-a11d3b82d6d2" providerId="ADAL" clId="{46BDB098-82EB-4C8E-8FE9-A9D72FB0A67A}" dt="2024-02-24T04:10:52.109" v="416" actId="20577"/>
        <pc:sldMkLst>
          <pc:docMk/>
          <pc:sldMk cId="4072964452" sldId="2147481414"/>
        </pc:sldMkLst>
        <pc:graphicFrameChg chg="modGraphic">
          <ac:chgData name="Chen,Dr.,Ying (HP Medicine) BII-CN-S" userId="7c019f49-0ee9-4787-9ac5-a11d3b82d6d2" providerId="ADAL" clId="{46BDB098-82EB-4C8E-8FE9-A9D72FB0A67A}" dt="2024-02-24T04:10:52.109" v="416" actId="20577"/>
          <ac:graphicFrameMkLst>
            <pc:docMk/>
            <pc:sldMk cId="4072964452" sldId="2147481414"/>
            <ac:graphicFrameMk id="10" creationId="{1A643741-1EC8-E4EA-A5FF-9EF8EEDDDCDE}"/>
          </ac:graphicFrameMkLst>
        </pc:graphicFrameChg>
      </pc:sldChg>
      <pc:sldChg chg="modSp mod">
        <pc:chgData name="Chen,Dr.,Ying (HP Medicine) BII-CN-S" userId="7c019f49-0ee9-4787-9ac5-a11d3b82d6d2" providerId="ADAL" clId="{46BDB098-82EB-4C8E-8FE9-A9D72FB0A67A}" dt="2024-02-26T07:37:34.276" v="696" actId="20577"/>
        <pc:sldMkLst>
          <pc:docMk/>
          <pc:sldMk cId="766638278" sldId="2147481416"/>
        </pc:sldMkLst>
        <pc:spChg chg="mod">
          <ac:chgData name="Chen,Dr.,Ying (HP Medicine) BII-CN-S" userId="7c019f49-0ee9-4787-9ac5-a11d3b82d6d2" providerId="ADAL" clId="{46BDB098-82EB-4C8E-8FE9-A9D72FB0A67A}" dt="2024-02-26T07:37:34.276" v="696" actId="20577"/>
          <ac:spMkLst>
            <pc:docMk/>
            <pc:sldMk cId="766638278" sldId="2147481416"/>
            <ac:spMk id="21" creationId="{ED44244A-FEB0-586B-E598-E28225954DC1}"/>
          </ac:spMkLst>
        </pc:spChg>
      </pc:sldChg>
      <pc:sldChg chg="modSp mod">
        <pc:chgData name="Chen,Dr.,Ying (HP Medicine) BII-CN-S" userId="7c019f49-0ee9-4787-9ac5-a11d3b82d6d2" providerId="ADAL" clId="{46BDB098-82EB-4C8E-8FE9-A9D72FB0A67A}" dt="2024-02-26T08:49:08.648" v="759" actId="2164"/>
        <pc:sldMkLst>
          <pc:docMk/>
          <pc:sldMk cId="3266566500" sldId="2147481434"/>
        </pc:sldMkLst>
        <pc:graphicFrameChg chg="mod modGraphic">
          <ac:chgData name="Chen,Dr.,Ying (HP Medicine) BII-CN-S" userId="7c019f49-0ee9-4787-9ac5-a11d3b82d6d2" providerId="ADAL" clId="{46BDB098-82EB-4C8E-8FE9-A9D72FB0A67A}" dt="2024-02-26T08:49:08.648" v="759" actId="2164"/>
          <ac:graphicFrameMkLst>
            <pc:docMk/>
            <pc:sldMk cId="3266566500" sldId="2147481434"/>
            <ac:graphicFrameMk id="12" creationId="{EE24276D-C300-4706-ACD2-32E108653E2B}"/>
          </ac:graphicFrameMkLst>
        </pc:graphicFrameChg>
      </pc:sldChg>
    </pc:docChg>
  </pc:docChgLst>
  <pc:docChgLst>
    <pc:chgData name="Chen,Michael (HP Med RA) BII-CN-B" userId="S::michael_3.chen@boehringer-ingelheim.com::d5e1e1c3-1b8e-4d7c-a738-2fc34bcfb3bb" providerId="AD" clId="Web-{2C1D6C71-D9AB-2103-3F53-10C3AF02EA81}"/>
    <pc:docChg chg="modSld">
      <pc:chgData name="Chen,Michael (HP Med RA) BII-CN-B" userId="S::michael_3.chen@boehringer-ingelheim.com::d5e1e1c3-1b8e-4d7c-a738-2fc34bcfb3bb" providerId="AD" clId="Web-{2C1D6C71-D9AB-2103-3F53-10C3AF02EA81}" dt="2022-03-14T08:39:14.069" v="1" actId="20577"/>
      <pc:docMkLst>
        <pc:docMk/>
      </pc:docMkLst>
      <pc:sldChg chg="modSp">
        <pc:chgData name="Chen,Michael (HP Med RA) BII-CN-B" userId="S::michael_3.chen@boehringer-ingelheim.com::d5e1e1c3-1b8e-4d7c-a738-2fc34bcfb3bb" providerId="AD" clId="Web-{2C1D6C71-D9AB-2103-3F53-10C3AF02EA81}" dt="2022-03-14T08:39:14.069" v="1" actId="20577"/>
        <pc:sldMkLst>
          <pc:docMk/>
          <pc:sldMk cId="1001967075" sldId="2147377159"/>
        </pc:sldMkLst>
        <pc:spChg chg="mod">
          <ac:chgData name="Chen,Michael (HP Med RA) BII-CN-B" userId="S::michael_3.chen@boehringer-ingelheim.com::d5e1e1c3-1b8e-4d7c-a738-2fc34bcfb3bb" providerId="AD" clId="Web-{2C1D6C71-D9AB-2103-3F53-10C3AF02EA81}" dt="2022-03-14T08:39:14.069" v="1" actId="20577"/>
          <ac:spMkLst>
            <pc:docMk/>
            <pc:sldMk cId="1001967075" sldId="2147377159"/>
            <ac:spMk id="4" creationId="{88E9D82C-4129-43B4-B432-F228B30FFCC5}"/>
          </ac:spMkLst>
        </pc:spChg>
      </pc:sldChg>
    </pc:docChg>
  </pc:docChgLst>
  <pc:docChgLst>
    <pc:chgData name="Shi,Cherry (HP Medicine) BII-CN-S" userId="S::cherry.shi@boehringer-ingelheim.com::d1fa847a-fc45-456f-9c70-a123cc9ed61e" providerId="AD" clId="Web-{3A8AA48E-F0CB-F4EB-CDFD-AB5BE95525E5}"/>
    <pc:docChg chg="modSld">
      <pc:chgData name="Shi,Cherry (HP Medicine) BII-CN-S" userId="S::cherry.shi@boehringer-ingelheim.com::d1fa847a-fc45-456f-9c70-a123cc9ed61e" providerId="AD" clId="Web-{3A8AA48E-F0CB-F4EB-CDFD-AB5BE95525E5}" dt="2024-02-22T07:25:20.321" v="50"/>
      <pc:docMkLst>
        <pc:docMk/>
      </pc:docMkLst>
      <pc:sldChg chg="modSp addCm">
        <pc:chgData name="Shi,Cherry (HP Medicine) BII-CN-S" userId="S::cherry.shi@boehringer-ingelheim.com::d1fa847a-fc45-456f-9c70-a123cc9ed61e" providerId="AD" clId="Web-{3A8AA48E-F0CB-F4EB-CDFD-AB5BE95525E5}" dt="2024-02-22T07:25:20.321" v="50"/>
        <pc:sldMkLst>
          <pc:docMk/>
          <pc:sldMk cId="3370242844" sldId="2147481343"/>
        </pc:sldMkLst>
        <pc:graphicFrameChg chg="mod modGraphic">
          <ac:chgData name="Shi,Cherry (HP Medicine) BII-CN-S" userId="S::cherry.shi@boehringer-ingelheim.com::d1fa847a-fc45-456f-9c70-a123cc9ed61e" providerId="AD" clId="Web-{3A8AA48E-F0CB-F4EB-CDFD-AB5BE95525E5}" dt="2024-02-22T07:25:20.321" v="50"/>
          <ac:graphicFrameMkLst>
            <pc:docMk/>
            <pc:sldMk cId="3370242844" sldId="2147481343"/>
            <ac:graphicFrameMk id="12" creationId="{EE24276D-C300-4706-ACD2-32E108653E2B}"/>
          </ac:graphicFrameMkLst>
        </pc:graphicFrameChg>
      </pc:sldChg>
    </pc:docChg>
  </pc:docChgLst>
  <pc:docChgLst>
    <pc:chgData name="Li,Yuting (HP Medicine) BII-CN-S" userId="ce8fbb54-122c-426d-b8da-fdcc5e1b5022" providerId="ADAL" clId="{424F268A-DBE6-4671-9052-296082C49EB5}"/>
    <pc:docChg chg="undo redo custSel addSld delSld modSld sldOrd delMainMaster modSection">
      <pc:chgData name="Li,Yuting (HP Medicine) BII-CN-S" userId="ce8fbb54-122c-426d-b8da-fdcc5e1b5022" providerId="ADAL" clId="{424F268A-DBE6-4671-9052-296082C49EB5}" dt="2024-03-19T11:37:34.258" v="4425" actId="27636"/>
      <pc:docMkLst>
        <pc:docMk/>
      </pc:docMkLst>
      <pc:sldChg chg="del">
        <pc:chgData name="Li,Yuting (HP Medicine) BII-CN-S" userId="ce8fbb54-122c-426d-b8da-fdcc5e1b5022" providerId="ADAL" clId="{424F268A-DBE6-4671-9052-296082C49EB5}" dt="2024-03-15T06:19:05.921" v="163" actId="47"/>
        <pc:sldMkLst>
          <pc:docMk/>
          <pc:sldMk cId="511876475" sldId="256"/>
        </pc:sldMkLst>
      </pc:sldChg>
      <pc:sldChg chg="del">
        <pc:chgData name="Li,Yuting (HP Medicine) BII-CN-S" userId="ce8fbb54-122c-426d-b8da-fdcc5e1b5022" providerId="ADAL" clId="{424F268A-DBE6-4671-9052-296082C49EB5}" dt="2024-03-15T06:18:19.459" v="157" actId="47"/>
        <pc:sldMkLst>
          <pc:docMk/>
          <pc:sldMk cId="1865359290" sldId="258"/>
        </pc:sldMkLst>
      </pc:sldChg>
      <pc:sldChg chg="modSp mod">
        <pc:chgData name="Li,Yuting (HP Medicine) BII-CN-S" userId="ce8fbb54-122c-426d-b8da-fdcc5e1b5022" providerId="ADAL" clId="{424F268A-DBE6-4671-9052-296082C49EB5}" dt="2024-03-15T06:05:16.960" v="17" actId="5793"/>
        <pc:sldMkLst>
          <pc:docMk/>
          <pc:sldMk cId="64439630" sldId="6601"/>
        </pc:sldMkLst>
        <pc:spChg chg="mod">
          <ac:chgData name="Li,Yuting (HP Medicine) BII-CN-S" userId="ce8fbb54-122c-426d-b8da-fdcc5e1b5022" providerId="ADAL" clId="{424F268A-DBE6-4671-9052-296082C49EB5}" dt="2024-03-15T06:05:16.960" v="17" actId="5793"/>
          <ac:spMkLst>
            <pc:docMk/>
            <pc:sldMk cId="64439630" sldId="6601"/>
            <ac:spMk id="5" creationId="{00000000-0000-0000-0000-000000000000}"/>
          </ac:spMkLst>
        </pc:spChg>
      </pc:sldChg>
      <pc:sldChg chg="del">
        <pc:chgData name="Li,Yuting (HP Medicine) BII-CN-S" userId="ce8fbb54-122c-426d-b8da-fdcc5e1b5022" providerId="ADAL" clId="{424F268A-DBE6-4671-9052-296082C49EB5}" dt="2024-03-15T06:17:12.412" v="151" actId="47"/>
        <pc:sldMkLst>
          <pc:docMk/>
          <pc:sldMk cId="3858665140" sldId="9830"/>
        </pc:sldMkLst>
      </pc:sldChg>
      <pc:sldChg chg="del">
        <pc:chgData name="Li,Yuting (HP Medicine) BII-CN-S" userId="ce8fbb54-122c-426d-b8da-fdcc5e1b5022" providerId="ADAL" clId="{424F268A-DBE6-4671-9052-296082C49EB5}" dt="2024-03-15T06:17:14.508" v="152" actId="47"/>
        <pc:sldMkLst>
          <pc:docMk/>
          <pc:sldMk cId="3430002089" sldId="9837"/>
        </pc:sldMkLst>
      </pc:sldChg>
      <pc:sldChg chg="del">
        <pc:chgData name="Li,Yuting (HP Medicine) BII-CN-S" userId="ce8fbb54-122c-426d-b8da-fdcc5e1b5022" providerId="ADAL" clId="{424F268A-DBE6-4671-9052-296082C49EB5}" dt="2024-03-19T07:04:32.629" v="4322" actId="47"/>
        <pc:sldMkLst>
          <pc:docMk/>
          <pc:sldMk cId="3797776326" sldId="2145705909"/>
        </pc:sldMkLst>
      </pc:sldChg>
      <pc:sldChg chg="del">
        <pc:chgData name="Li,Yuting (HP Medicine) BII-CN-S" userId="ce8fbb54-122c-426d-b8da-fdcc5e1b5022" providerId="ADAL" clId="{424F268A-DBE6-4671-9052-296082C49EB5}" dt="2024-03-19T07:04:32.629" v="4322" actId="47"/>
        <pc:sldMkLst>
          <pc:docMk/>
          <pc:sldMk cId="2728215188" sldId="2145705915"/>
        </pc:sldMkLst>
      </pc:sldChg>
      <pc:sldChg chg="add del mod modShow">
        <pc:chgData name="Li,Yuting (HP Medicine) BII-CN-S" userId="ce8fbb54-122c-426d-b8da-fdcc5e1b5022" providerId="ADAL" clId="{424F268A-DBE6-4671-9052-296082C49EB5}" dt="2024-03-19T07:05:02.748" v="4324" actId="729"/>
        <pc:sldMkLst>
          <pc:docMk/>
          <pc:sldMk cId="1704555303" sldId="2145705916"/>
        </pc:sldMkLst>
      </pc:sldChg>
      <pc:sldChg chg="add mod modShow">
        <pc:chgData name="Li,Yuting (HP Medicine) BII-CN-S" userId="ce8fbb54-122c-426d-b8da-fdcc5e1b5022" providerId="ADAL" clId="{424F268A-DBE6-4671-9052-296082C49EB5}" dt="2024-03-19T07:05:02.748" v="4324" actId="729"/>
        <pc:sldMkLst>
          <pc:docMk/>
          <pc:sldMk cId="2420880700" sldId="2145705917"/>
        </pc:sldMkLst>
      </pc:sldChg>
      <pc:sldChg chg="del">
        <pc:chgData name="Li,Yuting (HP Medicine) BII-CN-S" userId="ce8fbb54-122c-426d-b8da-fdcc5e1b5022" providerId="ADAL" clId="{424F268A-DBE6-4671-9052-296082C49EB5}" dt="2024-03-19T07:04:32.629" v="4322" actId="47"/>
        <pc:sldMkLst>
          <pc:docMk/>
          <pc:sldMk cId="1284819269" sldId="2145705919"/>
        </pc:sldMkLst>
      </pc:sldChg>
      <pc:sldChg chg="add mod modShow">
        <pc:chgData name="Li,Yuting (HP Medicine) BII-CN-S" userId="ce8fbb54-122c-426d-b8da-fdcc5e1b5022" providerId="ADAL" clId="{424F268A-DBE6-4671-9052-296082C49EB5}" dt="2024-03-19T07:05:02.748" v="4324" actId="729"/>
        <pc:sldMkLst>
          <pc:docMk/>
          <pc:sldMk cId="2154359899" sldId="2145705920"/>
        </pc:sldMkLst>
      </pc:sldChg>
      <pc:sldChg chg="del">
        <pc:chgData name="Li,Yuting (HP Medicine) BII-CN-S" userId="ce8fbb54-122c-426d-b8da-fdcc5e1b5022" providerId="ADAL" clId="{424F268A-DBE6-4671-9052-296082C49EB5}" dt="2024-03-19T07:04:32.629" v="4322" actId="47"/>
        <pc:sldMkLst>
          <pc:docMk/>
          <pc:sldMk cId="3459633132" sldId="2145705921"/>
        </pc:sldMkLst>
      </pc:sldChg>
      <pc:sldChg chg="del">
        <pc:chgData name="Li,Yuting (HP Medicine) BII-CN-S" userId="ce8fbb54-122c-426d-b8da-fdcc5e1b5022" providerId="ADAL" clId="{424F268A-DBE6-4671-9052-296082C49EB5}" dt="2024-03-19T07:04:32.629" v="4322" actId="47"/>
        <pc:sldMkLst>
          <pc:docMk/>
          <pc:sldMk cId="2116548721" sldId="2145705923"/>
        </pc:sldMkLst>
      </pc:sldChg>
      <pc:sldChg chg="delSp modSp add mod modShow addCm modCm">
        <pc:chgData name="Li,Yuting (HP Medicine) BII-CN-S" userId="ce8fbb54-122c-426d-b8da-fdcc5e1b5022" providerId="ADAL" clId="{424F268A-DBE6-4671-9052-296082C49EB5}" dt="2024-03-18T01:16:27.774" v="3909"/>
        <pc:sldMkLst>
          <pc:docMk/>
          <pc:sldMk cId="3030268934" sldId="2145705931"/>
        </pc:sldMkLst>
        <pc:spChg chg="mod">
          <ac:chgData name="Li,Yuting (HP Medicine) BII-CN-S" userId="ce8fbb54-122c-426d-b8da-fdcc5e1b5022" providerId="ADAL" clId="{424F268A-DBE6-4671-9052-296082C49EB5}" dt="2024-03-17T03:54:38.268" v="2605" actId="13926"/>
          <ac:spMkLst>
            <pc:docMk/>
            <pc:sldMk cId="3030268934" sldId="2145705931"/>
            <ac:spMk id="3" creationId="{48A1F23A-8690-EF2D-0D26-7B7B938F4DC3}"/>
          </ac:spMkLst>
        </pc:spChg>
        <pc:picChg chg="mod">
          <ac:chgData name="Li,Yuting (HP Medicine) BII-CN-S" userId="ce8fbb54-122c-426d-b8da-fdcc5e1b5022" providerId="ADAL" clId="{424F268A-DBE6-4671-9052-296082C49EB5}" dt="2024-03-17T03:54:21.382" v="2581" actId="1076"/>
          <ac:picMkLst>
            <pc:docMk/>
            <pc:sldMk cId="3030268934" sldId="2145705931"/>
            <ac:picMk id="8" creationId="{96110452-454D-185A-FAEB-807DEFBB8999}"/>
          </ac:picMkLst>
        </pc:picChg>
        <pc:picChg chg="del">
          <ac:chgData name="Li,Yuting (HP Medicine) BII-CN-S" userId="ce8fbb54-122c-426d-b8da-fdcc5e1b5022" providerId="ADAL" clId="{424F268A-DBE6-4671-9052-296082C49EB5}" dt="2024-03-17T03:54:14.588" v="2579" actId="478"/>
          <ac:picMkLst>
            <pc:docMk/>
            <pc:sldMk cId="3030268934" sldId="2145705931"/>
            <ac:picMk id="10" creationId="{0B423D3A-FC47-5FEF-C8F6-20ECDDE89E93}"/>
          </ac:picMkLst>
        </pc:picChg>
      </pc:sldChg>
      <pc:sldChg chg="modSp add mod modShow">
        <pc:chgData name="Li,Yuting (HP Medicine) BII-CN-S" userId="ce8fbb54-122c-426d-b8da-fdcc5e1b5022" providerId="ADAL" clId="{424F268A-DBE6-4671-9052-296082C49EB5}" dt="2024-03-19T01:37:47.977" v="4191" actId="729"/>
        <pc:sldMkLst>
          <pc:docMk/>
          <pc:sldMk cId="1514539022" sldId="2147475028"/>
        </pc:sldMkLst>
        <pc:graphicFrameChg chg="modGraphic">
          <ac:chgData name="Li,Yuting (HP Medicine) BII-CN-S" userId="ce8fbb54-122c-426d-b8da-fdcc5e1b5022" providerId="ADAL" clId="{424F268A-DBE6-4671-9052-296082C49EB5}" dt="2024-03-18T05:54:20.846" v="3971" actId="207"/>
          <ac:graphicFrameMkLst>
            <pc:docMk/>
            <pc:sldMk cId="1514539022" sldId="2147475028"/>
            <ac:graphicFrameMk id="3" creationId="{41BE28D3-0BEF-008C-6695-D901F75FA223}"/>
          </ac:graphicFrameMkLst>
        </pc:graphicFrameChg>
      </pc:sldChg>
      <pc:sldChg chg="modSp mod">
        <pc:chgData name="Li,Yuting (HP Medicine) BII-CN-S" userId="ce8fbb54-122c-426d-b8da-fdcc5e1b5022" providerId="ADAL" clId="{424F268A-DBE6-4671-9052-296082C49EB5}" dt="2024-03-19T11:37:34.258" v="4425" actId="27636"/>
        <pc:sldMkLst>
          <pc:docMk/>
          <pc:sldMk cId="3629372718" sldId="2147480453"/>
        </pc:sldMkLst>
        <pc:spChg chg="mod">
          <ac:chgData name="Li,Yuting (HP Medicine) BII-CN-S" userId="ce8fbb54-122c-426d-b8da-fdcc5e1b5022" providerId="ADAL" clId="{424F268A-DBE6-4671-9052-296082C49EB5}" dt="2024-03-19T11:37:34.258" v="4425" actId="27636"/>
          <ac:spMkLst>
            <pc:docMk/>
            <pc:sldMk cId="3629372718" sldId="2147480453"/>
            <ac:spMk id="2" creationId="{AAF1140E-EF9F-4509-9E45-0059E1E49075}"/>
          </ac:spMkLst>
        </pc:spChg>
      </pc:sldChg>
      <pc:sldChg chg="modSp add mod modShow">
        <pc:chgData name="Li,Yuting (HP Medicine) BII-CN-S" userId="ce8fbb54-122c-426d-b8da-fdcc5e1b5022" providerId="ADAL" clId="{424F268A-DBE6-4671-9052-296082C49EB5}" dt="2024-03-17T02:50:43.020" v="1316" actId="729"/>
        <pc:sldMkLst>
          <pc:docMk/>
          <pc:sldMk cId="4107091117" sldId="2147481313"/>
        </pc:sldMkLst>
        <pc:spChg chg="mod">
          <ac:chgData name="Li,Yuting (HP Medicine) BII-CN-S" userId="ce8fbb54-122c-426d-b8da-fdcc5e1b5022" providerId="ADAL" clId="{424F268A-DBE6-4671-9052-296082C49EB5}" dt="2024-03-17T02:50:09.751" v="1314" actId="1076"/>
          <ac:spMkLst>
            <pc:docMk/>
            <pc:sldMk cId="4107091117" sldId="2147481313"/>
            <ac:spMk id="6" creationId="{4C312F06-6870-7A4E-55B9-E66F21E62F02}"/>
          </ac:spMkLst>
        </pc:spChg>
        <pc:cxnChg chg="mod">
          <ac:chgData name="Li,Yuting (HP Medicine) BII-CN-S" userId="ce8fbb54-122c-426d-b8da-fdcc5e1b5022" providerId="ADAL" clId="{424F268A-DBE6-4671-9052-296082C49EB5}" dt="2024-03-17T02:50:12.033" v="1315" actId="1076"/>
          <ac:cxnSpMkLst>
            <pc:docMk/>
            <pc:sldMk cId="4107091117" sldId="2147481313"/>
            <ac:cxnSpMk id="5" creationId="{6D4CE5F4-855A-A1A9-6E07-E09C6FB11AC0}"/>
          </ac:cxnSpMkLst>
        </pc:cxnChg>
      </pc:sldChg>
      <pc:sldChg chg="modSp add mod modNotesTx">
        <pc:chgData name="Li,Yuting (HP Medicine) BII-CN-S" userId="ce8fbb54-122c-426d-b8da-fdcc5e1b5022" providerId="ADAL" clId="{424F268A-DBE6-4671-9052-296082C49EB5}" dt="2024-03-19T02:07:49.753" v="4206" actId="20577"/>
        <pc:sldMkLst>
          <pc:docMk/>
          <pc:sldMk cId="2059685924" sldId="2147481319"/>
        </pc:sldMkLst>
        <pc:spChg chg="mod">
          <ac:chgData name="Li,Yuting (HP Medicine) BII-CN-S" userId="ce8fbb54-122c-426d-b8da-fdcc5e1b5022" providerId="ADAL" clId="{424F268A-DBE6-4671-9052-296082C49EB5}" dt="2024-03-17T02:31:02.913" v="1045" actId="20577"/>
          <ac:spMkLst>
            <pc:docMk/>
            <pc:sldMk cId="2059685924" sldId="2147481319"/>
            <ac:spMk id="4" creationId="{8EADD354-968B-ED0A-F579-87F376C49EB8}"/>
          </ac:spMkLst>
        </pc:spChg>
        <pc:graphicFrameChg chg="modGraphic">
          <ac:chgData name="Li,Yuting (HP Medicine) BII-CN-S" userId="ce8fbb54-122c-426d-b8da-fdcc5e1b5022" providerId="ADAL" clId="{424F268A-DBE6-4671-9052-296082C49EB5}" dt="2024-03-17T02:32:00.010" v="1049" actId="400"/>
          <ac:graphicFrameMkLst>
            <pc:docMk/>
            <pc:sldMk cId="2059685924" sldId="2147481319"/>
            <ac:graphicFrameMk id="10" creationId="{7ED29C9C-0700-480D-B788-68CBB9D31EEE}"/>
          </ac:graphicFrameMkLst>
        </pc:graphicFrameChg>
      </pc:sldChg>
      <pc:sldChg chg="del">
        <pc:chgData name="Li,Yuting (HP Medicine) BII-CN-S" userId="ce8fbb54-122c-426d-b8da-fdcc5e1b5022" providerId="ADAL" clId="{424F268A-DBE6-4671-9052-296082C49EB5}" dt="2024-03-15T06:18:16.025" v="156" actId="47"/>
        <pc:sldMkLst>
          <pc:docMk/>
          <pc:sldMk cId="4063920382" sldId="2147481330"/>
        </pc:sldMkLst>
      </pc:sldChg>
      <pc:sldChg chg="del">
        <pc:chgData name="Li,Yuting (HP Medicine) BII-CN-S" userId="ce8fbb54-122c-426d-b8da-fdcc5e1b5022" providerId="ADAL" clId="{424F268A-DBE6-4671-9052-296082C49EB5}" dt="2024-03-15T06:18:16.025" v="156" actId="47"/>
        <pc:sldMkLst>
          <pc:docMk/>
          <pc:sldMk cId="2316683644" sldId="2147481331"/>
        </pc:sldMkLst>
      </pc:sldChg>
      <pc:sldChg chg="del">
        <pc:chgData name="Li,Yuting (HP Medicine) BII-CN-S" userId="ce8fbb54-122c-426d-b8da-fdcc5e1b5022" providerId="ADAL" clId="{424F268A-DBE6-4671-9052-296082C49EB5}" dt="2024-03-15T06:24:39.852" v="186" actId="47"/>
        <pc:sldMkLst>
          <pc:docMk/>
          <pc:sldMk cId="2055520494" sldId="2147481339"/>
        </pc:sldMkLst>
      </pc:sldChg>
      <pc:sldChg chg="del">
        <pc:chgData name="Li,Yuting (HP Medicine) BII-CN-S" userId="ce8fbb54-122c-426d-b8da-fdcc5e1b5022" providerId="ADAL" clId="{424F268A-DBE6-4671-9052-296082C49EB5}" dt="2024-03-15T06:24:38.049" v="185" actId="47"/>
        <pc:sldMkLst>
          <pc:docMk/>
          <pc:sldMk cId="432121343" sldId="2147481340"/>
        </pc:sldMkLst>
      </pc:sldChg>
      <pc:sldChg chg="del">
        <pc:chgData name="Li,Yuting (HP Medicine) BII-CN-S" userId="ce8fbb54-122c-426d-b8da-fdcc5e1b5022" providerId="ADAL" clId="{424F268A-DBE6-4671-9052-296082C49EB5}" dt="2024-03-17T05:55:21.299" v="3792" actId="47"/>
        <pc:sldMkLst>
          <pc:docMk/>
          <pc:sldMk cId="3370242844" sldId="2147481343"/>
        </pc:sldMkLst>
      </pc:sldChg>
      <pc:sldChg chg="addSp delSp del mod">
        <pc:chgData name="Li,Yuting (HP Medicine) BII-CN-S" userId="ce8fbb54-122c-426d-b8da-fdcc5e1b5022" providerId="ADAL" clId="{424F268A-DBE6-4671-9052-296082C49EB5}" dt="2024-03-15T06:09:12.306" v="21" actId="47"/>
        <pc:sldMkLst>
          <pc:docMk/>
          <pc:sldMk cId="958676723" sldId="2147481390"/>
        </pc:sldMkLst>
        <pc:spChg chg="add del">
          <ac:chgData name="Li,Yuting (HP Medicine) BII-CN-S" userId="ce8fbb54-122c-426d-b8da-fdcc5e1b5022" providerId="ADAL" clId="{424F268A-DBE6-4671-9052-296082C49EB5}" dt="2024-03-15T06:06:12.043" v="19" actId="478"/>
          <ac:spMkLst>
            <pc:docMk/>
            <pc:sldMk cId="958676723" sldId="2147481390"/>
            <ac:spMk id="4" creationId="{7681C625-B517-AC10-E86A-0BCAE84BE957}"/>
          </ac:spMkLst>
        </pc:spChg>
      </pc:sldChg>
      <pc:sldChg chg="del">
        <pc:chgData name="Li,Yuting (HP Medicine) BII-CN-S" userId="ce8fbb54-122c-426d-b8da-fdcc5e1b5022" providerId="ADAL" clId="{424F268A-DBE6-4671-9052-296082C49EB5}" dt="2024-03-15T06:17:42.892" v="154" actId="47"/>
        <pc:sldMkLst>
          <pc:docMk/>
          <pc:sldMk cId="2413956995" sldId="2147481399"/>
        </pc:sldMkLst>
      </pc:sldChg>
      <pc:sldChg chg="del">
        <pc:chgData name="Li,Yuting (HP Medicine) BII-CN-S" userId="ce8fbb54-122c-426d-b8da-fdcc5e1b5022" providerId="ADAL" clId="{424F268A-DBE6-4671-9052-296082C49EB5}" dt="2024-03-15T06:18:16.025" v="156" actId="47"/>
        <pc:sldMkLst>
          <pc:docMk/>
          <pc:sldMk cId="1848948247" sldId="2147481400"/>
        </pc:sldMkLst>
      </pc:sldChg>
      <pc:sldChg chg="del">
        <pc:chgData name="Li,Yuting (HP Medicine) BII-CN-S" userId="ce8fbb54-122c-426d-b8da-fdcc5e1b5022" providerId="ADAL" clId="{424F268A-DBE6-4671-9052-296082C49EB5}" dt="2024-03-15T06:18:16.025" v="156" actId="47"/>
        <pc:sldMkLst>
          <pc:docMk/>
          <pc:sldMk cId="3276089365" sldId="2147481401"/>
        </pc:sldMkLst>
      </pc:sldChg>
      <pc:sldChg chg="del">
        <pc:chgData name="Li,Yuting (HP Medicine) BII-CN-S" userId="ce8fbb54-122c-426d-b8da-fdcc5e1b5022" providerId="ADAL" clId="{424F268A-DBE6-4671-9052-296082C49EB5}" dt="2024-03-15T06:22:13.635" v="178" actId="47"/>
        <pc:sldMkLst>
          <pc:docMk/>
          <pc:sldMk cId="1729374619" sldId="2147481402"/>
        </pc:sldMkLst>
      </pc:sldChg>
      <pc:sldChg chg="del">
        <pc:chgData name="Li,Yuting (HP Medicine) BII-CN-S" userId="ce8fbb54-122c-426d-b8da-fdcc5e1b5022" providerId="ADAL" clId="{424F268A-DBE6-4671-9052-296082C49EB5}" dt="2024-03-15T06:24:03.480" v="181" actId="47"/>
        <pc:sldMkLst>
          <pc:docMk/>
          <pc:sldMk cId="687104770" sldId="2147481403"/>
        </pc:sldMkLst>
      </pc:sldChg>
      <pc:sldChg chg="del">
        <pc:chgData name="Li,Yuting (HP Medicine) BII-CN-S" userId="ce8fbb54-122c-426d-b8da-fdcc5e1b5022" providerId="ADAL" clId="{424F268A-DBE6-4671-9052-296082C49EB5}" dt="2024-03-15T06:24:18.142" v="183" actId="47"/>
        <pc:sldMkLst>
          <pc:docMk/>
          <pc:sldMk cId="4013773796" sldId="2147481404"/>
        </pc:sldMkLst>
      </pc:sldChg>
      <pc:sldChg chg="add mod modShow">
        <pc:chgData name="Li,Yuting (HP Medicine) BII-CN-S" userId="ce8fbb54-122c-426d-b8da-fdcc5e1b5022" providerId="ADAL" clId="{424F268A-DBE6-4671-9052-296082C49EB5}" dt="2024-03-15T06:21:51.274" v="174" actId="729"/>
        <pc:sldMkLst>
          <pc:docMk/>
          <pc:sldMk cId="1126967892" sldId="2147481407"/>
        </pc:sldMkLst>
      </pc:sldChg>
      <pc:sldChg chg="delSp modSp mod">
        <pc:chgData name="Li,Yuting (HP Medicine) BII-CN-S" userId="ce8fbb54-122c-426d-b8da-fdcc5e1b5022" providerId="ADAL" clId="{424F268A-DBE6-4671-9052-296082C49EB5}" dt="2024-03-19T06:16:47.906" v="4215" actId="20577"/>
        <pc:sldMkLst>
          <pc:docMk/>
          <pc:sldMk cId="988281381" sldId="2147481410"/>
        </pc:sldMkLst>
        <pc:spChg chg="del mod">
          <ac:chgData name="Li,Yuting (HP Medicine) BII-CN-S" userId="ce8fbb54-122c-426d-b8da-fdcc5e1b5022" providerId="ADAL" clId="{424F268A-DBE6-4671-9052-296082C49EB5}" dt="2024-03-18T06:38:15.824" v="4189" actId="478"/>
          <ac:spMkLst>
            <pc:docMk/>
            <pc:sldMk cId="988281381" sldId="2147481410"/>
            <ac:spMk id="191" creationId="{BF56A08D-FC05-9DF2-B83F-F13D8E86589D}"/>
          </ac:spMkLst>
        </pc:spChg>
        <pc:spChg chg="mod">
          <ac:chgData name="Li,Yuting (HP Medicine) BII-CN-S" userId="ce8fbb54-122c-426d-b8da-fdcc5e1b5022" providerId="ADAL" clId="{424F268A-DBE6-4671-9052-296082C49EB5}" dt="2024-03-19T06:16:47.906" v="4215" actId="20577"/>
          <ac:spMkLst>
            <pc:docMk/>
            <pc:sldMk cId="988281381" sldId="2147481410"/>
            <ac:spMk id="277" creationId="{E30A6013-C45B-EA40-6B3B-4D0AE3A803AE}"/>
          </ac:spMkLst>
        </pc:spChg>
        <pc:grpChg chg="mod">
          <ac:chgData name="Li,Yuting (HP Medicine) BII-CN-S" userId="ce8fbb54-122c-426d-b8da-fdcc5e1b5022" providerId="ADAL" clId="{424F268A-DBE6-4671-9052-296082C49EB5}" dt="2024-03-17T02:51:24.104" v="1321" actId="1076"/>
          <ac:grpSpMkLst>
            <pc:docMk/>
            <pc:sldMk cId="988281381" sldId="2147481410"/>
            <ac:grpSpMk id="186" creationId="{A4AAF355-03F2-FB8C-0C00-ACD2633C7AEF}"/>
          </ac:grpSpMkLst>
        </pc:grpChg>
      </pc:sldChg>
      <pc:sldChg chg="modSp add mod modNotesTx">
        <pc:chgData name="Li,Yuting (HP Medicine) BII-CN-S" userId="ce8fbb54-122c-426d-b8da-fdcc5e1b5022" providerId="ADAL" clId="{424F268A-DBE6-4671-9052-296082C49EB5}" dt="2024-03-19T06:20:54.475" v="4226" actId="20577"/>
        <pc:sldMkLst>
          <pc:docMk/>
          <pc:sldMk cId="2571934809" sldId="2147481411"/>
        </pc:sldMkLst>
        <pc:spChg chg="mod">
          <ac:chgData name="Li,Yuting (HP Medicine) BII-CN-S" userId="ce8fbb54-122c-426d-b8da-fdcc5e1b5022" providerId="ADAL" clId="{424F268A-DBE6-4671-9052-296082C49EB5}" dt="2024-03-19T06:20:54.475" v="4226" actId="20577"/>
          <ac:spMkLst>
            <pc:docMk/>
            <pc:sldMk cId="2571934809" sldId="2147481411"/>
            <ac:spMk id="52" creationId="{7532E7E9-CE0C-597F-9F9F-1F8571B9A4AE}"/>
          </ac:spMkLst>
        </pc:spChg>
      </pc:sldChg>
      <pc:sldChg chg="ord">
        <pc:chgData name="Li,Yuting (HP Medicine) BII-CN-S" userId="ce8fbb54-122c-426d-b8da-fdcc5e1b5022" providerId="ADAL" clId="{424F268A-DBE6-4671-9052-296082C49EB5}" dt="2024-03-15T06:28:19.303" v="192"/>
        <pc:sldMkLst>
          <pc:docMk/>
          <pc:sldMk cId="830732274" sldId="2147481417"/>
        </pc:sldMkLst>
      </pc:sldChg>
      <pc:sldChg chg="del">
        <pc:chgData name="Li,Yuting (HP Medicine) BII-CN-S" userId="ce8fbb54-122c-426d-b8da-fdcc5e1b5022" providerId="ADAL" clId="{424F268A-DBE6-4671-9052-296082C49EB5}" dt="2024-03-15T06:17:09.544" v="150" actId="47"/>
        <pc:sldMkLst>
          <pc:docMk/>
          <pc:sldMk cId="1095581670" sldId="2147481425"/>
        </pc:sldMkLst>
      </pc:sldChg>
      <pc:sldChg chg="del">
        <pc:chgData name="Li,Yuting (HP Medicine) BII-CN-S" userId="ce8fbb54-122c-426d-b8da-fdcc5e1b5022" providerId="ADAL" clId="{424F268A-DBE6-4671-9052-296082C49EB5}" dt="2024-03-15T06:18:56.866" v="161" actId="47"/>
        <pc:sldMkLst>
          <pc:docMk/>
          <pc:sldMk cId="1665562255" sldId="2147481427"/>
        </pc:sldMkLst>
      </pc:sldChg>
      <pc:sldChg chg="del">
        <pc:chgData name="Li,Yuting (HP Medicine) BII-CN-S" userId="ce8fbb54-122c-426d-b8da-fdcc5e1b5022" providerId="ADAL" clId="{424F268A-DBE6-4671-9052-296082C49EB5}" dt="2024-03-15T06:19:19.596" v="165" actId="47"/>
        <pc:sldMkLst>
          <pc:docMk/>
          <pc:sldMk cId="4175518287" sldId="2147481428"/>
        </pc:sldMkLst>
      </pc:sldChg>
      <pc:sldChg chg="del">
        <pc:chgData name="Li,Yuting (HP Medicine) BII-CN-S" userId="ce8fbb54-122c-426d-b8da-fdcc5e1b5022" providerId="ADAL" clId="{424F268A-DBE6-4671-9052-296082C49EB5}" dt="2024-03-15T06:19:47.926" v="169" actId="47"/>
        <pc:sldMkLst>
          <pc:docMk/>
          <pc:sldMk cId="1774521003" sldId="2147481429"/>
        </pc:sldMkLst>
      </pc:sldChg>
      <pc:sldChg chg="del">
        <pc:chgData name="Li,Yuting (HP Medicine) BII-CN-S" userId="ce8fbb54-122c-426d-b8da-fdcc5e1b5022" providerId="ADAL" clId="{424F268A-DBE6-4671-9052-296082C49EB5}" dt="2024-03-15T06:19:46.166" v="168" actId="47"/>
        <pc:sldMkLst>
          <pc:docMk/>
          <pc:sldMk cId="864542955" sldId="2147481430"/>
        </pc:sldMkLst>
      </pc:sldChg>
      <pc:sldChg chg="del">
        <pc:chgData name="Li,Yuting (HP Medicine) BII-CN-S" userId="ce8fbb54-122c-426d-b8da-fdcc5e1b5022" providerId="ADAL" clId="{424F268A-DBE6-4671-9052-296082C49EB5}" dt="2024-03-15T06:21:37.194" v="171" actId="47"/>
        <pc:sldMkLst>
          <pc:docMk/>
          <pc:sldMk cId="743177320" sldId="2147481431"/>
        </pc:sldMkLst>
      </pc:sldChg>
      <pc:sldChg chg="del">
        <pc:chgData name="Li,Yuting (HP Medicine) BII-CN-S" userId="ce8fbb54-122c-426d-b8da-fdcc5e1b5022" providerId="ADAL" clId="{424F268A-DBE6-4671-9052-296082C49EB5}" dt="2024-03-15T06:22:02.532" v="176" actId="47"/>
        <pc:sldMkLst>
          <pc:docMk/>
          <pc:sldMk cId="999878928" sldId="2147481432"/>
        </pc:sldMkLst>
      </pc:sldChg>
      <pc:sldChg chg="del">
        <pc:chgData name="Li,Yuting (HP Medicine) BII-CN-S" userId="ce8fbb54-122c-426d-b8da-fdcc5e1b5022" providerId="ADAL" clId="{424F268A-DBE6-4671-9052-296082C49EB5}" dt="2024-03-15T06:25:00.568" v="188" actId="47"/>
        <pc:sldMkLst>
          <pc:docMk/>
          <pc:sldMk cId="1801448801" sldId="2147481433"/>
        </pc:sldMkLst>
      </pc:sldChg>
      <pc:sldChg chg="del">
        <pc:chgData name="Li,Yuting (HP Medicine) BII-CN-S" userId="ce8fbb54-122c-426d-b8da-fdcc5e1b5022" providerId="ADAL" clId="{424F268A-DBE6-4671-9052-296082C49EB5}" dt="2024-03-15T06:22:53.652" v="179" actId="47"/>
        <pc:sldMkLst>
          <pc:docMk/>
          <pc:sldMk cId="552167058" sldId="2147481435"/>
        </pc:sldMkLst>
      </pc:sldChg>
      <pc:sldChg chg="del">
        <pc:chgData name="Li,Yuting (HP Medicine) BII-CN-S" userId="ce8fbb54-122c-426d-b8da-fdcc5e1b5022" providerId="ADAL" clId="{424F268A-DBE6-4671-9052-296082C49EB5}" dt="2024-03-15T06:21:47.869" v="173" actId="47"/>
        <pc:sldMkLst>
          <pc:docMk/>
          <pc:sldMk cId="154343805" sldId="2147481437"/>
        </pc:sldMkLst>
      </pc:sldChg>
      <pc:sldChg chg="ord">
        <pc:chgData name="Li,Yuting (HP Medicine) BII-CN-S" userId="ce8fbb54-122c-426d-b8da-fdcc5e1b5022" providerId="ADAL" clId="{424F268A-DBE6-4671-9052-296082C49EB5}" dt="2024-03-15T06:26:34.017" v="190"/>
        <pc:sldMkLst>
          <pc:docMk/>
          <pc:sldMk cId="979362968" sldId="2147481438"/>
        </pc:sldMkLst>
      </pc:sldChg>
      <pc:sldChg chg="modSp add mod">
        <pc:chgData name="Li,Yuting (HP Medicine) BII-CN-S" userId="ce8fbb54-122c-426d-b8da-fdcc5e1b5022" providerId="ADAL" clId="{424F268A-DBE6-4671-9052-296082C49EB5}" dt="2024-03-18T01:14:48.602" v="3904" actId="113"/>
        <pc:sldMkLst>
          <pc:docMk/>
          <pc:sldMk cId="4209453815" sldId="2147482671"/>
        </pc:sldMkLst>
        <pc:spChg chg="mod">
          <ac:chgData name="Li,Yuting (HP Medicine) BII-CN-S" userId="ce8fbb54-122c-426d-b8da-fdcc5e1b5022" providerId="ADAL" clId="{424F268A-DBE6-4671-9052-296082C49EB5}" dt="2024-03-17T02:34:19.044" v="1050" actId="207"/>
          <ac:spMkLst>
            <pc:docMk/>
            <pc:sldMk cId="4209453815" sldId="2147482671"/>
            <ac:spMk id="5" creationId="{6FA32674-FA79-7042-E98C-16EC361E1938}"/>
          </ac:spMkLst>
        </pc:spChg>
        <pc:spChg chg="mod">
          <ac:chgData name="Li,Yuting (HP Medicine) BII-CN-S" userId="ce8fbb54-122c-426d-b8da-fdcc5e1b5022" providerId="ADAL" clId="{424F268A-DBE6-4671-9052-296082C49EB5}" dt="2024-03-18T01:14:48.602" v="3904" actId="113"/>
          <ac:spMkLst>
            <pc:docMk/>
            <pc:sldMk cId="4209453815" sldId="2147482671"/>
            <ac:spMk id="22" creationId="{2106AE05-78BC-AB72-6167-3DE6E697A996}"/>
          </ac:spMkLst>
        </pc:spChg>
      </pc:sldChg>
      <pc:sldChg chg="add">
        <pc:chgData name="Li,Yuting (HP Medicine) BII-CN-S" userId="ce8fbb54-122c-426d-b8da-fdcc5e1b5022" providerId="ADAL" clId="{424F268A-DBE6-4671-9052-296082C49EB5}" dt="2024-03-15T06:17:40.301" v="153"/>
        <pc:sldMkLst>
          <pc:docMk/>
          <pc:sldMk cId="2931690467" sldId="2147482672"/>
        </pc:sldMkLst>
      </pc:sldChg>
      <pc:sldChg chg="add">
        <pc:chgData name="Li,Yuting (HP Medicine) BII-CN-S" userId="ce8fbb54-122c-426d-b8da-fdcc5e1b5022" providerId="ADAL" clId="{424F268A-DBE6-4671-9052-296082C49EB5}" dt="2024-03-15T06:18:42.396" v="159"/>
        <pc:sldMkLst>
          <pc:docMk/>
          <pc:sldMk cId="3890894648" sldId="2147482673"/>
        </pc:sldMkLst>
      </pc:sldChg>
      <pc:sldChg chg="modSp add mod">
        <pc:chgData name="Li,Yuting (HP Medicine) BII-CN-S" userId="ce8fbb54-122c-426d-b8da-fdcc5e1b5022" providerId="ADAL" clId="{424F268A-DBE6-4671-9052-296082C49EB5}" dt="2024-03-18T01:15:45.454" v="3907" actId="6549"/>
        <pc:sldMkLst>
          <pc:docMk/>
          <pc:sldMk cId="2198931545" sldId="2147482674"/>
        </pc:sldMkLst>
        <pc:spChg chg="mod">
          <ac:chgData name="Li,Yuting (HP Medicine) BII-CN-S" userId="ce8fbb54-122c-426d-b8da-fdcc5e1b5022" providerId="ADAL" clId="{424F268A-DBE6-4671-9052-296082C49EB5}" dt="2024-03-18T01:15:45.454" v="3907" actId="6549"/>
          <ac:spMkLst>
            <pc:docMk/>
            <pc:sldMk cId="2198931545" sldId="2147482674"/>
            <ac:spMk id="62" creationId="{8DB07CF5-ABA1-4C9B-A9DA-0E66E05CDEC6}"/>
          </ac:spMkLst>
        </pc:spChg>
      </pc:sldChg>
      <pc:sldChg chg="modSp add mod ord">
        <pc:chgData name="Li,Yuting (HP Medicine) BII-CN-S" userId="ce8fbb54-122c-426d-b8da-fdcc5e1b5022" providerId="ADAL" clId="{424F268A-DBE6-4671-9052-296082C49EB5}" dt="2024-03-19T06:49:34.784" v="4287" actId="20577"/>
        <pc:sldMkLst>
          <pc:docMk/>
          <pc:sldMk cId="3459206976" sldId="2147482675"/>
        </pc:sldMkLst>
        <pc:spChg chg="mod">
          <ac:chgData name="Li,Yuting (HP Medicine) BII-CN-S" userId="ce8fbb54-122c-426d-b8da-fdcc5e1b5022" providerId="ADAL" clId="{424F268A-DBE6-4671-9052-296082C49EB5}" dt="2024-03-15T07:26:13.302" v="747" actId="20577"/>
          <ac:spMkLst>
            <pc:docMk/>
            <pc:sldMk cId="3459206976" sldId="2147482675"/>
            <ac:spMk id="5" creationId="{C4DECDA1-79AD-8B9D-708E-04480A636390}"/>
          </ac:spMkLst>
        </pc:spChg>
        <pc:spChg chg="mod">
          <ac:chgData name="Li,Yuting (HP Medicine) BII-CN-S" userId="ce8fbb54-122c-426d-b8da-fdcc5e1b5022" providerId="ADAL" clId="{424F268A-DBE6-4671-9052-296082C49EB5}" dt="2024-03-19T06:49:34.784" v="4287" actId="20577"/>
          <ac:spMkLst>
            <pc:docMk/>
            <pc:sldMk cId="3459206976" sldId="2147482675"/>
            <ac:spMk id="30" creationId="{AE1A5680-D133-2FB3-FC32-EF85FAA610D3}"/>
          </ac:spMkLst>
        </pc:spChg>
        <pc:grpChg chg="mod">
          <ac:chgData name="Li,Yuting (HP Medicine) BII-CN-S" userId="ce8fbb54-122c-426d-b8da-fdcc5e1b5022" providerId="ADAL" clId="{424F268A-DBE6-4671-9052-296082C49EB5}" dt="2024-03-17T04:09:08.946" v="3172" actId="1076"/>
          <ac:grpSpMkLst>
            <pc:docMk/>
            <pc:sldMk cId="3459206976" sldId="2147482675"/>
            <ac:grpSpMk id="94" creationId="{8CA2D186-99EC-466F-9E24-BEA99F2ECDCD}"/>
          </ac:grpSpMkLst>
        </pc:grpChg>
      </pc:sldChg>
      <pc:sldChg chg="add ord">
        <pc:chgData name="Li,Yuting (HP Medicine) BII-CN-S" userId="ce8fbb54-122c-426d-b8da-fdcc5e1b5022" providerId="ADAL" clId="{424F268A-DBE6-4671-9052-296082C49EB5}" dt="2024-03-15T06:28:19.303" v="192"/>
        <pc:sldMkLst>
          <pc:docMk/>
          <pc:sldMk cId="172639324" sldId="2147482676"/>
        </pc:sldMkLst>
      </pc:sldChg>
      <pc:sldChg chg="addSp delSp modSp add mod ord addCm modCm">
        <pc:chgData name="Li,Yuting (HP Medicine) BII-CN-S" userId="ce8fbb54-122c-426d-b8da-fdcc5e1b5022" providerId="ADAL" clId="{424F268A-DBE6-4671-9052-296082C49EB5}" dt="2024-03-18T05:56:35.965" v="3987" actId="478"/>
        <pc:sldMkLst>
          <pc:docMk/>
          <pc:sldMk cId="4255471262" sldId="2147482677"/>
        </pc:sldMkLst>
        <pc:spChg chg="add del mod">
          <ac:chgData name="Li,Yuting (HP Medicine) BII-CN-S" userId="ce8fbb54-122c-426d-b8da-fdcc5e1b5022" providerId="ADAL" clId="{424F268A-DBE6-4671-9052-296082C49EB5}" dt="2024-03-18T05:56:35.965" v="3987" actId="478"/>
          <ac:spMkLst>
            <pc:docMk/>
            <pc:sldMk cId="4255471262" sldId="2147482677"/>
            <ac:spMk id="3" creationId="{B084F349-4E85-7252-B8AD-1208CC79FB14}"/>
          </ac:spMkLst>
        </pc:spChg>
      </pc:sldChg>
      <pc:sldChg chg="modSp add mod">
        <pc:chgData name="Li,Yuting (HP Medicine) BII-CN-S" userId="ce8fbb54-122c-426d-b8da-fdcc5e1b5022" providerId="ADAL" clId="{424F268A-DBE6-4671-9052-296082C49EB5}" dt="2024-03-19T06:25:51.446" v="4281" actId="20577"/>
        <pc:sldMkLst>
          <pc:docMk/>
          <pc:sldMk cId="712939470" sldId="2147482678"/>
        </pc:sldMkLst>
        <pc:spChg chg="mod">
          <ac:chgData name="Li,Yuting (HP Medicine) BII-CN-S" userId="ce8fbb54-122c-426d-b8da-fdcc5e1b5022" providerId="ADAL" clId="{424F268A-DBE6-4671-9052-296082C49EB5}" dt="2024-03-19T06:25:51.446" v="4281" actId="20577"/>
          <ac:spMkLst>
            <pc:docMk/>
            <pc:sldMk cId="712939470" sldId="2147482678"/>
            <ac:spMk id="6" creationId="{25E9B149-D572-4CFE-AEEE-BB1C81F2D0A9}"/>
          </ac:spMkLst>
        </pc:spChg>
        <pc:spChg chg="mod">
          <ac:chgData name="Li,Yuting (HP Medicine) BII-CN-S" userId="ce8fbb54-122c-426d-b8da-fdcc5e1b5022" providerId="ADAL" clId="{424F268A-DBE6-4671-9052-296082C49EB5}" dt="2024-03-19T06:24:52.148" v="4228" actId="20577"/>
          <ac:spMkLst>
            <pc:docMk/>
            <pc:sldMk cId="712939470" sldId="2147482678"/>
            <ac:spMk id="16" creationId="{397C50CA-40EC-2B76-5DCF-8E4B0390FC5E}"/>
          </ac:spMkLst>
        </pc:spChg>
      </pc:sldChg>
      <pc:sldChg chg="modSp add mod">
        <pc:chgData name="Li,Yuting (HP Medicine) BII-CN-S" userId="ce8fbb54-122c-426d-b8da-fdcc5e1b5022" providerId="ADAL" clId="{424F268A-DBE6-4671-9052-296082C49EB5}" dt="2024-03-19T06:27:33.901" v="4284" actId="20577"/>
        <pc:sldMkLst>
          <pc:docMk/>
          <pc:sldMk cId="2754901588" sldId="2147482680"/>
        </pc:sldMkLst>
        <pc:spChg chg="mod">
          <ac:chgData name="Li,Yuting (HP Medicine) BII-CN-S" userId="ce8fbb54-122c-426d-b8da-fdcc5e1b5022" providerId="ADAL" clId="{424F268A-DBE6-4671-9052-296082C49EB5}" dt="2024-03-15T07:05:28.815" v="532" actId="6549"/>
          <ac:spMkLst>
            <pc:docMk/>
            <pc:sldMk cId="2754901588" sldId="2147482680"/>
            <ac:spMk id="2" creationId="{2183922C-E343-FE15-DCB0-52F86DE019F7}"/>
          </ac:spMkLst>
        </pc:spChg>
        <pc:spChg chg="mod">
          <ac:chgData name="Li,Yuting (HP Medicine) BII-CN-S" userId="ce8fbb54-122c-426d-b8da-fdcc5e1b5022" providerId="ADAL" clId="{424F268A-DBE6-4671-9052-296082C49EB5}" dt="2024-03-19T06:27:33.901" v="4284" actId="20577"/>
          <ac:spMkLst>
            <pc:docMk/>
            <pc:sldMk cId="2754901588" sldId="2147482680"/>
            <ac:spMk id="39" creationId="{3D8443B3-9E6B-09DB-6CF8-C1F69166E0A3}"/>
          </ac:spMkLst>
        </pc:spChg>
        <pc:grpChg chg="mod">
          <ac:chgData name="Li,Yuting (HP Medicine) BII-CN-S" userId="ce8fbb54-122c-426d-b8da-fdcc5e1b5022" providerId="ADAL" clId="{424F268A-DBE6-4671-9052-296082C49EB5}" dt="2024-03-15T06:37:29.193" v="219" actId="1076"/>
          <ac:grpSpMkLst>
            <pc:docMk/>
            <pc:sldMk cId="2754901588" sldId="2147482680"/>
            <ac:grpSpMk id="16" creationId="{D5E57F42-5769-4C25-BD97-B26E532D9DE8}"/>
          </ac:grpSpMkLst>
        </pc:grpChg>
      </pc:sldChg>
      <pc:sldChg chg="modSp add mod ord modShow">
        <pc:chgData name="Li,Yuting (HP Medicine) BII-CN-S" userId="ce8fbb54-122c-426d-b8da-fdcc5e1b5022" providerId="ADAL" clId="{424F268A-DBE6-4671-9052-296082C49EB5}" dt="2024-03-19T06:26:30.751" v="4282" actId="729"/>
        <pc:sldMkLst>
          <pc:docMk/>
          <pc:sldMk cId="1669947272" sldId="2147482681"/>
        </pc:sldMkLst>
        <pc:spChg chg="mod">
          <ac:chgData name="Li,Yuting (HP Medicine) BII-CN-S" userId="ce8fbb54-122c-426d-b8da-fdcc5e1b5022" providerId="ADAL" clId="{424F268A-DBE6-4671-9052-296082C49EB5}" dt="2024-03-15T07:49:23.192" v="881" actId="20577"/>
          <ac:spMkLst>
            <pc:docMk/>
            <pc:sldMk cId="1669947272" sldId="2147482681"/>
            <ac:spMk id="2" creationId="{2183922C-E343-FE15-DCB0-52F86DE019F7}"/>
          </ac:spMkLst>
        </pc:spChg>
        <pc:grpChg chg="mod">
          <ac:chgData name="Li,Yuting (HP Medicine) BII-CN-S" userId="ce8fbb54-122c-426d-b8da-fdcc5e1b5022" providerId="ADAL" clId="{424F268A-DBE6-4671-9052-296082C49EB5}" dt="2024-03-15T06:32:46.310" v="195" actId="1076"/>
          <ac:grpSpMkLst>
            <pc:docMk/>
            <pc:sldMk cId="1669947272" sldId="2147482681"/>
            <ac:grpSpMk id="16" creationId="{D5E57F42-5769-4C25-BD97-B26E532D9DE8}"/>
          </ac:grpSpMkLst>
        </pc:grpChg>
      </pc:sldChg>
      <pc:sldChg chg="addSp modSp add mod">
        <pc:chgData name="Li,Yuting (HP Medicine) BII-CN-S" userId="ce8fbb54-122c-426d-b8da-fdcc5e1b5022" providerId="ADAL" clId="{424F268A-DBE6-4671-9052-296082C49EB5}" dt="2024-03-17T05:16:05.973" v="3429" actId="20577"/>
        <pc:sldMkLst>
          <pc:docMk/>
          <pc:sldMk cId="2203081280" sldId="2147482682"/>
        </pc:sldMkLst>
        <pc:spChg chg="add mod">
          <ac:chgData name="Li,Yuting (HP Medicine) BII-CN-S" userId="ce8fbb54-122c-426d-b8da-fdcc5e1b5022" providerId="ADAL" clId="{424F268A-DBE6-4671-9052-296082C49EB5}" dt="2024-03-15T08:15:38.554" v="1025" actId="1076"/>
          <ac:spMkLst>
            <pc:docMk/>
            <pc:sldMk cId="2203081280" sldId="2147482682"/>
            <ac:spMk id="2" creationId="{E392DF66-06FE-F71A-9695-056AE60970EF}"/>
          </ac:spMkLst>
        </pc:spChg>
        <pc:spChg chg="mod">
          <ac:chgData name="Li,Yuting (HP Medicine) BII-CN-S" userId="ce8fbb54-122c-426d-b8da-fdcc5e1b5022" providerId="ADAL" clId="{424F268A-DBE6-4671-9052-296082C49EB5}" dt="2024-03-17T05:16:05.973" v="3429" actId="20577"/>
          <ac:spMkLst>
            <pc:docMk/>
            <pc:sldMk cId="2203081280" sldId="2147482682"/>
            <ac:spMk id="23" creationId="{E111ED65-D098-4045-DD73-E6BD39EA1F96}"/>
          </ac:spMkLst>
        </pc:spChg>
        <pc:spChg chg="mod">
          <ac:chgData name="Li,Yuting (HP Medicine) BII-CN-S" userId="ce8fbb54-122c-426d-b8da-fdcc5e1b5022" providerId="ADAL" clId="{424F268A-DBE6-4671-9052-296082C49EB5}" dt="2024-03-17T05:14:34.921" v="3350" actId="20577"/>
          <ac:spMkLst>
            <pc:docMk/>
            <pc:sldMk cId="2203081280" sldId="2147482682"/>
            <ac:spMk id="42" creationId="{89C355A1-7C4E-4FB6-A111-D974557D88EB}"/>
          </ac:spMkLst>
        </pc:spChg>
      </pc:sldChg>
      <pc:sldChg chg="modSp add mod">
        <pc:chgData name="Li,Yuting (HP Medicine) BII-CN-S" userId="ce8fbb54-122c-426d-b8da-fdcc5e1b5022" providerId="ADAL" clId="{424F268A-DBE6-4671-9052-296082C49EB5}" dt="2024-03-17T05:48:51.878" v="3788" actId="207"/>
        <pc:sldMkLst>
          <pc:docMk/>
          <pc:sldMk cId="2722966315" sldId="2147482683"/>
        </pc:sldMkLst>
        <pc:spChg chg="mod">
          <ac:chgData name="Li,Yuting (HP Medicine) BII-CN-S" userId="ce8fbb54-122c-426d-b8da-fdcc5e1b5022" providerId="ADAL" clId="{424F268A-DBE6-4671-9052-296082C49EB5}" dt="2024-03-17T05:48:10.671" v="3760" actId="552"/>
          <ac:spMkLst>
            <pc:docMk/>
            <pc:sldMk cId="2722966315" sldId="2147482683"/>
            <ac:spMk id="50" creationId="{00000000-0000-0000-0000-000000000000}"/>
          </ac:spMkLst>
        </pc:spChg>
        <pc:spChg chg="mod">
          <ac:chgData name="Li,Yuting (HP Medicine) BII-CN-S" userId="ce8fbb54-122c-426d-b8da-fdcc5e1b5022" providerId="ADAL" clId="{424F268A-DBE6-4671-9052-296082C49EB5}" dt="2024-03-17T05:48:10.671" v="3760" actId="552"/>
          <ac:spMkLst>
            <pc:docMk/>
            <pc:sldMk cId="2722966315" sldId="2147482683"/>
            <ac:spMk id="52" creationId="{00000000-0000-0000-0000-000000000000}"/>
          </ac:spMkLst>
        </pc:spChg>
        <pc:spChg chg="mod">
          <ac:chgData name="Li,Yuting (HP Medicine) BII-CN-S" userId="ce8fbb54-122c-426d-b8da-fdcc5e1b5022" providerId="ADAL" clId="{424F268A-DBE6-4671-9052-296082C49EB5}" dt="2024-03-17T05:48:10.671" v="3760" actId="552"/>
          <ac:spMkLst>
            <pc:docMk/>
            <pc:sldMk cId="2722966315" sldId="2147482683"/>
            <ac:spMk id="66" creationId="{ABBA8552-4EEC-4A1B-894B-35E4445D1E2D}"/>
          </ac:spMkLst>
        </pc:spChg>
        <pc:spChg chg="mod">
          <ac:chgData name="Li,Yuting (HP Medicine) BII-CN-S" userId="ce8fbb54-122c-426d-b8da-fdcc5e1b5022" providerId="ADAL" clId="{424F268A-DBE6-4671-9052-296082C49EB5}" dt="2024-03-17T05:48:10.671" v="3760" actId="552"/>
          <ac:spMkLst>
            <pc:docMk/>
            <pc:sldMk cId="2722966315" sldId="2147482683"/>
            <ac:spMk id="78" creationId="{00000000-0000-0000-0000-000000000000}"/>
          </ac:spMkLst>
        </pc:spChg>
        <pc:spChg chg="mod">
          <ac:chgData name="Li,Yuting (HP Medicine) BII-CN-S" userId="ce8fbb54-122c-426d-b8da-fdcc5e1b5022" providerId="ADAL" clId="{424F268A-DBE6-4671-9052-296082C49EB5}" dt="2024-03-17T05:48:10.671" v="3760" actId="552"/>
          <ac:spMkLst>
            <pc:docMk/>
            <pc:sldMk cId="2722966315" sldId="2147482683"/>
            <ac:spMk id="82" creationId="{00000000-0000-0000-0000-000000000000}"/>
          </ac:spMkLst>
        </pc:spChg>
        <pc:spChg chg="mod">
          <ac:chgData name="Li,Yuting (HP Medicine) BII-CN-S" userId="ce8fbb54-122c-426d-b8da-fdcc5e1b5022" providerId="ADAL" clId="{424F268A-DBE6-4671-9052-296082C49EB5}" dt="2024-03-17T05:48:51.878" v="3788" actId="207"/>
          <ac:spMkLst>
            <pc:docMk/>
            <pc:sldMk cId="2722966315" sldId="2147482683"/>
            <ac:spMk id="99" creationId="{D11E8C8E-EA83-4AF2-B5EA-9A0D5FDC196B}"/>
          </ac:spMkLst>
        </pc:spChg>
        <pc:spChg chg="mod">
          <ac:chgData name="Li,Yuting (HP Medicine) BII-CN-S" userId="ce8fbb54-122c-426d-b8da-fdcc5e1b5022" providerId="ADAL" clId="{424F268A-DBE6-4671-9052-296082C49EB5}" dt="2024-03-17T05:48:30.352" v="3779" actId="14100"/>
          <ac:spMkLst>
            <pc:docMk/>
            <pc:sldMk cId="2722966315" sldId="2147482683"/>
            <ac:spMk id="101" creationId="{00000000-0000-0000-0000-000000000000}"/>
          </ac:spMkLst>
        </pc:spChg>
        <pc:spChg chg="mod">
          <ac:chgData name="Li,Yuting (HP Medicine) BII-CN-S" userId="ce8fbb54-122c-426d-b8da-fdcc5e1b5022" providerId="ADAL" clId="{424F268A-DBE6-4671-9052-296082C49EB5}" dt="2024-03-17T05:48:36.511" v="3786" actId="1035"/>
          <ac:spMkLst>
            <pc:docMk/>
            <pc:sldMk cId="2722966315" sldId="2147482683"/>
            <ac:spMk id="158" creationId="{6E841615-1B59-4322-9FB3-D70E9562AFF7}"/>
          </ac:spMkLst>
        </pc:spChg>
        <pc:spChg chg="mod">
          <ac:chgData name="Li,Yuting (HP Medicine) BII-CN-S" userId="ce8fbb54-122c-426d-b8da-fdcc5e1b5022" providerId="ADAL" clId="{424F268A-DBE6-4671-9052-296082C49EB5}" dt="2024-03-17T05:48:10.671" v="3760" actId="552"/>
          <ac:spMkLst>
            <pc:docMk/>
            <pc:sldMk cId="2722966315" sldId="2147482683"/>
            <ac:spMk id="159" creationId="{FDC32608-7663-40C3-82FA-A8D6BD24E744}"/>
          </ac:spMkLst>
        </pc:spChg>
      </pc:sldChg>
      <pc:sldChg chg="modSp add mod">
        <pc:chgData name="Li,Yuting (HP Medicine) BII-CN-S" userId="ce8fbb54-122c-426d-b8da-fdcc5e1b5022" providerId="ADAL" clId="{424F268A-DBE6-4671-9052-296082C49EB5}" dt="2024-03-18T06:30:12.786" v="4026" actId="20577"/>
        <pc:sldMkLst>
          <pc:docMk/>
          <pc:sldMk cId="2495042043" sldId="2147482684"/>
        </pc:sldMkLst>
        <pc:spChg chg="mod">
          <ac:chgData name="Li,Yuting (HP Medicine) BII-CN-S" userId="ce8fbb54-122c-426d-b8da-fdcc5e1b5022" providerId="ADAL" clId="{424F268A-DBE6-4671-9052-296082C49EB5}" dt="2024-03-18T06:30:12.786" v="4026" actId="20577"/>
          <ac:spMkLst>
            <pc:docMk/>
            <pc:sldMk cId="2495042043" sldId="2147482684"/>
            <ac:spMk id="99" creationId="{D11E8C8E-EA83-4AF2-B5EA-9A0D5FDC196B}"/>
          </ac:spMkLst>
        </pc:spChg>
      </pc:sldChg>
      <pc:sldChg chg="modSp add mod delCm">
        <pc:chgData name="Li,Yuting (HP Medicine) BII-CN-S" userId="ce8fbb54-122c-426d-b8da-fdcc5e1b5022" providerId="ADAL" clId="{424F268A-DBE6-4671-9052-296082C49EB5}" dt="2024-03-18T05:54:48.750" v="3972" actId="207"/>
        <pc:sldMkLst>
          <pc:docMk/>
          <pc:sldMk cId="89106298" sldId="2147482695"/>
        </pc:sldMkLst>
        <pc:spChg chg="mod">
          <ac:chgData name="Li,Yuting (HP Medicine) BII-CN-S" userId="ce8fbb54-122c-426d-b8da-fdcc5e1b5022" providerId="ADAL" clId="{424F268A-DBE6-4671-9052-296082C49EB5}" dt="2024-03-18T05:54:48.750" v="3972" actId="207"/>
          <ac:spMkLst>
            <pc:docMk/>
            <pc:sldMk cId="89106298" sldId="2147482695"/>
            <ac:spMk id="90" creationId="{9466DE8F-DCCC-4688-AD54-68172F2C8E9F}"/>
          </ac:spMkLst>
        </pc:spChg>
      </pc:sldChg>
      <pc:sldChg chg="add mod modShow">
        <pc:chgData name="Li,Yuting (HP Medicine) BII-CN-S" userId="ce8fbb54-122c-426d-b8da-fdcc5e1b5022" providerId="ADAL" clId="{424F268A-DBE6-4671-9052-296082C49EB5}" dt="2024-03-15T06:18:25.716" v="158" actId="729"/>
        <pc:sldMkLst>
          <pc:docMk/>
          <pc:sldMk cId="3834461442" sldId="2147482702"/>
        </pc:sldMkLst>
      </pc:sldChg>
      <pc:sldChg chg="modSp add del mod">
        <pc:chgData name="Li,Yuting (HP Medicine) BII-CN-S" userId="ce8fbb54-122c-426d-b8da-fdcc5e1b5022" providerId="ADAL" clId="{424F268A-DBE6-4671-9052-296082C49EB5}" dt="2024-03-19T07:49:15.288" v="4422" actId="207"/>
        <pc:sldMkLst>
          <pc:docMk/>
          <pc:sldMk cId="1272180570" sldId="2147482705"/>
        </pc:sldMkLst>
        <pc:graphicFrameChg chg="modGraphic">
          <ac:chgData name="Li,Yuting (HP Medicine) BII-CN-S" userId="ce8fbb54-122c-426d-b8da-fdcc5e1b5022" providerId="ADAL" clId="{424F268A-DBE6-4671-9052-296082C49EB5}" dt="2024-03-19T07:49:15.288" v="4422" actId="207"/>
          <ac:graphicFrameMkLst>
            <pc:docMk/>
            <pc:sldMk cId="1272180570" sldId="2147482705"/>
            <ac:graphicFrameMk id="12" creationId="{EE24276D-C300-4706-ACD2-32E108653E2B}"/>
          </ac:graphicFrameMkLst>
        </pc:graphicFrameChg>
      </pc:sldChg>
      <pc:sldChg chg="modSp add mod modShow delCm">
        <pc:chgData name="Li,Yuting (HP Medicine) BII-CN-S" userId="ce8fbb54-122c-426d-b8da-fdcc5e1b5022" providerId="ADAL" clId="{424F268A-DBE6-4671-9052-296082C49EB5}" dt="2024-03-17T05:19:15.813" v="3507" actId="20577"/>
        <pc:sldMkLst>
          <pc:docMk/>
          <pc:sldMk cId="2530118468" sldId="2147482827"/>
        </pc:sldMkLst>
        <pc:spChg chg="mod">
          <ac:chgData name="Li,Yuting (HP Medicine) BII-CN-S" userId="ce8fbb54-122c-426d-b8da-fdcc5e1b5022" providerId="ADAL" clId="{424F268A-DBE6-4671-9052-296082C49EB5}" dt="2024-03-17T05:19:15.813" v="3507" actId="20577"/>
          <ac:spMkLst>
            <pc:docMk/>
            <pc:sldMk cId="2530118468" sldId="2147482827"/>
            <ac:spMk id="17" creationId="{6BD1A0DD-6870-48FA-B31D-9F5815C8C645}"/>
          </ac:spMkLst>
        </pc:spChg>
      </pc:sldChg>
      <pc:sldChg chg="modSp add mod addCm modCm">
        <pc:chgData name="Li,Yuting (HP Medicine) BII-CN-S" userId="ce8fbb54-122c-426d-b8da-fdcc5e1b5022" providerId="ADAL" clId="{424F268A-DBE6-4671-9052-296082C49EB5}" dt="2024-03-18T06:07:44.326" v="4024" actId="20577"/>
        <pc:sldMkLst>
          <pc:docMk/>
          <pc:sldMk cId="4264638658" sldId="2147482830"/>
        </pc:sldMkLst>
        <pc:spChg chg="mod">
          <ac:chgData name="Li,Yuting (HP Medicine) BII-CN-S" userId="ce8fbb54-122c-426d-b8da-fdcc5e1b5022" providerId="ADAL" clId="{424F268A-DBE6-4671-9052-296082C49EB5}" dt="2024-03-18T06:07:44.326" v="4024" actId="20577"/>
          <ac:spMkLst>
            <pc:docMk/>
            <pc:sldMk cId="4264638658" sldId="2147482830"/>
            <ac:spMk id="5" creationId="{708D8ACC-D62A-4885-8E32-7CB35C6A4753}"/>
          </ac:spMkLst>
        </pc:spChg>
      </pc:sldChg>
      <pc:sldChg chg="add mod modShow">
        <pc:chgData name="Li,Yuting (HP Medicine) BII-CN-S" userId="ce8fbb54-122c-426d-b8da-fdcc5e1b5022" providerId="ADAL" clId="{424F268A-DBE6-4671-9052-296082C49EB5}" dt="2024-03-15T06:18:25.716" v="158" actId="729"/>
        <pc:sldMkLst>
          <pc:docMk/>
          <pc:sldMk cId="2848932906" sldId="2147482831"/>
        </pc:sldMkLst>
      </pc:sldChg>
      <pc:sldChg chg="add mod modShow">
        <pc:chgData name="Li,Yuting (HP Medicine) BII-CN-S" userId="ce8fbb54-122c-426d-b8da-fdcc5e1b5022" providerId="ADAL" clId="{424F268A-DBE6-4671-9052-296082C49EB5}" dt="2024-03-15T06:18:25.716" v="158" actId="729"/>
        <pc:sldMkLst>
          <pc:docMk/>
          <pc:sldMk cId="3754426887" sldId="2147482832"/>
        </pc:sldMkLst>
      </pc:sldChg>
      <pc:sldChg chg="add mod modShow">
        <pc:chgData name="Li,Yuting (HP Medicine) BII-CN-S" userId="ce8fbb54-122c-426d-b8da-fdcc5e1b5022" providerId="ADAL" clId="{424F268A-DBE6-4671-9052-296082C49EB5}" dt="2024-03-15T06:18:25.716" v="158" actId="729"/>
        <pc:sldMkLst>
          <pc:docMk/>
          <pc:sldMk cId="1286947427" sldId="2147482833"/>
        </pc:sldMkLst>
      </pc:sldChg>
      <pc:sldChg chg="addSp modSp add mod">
        <pc:chgData name="Li,Yuting (HP Medicine) BII-CN-S" userId="ce8fbb54-122c-426d-b8da-fdcc5e1b5022" providerId="ADAL" clId="{424F268A-DBE6-4671-9052-296082C49EB5}" dt="2024-03-19T07:48:03.190" v="4419" actId="20577"/>
        <pc:sldMkLst>
          <pc:docMk/>
          <pc:sldMk cId="2988063833" sldId="2147482834"/>
        </pc:sldMkLst>
        <pc:spChg chg="mod">
          <ac:chgData name="Li,Yuting (HP Medicine) BII-CN-S" userId="ce8fbb54-122c-426d-b8da-fdcc5e1b5022" providerId="ADAL" clId="{424F268A-DBE6-4671-9052-296082C49EB5}" dt="2024-03-17T05:30:26.109" v="3624" actId="14100"/>
          <ac:spMkLst>
            <pc:docMk/>
            <pc:sldMk cId="2988063833" sldId="2147482834"/>
            <ac:spMk id="8" creationId="{8E2B1E6B-89AD-083A-2E1D-5A152A660D62}"/>
          </ac:spMkLst>
        </pc:spChg>
        <pc:spChg chg="mod">
          <ac:chgData name="Li,Yuting (HP Medicine) BII-CN-S" userId="ce8fbb54-122c-426d-b8da-fdcc5e1b5022" providerId="ADAL" clId="{424F268A-DBE6-4671-9052-296082C49EB5}" dt="2024-03-17T05:35:36.860" v="3734" actId="12789"/>
          <ac:spMkLst>
            <pc:docMk/>
            <pc:sldMk cId="2988063833" sldId="2147482834"/>
            <ac:spMk id="10" creationId="{C7AEDCB8-7482-1788-3225-2743ABEE144B}"/>
          </ac:spMkLst>
        </pc:spChg>
        <pc:spChg chg="mod">
          <ac:chgData name="Li,Yuting (HP Medicine) BII-CN-S" userId="ce8fbb54-122c-426d-b8da-fdcc5e1b5022" providerId="ADAL" clId="{424F268A-DBE6-4671-9052-296082C49EB5}" dt="2024-03-17T05:32:40.464" v="3670" actId="20577"/>
          <ac:spMkLst>
            <pc:docMk/>
            <pc:sldMk cId="2988063833" sldId="2147482834"/>
            <ac:spMk id="12" creationId="{EFD4BD1D-8FD9-8793-50B0-2F2191196545}"/>
          </ac:spMkLst>
        </pc:spChg>
        <pc:spChg chg="add mod">
          <ac:chgData name="Li,Yuting (HP Medicine) BII-CN-S" userId="ce8fbb54-122c-426d-b8da-fdcc5e1b5022" providerId="ADAL" clId="{424F268A-DBE6-4671-9052-296082C49EB5}" dt="2024-03-17T05:30:44.837" v="3635" actId="20577"/>
          <ac:spMkLst>
            <pc:docMk/>
            <pc:sldMk cId="2988063833" sldId="2147482834"/>
            <ac:spMk id="15" creationId="{CF651D1B-B18B-051F-6EB5-E9A4A21F1806}"/>
          </ac:spMkLst>
        </pc:spChg>
        <pc:spChg chg="add mod">
          <ac:chgData name="Li,Yuting (HP Medicine) BII-CN-S" userId="ce8fbb54-122c-426d-b8da-fdcc5e1b5022" providerId="ADAL" clId="{424F268A-DBE6-4671-9052-296082C49EB5}" dt="2024-03-17T05:31:16.393" v="3647" actId="108"/>
          <ac:spMkLst>
            <pc:docMk/>
            <pc:sldMk cId="2988063833" sldId="2147482834"/>
            <ac:spMk id="16" creationId="{ED23F30D-0028-68AC-C39D-4BF5B08BF0B5}"/>
          </ac:spMkLst>
        </pc:spChg>
        <pc:spChg chg="add mod">
          <ac:chgData name="Li,Yuting (HP Medicine) BII-CN-S" userId="ce8fbb54-122c-426d-b8da-fdcc5e1b5022" providerId="ADAL" clId="{424F268A-DBE6-4671-9052-296082C49EB5}" dt="2024-03-17T05:35:51.024" v="3736" actId="12789"/>
          <ac:spMkLst>
            <pc:docMk/>
            <pc:sldMk cId="2988063833" sldId="2147482834"/>
            <ac:spMk id="22" creationId="{D4EDBA09-148B-237D-1804-46DD45EDC76F}"/>
          </ac:spMkLst>
        </pc:spChg>
        <pc:spChg chg="mod">
          <ac:chgData name="Li,Yuting (HP Medicine) BII-CN-S" userId="ce8fbb54-122c-426d-b8da-fdcc5e1b5022" providerId="ADAL" clId="{424F268A-DBE6-4671-9052-296082C49EB5}" dt="2024-03-17T05:34:12.483" v="3703" actId="14100"/>
          <ac:spMkLst>
            <pc:docMk/>
            <pc:sldMk cId="2988063833" sldId="2147482834"/>
            <ac:spMk id="41" creationId="{371ED482-FCD9-43D7-BB71-A24786EAE75F}"/>
          </ac:spMkLst>
        </pc:spChg>
        <pc:spChg chg="mod">
          <ac:chgData name="Li,Yuting (HP Medicine) BII-CN-S" userId="ce8fbb54-122c-426d-b8da-fdcc5e1b5022" providerId="ADAL" clId="{424F268A-DBE6-4671-9052-296082C49EB5}" dt="2024-03-17T05:30:16.535" v="3623" actId="1036"/>
          <ac:spMkLst>
            <pc:docMk/>
            <pc:sldMk cId="2988063833" sldId="2147482834"/>
            <ac:spMk id="42" creationId="{89C355A1-7C4E-4FB6-A111-D974557D88EB}"/>
          </ac:spMkLst>
        </pc:spChg>
        <pc:spChg chg="mod">
          <ac:chgData name="Li,Yuting (HP Medicine) BII-CN-S" userId="ce8fbb54-122c-426d-b8da-fdcc5e1b5022" providerId="ADAL" clId="{424F268A-DBE6-4671-9052-296082C49EB5}" dt="2024-03-17T05:30:16.535" v="3623" actId="1036"/>
          <ac:spMkLst>
            <pc:docMk/>
            <pc:sldMk cId="2988063833" sldId="2147482834"/>
            <ac:spMk id="43" creationId="{D23393F2-1003-4EF8-8708-D490A7C332D4}"/>
          </ac:spMkLst>
        </pc:spChg>
        <pc:spChg chg="mod">
          <ac:chgData name="Li,Yuting (HP Medicine) BII-CN-S" userId="ce8fbb54-122c-426d-b8da-fdcc5e1b5022" providerId="ADAL" clId="{424F268A-DBE6-4671-9052-296082C49EB5}" dt="2024-03-17T05:35:08.475" v="3719" actId="14100"/>
          <ac:spMkLst>
            <pc:docMk/>
            <pc:sldMk cId="2988063833" sldId="2147482834"/>
            <ac:spMk id="44" creationId="{100CBE5C-17B7-489E-A752-C98EA539F051}"/>
          </ac:spMkLst>
        </pc:spChg>
        <pc:spChg chg="mod">
          <ac:chgData name="Li,Yuting (HP Medicine) BII-CN-S" userId="ce8fbb54-122c-426d-b8da-fdcc5e1b5022" providerId="ADAL" clId="{424F268A-DBE6-4671-9052-296082C49EB5}" dt="2024-03-17T05:35:51.024" v="3736" actId="12789"/>
          <ac:spMkLst>
            <pc:docMk/>
            <pc:sldMk cId="2988063833" sldId="2147482834"/>
            <ac:spMk id="45" creationId="{AC3B3234-993B-4A10-B3E4-C17DE956EA17}"/>
          </ac:spMkLst>
        </pc:spChg>
        <pc:spChg chg="mod">
          <ac:chgData name="Li,Yuting (HP Medicine) BII-CN-S" userId="ce8fbb54-122c-426d-b8da-fdcc5e1b5022" providerId="ADAL" clId="{424F268A-DBE6-4671-9052-296082C49EB5}" dt="2024-03-17T05:32:30.435" v="3659" actId="14100"/>
          <ac:spMkLst>
            <pc:docMk/>
            <pc:sldMk cId="2988063833" sldId="2147482834"/>
            <ac:spMk id="55" creationId="{A99D1088-68BC-41A9-8E6F-2678BAC196B2}"/>
          </ac:spMkLst>
        </pc:spChg>
        <pc:spChg chg="mod">
          <ac:chgData name="Li,Yuting (HP Medicine) BII-CN-S" userId="ce8fbb54-122c-426d-b8da-fdcc5e1b5022" providerId="ADAL" clId="{424F268A-DBE6-4671-9052-296082C49EB5}" dt="2024-03-17T05:32:19.993" v="3658" actId="1076"/>
          <ac:spMkLst>
            <pc:docMk/>
            <pc:sldMk cId="2988063833" sldId="2147482834"/>
            <ac:spMk id="68" creationId="{4BF959CE-B140-4839-8158-B35CEFF4646E}"/>
          </ac:spMkLst>
        </pc:spChg>
        <pc:spChg chg="mod">
          <ac:chgData name="Li,Yuting (HP Medicine) BII-CN-S" userId="ce8fbb54-122c-426d-b8da-fdcc5e1b5022" providerId="ADAL" clId="{424F268A-DBE6-4671-9052-296082C49EB5}" dt="2024-03-17T05:33:23.037" v="3694" actId="20577"/>
          <ac:spMkLst>
            <pc:docMk/>
            <pc:sldMk cId="2988063833" sldId="2147482834"/>
            <ac:spMk id="74" creationId="{5356DC64-70BF-40D4-989C-EAE12C15AF17}"/>
          </ac:spMkLst>
        </pc:spChg>
        <pc:spChg chg="mod">
          <ac:chgData name="Li,Yuting (HP Medicine) BII-CN-S" userId="ce8fbb54-122c-426d-b8da-fdcc5e1b5022" providerId="ADAL" clId="{424F268A-DBE6-4671-9052-296082C49EB5}" dt="2024-03-17T05:35:36.860" v="3734" actId="12789"/>
          <ac:spMkLst>
            <pc:docMk/>
            <pc:sldMk cId="2988063833" sldId="2147482834"/>
            <ac:spMk id="79" creationId="{35312632-74E8-414D-9840-08BEB8211CF8}"/>
          </ac:spMkLst>
        </pc:spChg>
        <pc:spChg chg="mod">
          <ac:chgData name="Li,Yuting (HP Medicine) BII-CN-S" userId="ce8fbb54-122c-426d-b8da-fdcc5e1b5022" providerId="ADAL" clId="{424F268A-DBE6-4671-9052-296082C49EB5}" dt="2024-03-19T07:48:03.190" v="4419" actId="20577"/>
          <ac:spMkLst>
            <pc:docMk/>
            <pc:sldMk cId="2988063833" sldId="2147482834"/>
            <ac:spMk id="99" creationId="{D11E8C8E-EA83-4AF2-B5EA-9A0D5FDC196B}"/>
          </ac:spMkLst>
        </pc:spChg>
        <pc:spChg chg="mod">
          <ac:chgData name="Li,Yuting (HP Medicine) BII-CN-S" userId="ce8fbb54-122c-426d-b8da-fdcc5e1b5022" providerId="ADAL" clId="{424F268A-DBE6-4671-9052-296082C49EB5}" dt="2024-03-17T05:36:19.167" v="3741" actId="20577"/>
          <ac:spMkLst>
            <pc:docMk/>
            <pc:sldMk cId="2988063833" sldId="2147482834"/>
            <ac:spMk id="120" creationId="{9224C17E-1AA1-4096-A3FD-25D6FD8BA444}"/>
          </ac:spMkLst>
        </pc:spChg>
        <pc:grpChg chg="mod">
          <ac:chgData name="Li,Yuting (HP Medicine) BII-CN-S" userId="ce8fbb54-122c-426d-b8da-fdcc5e1b5022" providerId="ADAL" clId="{424F268A-DBE6-4671-9052-296082C49EB5}" dt="2024-03-17T05:32:52.368" v="3671" actId="1076"/>
          <ac:grpSpMkLst>
            <pc:docMk/>
            <pc:sldMk cId="2988063833" sldId="2147482834"/>
            <ac:grpSpMk id="69" creationId="{74D3BA44-B340-451F-AADE-FFF646D62AAB}"/>
          </ac:grpSpMkLst>
        </pc:grpChg>
        <pc:grpChg chg="mod">
          <ac:chgData name="Li,Yuting (HP Medicine) BII-CN-S" userId="ce8fbb54-122c-426d-b8da-fdcc5e1b5022" providerId="ADAL" clId="{424F268A-DBE6-4671-9052-296082C49EB5}" dt="2024-03-17T05:36:26.033" v="3742" actId="1076"/>
          <ac:grpSpMkLst>
            <pc:docMk/>
            <pc:sldMk cId="2988063833" sldId="2147482834"/>
            <ac:grpSpMk id="112" creationId="{00000000-0000-0000-0000-000000000000}"/>
          </ac:grpSpMkLst>
        </pc:grpChg>
        <pc:cxnChg chg="mod">
          <ac:chgData name="Li,Yuting (HP Medicine) BII-CN-S" userId="ce8fbb54-122c-426d-b8da-fdcc5e1b5022" providerId="ADAL" clId="{424F268A-DBE6-4671-9052-296082C49EB5}" dt="2024-03-17T05:32:30.435" v="3659" actId="14100"/>
          <ac:cxnSpMkLst>
            <pc:docMk/>
            <pc:sldMk cId="2988063833" sldId="2147482834"/>
            <ac:cxnSpMk id="14" creationId="{3B50BBF6-A7C2-30B9-22C8-9F0E09D4333F}"/>
          </ac:cxnSpMkLst>
        </pc:cxnChg>
        <pc:cxnChg chg="mod">
          <ac:chgData name="Li,Yuting (HP Medicine) BII-CN-S" userId="ce8fbb54-122c-426d-b8da-fdcc5e1b5022" providerId="ADAL" clId="{424F268A-DBE6-4671-9052-296082C49EB5}" dt="2024-03-17T05:30:16.535" v="3623" actId="1036"/>
          <ac:cxnSpMkLst>
            <pc:docMk/>
            <pc:sldMk cId="2988063833" sldId="2147482834"/>
            <ac:cxnSpMk id="17" creationId="{8980EB0E-99D7-5B63-3B48-2796452DFDAE}"/>
          </ac:cxnSpMkLst>
        </pc:cxnChg>
      </pc:sldChg>
      <pc:sldChg chg="add del">
        <pc:chgData name="Li,Yuting (HP Medicine) BII-CN-S" userId="ce8fbb54-122c-426d-b8da-fdcc5e1b5022" providerId="ADAL" clId="{424F268A-DBE6-4671-9052-296082C49EB5}" dt="2024-03-15T06:19:38.308" v="167" actId="47"/>
        <pc:sldMkLst>
          <pc:docMk/>
          <pc:sldMk cId="3343342085" sldId="2147482834"/>
        </pc:sldMkLst>
      </pc:sldChg>
      <pc:sldChg chg="del">
        <pc:chgData name="Li,Yuting (HP Medicine) BII-CN-S" userId="ce8fbb54-122c-426d-b8da-fdcc5e1b5022" providerId="ADAL" clId="{424F268A-DBE6-4671-9052-296082C49EB5}" dt="2024-03-15T07:23:42.355" v="724"/>
        <pc:sldMkLst>
          <pc:docMk/>
          <pc:sldMk cId="1881768511" sldId="2147482837"/>
        </pc:sldMkLst>
      </pc:sldChg>
      <pc:sldChg chg="del">
        <pc:chgData name="Li,Yuting (HP Medicine) BII-CN-S" userId="ce8fbb54-122c-426d-b8da-fdcc5e1b5022" providerId="ADAL" clId="{424F268A-DBE6-4671-9052-296082C49EB5}" dt="2024-03-15T07:23:49.990" v="725"/>
        <pc:sldMkLst>
          <pc:docMk/>
          <pc:sldMk cId="2348906651" sldId="2147482837"/>
        </pc:sldMkLst>
      </pc:sldChg>
      <pc:sldChg chg="modSp new mod addCm modCm">
        <pc:chgData name="Li,Yuting (HP Medicine) BII-CN-S" userId="ce8fbb54-122c-426d-b8da-fdcc5e1b5022" providerId="ADAL" clId="{424F268A-DBE6-4671-9052-296082C49EB5}" dt="2024-03-19T07:46:39.864" v="4398" actId="120"/>
        <pc:sldMkLst>
          <pc:docMk/>
          <pc:sldMk cId="2549683632" sldId="2147482837"/>
        </pc:sldMkLst>
        <pc:spChg chg="mod">
          <ac:chgData name="Li,Yuting (HP Medicine) BII-CN-S" userId="ce8fbb54-122c-426d-b8da-fdcc5e1b5022" providerId="ADAL" clId="{424F268A-DBE6-4671-9052-296082C49EB5}" dt="2024-03-19T07:46:39.864" v="4398" actId="120"/>
          <ac:spMkLst>
            <pc:docMk/>
            <pc:sldMk cId="2549683632" sldId="2147482837"/>
            <ac:spMk id="2" creationId="{B884BF4B-1FCE-B14C-F59D-879491B4D14B}"/>
          </ac:spMkLst>
        </pc:spChg>
        <pc:spChg chg="mod">
          <ac:chgData name="Li,Yuting (HP Medicine) BII-CN-S" userId="ce8fbb54-122c-426d-b8da-fdcc5e1b5022" providerId="ADAL" clId="{424F268A-DBE6-4671-9052-296082C49EB5}" dt="2024-03-19T06:56:26.847" v="4321" actId="20577"/>
          <ac:spMkLst>
            <pc:docMk/>
            <pc:sldMk cId="2549683632" sldId="2147482837"/>
            <ac:spMk id="8" creationId="{EE219DC8-A663-C5A4-A855-7778258C39C8}"/>
          </ac:spMkLst>
        </pc:spChg>
      </pc:sldChg>
      <pc:sldChg chg="modSp mod addCm delCm">
        <pc:chgData name="Li,Yuting (HP Medicine) BII-CN-S" userId="ce8fbb54-122c-426d-b8da-fdcc5e1b5022" providerId="ADAL" clId="{424F268A-DBE6-4671-9052-296082C49EB5}" dt="2024-03-18T06:34:17.817" v="4098" actId="20577"/>
        <pc:sldMkLst>
          <pc:docMk/>
          <pc:sldMk cId="2961465287" sldId="2147482838"/>
        </pc:sldMkLst>
        <pc:spChg chg="mod">
          <ac:chgData name="Li,Yuting (HP Medicine) BII-CN-S" userId="ce8fbb54-122c-426d-b8da-fdcc5e1b5022" providerId="ADAL" clId="{424F268A-DBE6-4671-9052-296082C49EB5}" dt="2024-03-18T06:34:17.817" v="4098" actId="20577"/>
          <ac:spMkLst>
            <pc:docMk/>
            <pc:sldMk cId="2961465287" sldId="2147482838"/>
            <ac:spMk id="2" creationId="{92BDA250-37EB-3B85-04F6-7428F3E473B6}"/>
          </ac:spMkLst>
        </pc:spChg>
        <pc:spChg chg="mod">
          <ac:chgData name="Li,Yuting (HP Medicine) BII-CN-S" userId="ce8fbb54-122c-426d-b8da-fdcc5e1b5022" providerId="ADAL" clId="{424F268A-DBE6-4671-9052-296082C49EB5}" dt="2024-03-18T06:34:02.554" v="4070" actId="20577"/>
          <ac:spMkLst>
            <pc:docMk/>
            <pc:sldMk cId="2961465287" sldId="2147482838"/>
            <ac:spMk id="3" creationId="{2857B026-F857-5479-3640-8A8E1E50D1D4}"/>
          </ac:spMkLst>
        </pc:spChg>
      </pc:sldChg>
      <pc:sldChg chg="del">
        <pc:chgData name="Li,Yuting (HP Medicine) BII-CN-S" userId="ce8fbb54-122c-426d-b8da-fdcc5e1b5022" providerId="ADAL" clId="{424F268A-DBE6-4671-9052-296082C49EB5}" dt="2024-03-15T07:23:49.990" v="725"/>
        <pc:sldMkLst>
          <pc:docMk/>
          <pc:sldMk cId="3517821509" sldId="2147482838"/>
        </pc:sldMkLst>
      </pc:sldChg>
      <pc:sldChg chg="del">
        <pc:chgData name="Li,Yuting (HP Medicine) BII-CN-S" userId="ce8fbb54-122c-426d-b8da-fdcc5e1b5022" providerId="ADAL" clId="{424F268A-DBE6-4671-9052-296082C49EB5}" dt="2024-03-15T07:23:42.355" v="724"/>
        <pc:sldMkLst>
          <pc:docMk/>
          <pc:sldMk cId="4021086264" sldId="2147482838"/>
        </pc:sldMkLst>
      </pc:sldChg>
      <pc:sldChg chg="addSp delSp modSp new del mod">
        <pc:chgData name="Li,Yuting (HP Medicine) BII-CN-S" userId="ce8fbb54-122c-426d-b8da-fdcc5e1b5022" providerId="ADAL" clId="{424F268A-DBE6-4671-9052-296082C49EB5}" dt="2024-03-18T05:53:24.036" v="3954" actId="47"/>
        <pc:sldMkLst>
          <pc:docMk/>
          <pc:sldMk cId="614744404" sldId="2147482839"/>
        </pc:sldMkLst>
        <pc:spChg chg="mod">
          <ac:chgData name="Li,Yuting (HP Medicine) BII-CN-S" userId="ce8fbb54-122c-426d-b8da-fdcc5e1b5022" providerId="ADAL" clId="{424F268A-DBE6-4671-9052-296082C49EB5}" dt="2024-03-17T02:38:18.598" v="1107" actId="20577"/>
          <ac:spMkLst>
            <pc:docMk/>
            <pc:sldMk cId="614744404" sldId="2147482839"/>
            <ac:spMk id="2" creationId="{79D3B97E-E65B-E8AB-308B-0EE857E93B82}"/>
          </ac:spMkLst>
        </pc:spChg>
        <pc:spChg chg="del">
          <ac:chgData name="Li,Yuting (HP Medicine) BII-CN-S" userId="ce8fbb54-122c-426d-b8da-fdcc5e1b5022" providerId="ADAL" clId="{424F268A-DBE6-4671-9052-296082C49EB5}" dt="2024-03-17T02:38:07.838" v="1071"/>
          <ac:spMkLst>
            <pc:docMk/>
            <pc:sldMk cId="614744404" sldId="2147482839"/>
            <ac:spMk id="3" creationId="{28265831-AB72-23B4-4296-846D959760D1}"/>
          </ac:spMkLst>
        </pc:spChg>
        <pc:graphicFrameChg chg="add mod modGraphic">
          <ac:chgData name="Li,Yuting (HP Medicine) BII-CN-S" userId="ce8fbb54-122c-426d-b8da-fdcc5e1b5022" providerId="ADAL" clId="{424F268A-DBE6-4671-9052-296082C49EB5}" dt="2024-03-17T02:38:41.980" v="1110" actId="13926"/>
          <ac:graphicFrameMkLst>
            <pc:docMk/>
            <pc:sldMk cId="614744404" sldId="2147482839"/>
            <ac:graphicFrameMk id="7" creationId="{A35B494C-6A7C-AD81-F9AE-D9A072E9D708}"/>
          </ac:graphicFrameMkLst>
        </pc:graphicFrameChg>
      </pc:sldChg>
      <pc:sldChg chg="add del">
        <pc:chgData name="Li,Yuting (HP Medicine) BII-CN-S" userId="ce8fbb54-122c-426d-b8da-fdcc5e1b5022" providerId="ADAL" clId="{424F268A-DBE6-4671-9052-296082C49EB5}" dt="2024-03-17T04:03:07.056" v="2894" actId="47"/>
        <pc:sldMkLst>
          <pc:docMk/>
          <pc:sldMk cId="999878928" sldId="2147482840"/>
        </pc:sldMkLst>
      </pc:sldChg>
      <pc:sldMasterChg chg="del delSldLayout">
        <pc:chgData name="Li,Yuting (HP Medicine) BII-CN-S" userId="ce8fbb54-122c-426d-b8da-fdcc5e1b5022" providerId="ADAL" clId="{424F268A-DBE6-4671-9052-296082C49EB5}" dt="2024-03-19T07:04:32.629" v="4322" actId="47"/>
        <pc:sldMasterMkLst>
          <pc:docMk/>
          <pc:sldMasterMk cId="4206276613" sldId="2147484995"/>
        </pc:sldMasterMkLst>
        <pc:sldLayoutChg chg="del">
          <pc:chgData name="Li,Yuting (HP Medicine) BII-CN-S" userId="ce8fbb54-122c-426d-b8da-fdcc5e1b5022" providerId="ADAL" clId="{424F268A-DBE6-4671-9052-296082C49EB5}" dt="2024-03-19T07:04:32.629" v="4322" actId="47"/>
          <pc:sldLayoutMkLst>
            <pc:docMk/>
            <pc:sldMasterMk cId="4206276613" sldId="2147484995"/>
            <pc:sldLayoutMk cId="2935966729" sldId="2147484996"/>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528071521" sldId="2147484997"/>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20363690" sldId="2147484998"/>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85427612" sldId="2147484999"/>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612190585" sldId="2147485000"/>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282181058" sldId="2147485001"/>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522088515" sldId="2147485002"/>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827947902" sldId="2147485003"/>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875592164" sldId="2147485004"/>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264791472" sldId="2147485005"/>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684619995" sldId="2147485006"/>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387165961" sldId="2147485007"/>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711524732" sldId="2147485008"/>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2838378047" sldId="2147485009"/>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4253641290" sldId="2147485010"/>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932976104" sldId="2147485011"/>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611134911" sldId="2147485012"/>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828764917" sldId="2147485013"/>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241924544" sldId="2147485014"/>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715258970" sldId="2147485015"/>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839287456" sldId="2147485016"/>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89549903" sldId="2147485017"/>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060107491" sldId="2147485018"/>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4190720938" sldId="2147485019"/>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601860207" sldId="2147485020"/>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903102288" sldId="2147485021"/>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212615846" sldId="2147485022"/>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4030473622" sldId="2147485023"/>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717268726" sldId="2147485024"/>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225157779" sldId="2147485025"/>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2500128853" sldId="2147485026"/>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3831653782" sldId="2147485027"/>
          </pc:sldLayoutMkLst>
        </pc:sldLayoutChg>
        <pc:sldLayoutChg chg="del">
          <pc:chgData name="Li,Yuting (HP Medicine) BII-CN-S" userId="ce8fbb54-122c-426d-b8da-fdcc5e1b5022" providerId="ADAL" clId="{424F268A-DBE6-4671-9052-296082C49EB5}" dt="2024-03-19T07:04:32.629" v="4322" actId="47"/>
          <pc:sldLayoutMkLst>
            <pc:docMk/>
            <pc:sldMasterMk cId="4206276613" sldId="2147484995"/>
            <pc:sldLayoutMk cId="111709449" sldId="2147485028"/>
          </pc:sldLayoutMkLst>
        </pc:sldLayoutChg>
      </pc:sldMasterChg>
      <pc:sldMasterChg chg="del delSldLayout">
        <pc:chgData name="Li,Yuting (HP Medicine) BII-CN-S" userId="ce8fbb54-122c-426d-b8da-fdcc5e1b5022" providerId="ADAL" clId="{424F268A-DBE6-4671-9052-296082C49EB5}" dt="2024-03-15T06:17:14.508" v="152" actId="47"/>
        <pc:sldMasterMkLst>
          <pc:docMk/>
          <pc:sldMasterMk cId="1380645389" sldId="2147484996"/>
        </pc:sldMasterMkLst>
        <pc:sldLayoutChg chg="del">
          <pc:chgData name="Li,Yuting (HP Medicine) BII-CN-S" userId="ce8fbb54-122c-426d-b8da-fdcc5e1b5022" providerId="ADAL" clId="{424F268A-DBE6-4671-9052-296082C49EB5}" dt="2024-03-15T06:17:14.508" v="152" actId="47"/>
          <pc:sldLayoutMkLst>
            <pc:docMk/>
            <pc:sldMasterMk cId="1380645389" sldId="2147484996"/>
            <pc:sldLayoutMk cId="2887816525" sldId="2147484997"/>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796846649" sldId="2147484998"/>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798492853" sldId="2147484999"/>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186725350" sldId="2147485000"/>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128821815" sldId="2147485001"/>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104086999" sldId="2147485002"/>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597007386" sldId="2147485003"/>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974238710" sldId="2147485004"/>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933883546" sldId="2147485005"/>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739580302" sldId="2147485006"/>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841216726" sldId="2147485007"/>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798915907" sldId="2147485008"/>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583368541" sldId="2147485009"/>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179530155" sldId="2147485010"/>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118835593" sldId="2147485011"/>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250046824" sldId="2147485012"/>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4029298940" sldId="2147485013"/>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732938958" sldId="2147485014"/>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666006937" sldId="2147485015"/>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2303742470" sldId="2147485016"/>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958409144" sldId="2147485017"/>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951392440" sldId="2147485018"/>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974867915" sldId="2147485019"/>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513512087" sldId="2147485020"/>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760376049" sldId="2147485021"/>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835914057" sldId="2147485022"/>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092944292" sldId="2147485023"/>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167646254" sldId="2147485024"/>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3145238235" sldId="2147485025"/>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215997989" sldId="2147485026"/>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1694021649" sldId="2147485027"/>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717295330" sldId="2147485028"/>
          </pc:sldLayoutMkLst>
        </pc:sldLayoutChg>
        <pc:sldLayoutChg chg="del">
          <pc:chgData name="Li,Yuting (HP Medicine) BII-CN-S" userId="ce8fbb54-122c-426d-b8da-fdcc5e1b5022" providerId="ADAL" clId="{424F268A-DBE6-4671-9052-296082C49EB5}" dt="2024-03-15T06:17:14.508" v="152" actId="47"/>
          <pc:sldLayoutMkLst>
            <pc:docMk/>
            <pc:sldMasterMk cId="1380645389" sldId="2147484996"/>
            <pc:sldLayoutMk cId="4137930662" sldId="2147485029"/>
          </pc:sldLayoutMkLst>
        </pc:sldLayoutChg>
      </pc:sldMasterChg>
      <pc:sldMasterChg chg="delSldLayout">
        <pc:chgData name="Li,Yuting (HP Medicine) BII-CN-S" userId="ce8fbb54-122c-426d-b8da-fdcc5e1b5022" providerId="ADAL" clId="{424F268A-DBE6-4671-9052-296082C49EB5}" dt="2024-03-15T06:19:05.921" v="163" actId="47"/>
        <pc:sldMasterMkLst>
          <pc:docMk/>
          <pc:sldMasterMk cId="2265167584" sldId="2147485032"/>
        </pc:sldMasterMkLst>
        <pc:sldLayoutChg chg="del">
          <pc:chgData name="Li,Yuting (HP Medicine) BII-CN-S" userId="ce8fbb54-122c-426d-b8da-fdcc5e1b5022" providerId="ADAL" clId="{424F268A-DBE6-4671-9052-296082C49EB5}" dt="2024-03-15T06:18:19.459" v="157" actId="47"/>
          <pc:sldLayoutMkLst>
            <pc:docMk/>
            <pc:sldMasterMk cId="2265167584" sldId="2147485032"/>
            <pc:sldLayoutMk cId="2182717109" sldId="2147484956"/>
          </pc:sldLayoutMkLst>
        </pc:sldLayoutChg>
        <pc:sldLayoutChg chg="del">
          <pc:chgData name="Li,Yuting (HP Medicine) BII-CN-S" userId="ce8fbb54-122c-426d-b8da-fdcc5e1b5022" providerId="ADAL" clId="{424F268A-DBE6-4671-9052-296082C49EB5}" dt="2024-03-15T06:19:05.921" v="163" actId="47"/>
          <pc:sldLayoutMkLst>
            <pc:docMk/>
            <pc:sldMasterMk cId="2265167584" sldId="2147485032"/>
            <pc:sldLayoutMk cId="1306796450" sldId="2147484995"/>
          </pc:sldLayoutMkLst>
        </pc:sldLayoutChg>
      </pc:sldMasterChg>
    </pc:docChg>
  </pc:docChgLst>
  <pc:docChgLst>
    <pc:chgData name="Wang,Shirley (HP Med RA) BII-CN-B" userId="S::shirley_2.wang@boehringer-ingelheim.com::48b801ce-80b8-42d3-931b-2dcaf726016f" providerId="AD" clId="Web-{BD6DA038-C0D7-E5F9-BCCA-6855E3FACA31}"/>
    <pc:docChg chg="">
      <pc:chgData name="Wang,Shirley (HP Med RA) BII-CN-B" userId="S::shirley_2.wang@boehringer-ingelheim.com::48b801ce-80b8-42d3-931b-2dcaf726016f" providerId="AD" clId="Web-{BD6DA038-C0D7-E5F9-BCCA-6855E3FACA31}" dt="2022-03-04T08:28:24.770" v="0"/>
      <pc:docMkLst>
        <pc:docMk/>
      </pc:docMkLst>
      <pc:sldChg chg="addCm">
        <pc:chgData name="Wang,Shirley (HP Med RA) BII-CN-B" userId="S::shirley_2.wang@boehringer-ingelheim.com::48b801ce-80b8-42d3-931b-2dcaf726016f" providerId="AD" clId="Web-{BD6DA038-C0D7-E5F9-BCCA-6855E3FACA31}" dt="2022-03-04T08:28:24.770" v="0"/>
        <pc:sldMkLst>
          <pc:docMk/>
          <pc:sldMk cId="1349082433" sldId="2147377174"/>
        </pc:sldMkLst>
      </pc:sldChg>
    </pc:docChg>
  </pc:docChgLst>
  <pc:docChgLst>
    <pc:chgData name="zxSHA Li,Lili (MED CD&amp;O) EXTERNAL" userId="caae5028-c4b7-4139-b798-d46cb2b8c45e" providerId="ADAL" clId="{3ED71936-385B-4405-8E20-BF6BD4A3FEB8}"/>
    <pc:docChg chg="undo redo custSel addSld modSld">
      <pc:chgData name="zxSHA Li,Lili (MED CD&amp;O) EXTERNAL" userId="caae5028-c4b7-4139-b798-d46cb2b8c45e" providerId="ADAL" clId="{3ED71936-385B-4405-8E20-BF6BD4A3FEB8}" dt="2023-07-10T05:56:51.580" v="595" actId="207"/>
      <pc:docMkLst>
        <pc:docMk/>
      </pc:docMkLst>
      <pc:sldChg chg="modSp mod addCm">
        <pc:chgData name="zxSHA Li,Lili (MED CD&amp;O) EXTERNAL" userId="caae5028-c4b7-4139-b798-d46cb2b8c45e" providerId="ADAL" clId="{3ED71936-385B-4405-8E20-BF6BD4A3FEB8}" dt="2023-07-07T08:01:26.425" v="112" actId="1589"/>
        <pc:sldMkLst>
          <pc:docMk/>
          <pc:sldMk cId="817030415" sldId="2147474081"/>
        </pc:sldMkLst>
        <pc:spChg chg="mod">
          <ac:chgData name="zxSHA Li,Lili (MED CD&amp;O) EXTERNAL" userId="caae5028-c4b7-4139-b798-d46cb2b8c45e" providerId="ADAL" clId="{3ED71936-385B-4405-8E20-BF6BD4A3FEB8}" dt="2023-07-07T07:48:53.146" v="57" actId="20577"/>
          <ac:spMkLst>
            <pc:docMk/>
            <pc:sldMk cId="817030415" sldId="2147474081"/>
            <ac:spMk id="3" creationId="{B863AF87-3720-D1AB-5C4B-5473588EAD63}"/>
          </ac:spMkLst>
        </pc:spChg>
      </pc:sldChg>
      <pc:sldChg chg="addSp delSp modSp mod addCm">
        <pc:chgData name="zxSHA Li,Lili (MED CD&amp;O) EXTERNAL" userId="caae5028-c4b7-4139-b798-d46cb2b8c45e" providerId="ADAL" clId="{3ED71936-385B-4405-8E20-BF6BD4A3FEB8}" dt="2023-07-10T01:56:13.498" v="478" actId="27918"/>
        <pc:sldMkLst>
          <pc:docMk/>
          <pc:sldMk cId="2930706568" sldId="2147474091"/>
        </pc:sldMkLst>
        <pc:spChg chg="mod">
          <ac:chgData name="zxSHA Li,Lili (MED CD&amp;O) EXTERNAL" userId="caae5028-c4b7-4139-b798-d46cb2b8c45e" providerId="ADAL" clId="{3ED71936-385B-4405-8E20-BF6BD4A3FEB8}" dt="2023-07-07T07:44:04.101" v="22" actId="20577"/>
          <ac:spMkLst>
            <pc:docMk/>
            <pc:sldMk cId="2930706568" sldId="2147474091"/>
            <ac:spMk id="2" creationId="{899E9FD5-14F4-46B5-85BD-4B2D5616E6A9}"/>
          </ac:spMkLst>
        </pc:spChg>
        <pc:spChg chg="mod">
          <ac:chgData name="zxSHA Li,Lili (MED CD&amp;O) EXTERNAL" userId="caae5028-c4b7-4139-b798-d46cb2b8c45e" providerId="ADAL" clId="{3ED71936-385B-4405-8E20-BF6BD4A3FEB8}" dt="2023-07-10T01:53:59.427" v="471" actId="20577"/>
          <ac:spMkLst>
            <pc:docMk/>
            <pc:sldMk cId="2930706568" sldId="2147474091"/>
            <ac:spMk id="4" creationId="{67987084-2974-2FE7-85E5-7ED6A1435C73}"/>
          </ac:spMkLst>
        </pc:spChg>
        <pc:graphicFrameChg chg="add del mod">
          <ac:chgData name="zxSHA Li,Lili (MED CD&amp;O) EXTERNAL" userId="caae5028-c4b7-4139-b798-d46cb2b8c45e" providerId="ADAL" clId="{3ED71936-385B-4405-8E20-BF6BD4A3FEB8}" dt="2023-07-10T01:54:34.987" v="472" actId="478"/>
          <ac:graphicFrameMkLst>
            <pc:docMk/>
            <pc:sldMk cId="2930706568" sldId="2147474091"/>
            <ac:graphicFrameMk id="3" creationId="{57883224-1323-4D15-B02B-5BEABBF6E564}"/>
          </ac:graphicFrameMkLst>
        </pc:graphicFrameChg>
        <pc:graphicFrameChg chg="add del mod">
          <ac:chgData name="zxSHA Li,Lili (MED CD&amp;O) EXTERNAL" userId="caae5028-c4b7-4139-b798-d46cb2b8c45e" providerId="ADAL" clId="{3ED71936-385B-4405-8E20-BF6BD4A3FEB8}" dt="2023-07-10T01:55:42.739" v="477" actId="167"/>
          <ac:graphicFrameMkLst>
            <pc:docMk/>
            <pc:sldMk cId="2930706568" sldId="2147474091"/>
            <ac:graphicFrameMk id="5" creationId="{57883224-1323-4D15-B02B-5BEABBF6E564}"/>
          </ac:graphicFrameMkLst>
        </pc:graphicFrameChg>
        <pc:graphicFrameChg chg="add mod modGraphic">
          <ac:chgData name="zxSHA Li,Lili (MED CD&amp;O) EXTERNAL" userId="caae5028-c4b7-4139-b798-d46cb2b8c45e" providerId="ADAL" clId="{3ED71936-385B-4405-8E20-BF6BD4A3FEB8}" dt="2023-07-10T01:52:02.059" v="463" actId="20577"/>
          <ac:graphicFrameMkLst>
            <pc:docMk/>
            <pc:sldMk cId="2930706568" sldId="2147474091"/>
            <ac:graphicFrameMk id="6" creationId="{21549B65-AC99-5F46-AFB8-FC69BE85FEC2}"/>
          </ac:graphicFrameMkLst>
        </pc:graphicFrameChg>
        <pc:graphicFrameChg chg="del">
          <ac:chgData name="zxSHA Li,Lili (MED CD&amp;O) EXTERNAL" userId="caae5028-c4b7-4139-b798-d46cb2b8c45e" providerId="ADAL" clId="{3ED71936-385B-4405-8E20-BF6BD4A3FEB8}" dt="2023-07-07T07:44:12.361" v="23" actId="478"/>
          <ac:graphicFrameMkLst>
            <pc:docMk/>
            <pc:sldMk cId="2930706568" sldId="2147474091"/>
            <ac:graphicFrameMk id="7" creationId="{E786B0CA-9015-602C-F7EF-A48F1E76C38B}"/>
          </ac:graphicFrameMkLst>
        </pc:graphicFrameChg>
      </pc:sldChg>
      <pc:sldChg chg="addSp delSp modSp mod">
        <pc:chgData name="zxSHA Li,Lili (MED CD&amp;O) EXTERNAL" userId="caae5028-c4b7-4139-b798-d46cb2b8c45e" providerId="ADAL" clId="{3ED71936-385B-4405-8E20-BF6BD4A3FEB8}" dt="2023-07-10T01:58:42.398" v="492" actId="1076"/>
        <pc:sldMkLst>
          <pc:docMk/>
          <pc:sldMk cId="713550364" sldId="2147474092"/>
        </pc:sldMkLst>
        <pc:spChg chg="mod">
          <ac:chgData name="zxSHA Li,Lili (MED CD&amp;O) EXTERNAL" userId="caae5028-c4b7-4139-b798-d46cb2b8c45e" providerId="ADAL" clId="{3ED71936-385B-4405-8E20-BF6BD4A3FEB8}" dt="2023-07-07T07:45:09.439" v="32" actId="20577"/>
          <ac:spMkLst>
            <pc:docMk/>
            <pc:sldMk cId="713550364" sldId="2147474092"/>
            <ac:spMk id="2" creationId="{899E9FD5-14F4-46B5-85BD-4B2D5616E6A9}"/>
          </ac:spMkLst>
        </pc:spChg>
        <pc:spChg chg="add mod">
          <ac:chgData name="zxSHA Li,Lili (MED CD&amp;O) EXTERNAL" userId="caae5028-c4b7-4139-b798-d46cb2b8c45e" providerId="ADAL" clId="{3ED71936-385B-4405-8E20-BF6BD4A3FEB8}" dt="2023-07-10T01:58:42.398" v="492" actId="1076"/>
          <ac:spMkLst>
            <pc:docMk/>
            <pc:sldMk cId="713550364" sldId="2147474092"/>
            <ac:spMk id="4" creationId="{ED58DD48-12E0-D600-DE23-4B7A00D63106}"/>
          </ac:spMkLst>
        </pc:spChg>
        <pc:spChg chg="mod">
          <ac:chgData name="zxSHA Li,Lili (MED CD&amp;O) EXTERNAL" userId="caae5028-c4b7-4139-b798-d46cb2b8c45e" providerId="ADAL" clId="{3ED71936-385B-4405-8E20-BF6BD4A3FEB8}" dt="2023-07-07T07:46:32.931" v="41" actId="1076"/>
          <ac:spMkLst>
            <pc:docMk/>
            <pc:sldMk cId="713550364" sldId="2147474092"/>
            <ac:spMk id="7" creationId="{903A62CF-15B9-3CAE-44E3-670F2DC6C24C}"/>
          </ac:spMkLst>
        </pc:spChg>
        <pc:graphicFrameChg chg="add del mod">
          <ac:chgData name="zxSHA Li,Lili (MED CD&amp;O) EXTERNAL" userId="caae5028-c4b7-4139-b798-d46cb2b8c45e" providerId="ADAL" clId="{3ED71936-385B-4405-8E20-BF6BD4A3FEB8}" dt="2023-07-10T01:57:47.212" v="482" actId="478"/>
          <ac:graphicFrameMkLst>
            <pc:docMk/>
            <pc:sldMk cId="713550364" sldId="2147474092"/>
            <ac:graphicFrameMk id="3" creationId="{4775F1CF-3D8C-4AC1-AA7B-487896056739}"/>
          </ac:graphicFrameMkLst>
        </pc:graphicFrameChg>
        <pc:graphicFrameChg chg="add del">
          <ac:chgData name="zxSHA Li,Lili (MED CD&amp;O) EXTERNAL" userId="caae5028-c4b7-4139-b798-d46cb2b8c45e" providerId="ADAL" clId="{3ED71936-385B-4405-8E20-BF6BD4A3FEB8}" dt="2023-07-07T07:45:25.900" v="35" actId="478"/>
          <ac:graphicFrameMkLst>
            <pc:docMk/>
            <pc:sldMk cId="713550364" sldId="2147474092"/>
            <ac:graphicFrameMk id="4" creationId="{4775F1CF-3D8C-4AC1-AA7B-487896056739}"/>
          </ac:graphicFrameMkLst>
        </pc:graphicFrameChg>
        <pc:graphicFrameChg chg="add mod">
          <ac:chgData name="zxSHA Li,Lili (MED CD&amp;O) EXTERNAL" userId="caae5028-c4b7-4139-b798-d46cb2b8c45e" providerId="ADAL" clId="{3ED71936-385B-4405-8E20-BF6BD4A3FEB8}" dt="2023-07-10T01:58:34.769" v="491" actId="167"/>
          <ac:graphicFrameMkLst>
            <pc:docMk/>
            <pc:sldMk cId="713550364" sldId="2147474092"/>
            <ac:graphicFrameMk id="5" creationId="{4775F1CF-3D8C-4AC1-AA7B-487896056739}"/>
          </ac:graphicFrameMkLst>
        </pc:graphicFrameChg>
        <pc:graphicFrameChg chg="del">
          <ac:chgData name="zxSHA Li,Lili (MED CD&amp;O) EXTERNAL" userId="caae5028-c4b7-4139-b798-d46cb2b8c45e" providerId="ADAL" clId="{3ED71936-385B-4405-8E20-BF6BD4A3FEB8}" dt="2023-07-07T07:47:40.774" v="43" actId="478"/>
          <ac:graphicFrameMkLst>
            <pc:docMk/>
            <pc:sldMk cId="713550364" sldId="2147474092"/>
            <ac:graphicFrameMk id="5" creationId="{C9D492A5-594D-11E8-375C-E7AF431A9699}"/>
          </ac:graphicFrameMkLst>
        </pc:graphicFrameChg>
        <pc:graphicFrameChg chg="add mod">
          <ac:chgData name="zxSHA Li,Lili (MED CD&amp;O) EXTERNAL" userId="caae5028-c4b7-4139-b798-d46cb2b8c45e" providerId="ADAL" clId="{3ED71936-385B-4405-8E20-BF6BD4A3FEB8}" dt="2023-07-10T01:58:20.249" v="489" actId="1076"/>
          <ac:graphicFrameMkLst>
            <pc:docMk/>
            <pc:sldMk cId="713550364" sldId="2147474092"/>
            <ac:graphicFrameMk id="8" creationId="{1D0C9600-53FD-F6E7-02A7-0C5810C3ECFC}"/>
          </ac:graphicFrameMkLst>
        </pc:graphicFrameChg>
      </pc:sldChg>
      <pc:sldChg chg="modSp mod modShow">
        <pc:chgData name="zxSHA Li,Lili (MED CD&amp;O) EXTERNAL" userId="caae5028-c4b7-4139-b798-d46cb2b8c45e" providerId="ADAL" clId="{3ED71936-385B-4405-8E20-BF6BD4A3FEB8}" dt="2023-07-10T05:56:51.580" v="595" actId="207"/>
        <pc:sldMkLst>
          <pc:docMk/>
          <pc:sldMk cId="3539881353" sldId="2147474117"/>
        </pc:sldMkLst>
        <pc:graphicFrameChg chg="mod modGraphic">
          <ac:chgData name="zxSHA Li,Lili (MED CD&amp;O) EXTERNAL" userId="caae5028-c4b7-4139-b798-d46cb2b8c45e" providerId="ADAL" clId="{3ED71936-385B-4405-8E20-BF6BD4A3FEB8}" dt="2023-07-10T05:56:51.580" v="595" actId="207"/>
          <ac:graphicFrameMkLst>
            <pc:docMk/>
            <pc:sldMk cId="3539881353" sldId="2147474117"/>
            <ac:graphicFrameMk id="6" creationId="{2EB857BA-9417-6413-5EF8-383CF37AC70D}"/>
          </ac:graphicFrameMkLst>
        </pc:graphicFrameChg>
      </pc:sldChg>
      <pc:sldChg chg="modSp new mod modShow">
        <pc:chgData name="zxSHA Li,Lili (MED CD&amp;O) EXTERNAL" userId="caae5028-c4b7-4139-b798-d46cb2b8c45e" providerId="ADAL" clId="{3ED71936-385B-4405-8E20-BF6BD4A3FEB8}" dt="2023-07-07T08:44:23.558" v="234" actId="1076"/>
        <pc:sldMkLst>
          <pc:docMk/>
          <pc:sldMk cId="1492474706" sldId="2147474136"/>
        </pc:sldMkLst>
        <pc:spChg chg="mod">
          <ac:chgData name="zxSHA Li,Lili (MED CD&amp;O) EXTERNAL" userId="caae5028-c4b7-4139-b798-d46cb2b8c45e" providerId="ADAL" clId="{3ED71936-385B-4405-8E20-BF6BD4A3FEB8}" dt="2023-07-07T08:25:13.001" v="166" actId="20577"/>
          <ac:spMkLst>
            <pc:docMk/>
            <pc:sldMk cId="1492474706" sldId="2147474136"/>
            <ac:spMk id="2" creationId="{C6B7AB9F-B2E6-C303-0E7A-34F1F968DD1C}"/>
          </ac:spMkLst>
        </pc:spChg>
        <pc:spChg chg="mod">
          <ac:chgData name="zxSHA Li,Lili (MED CD&amp;O) EXTERNAL" userId="caae5028-c4b7-4139-b798-d46cb2b8c45e" providerId="ADAL" clId="{3ED71936-385B-4405-8E20-BF6BD4A3FEB8}" dt="2023-07-07T08:44:23.558" v="234" actId="1076"/>
          <ac:spMkLst>
            <pc:docMk/>
            <pc:sldMk cId="1492474706" sldId="2147474136"/>
            <ac:spMk id="6" creationId="{45472044-C7FE-4E4D-FB1B-603B593A68F2}"/>
          </ac:spMkLst>
        </pc:spChg>
      </pc:sldChg>
    </pc:docChg>
  </pc:docChgLst>
  <pc:docChgLst>
    <pc:chgData name="Chen,Dr.,Ying (HP Medicine) BII-CN-S" userId="7c019f49-0ee9-4787-9ac5-a11d3b82d6d2" providerId="ADAL" clId="{819C5DDF-D12C-44D6-9EF7-192EE020E752}"/>
    <pc:docChg chg="undo custSel modSld">
      <pc:chgData name="Chen,Dr.,Ying (HP Medicine) BII-CN-S" userId="7c019f49-0ee9-4787-9ac5-a11d3b82d6d2" providerId="ADAL" clId="{819C5DDF-D12C-44D6-9EF7-192EE020E752}" dt="2024-02-27T03:09:50.839" v="138" actId="1076"/>
      <pc:docMkLst>
        <pc:docMk/>
      </pc:docMkLst>
      <pc:sldChg chg="modSp mod">
        <pc:chgData name="Chen,Dr.,Ying (HP Medicine) BII-CN-S" userId="7c019f49-0ee9-4787-9ac5-a11d3b82d6d2" providerId="ADAL" clId="{819C5DDF-D12C-44D6-9EF7-192EE020E752}" dt="2024-02-27T01:32:54.413" v="122" actId="1037"/>
        <pc:sldMkLst>
          <pc:docMk/>
          <pc:sldMk cId="1203846494" sldId="2147481393"/>
        </pc:sldMkLst>
        <pc:spChg chg="mod">
          <ac:chgData name="Chen,Dr.,Ying (HP Medicine) BII-CN-S" userId="7c019f49-0ee9-4787-9ac5-a11d3b82d6d2" providerId="ADAL" clId="{819C5DDF-D12C-44D6-9EF7-192EE020E752}" dt="2024-02-27T01:32:30.861" v="107" actId="1038"/>
          <ac:spMkLst>
            <pc:docMk/>
            <pc:sldMk cId="1203846494" sldId="2147481393"/>
            <ac:spMk id="166" creationId="{4EFF5992-CD5C-40C0-A183-FB6D9A6C0FCB}"/>
          </ac:spMkLst>
        </pc:spChg>
        <pc:grpChg chg="mod">
          <ac:chgData name="Chen,Dr.,Ying (HP Medicine) BII-CN-S" userId="7c019f49-0ee9-4787-9ac5-a11d3b82d6d2" providerId="ADAL" clId="{819C5DDF-D12C-44D6-9EF7-192EE020E752}" dt="2024-02-27T01:32:54.413" v="122" actId="1037"/>
          <ac:grpSpMkLst>
            <pc:docMk/>
            <pc:sldMk cId="1203846494" sldId="2147481393"/>
            <ac:grpSpMk id="155" creationId="{22D6154F-78E1-4174-AB57-1D26B92FA7AE}"/>
          </ac:grpSpMkLst>
        </pc:grpChg>
        <pc:cxnChg chg="mod">
          <ac:chgData name="Chen,Dr.,Ying (HP Medicine) BII-CN-S" userId="7c019f49-0ee9-4787-9ac5-a11d3b82d6d2" providerId="ADAL" clId="{819C5DDF-D12C-44D6-9EF7-192EE020E752}" dt="2024-02-27T01:32:15.618" v="99" actId="1038"/>
          <ac:cxnSpMkLst>
            <pc:docMk/>
            <pc:sldMk cId="1203846494" sldId="2147481393"/>
            <ac:cxnSpMk id="156" creationId="{17FE68B3-3D4B-41B3-A72D-D4B1F0408B02}"/>
          </ac:cxnSpMkLst>
        </pc:cxnChg>
      </pc:sldChg>
      <pc:sldChg chg="modSp mod">
        <pc:chgData name="Chen,Dr.,Ying (HP Medicine) BII-CN-S" userId="7c019f49-0ee9-4787-9ac5-a11d3b82d6d2" providerId="ADAL" clId="{819C5DDF-D12C-44D6-9EF7-192EE020E752}" dt="2024-02-27T01:26:11.593" v="13" actId="1038"/>
        <pc:sldMkLst>
          <pc:docMk/>
          <pc:sldMk cId="393501697" sldId="2147481396"/>
        </pc:sldMkLst>
        <pc:grpChg chg="mod">
          <ac:chgData name="Chen,Dr.,Ying (HP Medicine) BII-CN-S" userId="7c019f49-0ee9-4787-9ac5-a11d3b82d6d2" providerId="ADAL" clId="{819C5DDF-D12C-44D6-9EF7-192EE020E752}" dt="2024-02-27T01:26:11.593" v="13" actId="1038"/>
          <ac:grpSpMkLst>
            <pc:docMk/>
            <pc:sldMk cId="393501697" sldId="2147481396"/>
            <ac:grpSpMk id="71" creationId="{00000000-0000-0000-0000-000000000000}"/>
          </ac:grpSpMkLst>
        </pc:grpChg>
      </pc:sldChg>
      <pc:sldChg chg="addSp modSp mod">
        <pc:chgData name="Chen,Dr.,Ying (HP Medicine) BII-CN-S" userId="7c019f49-0ee9-4787-9ac5-a11d3b82d6d2" providerId="ADAL" clId="{819C5DDF-D12C-44D6-9EF7-192EE020E752}" dt="2024-02-27T03:09:50.839" v="138" actId="1076"/>
        <pc:sldMkLst>
          <pc:docMk/>
          <pc:sldMk cId="3747378977" sldId="2147481397"/>
        </pc:sldMkLst>
        <pc:spChg chg="add mod">
          <ac:chgData name="Chen,Dr.,Ying (HP Medicine) BII-CN-S" userId="7c019f49-0ee9-4787-9ac5-a11d3b82d6d2" providerId="ADAL" clId="{819C5DDF-D12C-44D6-9EF7-192EE020E752}" dt="2024-02-27T03:09:50.839" v="138" actId="1076"/>
          <ac:spMkLst>
            <pc:docMk/>
            <pc:sldMk cId="3747378977" sldId="2147481397"/>
            <ac:spMk id="5" creationId="{1A598560-3F74-F446-A567-AA8F189EBADF}"/>
          </ac:spMkLst>
        </pc:spChg>
        <pc:spChg chg="mod">
          <ac:chgData name="Chen,Dr.,Ying (HP Medicine) BII-CN-S" userId="7c019f49-0ee9-4787-9ac5-a11d3b82d6d2" providerId="ADAL" clId="{819C5DDF-D12C-44D6-9EF7-192EE020E752}" dt="2024-02-27T01:30:59.971" v="71" actId="1076"/>
          <ac:spMkLst>
            <pc:docMk/>
            <pc:sldMk cId="3747378977" sldId="2147481397"/>
            <ac:spMk id="55" creationId="{9224C17E-1AA1-4096-A3FD-25D6FD8BA444}"/>
          </ac:spMkLst>
        </pc:spChg>
        <pc:cxnChg chg="mod">
          <ac:chgData name="Chen,Dr.,Ying (HP Medicine) BII-CN-S" userId="7c019f49-0ee9-4787-9ac5-a11d3b82d6d2" providerId="ADAL" clId="{819C5DDF-D12C-44D6-9EF7-192EE020E752}" dt="2024-02-27T01:31:03.518" v="81" actId="1038"/>
          <ac:cxnSpMkLst>
            <pc:docMk/>
            <pc:sldMk cId="3747378977" sldId="2147481397"/>
            <ac:cxnSpMk id="54" creationId="{9C165100-0114-4167-8FF0-BFF01B293D04}"/>
          </ac:cxnSpMkLst>
        </pc:cxnChg>
      </pc:sldChg>
      <pc:sldChg chg="modSp mod">
        <pc:chgData name="Chen,Dr.,Ying (HP Medicine) BII-CN-S" userId="7c019f49-0ee9-4787-9ac5-a11d3b82d6d2" providerId="ADAL" clId="{819C5DDF-D12C-44D6-9EF7-192EE020E752}" dt="2024-02-27T03:09:22.196" v="136" actId="122"/>
        <pc:sldMkLst>
          <pc:docMk/>
          <pc:sldMk cId="930855308" sldId="2147481413"/>
        </pc:sldMkLst>
        <pc:spChg chg="mod">
          <ac:chgData name="Chen,Dr.,Ying (HP Medicine) BII-CN-S" userId="7c019f49-0ee9-4787-9ac5-a11d3b82d6d2" providerId="ADAL" clId="{819C5DDF-D12C-44D6-9EF7-192EE020E752}" dt="2024-02-27T03:09:16.641" v="135" actId="122"/>
          <ac:spMkLst>
            <pc:docMk/>
            <pc:sldMk cId="930855308" sldId="2147481413"/>
            <ac:spMk id="3" creationId="{00000000-0000-0000-0000-000000000000}"/>
          </ac:spMkLst>
        </pc:spChg>
        <pc:spChg chg="mod">
          <ac:chgData name="Chen,Dr.,Ying (HP Medicine) BII-CN-S" userId="7c019f49-0ee9-4787-9ac5-a11d3b82d6d2" providerId="ADAL" clId="{819C5DDF-D12C-44D6-9EF7-192EE020E752}" dt="2024-02-27T03:09:22.196" v="136" actId="122"/>
          <ac:spMkLst>
            <pc:docMk/>
            <pc:sldMk cId="930855308" sldId="2147481413"/>
            <ac:spMk id="4" creationId="{E694AAA0-B7A9-4CEC-1711-9FB9DF332809}"/>
          </ac:spMkLst>
        </pc:spChg>
        <pc:grpChg chg="mod">
          <ac:chgData name="Chen,Dr.,Ying (HP Medicine) BII-CN-S" userId="7c019f49-0ee9-4787-9ac5-a11d3b82d6d2" providerId="ADAL" clId="{819C5DDF-D12C-44D6-9EF7-192EE020E752}" dt="2024-02-27T01:30:44.379" v="70" actId="1037"/>
          <ac:grpSpMkLst>
            <pc:docMk/>
            <pc:sldMk cId="930855308" sldId="2147481413"/>
            <ac:grpSpMk id="50" creationId="{00000000-0000-0000-0000-000000000000}"/>
          </ac:grpSpMkLst>
        </pc:grpChg>
      </pc:sldChg>
      <pc:sldChg chg="modSp mod">
        <pc:chgData name="Chen,Dr.,Ying (HP Medicine) BII-CN-S" userId="7c019f49-0ee9-4787-9ac5-a11d3b82d6d2" providerId="ADAL" clId="{819C5DDF-D12C-44D6-9EF7-192EE020E752}" dt="2024-02-27T01:30:33.350" v="67" actId="1037"/>
        <pc:sldMkLst>
          <pc:docMk/>
          <pc:sldMk cId="766638278" sldId="2147481416"/>
        </pc:sldMkLst>
        <pc:spChg chg="mod">
          <ac:chgData name="Chen,Dr.,Ying (HP Medicine) BII-CN-S" userId="7c019f49-0ee9-4787-9ac5-a11d3b82d6d2" providerId="ADAL" clId="{819C5DDF-D12C-44D6-9EF7-192EE020E752}" dt="2024-02-27T01:30:33.350" v="67" actId="1037"/>
          <ac:spMkLst>
            <pc:docMk/>
            <pc:sldMk cId="766638278" sldId="2147481416"/>
            <ac:spMk id="22" creationId="{FE802B07-3342-A085-3E09-AF0A3BB59652}"/>
          </ac:spMkLst>
        </pc:spChg>
        <pc:cxnChg chg="mod">
          <ac:chgData name="Chen,Dr.,Ying (HP Medicine) BII-CN-S" userId="7c019f49-0ee9-4787-9ac5-a11d3b82d6d2" providerId="ADAL" clId="{819C5DDF-D12C-44D6-9EF7-192EE020E752}" dt="2024-02-27T01:30:33.350" v="67" actId="1037"/>
          <ac:cxnSpMkLst>
            <pc:docMk/>
            <pc:sldMk cId="766638278" sldId="2147481416"/>
            <ac:cxnSpMk id="23" creationId="{CFFB1133-4F50-A609-EA28-27883FBBDE7D}"/>
          </ac:cxnSpMkLst>
        </pc:cxnChg>
      </pc:sldChg>
    </pc:docChg>
  </pc:docChgLst>
  <pc:docChgLst>
    <pc:chgData name="Zhu,Julia (HP Medicine) BII-CN-S" userId="S::julia_2.zhu@boehringer-ingelheim.com::03b5dd03-9d84-43b3-85a3-94d8f7e7e050" providerId="AD" clId="Web-{33F0896A-F745-BC99-29B6-00C58E135B83}"/>
    <pc:docChg chg="">
      <pc:chgData name="Zhu,Julia (HP Medicine) BII-CN-S" userId="S::julia_2.zhu@boehringer-ingelheim.com::03b5dd03-9d84-43b3-85a3-94d8f7e7e050" providerId="AD" clId="Web-{33F0896A-F745-BC99-29B6-00C58E135B83}" dt="2023-11-13T05:46:28.560" v="1"/>
      <pc:docMkLst>
        <pc:docMk/>
      </pc:docMkLst>
      <pc:sldChg chg="delCm">
        <pc:chgData name="Zhu,Julia (HP Medicine) BII-CN-S" userId="S::julia_2.zhu@boehringer-ingelheim.com::03b5dd03-9d84-43b3-85a3-94d8f7e7e050" providerId="AD" clId="Web-{33F0896A-F745-BC99-29B6-00C58E135B83}" dt="2023-11-13T05:46:28.560" v="1"/>
        <pc:sldMkLst>
          <pc:docMk/>
          <pc:sldMk cId="729251913" sldId="2147475004"/>
        </pc:sldMkLst>
      </pc:sldChg>
    </pc:docChg>
  </pc:docChgLst>
  <pc:docChgLst>
    <pc:chgData name="Zhao,Qian (MED CD&amp;O) BII-CN-S" userId="e5f2fa0e-800e-4e03-b8e2-beea36a7bf3b" providerId="ADAL" clId="{0FE0BEEE-F184-4B03-AB77-FE0998CCAD42}"/>
    <pc:docChg chg="custSel modSld">
      <pc:chgData name="Zhao,Qian (MED CD&amp;O) BII-CN-S" userId="e5f2fa0e-800e-4e03-b8e2-beea36a7bf3b" providerId="ADAL" clId="{0FE0BEEE-F184-4B03-AB77-FE0998CCAD42}" dt="2024-01-10T02:14:29.312" v="160" actId="113"/>
      <pc:docMkLst>
        <pc:docMk/>
      </pc:docMkLst>
      <pc:sldChg chg="addSp modSp mod">
        <pc:chgData name="Zhao,Qian (MED CD&amp;O) BII-CN-S" userId="e5f2fa0e-800e-4e03-b8e2-beea36a7bf3b" providerId="ADAL" clId="{0FE0BEEE-F184-4B03-AB77-FE0998CCAD42}" dt="2024-01-10T02:14:11.811" v="158" actId="207"/>
        <pc:sldMkLst>
          <pc:docMk/>
          <pc:sldMk cId="4072964452" sldId="2147481322"/>
        </pc:sldMkLst>
        <pc:spChg chg="mod">
          <ac:chgData name="Zhao,Qian (MED CD&amp;O) BII-CN-S" userId="e5f2fa0e-800e-4e03-b8e2-beea36a7bf3b" providerId="ADAL" clId="{0FE0BEEE-F184-4B03-AB77-FE0998CCAD42}" dt="2024-01-10T02:02:55.702" v="8" actId="20577"/>
          <ac:spMkLst>
            <pc:docMk/>
            <pc:sldMk cId="4072964452" sldId="2147481322"/>
            <ac:spMk id="3" creationId="{41E839CB-A819-D6C2-EF71-06FDFA675D18}"/>
          </ac:spMkLst>
        </pc:spChg>
        <pc:spChg chg="add mod">
          <ac:chgData name="Zhao,Qian (MED CD&amp;O) BII-CN-S" userId="e5f2fa0e-800e-4e03-b8e2-beea36a7bf3b" providerId="ADAL" clId="{0FE0BEEE-F184-4B03-AB77-FE0998CCAD42}" dt="2024-01-10T02:09:17.631" v="73" actId="1076"/>
          <ac:spMkLst>
            <pc:docMk/>
            <pc:sldMk cId="4072964452" sldId="2147481322"/>
            <ac:spMk id="7" creationId="{1EC8AEE8-FD97-BD28-3CFB-A2C0D2506BD3}"/>
          </ac:spMkLst>
        </pc:spChg>
        <pc:graphicFrameChg chg="mod modGraphic">
          <ac:chgData name="Zhao,Qian (MED CD&amp;O) BII-CN-S" userId="e5f2fa0e-800e-4e03-b8e2-beea36a7bf3b" providerId="ADAL" clId="{0FE0BEEE-F184-4B03-AB77-FE0998CCAD42}" dt="2024-01-10T02:14:11.811" v="158" actId="207"/>
          <ac:graphicFrameMkLst>
            <pc:docMk/>
            <pc:sldMk cId="4072964452" sldId="2147481322"/>
            <ac:graphicFrameMk id="10" creationId="{1A643741-1EC8-E4EA-A5FF-9EF8EEDDDCDE}"/>
          </ac:graphicFrameMkLst>
        </pc:graphicFrameChg>
        <pc:picChg chg="mod">
          <ac:chgData name="Zhao,Qian (MED CD&amp;O) BII-CN-S" userId="e5f2fa0e-800e-4e03-b8e2-beea36a7bf3b" providerId="ADAL" clId="{0FE0BEEE-F184-4B03-AB77-FE0998CCAD42}" dt="2024-01-10T02:06:32.590" v="27" actId="1076"/>
          <ac:picMkLst>
            <pc:docMk/>
            <pc:sldMk cId="4072964452" sldId="2147481322"/>
            <ac:picMk id="5" creationId="{E1236A87-639E-740D-1C57-FCE79A5EC4CB}"/>
          </ac:picMkLst>
        </pc:picChg>
      </pc:sldChg>
      <pc:sldChg chg="addSp delSp modSp mod">
        <pc:chgData name="Zhao,Qian (MED CD&amp;O) BII-CN-S" userId="e5f2fa0e-800e-4e03-b8e2-beea36a7bf3b" providerId="ADAL" clId="{0FE0BEEE-F184-4B03-AB77-FE0998CCAD42}" dt="2024-01-10T02:14:29.312" v="160" actId="113"/>
        <pc:sldMkLst>
          <pc:docMk/>
          <pc:sldMk cId="2928051727" sldId="2147481374"/>
        </pc:sldMkLst>
        <pc:spChg chg="mod">
          <ac:chgData name="Zhao,Qian (MED CD&amp;O) BII-CN-S" userId="e5f2fa0e-800e-4e03-b8e2-beea36a7bf3b" providerId="ADAL" clId="{0FE0BEEE-F184-4B03-AB77-FE0998CCAD42}" dt="2024-01-10T02:07:26.778" v="38" actId="20577"/>
          <ac:spMkLst>
            <pc:docMk/>
            <pc:sldMk cId="2928051727" sldId="2147481374"/>
            <ac:spMk id="3" creationId="{F0A2CF5D-3FFB-FA35-E7C9-1EC3D28CF4EB}"/>
          </ac:spMkLst>
        </pc:spChg>
        <pc:spChg chg="add mod">
          <ac:chgData name="Zhao,Qian (MED CD&amp;O) BII-CN-S" userId="e5f2fa0e-800e-4e03-b8e2-beea36a7bf3b" providerId="ADAL" clId="{0FE0BEEE-F184-4B03-AB77-FE0998CCAD42}" dt="2024-01-10T02:08:56.178" v="68" actId="403"/>
          <ac:spMkLst>
            <pc:docMk/>
            <pc:sldMk cId="2928051727" sldId="2147481374"/>
            <ac:spMk id="7" creationId="{87FDCE22-38C4-2E51-AB1C-7C28B921B5B6}"/>
          </ac:spMkLst>
        </pc:spChg>
        <pc:graphicFrameChg chg="add mod">
          <ac:chgData name="Zhao,Qian (MED CD&amp;O) BII-CN-S" userId="e5f2fa0e-800e-4e03-b8e2-beea36a7bf3b" providerId="ADAL" clId="{0FE0BEEE-F184-4B03-AB77-FE0998CCAD42}" dt="2024-01-10T02:07:41.508" v="44"/>
          <ac:graphicFrameMkLst>
            <pc:docMk/>
            <pc:sldMk cId="2928051727" sldId="2147481374"/>
            <ac:graphicFrameMk id="4" creationId="{73207099-613B-4188-B37D-91BA5B30A0AB}"/>
          </ac:graphicFrameMkLst>
        </pc:graphicFrameChg>
        <pc:graphicFrameChg chg="mod modGraphic">
          <ac:chgData name="Zhao,Qian (MED CD&amp;O) BII-CN-S" userId="e5f2fa0e-800e-4e03-b8e2-beea36a7bf3b" providerId="ADAL" clId="{0FE0BEEE-F184-4B03-AB77-FE0998CCAD42}" dt="2024-01-10T02:14:29.312" v="160" actId="113"/>
          <ac:graphicFrameMkLst>
            <pc:docMk/>
            <pc:sldMk cId="2928051727" sldId="2147481374"/>
            <ac:graphicFrameMk id="11" creationId="{5ED9083D-1BB6-D4A8-9FCC-91DC668D68F5}"/>
          </ac:graphicFrameMkLst>
        </pc:graphicFrameChg>
        <pc:picChg chg="del">
          <ac:chgData name="Zhao,Qian (MED CD&amp;O) BII-CN-S" userId="e5f2fa0e-800e-4e03-b8e2-beea36a7bf3b" providerId="ADAL" clId="{0FE0BEEE-F184-4B03-AB77-FE0998CCAD42}" dt="2024-01-10T02:07:36.214" v="39" actId="478"/>
          <ac:picMkLst>
            <pc:docMk/>
            <pc:sldMk cId="2928051727" sldId="2147481374"/>
            <ac:picMk id="2" creationId="{EF8C3EDE-39D9-2172-558A-D33AE5BE3D6F}"/>
          </ac:picMkLst>
        </pc:picChg>
        <pc:picChg chg="add mod">
          <ac:chgData name="Zhao,Qian (MED CD&amp;O) BII-CN-S" userId="e5f2fa0e-800e-4e03-b8e2-beea36a7bf3b" providerId="ADAL" clId="{0FE0BEEE-F184-4B03-AB77-FE0998CCAD42}" dt="2024-01-10T02:08:05.162" v="54" actId="14100"/>
          <ac:picMkLst>
            <pc:docMk/>
            <pc:sldMk cId="2928051727" sldId="2147481374"/>
            <ac:picMk id="6" creationId="{A4A79910-EB68-8F29-A6DE-6F42338EA848}"/>
          </ac:picMkLst>
        </pc:picChg>
      </pc:sldChg>
    </pc:docChg>
  </pc:docChgLst>
  <pc:docChgLst>
    <pc:chgData name="Chen,Michael (HP Med RA) BII-CN-B" userId="d5e1e1c3-1b8e-4d7c-a738-2fc34bcfb3bb" providerId="ADAL" clId="{067C86D0-802B-44F3-8714-B65D31777216}"/>
    <pc:docChg chg="modSld">
      <pc:chgData name="Chen,Michael (HP Med RA) BII-CN-B" userId="d5e1e1c3-1b8e-4d7c-a738-2fc34bcfb3bb" providerId="ADAL" clId="{067C86D0-802B-44F3-8714-B65D31777216}" dt="2023-06-15T00:29:47.361" v="21" actId="207"/>
      <pc:docMkLst>
        <pc:docMk/>
      </pc:docMkLst>
      <pc:sldChg chg="modSp mod">
        <pc:chgData name="Chen,Michael (HP Med RA) BII-CN-B" userId="d5e1e1c3-1b8e-4d7c-a738-2fc34bcfb3bb" providerId="ADAL" clId="{067C86D0-802B-44F3-8714-B65D31777216}" dt="2023-06-15T00:29:47.361" v="21" actId="207"/>
        <pc:sldMkLst>
          <pc:docMk/>
          <pc:sldMk cId="288582910" sldId="2147474055"/>
        </pc:sldMkLst>
        <pc:spChg chg="mod">
          <ac:chgData name="Chen,Michael (HP Med RA) BII-CN-B" userId="d5e1e1c3-1b8e-4d7c-a738-2fc34bcfb3bb" providerId="ADAL" clId="{067C86D0-802B-44F3-8714-B65D31777216}" dt="2023-06-15T00:29:47.361" v="21" actId="207"/>
          <ac:spMkLst>
            <pc:docMk/>
            <pc:sldMk cId="288582910" sldId="2147474055"/>
            <ac:spMk id="4" creationId="{A953662A-E05F-BAA0-3072-4B65270CF65C}"/>
          </ac:spMkLst>
        </pc:spChg>
        <pc:spChg chg="mod">
          <ac:chgData name="Chen,Michael (HP Med RA) BII-CN-B" userId="d5e1e1c3-1b8e-4d7c-a738-2fc34bcfb3bb" providerId="ADAL" clId="{067C86D0-802B-44F3-8714-B65D31777216}" dt="2023-06-15T00:29:42.259" v="20" actId="207"/>
          <ac:spMkLst>
            <pc:docMk/>
            <pc:sldMk cId="288582910" sldId="2147474055"/>
            <ac:spMk id="105" creationId="{F1B35E49-EA86-46A5-B7A1-080327B16B40}"/>
          </ac:spMkLst>
        </pc:spChg>
      </pc:sldChg>
    </pc:docChg>
  </pc:docChgLst>
  <pc:docChgLst>
    <pc:chgData name="Wang,Yuan (HP Medicine) BII-CN-S" userId="S::yuan_2.wang@boehringer-ingelheim.com::358dc601-7626-4089-85ae-a53dd0075322" providerId="AD" clId="Web-{F59A36FF-7284-FFE2-A016-53857FB8F695}"/>
    <pc:docChg chg="modSld">
      <pc:chgData name="Wang,Yuan (HP Medicine) BII-CN-S" userId="S::yuan_2.wang@boehringer-ingelheim.com::358dc601-7626-4089-85ae-a53dd0075322" providerId="AD" clId="Web-{F59A36FF-7284-FFE2-A016-53857FB8F695}" dt="2022-03-08T06:29:10.619" v="265"/>
      <pc:docMkLst>
        <pc:docMk/>
      </pc:docMkLst>
      <pc:sldChg chg="modSp">
        <pc:chgData name="Wang,Yuan (HP Medicine) BII-CN-S" userId="S::yuan_2.wang@boehringer-ingelheim.com::358dc601-7626-4089-85ae-a53dd0075322" providerId="AD" clId="Web-{F59A36FF-7284-FFE2-A016-53857FB8F695}" dt="2022-03-08T06:29:10.619" v="265"/>
        <pc:sldMkLst>
          <pc:docMk/>
          <pc:sldMk cId="630768667" sldId="2147377166"/>
        </pc:sldMkLst>
        <pc:graphicFrameChg chg="mod modGraphic">
          <ac:chgData name="Wang,Yuan (HP Medicine) BII-CN-S" userId="S::yuan_2.wang@boehringer-ingelheim.com::358dc601-7626-4089-85ae-a53dd0075322" providerId="AD" clId="Web-{F59A36FF-7284-FFE2-A016-53857FB8F695}" dt="2022-03-08T06:29:10.619" v="265"/>
          <ac:graphicFrameMkLst>
            <pc:docMk/>
            <pc:sldMk cId="630768667" sldId="2147377166"/>
            <ac:graphicFrameMk id="11" creationId="{0A08FB9D-F1B7-435B-B330-8D6996BD0B44}"/>
          </ac:graphicFrameMkLst>
        </pc:graphicFrameChg>
      </pc:sldChg>
    </pc:docChg>
  </pc:docChgLst>
  <pc:docChgLst>
    <pc:chgData name="Chen,Michael (HP Med RA) BII-CN-B" userId="d5e1e1c3-1b8e-4d7c-a738-2fc34bcfb3bb" providerId="ADAL" clId="{AD9DF073-AAE7-46D3-A320-55963919E0BE}"/>
    <pc:docChg chg="undo custSel modSld">
      <pc:chgData name="Chen,Michael (HP Med RA) BII-CN-B" userId="d5e1e1c3-1b8e-4d7c-a738-2fc34bcfb3bb" providerId="ADAL" clId="{AD9DF073-AAE7-46D3-A320-55963919E0BE}" dt="2022-12-13T03:53:33.097" v="12" actId="1076"/>
      <pc:docMkLst>
        <pc:docMk/>
      </pc:docMkLst>
      <pc:sldChg chg="modSp mod">
        <pc:chgData name="Chen,Michael (HP Med RA) BII-CN-B" userId="d5e1e1c3-1b8e-4d7c-a738-2fc34bcfb3bb" providerId="ADAL" clId="{AD9DF073-AAE7-46D3-A320-55963919E0BE}" dt="2022-12-13T03:53:33.097" v="12" actId="1076"/>
        <pc:sldMkLst>
          <pc:docMk/>
          <pc:sldMk cId="2702991793" sldId="2147469213"/>
        </pc:sldMkLst>
        <pc:spChg chg="mod">
          <ac:chgData name="Chen,Michael (HP Med RA) BII-CN-B" userId="d5e1e1c3-1b8e-4d7c-a738-2fc34bcfb3bb" providerId="ADAL" clId="{AD9DF073-AAE7-46D3-A320-55963919E0BE}" dt="2022-12-13T03:52:38.242" v="0" actId="1076"/>
          <ac:spMkLst>
            <pc:docMk/>
            <pc:sldMk cId="2702991793" sldId="2147469213"/>
            <ac:spMk id="116" creationId="{A7B1E1DE-8395-43D7-A132-05F89863AC62}"/>
          </ac:spMkLst>
        </pc:spChg>
        <pc:spChg chg="mod">
          <ac:chgData name="Chen,Michael (HP Med RA) BII-CN-B" userId="d5e1e1c3-1b8e-4d7c-a738-2fc34bcfb3bb" providerId="ADAL" clId="{AD9DF073-AAE7-46D3-A320-55963919E0BE}" dt="2022-12-13T03:53:33.097" v="12" actId="1076"/>
          <ac:spMkLst>
            <pc:docMk/>
            <pc:sldMk cId="2702991793" sldId="2147469213"/>
            <ac:spMk id="125" creationId="{DFAA6683-0037-41A5-88BA-233844E272FA}"/>
          </ac:spMkLst>
        </pc:spChg>
      </pc:sldChg>
    </pc:docChg>
  </pc:docChgLst>
  <pc:docChgLst>
    <pc:chgData name="Zhang,Ying (MED CD&amp;O) BII-CN-S" userId="456eb1e0-4978-443e-822e-be854341a778" providerId="ADAL" clId="{73EDB47C-E2C8-4175-A562-7412F868E91D}"/>
    <pc:docChg chg="custSel modSld">
      <pc:chgData name="Zhang,Ying (MED CD&amp;O) BII-CN-S" userId="456eb1e0-4978-443e-822e-be854341a778" providerId="ADAL" clId="{73EDB47C-E2C8-4175-A562-7412F868E91D}" dt="2022-09-02T08:13:02.380" v="269" actId="20577"/>
      <pc:docMkLst>
        <pc:docMk/>
      </pc:docMkLst>
      <pc:sldChg chg="modCm">
        <pc:chgData name="Zhang,Ying (MED CD&amp;O) BII-CN-S" userId="456eb1e0-4978-443e-822e-be854341a778" providerId="ADAL" clId="{73EDB47C-E2C8-4175-A562-7412F868E91D}" dt="2022-09-01T09:32:56.373" v="3" actId="2056"/>
        <pc:sldMkLst>
          <pc:docMk/>
          <pc:sldMk cId="3464918044" sldId="2147377260"/>
        </pc:sldMkLst>
      </pc:sldChg>
      <pc:sldChg chg="modSp mod">
        <pc:chgData name="Zhang,Ying (MED CD&amp;O) BII-CN-S" userId="456eb1e0-4978-443e-822e-be854341a778" providerId="ADAL" clId="{73EDB47C-E2C8-4175-A562-7412F868E91D}" dt="2022-09-02T08:13:02.380" v="269" actId="20577"/>
        <pc:sldMkLst>
          <pc:docMk/>
          <pc:sldMk cId="1669717787" sldId="2147377286"/>
        </pc:sldMkLst>
        <pc:spChg chg="mod">
          <ac:chgData name="Zhang,Ying (MED CD&amp;O) BII-CN-S" userId="456eb1e0-4978-443e-822e-be854341a778" providerId="ADAL" clId="{73EDB47C-E2C8-4175-A562-7412F868E91D}" dt="2022-09-02T08:08:04.539" v="216" actId="20577"/>
          <ac:spMkLst>
            <pc:docMk/>
            <pc:sldMk cId="1669717787" sldId="2147377286"/>
            <ac:spMk id="168" creationId="{65EA3170-CB0D-432D-8631-319933F816A2}"/>
          </ac:spMkLst>
        </pc:spChg>
        <pc:spChg chg="mod">
          <ac:chgData name="Zhang,Ying (MED CD&amp;O) BII-CN-S" userId="456eb1e0-4978-443e-822e-be854341a778" providerId="ADAL" clId="{73EDB47C-E2C8-4175-A562-7412F868E91D}" dt="2022-09-01T09:31:41.284" v="2" actId="20577"/>
          <ac:spMkLst>
            <pc:docMk/>
            <pc:sldMk cId="1669717787" sldId="2147377286"/>
            <ac:spMk id="175" creationId="{8C9854DC-0DCD-46ED-BAB7-E76341141C87}"/>
          </ac:spMkLst>
        </pc:spChg>
        <pc:spChg chg="mod">
          <ac:chgData name="Zhang,Ying (MED CD&amp;O) BII-CN-S" userId="456eb1e0-4978-443e-822e-be854341a778" providerId="ADAL" clId="{73EDB47C-E2C8-4175-A562-7412F868E91D}" dt="2022-09-02T08:13:02.380" v="269" actId="20577"/>
          <ac:spMkLst>
            <pc:docMk/>
            <pc:sldMk cId="1669717787" sldId="2147377286"/>
            <ac:spMk id="192" creationId="{31193A60-52A8-4E9D-BB69-B3D203C95D66}"/>
          </ac:spMkLst>
        </pc:spChg>
      </pc:sldChg>
    </pc:docChg>
  </pc:docChgLst>
  <pc:docChgLst>
    <pc:chgData name="Wang,Shirley (HP Med RA) BII-CN-B" userId="48b801ce-80b8-42d3-931b-2dcaf726016f" providerId="ADAL" clId="{CF0A8DD5-7EB2-45C5-90E8-09A6C1328841}"/>
    <pc:docChg chg="undo custSel addSld delSld modSld">
      <pc:chgData name="Wang,Shirley (HP Med RA) BII-CN-B" userId="48b801ce-80b8-42d3-931b-2dcaf726016f" providerId="ADAL" clId="{CF0A8DD5-7EB2-45C5-90E8-09A6C1328841}" dt="2023-02-15T12:21:56.639" v="240" actId="20577"/>
      <pc:docMkLst>
        <pc:docMk/>
      </pc:docMkLst>
      <pc:sldChg chg="addSp modSp mod">
        <pc:chgData name="Wang,Shirley (HP Med RA) BII-CN-B" userId="48b801ce-80b8-42d3-931b-2dcaf726016f" providerId="ADAL" clId="{CF0A8DD5-7EB2-45C5-90E8-09A6C1328841}" dt="2023-02-15T12:21:56.639" v="240" actId="20577"/>
        <pc:sldMkLst>
          <pc:docMk/>
          <pc:sldMk cId="3314611149" sldId="295"/>
        </pc:sldMkLst>
        <pc:spChg chg="mod">
          <ac:chgData name="Wang,Shirley (HP Med RA) BII-CN-B" userId="48b801ce-80b8-42d3-931b-2dcaf726016f" providerId="ADAL" clId="{CF0A8DD5-7EB2-45C5-90E8-09A6C1328841}" dt="2023-02-15T12:12:58.348" v="202" actId="1076"/>
          <ac:spMkLst>
            <pc:docMk/>
            <pc:sldMk cId="3314611149" sldId="295"/>
            <ac:spMk id="60" creationId="{00000000-0000-0000-0000-000000000000}"/>
          </ac:spMkLst>
        </pc:spChg>
        <pc:spChg chg="add mod">
          <ac:chgData name="Wang,Shirley (HP Med RA) BII-CN-B" userId="48b801ce-80b8-42d3-931b-2dcaf726016f" providerId="ADAL" clId="{CF0A8DD5-7EB2-45C5-90E8-09A6C1328841}" dt="2023-02-15T12:05:15.123" v="75" actId="108"/>
          <ac:spMkLst>
            <pc:docMk/>
            <pc:sldMk cId="3314611149" sldId="295"/>
            <ac:spMk id="72" creationId="{B436F150-977B-4BC9-B861-EA22E5F5F32C}"/>
          </ac:spMkLst>
        </pc:spChg>
        <pc:spChg chg="add mod">
          <ac:chgData name="Wang,Shirley (HP Med RA) BII-CN-B" userId="48b801ce-80b8-42d3-931b-2dcaf726016f" providerId="ADAL" clId="{CF0A8DD5-7EB2-45C5-90E8-09A6C1328841}" dt="2023-02-15T12:20:34.322" v="234" actId="20577"/>
          <ac:spMkLst>
            <pc:docMk/>
            <pc:sldMk cId="3314611149" sldId="295"/>
            <ac:spMk id="75" creationId="{ED0602FF-C4E3-4483-AA91-2557482CA763}"/>
          </ac:spMkLst>
        </pc:spChg>
        <pc:spChg chg="add mod">
          <ac:chgData name="Wang,Shirley (HP Med RA) BII-CN-B" userId="48b801ce-80b8-42d3-931b-2dcaf726016f" providerId="ADAL" clId="{CF0A8DD5-7EB2-45C5-90E8-09A6C1328841}" dt="2023-02-15T12:13:37.074" v="218" actId="313"/>
          <ac:spMkLst>
            <pc:docMk/>
            <pc:sldMk cId="3314611149" sldId="295"/>
            <ac:spMk id="76" creationId="{12FE12EC-FA5A-418F-8112-F26540CA06CF}"/>
          </ac:spMkLst>
        </pc:spChg>
        <pc:spChg chg="mod">
          <ac:chgData name="Wang,Shirley (HP Med RA) BII-CN-B" userId="48b801ce-80b8-42d3-931b-2dcaf726016f" providerId="ADAL" clId="{CF0A8DD5-7EB2-45C5-90E8-09A6C1328841}" dt="2023-02-15T12:21:53.395" v="237" actId="20577"/>
          <ac:spMkLst>
            <pc:docMk/>
            <pc:sldMk cId="3314611149" sldId="295"/>
            <ac:spMk id="152" creationId="{9628EE16-B0D7-4397-AC21-77A72FDE1233}"/>
          </ac:spMkLst>
        </pc:spChg>
        <pc:spChg chg="mod">
          <ac:chgData name="Wang,Shirley (HP Med RA) BII-CN-B" userId="48b801ce-80b8-42d3-931b-2dcaf726016f" providerId="ADAL" clId="{CF0A8DD5-7EB2-45C5-90E8-09A6C1328841}" dt="2023-02-15T12:21:56.639" v="240" actId="20577"/>
          <ac:spMkLst>
            <pc:docMk/>
            <pc:sldMk cId="3314611149" sldId="295"/>
            <ac:spMk id="154" creationId="{3A16CC2D-B7E3-4CBD-B9BE-11C12A8075A9}"/>
          </ac:spMkLst>
        </pc:spChg>
        <pc:picChg chg="add mod">
          <ac:chgData name="Wang,Shirley (HP Med RA) BII-CN-B" userId="48b801ce-80b8-42d3-931b-2dcaf726016f" providerId="ADAL" clId="{CF0A8DD5-7EB2-45C5-90E8-09A6C1328841}" dt="2023-02-15T12:09:49.605" v="160" actId="1076"/>
          <ac:picMkLst>
            <pc:docMk/>
            <pc:sldMk cId="3314611149" sldId="295"/>
            <ac:picMk id="3" creationId="{0E75466F-35EA-40FA-A7B1-2BDE501A2573}"/>
          </ac:picMkLst>
        </pc:picChg>
      </pc:sldChg>
      <pc:sldChg chg="addSp delSp modSp new del mod">
        <pc:chgData name="Wang,Shirley (HP Med RA) BII-CN-B" userId="48b801ce-80b8-42d3-931b-2dcaf726016f" providerId="ADAL" clId="{CF0A8DD5-7EB2-45C5-90E8-09A6C1328841}" dt="2023-02-15T12:05:56.322" v="77" actId="47"/>
        <pc:sldMkLst>
          <pc:docMk/>
          <pc:sldMk cId="1936200327" sldId="2147471195"/>
        </pc:sldMkLst>
        <pc:spChg chg="del">
          <ac:chgData name="Wang,Shirley (HP Med RA) BII-CN-B" userId="48b801ce-80b8-42d3-931b-2dcaf726016f" providerId="ADAL" clId="{CF0A8DD5-7EB2-45C5-90E8-09A6C1328841}" dt="2023-02-15T10:01:14.022" v="52" actId="478"/>
          <ac:spMkLst>
            <pc:docMk/>
            <pc:sldMk cId="1936200327" sldId="2147471195"/>
            <ac:spMk id="2" creationId="{7E844961-6B34-4272-A0EE-044E5F31CC60}"/>
          </ac:spMkLst>
        </pc:spChg>
        <pc:spChg chg="del">
          <ac:chgData name="Wang,Shirley (HP Med RA) BII-CN-B" userId="48b801ce-80b8-42d3-931b-2dcaf726016f" providerId="ADAL" clId="{CF0A8DD5-7EB2-45C5-90E8-09A6C1328841}" dt="2023-02-15T08:03:31.869" v="1" actId="478"/>
          <ac:spMkLst>
            <pc:docMk/>
            <pc:sldMk cId="1936200327" sldId="2147471195"/>
            <ac:spMk id="4" creationId="{A204547C-073F-4625-BE2F-BCB0CE28A94E}"/>
          </ac:spMkLst>
        </pc:spChg>
        <pc:spChg chg="mod">
          <ac:chgData name="Wang,Shirley (HP Med RA) BII-CN-B" userId="48b801ce-80b8-42d3-931b-2dcaf726016f" providerId="ADAL" clId="{CF0A8DD5-7EB2-45C5-90E8-09A6C1328841}" dt="2023-02-15T10:52:21.491" v="65" actId="20577"/>
          <ac:spMkLst>
            <pc:docMk/>
            <pc:sldMk cId="1936200327" sldId="2147471195"/>
            <ac:spMk id="6" creationId="{08FB2ADC-2EC7-416E-861D-88932BFFBC21}"/>
          </ac:spMkLst>
        </pc:spChg>
        <pc:spChg chg="add del mod">
          <ac:chgData name="Wang,Shirley (HP Med RA) BII-CN-B" userId="48b801ce-80b8-42d3-931b-2dcaf726016f" providerId="ADAL" clId="{CF0A8DD5-7EB2-45C5-90E8-09A6C1328841}" dt="2023-02-15T10:53:16.134" v="67"/>
          <ac:spMkLst>
            <pc:docMk/>
            <pc:sldMk cId="1936200327" sldId="2147471195"/>
            <ac:spMk id="8" creationId="{61A7E18C-F1F8-4DF8-8AD7-666566B373A6}"/>
          </ac:spMkLst>
        </pc:spChg>
        <pc:spChg chg="add del mod">
          <ac:chgData name="Wang,Shirley (HP Med RA) BII-CN-B" userId="48b801ce-80b8-42d3-931b-2dcaf726016f" providerId="ADAL" clId="{CF0A8DD5-7EB2-45C5-90E8-09A6C1328841}" dt="2023-02-15T10:53:16.134" v="67"/>
          <ac:spMkLst>
            <pc:docMk/>
            <pc:sldMk cId="1936200327" sldId="2147471195"/>
            <ac:spMk id="9" creationId="{054ECA9F-6836-4790-B30A-C9943A0F6FE3}"/>
          </ac:spMkLst>
        </pc:spChg>
        <pc:spChg chg="add del mod">
          <ac:chgData name="Wang,Shirley (HP Med RA) BII-CN-B" userId="48b801ce-80b8-42d3-931b-2dcaf726016f" providerId="ADAL" clId="{CF0A8DD5-7EB2-45C5-90E8-09A6C1328841}" dt="2023-02-15T10:53:16.134" v="67"/>
          <ac:spMkLst>
            <pc:docMk/>
            <pc:sldMk cId="1936200327" sldId="2147471195"/>
            <ac:spMk id="10" creationId="{D13510AF-1505-4100-8DD8-E953EEFD697A}"/>
          </ac:spMkLst>
        </pc:spChg>
        <pc:spChg chg="mod">
          <ac:chgData name="Wang,Shirley (HP Med RA) BII-CN-B" userId="48b801ce-80b8-42d3-931b-2dcaf726016f" providerId="ADAL" clId="{CF0A8DD5-7EB2-45C5-90E8-09A6C1328841}" dt="2023-02-15T10:53:08.837" v="66"/>
          <ac:spMkLst>
            <pc:docMk/>
            <pc:sldMk cId="1936200327" sldId="2147471195"/>
            <ac:spMk id="12" creationId="{22D26ED0-2EA6-4514-BF1F-0EA3D5B88021}"/>
          </ac:spMkLst>
        </pc:spChg>
        <pc:spChg chg="mod">
          <ac:chgData name="Wang,Shirley (HP Med RA) BII-CN-B" userId="48b801ce-80b8-42d3-931b-2dcaf726016f" providerId="ADAL" clId="{CF0A8DD5-7EB2-45C5-90E8-09A6C1328841}" dt="2023-02-15T10:53:08.837" v="66"/>
          <ac:spMkLst>
            <pc:docMk/>
            <pc:sldMk cId="1936200327" sldId="2147471195"/>
            <ac:spMk id="13" creationId="{F79CB64C-C2B5-4BF4-A347-0BE78CD3C138}"/>
          </ac:spMkLst>
        </pc:spChg>
        <pc:spChg chg="mod">
          <ac:chgData name="Wang,Shirley (HP Med RA) BII-CN-B" userId="48b801ce-80b8-42d3-931b-2dcaf726016f" providerId="ADAL" clId="{CF0A8DD5-7EB2-45C5-90E8-09A6C1328841}" dt="2023-02-15T10:53:08.837" v="66"/>
          <ac:spMkLst>
            <pc:docMk/>
            <pc:sldMk cId="1936200327" sldId="2147471195"/>
            <ac:spMk id="15" creationId="{BFF15201-E513-4CA2-ACA2-A2F397AFA89D}"/>
          </ac:spMkLst>
        </pc:spChg>
        <pc:spChg chg="mod">
          <ac:chgData name="Wang,Shirley (HP Med RA) BII-CN-B" userId="48b801ce-80b8-42d3-931b-2dcaf726016f" providerId="ADAL" clId="{CF0A8DD5-7EB2-45C5-90E8-09A6C1328841}" dt="2023-02-15T10:53:08.837" v="66"/>
          <ac:spMkLst>
            <pc:docMk/>
            <pc:sldMk cId="1936200327" sldId="2147471195"/>
            <ac:spMk id="16" creationId="{7F1C0119-7482-433D-B654-73275D7293B4}"/>
          </ac:spMkLst>
        </pc:spChg>
        <pc:spChg chg="mod">
          <ac:chgData name="Wang,Shirley (HP Med RA) BII-CN-B" userId="48b801ce-80b8-42d3-931b-2dcaf726016f" providerId="ADAL" clId="{CF0A8DD5-7EB2-45C5-90E8-09A6C1328841}" dt="2023-02-15T10:53:08.837" v="66"/>
          <ac:spMkLst>
            <pc:docMk/>
            <pc:sldMk cId="1936200327" sldId="2147471195"/>
            <ac:spMk id="19" creationId="{567653FD-B425-4729-A99B-88AB8DFAC087}"/>
          </ac:spMkLst>
        </pc:spChg>
        <pc:spChg chg="mod">
          <ac:chgData name="Wang,Shirley (HP Med RA) BII-CN-B" userId="48b801ce-80b8-42d3-931b-2dcaf726016f" providerId="ADAL" clId="{CF0A8DD5-7EB2-45C5-90E8-09A6C1328841}" dt="2023-02-15T10:53:08.837" v="66"/>
          <ac:spMkLst>
            <pc:docMk/>
            <pc:sldMk cId="1936200327" sldId="2147471195"/>
            <ac:spMk id="22" creationId="{4EE65138-4BE0-4306-A57B-D1D1C00D5468}"/>
          </ac:spMkLst>
        </pc:spChg>
        <pc:spChg chg="mod">
          <ac:chgData name="Wang,Shirley (HP Med RA) BII-CN-B" userId="48b801ce-80b8-42d3-931b-2dcaf726016f" providerId="ADAL" clId="{CF0A8DD5-7EB2-45C5-90E8-09A6C1328841}" dt="2023-02-15T10:53:08.837" v="66"/>
          <ac:spMkLst>
            <pc:docMk/>
            <pc:sldMk cId="1936200327" sldId="2147471195"/>
            <ac:spMk id="25" creationId="{8EA90BEA-78A6-468A-9720-E33495A95CD1}"/>
          </ac:spMkLst>
        </pc:spChg>
        <pc:spChg chg="mod">
          <ac:chgData name="Wang,Shirley (HP Med RA) BII-CN-B" userId="48b801ce-80b8-42d3-931b-2dcaf726016f" providerId="ADAL" clId="{CF0A8DD5-7EB2-45C5-90E8-09A6C1328841}" dt="2023-02-15T10:53:08.837" v="66"/>
          <ac:spMkLst>
            <pc:docMk/>
            <pc:sldMk cId="1936200327" sldId="2147471195"/>
            <ac:spMk id="28" creationId="{669795BC-855D-4880-BDA3-E700BDF11B5E}"/>
          </ac:spMkLst>
        </pc:spChg>
        <pc:spChg chg="mod">
          <ac:chgData name="Wang,Shirley (HP Med RA) BII-CN-B" userId="48b801ce-80b8-42d3-931b-2dcaf726016f" providerId="ADAL" clId="{CF0A8DD5-7EB2-45C5-90E8-09A6C1328841}" dt="2023-02-15T10:53:08.837" v="66"/>
          <ac:spMkLst>
            <pc:docMk/>
            <pc:sldMk cId="1936200327" sldId="2147471195"/>
            <ac:spMk id="31" creationId="{DFF2C041-5FD2-4618-A7BF-EB1532FBE833}"/>
          </ac:spMkLst>
        </pc:spChg>
        <pc:spChg chg="add del mod">
          <ac:chgData name="Wang,Shirley (HP Med RA) BII-CN-B" userId="48b801ce-80b8-42d3-931b-2dcaf726016f" providerId="ADAL" clId="{CF0A8DD5-7EB2-45C5-90E8-09A6C1328841}" dt="2023-02-15T10:53:16.134" v="67"/>
          <ac:spMkLst>
            <pc:docMk/>
            <pc:sldMk cId="1936200327" sldId="2147471195"/>
            <ac:spMk id="33" creationId="{922A049D-40E3-46E8-9EF5-D449D65387C1}"/>
          </ac:spMkLst>
        </pc:spChg>
        <pc:spChg chg="add del mod">
          <ac:chgData name="Wang,Shirley (HP Med RA) BII-CN-B" userId="48b801ce-80b8-42d3-931b-2dcaf726016f" providerId="ADAL" clId="{CF0A8DD5-7EB2-45C5-90E8-09A6C1328841}" dt="2023-02-15T10:53:16.134" v="67"/>
          <ac:spMkLst>
            <pc:docMk/>
            <pc:sldMk cId="1936200327" sldId="2147471195"/>
            <ac:spMk id="34" creationId="{15035C1D-207C-4C84-89B4-6AB508B5E56D}"/>
          </ac:spMkLst>
        </pc:spChg>
        <pc:spChg chg="add del mod">
          <ac:chgData name="Wang,Shirley (HP Med RA) BII-CN-B" userId="48b801ce-80b8-42d3-931b-2dcaf726016f" providerId="ADAL" clId="{CF0A8DD5-7EB2-45C5-90E8-09A6C1328841}" dt="2023-02-15T10:53:16.134" v="67"/>
          <ac:spMkLst>
            <pc:docMk/>
            <pc:sldMk cId="1936200327" sldId="2147471195"/>
            <ac:spMk id="35" creationId="{FEE35FA2-C3CF-45A7-B2A7-840FC6C8FAD2}"/>
          </ac:spMkLst>
        </pc:spChg>
        <pc:spChg chg="add del mod">
          <ac:chgData name="Wang,Shirley (HP Med RA) BII-CN-B" userId="48b801ce-80b8-42d3-931b-2dcaf726016f" providerId="ADAL" clId="{CF0A8DD5-7EB2-45C5-90E8-09A6C1328841}" dt="2023-02-15T10:53:16.134" v="67"/>
          <ac:spMkLst>
            <pc:docMk/>
            <pc:sldMk cId="1936200327" sldId="2147471195"/>
            <ac:spMk id="36" creationId="{3CFCDB2F-E456-4EE5-98A1-EFFE96F1B1FB}"/>
          </ac:spMkLst>
        </pc:spChg>
        <pc:grpChg chg="add del mod">
          <ac:chgData name="Wang,Shirley (HP Med RA) BII-CN-B" userId="48b801ce-80b8-42d3-931b-2dcaf726016f" providerId="ADAL" clId="{CF0A8DD5-7EB2-45C5-90E8-09A6C1328841}" dt="2023-02-15T10:53:16.134" v="67"/>
          <ac:grpSpMkLst>
            <pc:docMk/>
            <pc:sldMk cId="1936200327" sldId="2147471195"/>
            <ac:grpSpMk id="11" creationId="{44D4F0CD-6871-494F-A6DC-F70C1F3598F5}"/>
          </ac:grpSpMkLst>
        </pc:grpChg>
        <pc:grpChg chg="add del mod">
          <ac:chgData name="Wang,Shirley (HP Med RA) BII-CN-B" userId="48b801ce-80b8-42d3-931b-2dcaf726016f" providerId="ADAL" clId="{CF0A8DD5-7EB2-45C5-90E8-09A6C1328841}" dt="2023-02-15T10:53:16.134" v="67"/>
          <ac:grpSpMkLst>
            <pc:docMk/>
            <pc:sldMk cId="1936200327" sldId="2147471195"/>
            <ac:grpSpMk id="14" creationId="{5E4388FC-EE85-4B50-9B7F-8EFB369F78D1}"/>
          </ac:grpSpMkLst>
        </pc:grpChg>
        <pc:grpChg chg="add del mod">
          <ac:chgData name="Wang,Shirley (HP Med RA) BII-CN-B" userId="48b801ce-80b8-42d3-931b-2dcaf726016f" providerId="ADAL" clId="{CF0A8DD5-7EB2-45C5-90E8-09A6C1328841}" dt="2023-02-15T10:53:16.134" v="67"/>
          <ac:grpSpMkLst>
            <pc:docMk/>
            <pc:sldMk cId="1936200327" sldId="2147471195"/>
            <ac:grpSpMk id="18" creationId="{D97B0032-E721-4057-BC2B-43A6B1D14C64}"/>
          </ac:grpSpMkLst>
        </pc:grpChg>
        <pc:grpChg chg="add del mod">
          <ac:chgData name="Wang,Shirley (HP Med RA) BII-CN-B" userId="48b801ce-80b8-42d3-931b-2dcaf726016f" providerId="ADAL" clId="{CF0A8DD5-7EB2-45C5-90E8-09A6C1328841}" dt="2023-02-15T10:53:16.134" v="67"/>
          <ac:grpSpMkLst>
            <pc:docMk/>
            <pc:sldMk cId="1936200327" sldId="2147471195"/>
            <ac:grpSpMk id="21" creationId="{8C769D10-AD0A-4F7F-92DC-F211E09B4C00}"/>
          </ac:grpSpMkLst>
        </pc:grpChg>
        <pc:grpChg chg="add del mod">
          <ac:chgData name="Wang,Shirley (HP Med RA) BII-CN-B" userId="48b801ce-80b8-42d3-931b-2dcaf726016f" providerId="ADAL" clId="{CF0A8DD5-7EB2-45C5-90E8-09A6C1328841}" dt="2023-02-15T10:53:16.134" v="67"/>
          <ac:grpSpMkLst>
            <pc:docMk/>
            <pc:sldMk cId="1936200327" sldId="2147471195"/>
            <ac:grpSpMk id="24" creationId="{2138B990-B6CC-4514-93E4-CADA11FDA0AF}"/>
          </ac:grpSpMkLst>
        </pc:grpChg>
        <pc:grpChg chg="add del mod">
          <ac:chgData name="Wang,Shirley (HP Med RA) BII-CN-B" userId="48b801ce-80b8-42d3-931b-2dcaf726016f" providerId="ADAL" clId="{CF0A8DD5-7EB2-45C5-90E8-09A6C1328841}" dt="2023-02-15T10:53:16.134" v="67"/>
          <ac:grpSpMkLst>
            <pc:docMk/>
            <pc:sldMk cId="1936200327" sldId="2147471195"/>
            <ac:grpSpMk id="27" creationId="{9B73EF9E-99AA-49B8-A67B-45F65AB3AB09}"/>
          </ac:grpSpMkLst>
        </pc:grpChg>
        <pc:grpChg chg="add del mod">
          <ac:chgData name="Wang,Shirley (HP Med RA) BII-CN-B" userId="48b801ce-80b8-42d3-931b-2dcaf726016f" providerId="ADAL" clId="{CF0A8DD5-7EB2-45C5-90E8-09A6C1328841}" dt="2023-02-15T10:53:16.134" v="67"/>
          <ac:grpSpMkLst>
            <pc:docMk/>
            <pc:sldMk cId="1936200327" sldId="2147471195"/>
            <ac:grpSpMk id="30" creationId="{0318A617-0CEB-42B9-8C1C-4BC629C6689E}"/>
          </ac:grpSpMkLst>
        </pc:grpChg>
        <pc:picChg chg="mod">
          <ac:chgData name="Wang,Shirley (HP Med RA) BII-CN-B" userId="48b801ce-80b8-42d3-931b-2dcaf726016f" providerId="ADAL" clId="{CF0A8DD5-7EB2-45C5-90E8-09A6C1328841}" dt="2023-02-15T10:53:08.837" v="66"/>
          <ac:picMkLst>
            <pc:docMk/>
            <pc:sldMk cId="1936200327" sldId="2147471195"/>
            <ac:picMk id="20" creationId="{A197F0F3-754A-40AE-B56F-EC7718BB3D80}"/>
          </ac:picMkLst>
        </pc:picChg>
        <pc:picChg chg="mod">
          <ac:chgData name="Wang,Shirley (HP Med RA) BII-CN-B" userId="48b801ce-80b8-42d3-931b-2dcaf726016f" providerId="ADAL" clId="{CF0A8DD5-7EB2-45C5-90E8-09A6C1328841}" dt="2023-02-15T10:53:08.837" v="66"/>
          <ac:picMkLst>
            <pc:docMk/>
            <pc:sldMk cId="1936200327" sldId="2147471195"/>
            <ac:picMk id="23" creationId="{217613A7-89C5-4551-A555-5EA9F6FA9F31}"/>
          </ac:picMkLst>
        </pc:picChg>
        <pc:picChg chg="mod">
          <ac:chgData name="Wang,Shirley (HP Med RA) BII-CN-B" userId="48b801ce-80b8-42d3-931b-2dcaf726016f" providerId="ADAL" clId="{CF0A8DD5-7EB2-45C5-90E8-09A6C1328841}" dt="2023-02-15T10:53:08.837" v="66"/>
          <ac:picMkLst>
            <pc:docMk/>
            <pc:sldMk cId="1936200327" sldId="2147471195"/>
            <ac:picMk id="26" creationId="{EC76C9A8-C683-407C-A23A-D87B09564665}"/>
          </ac:picMkLst>
        </pc:picChg>
        <pc:picChg chg="mod">
          <ac:chgData name="Wang,Shirley (HP Med RA) BII-CN-B" userId="48b801ce-80b8-42d3-931b-2dcaf726016f" providerId="ADAL" clId="{CF0A8DD5-7EB2-45C5-90E8-09A6C1328841}" dt="2023-02-15T10:53:08.837" v="66"/>
          <ac:picMkLst>
            <pc:docMk/>
            <pc:sldMk cId="1936200327" sldId="2147471195"/>
            <ac:picMk id="29" creationId="{C5E3FA94-E77B-4389-B0BD-20A56DA3FB10}"/>
          </ac:picMkLst>
        </pc:picChg>
        <pc:picChg chg="mod">
          <ac:chgData name="Wang,Shirley (HP Med RA) BII-CN-B" userId="48b801ce-80b8-42d3-931b-2dcaf726016f" providerId="ADAL" clId="{CF0A8DD5-7EB2-45C5-90E8-09A6C1328841}" dt="2023-02-15T10:53:08.837" v="66"/>
          <ac:picMkLst>
            <pc:docMk/>
            <pc:sldMk cId="1936200327" sldId="2147471195"/>
            <ac:picMk id="32" creationId="{7114AAC7-E03C-41F5-80C4-50259E5ED87D}"/>
          </ac:picMkLst>
        </pc:picChg>
        <pc:picChg chg="add del mod">
          <ac:chgData name="Wang,Shirley (HP Med RA) BII-CN-B" userId="48b801ce-80b8-42d3-931b-2dcaf726016f" providerId="ADAL" clId="{CF0A8DD5-7EB2-45C5-90E8-09A6C1328841}" dt="2023-02-15T10:53:16.134" v="67"/>
          <ac:picMkLst>
            <pc:docMk/>
            <pc:sldMk cId="1936200327" sldId="2147471195"/>
            <ac:picMk id="37" creationId="{67774A85-657D-4134-829B-D4F7B26BBCB0}"/>
          </ac:picMkLst>
        </pc:picChg>
        <pc:picChg chg="add del mod">
          <ac:chgData name="Wang,Shirley (HP Med RA) BII-CN-B" userId="48b801ce-80b8-42d3-931b-2dcaf726016f" providerId="ADAL" clId="{CF0A8DD5-7EB2-45C5-90E8-09A6C1328841}" dt="2023-02-15T10:53:16.134" v="67"/>
          <ac:picMkLst>
            <pc:docMk/>
            <pc:sldMk cId="1936200327" sldId="2147471195"/>
            <ac:picMk id="38" creationId="{83D23F2B-EA39-40A7-A9F8-A48B29069A8F}"/>
          </ac:picMkLst>
        </pc:picChg>
        <pc:picChg chg="add del mod">
          <ac:chgData name="Wang,Shirley (HP Med RA) BII-CN-B" userId="48b801ce-80b8-42d3-931b-2dcaf726016f" providerId="ADAL" clId="{CF0A8DD5-7EB2-45C5-90E8-09A6C1328841}" dt="2023-02-15T10:53:16.134" v="67"/>
          <ac:picMkLst>
            <pc:docMk/>
            <pc:sldMk cId="1936200327" sldId="2147471195"/>
            <ac:picMk id="39" creationId="{63A6291C-2611-4794-A8E4-BE97F35C5904}"/>
          </ac:picMkLst>
        </pc:picChg>
        <pc:picChg chg="add del mod">
          <ac:chgData name="Wang,Shirley (HP Med RA) BII-CN-B" userId="48b801ce-80b8-42d3-931b-2dcaf726016f" providerId="ADAL" clId="{CF0A8DD5-7EB2-45C5-90E8-09A6C1328841}" dt="2023-02-15T10:53:16.134" v="67"/>
          <ac:picMkLst>
            <pc:docMk/>
            <pc:sldMk cId="1936200327" sldId="2147471195"/>
            <ac:picMk id="40" creationId="{42335BD3-8CA4-4C0A-9410-D89CAE4EBEDA}"/>
          </ac:picMkLst>
        </pc:picChg>
        <pc:picChg chg="add del mod">
          <ac:chgData name="Wang,Shirley (HP Med RA) BII-CN-B" userId="48b801ce-80b8-42d3-931b-2dcaf726016f" providerId="ADAL" clId="{CF0A8DD5-7EB2-45C5-90E8-09A6C1328841}" dt="2023-02-15T10:53:16.134" v="67"/>
          <ac:picMkLst>
            <pc:docMk/>
            <pc:sldMk cId="1936200327" sldId="2147471195"/>
            <ac:picMk id="41" creationId="{719A5519-856D-48B5-B00D-36C63E00D632}"/>
          </ac:picMkLst>
        </pc:picChg>
        <pc:picChg chg="add del mod">
          <ac:chgData name="Wang,Shirley (HP Med RA) BII-CN-B" userId="48b801ce-80b8-42d3-931b-2dcaf726016f" providerId="ADAL" clId="{CF0A8DD5-7EB2-45C5-90E8-09A6C1328841}" dt="2023-02-15T10:53:16.134" v="67"/>
          <ac:picMkLst>
            <pc:docMk/>
            <pc:sldMk cId="1936200327" sldId="2147471195"/>
            <ac:picMk id="42" creationId="{CC50A581-D8A4-43C8-B526-CF4206F1F439}"/>
          </ac:picMkLst>
        </pc:picChg>
        <pc:cxnChg chg="add del mod">
          <ac:chgData name="Wang,Shirley (HP Med RA) BII-CN-B" userId="48b801ce-80b8-42d3-931b-2dcaf726016f" providerId="ADAL" clId="{CF0A8DD5-7EB2-45C5-90E8-09A6C1328841}" dt="2023-02-15T10:53:16.134" v="67"/>
          <ac:cxnSpMkLst>
            <pc:docMk/>
            <pc:sldMk cId="1936200327" sldId="2147471195"/>
            <ac:cxnSpMk id="7" creationId="{50B71D11-FCA4-4788-9E99-E3F49C8FBD36}"/>
          </ac:cxnSpMkLst>
        </pc:cxnChg>
        <pc:cxnChg chg="add del mod">
          <ac:chgData name="Wang,Shirley (HP Med RA) BII-CN-B" userId="48b801ce-80b8-42d3-931b-2dcaf726016f" providerId="ADAL" clId="{CF0A8DD5-7EB2-45C5-90E8-09A6C1328841}" dt="2023-02-15T10:53:16.134" v="67"/>
          <ac:cxnSpMkLst>
            <pc:docMk/>
            <pc:sldMk cId="1936200327" sldId="2147471195"/>
            <ac:cxnSpMk id="17" creationId="{B319D067-92F6-46CF-996D-6FFBC2D2B8F9}"/>
          </ac:cxnSpMkLst>
        </pc:cxnChg>
      </pc:sldChg>
      <pc:sldChg chg="new del">
        <pc:chgData name="Wang,Shirley (HP Med RA) BII-CN-B" userId="48b801ce-80b8-42d3-931b-2dcaf726016f" providerId="ADAL" clId="{CF0A8DD5-7EB2-45C5-90E8-09A6C1328841}" dt="2023-02-15T12:04:46.567" v="69" actId="680"/>
        <pc:sldMkLst>
          <pc:docMk/>
          <pc:sldMk cId="2424239657" sldId="2147471196"/>
        </pc:sldMkLst>
      </pc:sldChg>
    </pc:docChg>
  </pc:docChgLst>
  <pc:docChgLst>
    <pc:chgData name="Chen,Dr.,Ying (HP Medicine) BII-CN-S" userId="7c019f49-0ee9-4787-9ac5-a11d3b82d6d2" providerId="ADAL" clId="{1818BC27-8B94-44CE-B4B1-103A8DE5CD35}"/>
    <pc:docChg chg="custSel modSld">
      <pc:chgData name="Chen,Dr.,Ying (HP Medicine) BII-CN-S" userId="7c019f49-0ee9-4787-9ac5-a11d3b82d6d2" providerId="ADAL" clId="{1818BC27-8B94-44CE-B4B1-103A8DE5CD35}" dt="2022-09-02T02:57:19.098" v="131" actId="20577"/>
      <pc:docMkLst>
        <pc:docMk/>
      </pc:docMkLst>
      <pc:sldChg chg="modSp mod">
        <pc:chgData name="Chen,Dr.,Ying (HP Medicine) BII-CN-S" userId="7c019f49-0ee9-4787-9ac5-a11d3b82d6d2" providerId="ADAL" clId="{1818BC27-8B94-44CE-B4B1-103A8DE5CD35}" dt="2022-09-02T02:20:31.637" v="54" actId="1035"/>
        <pc:sldMkLst>
          <pc:docMk/>
          <pc:sldMk cId="2334302692" sldId="2147377262"/>
        </pc:sldMkLst>
        <pc:spChg chg="mod">
          <ac:chgData name="Chen,Dr.,Ying (HP Medicine) BII-CN-S" userId="7c019f49-0ee9-4787-9ac5-a11d3b82d6d2" providerId="ADAL" clId="{1818BC27-8B94-44CE-B4B1-103A8DE5CD35}" dt="2022-09-02T02:20:12.208" v="48" actId="1035"/>
          <ac:spMkLst>
            <pc:docMk/>
            <pc:sldMk cId="2334302692" sldId="2147377262"/>
            <ac:spMk id="3" creationId="{3459BA77-53B0-44C3-8E58-DE884978B5E5}"/>
          </ac:spMkLst>
        </pc:spChg>
        <pc:graphicFrameChg chg="mod modGraphic">
          <ac:chgData name="Chen,Dr.,Ying (HP Medicine) BII-CN-S" userId="7c019f49-0ee9-4787-9ac5-a11d3b82d6d2" providerId="ADAL" clId="{1818BC27-8B94-44CE-B4B1-103A8DE5CD35}" dt="2022-09-02T02:20:31.637" v="54" actId="1035"/>
          <ac:graphicFrameMkLst>
            <pc:docMk/>
            <pc:sldMk cId="2334302692" sldId="2147377262"/>
            <ac:graphicFrameMk id="4" creationId="{CE4F806A-756F-4BE6-8340-EB8D9CD7A174}"/>
          </ac:graphicFrameMkLst>
        </pc:graphicFrameChg>
      </pc:sldChg>
      <pc:sldChg chg="modSp mod">
        <pc:chgData name="Chen,Dr.,Ying (HP Medicine) BII-CN-S" userId="7c019f49-0ee9-4787-9ac5-a11d3b82d6d2" providerId="ADAL" clId="{1818BC27-8B94-44CE-B4B1-103A8DE5CD35}" dt="2022-09-02T02:57:19.098" v="131" actId="20577"/>
        <pc:sldMkLst>
          <pc:docMk/>
          <pc:sldMk cId="2945983659" sldId="2147377289"/>
        </pc:sldMkLst>
        <pc:spChg chg="mod">
          <ac:chgData name="Chen,Dr.,Ying (HP Medicine) BII-CN-S" userId="7c019f49-0ee9-4787-9ac5-a11d3b82d6d2" providerId="ADAL" clId="{1818BC27-8B94-44CE-B4B1-103A8DE5CD35}" dt="2022-09-02T02:57:19.098" v="131" actId="20577"/>
          <ac:spMkLst>
            <pc:docMk/>
            <pc:sldMk cId="2945983659" sldId="2147377289"/>
            <ac:spMk id="90" creationId="{F9345081-D2EC-4F9D-A965-3B9D77318B16}"/>
          </ac:spMkLst>
        </pc:spChg>
        <pc:spChg chg="mod">
          <ac:chgData name="Chen,Dr.,Ying (HP Medicine) BII-CN-S" userId="7c019f49-0ee9-4787-9ac5-a11d3b82d6d2" providerId="ADAL" clId="{1818BC27-8B94-44CE-B4B1-103A8DE5CD35}" dt="2022-09-02T02:56:08.521" v="57" actId="14100"/>
          <ac:spMkLst>
            <pc:docMk/>
            <pc:sldMk cId="2945983659" sldId="2147377289"/>
            <ac:spMk id="108" creationId="{5DFEA8EC-7991-4674-8181-76CD550E3CF1}"/>
          </ac:spMkLst>
        </pc:spChg>
      </pc:sldChg>
    </pc:docChg>
  </pc:docChgLst>
  <pc:docChgLst>
    <pc:chgData name="zxSHA Li,Lili (MED CD&amp;O) EXTERNAL" userId="caae5028-c4b7-4139-b798-d46cb2b8c45e" providerId="ADAL" clId="{29BABEB0-AB34-48D0-B509-EED88E4BFD4F}"/>
    <pc:docChg chg="custSel modSld sldOrd">
      <pc:chgData name="zxSHA Li,Lili (MED CD&amp;O) EXTERNAL" userId="caae5028-c4b7-4139-b798-d46cb2b8c45e" providerId="ADAL" clId="{29BABEB0-AB34-48D0-B509-EED88E4BFD4F}" dt="2023-03-14T06:42:55.720" v="33" actId="20578"/>
      <pc:docMkLst>
        <pc:docMk/>
      </pc:docMkLst>
      <pc:sldChg chg="addSp delSp modSp mod ord">
        <pc:chgData name="zxSHA Li,Lili (MED CD&amp;O) EXTERNAL" userId="caae5028-c4b7-4139-b798-d46cb2b8c45e" providerId="ADAL" clId="{29BABEB0-AB34-48D0-B509-EED88E4BFD4F}" dt="2023-03-14T06:42:55.720" v="33" actId="20578"/>
        <pc:sldMkLst>
          <pc:docMk/>
          <pc:sldMk cId="3125671962" sldId="2147471199"/>
        </pc:sldMkLst>
        <pc:spChg chg="mod">
          <ac:chgData name="zxSHA Li,Lili (MED CD&amp;O) EXTERNAL" userId="caae5028-c4b7-4139-b798-d46cb2b8c45e" providerId="ADAL" clId="{29BABEB0-AB34-48D0-B509-EED88E4BFD4F}" dt="2023-03-14T02:59:02.595" v="3" actId="20577"/>
          <ac:spMkLst>
            <pc:docMk/>
            <pc:sldMk cId="3125671962" sldId="2147471199"/>
            <ac:spMk id="2" creationId="{899E9FD5-14F4-46B5-85BD-4B2D5616E6A9}"/>
          </ac:spMkLst>
        </pc:spChg>
        <pc:graphicFrameChg chg="add mod">
          <ac:chgData name="zxSHA Li,Lili (MED CD&amp;O) EXTERNAL" userId="caae5028-c4b7-4139-b798-d46cb2b8c45e" providerId="ADAL" clId="{29BABEB0-AB34-48D0-B509-EED88E4BFD4F}" dt="2023-03-14T03:18:08.289" v="12" actId="1076"/>
          <ac:graphicFrameMkLst>
            <pc:docMk/>
            <pc:sldMk cId="3125671962" sldId="2147471199"/>
            <ac:graphicFrameMk id="3" creationId="{5FCBCF13-3102-4E8B-B5D5-BCAC696FABDF}"/>
          </ac:graphicFrameMkLst>
        </pc:graphicFrameChg>
        <pc:graphicFrameChg chg="del">
          <ac:chgData name="zxSHA Li,Lili (MED CD&amp;O) EXTERNAL" userId="caae5028-c4b7-4139-b798-d46cb2b8c45e" providerId="ADAL" clId="{29BABEB0-AB34-48D0-B509-EED88E4BFD4F}" dt="2023-03-14T03:16:16.622" v="4" actId="478"/>
          <ac:graphicFrameMkLst>
            <pc:docMk/>
            <pc:sldMk cId="3125671962" sldId="2147471199"/>
            <ac:graphicFrameMk id="5" creationId="{57883224-1323-4D15-B02B-5BEABBF6E564}"/>
          </ac:graphicFrameMkLst>
        </pc:graphicFrameChg>
        <pc:graphicFrameChg chg="del">
          <ac:chgData name="zxSHA Li,Lili (MED CD&amp;O) EXTERNAL" userId="caae5028-c4b7-4139-b798-d46cb2b8c45e" providerId="ADAL" clId="{29BABEB0-AB34-48D0-B509-EED88E4BFD4F}" dt="2023-03-14T03:17:44.515" v="10" actId="478"/>
          <ac:graphicFrameMkLst>
            <pc:docMk/>
            <pc:sldMk cId="3125671962" sldId="2147471199"/>
            <ac:graphicFrameMk id="6" creationId="{8A38563E-809F-4EDA-9CB5-1F1461E50535}"/>
          </ac:graphicFrameMkLst>
        </pc:graphicFrameChg>
        <pc:graphicFrameChg chg="add mod">
          <ac:chgData name="zxSHA Li,Lili (MED CD&amp;O) EXTERNAL" userId="caae5028-c4b7-4139-b798-d46cb2b8c45e" providerId="ADAL" clId="{29BABEB0-AB34-48D0-B509-EED88E4BFD4F}" dt="2023-03-14T03:16:56.312" v="8" actId="14100"/>
          <ac:graphicFrameMkLst>
            <pc:docMk/>
            <pc:sldMk cId="3125671962" sldId="2147471199"/>
            <ac:graphicFrameMk id="7" creationId="{57883224-1323-4D15-B02B-5BEABBF6E564}"/>
          </ac:graphicFrameMkLst>
        </pc:graphicFrameChg>
      </pc:sldChg>
      <pc:sldChg chg="addSp delSp modSp mod">
        <pc:chgData name="zxSHA Li,Lili (MED CD&amp;O) EXTERNAL" userId="caae5028-c4b7-4139-b798-d46cb2b8c45e" providerId="ADAL" clId="{29BABEB0-AB34-48D0-B509-EED88E4BFD4F}" dt="2023-03-14T03:19:42.585" v="32" actId="1076"/>
        <pc:sldMkLst>
          <pc:docMk/>
          <pc:sldMk cId="2546863454" sldId="2147471200"/>
        </pc:sldMkLst>
        <pc:spChg chg="mod">
          <ac:chgData name="zxSHA Li,Lili (MED CD&amp;O) EXTERNAL" userId="caae5028-c4b7-4139-b798-d46cb2b8c45e" providerId="ADAL" clId="{29BABEB0-AB34-48D0-B509-EED88E4BFD4F}" dt="2023-03-14T03:18:28.152" v="17" actId="20577"/>
          <ac:spMkLst>
            <pc:docMk/>
            <pc:sldMk cId="2546863454" sldId="2147471200"/>
            <ac:spMk id="2" creationId="{899E9FD5-14F4-46B5-85BD-4B2D5616E6A9}"/>
          </ac:spMkLst>
        </pc:spChg>
        <pc:graphicFrameChg chg="add mod">
          <ac:chgData name="zxSHA Li,Lili (MED CD&amp;O) EXTERNAL" userId="caae5028-c4b7-4139-b798-d46cb2b8c45e" providerId="ADAL" clId="{29BABEB0-AB34-48D0-B509-EED88E4BFD4F}" dt="2023-03-14T03:19:42.585" v="32" actId="1076"/>
          <ac:graphicFrameMkLst>
            <pc:docMk/>
            <pc:sldMk cId="2546863454" sldId="2147471200"/>
            <ac:graphicFrameMk id="3" creationId="{7ABC4FB4-0A58-484B-9CC1-808D0D382D21}"/>
          </ac:graphicFrameMkLst>
        </pc:graphicFrameChg>
        <pc:graphicFrameChg chg="del">
          <ac:chgData name="zxSHA Li,Lili (MED CD&amp;O) EXTERNAL" userId="caae5028-c4b7-4139-b798-d46cb2b8c45e" providerId="ADAL" clId="{29BABEB0-AB34-48D0-B509-EED88E4BFD4F}" dt="2023-03-14T03:19:22.941" v="30" actId="478"/>
          <ac:graphicFrameMkLst>
            <pc:docMk/>
            <pc:sldMk cId="2546863454" sldId="2147471200"/>
            <ac:graphicFrameMk id="5" creationId="{A69D745F-DE0C-4A4A-853D-AB7FC3A69AB9}"/>
          </ac:graphicFrameMkLst>
        </pc:graphicFrameChg>
        <pc:graphicFrameChg chg="del">
          <ac:chgData name="zxSHA Li,Lili (MED CD&amp;O) EXTERNAL" userId="caae5028-c4b7-4139-b798-d46cb2b8c45e" providerId="ADAL" clId="{29BABEB0-AB34-48D0-B509-EED88E4BFD4F}" dt="2023-03-14T03:18:22.939" v="13" actId="478"/>
          <ac:graphicFrameMkLst>
            <pc:docMk/>
            <pc:sldMk cId="2546863454" sldId="2147471200"/>
            <ac:graphicFrameMk id="6" creationId="{4775F1CF-3D8C-4AC1-AA7B-487896056739}"/>
          </ac:graphicFrameMkLst>
        </pc:graphicFrameChg>
        <pc:graphicFrameChg chg="add mod">
          <ac:chgData name="zxSHA Li,Lili (MED CD&amp;O) EXTERNAL" userId="caae5028-c4b7-4139-b798-d46cb2b8c45e" providerId="ADAL" clId="{29BABEB0-AB34-48D0-B509-EED88E4BFD4F}" dt="2023-03-14T03:18:48.207" v="21" actId="1076"/>
          <ac:graphicFrameMkLst>
            <pc:docMk/>
            <pc:sldMk cId="2546863454" sldId="2147471200"/>
            <ac:graphicFrameMk id="7" creationId="{4775F1CF-3D8C-4AC1-AA7B-487896056739}"/>
          </ac:graphicFrameMkLst>
        </pc:graphicFrameChg>
        <pc:graphicFrameChg chg="del">
          <ac:chgData name="zxSHA Li,Lili (MED CD&amp;O) EXTERNAL" userId="caae5028-c4b7-4139-b798-d46cb2b8c45e" providerId="ADAL" clId="{29BABEB0-AB34-48D0-B509-EED88E4BFD4F}" dt="2023-03-14T03:18:59.425" v="22" actId="478"/>
          <ac:graphicFrameMkLst>
            <pc:docMk/>
            <pc:sldMk cId="2546863454" sldId="2147471200"/>
            <ac:graphicFrameMk id="8" creationId="{7943FD8F-5C38-4CF6-B53E-6E97A00AB656}"/>
          </ac:graphicFrameMkLst>
        </pc:graphicFrameChg>
        <pc:graphicFrameChg chg="add mod">
          <ac:chgData name="zxSHA Li,Lili (MED CD&amp;O) EXTERNAL" userId="caae5028-c4b7-4139-b798-d46cb2b8c45e" providerId="ADAL" clId="{29BABEB0-AB34-48D0-B509-EED88E4BFD4F}" dt="2023-03-14T03:19:17.916" v="29" actId="14100"/>
          <ac:graphicFrameMkLst>
            <pc:docMk/>
            <pc:sldMk cId="2546863454" sldId="2147471200"/>
            <ac:graphicFrameMk id="9" creationId="{7943FD8F-5C38-4CF6-B53E-6E97A00AB656}"/>
          </ac:graphicFrameMkLst>
        </pc:graphicFrameChg>
      </pc:sldChg>
    </pc:docChg>
  </pc:docChgLst>
  <pc:docChgLst>
    <pc:chgData name="Shi,Cherry (HP Medicine) BII-CN-S" userId="S::cherry.shi@boehringer-ingelheim.com::d1fa847a-fc45-456f-9c70-a123cc9ed61e" providerId="AD" clId="Web-{ED83E638-17BC-0E88-C1D2-F2FB09F28106}"/>
    <pc:docChg chg="modSld">
      <pc:chgData name="Shi,Cherry (HP Medicine) BII-CN-S" userId="S::cherry.shi@boehringer-ingelheim.com::d1fa847a-fc45-456f-9c70-a123cc9ed61e" providerId="AD" clId="Web-{ED83E638-17BC-0E88-C1D2-F2FB09F28106}" dt="2024-02-22T07:28:29.233" v="2"/>
      <pc:docMkLst>
        <pc:docMk/>
      </pc:docMkLst>
      <pc:sldChg chg="modSp">
        <pc:chgData name="Shi,Cherry (HP Medicine) BII-CN-S" userId="S::cherry.shi@boehringer-ingelheim.com::d1fa847a-fc45-456f-9c70-a123cc9ed61e" providerId="AD" clId="Web-{ED83E638-17BC-0E88-C1D2-F2FB09F28106}" dt="2024-02-22T07:28:29.233" v="2"/>
        <pc:sldMkLst>
          <pc:docMk/>
          <pc:sldMk cId="3370242844" sldId="2147481343"/>
        </pc:sldMkLst>
        <pc:graphicFrameChg chg="mod modGraphic">
          <ac:chgData name="Shi,Cherry (HP Medicine) BII-CN-S" userId="S::cherry.shi@boehringer-ingelheim.com::d1fa847a-fc45-456f-9c70-a123cc9ed61e" providerId="AD" clId="Web-{ED83E638-17BC-0E88-C1D2-F2FB09F28106}" dt="2024-02-22T07:28:29.233" v="2"/>
          <ac:graphicFrameMkLst>
            <pc:docMk/>
            <pc:sldMk cId="3370242844" sldId="2147481343"/>
            <ac:graphicFrameMk id="12" creationId="{EE24276D-C300-4706-ACD2-32E108653E2B}"/>
          </ac:graphicFrameMkLst>
        </pc:graphicFrameChg>
      </pc:sldChg>
    </pc:docChg>
  </pc:docChgLst>
  <pc:docChgLst>
    <pc:chgData name="Lin,Julia (MED CD&amp;O) BI-TW-T" userId="2407819e-49bf-4c7b-96f7-ea5422769517" providerId="ADAL" clId="{D08FA0CC-FAB3-430C-A1E5-3988C448D1EA}"/>
    <pc:docChg chg="custSel modSld">
      <pc:chgData name="Lin,Julia (MED CD&amp;O) BI-TW-T" userId="2407819e-49bf-4c7b-96f7-ea5422769517" providerId="ADAL" clId="{D08FA0CC-FAB3-430C-A1E5-3988C448D1EA}" dt="2023-12-12T14:16:40.139" v="18" actId="1589"/>
      <pc:docMkLst>
        <pc:docMk/>
      </pc:docMkLst>
      <pc:sldChg chg="modSp mod addCm modCm">
        <pc:chgData name="Lin,Julia (MED CD&amp;O) BI-TW-T" userId="2407819e-49bf-4c7b-96f7-ea5422769517" providerId="ADAL" clId="{D08FA0CC-FAB3-430C-A1E5-3988C448D1EA}" dt="2023-12-12T14:16:40.139" v="18" actId="1589"/>
        <pc:sldMkLst>
          <pc:docMk/>
          <pc:sldMk cId="1948529012" sldId="2147475038"/>
        </pc:sldMkLst>
        <pc:spChg chg="mod">
          <ac:chgData name="Lin,Julia (MED CD&amp;O) BI-TW-T" userId="2407819e-49bf-4c7b-96f7-ea5422769517" providerId="ADAL" clId="{D08FA0CC-FAB3-430C-A1E5-3988C448D1EA}" dt="2023-12-12T14:15:20.961" v="5" actId="20577"/>
          <ac:spMkLst>
            <pc:docMk/>
            <pc:sldMk cId="1948529012" sldId="2147475038"/>
            <ac:spMk id="15" creationId="{4F538F6E-73BA-4846-A30A-B92A98AC7F0F}"/>
          </ac:spMkLst>
        </pc:spChg>
        <pc:graphicFrameChg chg="modGraphic">
          <ac:chgData name="Lin,Julia (MED CD&amp;O) BI-TW-T" userId="2407819e-49bf-4c7b-96f7-ea5422769517" providerId="ADAL" clId="{D08FA0CC-FAB3-430C-A1E5-3988C448D1EA}" dt="2023-12-12T14:15:39.193" v="16" actId="207"/>
          <ac:graphicFrameMkLst>
            <pc:docMk/>
            <pc:sldMk cId="1948529012" sldId="2147475038"/>
            <ac:graphicFrameMk id="14" creationId="{EDD0C612-9FC3-4827-990B-BA2E67AB108F}"/>
          </ac:graphicFrameMkLst>
        </pc:graphicFrameChg>
      </pc:sldChg>
    </pc:docChg>
  </pc:docChgLst>
  <pc:docChgLst>
    <pc:chgData name="Chen,Michael (HP Med RA) BII-CN-B" userId="d5e1e1c3-1b8e-4d7c-a738-2fc34bcfb3bb" providerId="ADAL" clId="{9885208E-43B0-4D9B-B9AD-41FFC0E49479}"/>
    <pc:docChg chg="modSld">
      <pc:chgData name="Chen,Michael (HP Med RA) BII-CN-B" userId="d5e1e1c3-1b8e-4d7c-a738-2fc34bcfb3bb" providerId="ADAL" clId="{9885208E-43B0-4D9B-B9AD-41FFC0E49479}" dt="2023-12-11T14:23:06.699" v="73" actId="6549"/>
      <pc:docMkLst>
        <pc:docMk/>
      </pc:docMkLst>
      <pc:sldChg chg="modSp mod">
        <pc:chgData name="Chen,Michael (HP Med RA) BII-CN-B" userId="d5e1e1c3-1b8e-4d7c-a738-2fc34bcfb3bb" providerId="ADAL" clId="{9885208E-43B0-4D9B-B9AD-41FFC0E49479}" dt="2023-12-11T14:23:06.699" v="73" actId="6549"/>
        <pc:sldMkLst>
          <pc:docMk/>
          <pc:sldMk cId="898033013" sldId="2147475022"/>
        </pc:sldMkLst>
        <pc:spChg chg="mod">
          <ac:chgData name="Chen,Michael (HP Med RA) BII-CN-B" userId="d5e1e1c3-1b8e-4d7c-a738-2fc34bcfb3bb" providerId="ADAL" clId="{9885208E-43B0-4D9B-B9AD-41FFC0E49479}" dt="2023-12-11T14:22:37.664" v="19" actId="20577"/>
          <ac:spMkLst>
            <pc:docMk/>
            <pc:sldMk cId="898033013" sldId="2147475022"/>
            <ac:spMk id="9" creationId="{1F95F9E3-3D08-5E56-61A5-6655900F80BF}"/>
          </ac:spMkLst>
        </pc:spChg>
        <pc:graphicFrameChg chg="modGraphic">
          <ac:chgData name="Chen,Michael (HP Med RA) BII-CN-B" userId="d5e1e1c3-1b8e-4d7c-a738-2fc34bcfb3bb" providerId="ADAL" clId="{9885208E-43B0-4D9B-B9AD-41FFC0E49479}" dt="2023-12-11T14:23:06.699" v="73" actId="6549"/>
          <ac:graphicFrameMkLst>
            <pc:docMk/>
            <pc:sldMk cId="898033013" sldId="2147475022"/>
            <ac:graphicFrameMk id="3" creationId="{11AE3040-3184-4C5F-87F2-D328CD8202AC}"/>
          </ac:graphicFrameMkLst>
        </pc:graphicFrameChg>
      </pc:sldChg>
    </pc:docChg>
  </pc:docChgLst>
  <pc:docChgLst>
    <pc:chgData name="Zhao,Qian (MED CD&amp;O) BII-CN-S" userId="S::qian_3.zhao@boehringer-ingelheim.com::e5f2fa0e-800e-4e03-b8e2-beea36a7bf3b" providerId="AD" clId="Web-{31176849-E7F3-E615-9AC1-107FEA14A0AA}"/>
    <pc:docChg chg="modSld">
      <pc:chgData name="Zhao,Qian (MED CD&amp;O) BII-CN-S" userId="S::qian_3.zhao@boehringer-ingelheim.com::e5f2fa0e-800e-4e03-b8e2-beea36a7bf3b" providerId="AD" clId="Web-{31176849-E7F3-E615-9AC1-107FEA14A0AA}" dt="2023-05-08T06:31:34.672" v="137"/>
      <pc:docMkLst>
        <pc:docMk/>
      </pc:docMkLst>
      <pc:sldChg chg="modSp addCm">
        <pc:chgData name="Zhao,Qian (MED CD&amp;O) BII-CN-S" userId="S::qian_3.zhao@boehringer-ingelheim.com::e5f2fa0e-800e-4e03-b8e2-beea36a7bf3b" providerId="AD" clId="Web-{31176849-E7F3-E615-9AC1-107FEA14A0AA}" dt="2023-05-08T06:31:34.672" v="137"/>
        <pc:sldMkLst>
          <pc:docMk/>
          <pc:sldMk cId="1855604625" sldId="2147471228"/>
        </pc:sldMkLst>
        <pc:graphicFrameChg chg="mod modGraphic">
          <ac:chgData name="Zhao,Qian (MED CD&amp;O) BII-CN-S" userId="S::qian_3.zhao@boehringer-ingelheim.com::e5f2fa0e-800e-4e03-b8e2-beea36a7bf3b" providerId="AD" clId="Web-{31176849-E7F3-E615-9AC1-107FEA14A0AA}" dt="2023-05-08T06:30:55.296" v="136"/>
          <ac:graphicFrameMkLst>
            <pc:docMk/>
            <pc:sldMk cId="1855604625" sldId="2147471228"/>
            <ac:graphicFrameMk id="3" creationId="{11AE3040-3184-4C5F-87F2-D328CD8202AC}"/>
          </ac:graphicFrameMkLst>
        </pc:graphicFrameChg>
      </pc:sldChg>
    </pc:docChg>
  </pc:docChgLst>
  <pc:docChgLst>
    <pc:chgData name="Wang,Yuan (HP Medicine) BII-CN-S" userId="358dc601-7626-4089-85ae-a53dd0075322" providerId="ADAL" clId="{CC9C1F9F-05AE-4B62-815C-0B54424A0D04}"/>
    <pc:docChg chg="custSel modSld">
      <pc:chgData name="Wang,Yuan (HP Medicine) BII-CN-S" userId="358dc601-7626-4089-85ae-a53dd0075322" providerId="ADAL" clId="{CC9C1F9F-05AE-4B62-815C-0B54424A0D04}" dt="2022-11-03T08:18:19.610" v="936" actId="1076"/>
      <pc:docMkLst>
        <pc:docMk/>
      </pc:docMkLst>
      <pc:sldChg chg="modSp mod">
        <pc:chgData name="Wang,Yuan (HP Medicine) BII-CN-S" userId="358dc601-7626-4089-85ae-a53dd0075322" providerId="ADAL" clId="{CC9C1F9F-05AE-4B62-815C-0B54424A0D04}" dt="2022-11-03T08:18:19.610" v="936" actId="1076"/>
        <pc:sldMkLst>
          <pc:docMk/>
          <pc:sldMk cId="592895313" sldId="2147377180"/>
        </pc:sldMkLst>
        <pc:graphicFrameChg chg="mod modGraphic">
          <ac:chgData name="Wang,Yuan (HP Medicine) BII-CN-S" userId="358dc601-7626-4089-85ae-a53dd0075322" providerId="ADAL" clId="{CC9C1F9F-05AE-4B62-815C-0B54424A0D04}" dt="2022-11-03T08:18:19.610" v="936" actId="1076"/>
          <ac:graphicFrameMkLst>
            <pc:docMk/>
            <pc:sldMk cId="592895313" sldId="2147377180"/>
            <ac:graphicFrameMk id="9" creationId="{A53A2D83-63FD-44E4-BF92-1861D56E3E63}"/>
          </ac:graphicFrameMkLst>
        </pc:graphicFrameChg>
      </pc:sldChg>
      <pc:sldChg chg="addSp delSp modSp mod">
        <pc:chgData name="Wang,Yuan (HP Medicine) BII-CN-S" userId="358dc601-7626-4089-85ae-a53dd0075322" providerId="ADAL" clId="{CC9C1F9F-05AE-4B62-815C-0B54424A0D04}" dt="2022-11-03T07:51:16.521" v="57" actId="20577"/>
        <pc:sldMkLst>
          <pc:docMk/>
          <pc:sldMk cId="558283851" sldId="2147377191"/>
        </pc:sldMkLst>
        <pc:spChg chg="mod">
          <ac:chgData name="Wang,Yuan (HP Medicine) BII-CN-S" userId="358dc601-7626-4089-85ae-a53dd0075322" providerId="ADAL" clId="{CC9C1F9F-05AE-4B62-815C-0B54424A0D04}" dt="2022-11-03T07:49:19.606" v="20" actId="6549"/>
          <ac:spMkLst>
            <pc:docMk/>
            <pc:sldMk cId="558283851" sldId="2147377191"/>
            <ac:spMk id="2" creationId="{F04EA8C4-D3DF-4687-9485-58A18DBCAAEF}"/>
          </ac:spMkLst>
        </pc:spChg>
        <pc:spChg chg="mod ord">
          <ac:chgData name="Wang,Yuan (HP Medicine) BII-CN-S" userId="358dc601-7626-4089-85ae-a53dd0075322" providerId="ADAL" clId="{CC9C1F9F-05AE-4B62-815C-0B54424A0D04}" dt="2022-11-03T07:50:57.300" v="55" actId="1076"/>
          <ac:spMkLst>
            <pc:docMk/>
            <pc:sldMk cId="558283851" sldId="2147377191"/>
            <ac:spMk id="18" creationId="{5666C838-8BDD-43D4-9EAE-1E92F39AA666}"/>
          </ac:spMkLst>
        </pc:spChg>
        <pc:spChg chg="mod ord">
          <ac:chgData name="Wang,Yuan (HP Medicine) BII-CN-S" userId="358dc601-7626-4089-85ae-a53dd0075322" providerId="ADAL" clId="{CC9C1F9F-05AE-4B62-815C-0B54424A0D04}" dt="2022-11-03T07:50:55.526" v="54" actId="1076"/>
          <ac:spMkLst>
            <pc:docMk/>
            <pc:sldMk cId="558283851" sldId="2147377191"/>
            <ac:spMk id="19" creationId="{BF86B015-3C3A-44BA-A704-EBED0804448F}"/>
          </ac:spMkLst>
        </pc:spChg>
        <pc:graphicFrameChg chg="add mod">
          <ac:chgData name="Wang,Yuan (HP Medicine) BII-CN-S" userId="358dc601-7626-4089-85ae-a53dd0075322" providerId="ADAL" clId="{CC9C1F9F-05AE-4B62-815C-0B54424A0D04}" dt="2022-11-03T07:49:54.763" v="30"/>
          <ac:graphicFrameMkLst>
            <pc:docMk/>
            <pc:sldMk cId="558283851" sldId="2147377191"/>
            <ac:graphicFrameMk id="13" creationId="{0F292392-1DF1-4255-9102-353496865FF4}"/>
          </ac:graphicFrameMkLst>
        </pc:graphicFrameChg>
        <pc:graphicFrameChg chg="add mod">
          <ac:chgData name="Wang,Yuan (HP Medicine) BII-CN-S" userId="358dc601-7626-4089-85ae-a53dd0075322" providerId="ADAL" clId="{CC9C1F9F-05AE-4B62-815C-0B54424A0D04}" dt="2022-11-03T07:49:56.386" v="33"/>
          <ac:graphicFrameMkLst>
            <pc:docMk/>
            <pc:sldMk cId="558283851" sldId="2147377191"/>
            <ac:graphicFrameMk id="14" creationId="{0F292392-1DF1-4255-9102-353496865FF4}"/>
          </ac:graphicFrameMkLst>
        </pc:graphicFrameChg>
        <pc:graphicFrameChg chg="modGraphic">
          <ac:chgData name="Wang,Yuan (HP Medicine) BII-CN-S" userId="358dc601-7626-4089-85ae-a53dd0075322" providerId="ADAL" clId="{CC9C1F9F-05AE-4B62-815C-0B54424A0D04}" dt="2022-11-03T07:51:16.521" v="57" actId="20577"/>
          <ac:graphicFrameMkLst>
            <pc:docMk/>
            <pc:sldMk cId="558283851" sldId="2147377191"/>
            <ac:graphicFrameMk id="15" creationId="{3370672D-17E6-43CC-B7CD-A054970DEEDB}"/>
          </ac:graphicFrameMkLst>
        </pc:graphicFrameChg>
        <pc:graphicFrameChg chg="add mod">
          <ac:chgData name="Wang,Yuan (HP Medicine) BII-CN-S" userId="358dc601-7626-4089-85ae-a53dd0075322" providerId="ADAL" clId="{CC9C1F9F-05AE-4B62-815C-0B54424A0D04}" dt="2022-11-03T07:50:02.669" v="38"/>
          <ac:graphicFrameMkLst>
            <pc:docMk/>
            <pc:sldMk cId="558283851" sldId="2147377191"/>
            <ac:graphicFrameMk id="16" creationId="{0F292392-1DF1-4255-9102-353496865FF4}"/>
          </ac:graphicFrameMkLst>
        </pc:graphicFrameChg>
        <pc:graphicFrameChg chg="del">
          <ac:chgData name="Wang,Yuan (HP Medicine) BII-CN-S" userId="358dc601-7626-4089-85ae-a53dd0075322" providerId="ADAL" clId="{CC9C1F9F-05AE-4B62-815C-0B54424A0D04}" dt="2022-11-03T07:49:50.240" v="25" actId="478"/>
          <ac:graphicFrameMkLst>
            <pc:docMk/>
            <pc:sldMk cId="558283851" sldId="2147377191"/>
            <ac:graphicFrameMk id="17" creationId="{0F292392-1DF1-4255-9102-353496865FF4}"/>
          </ac:graphicFrameMkLst>
        </pc:graphicFrameChg>
        <pc:picChg chg="add mod">
          <ac:chgData name="Wang,Yuan (HP Medicine) BII-CN-S" userId="358dc601-7626-4089-85ae-a53dd0075322" providerId="ADAL" clId="{CC9C1F9F-05AE-4B62-815C-0B54424A0D04}" dt="2022-11-03T07:50:49.115" v="52" actId="2085"/>
          <ac:picMkLst>
            <pc:docMk/>
            <pc:sldMk cId="558283851" sldId="2147377191"/>
            <ac:picMk id="9" creationId="{7A00EF86-A0E3-4F6A-97B0-2E3A63BFAE6F}"/>
          </ac:picMkLst>
        </pc:picChg>
      </pc:sldChg>
      <pc:sldChg chg="modSp mod">
        <pc:chgData name="Wang,Yuan (HP Medicine) BII-CN-S" userId="358dc601-7626-4089-85ae-a53dd0075322" providerId="ADAL" clId="{CC9C1F9F-05AE-4B62-815C-0B54424A0D04}" dt="2022-11-03T07:49:24.410" v="22" actId="20577"/>
        <pc:sldMkLst>
          <pc:docMk/>
          <pc:sldMk cId="2176290733" sldId="2147377324"/>
        </pc:sldMkLst>
        <pc:spChg chg="mod">
          <ac:chgData name="Wang,Yuan (HP Medicine) BII-CN-S" userId="358dc601-7626-4089-85ae-a53dd0075322" providerId="ADAL" clId="{CC9C1F9F-05AE-4B62-815C-0B54424A0D04}" dt="2022-11-03T07:49:24.410" v="22" actId="20577"/>
          <ac:spMkLst>
            <pc:docMk/>
            <pc:sldMk cId="2176290733" sldId="2147377324"/>
            <ac:spMk id="41" creationId="{80672632-5059-4D01-BB59-096554D9CD3A}"/>
          </ac:spMkLst>
        </pc:spChg>
      </pc:sldChg>
    </pc:docChg>
  </pc:docChgLst>
  <pc:docChgLst>
    <pc:chgData name="zxSHA Li,Lili (MED CD&amp;O) EXTERNAL" userId="S::lili.li.ext@boehringer-ingelheim.com::caae5028-c4b7-4139-b798-d46cb2b8c45e" providerId="AD" clId="Web-{0F16014A-78CF-39F6-3C32-E8021428EEE5}"/>
    <pc:docChg chg="modSld">
      <pc:chgData name="zxSHA Li,Lili (MED CD&amp;O) EXTERNAL" userId="S::lili.li.ext@boehringer-ingelheim.com::caae5028-c4b7-4139-b798-d46cb2b8c45e" providerId="AD" clId="Web-{0F16014A-78CF-39F6-3C32-E8021428EEE5}" dt="2023-10-10T08:28:27.938" v="7"/>
      <pc:docMkLst>
        <pc:docMk/>
      </pc:docMkLst>
      <pc:sldChg chg="modSp">
        <pc:chgData name="zxSHA Li,Lili (MED CD&amp;O) EXTERNAL" userId="S::lili.li.ext@boehringer-ingelheim.com::caae5028-c4b7-4139-b798-d46cb2b8c45e" providerId="AD" clId="Web-{0F16014A-78CF-39F6-3C32-E8021428EEE5}" dt="2023-10-10T08:28:27.938" v="7"/>
        <pc:sldMkLst>
          <pc:docMk/>
          <pc:sldMk cId="2289809735" sldId="2147474928"/>
        </pc:sldMkLst>
        <pc:spChg chg="mod">
          <ac:chgData name="zxSHA Li,Lili (MED CD&amp;O) EXTERNAL" userId="S::lili.li.ext@boehringer-ingelheim.com::caae5028-c4b7-4139-b798-d46cb2b8c45e" providerId="AD" clId="Web-{0F16014A-78CF-39F6-3C32-E8021428EEE5}" dt="2023-10-10T08:28:14.844" v="3" actId="20577"/>
          <ac:spMkLst>
            <pc:docMk/>
            <pc:sldMk cId="2289809735" sldId="2147474928"/>
            <ac:spMk id="6" creationId="{5141A9E8-3128-15E9-B6EA-8516DAF43CB8}"/>
          </ac:spMkLst>
        </pc:spChg>
        <pc:graphicFrameChg chg="mod modGraphic">
          <ac:chgData name="zxSHA Li,Lili (MED CD&amp;O) EXTERNAL" userId="S::lili.li.ext@boehringer-ingelheim.com::caae5028-c4b7-4139-b798-d46cb2b8c45e" providerId="AD" clId="Web-{0F16014A-78CF-39F6-3C32-E8021428EEE5}" dt="2023-10-10T08:28:27.938" v="7"/>
          <ac:graphicFrameMkLst>
            <pc:docMk/>
            <pc:sldMk cId="2289809735" sldId="2147474928"/>
            <ac:graphicFrameMk id="5" creationId="{F644E213-D317-1EF8-B4AD-D1D07F3EF3DF}"/>
          </ac:graphicFrameMkLst>
        </pc:graphicFrameChg>
      </pc:sldChg>
    </pc:docChg>
  </pc:docChgLst>
  <pc:docChgLst>
    <pc:chgData name="Shi,Cherry (HP Medicine) BII-CN-S" userId="S::cherry.shi@boehringer-ingelheim.com::d1fa847a-fc45-456f-9c70-a123cc9ed61e" providerId="AD" clId="Web-{5C25FA71-41E2-5C3C-F8CF-8C97333E06B2}"/>
    <pc:docChg chg="modSld">
      <pc:chgData name="Shi,Cherry (HP Medicine) BII-CN-S" userId="S::cherry.shi@boehringer-ingelheim.com::d1fa847a-fc45-456f-9c70-a123cc9ed61e" providerId="AD" clId="Web-{5C25FA71-41E2-5C3C-F8CF-8C97333E06B2}" dt="2022-03-11T08:25:02.649" v="50" actId="1076"/>
      <pc:docMkLst>
        <pc:docMk/>
      </pc:docMkLst>
      <pc:sldChg chg="modSp">
        <pc:chgData name="Shi,Cherry (HP Medicine) BII-CN-S" userId="S::cherry.shi@boehringer-ingelheim.com::d1fa847a-fc45-456f-9c70-a123cc9ed61e" providerId="AD" clId="Web-{5C25FA71-41E2-5C3C-F8CF-8C97333E06B2}" dt="2022-03-11T08:25:02.649" v="50" actId="1076"/>
        <pc:sldMkLst>
          <pc:docMk/>
          <pc:sldMk cId="2777933554" sldId="2147377173"/>
        </pc:sldMkLst>
        <pc:spChg chg="mod">
          <ac:chgData name="Shi,Cherry (HP Medicine) BII-CN-S" userId="S::cherry.shi@boehringer-ingelheim.com::d1fa847a-fc45-456f-9c70-a123cc9ed61e" providerId="AD" clId="Web-{5C25FA71-41E2-5C3C-F8CF-8C97333E06B2}" dt="2022-03-11T08:25:02.649" v="50" actId="1076"/>
          <ac:spMkLst>
            <pc:docMk/>
            <pc:sldMk cId="2777933554" sldId="2147377173"/>
            <ac:spMk id="6" creationId="{1E1F87E4-2E1F-41A8-A7D5-5E06B5BB7003}"/>
          </ac:spMkLst>
        </pc:spChg>
        <pc:spChg chg="mod">
          <ac:chgData name="Shi,Cherry (HP Medicine) BII-CN-S" userId="S::cherry.shi@boehringer-ingelheim.com::d1fa847a-fc45-456f-9c70-a123cc9ed61e" providerId="AD" clId="Web-{5C25FA71-41E2-5C3C-F8CF-8C97333E06B2}" dt="2022-03-11T08:24:24.351" v="47" actId="1076"/>
          <ac:spMkLst>
            <pc:docMk/>
            <pc:sldMk cId="2777933554" sldId="2147377173"/>
            <ac:spMk id="41" creationId="{80672632-5059-4D01-BB59-096554D9CD3A}"/>
          </ac:spMkLst>
        </pc:spChg>
        <pc:spChg chg="mod">
          <ac:chgData name="Shi,Cherry (HP Medicine) BII-CN-S" userId="S::cherry.shi@boehringer-ingelheim.com::d1fa847a-fc45-456f-9c70-a123cc9ed61e" providerId="AD" clId="Web-{5C25FA71-41E2-5C3C-F8CF-8C97333E06B2}" dt="2022-03-11T08:23:21.208" v="8" actId="20577"/>
          <ac:spMkLst>
            <pc:docMk/>
            <pc:sldMk cId="2777933554" sldId="2147377173"/>
            <ac:spMk id="54" creationId="{35388CBC-F652-48EA-A3C1-83DD6A5290AF}"/>
          </ac:spMkLst>
        </pc:spChg>
        <pc:spChg chg="mod">
          <ac:chgData name="Shi,Cherry (HP Medicine) BII-CN-S" userId="S::cherry.shi@boehringer-ingelheim.com::d1fa847a-fc45-456f-9c70-a123cc9ed61e" providerId="AD" clId="Web-{5C25FA71-41E2-5C3C-F8CF-8C97333E06B2}" dt="2022-03-11T08:24:57.274" v="49" actId="14100"/>
          <ac:spMkLst>
            <pc:docMk/>
            <pc:sldMk cId="2777933554" sldId="2147377173"/>
            <ac:spMk id="56" creationId="{C7D6C68D-14C4-4F37-BF34-EA5251569728}"/>
          </ac:spMkLst>
        </pc:spChg>
      </pc:sldChg>
    </pc:docChg>
  </pc:docChgLst>
  <pc:docChgLst>
    <pc:chgData name="Lu,Yixin (MED CD&amp;O) BII-CN-S" userId="6055c963-f18b-4b43-9f26-62c3b4c5f854" providerId="ADAL" clId="{4E9E503B-AD79-4EC5-BFB0-C60C3624E00B}"/>
    <pc:docChg chg="custSel modSld">
      <pc:chgData name="Lu,Yixin (MED CD&amp;O) BII-CN-S" userId="6055c963-f18b-4b43-9f26-62c3b4c5f854" providerId="ADAL" clId="{4E9E503B-AD79-4EC5-BFB0-C60C3624E00B}" dt="2023-11-13T04:55:18.891" v="32" actId="478"/>
      <pc:docMkLst>
        <pc:docMk/>
      </pc:docMkLst>
      <pc:sldChg chg="modSp mod addCm">
        <pc:chgData name="Lu,Yixin (MED CD&amp;O) BII-CN-S" userId="6055c963-f18b-4b43-9f26-62c3b4c5f854" providerId="ADAL" clId="{4E9E503B-AD79-4EC5-BFB0-C60C3624E00B}" dt="2023-11-13T02:35:10.042" v="11" actId="20577"/>
        <pc:sldMkLst>
          <pc:docMk/>
          <pc:sldMk cId="1381831047" sldId="2147474097"/>
        </pc:sldMkLst>
        <pc:spChg chg="mod">
          <ac:chgData name="Lu,Yixin (MED CD&amp;O) BII-CN-S" userId="6055c963-f18b-4b43-9f26-62c3b4c5f854" providerId="ADAL" clId="{4E9E503B-AD79-4EC5-BFB0-C60C3624E00B}" dt="2023-11-13T02:35:10.042" v="11" actId="20577"/>
          <ac:spMkLst>
            <pc:docMk/>
            <pc:sldMk cId="1381831047" sldId="2147474097"/>
            <ac:spMk id="2" creationId="{899E9FD5-14F4-46B5-85BD-4B2D5616E6A9}"/>
          </ac:spMkLst>
        </pc:spChg>
        <pc:spChg chg="mod">
          <ac:chgData name="Lu,Yixin (MED CD&amp;O) BII-CN-S" userId="6055c963-f18b-4b43-9f26-62c3b4c5f854" providerId="ADAL" clId="{4E9E503B-AD79-4EC5-BFB0-C60C3624E00B}" dt="2023-11-13T02:35:01.933" v="10" actId="20577"/>
          <ac:spMkLst>
            <pc:docMk/>
            <pc:sldMk cId="1381831047" sldId="2147474097"/>
            <ac:spMk id="4" creationId="{D16F02DF-6F54-6E5F-D83B-849964119C59}"/>
          </ac:spMkLst>
        </pc:spChg>
      </pc:sldChg>
      <pc:sldChg chg="modSp mod">
        <pc:chgData name="Lu,Yixin (MED CD&amp;O) BII-CN-S" userId="6055c963-f18b-4b43-9f26-62c3b4c5f854" providerId="ADAL" clId="{4E9E503B-AD79-4EC5-BFB0-C60C3624E00B}" dt="2023-11-13T02:35:15.143" v="12" actId="20577"/>
        <pc:sldMkLst>
          <pc:docMk/>
          <pc:sldMk cId="980772829" sldId="2147474133"/>
        </pc:sldMkLst>
        <pc:spChg chg="mod">
          <ac:chgData name="Lu,Yixin (MED CD&amp;O) BII-CN-S" userId="6055c963-f18b-4b43-9f26-62c3b4c5f854" providerId="ADAL" clId="{4E9E503B-AD79-4EC5-BFB0-C60C3624E00B}" dt="2023-11-13T02:35:15.143" v="12" actId="20577"/>
          <ac:spMkLst>
            <pc:docMk/>
            <pc:sldMk cId="980772829" sldId="2147474133"/>
            <ac:spMk id="2" creationId="{899E9FD5-14F4-46B5-85BD-4B2D5616E6A9}"/>
          </ac:spMkLst>
        </pc:spChg>
      </pc:sldChg>
      <pc:sldChg chg="delSp modSp mod">
        <pc:chgData name="Lu,Yixin (MED CD&amp;O) BII-CN-S" userId="6055c963-f18b-4b43-9f26-62c3b4c5f854" providerId="ADAL" clId="{4E9E503B-AD79-4EC5-BFB0-C60C3624E00B}" dt="2023-11-13T04:55:18.891" v="32" actId="478"/>
        <pc:sldMkLst>
          <pc:docMk/>
          <pc:sldMk cId="2166860309" sldId="2147474997"/>
        </pc:sldMkLst>
        <pc:spChg chg="mod">
          <ac:chgData name="Lu,Yixin (MED CD&amp;O) BII-CN-S" userId="6055c963-f18b-4b43-9f26-62c3b4c5f854" providerId="ADAL" clId="{4E9E503B-AD79-4EC5-BFB0-C60C3624E00B}" dt="2023-11-13T04:53:57.612" v="23" actId="20577"/>
          <ac:spMkLst>
            <pc:docMk/>
            <pc:sldMk cId="2166860309" sldId="2147474997"/>
            <ac:spMk id="2" creationId="{899E9FD5-14F4-46B5-85BD-4B2D5616E6A9}"/>
          </ac:spMkLst>
        </pc:spChg>
        <pc:spChg chg="del">
          <ac:chgData name="Lu,Yixin (MED CD&amp;O) BII-CN-S" userId="6055c963-f18b-4b43-9f26-62c3b4c5f854" providerId="ADAL" clId="{4E9E503B-AD79-4EC5-BFB0-C60C3624E00B}" dt="2023-11-13T04:55:18.891" v="32" actId="478"/>
          <ac:spMkLst>
            <pc:docMk/>
            <pc:sldMk cId="2166860309" sldId="2147474997"/>
            <ac:spMk id="6" creationId="{3FED4DEC-8B04-E0B6-09C4-03BA2492B593}"/>
          </ac:spMkLst>
        </pc:spChg>
        <pc:graphicFrameChg chg="modGraphic">
          <ac:chgData name="Lu,Yixin (MED CD&amp;O) BII-CN-S" userId="6055c963-f18b-4b43-9f26-62c3b4c5f854" providerId="ADAL" clId="{4E9E503B-AD79-4EC5-BFB0-C60C3624E00B}" dt="2023-11-13T04:55:08.804" v="31" actId="207"/>
          <ac:graphicFrameMkLst>
            <pc:docMk/>
            <pc:sldMk cId="2166860309" sldId="2147474997"/>
            <ac:graphicFrameMk id="3" creationId="{4A5B1D3F-314E-C928-E3D8-7C02B17414E0}"/>
          </ac:graphicFrameMkLst>
        </pc:graphicFrameChg>
      </pc:sldChg>
      <pc:sldChg chg="delSp modSp mod">
        <pc:chgData name="Lu,Yixin (MED CD&amp;O) BII-CN-S" userId="6055c963-f18b-4b43-9f26-62c3b4c5f854" providerId="ADAL" clId="{4E9E503B-AD79-4EC5-BFB0-C60C3624E00B}" dt="2023-11-13T04:49:41.330" v="21" actId="14100"/>
        <pc:sldMkLst>
          <pc:docMk/>
          <pc:sldMk cId="3153346902" sldId="2147475006"/>
        </pc:sldMkLst>
        <pc:spChg chg="mod">
          <ac:chgData name="Lu,Yixin (MED CD&amp;O) BII-CN-S" userId="6055c963-f18b-4b43-9f26-62c3b4c5f854" providerId="ADAL" clId="{4E9E503B-AD79-4EC5-BFB0-C60C3624E00B}" dt="2023-11-13T02:36:19.618" v="13" actId="20577"/>
          <ac:spMkLst>
            <pc:docMk/>
            <pc:sldMk cId="3153346902" sldId="2147475006"/>
            <ac:spMk id="2" creationId="{899E9FD5-14F4-46B5-85BD-4B2D5616E6A9}"/>
          </ac:spMkLst>
        </pc:spChg>
        <pc:spChg chg="del">
          <ac:chgData name="Lu,Yixin (MED CD&amp;O) BII-CN-S" userId="6055c963-f18b-4b43-9f26-62c3b4c5f854" providerId="ADAL" clId="{4E9E503B-AD79-4EC5-BFB0-C60C3624E00B}" dt="2023-11-13T04:49:38.094" v="20" actId="478"/>
          <ac:spMkLst>
            <pc:docMk/>
            <pc:sldMk cId="3153346902" sldId="2147475006"/>
            <ac:spMk id="7" creationId="{9140472E-152C-EFE7-CA09-A3F7BAD0D352}"/>
          </ac:spMkLst>
        </pc:spChg>
        <pc:graphicFrameChg chg="mod modGraphic">
          <ac:chgData name="Lu,Yixin (MED CD&amp;O) BII-CN-S" userId="6055c963-f18b-4b43-9f26-62c3b4c5f854" providerId="ADAL" clId="{4E9E503B-AD79-4EC5-BFB0-C60C3624E00B}" dt="2023-11-13T04:49:41.330" v="21" actId="14100"/>
          <ac:graphicFrameMkLst>
            <pc:docMk/>
            <pc:sldMk cId="3153346902" sldId="2147475006"/>
            <ac:graphicFrameMk id="3" creationId="{38BC0603-425D-345B-3228-EA1FEC8A72B8}"/>
          </ac:graphicFrameMkLst>
        </pc:graphicFrameChg>
      </pc:sldChg>
    </pc:docChg>
  </pc:docChgLst>
  <pc:docChgLst>
    <pc:chgData name="Wang,Yuan (HP Medicine) BII-CN-S" userId="S::yuan_2.wang@boehringer-ingelheim.com::358dc601-7626-4089-85ae-a53dd0075322" providerId="AD" clId="Web-{3B8C394C-7141-8537-4017-3874445B03CB}"/>
    <pc:docChg chg="modSld">
      <pc:chgData name="Wang,Yuan (HP Medicine) BII-CN-S" userId="S::yuan_2.wang@boehringer-ingelheim.com::358dc601-7626-4089-85ae-a53dd0075322" providerId="AD" clId="Web-{3B8C394C-7141-8537-4017-3874445B03CB}" dt="2023-09-08T05:04:36.121" v="81"/>
      <pc:docMkLst>
        <pc:docMk/>
      </pc:docMkLst>
      <pc:sldChg chg="modSp">
        <pc:chgData name="Wang,Yuan (HP Medicine) BII-CN-S" userId="S::yuan_2.wang@boehringer-ingelheim.com::358dc601-7626-4089-85ae-a53dd0075322" providerId="AD" clId="Web-{3B8C394C-7141-8537-4017-3874445B03CB}" dt="2023-09-08T05:04:36.121" v="81"/>
        <pc:sldMkLst>
          <pc:docMk/>
          <pc:sldMk cId="2401456502" sldId="2147474916"/>
        </pc:sldMkLst>
        <pc:graphicFrameChg chg="mod modGraphic">
          <ac:chgData name="Wang,Yuan (HP Medicine) BII-CN-S" userId="S::yuan_2.wang@boehringer-ingelheim.com::358dc601-7626-4089-85ae-a53dd0075322" providerId="AD" clId="Web-{3B8C394C-7141-8537-4017-3874445B03CB}" dt="2023-09-08T05:04:36.121" v="81"/>
          <ac:graphicFrameMkLst>
            <pc:docMk/>
            <pc:sldMk cId="2401456502" sldId="2147474916"/>
            <ac:graphicFrameMk id="12" creationId="{EE24276D-C300-4706-ACD2-32E108653E2B}"/>
          </ac:graphicFrameMkLst>
        </pc:graphicFrameChg>
      </pc:sldChg>
    </pc:docChg>
  </pc:docChgLst>
  <pc:docChgLst>
    <pc:chgData name="Lu,Yixin (MED CD&amp;O) BII-CN-S" userId="S::yixin.lu@boehringer-ingelheim.com::6055c963-f18b-4b43-9f26-62c3b4c5f854" providerId="AD" clId="Web-{B7369530-8F8C-B4B7-8CAB-F76DC578C756}"/>
    <pc:docChg chg="modSld">
      <pc:chgData name="Lu,Yixin (MED CD&amp;O) BII-CN-S" userId="S::yixin.lu@boehringer-ingelheim.com::6055c963-f18b-4b43-9f26-62c3b4c5f854" providerId="AD" clId="Web-{B7369530-8F8C-B4B7-8CAB-F76DC578C756}" dt="2023-10-12T09:34:37.001" v="232"/>
      <pc:docMkLst>
        <pc:docMk/>
      </pc:docMkLst>
      <pc:sldChg chg="addSp delSp modSp">
        <pc:chgData name="Lu,Yixin (MED CD&amp;O) BII-CN-S" userId="S::yixin.lu@boehringer-ingelheim.com::6055c963-f18b-4b43-9f26-62c3b4c5f854" providerId="AD" clId="Web-{B7369530-8F8C-B4B7-8CAB-F76DC578C756}" dt="2023-10-12T09:34:37.001" v="232"/>
        <pc:sldMkLst>
          <pc:docMk/>
          <pc:sldMk cId="1908837058" sldId="2147474098"/>
        </pc:sldMkLst>
        <pc:graphicFrameChg chg="del mod modGraphic">
          <ac:chgData name="Lu,Yixin (MED CD&amp;O) BII-CN-S" userId="S::yixin.lu@boehringer-ingelheim.com::6055c963-f18b-4b43-9f26-62c3b4c5f854" providerId="AD" clId="Web-{B7369530-8F8C-B4B7-8CAB-F76DC578C756}" dt="2023-10-12T09:34:27.657" v="230"/>
          <ac:graphicFrameMkLst>
            <pc:docMk/>
            <pc:sldMk cId="1908837058" sldId="2147474098"/>
            <ac:graphicFrameMk id="4" creationId="{AB108572-3EAB-F394-2A23-D93C947D5047}"/>
          </ac:graphicFrameMkLst>
        </pc:graphicFrameChg>
        <pc:graphicFrameChg chg="mod">
          <ac:chgData name="Lu,Yixin (MED CD&amp;O) BII-CN-S" userId="S::yixin.lu@boehringer-ingelheim.com::6055c963-f18b-4b43-9f26-62c3b4c5f854" providerId="AD" clId="Web-{B7369530-8F8C-B4B7-8CAB-F76DC578C756}" dt="2023-10-12T05:42:26.031" v="227" actId="14100"/>
          <ac:graphicFrameMkLst>
            <pc:docMk/>
            <pc:sldMk cId="1908837058" sldId="2147474098"/>
            <ac:graphicFrameMk id="6" creationId="{F5547939-5DC5-422D-B4B1-55428A5FBE1A}"/>
          </ac:graphicFrameMkLst>
        </pc:graphicFrameChg>
        <pc:graphicFrameChg chg="add del mod">
          <ac:chgData name="Lu,Yixin (MED CD&amp;O) BII-CN-S" userId="S::yixin.lu@boehringer-ingelheim.com::6055c963-f18b-4b43-9f26-62c3b4c5f854" providerId="AD" clId="Web-{B7369530-8F8C-B4B7-8CAB-F76DC578C756}" dt="2023-10-12T09:34:37.001" v="232"/>
          <ac:graphicFrameMkLst>
            <pc:docMk/>
            <pc:sldMk cId="1908837058" sldId="2147474098"/>
            <ac:graphicFrameMk id="8" creationId="{185CAF77-6E32-C179-7808-3C51DBE3C507}"/>
          </ac:graphicFrameMkLst>
        </pc:graphicFrameChg>
      </pc:sldChg>
      <pc:sldChg chg="modSp">
        <pc:chgData name="Lu,Yixin (MED CD&amp;O) BII-CN-S" userId="S::yixin.lu@boehringer-ingelheim.com::6055c963-f18b-4b43-9f26-62c3b4c5f854" providerId="AD" clId="Web-{B7369530-8F8C-B4B7-8CAB-F76DC578C756}" dt="2023-10-12T05:42:00" v="223"/>
        <pc:sldMkLst>
          <pc:docMk/>
          <pc:sldMk cId="2006238923" sldId="2147474931"/>
        </pc:sldMkLst>
        <pc:graphicFrameChg chg="mod modGraphic">
          <ac:chgData name="Lu,Yixin (MED CD&amp;O) BII-CN-S" userId="S::yixin.lu@boehringer-ingelheim.com::6055c963-f18b-4b43-9f26-62c3b4c5f854" providerId="AD" clId="Web-{B7369530-8F8C-B4B7-8CAB-F76DC578C756}" dt="2023-10-12T05:42:00" v="223"/>
          <ac:graphicFrameMkLst>
            <pc:docMk/>
            <pc:sldMk cId="2006238923" sldId="2147474931"/>
            <ac:graphicFrameMk id="6" creationId="{127EE0F1-E4C5-159D-3810-21AA1F77D481}"/>
          </ac:graphicFrameMkLst>
        </pc:graphicFrameChg>
      </pc:sldChg>
      <pc:sldChg chg="modSp">
        <pc:chgData name="Lu,Yixin (MED CD&amp;O) BII-CN-S" userId="S::yixin.lu@boehringer-ingelheim.com::6055c963-f18b-4b43-9f26-62c3b4c5f854" providerId="AD" clId="Web-{B7369530-8F8C-B4B7-8CAB-F76DC578C756}" dt="2023-10-12T05:41:52.140" v="158"/>
        <pc:sldMkLst>
          <pc:docMk/>
          <pc:sldMk cId="4237814175" sldId="2147474932"/>
        </pc:sldMkLst>
        <pc:graphicFrameChg chg="mod modGraphic">
          <ac:chgData name="Lu,Yixin (MED CD&amp;O) BII-CN-S" userId="S::yixin.lu@boehringer-ingelheim.com::6055c963-f18b-4b43-9f26-62c3b4c5f854" providerId="AD" clId="Web-{B7369530-8F8C-B4B7-8CAB-F76DC578C756}" dt="2023-10-12T05:41:52.140" v="158"/>
          <ac:graphicFrameMkLst>
            <pc:docMk/>
            <pc:sldMk cId="4237814175" sldId="2147474932"/>
            <ac:graphicFrameMk id="6" creationId="{ACE9568A-0306-B17E-7AC4-F0F3B8460C99}"/>
          </ac:graphicFrameMkLst>
        </pc:graphicFrameChg>
      </pc:sldChg>
    </pc:docChg>
  </pc:docChgLst>
  <pc:docChgLst>
    <pc:chgData name="Cui,Ping (MED CD&amp;O) BII-CN-S" userId="S::ping_2.cui@boehringer-ingelheim.com::a7b8e339-d15e-457d-b89d-442820060871" providerId="AD" clId="Web-{C2D2D2B9-5CA7-E289-7E19-25E8D6AD599A}"/>
    <pc:docChg chg="modSld">
      <pc:chgData name="Cui,Ping (MED CD&amp;O) BII-CN-S" userId="S::ping_2.cui@boehringer-ingelheim.com::a7b8e339-d15e-457d-b89d-442820060871" providerId="AD" clId="Web-{C2D2D2B9-5CA7-E289-7E19-25E8D6AD599A}" dt="2023-11-09T09:20:20.363" v="1" actId="20577"/>
      <pc:docMkLst>
        <pc:docMk/>
      </pc:docMkLst>
      <pc:sldChg chg="modSp">
        <pc:chgData name="Cui,Ping (MED CD&amp;O) BII-CN-S" userId="S::ping_2.cui@boehringer-ingelheim.com::a7b8e339-d15e-457d-b89d-442820060871" providerId="AD" clId="Web-{C2D2D2B9-5CA7-E289-7E19-25E8D6AD599A}" dt="2023-11-09T09:20:20.363" v="1" actId="20577"/>
        <pc:sldMkLst>
          <pc:docMk/>
          <pc:sldMk cId="1647675260" sldId="2147474974"/>
        </pc:sldMkLst>
        <pc:spChg chg="mod">
          <ac:chgData name="Cui,Ping (MED CD&amp;O) BII-CN-S" userId="S::ping_2.cui@boehringer-ingelheim.com::a7b8e339-d15e-457d-b89d-442820060871" providerId="AD" clId="Web-{C2D2D2B9-5CA7-E289-7E19-25E8D6AD599A}" dt="2023-11-09T09:20:20.363" v="1" actId="20577"/>
          <ac:spMkLst>
            <pc:docMk/>
            <pc:sldMk cId="1647675260" sldId="2147474974"/>
            <ac:spMk id="62" creationId="{8DB07CF5-ABA1-4C9B-A9DA-0E66E05CDEC6}"/>
          </ac:spMkLst>
        </pc:spChg>
      </pc:sldChg>
    </pc:docChg>
  </pc:docChgLst>
  <pc:docChgLst>
    <pc:chgData name="Wang,Shirley (HP Med RA) BII-CN-B" userId="48b801ce-80b8-42d3-931b-2dcaf726016f" providerId="ADAL" clId="{226E66B2-D67E-4063-8372-43E7187C4E6A}"/>
    <pc:docChg chg="modSld">
      <pc:chgData name="Wang,Shirley (HP Med RA) BII-CN-B" userId="48b801ce-80b8-42d3-931b-2dcaf726016f" providerId="ADAL" clId="{226E66B2-D67E-4063-8372-43E7187C4E6A}" dt="2023-03-13T06:43:52.782" v="95"/>
      <pc:docMkLst>
        <pc:docMk/>
      </pc:docMkLst>
      <pc:sldChg chg="modCm">
        <pc:chgData name="Wang,Shirley (HP Med RA) BII-CN-B" userId="48b801ce-80b8-42d3-931b-2dcaf726016f" providerId="ADAL" clId="{226E66B2-D67E-4063-8372-43E7187C4E6A}" dt="2023-03-13T06:43:52.782" v="95"/>
        <pc:sldMkLst>
          <pc:docMk/>
          <pc:sldMk cId="2064789201" sldId="2147471168"/>
        </pc:sldMkLst>
      </pc:sldChg>
      <pc:sldChg chg="addSp modSp mod">
        <pc:chgData name="Wang,Shirley (HP Med RA) BII-CN-B" userId="48b801ce-80b8-42d3-931b-2dcaf726016f" providerId="ADAL" clId="{226E66B2-D67E-4063-8372-43E7187C4E6A}" dt="2023-03-13T06:42:58.094" v="94" actId="20577"/>
        <pc:sldMkLst>
          <pc:docMk/>
          <pc:sldMk cId="3484928586" sldId="2147471197"/>
        </pc:sldMkLst>
        <pc:spChg chg="add mod">
          <ac:chgData name="Wang,Shirley (HP Med RA) BII-CN-B" userId="48b801ce-80b8-42d3-931b-2dcaf726016f" providerId="ADAL" clId="{226E66B2-D67E-4063-8372-43E7187C4E6A}" dt="2023-03-13T06:41:53.056" v="89" actId="1076"/>
          <ac:spMkLst>
            <pc:docMk/>
            <pc:sldMk cId="3484928586" sldId="2147471197"/>
            <ac:spMk id="2" creationId="{62530E82-4971-4781-89B2-993724FB56CC}"/>
          </ac:spMkLst>
        </pc:spChg>
        <pc:spChg chg="mod">
          <ac:chgData name="Wang,Shirley (HP Med RA) BII-CN-B" userId="48b801ce-80b8-42d3-931b-2dcaf726016f" providerId="ADAL" clId="{226E66B2-D67E-4063-8372-43E7187C4E6A}" dt="2023-03-13T06:42:36.485" v="92" actId="1076"/>
          <ac:spMkLst>
            <pc:docMk/>
            <pc:sldMk cId="3484928586" sldId="2147471197"/>
            <ac:spMk id="60" creationId="{00000000-0000-0000-0000-000000000000}"/>
          </ac:spMkLst>
        </pc:spChg>
        <pc:spChg chg="mod">
          <ac:chgData name="Wang,Shirley (HP Med RA) BII-CN-B" userId="48b801ce-80b8-42d3-931b-2dcaf726016f" providerId="ADAL" clId="{226E66B2-D67E-4063-8372-43E7187C4E6A}" dt="2023-03-13T06:40:42.948" v="10" actId="20577"/>
          <ac:spMkLst>
            <pc:docMk/>
            <pc:sldMk cId="3484928586" sldId="2147471197"/>
            <ac:spMk id="103" creationId="{35E731EA-1C78-4A93-99D2-9977A624656B}"/>
          </ac:spMkLst>
        </pc:spChg>
        <pc:spChg chg="mod">
          <ac:chgData name="Wang,Shirley (HP Med RA) BII-CN-B" userId="48b801ce-80b8-42d3-931b-2dcaf726016f" providerId="ADAL" clId="{226E66B2-D67E-4063-8372-43E7187C4E6A}" dt="2023-03-13T06:42:58.094" v="94" actId="20577"/>
          <ac:spMkLst>
            <pc:docMk/>
            <pc:sldMk cId="3484928586" sldId="2147471197"/>
            <ac:spMk id="144" creationId="{FADD8611-374A-462C-9CA5-CD84C4812622}"/>
          </ac:spMkLst>
        </pc:spChg>
      </pc:sldChg>
    </pc:docChg>
  </pc:docChgLst>
  <pc:docChgLst>
    <pc:chgData name="Li,Yuting (HP Medicine) BII-CN-S" userId="ce8fbb54-122c-426d-b8da-fdcc5e1b5022" providerId="ADAL" clId="{57B270D4-F71C-4060-93D8-D7A1621E6179}"/>
    <pc:docChg chg="undo custSel addSld delSld modSld">
      <pc:chgData name="Li,Yuting (HP Medicine) BII-CN-S" userId="ce8fbb54-122c-426d-b8da-fdcc5e1b5022" providerId="ADAL" clId="{57B270D4-F71C-4060-93D8-D7A1621E6179}" dt="2023-03-14T12:38:31.236" v="5128" actId="20577"/>
      <pc:docMkLst>
        <pc:docMk/>
      </pc:docMkLst>
      <pc:sldChg chg="del">
        <pc:chgData name="Li,Yuting (HP Medicine) BII-CN-S" userId="ce8fbb54-122c-426d-b8da-fdcc5e1b5022" providerId="ADAL" clId="{57B270D4-F71C-4060-93D8-D7A1621E6179}" dt="2023-03-11T01:42:02.943" v="10" actId="47"/>
        <pc:sldMkLst>
          <pc:docMk/>
          <pc:sldMk cId="3314611149" sldId="295"/>
        </pc:sldMkLst>
      </pc:sldChg>
      <pc:sldChg chg="del">
        <pc:chgData name="Li,Yuting (HP Medicine) BII-CN-S" userId="ce8fbb54-122c-426d-b8da-fdcc5e1b5022" providerId="ADAL" clId="{57B270D4-F71C-4060-93D8-D7A1621E6179}" dt="2023-03-11T11:36:29.622" v="3128" actId="47"/>
        <pc:sldMkLst>
          <pc:docMk/>
          <pc:sldMk cId="2338269991" sldId="314"/>
        </pc:sldMkLst>
      </pc:sldChg>
      <pc:sldChg chg="add del">
        <pc:chgData name="Li,Yuting (HP Medicine) BII-CN-S" userId="ce8fbb54-122c-426d-b8da-fdcc5e1b5022" providerId="ADAL" clId="{57B270D4-F71C-4060-93D8-D7A1621E6179}" dt="2023-03-11T02:21:52.461" v="1244" actId="47"/>
        <pc:sldMkLst>
          <pc:docMk/>
          <pc:sldMk cId="473408179" sldId="2993"/>
        </pc:sldMkLst>
      </pc:sldChg>
      <pc:sldChg chg="modSp mod">
        <pc:chgData name="Li,Yuting (HP Medicine) BII-CN-S" userId="ce8fbb54-122c-426d-b8da-fdcc5e1b5022" providerId="ADAL" clId="{57B270D4-F71C-4060-93D8-D7A1621E6179}" dt="2023-03-11T01:38:09.055" v="5" actId="20577"/>
        <pc:sldMkLst>
          <pc:docMk/>
          <pc:sldMk cId="64439630" sldId="6601"/>
        </pc:sldMkLst>
        <pc:spChg chg="mod">
          <ac:chgData name="Li,Yuting (HP Medicine) BII-CN-S" userId="ce8fbb54-122c-426d-b8da-fdcc5e1b5022" providerId="ADAL" clId="{57B270D4-F71C-4060-93D8-D7A1621E6179}" dt="2023-03-11T01:38:09.055" v="5" actId="20577"/>
          <ac:spMkLst>
            <pc:docMk/>
            <pc:sldMk cId="64439630" sldId="6601"/>
            <ac:spMk id="5" creationId="{00000000-0000-0000-0000-000000000000}"/>
          </ac:spMkLst>
        </pc:spChg>
      </pc:sldChg>
      <pc:sldChg chg="add">
        <pc:chgData name="Li,Yuting (HP Medicine) BII-CN-S" userId="ce8fbb54-122c-426d-b8da-fdcc5e1b5022" providerId="ADAL" clId="{57B270D4-F71C-4060-93D8-D7A1621E6179}" dt="2023-03-11T02:18:50.175" v="1221"/>
        <pc:sldMkLst>
          <pc:docMk/>
          <pc:sldMk cId="810833642" sldId="9448"/>
        </pc:sldMkLst>
      </pc:sldChg>
      <pc:sldChg chg="del">
        <pc:chgData name="Li,Yuting (HP Medicine) BII-CN-S" userId="ce8fbb54-122c-426d-b8da-fdcc5e1b5022" providerId="ADAL" clId="{57B270D4-F71C-4060-93D8-D7A1621E6179}" dt="2023-03-11T11:36:45.485" v="3130" actId="47"/>
        <pc:sldMkLst>
          <pc:docMk/>
          <pc:sldMk cId="3255186489" sldId="2147377178"/>
        </pc:sldMkLst>
      </pc:sldChg>
      <pc:sldChg chg="addSp delSp modSp mod modShow">
        <pc:chgData name="Li,Yuting (HP Medicine) BII-CN-S" userId="ce8fbb54-122c-426d-b8da-fdcc5e1b5022" providerId="ADAL" clId="{57B270D4-F71C-4060-93D8-D7A1621E6179}" dt="2023-03-14T07:14:56.673" v="4080" actId="729"/>
        <pc:sldMkLst>
          <pc:docMk/>
          <pc:sldMk cId="3643787636" sldId="2147377316"/>
        </pc:sldMkLst>
        <pc:spChg chg="mod">
          <ac:chgData name="Li,Yuting (HP Medicine) BII-CN-S" userId="ce8fbb54-122c-426d-b8da-fdcc5e1b5022" providerId="ADAL" clId="{57B270D4-F71C-4060-93D8-D7A1621E6179}" dt="2023-03-14T03:32:42.790" v="3957" actId="20577"/>
          <ac:spMkLst>
            <pc:docMk/>
            <pc:sldMk cId="3643787636" sldId="2147377316"/>
            <ac:spMk id="2" creationId="{6EE27E9E-248F-4EB0-A2B1-708F6714A3F5}"/>
          </ac:spMkLst>
        </pc:spChg>
        <pc:spChg chg="mod">
          <ac:chgData name="Li,Yuting (HP Medicine) BII-CN-S" userId="ce8fbb54-122c-426d-b8da-fdcc5e1b5022" providerId="ADAL" clId="{57B270D4-F71C-4060-93D8-D7A1621E6179}" dt="2023-03-14T03:32:53.233" v="3958" actId="6549"/>
          <ac:spMkLst>
            <pc:docMk/>
            <pc:sldMk cId="3643787636" sldId="2147377316"/>
            <ac:spMk id="5" creationId="{21AA9354-9819-465E-A250-B9D3891053CB}"/>
          </ac:spMkLst>
        </pc:spChg>
        <pc:spChg chg="mod">
          <ac:chgData name="Li,Yuting (HP Medicine) BII-CN-S" userId="ce8fbb54-122c-426d-b8da-fdcc5e1b5022" providerId="ADAL" clId="{57B270D4-F71C-4060-93D8-D7A1621E6179}" dt="2023-03-14T03:30:24.803" v="3729" actId="20577"/>
          <ac:spMkLst>
            <pc:docMk/>
            <pc:sldMk cId="3643787636" sldId="2147377316"/>
            <ac:spMk id="6" creationId="{F959B90E-69E8-459E-9ED4-3349F48388F2}"/>
          </ac:spMkLst>
        </pc:spChg>
        <pc:spChg chg="del">
          <ac:chgData name="Li,Yuting (HP Medicine) BII-CN-S" userId="ce8fbb54-122c-426d-b8da-fdcc5e1b5022" providerId="ADAL" clId="{57B270D4-F71C-4060-93D8-D7A1621E6179}" dt="2023-03-14T03:27:54.536" v="3633" actId="478"/>
          <ac:spMkLst>
            <pc:docMk/>
            <pc:sldMk cId="3643787636" sldId="2147377316"/>
            <ac:spMk id="7" creationId="{B342E1F4-CE34-4DD3-BFD2-95A499909176}"/>
          </ac:spMkLst>
        </pc:spChg>
        <pc:spChg chg="add mod">
          <ac:chgData name="Li,Yuting (HP Medicine) BII-CN-S" userId="ce8fbb54-122c-426d-b8da-fdcc5e1b5022" providerId="ADAL" clId="{57B270D4-F71C-4060-93D8-D7A1621E6179}" dt="2023-03-14T03:33:29.034" v="3960" actId="1582"/>
          <ac:spMkLst>
            <pc:docMk/>
            <pc:sldMk cId="3643787636" sldId="2147377316"/>
            <ac:spMk id="8" creationId="{84503AF0-9462-432F-876D-B33E1FD47C39}"/>
          </ac:spMkLst>
        </pc:spChg>
      </pc:sldChg>
      <pc:sldChg chg="modSp mod">
        <pc:chgData name="Li,Yuting (HP Medicine) BII-CN-S" userId="ce8fbb54-122c-426d-b8da-fdcc5e1b5022" providerId="ADAL" clId="{57B270D4-F71C-4060-93D8-D7A1621E6179}" dt="2023-03-14T07:08:14.147" v="4078" actId="20577"/>
        <pc:sldMkLst>
          <pc:docMk/>
          <pc:sldMk cId="257973879" sldId="2147469252"/>
        </pc:sldMkLst>
        <pc:spChg chg="mod">
          <ac:chgData name="Li,Yuting (HP Medicine) BII-CN-S" userId="ce8fbb54-122c-426d-b8da-fdcc5e1b5022" providerId="ADAL" clId="{57B270D4-F71C-4060-93D8-D7A1621E6179}" dt="2023-03-11T11:31:47.663" v="2872" actId="207"/>
          <ac:spMkLst>
            <pc:docMk/>
            <pc:sldMk cId="257973879" sldId="2147469252"/>
            <ac:spMk id="86" creationId="{AAD1D292-97F0-4B08-979E-B78ECBF621CA}"/>
          </ac:spMkLst>
        </pc:spChg>
        <pc:spChg chg="mod">
          <ac:chgData name="Li,Yuting (HP Medicine) BII-CN-S" userId="ce8fbb54-122c-426d-b8da-fdcc5e1b5022" providerId="ADAL" clId="{57B270D4-F71C-4060-93D8-D7A1621E6179}" dt="2023-03-14T07:08:14.147" v="4078" actId="20577"/>
          <ac:spMkLst>
            <pc:docMk/>
            <pc:sldMk cId="257973879" sldId="2147469252"/>
            <ac:spMk id="90" creationId="{9466DE8F-DCCC-4688-AD54-68172F2C8E9F}"/>
          </ac:spMkLst>
        </pc:spChg>
      </pc:sldChg>
      <pc:sldChg chg="del">
        <pc:chgData name="Li,Yuting (HP Medicine) BII-CN-S" userId="ce8fbb54-122c-426d-b8da-fdcc5e1b5022" providerId="ADAL" clId="{57B270D4-F71C-4060-93D8-D7A1621E6179}" dt="2023-03-11T11:32:50.137" v="2926" actId="47"/>
        <pc:sldMkLst>
          <pc:docMk/>
          <pc:sldMk cId="2527347167" sldId="2147469253"/>
        </pc:sldMkLst>
      </pc:sldChg>
      <pc:sldChg chg="add del">
        <pc:chgData name="Li,Yuting (HP Medicine) BII-CN-S" userId="ce8fbb54-122c-426d-b8da-fdcc5e1b5022" providerId="ADAL" clId="{57B270D4-F71C-4060-93D8-D7A1621E6179}" dt="2023-03-11T01:43:13.852" v="28" actId="47"/>
        <pc:sldMkLst>
          <pc:docMk/>
          <pc:sldMk cId="3375551615" sldId="2147469258"/>
        </pc:sldMkLst>
      </pc:sldChg>
      <pc:sldChg chg="delSp modSp mod">
        <pc:chgData name="Li,Yuting (HP Medicine) BII-CN-S" userId="ce8fbb54-122c-426d-b8da-fdcc5e1b5022" providerId="ADAL" clId="{57B270D4-F71C-4060-93D8-D7A1621E6179}" dt="2023-03-11T01:41:23.908" v="7" actId="478"/>
        <pc:sldMkLst>
          <pc:docMk/>
          <pc:sldMk cId="3351712279" sldId="2147469262"/>
        </pc:sldMkLst>
        <pc:spChg chg="del">
          <ac:chgData name="Li,Yuting (HP Medicine) BII-CN-S" userId="ce8fbb54-122c-426d-b8da-fdcc5e1b5022" providerId="ADAL" clId="{57B270D4-F71C-4060-93D8-D7A1621E6179}" dt="2023-03-11T01:41:23.908" v="7" actId="478"/>
          <ac:spMkLst>
            <pc:docMk/>
            <pc:sldMk cId="3351712279" sldId="2147469262"/>
            <ac:spMk id="15" creationId="{CC14B53F-59B0-4368-96DC-A4164A650241}"/>
          </ac:spMkLst>
        </pc:spChg>
        <pc:graphicFrameChg chg="modGraphic">
          <ac:chgData name="Li,Yuting (HP Medicine) BII-CN-S" userId="ce8fbb54-122c-426d-b8da-fdcc5e1b5022" providerId="ADAL" clId="{57B270D4-F71C-4060-93D8-D7A1621E6179}" dt="2023-03-11T01:41:16.421" v="6" actId="207"/>
          <ac:graphicFrameMkLst>
            <pc:docMk/>
            <pc:sldMk cId="3351712279" sldId="2147469262"/>
            <ac:graphicFrameMk id="10" creationId="{7ED29C9C-0700-480D-B788-68CBB9D31EEE}"/>
          </ac:graphicFrameMkLst>
        </pc:graphicFrameChg>
      </pc:sldChg>
      <pc:sldChg chg="add">
        <pc:chgData name="Li,Yuting (HP Medicine) BII-CN-S" userId="ce8fbb54-122c-426d-b8da-fdcc5e1b5022" providerId="ADAL" clId="{57B270D4-F71C-4060-93D8-D7A1621E6179}" dt="2023-03-11T02:22:20.694" v="1245"/>
        <pc:sldMkLst>
          <pc:docMk/>
          <pc:sldMk cId="527551734" sldId="2147469264"/>
        </pc:sldMkLst>
      </pc:sldChg>
      <pc:sldChg chg="modSp add">
        <pc:chgData name="Li,Yuting (HP Medicine) BII-CN-S" userId="ce8fbb54-122c-426d-b8da-fdcc5e1b5022" providerId="ADAL" clId="{57B270D4-F71C-4060-93D8-D7A1621E6179}" dt="2023-03-14T06:59:38.911" v="4000"/>
        <pc:sldMkLst>
          <pc:docMk/>
          <pc:sldMk cId="1273623890" sldId="2147469265"/>
        </pc:sldMkLst>
        <pc:graphicFrameChg chg="mod">
          <ac:chgData name="Li,Yuting (HP Medicine) BII-CN-S" userId="ce8fbb54-122c-426d-b8da-fdcc5e1b5022" providerId="ADAL" clId="{57B270D4-F71C-4060-93D8-D7A1621E6179}" dt="2023-03-14T06:59:38.911" v="4000"/>
          <ac:graphicFrameMkLst>
            <pc:docMk/>
            <pc:sldMk cId="1273623890" sldId="2147469265"/>
            <ac:graphicFrameMk id="7" creationId="{F5547939-5DC5-422D-B4B1-55428A5FBE1A}"/>
          </ac:graphicFrameMkLst>
        </pc:graphicFrameChg>
      </pc:sldChg>
      <pc:sldChg chg="addSp delSp modSp add mod">
        <pc:chgData name="Li,Yuting (HP Medicine) BII-CN-S" userId="ce8fbb54-122c-426d-b8da-fdcc5e1b5022" providerId="ADAL" clId="{57B270D4-F71C-4060-93D8-D7A1621E6179}" dt="2023-03-14T07:01:53.125" v="4006" actId="20577"/>
        <pc:sldMkLst>
          <pc:docMk/>
          <pc:sldMk cId="1394363315" sldId="2147469266"/>
        </pc:sldMkLst>
        <pc:spChg chg="add del">
          <ac:chgData name="Li,Yuting (HP Medicine) BII-CN-S" userId="ce8fbb54-122c-426d-b8da-fdcc5e1b5022" providerId="ADAL" clId="{57B270D4-F71C-4060-93D8-D7A1621E6179}" dt="2023-03-14T07:00:56.210" v="4002" actId="22"/>
          <ac:spMkLst>
            <pc:docMk/>
            <pc:sldMk cId="1394363315" sldId="2147469266"/>
            <ac:spMk id="6" creationId="{40590F4A-9EF3-49D2-9794-DD9C5C0F8571}"/>
          </ac:spMkLst>
        </pc:spChg>
        <pc:spChg chg="add mod">
          <ac:chgData name="Li,Yuting (HP Medicine) BII-CN-S" userId="ce8fbb54-122c-426d-b8da-fdcc5e1b5022" providerId="ADAL" clId="{57B270D4-F71C-4060-93D8-D7A1621E6179}" dt="2023-03-14T07:01:53.125" v="4006" actId="20577"/>
          <ac:spMkLst>
            <pc:docMk/>
            <pc:sldMk cId="1394363315" sldId="2147469266"/>
            <ac:spMk id="7" creationId="{7CBEBE02-8F85-42F3-B294-7120152E2CCA}"/>
          </ac:spMkLst>
        </pc:spChg>
      </pc:sldChg>
      <pc:sldChg chg="add">
        <pc:chgData name="Li,Yuting (HP Medicine) BII-CN-S" userId="ce8fbb54-122c-426d-b8da-fdcc5e1b5022" providerId="ADAL" clId="{57B270D4-F71C-4060-93D8-D7A1621E6179}" dt="2023-03-11T02:22:20.694" v="1245"/>
        <pc:sldMkLst>
          <pc:docMk/>
          <pc:sldMk cId="1500558370" sldId="2147469267"/>
        </pc:sldMkLst>
      </pc:sldChg>
      <pc:sldChg chg="modSp mod addCm modCm">
        <pc:chgData name="Li,Yuting (HP Medicine) BII-CN-S" userId="ce8fbb54-122c-426d-b8da-fdcc5e1b5022" providerId="ADAL" clId="{57B270D4-F71C-4060-93D8-D7A1621E6179}" dt="2023-03-14T01:51:11.181" v="3537" actId="20577"/>
        <pc:sldMkLst>
          <pc:docMk/>
          <pc:sldMk cId="2064789201" sldId="2147471168"/>
        </pc:sldMkLst>
        <pc:spChg chg="mod">
          <ac:chgData name="Li,Yuting (HP Medicine) BII-CN-S" userId="ce8fbb54-122c-426d-b8da-fdcc5e1b5022" providerId="ADAL" clId="{57B270D4-F71C-4060-93D8-D7A1621E6179}" dt="2023-03-11T01:56:21.764" v="525" actId="1076"/>
          <ac:spMkLst>
            <pc:docMk/>
            <pc:sldMk cId="2064789201" sldId="2147471168"/>
            <ac:spMk id="6" creationId="{1E1F87E4-2E1F-41A8-A7D5-5E06B5BB7003}"/>
          </ac:spMkLst>
        </pc:spChg>
        <pc:spChg chg="mod">
          <ac:chgData name="Li,Yuting (HP Medicine) BII-CN-S" userId="ce8fbb54-122c-426d-b8da-fdcc5e1b5022" providerId="ADAL" clId="{57B270D4-F71C-4060-93D8-D7A1621E6179}" dt="2023-03-14T01:51:11.181" v="3537" actId="20577"/>
          <ac:spMkLst>
            <pc:docMk/>
            <pc:sldMk cId="2064789201" sldId="2147471168"/>
            <ac:spMk id="41" creationId="{80672632-5059-4D01-BB59-096554D9CD3A}"/>
          </ac:spMkLst>
        </pc:spChg>
        <pc:spChg chg="mod">
          <ac:chgData name="Li,Yuting (HP Medicine) BII-CN-S" userId="ce8fbb54-122c-426d-b8da-fdcc5e1b5022" providerId="ADAL" clId="{57B270D4-F71C-4060-93D8-D7A1621E6179}" dt="2023-03-11T01:56:15.598" v="523" actId="14100"/>
          <ac:spMkLst>
            <pc:docMk/>
            <pc:sldMk cId="2064789201" sldId="2147471168"/>
            <ac:spMk id="54" creationId="{35388CBC-F652-48EA-A3C1-83DD6A5290AF}"/>
          </ac:spMkLst>
        </pc:spChg>
        <pc:grpChg chg="mod">
          <ac:chgData name="Li,Yuting (HP Medicine) BII-CN-S" userId="ce8fbb54-122c-426d-b8da-fdcc5e1b5022" providerId="ADAL" clId="{57B270D4-F71C-4060-93D8-D7A1621E6179}" dt="2023-03-11T01:55:35.342" v="518" actId="1076"/>
          <ac:grpSpMkLst>
            <pc:docMk/>
            <pc:sldMk cId="2064789201" sldId="2147471168"/>
            <ac:grpSpMk id="71" creationId="{00000000-0000-0000-0000-000000000000}"/>
          </ac:grpSpMkLst>
        </pc:grpChg>
        <pc:cxnChg chg="mod">
          <ac:chgData name="Li,Yuting (HP Medicine) BII-CN-S" userId="ce8fbb54-122c-426d-b8da-fdcc5e1b5022" providerId="ADAL" clId="{57B270D4-F71C-4060-93D8-D7A1621E6179}" dt="2023-03-11T01:56:18.725" v="524" actId="1076"/>
          <ac:cxnSpMkLst>
            <pc:docMk/>
            <pc:sldMk cId="2064789201" sldId="2147471168"/>
            <ac:cxnSpMk id="21" creationId="{1B87751B-942C-4406-8E7F-F6A4F3E500A2}"/>
          </ac:cxnSpMkLst>
        </pc:cxnChg>
      </pc:sldChg>
      <pc:sldChg chg="modSp mod addCm modCm">
        <pc:chgData name="Li,Yuting (HP Medicine) BII-CN-S" userId="ce8fbb54-122c-426d-b8da-fdcc5e1b5022" providerId="ADAL" clId="{57B270D4-F71C-4060-93D8-D7A1621E6179}" dt="2023-03-14T03:19:39.368" v="3612" actId="5900"/>
        <pc:sldMkLst>
          <pc:docMk/>
          <pc:sldMk cId="3682361847" sldId="2147471169"/>
        </pc:sldMkLst>
        <pc:spChg chg="mod">
          <ac:chgData name="Li,Yuting (HP Medicine) BII-CN-S" userId="ce8fbb54-122c-426d-b8da-fdcc5e1b5022" providerId="ADAL" clId="{57B270D4-F71C-4060-93D8-D7A1621E6179}" dt="2023-03-11T02:09:31.626" v="1061" actId="20577"/>
          <ac:spMkLst>
            <pc:docMk/>
            <pc:sldMk cId="3682361847" sldId="2147471169"/>
            <ac:spMk id="107" creationId="{7DDA071E-5F80-4527-AE47-F1E7B2DC2A5B}"/>
          </ac:spMkLst>
        </pc:spChg>
      </pc:sldChg>
      <pc:sldChg chg="modSp mod">
        <pc:chgData name="Li,Yuting (HP Medicine) BII-CN-S" userId="ce8fbb54-122c-426d-b8da-fdcc5e1b5022" providerId="ADAL" clId="{57B270D4-F71C-4060-93D8-D7A1621E6179}" dt="2023-03-11T02:14:30.490" v="1219" actId="20577"/>
        <pc:sldMkLst>
          <pc:docMk/>
          <pc:sldMk cId="1906004812" sldId="2147471170"/>
        </pc:sldMkLst>
        <pc:spChg chg="mod">
          <ac:chgData name="Li,Yuting (HP Medicine) BII-CN-S" userId="ce8fbb54-122c-426d-b8da-fdcc5e1b5022" providerId="ADAL" clId="{57B270D4-F71C-4060-93D8-D7A1621E6179}" dt="2023-03-11T02:14:30.490" v="1219" actId="20577"/>
          <ac:spMkLst>
            <pc:docMk/>
            <pc:sldMk cId="1906004812" sldId="2147471170"/>
            <ac:spMk id="75" creationId="{23E443ED-C91E-4425-963C-DB47A7F0B19C}"/>
          </ac:spMkLst>
        </pc:spChg>
      </pc:sldChg>
      <pc:sldChg chg="modSp mod modNotesTx">
        <pc:chgData name="Li,Yuting (HP Medicine) BII-CN-S" userId="ce8fbb54-122c-426d-b8da-fdcc5e1b5022" providerId="ADAL" clId="{57B270D4-F71C-4060-93D8-D7A1621E6179}" dt="2023-03-14T06:57:08.752" v="3998" actId="6549"/>
        <pc:sldMkLst>
          <pc:docMk/>
          <pc:sldMk cId="4022558961" sldId="2147471171"/>
        </pc:sldMkLst>
        <pc:spChg chg="mod">
          <ac:chgData name="Li,Yuting (HP Medicine) BII-CN-S" userId="ce8fbb54-122c-426d-b8da-fdcc5e1b5022" providerId="ADAL" clId="{57B270D4-F71C-4060-93D8-D7A1621E6179}" dt="2023-03-14T06:27:24.650" v="3997" actId="20577"/>
          <ac:spMkLst>
            <pc:docMk/>
            <pc:sldMk cId="4022558961" sldId="2147471171"/>
            <ac:spMk id="52" creationId="{C37AB0AB-396A-4A09-A640-7C9D33588A3C}"/>
          </ac:spMkLst>
        </pc:spChg>
      </pc:sldChg>
      <pc:sldChg chg="del">
        <pc:chgData name="Li,Yuting (HP Medicine) BII-CN-S" userId="ce8fbb54-122c-426d-b8da-fdcc5e1b5022" providerId="ADAL" clId="{57B270D4-F71C-4060-93D8-D7A1621E6179}" dt="2023-03-11T11:17:43.523" v="2733" actId="47"/>
        <pc:sldMkLst>
          <pc:docMk/>
          <pc:sldMk cId="2458946375" sldId="2147471179"/>
        </pc:sldMkLst>
      </pc:sldChg>
      <pc:sldChg chg="modSp add del mod">
        <pc:chgData name="Li,Yuting (HP Medicine) BII-CN-S" userId="ce8fbb54-122c-426d-b8da-fdcc5e1b5022" providerId="ADAL" clId="{57B270D4-F71C-4060-93D8-D7A1621E6179}" dt="2023-03-11T02:05:28.792" v="916" actId="27636"/>
        <pc:sldMkLst>
          <pc:docMk/>
          <pc:sldMk cId="3034181382" sldId="2147471183"/>
        </pc:sldMkLst>
        <pc:spChg chg="mod">
          <ac:chgData name="Li,Yuting (HP Medicine) BII-CN-S" userId="ce8fbb54-122c-426d-b8da-fdcc5e1b5022" providerId="ADAL" clId="{57B270D4-F71C-4060-93D8-D7A1621E6179}" dt="2023-03-11T02:05:28.792" v="916" actId="27636"/>
          <ac:spMkLst>
            <pc:docMk/>
            <pc:sldMk cId="3034181382" sldId="2147471183"/>
            <ac:spMk id="5" creationId="{79AF6332-9B38-4807-B8E8-D0F55C506D47}"/>
          </ac:spMkLst>
        </pc:spChg>
      </pc:sldChg>
      <pc:sldChg chg="del">
        <pc:chgData name="Li,Yuting (HP Medicine) BII-CN-S" userId="ce8fbb54-122c-426d-b8da-fdcc5e1b5022" providerId="ADAL" clId="{57B270D4-F71C-4060-93D8-D7A1621E6179}" dt="2023-03-11T02:18:51.961" v="1222" actId="47"/>
        <pc:sldMkLst>
          <pc:docMk/>
          <pc:sldMk cId="4084061762" sldId="2147471184"/>
        </pc:sldMkLst>
      </pc:sldChg>
      <pc:sldChg chg="addSp delSp modSp mod addCm modCm">
        <pc:chgData name="Li,Yuting (HP Medicine) BII-CN-S" userId="ce8fbb54-122c-426d-b8da-fdcc5e1b5022" providerId="ADAL" clId="{57B270D4-F71C-4060-93D8-D7A1621E6179}" dt="2023-03-14T07:02:13.406" v="4007" actId="6549"/>
        <pc:sldMkLst>
          <pc:docMk/>
          <pc:sldMk cId="1872835041" sldId="2147471185"/>
        </pc:sldMkLst>
        <pc:spChg chg="add mod">
          <ac:chgData name="Li,Yuting (HP Medicine) BII-CN-S" userId="ce8fbb54-122c-426d-b8da-fdcc5e1b5022" providerId="ADAL" clId="{57B270D4-F71C-4060-93D8-D7A1621E6179}" dt="2023-03-11T11:11:21.055" v="2386" actId="14100"/>
          <ac:spMkLst>
            <pc:docMk/>
            <pc:sldMk cId="1872835041" sldId="2147471185"/>
            <ac:spMk id="3" creationId="{C6A4DF55-E9D7-4BEF-9E66-5072784ABAA9}"/>
          </ac:spMkLst>
        </pc:spChg>
        <pc:spChg chg="del">
          <ac:chgData name="Li,Yuting (HP Medicine) BII-CN-S" userId="ce8fbb54-122c-426d-b8da-fdcc5e1b5022" providerId="ADAL" clId="{57B270D4-F71C-4060-93D8-D7A1621E6179}" dt="2023-03-11T02:20:56.372" v="1240" actId="478"/>
          <ac:spMkLst>
            <pc:docMk/>
            <pc:sldMk cId="1872835041" sldId="2147471185"/>
            <ac:spMk id="23" creationId="{8E2E0513-BFD3-4AC7-A354-CFB9FED51934}"/>
          </ac:spMkLst>
        </pc:spChg>
        <pc:spChg chg="del">
          <ac:chgData name="Li,Yuting (HP Medicine) BII-CN-S" userId="ce8fbb54-122c-426d-b8da-fdcc5e1b5022" providerId="ADAL" clId="{57B270D4-F71C-4060-93D8-D7A1621E6179}" dt="2023-03-11T02:21:06.432" v="1241" actId="478"/>
          <ac:spMkLst>
            <pc:docMk/>
            <pc:sldMk cId="1872835041" sldId="2147471185"/>
            <ac:spMk id="159" creationId="{35738BA9-11F7-4CF7-9971-67FE46A6F035}"/>
          </ac:spMkLst>
        </pc:spChg>
        <pc:spChg chg="del">
          <ac:chgData name="Li,Yuting (HP Medicine) BII-CN-S" userId="ce8fbb54-122c-426d-b8da-fdcc5e1b5022" providerId="ADAL" clId="{57B270D4-F71C-4060-93D8-D7A1621E6179}" dt="2023-03-11T02:21:06.432" v="1241" actId="478"/>
          <ac:spMkLst>
            <pc:docMk/>
            <pc:sldMk cId="1872835041" sldId="2147471185"/>
            <ac:spMk id="161" creationId="{A16FF90E-D9AC-4B98-9C47-2C89647A1DC1}"/>
          </ac:spMkLst>
        </pc:spChg>
        <pc:spChg chg="del">
          <ac:chgData name="Li,Yuting (HP Medicine) BII-CN-S" userId="ce8fbb54-122c-426d-b8da-fdcc5e1b5022" providerId="ADAL" clId="{57B270D4-F71C-4060-93D8-D7A1621E6179}" dt="2023-03-11T02:21:06.432" v="1241" actId="478"/>
          <ac:spMkLst>
            <pc:docMk/>
            <pc:sldMk cId="1872835041" sldId="2147471185"/>
            <ac:spMk id="165" creationId="{D29D81BA-7E26-492D-892D-99F6C40BEE9C}"/>
          </ac:spMkLst>
        </pc:spChg>
        <pc:spChg chg="del">
          <ac:chgData name="Li,Yuting (HP Medicine) BII-CN-S" userId="ce8fbb54-122c-426d-b8da-fdcc5e1b5022" providerId="ADAL" clId="{57B270D4-F71C-4060-93D8-D7A1621E6179}" dt="2023-03-11T02:21:06.432" v="1241" actId="478"/>
          <ac:spMkLst>
            <pc:docMk/>
            <pc:sldMk cId="1872835041" sldId="2147471185"/>
            <ac:spMk id="166" creationId="{7F2C91D1-E650-4DDA-B93F-A0F9E2A9839F}"/>
          </ac:spMkLst>
        </pc:spChg>
        <pc:spChg chg="del">
          <ac:chgData name="Li,Yuting (HP Medicine) BII-CN-S" userId="ce8fbb54-122c-426d-b8da-fdcc5e1b5022" providerId="ADAL" clId="{57B270D4-F71C-4060-93D8-D7A1621E6179}" dt="2023-03-11T02:21:06.432" v="1241" actId="478"/>
          <ac:spMkLst>
            <pc:docMk/>
            <pc:sldMk cId="1872835041" sldId="2147471185"/>
            <ac:spMk id="167" creationId="{7832CC9E-D8BA-42DB-A02E-7DE807F0FCE9}"/>
          </ac:spMkLst>
        </pc:spChg>
        <pc:spChg chg="del mod">
          <ac:chgData name="Li,Yuting (HP Medicine) BII-CN-S" userId="ce8fbb54-122c-426d-b8da-fdcc5e1b5022" providerId="ADAL" clId="{57B270D4-F71C-4060-93D8-D7A1621E6179}" dt="2023-03-14T06:58:19.445" v="3999" actId="478"/>
          <ac:spMkLst>
            <pc:docMk/>
            <pc:sldMk cId="1872835041" sldId="2147471185"/>
            <ac:spMk id="168" creationId="{65EA3170-CB0D-432D-8631-319933F816A2}"/>
          </ac:spMkLst>
        </pc:spChg>
        <pc:spChg chg="del">
          <ac:chgData name="Li,Yuting (HP Medicine) BII-CN-S" userId="ce8fbb54-122c-426d-b8da-fdcc5e1b5022" providerId="ADAL" clId="{57B270D4-F71C-4060-93D8-D7A1621E6179}" dt="2023-03-11T02:21:06.432" v="1241" actId="478"/>
          <ac:spMkLst>
            <pc:docMk/>
            <pc:sldMk cId="1872835041" sldId="2147471185"/>
            <ac:spMk id="173" creationId="{EF1E002A-ACAD-4FDF-85C4-17F982AA2D2D}"/>
          </ac:spMkLst>
        </pc:spChg>
        <pc:spChg chg="mod">
          <ac:chgData name="Li,Yuting (HP Medicine) BII-CN-S" userId="ce8fbb54-122c-426d-b8da-fdcc5e1b5022" providerId="ADAL" clId="{57B270D4-F71C-4060-93D8-D7A1621E6179}" dt="2023-03-14T07:02:13.406" v="4007" actId="6549"/>
          <ac:spMkLst>
            <pc:docMk/>
            <pc:sldMk cId="1872835041" sldId="2147471185"/>
            <ac:spMk id="192" creationId="{31193A60-52A8-4E9D-BB69-B3D203C95D66}"/>
          </ac:spMkLst>
        </pc:spChg>
        <pc:spChg chg="del">
          <ac:chgData name="Li,Yuting (HP Medicine) BII-CN-S" userId="ce8fbb54-122c-426d-b8da-fdcc5e1b5022" providerId="ADAL" clId="{57B270D4-F71C-4060-93D8-D7A1621E6179}" dt="2023-03-11T02:21:06.432" v="1241" actId="478"/>
          <ac:spMkLst>
            <pc:docMk/>
            <pc:sldMk cId="1872835041" sldId="2147471185"/>
            <ac:spMk id="208" creationId="{48270174-1EF9-4B71-B231-5D7B4F56EE5D}"/>
          </ac:spMkLst>
        </pc:spChg>
        <pc:spChg chg="del">
          <ac:chgData name="Li,Yuting (HP Medicine) BII-CN-S" userId="ce8fbb54-122c-426d-b8da-fdcc5e1b5022" providerId="ADAL" clId="{57B270D4-F71C-4060-93D8-D7A1621E6179}" dt="2023-03-11T02:21:06.432" v="1241" actId="478"/>
          <ac:spMkLst>
            <pc:docMk/>
            <pc:sldMk cId="1872835041" sldId="2147471185"/>
            <ac:spMk id="209" creationId="{4DE91A2D-D730-4071-8598-D5FFAAE46998}"/>
          </ac:spMkLst>
        </pc:spChg>
        <pc:grpChg chg="mod">
          <ac:chgData name="Li,Yuting (HP Medicine) BII-CN-S" userId="ce8fbb54-122c-426d-b8da-fdcc5e1b5022" providerId="ADAL" clId="{57B270D4-F71C-4060-93D8-D7A1621E6179}" dt="2023-03-11T02:20:09.813" v="1239" actId="1076"/>
          <ac:grpSpMkLst>
            <pc:docMk/>
            <pc:sldMk cId="1872835041" sldId="2147471185"/>
            <ac:grpSpMk id="203" creationId="{3855D1D5-D3D2-4F97-9E67-F3646B91ACCC}"/>
          </ac:grpSpMkLst>
        </pc:grpChg>
      </pc:sldChg>
      <pc:sldChg chg="del">
        <pc:chgData name="Li,Yuting (HP Medicine) BII-CN-S" userId="ce8fbb54-122c-426d-b8da-fdcc5e1b5022" providerId="ADAL" clId="{57B270D4-F71C-4060-93D8-D7A1621E6179}" dt="2023-03-11T02:22:25.738" v="1246" actId="47"/>
        <pc:sldMkLst>
          <pc:docMk/>
          <pc:sldMk cId="4049709740" sldId="2147471186"/>
        </pc:sldMkLst>
      </pc:sldChg>
      <pc:sldChg chg="del">
        <pc:chgData name="Li,Yuting (HP Medicine) BII-CN-S" userId="ce8fbb54-122c-426d-b8da-fdcc5e1b5022" providerId="ADAL" clId="{57B270D4-F71C-4060-93D8-D7A1621E6179}" dt="2023-03-11T02:22:25.738" v="1246" actId="47"/>
        <pc:sldMkLst>
          <pc:docMk/>
          <pc:sldMk cId="215114030" sldId="2147471187"/>
        </pc:sldMkLst>
      </pc:sldChg>
      <pc:sldChg chg="del">
        <pc:chgData name="Li,Yuting (HP Medicine) BII-CN-S" userId="ce8fbb54-122c-426d-b8da-fdcc5e1b5022" providerId="ADAL" clId="{57B270D4-F71C-4060-93D8-D7A1621E6179}" dt="2023-03-11T02:22:25.738" v="1246" actId="47"/>
        <pc:sldMkLst>
          <pc:docMk/>
          <pc:sldMk cId="3401218100" sldId="2147471188"/>
        </pc:sldMkLst>
      </pc:sldChg>
      <pc:sldChg chg="del">
        <pc:chgData name="Li,Yuting (HP Medicine) BII-CN-S" userId="ce8fbb54-122c-426d-b8da-fdcc5e1b5022" providerId="ADAL" clId="{57B270D4-F71C-4060-93D8-D7A1621E6179}" dt="2023-03-11T02:22:25.738" v="1246" actId="47"/>
        <pc:sldMkLst>
          <pc:docMk/>
          <pc:sldMk cId="407908213" sldId="2147471189"/>
        </pc:sldMkLst>
      </pc:sldChg>
      <pc:sldChg chg="modSp mod">
        <pc:chgData name="Li,Yuting (HP Medicine) BII-CN-S" userId="ce8fbb54-122c-426d-b8da-fdcc5e1b5022" providerId="ADAL" clId="{57B270D4-F71C-4060-93D8-D7A1621E6179}" dt="2023-03-14T12:38:31.236" v="5128" actId="20577"/>
        <pc:sldMkLst>
          <pc:docMk/>
          <pc:sldMk cId="91123792" sldId="2147471190"/>
        </pc:sldMkLst>
        <pc:spChg chg="mod">
          <ac:chgData name="Li,Yuting (HP Medicine) BII-CN-S" userId="ce8fbb54-122c-426d-b8da-fdcc5e1b5022" providerId="ADAL" clId="{57B270D4-F71C-4060-93D8-D7A1621E6179}" dt="2023-03-14T12:38:31.236" v="5128" actId="20577"/>
          <ac:spMkLst>
            <pc:docMk/>
            <pc:sldMk cId="91123792" sldId="2147471190"/>
            <ac:spMk id="111" creationId="{40929094-C8CC-4BCB-B988-FAC9EF24EDE7}"/>
          </ac:spMkLst>
        </pc:spChg>
        <pc:grpChg chg="mod">
          <ac:chgData name="Li,Yuting (HP Medicine) BII-CN-S" userId="ce8fbb54-122c-426d-b8da-fdcc5e1b5022" providerId="ADAL" clId="{57B270D4-F71C-4060-93D8-D7A1621E6179}" dt="2023-03-11T11:12:14.297" v="2388" actId="1076"/>
          <ac:grpSpMkLst>
            <pc:docMk/>
            <pc:sldMk cId="91123792" sldId="2147471190"/>
            <ac:grpSpMk id="94" creationId="{8CA2D186-99EC-466F-9E24-BEA99F2ECDCD}"/>
          </ac:grpSpMkLst>
        </pc:grpChg>
      </pc:sldChg>
      <pc:sldChg chg="del">
        <pc:chgData name="Li,Yuting (HP Medicine) BII-CN-S" userId="ce8fbb54-122c-426d-b8da-fdcc5e1b5022" providerId="ADAL" clId="{57B270D4-F71C-4060-93D8-D7A1621E6179}" dt="2023-03-11T11:17:45.153" v="2734" actId="47"/>
        <pc:sldMkLst>
          <pc:docMk/>
          <pc:sldMk cId="1161439986" sldId="2147471191"/>
        </pc:sldMkLst>
      </pc:sldChg>
      <pc:sldChg chg="modSp del mod">
        <pc:chgData name="Li,Yuting (HP Medicine) BII-CN-S" userId="ce8fbb54-122c-426d-b8da-fdcc5e1b5022" providerId="ADAL" clId="{57B270D4-F71C-4060-93D8-D7A1621E6179}" dt="2023-03-11T11:31:39.502" v="2870" actId="47"/>
        <pc:sldMkLst>
          <pc:docMk/>
          <pc:sldMk cId="621823731" sldId="2147471192"/>
        </pc:sldMkLst>
        <pc:spChg chg="mod">
          <ac:chgData name="Li,Yuting (HP Medicine) BII-CN-S" userId="ce8fbb54-122c-426d-b8da-fdcc5e1b5022" providerId="ADAL" clId="{57B270D4-F71C-4060-93D8-D7A1621E6179}" dt="2023-03-11T11:30:27.470" v="2864" actId="20577"/>
          <ac:spMkLst>
            <pc:docMk/>
            <pc:sldMk cId="621823731" sldId="2147471192"/>
            <ac:spMk id="90" creationId="{9466DE8F-DCCC-4688-AD54-68172F2C8E9F}"/>
          </ac:spMkLst>
        </pc:spChg>
      </pc:sldChg>
      <pc:sldChg chg="del">
        <pc:chgData name="Li,Yuting (HP Medicine) BII-CN-S" userId="ce8fbb54-122c-426d-b8da-fdcc5e1b5022" providerId="ADAL" clId="{57B270D4-F71C-4060-93D8-D7A1621E6179}" dt="2023-03-11T11:35:43.473" v="3122" actId="47"/>
        <pc:sldMkLst>
          <pc:docMk/>
          <pc:sldMk cId="706619874" sldId="2147471193"/>
        </pc:sldMkLst>
      </pc:sldChg>
      <pc:sldChg chg="modSp mod modShow">
        <pc:chgData name="Li,Yuting (HP Medicine) BII-CN-S" userId="ce8fbb54-122c-426d-b8da-fdcc5e1b5022" providerId="ADAL" clId="{57B270D4-F71C-4060-93D8-D7A1621E6179}" dt="2023-03-11T11:36:20.640" v="3127" actId="1076"/>
        <pc:sldMkLst>
          <pc:docMk/>
          <pc:sldMk cId="648276360" sldId="2147471194"/>
        </pc:sldMkLst>
        <pc:grpChg chg="mod">
          <ac:chgData name="Li,Yuting (HP Medicine) BII-CN-S" userId="ce8fbb54-122c-426d-b8da-fdcc5e1b5022" providerId="ADAL" clId="{57B270D4-F71C-4060-93D8-D7A1621E6179}" dt="2023-03-11T11:36:20.640" v="3127" actId="1076"/>
          <ac:grpSpMkLst>
            <pc:docMk/>
            <pc:sldMk cId="648276360" sldId="2147471194"/>
            <ac:grpSpMk id="59" creationId="{00000000-0000-0000-0000-000000000000}"/>
          </ac:grpSpMkLst>
        </pc:grpChg>
      </pc:sldChg>
      <pc:sldChg chg="add del">
        <pc:chgData name="Li,Yuting (HP Medicine) BII-CN-S" userId="ce8fbb54-122c-426d-b8da-fdcc5e1b5022" providerId="ADAL" clId="{57B270D4-F71C-4060-93D8-D7A1621E6179}" dt="2023-03-11T01:41:49.514" v="9"/>
        <pc:sldMkLst>
          <pc:docMk/>
          <pc:sldMk cId="2134110431" sldId="2147471197"/>
        </pc:sldMkLst>
      </pc:sldChg>
      <pc:sldChg chg="addSp delSp modSp mod">
        <pc:chgData name="Li,Yuting (HP Medicine) BII-CN-S" userId="ce8fbb54-122c-426d-b8da-fdcc5e1b5022" providerId="ADAL" clId="{57B270D4-F71C-4060-93D8-D7A1621E6179}" dt="2023-03-11T01:55:16.478" v="517" actId="208"/>
        <pc:sldMkLst>
          <pc:docMk/>
          <pc:sldMk cId="3484928586" sldId="2147471197"/>
        </pc:sldMkLst>
        <pc:spChg chg="mod">
          <ac:chgData name="Li,Yuting (HP Medicine) BII-CN-S" userId="ce8fbb54-122c-426d-b8da-fdcc5e1b5022" providerId="ADAL" clId="{57B270D4-F71C-4060-93D8-D7A1621E6179}" dt="2023-03-11T01:42:31.115" v="22" actId="20577"/>
          <ac:spMkLst>
            <pc:docMk/>
            <pc:sldMk cId="3484928586" sldId="2147471197"/>
            <ac:spMk id="60" creationId="{00000000-0000-0000-0000-000000000000}"/>
          </ac:spMkLst>
        </pc:spChg>
        <pc:spChg chg="add del mod">
          <ac:chgData name="Li,Yuting (HP Medicine) BII-CN-S" userId="ce8fbb54-122c-426d-b8da-fdcc5e1b5022" providerId="ADAL" clId="{57B270D4-F71C-4060-93D8-D7A1621E6179}" dt="2023-03-11T01:52:47.512" v="437"/>
          <ac:spMkLst>
            <pc:docMk/>
            <pc:sldMk cId="3484928586" sldId="2147471197"/>
            <ac:spMk id="77" creationId="{ED5D74AC-64F1-448A-96D0-37C34BEB0DEA}"/>
          </ac:spMkLst>
        </pc:spChg>
        <pc:spChg chg="add del mod">
          <ac:chgData name="Li,Yuting (HP Medicine) BII-CN-S" userId="ce8fbb54-122c-426d-b8da-fdcc5e1b5022" providerId="ADAL" clId="{57B270D4-F71C-4060-93D8-D7A1621E6179}" dt="2023-03-11T01:53:38.105" v="516" actId="478"/>
          <ac:spMkLst>
            <pc:docMk/>
            <pc:sldMk cId="3484928586" sldId="2147471197"/>
            <ac:spMk id="78" creationId="{B725E612-325F-4901-A792-CCAC88BED54C}"/>
          </ac:spMkLst>
        </pc:spChg>
        <pc:spChg chg="mod">
          <ac:chgData name="Li,Yuting (HP Medicine) BII-CN-S" userId="ce8fbb54-122c-426d-b8da-fdcc5e1b5022" providerId="ADAL" clId="{57B270D4-F71C-4060-93D8-D7A1621E6179}" dt="2023-03-11T01:55:16.478" v="517" actId="208"/>
          <ac:spMkLst>
            <pc:docMk/>
            <pc:sldMk cId="3484928586" sldId="2147471197"/>
            <ac:spMk id="103" creationId="{35E731EA-1C78-4A93-99D2-9977A624656B}"/>
          </ac:spMkLst>
        </pc:spChg>
      </pc:sldChg>
      <pc:sldChg chg="addSp delSp modSp mod modAnim addCm modCm">
        <pc:chgData name="Li,Yuting (HP Medicine) BII-CN-S" userId="ce8fbb54-122c-426d-b8da-fdcc5e1b5022" providerId="ADAL" clId="{57B270D4-F71C-4060-93D8-D7A1621E6179}" dt="2023-03-14T06:26:23.670" v="3980"/>
        <pc:sldMkLst>
          <pc:docMk/>
          <pc:sldMk cId="1447552805" sldId="2147471198"/>
        </pc:sldMkLst>
        <pc:spChg chg="del mod">
          <ac:chgData name="Li,Yuting (HP Medicine) BII-CN-S" userId="ce8fbb54-122c-426d-b8da-fdcc5e1b5022" providerId="ADAL" clId="{57B270D4-F71C-4060-93D8-D7A1621E6179}" dt="2023-03-11T01:51:28.331" v="432" actId="478"/>
          <ac:spMkLst>
            <pc:docMk/>
            <pc:sldMk cId="1447552805" sldId="2147471198"/>
            <ac:spMk id="126" creationId="{B39ECE6E-2AB3-4913-B714-C9A8B8CA6BA8}"/>
          </ac:spMkLst>
        </pc:spChg>
        <pc:spChg chg="add mod">
          <ac:chgData name="Li,Yuting (HP Medicine) BII-CN-S" userId="ce8fbb54-122c-426d-b8da-fdcc5e1b5022" providerId="ADAL" clId="{57B270D4-F71C-4060-93D8-D7A1621E6179}" dt="2023-03-14T06:21:38.841" v="3968" actId="1076"/>
          <ac:spMkLst>
            <pc:docMk/>
            <pc:sldMk cId="1447552805" sldId="2147471198"/>
            <ac:spMk id="157" creationId="{ABF1C8FA-24FE-4186-8317-54D0AE86DBB2}"/>
          </ac:spMkLst>
        </pc:spChg>
        <pc:spChg chg="mod">
          <ac:chgData name="Li,Yuting (HP Medicine) BII-CN-S" userId="ce8fbb54-122c-426d-b8da-fdcc5e1b5022" providerId="ADAL" clId="{57B270D4-F71C-4060-93D8-D7A1621E6179}" dt="2023-03-14T06:21:42.959" v="3969" actId="1076"/>
          <ac:spMkLst>
            <pc:docMk/>
            <pc:sldMk cId="1447552805" sldId="2147471198"/>
            <ac:spMk id="178" creationId="{C8A141E8-3A7E-477A-B6F1-59F3BCA948DD}"/>
          </ac:spMkLst>
        </pc:spChg>
        <pc:spChg chg="del">
          <ac:chgData name="Li,Yuting (HP Medicine) BII-CN-S" userId="ce8fbb54-122c-426d-b8da-fdcc5e1b5022" providerId="ADAL" clId="{57B270D4-F71C-4060-93D8-D7A1621E6179}" dt="2023-03-14T06:25:35.484" v="3977" actId="478"/>
          <ac:spMkLst>
            <pc:docMk/>
            <pc:sldMk cId="1447552805" sldId="2147471198"/>
            <ac:spMk id="224" creationId="{3056344C-9383-485A-BFBA-8F2AD7C83A45}"/>
          </ac:spMkLst>
        </pc:spChg>
        <pc:grpChg chg="mod">
          <ac:chgData name="Li,Yuting (HP Medicine) BII-CN-S" userId="ce8fbb54-122c-426d-b8da-fdcc5e1b5022" providerId="ADAL" clId="{57B270D4-F71C-4060-93D8-D7A1621E6179}" dt="2023-03-11T01:52:10.857" v="435" actId="1076"/>
          <ac:grpSpMkLst>
            <pc:docMk/>
            <pc:sldMk cId="1447552805" sldId="2147471198"/>
            <ac:grpSpMk id="155" creationId="{22D6154F-78E1-4174-AB57-1D26B92FA7AE}"/>
          </ac:grpSpMkLst>
        </pc:grpChg>
      </pc:sldChg>
      <pc:sldChg chg="modSp add del mod">
        <pc:chgData name="Li,Yuting (HP Medicine) BII-CN-S" userId="ce8fbb54-122c-426d-b8da-fdcc5e1b5022" providerId="ADAL" clId="{57B270D4-F71C-4060-93D8-D7A1621E6179}" dt="2023-03-11T01:42:53.883" v="27" actId="47"/>
        <pc:sldMkLst>
          <pc:docMk/>
          <pc:sldMk cId="2947188515" sldId="2147471198"/>
        </pc:sldMkLst>
        <pc:spChg chg="mod">
          <ac:chgData name="Li,Yuting (HP Medicine) BII-CN-S" userId="ce8fbb54-122c-426d-b8da-fdcc5e1b5022" providerId="ADAL" clId="{57B270D4-F71C-4060-93D8-D7A1621E6179}" dt="2023-03-11T01:42:45.852" v="24" actId="27636"/>
          <ac:spMkLst>
            <pc:docMk/>
            <pc:sldMk cId="2947188515" sldId="2147471198"/>
            <ac:spMk id="3" creationId="{00000000-0000-0000-0000-000000000000}"/>
          </ac:spMkLst>
        </pc:spChg>
      </pc:sldChg>
      <pc:sldChg chg="modSp add mod">
        <pc:chgData name="Li,Yuting (HP Medicine) BII-CN-S" userId="ce8fbb54-122c-426d-b8da-fdcc5e1b5022" providerId="ADAL" clId="{57B270D4-F71C-4060-93D8-D7A1621E6179}" dt="2023-03-11T11:17:40.983" v="2732" actId="27636"/>
        <pc:sldMkLst>
          <pc:docMk/>
          <pc:sldMk cId="3125671962" sldId="2147471199"/>
        </pc:sldMkLst>
        <pc:spChg chg="mod">
          <ac:chgData name="Li,Yuting (HP Medicine) BII-CN-S" userId="ce8fbb54-122c-426d-b8da-fdcc5e1b5022" providerId="ADAL" clId="{57B270D4-F71C-4060-93D8-D7A1621E6179}" dt="2023-03-11T11:17:40.983" v="2732" actId="27636"/>
          <ac:spMkLst>
            <pc:docMk/>
            <pc:sldMk cId="3125671962" sldId="2147471199"/>
            <ac:spMk id="2" creationId="{899E9FD5-14F4-46B5-85BD-4B2D5616E6A9}"/>
          </ac:spMkLst>
        </pc:spChg>
      </pc:sldChg>
      <pc:sldChg chg="addSp delSp add mod">
        <pc:chgData name="Li,Yuting (HP Medicine) BII-CN-S" userId="ce8fbb54-122c-426d-b8da-fdcc5e1b5022" providerId="ADAL" clId="{57B270D4-F71C-4060-93D8-D7A1621E6179}" dt="2023-03-11T11:31:02.207" v="2868" actId="22"/>
        <pc:sldMkLst>
          <pc:docMk/>
          <pc:sldMk cId="2546863454" sldId="2147471200"/>
        </pc:sldMkLst>
        <pc:spChg chg="add del">
          <ac:chgData name="Li,Yuting (HP Medicine) BII-CN-S" userId="ce8fbb54-122c-426d-b8da-fdcc5e1b5022" providerId="ADAL" clId="{57B270D4-F71C-4060-93D8-D7A1621E6179}" dt="2023-03-11T11:30:48.391" v="2866" actId="22"/>
          <ac:spMkLst>
            <pc:docMk/>
            <pc:sldMk cId="2546863454" sldId="2147471200"/>
            <ac:spMk id="7" creationId="{7797B298-26E6-4CD6-8A4F-C159CA005C21}"/>
          </ac:spMkLst>
        </pc:spChg>
        <pc:spChg chg="add del">
          <ac:chgData name="Li,Yuting (HP Medicine) BII-CN-S" userId="ce8fbb54-122c-426d-b8da-fdcc5e1b5022" providerId="ADAL" clId="{57B270D4-F71C-4060-93D8-D7A1621E6179}" dt="2023-03-11T11:31:02.207" v="2868" actId="22"/>
          <ac:spMkLst>
            <pc:docMk/>
            <pc:sldMk cId="2546863454" sldId="2147471200"/>
            <ac:spMk id="9" creationId="{51ECD3A7-2A64-4FCC-B2FE-525A01B14957}"/>
          </ac:spMkLst>
        </pc:spChg>
      </pc:sldChg>
      <pc:sldChg chg="modSp mod">
        <pc:chgData name="Li,Yuting (HP Medicine) BII-CN-S" userId="ce8fbb54-122c-426d-b8da-fdcc5e1b5022" providerId="ADAL" clId="{57B270D4-F71C-4060-93D8-D7A1621E6179}" dt="2023-03-11T11:35:18.101" v="3120" actId="207"/>
        <pc:sldMkLst>
          <pc:docMk/>
          <pc:sldMk cId="1640265382" sldId="2147471201"/>
        </pc:sldMkLst>
        <pc:spChg chg="mod">
          <ac:chgData name="Li,Yuting (HP Medicine) BII-CN-S" userId="ce8fbb54-122c-426d-b8da-fdcc5e1b5022" providerId="ADAL" clId="{57B270D4-F71C-4060-93D8-D7A1621E6179}" dt="2023-03-11T11:35:18.101" v="3120" actId="207"/>
          <ac:spMkLst>
            <pc:docMk/>
            <pc:sldMk cId="1640265382" sldId="2147471201"/>
            <ac:spMk id="27" creationId="{C787EF92-AECB-45F5-890F-9C2A4F7817D9}"/>
          </ac:spMkLst>
        </pc:spChg>
        <pc:spChg chg="mod">
          <ac:chgData name="Li,Yuting (HP Medicine) BII-CN-S" userId="ce8fbb54-122c-426d-b8da-fdcc5e1b5022" providerId="ADAL" clId="{57B270D4-F71C-4060-93D8-D7A1621E6179}" dt="2023-03-11T11:34:17.150" v="3012" actId="1076"/>
          <ac:spMkLst>
            <pc:docMk/>
            <pc:sldMk cId="1640265382" sldId="2147471201"/>
            <ac:spMk id="34" creationId="{E88798BC-C2FB-44D6-A951-DAB9B4F35462}"/>
          </ac:spMkLst>
        </pc:spChg>
      </pc:sldChg>
      <pc:sldChg chg="modSp add mod">
        <pc:chgData name="Li,Yuting (HP Medicine) BII-CN-S" userId="ce8fbb54-122c-426d-b8da-fdcc5e1b5022" providerId="ADAL" clId="{57B270D4-F71C-4060-93D8-D7A1621E6179}" dt="2023-03-11T11:43:14.004" v="3227" actId="20577"/>
        <pc:sldMkLst>
          <pc:docMk/>
          <pc:sldMk cId="657785498" sldId="2147471204"/>
        </pc:sldMkLst>
        <pc:graphicFrameChg chg="modGraphic">
          <ac:chgData name="Li,Yuting (HP Medicine) BII-CN-S" userId="ce8fbb54-122c-426d-b8da-fdcc5e1b5022" providerId="ADAL" clId="{57B270D4-F71C-4060-93D8-D7A1621E6179}" dt="2023-03-11T11:43:14.004" v="3227" actId="20577"/>
          <ac:graphicFrameMkLst>
            <pc:docMk/>
            <pc:sldMk cId="657785498" sldId="2147471204"/>
            <ac:graphicFrameMk id="12" creationId="{EE24276D-C300-4706-ACD2-32E108653E2B}"/>
          </ac:graphicFrameMkLst>
        </pc:graphicFrameChg>
      </pc:sldChg>
      <pc:sldChg chg="modSp add mod modShow">
        <pc:chgData name="Li,Yuting (HP Medicine) BII-CN-S" userId="ce8fbb54-122c-426d-b8da-fdcc5e1b5022" providerId="ADAL" clId="{57B270D4-F71C-4060-93D8-D7A1621E6179}" dt="2023-03-11T11:35:57.110" v="3124" actId="1076"/>
        <pc:sldMkLst>
          <pc:docMk/>
          <pc:sldMk cId="2352851958" sldId="2147471207"/>
        </pc:sldMkLst>
        <pc:grpChg chg="mod">
          <ac:chgData name="Li,Yuting (HP Medicine) BII-CN-S" userId="ce8fbb54-122c-426d-b8da-fdcc5e1b5022" providerId="ADAL" clId="{57B270D4-F71C-4060-93D8-D7A1621E6179}" dt="2023-03-11T11:35:57.110" v="3124" actId="1076"/>
          <ac:grpSpMkLst>
            <pc:docMk/>
            <pc:sldMk cId="2352851958" sldId="2147471207"/>
            <ac:grpSpMk id="128" creationId="{18FAE71D-3E51-412E-BC9C-CCABC8191DB1}"/>
          </ac:grpSpMkLst>
        </pc:grpChg>
      </pc:sldChg>
      <pc:sldChg chg="addSp delSp modSp new mod addCm modCm modNotesTx">
        <pc:chgData name="Li,Yuting (HP Medicine) BII-CN-S" userId="ce8fbb54-122c-426d-b8da-fdcc5e1b5022" providerId="ADAL" clId="{57B270D4-F71C-4060-93D8-D7A1621E6179}" dt="2023-03-14T07:48:47.263" v="4931"/>
        <pc:sldMkLst>
          <pc:docMk/>
          <pc:sldMk cId="2619049626" sldId="2147471208"/>
        </pc:sldMkLst>
        <pc:spChg chg="mod">
          <ac:chgData name="Li,Yuting (HP Medicine) BII-CN-S" userId="ce8fbb54-122c-426d-b8da-fdcc5e1b5022" providerId="ADAL" clId="{57B270D4-F71C-4060-93D8-D7A1621E6179}" dt="2023-03-14T03:13:05.242" v="3605" actId="20577"/>
          <ac:spMkLst>
            <pc:docMk/>
            <pc:sldMk cId="2619049626" sldId="2147471208"/>
            <ac:spMk id="4" creationId="{9B647F91-1C3C-485A-8F55-C312E59B05A2}"/>
          </ac:spMkLst>
        </pc:spChg>
        <pc:spChg chg="add del mod">
          <ac:chgData name="Li,Yuting (HP Medicine) BII-CN-S" userId="ce8fbb54-122c-426d-b8da-fdcc5e1b5022" providerId="ADAL" clId="{57B270D4-F71C-4060-93D8-D7A1621E6179}" dt="2023-03-14T03:21:18.182" v="3620" actId="22"/>
          <ac:spMkLst>
            <pc:docMk/>
            <pc:sldMk cId="2619049626" sldId="2147471208"/>
            <ac:spMk id="7" creationId="{92EBCEB2-D062-46DB-B940-69FCB134B042}"/>
          </ac:spMkLst>
        </pc:spChg>
        <pc:spChg chg="add del mod">
          <ac:chgData name="Li,Yuting (HP Medicine) BII-CN-S" userId="ce8fbb54-122c-426d-b8da-fdcc5e1b5022" providerId="ADAL" clId="{57B270D4-F71C-4060-93D8-D7A1621E6179}" dt="2023-03-14T03:21:59.673" v="3626" actId="22"/>
          <ac:spMkLst>
            <pc:docMk/>
            <pc:sldMk cId="2619049626" sldId="2147471208"/>
            <ac:spMk id="9" creationId="{ED636B55-DA2E-4D1A-99D5-03FEB963E655}"/>
          </ac:spMkLst>
        </pc:spChg>
        <pc:spChg chg="add del">
          <ac:chgData name="Li,Yuting (HP Medicine) BII-CN-S" userId="ce8fbb54-122c-426d-b8da-fdcc5e1b5022" providerId="ADAL" clId="{57B270D4-F71C-4060-93D8-D7A1621E6179}" dt="2023-03-14T03:22:34.559" v="3629" actId="22"/>
          <ac:spMkLst>
            <pc:docMk/>
            <pc:sldMk cId="2619049626" sldId="2147471208"/>
            <ac:spMk id="11" creationId="{D9151A80-BB86-4950-9BFF-BB780A0E8B1C}"/>
          </ac:spMkLst>
        </pc:spChg>
        <pc:spChg chg="add mod">
          <ac:chgData name="Li,Yuting (HP Medicine) BII-CN-S" userId="ce8fbb54-122c-426d-b8da-fdcc5e1b5022" providerId="ADAL" clId="{57B270D4-F71C-4060-93D8-D7A1621E6179}" dt="2023-03-14T07:45:34.481" v="4929" actId="20577"/>
          <ac:spMkLst>
            <pc:docMk/>
            <pc:sldMk cId="2619049626" sldId="2147471208"/>
            <ac:spMk id="12" creationId="{C900F43C-F4FF-4A5F-ADEF-A67452BFB7C9}"/>
          </ac:spMkLst>
        </pc:spChg>
        <pc:spChg chg="add del">
          <ac:chgData name="Li,Yuting (HP Medicine) BII-CN-S" userId="ce8fbb54-122c-426d-b8da-fdcc5e1b5022" providerId="ADAL" clId="{57B270D4-F71C-4060-93D8-D7A1621E6179}" dt="2023-03-14T03:22:44.171" v="3631" actId="22"/>
          <ac:spMkLst>
            <pc:docMk/>
            <pc:sldMk cId="2619049626" sldId="2147471208"/>
            <ac:spMk id="13" creationId="{D1C0AE99-FAA7-4FB0-A5EB-0AD009CE738A}"/>
          </ac:spMkLst>
        </pc:spChg>
        <pc:picChg chg="add mod">
          <ac:chgData name="Li,Yuting (HP Medicine) BII-CN-S" userId="ce8fbb54-122c-426d-b8da-fdcc5e1b5022" providerId="ADAL" clId="{57B270D4-F71C-4060-93D8-D7A1621E6179}" dt="2023-03-14T03:22:04.631" v="3627" actId="1076"/>
          <ac:picMkLst>
            <pc:docMk/>
            <pc:sldMk cId="2619049626" sldId="2147471208"/>
            <ac:picMk id="90114" creationId="{0519D24E-F1F8-423D-9F7F-68E882C721E0}"/>
          </ac:picMkLst>
        </pc:picChg>
      </pc:sldChg>
      <pc:sldMasterChg chg="delSldLayout">
        <pc:chgData name="Li,Yuting (HP Medicine) BII-CN-S" userId="ce8fbb54-122c-426d-b8da-fdcc5e1b5022" providerId="ADAL" clId="{57B270D4-F71C-4060-93D8-D7A1621E6179}" dt="2023-03-11T02:05:26.780" v="914" actId="47"/>
        <pc:sldMasterMkLst>
          <pc:docMk/>
          <pc:sldMasterMk cId="2865055379" sldId="2147483679"/>
        </pc:sldMasterMkLst>
        <pc:sldLayoutChg chg="del">
          <pc:chgData name="Li,Yuting (HP Medicine) BII-CN-S" userId="ce8fbb54-122c-426d-b8da-fdcc5e1b5022" providerId="ADAL" clId="{57B270D4-F71C-4060-93D8-D7A1621E6179}" dt="2023-03-11T02:05:26.780" v="914" actId="47"/>
          <pc:sldLayoutMkLst>
            <pc:docMk/>
            <pc:sldMasterMk cId="2865055379" sldId="2147483679"/>
            <pc:sldLayoutMk cId="2859046641" sldId="2147484506"/>
          </pc:sldLayoutMkLst>
        </pc:sldLayoutChg>
      </pc:sldMasterChg>
      <pc:sldMasterChg chg="delSldLayout">
        <pc:chgData name="Li,Yuting (HP Medicine) BII-CN-S" userId="ce8fbb54-122c-426d-b8da-fdcc5e1b5022" providerId="ADAL" clId="{57B270D4-F71C-4060-93D8-D7A1621E6179}" dt="2023-03-11T01:42:53.883" v="27" actId="47"/>
        <pc:sldMasterMkLst>
          <pc:docMk/>
          <pc:sldMasterMk cId="1053839385" sldId="2147484510"/>
        </pc:sldMasterMkLst>
        <pc:sldLayoutChg chg="del">
          <pc:chgData name="Li,Yuting (HP Medicine) BII-CN-S" userId="ce8fbb54-122c-426d-b8da-fdcc5e1b5022" providerId="ADAL" clId="{57B270D4-F71C-4060-93D8-D7A1621E6179}" dt="2023-03-11T01:42:53.883" v="27" actId="47"/>
          <pc:sldLayoutMkLst>
            <pc:docMk/>
            <pc:sldMasterMk cId="1053839385" sldId="2147484510"/>
            <pc:sldLayoutMk cId="2748949616" sldId="2147484523"/>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5.%20Meeting%20&amp;%20training\A.%20TOM&amp;TARM&amp;PEC&amp;LPT&amp;Trial%20Mag\TARM\discontinued%20statu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5.%20Meeting%20&amp;%20training\A.%20TOM&amp;TARM&amp;PEC&amp;LPT&amp;Trial%20Mag\TARM\discontinued%20statu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2.%20Tracker\3.%20recruitment\recrutiment%20curv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2.%20Tracker\3.%20recruitment\recrutiment%20curve.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xlsx"/></Relationships>
</file>

<file path=ppt/charts/_rels/chart6.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2.%20Tracker\3.%20recruitment\recrutiment%20curve.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2.xml"/></Relationships>
</file>

<file path=ppt/charts/_rels/chart7.xml.rels><?xml version="1.0" encoding="UTF-8" standalone="yes"?>
<Relationships xmlns="http://schemas.openxmlformats.org/package/2006/relationships"><Relationship Id="rId3" Type="http://schemas.openxmlformats.org/officeDocument/2006/relationships/oleObject" Target="file:///\\eu.boehringer.com\BIcorp\sha\MED\ClinOps\Clinical\On-Going%20Project\1305-0014&amp;0023\02.%20Tracker\3.%20recruitment\recrutiment%20curve.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3.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boehringer-my.sharepoint.com/personal/angno_liu_boehringer-ingelheim_com/Documents/Projects/1366-0031/Working%20Sheet.xlsx" TargetMode="Externa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4.xml"/></Relationships>
</file>

<file path=ppt/charts/_rels/chart11.xml.rels><?xml version="1.0" encoding="UTF-8" standalone="yes"?>
<Relationships xmlns="http://schemas.openxmlformats.org/package/2006/relationships"><Relationship Id="rId3" Type="http://schemas.openxmlformats.org/officeDocument/2006/relationships/oleObject" Target="https://boehringer-my.sharepoint.com/personal/angno_liu_boehringer-ingelheim_com/Documents/Projects/1366-0031/Working%20Sheet.xlsx" TargetMode="Externa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800" b="0" i="0" baseline="0">
                <a:effectLst/>
              </a:rPr>
              <a:t>1405-0014 Patient retention</a:t>
            </a:r>
            <a:endParaRPr lang="zh-CN" altLang="zh-CN">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Pts Randomized</c:v>
                </c:pt>
              </c:strCache>
            </c:strRef>
          </c:tx>
          <c:spPr>
            <a:solidFill>
              <a:schemeClr val="accent1"/>
            </a:solidFill>
            <a:ln>
              <a:noFill/>
            </a:ln>
            <a:effectLst/>
          </c:spPr>
          <c:invertIfNegative val="0"/>
          <c:dLbls>
            <c:delete val="1"/>
          </c:dLbls>
          <c:cat>
            <c:strRef>
              <c:f>Sheet1!$A$2:$A$9</c:f>
              <c:strCache>
                <c:ptCount val="8"/>
                <c:pt idx="0">
                  <c:v>US</c:v>
                </c:pt>
                <c:pt idx="1">
                  <c:v>Japan</c:v>
                </c:pt>
                <c:pt idx="2">
                  <c:v>China</c:v>
                </c:pt>
                <c:pt idx="3">
                  <c:v>Spain</c:v>
                </c:pt>
                <c:pt idx="4">
                  <c:v>France</c:v>
                </c:pt>
                <c:pt idx="5">
                  <c:v>Germany</c:v>
                </c:pt>
                <c:pt idx="6">
                  <c:v>Italy</c:v>
                </c:pt>
                <c:pt idx="7">
                  <c:v>UK</c:v>
                </c:pt>
              </c:strCache>
            </c:strRef>
          </c:cat>
          <c:val>
            <c:numRef>
              <c:f>Sheet1!$B$2:$B$9</c:f>
              <c:numCache>
                <c:formatCode>General</c:formatCode>
                <c:ptCount val="8"/>
                <c:pt idx="0">
                  <c:v>196</c:v>
                </c:pt>
                <c:pt idx="1">
                  <c:v>135</c:v>
                </c:pt>
                <c:pt idx="2">
                  <c:v>97</c:v>
                </c:pt>
                <c:pt idx="3">
                  <c:v>77</c:v>
                </c:pt>
                <c:pt idx="4">
                  <c:v>98</c:v>
                </c:pt>
                <c:pt idx="5">
                  <c:v>80</c:v>
                </c:pt>
                <c:pt idx="6">
                  <c:v>48</c:v>
                </c:pt>
                <c:pt idx="7">
                  <c:v>18</c:v>
                </c:pt>
              </c:numCache>
            </c:numRef>
          </c:val>
          <c:extLst>
            <c:ext xmlns:c16="http://schemas.microsoft.com/office/drawing/2014/chart" uri="{C3380CC4-5D6E-409C-BE32-E72D297353CC}">
              <c16:uniqueId val="{00000000-79CA-4341-83DC-3B8FDA83E804}"/>
            </c:ext>
          </c:extLst>
        </c:ser>
        <c:ser>
          <c:idx val="1"/>
          <c:order val="1"/>
          <c:tx>
            <c:strRef>
              <c:f>Sheet1!$C$1</c:f>
              <c:strCache>
                <c:ptCount val="1"/>
                <c:pt idx="0">
                  <c:v>ongoing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US</c:v>
                </c:pt>
                <c:pt idx="1">
                  <c:v>Japan</c:v>
                </c:pt>
                <c:pt idx="2">
                  <c:v>China</c:v>
                </c:pt>
                <c:pt idx="3">
                  <c:v>Spain</c:v>
                </c:pt>
                <c:pt idx="4">
                  <c:v>France</c:v>
                </c:pt>
                <c:pt idx="5">
                  <c:v>Germany</c:v>
                </c:pt>
                <c:pt idx="6">
                  <c:v>Italy</c:v>
                </c:pt>
                <c:pt idx="7">
                  <c:v>UK</c:v>
                </c:pt>
              </c:strCache>
            </c:strRef>
          </c:cat>
          <c:val>
            <c:numRef>
              <c:f>Sheet1!$C$2:$C$9</c:f>
              <c:numCache>
                <c:formatCode>General</c:formatCode>
                <c:ptCount val="8"/>
                <c:pt idx="0">
                  <c:v>165</c:v>
                </c:pt>
                <c:pt idx="1">
                  <c:v>113</c:v>
                </c:pt>
                <c:pt idx="2">
                  <c:v>80</c:v>
                </c:pt>
                <c:pt idx="3">
                  <c:v>68</c:v>
                </c:pt>
                <c:pt idx="4">
                  <c:v>88</c:v>
                </c:pt>
                <c:pt idx="5">
                  <c:v>68</c:v>
                </c:pt>
                <c:pt idx="6">
                  <c:v>44</c:v>
                </c:pt>
                <c:pt idx="7">
                  <c:v>16</c:v>
                </c:pt>
              </c:numCache>
            </c:numRef>
          </c:val>
          <c:extLst>
            <c:ext xmlns:c16="http://schemas.microsoft.com/office/drawing/2014/chart" uri="{C3380CC4-5D6E-409C-BE32-E72D297353CC}">
              <c16:uniqueId val="{00000001-79CA-4341-83DC-3B8FDA83E804}"/>
            </c:ext>
          </c:extLst>
        </c:ser>
        <c:ser>
          <c:idx val="2"/>
          <c:order val="2"/>
          <c:tx>
            <c:strRef>
              <c:f>Sheet1!$D$1</c:f>
              <c:strCache>
                <c:ptCount val="1"/>
                <c:pt idx="0">
                  <c:v>discontinued </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US</c:v>
                </c:pt>
                <c:pt idx="1">
                  <c:v>Japan</c:v>
                </c:pt>
                <c:pt idx="2">
                  <c:v>China</c:v>
                </c:pt>
                <c:pt idx="3">
                  <c:v>Spain</c:v>
                </c:pt>
                <c:pt idx="4">
                  <c:v>France</c:v>
                </c:pt>
                <c:pt idx="5">
                  <c:v>Germany</c:v>
                </c:pt>
                <c:pt idx="6">
                  <c:v>Italy</c:v>
                </c:pt>
                <c:pt idx="7">
                  <c:v>UK</c:v>
                </c:pt>
              </c:strCache>
            </c:strRef>
          </c:cat>
          <c:val>
            <c:numRef>
              <c:f>Sheet1!$D$2:$D$9</c:f>
              <c:numCache>
                <c:formatCode>General</c:formatCode>
                <c:ptCount val="8"/>
                <c:pt idx="0">
                  <c:v>31</c:v>
                </c:pt>
                <c:pt idx="1">
                  <c:v>22</c:v>
                </c:pt>
                <c:pt idx="2">
                  <c:v>17</c:v>
                </c:pt>
                <c:pt idx="3">
                  <c:v>9</c:v>
                </c:pt>
                <c:pt idx="4">
                  <c:v>10</c:v>
                </c:pt>
                <c:pt idx="5">
                  <c:v>12</c:v>
                </c:pt>
                <c:pt idx="6">
                  <c:v>4</c:v>
                </c:pt>
                <c:pt idx="7">
                  <c:v>2</c:v>
                </c:pt>
              </c:numCache>
            </c:numRef>
          </c:val>
          <c:extLst>
            <c:ext xmlns:c16="http://schemas.microsoft.com/office/drawing/2014/chart" uri="{C3380CC4-5D6E-409C-BE32-E72D297353CC}">
              <c16:uniqueId val="{00000002-79CA-4341-83DC-3B8FDA83E804}"/>
            </c:ext>
          </c:extLst>
        </c:ser>
        <c:dLbls>
          <c:showLegendKey val="0"/>
          <c:showVal val="1"/>
          <c:showCatName val="0"/>
          <c:showSerName val="0"/>
          <c:showPercent val="0"/>
          <c:showBubbleSize val="0"/>
        </c:dLbls>
        <c:gapWidth val="182"/>
        <c:axId val="1213094784"/>
        <c:axId val="1213096944"/>
      </c:barChart>
      <c:catAx>
        <c:axId val="12130947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3096944"/>
        <c:crosses val="autoZero"/>
        <c:auto val="1"/>
        <c:lblAlgn val="ctr"/>
        <c:lblOffset val="100"/>
        <c:noMultiLvlLbl val="0"/>
      </c:catAx>
      <c:valAx>
        <c:axId val="12130969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130947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800" b="0" i="0" baseline="0">
                <a:effectLst/>
              </a:rPr>
              <a:t>1405-0023 Patient retention</a:t>
            </a:r>
            <a:endParaRPr lang="zh-CN" altLang="zh-CN">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Sheet2!$B$1</c:f>
              <c:strCache>
                <c:ptCount val="1"/>
                <c:pt idx="0">
                  <c:v>Pts Randomized</c:v>
                </c:pt>
              </c:strCache>
            </c:strRef>
          </c:tx>
          <c:spPr>
            <a:solidFill>
              <a:schemeClr val="accent1"/>
            </a:solidFill>
            <a:ln>
              <a:noFill/>
            </a:ln>
            <a:effectLst/>
          </c:spPr>
          <c:invertIfNegative val="0"/>
          <c:dLbls>
            <c:delete val="1"/>
          </c:dLbls>
          <c:cat>
            <c:strRef>
              <c:f>Sheet2!$A$2:$A$9</c:f>
              <c:strCache>
                <c:ptCount val="8"/>
                <c:pt idx="0">
                  <c:v>US</c:v>
                </c:pt>
                <c:pt idx="1">
                  <c:v>Japan</c:v>
                </c:pt>
                <c:pt idx="2">
                  <c:v>China</c:v>
                </c:pt>
                <c:pt idx="3">
                  <c:v>Spain</c:v>
                </c:pt>
                <c:pt idx="4">
                  <c:v>France</c:v>
                </c:pt>
                <c:pt idx="5">
                  <c:v>Germany</c:v>
                </c:pt>
                <c:pt idx="6">
                  <c:v>Italy</c:v>
                </c:pt>
                <c:pt idx="7">
                  <c:v>UK</c:v>
                </c:pt>
              </c:strCache>
            </c:strRef>
          </c:cat>
          <c:val>
            <c:numRef>
              <c:f>Sheet2!$B$2:$B$9</c:f>
              <c:numCache>
                <c:formatCode>General</c:formatCode>
                <c:ptCount val="8"/>
                <c:pt idx="0">
                  <c:v>139</c:v>
                </c:pt>
                <c:pt idx="1">
                  <c:v>146</c:v>
                </c:pt>
                <c:pt idx="2">
                  <c:v>155</c:v>
                </c:pt>
                <c:pt idx="3">
                  <c:v>65</c:v>
                </c:pt>
                <c:pt idx="4">
                  <c:v>46</c:v>
                </c:pt>
                <c:pt idx="5">
                  <c:v>52</c:v>
                </c:pt>
                <c:pt idx="6">
                  <c:v>40</c:v>
                </c:pt>
                <c:pt idx="7">
                  <c:v>30</c:v>
                </c:pt>
              </c:numCache>
            </c:numRef>
          </c:val>
          <c:extLst>
            <c:ext xmlns:c16="http://schemas.microsoft.com/office/drawing/2014/chart" uri="{C3380CC4-5D6E-409C-BE32-E72D297353CC}">
              <c16:uniqueId val="{00000000-451D-408C-96DE-44765519E5CC}"/>
            </c:ext>
          </c:extLst>
        </c:ser>
        <c:ser>
          <c:idx val="1"/>
          <c:order val="1"/>
          <c:tx>
            <c:strRef>
              <c:f>Sheet2!$C$1</c:f>
              <c:strCache>
                <c:ptCount val="1"/>
                <c:pt idx="0">
                  <c:v>ongoing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Sheet2!$A$2:$A$9</c:f>
              <c:strCache>
                <c:ptCount val="8"/>
                <c:pt idx="0">
                  <c:v>US</c:v>
                </c:pt>
                <c:pt idx="1">
                  <c:v>Japan</c:v>
                </c:pt>
                <c:pt idx="2">
                  <c:v>China</c:v>
                </c:pt>
                <c:pt idx="3">
                  <c:v>Spain</c:v>
                </c:pt>
                <c:pt idx="4">
                  <c:v>France</c:v>
                </c:pt>
                <c:pt idx="5">
                  <c:v>Germany</c:v>
                </c:pt>
                <c:pt idx="6">
                  <c:v>Italy</c:v>
                </c:pt>
                <c:pt idx="7">
                  <c:v>UK</c:v>
                </c:pt>
              </c:strCache>
            </c:strRef>
          </c:cat>
          <c:val>
            <c:numRef>
              <c:f>Sheet2!$C$2:$C$9</c:f>
              <c:numCache>
                <c:formatCode>General</c:formatCode>
                <c:ptCount val="8"/>
                <c:pt idx="0">
                  <c:v>125</c:v>
                </c:pt>
                <c:pt idx="1">
                  <c:v>129</c:v>
                </c:pt>
                <c:pt idx="2">
                  <c:v>132</c:v>
                </c:pt>
                <c:pt idx="3">
                  <c:v>61</c:v>
                </c:pt>
                <c:pt idx="4">
                  <c:v>40</c:v>
                </c:pt>
                <c:pt idx="5">
                  <c:v>46</c:v>
                </c:pt>
                <c:pt idx="6">
                  <c:v>36</c:v>
                </c:pt>
                <c:pt idx="7">
                  <c:v>27</c:v>
                </c:pt>
              </c:numCache>
            </c:numRef>
          </c:val>
          <c:extLst>
            <c:ext xmlns:c16="http://schemas.microsoft.com/office/drawing/2014/chart" uri="{C3380CC4-5D6E-409C-BE32-E72D297353CC}">
              <c16:uniqueId val="{00000001-451D-408C-96DE-44765519E5CC}"/>
            </c:ext>
          </c:extLst>
        </c:ser>
        <c:ser>
          <c:idx val="2"/>
          <c:order val="2"/>
          <c:tx>
            <c:strRef>
              <c:f>Sheet2!$D$1</c:f>
              <c:strCache>
                <c:ptCount val="1"/>
                <c:pt idx="0">
                  <c:v>discontinued </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Sheet2!$A$2:$A$9</c:f>
              <c:strCache>
                <c:ptCount val="8"/>
                <c:pt idx="0">
                  <c:v>US</c:v>
                </c:pt>
                <c:pt idx="1">
                  <c:v>Japan</c:v>
                </c:pt>
                <c:pt idx="2">
                  <c:v>China</c:v>
                </c:pt>
                <c:pt idx="3">
                  <c:v>Spain</c:v>
                </c:pt>
                <c:pt idx="4">
                  <c:v>France</c:v>
                </c:pt>
                <c:pt idx="5">
                  <c:v>Germany</c:v>
                </c:pt>
                <c:pt idx="6">
                  <c:v>Italy</c:v>
                </c:pt>
                <c:pt idx="7">
                  <c:v>UK</c:v>
                </c:pt>
              </c:strCache>
            </c:strRef>
          </c:cat>
          <c:val>
            <c:numRef>
              <c:f>Sheet2!$D$2:$D$9</c:f>
              <c:numCache>
                <c:formatCode>General</c:formatCode>
                <c:ptCount val="8"/>
                <c:pt idx="0">
                  <c:v>14</c:v>
                </c:pt>
                <c:pt idx="1">
                  <c:v>17</c:v>
                </c:pt>
                <c:pt idx="2">
                  <c:v>23</c:v>
                </c:pt>
                <c:pt idx="3">
                  <c:v>4</c:v>
                </c:pt>
                <c:pt idx="4">
                  <c:v>6</c:v>
                </c:pt>
                <c:pt idx="5">
                  <c:v>6</c:v>
                </c:pt>
                <c:pt idx="6">
                  <c:v>4</c:v>
                </c:pt>
                <c:pt idx="7">
                  <c:v>3</c:v>
                </c:pt>
              </c:numCache>
            </c:numRef>
          </c:val>
          <c:extLst>
            <c:ext xmlns:c16="http://schemas.microsoft.com/office/drawing/2014/chart" uri="{C3380CC4-5D6E-409C-BE32-E72D297353CC}">
              <c16:uniqueId val="{00000002-451D-408C-96DE-44765519E5CC}"/>
            </c:ext>
          </c:extLst>
        </c:ser>
        <c:dLbls>
          <c:showLegendKey val="0"/>
          <c:showVal val="1"/>
          <c:showCatName val="0"/>
          <c:showSerName val="0"/>
          <c:showPercent val="0"/>
          <c:showBubbleSize val="0"/>
        </c:dLbls>
        <c:gapWidth val="182"/>
        <c:axId val="1207790504"/>
        <c:axId val="1207790864"/>
      </c:barChart>
      <c:catAx>
        <c:axId val="12077905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7790864"/>
        <c:crosses val="autoZero"/>
        <c:auto val="1"/>
        <c:lblAlgn val="ctr"/>
        <c:lblOffset val="100"/>
        <c:noMultiLvlLbl val="0"/>
      </c:catAx>
      <c:valAx>
        <c:axId val="1207790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7790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Global recruitment source data</a:t>
            </a:r>
            <a:endParaRPr lang="zh-CN"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681001876486116E-2"/>
          <c:y val="8.5116772823779191E-2"/>
          <c:w val="0.9494245668388096"/>
          <c:h val="0.79522483651827103"/>
        </c:manualLayout>
      </c:layout>
      <c:lineChart>
        <c:grouping val="standard"/>
        <c:varyColors val="0"/>
        <c:ser>
          <c:idx val="0"/>
          <c:order val="0"/>
          <c:tx>
            <c:strRef>
              <c:f>'1305-0014'!$A$15</c:f>
              <c:strCache>
                <c:ptCount val="1"/>
                <c:pt idx="0">
                  <c:v>Patients Enrolled/Randomized (Actual)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'1305-0014'!$B$15:$Q$15</c:f>
              <c:numCache>
                <c:formatCode>General</c:formatCode>
                <c:ptCount val="16"/>
                <c:pt idx="0">
                  <c:v>0</c:v>
                </c:pt>
                <c:pt idx="1">
                  <c:v>1</c:v>
                </c:pt>
                <c:pt idx="2">
                  <c:v>4</c:v>
                </c:pt>
                <c:pt idx="3">
                  <c:v>5</c:v>
                </c:pt>
                <c:pt idx="4">
                  <c:v>22</c:v>
                </c:pt>
                <c:pt idx="5">
                  <c:v>69</c:v>
                </c:pt>
                <c:pt idx="6">
                  <c:v>221</c:v>
                </c:pt>
                <c:pt idx="7">
                  <c:v>369</c:v>
                </c:pt>
                <c:pt idx="8">
                  <c:v>574</c:v>
                </c:pt>
                <c:pt idx="9">
                  <c:v>905</c:v>
                </c:pt>
                <c:pt idx="10">
                  <c:v>1124</c:v>
                </c:pt>
                <c:pt idx="11">
                  <c:v>1177</c:v>
                </c:pt>
              </c:numCache>
            </c:numRef>
          </c:val>
          <c:smooth val="0"/>
          <c:extLst>
            <c:ext xmlns:c16="http://schemas.microsoft.com/office/drawing/2014/chart" uri="{C3380CC4-5D6E-409C-BE32-E72D297353CC}">
              <c16:uniqueId val="{00000000-37CD-47C1-AA9F-9F94AD0BC3C1}"/>
            </c:ext>
          </c:extLst>
        </c:ser>
        <c:ser>
          <c:idx val="1"/>
          <c:order val="1"/>
          <c:tx>
            <c:strRef>
              <c:f>'1305-0014'!$A$16</c:f>
              <c:strCache>
                <c:ptCount val="1"/>
                <c:pt idx="0">
                  <c:v>Patients Enrolled/Randomized (Planned)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dLbl>
              <c:idx val="13"/>
              <c:layout>
                <c:manualLayout>
                  <c:x val="-2.2830568274094472E-2"/>
                  <c:y val="-4.00116106139275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890-42D5-93A9-A444480EFAF7}"/>
                </c:ext>
              </c:extLst>
            </c:dLbl>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'1305-0014'!$B$16:$Q$16</c:f>
              <c:numCache>
                <c:formatCode>General</c:formatCode>
                <c:ptCount val="16"/>
                <c:pt idx="0">
                  <c:v>0</c:v>
                </c:pt>
                <c:pt idx="1">
                  <c:v>1</c:v>
                </c:pt>
                <c:pt idx="2">
                  <c:v>6</c:v>
                </c:pt>
                <c:pt idx="3">
                  <c:v>29</c:v>
                </c:pt>
                <c:pt idx="4">
                  <c:v>76</c:v>
                </c:pt>
                <c:pt idx="5">
                  <c:v>167</c:v>
                </c:pt>
                <c:pt idx="6">
                  <c:v>265</c:v>
                </c:pt>
                <c:pt idx="7">
                  <c:v>364</c:v>
                </c:pt>
                <c:pt idx="8">
                  <c:v>473</c:v>
                </c:pt>
                <c:pt idx="9">
                  <c:v>585</c:v>
                </c:pt>
                <c:pt idx="10">
                  <c:v>686</c:v>
                </c:pt>
                <c:pt idx="11">
                  <c:v>780</c:v>
                </c:pt>
                <c:pt idx="12">
                  <c:v>886</c:v>
                </c:pt>
                <c:pt idx="13">
                  <c:v>993</c:v>
                </c:pt>
                <c:pt idx="14">
                  <c:v>1080</c:v>
                </c:pt>
                <c:pt idx="15">
                  <c:v>1080</c:v>
                </c:pt>
              </c:numCache>
            </c:numRef>
          </c:val>
          <c:smooth val="0"/>
          <c:extLst>
            <c:ext xmlns:c16="http://schemas.microsoft.com/office/drawing/2014/chart" uri="{C3380CC4-5D6E-409C-BE32-E72D297353CC}">
              <c16:uniqueId val="{00000001-37CD-47C1-AA9F-9F94AD0BC3C1}"/>
            </c:ext>
          </c:extLst>
        </c:ser>
        <c:ser>
          <c:idx val="2"/>
          <c:order val="2"/>
          <c:tx>
            <c:strRef>
              <c:f>'1305-0014'!$A$17</c:f>
              <c:strCache>
                <c:ptCount val="1"/>
                <c:pt idx="0">
                  <c:v>Patient Screened(Actual)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'1305-0014'!$B$17:$Q$17</c:f>
              <c:numCache>
                <c:formatCode>General</c:formatCode>
                <c:ptCount val="16"/>
                <c:pt idx="0">
                  <c:v>0</c:v>
                </c:pt>
                <c:pt idx="1">
                  <c:v>3</c:v>
                </c:pt>
                <c:pt idx="2">
                  <c:v>6</c:v>
                </c:pt>
                <c:pt idx="3">
                  <c:v>30</c:v>
                </c:pt>
                <c:pt idx="4">
                  <c:v>124</c:v>
                </c:pt>
                <c:pt idx="5">
                  <c:v>295</c:v>
                </c:pt>
                <c:pt idx="6">
                  <c:v>609</c:v>
                </c:pt>
                <c:pt idx="7">
                  <c:v>852</c:v>
                </c:pt>
                <c:pt idx="8">
                  <c:v>1399</c:v>
                </c:pt>
                <c:pt idx="9">
                  <c:v>1720</c:v>
                </c:pt>
                <c:pt idx="10">
                  <c:v>1720</c:v>
                </c:pt>
                <c:pt idx="11">
                  <c:v>1720</c:v>
                </c:pt>
              </c:numCache>
            </c:numRef>
          </c:val>
          <c:smooth val="0"/>
          <c:extLst>
            <c:ext xmlns:c16="http://schemas.microsoft.com/office/drawing/2014/chart" uri="{C3380CC4-5D6E-409C-BE32-E72D297353CC}">
              <c16:uniqueId val="{00000002-37CD-47C1-AA9F-9F94AD0BC3C1}"/>
            </c:ext>
          </c:extLst>
        </c:ser>
        <c:ser>
          <c:idx val="3"/>
          <c:order val="3"/>
          <c:tx>
            <c:strRef>
              <c:f>'1305-0014'!$A$18</c:f>
              <c:strCache>
                <c:ptCount val="1"/>
                <c:pt idx="0">
                  <c:v>Patient Screened(Planned)</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'1305-0014'!$B$18:$Q$18</c:f>
              <c:numCache>
                <c:formatCode>General</c:formatCode>
                <c:ptCount val="16"/>
                <c:pt idx="0">
                  <c:v>3</c:v>
                </c:pt>
                <c:pt idx="1">
                  <c:v>9</c:v>
                </c:pt>
                <c:pt idx="2">
                  <c:v>31</c:v>
                </c:pt>
                <c:pt idx="3">
                  <c:v>91</c:v>
                </c:pt>
                <c:pt idx="4">
                  <c:v>173</c:v>
                </c:pt>
                <c:pt idx="5">
                  <c:v>299</c:v>
                </c:pt>
                <c:pt idx="6">
                  <c:v>432</c:v>
                </c:pt>
                <c:pt idx="7">
                  <c:v>568</c:v>
                </c:pt>
                <c:pt idx="8">
                  <c:v>702</c:v>
                </c:pt>
                <c:pt idx="9">
                  <c:v>830</c:v>
                </c:pt>
                <c:pt idx="10">
                  <c:v>960</c:v>
                </c:pt>
                <c:pt idx="11">
                  <c:v>1084</c:v>
                </c:pt>
                <c:pt idx="12">
                  <c:v>1225</c:v>
                </c:pt>
                <c:pt idx="13">
                  <c:v>1360</c:v>
                </c:pt>
                <c:pt idx="14">
                  <c:v>1450</c:v>
                </c:pt>
                <c:pt idx="15">
                  <c:v>1450</c:v>
                </c:pt>
              </c:numCache>
            </c:numRef>
          </c:val>
          <c:smooth val="0"/>
          <c:extLst>
            <c:ext xmlns:c16="http://schemas.microsoft.com/office/drawing/2014/chart" uri="{C3380CC4-5D6E-409C-BE32-E72D297353CC}">
              <c16:uniqueId val="{00000003-37CD-47C1-AA9F-9F94AD0BC3C1}"/>
            </c:ext>
          </c:extLst>
        </c:ser>
        <c:dLbls>
          <c:dLblPos val="t"/>
          <c:showLegendKey val="0"/>
          <c:showVal val="1"/>
          <c:showCatName val="0"/>
          <c:showSerName val="0"/>
          <c:showPercent val="0"/>
          <c:showBubbleSize val="0"/>
        </c:dLbls>
        <c:marker val="1"/>
        <c:smooth val="0"/>
        <c:axId val="665679616"/>
        <c:axId val="665681584"/>
      </c:lineChart>
      <c:dateAx>
        <c:axId val="66567961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665681584"/>
        <c:crosses val="autoZero"/>
        <c:auto val="1"/>
        <c:lblOffset val="100"/>
        <c:baseTimeUnit val="months"/>
      </c:dateAx>
      <c:valAx>
        <c:axId val="665681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5679616"/>
        <c:crosses val="autoZero"/>
        <c:crossBetween val="between"/>
      </c:valAx>
      <c:spPr>
        <a:noFill/>
        <a:ln>
          <a:noFill/>
        </a:ln>
        <a:effectLst/>
      </c:spPr>
    </c:plotArea>
    <c:legend>
      <c:legendPos val="b"/>
      <c:layout>
        <c:manualLayout>
          <c:xMode val="edge"/>
          <c:yMode val="edge"/>
          <c:x val="0.54727722094674924"/>
          <c:y val="0.71751441542515715"/>
          <c:w val="0.45018128340187119"/>
          <c:h val="0.1416579695775823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800" b="0" i="0" baseline="0">
                <a:effectLst/>
              </a:rPr>
              <a:t>Patient Enrollment Status (</a:t>
            </a:r>
            <a:r>
              <a:rPr lang="en-US" altLang="zh-CN" sz="1800" b="1" i="0" baseline="0">
                <a:effectLst/>
              </a:rPr>
              <a:t>China mainland</a:t>
            </a:r>
            <a:r>
              <a:rPr lang="en-US" altLang="zh-CN" sz="1800" b="0" i="0" baseline="0">
                <a:effectLst/>
              </a:rPr>
              <a:t>) </a:t>
            </a:r>
            <a:endParaRPr lang="zh-CN" altLang="zh-CN">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8707276673753066E-2"/>
          <c:y val="0.12034698832478731"/>
          <c:w val="0.95076549390175424"/>
          <c:h val="0.73950170060103437"/>
        </c:manualLayout>
      </c:layout>
      <c:lineChart>
        <c:grouping val="standard"/>
        <c:varyColors val="0"/>
        <c:ser>
          <c:idx val="0"/>
          <c:order val="0"/>
          <c:tx>
            <c:strRef>
              <c:f>'1305-0014'!$A$5</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'1305-0014'!$B$5:$N$5</c:f>
              <c:numCache>
                <c:formatCode>0_);[Red]\(0\)</c:formatCode>
                <c:ptCount val="13"/>
                <c:pt idx="0">
                  <c:v>0</c:v>
                </c:pt>
                <c:pt idx="1">
                  <c:v>0</c:v>
                </c:pt>
                <c:pt idx="2">
                  <c:v>0</c:v>
                </c:pt>
                <c:pt idx="3">
                  <c:v>2</c:v>
                </c:pt>
                <c:pt idx="4">
                  <c:v>20</c:v>
                </c:pt>
                <c:pt idx="5">
                  <c:v>46</c:v>
                </c:pt>
                <c:pt idx="6">
                  <c:v>76</c:v>
                </c:pt>
                <c:pt idx="7">
                  <c:v>96</c:v>
                </c:pt>
                <c:pt idx="8">
                  <c:v>97</c:v>
                </c:pt>
              </c:numCache>
            </c:numRef>
          </c:val>
          <c:smooth val="0"/>
          <c:extLst>
            <c:ext xmlns:c16="http://schemas.microsoft.com/office/drawing/2014/chart" uri="{C3380CC4-5D6E-409C-BE32-E72D297353CC}">
              <c16:uniqueId val="{00000000-BDF6-47CE-91F3-C38D45B5E3E0}"/>
            </c:ext>
          </c:extLst>
        </c:ser>
        <c:ser>
          <c:idx val="1"/>
          <c:order val="1"/>
          <c:tx>
            <c:strRef>
              <c:f>'1305-0014'!#REF!</c:f>
              <c:strCache>
                <c:ptCount val="1"/>
                <c:pt idx="0">
                  <c:v>#REF!</c:v>
                </c:pt>
              </c:strCache>
            </c:strRef>
          </c:tx>
          <c:spPr>
            <a:ln w="28575" cap="rnd">
              <a:solidFill>
                <a:schemeClr val="accent2"/>
              </a:solidFill>
              <a:round/>
            </a:ln>
            <a:effectLst/>
          </c:spPr>
          <c:marker>
            <c:symbol val="none"/>
          </c:marker>
          <c:cat>
            <c:numRef>
              <c:f>'1305-0014'!$B$4:$N$4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'1305-0014'!#REF!</c:f>
              <c:numCache>
                <c:formatCode>General</c:formatCode>
                <c:ptCount val="1"/>
                <c:pt idx="0">
                  <c:v>1</c:v>
                </c:pt>
              </c:numCache>
            </c:numRef>
          </c:val>
          <c:smooth val="0"/>
          <c:extLst>
            <c:ext xmlns:c16="http://schemas.microsoft.com/office/drawing/2014/chart" uri="{C3380CC4-5D6E-409C-BE32-E72D297353CC}">
              <c16:uniqueId val="{00000001-BDF6-47CE-91F3-C38D45B5E3E0}"/>
            </c:ext>
          </c:extLst>
        </c:ser>
        <c:ser>
          <c:idx val="2"/>
          <c:order val="2"/>
          <c:tx>
            <c:strRef>
              <c:f>'1305-0014'!$A$9</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'1305-0014'!$B$4:$N$4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'1305-0014'!$B$9:$N$9</c:f>
              <c:numCache>
                <c:formatCode>0_);[Red]\(0\)</c:formatCode>
                <c:ptCount val="13"/>
                <c:pt idx="0">
                  <c:v>0</c:v>
                </c:pt>
                <c:pt idx="1">
                  <c:v>0</c:v>
                </c:pt>
                <c:pt idx="2">
                  <c:v>8</c:v>
                </c:pt>
                <c:pt idx="3">
                  <c:v>39</c:v>
                </c:pt>
                <c:pt idx="4">
                  <c:v>75</c:v>
                </c:pt>
                <c:pt idx="5">
                  <c:v>141</c:v>
                </c:pt>
                <c:pt idx="6">
                  <c:v>168</c:v>
                </c:pt>
                <c:pt idx="7">
                  <c:v>168</c:v>
                </c:pt>
                <c:pt idx="8">
                  <c:v>168</c:v>
                </c:pt>
              </c:numCache>
            </c:numRef>
          </c:val>
          <c:smooth val="0"/>
          <c:extLst>
            <c:ext xmlns:c16="http://schemas.microsoft.com/office/drawing/2014/chart" uri="{C3380CC4-5D6E-409C-BE32-E72D297353CC}">
              <c16:uniqueId val="{00000002-BDF6-47CE-91F3-C38D45B5E3E0}"/>
            </c:ext>
          </c:extLst>
        </c:ser>
        <c:ser>
          <c:idx val="3"/>
          <c:order val="3"/>
          <c:tx>
            <c:strRef>
              <c:f>'1305-0014'!#REF!</c:f>
              <c:strCache>
                <c:ptCount val="1"/>
                <c:pt idx="0">
                  <c:v>#REF!</c:v>
                </c:pt>
              </c:strCache>
            </c:strRef>
          </c:tx>
          <c:spPr>
            <a:ln w="28575" cap="rnd">
              <a:solidFill>
                <a:schemeClr val="accent4"/>
              </a:solidFill>
              <a:round/>
            </a:ln>
            <a:effectLst/>
          </c:spPr>
          <c:marker>
            <c:symbol val="none"/>
          </c:marker>
          <c:cat>
            <c:numRef>
              <c:f>'1305-0014'!$B$4:$N$4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'1305-0014'!#REF!</c:f>
              <c:numCache>
                <c:formatCode>General</c:formatCode>
                <c:ptCount val="1"/>
                <c:pt idx="0">
                  <c:v>1</c:v>
                </c:pt>
              </c:numCache>
            </c:numRef>
          </c:val>
          <c:smooth val="0"/>
          <c:extLst>
            <c:ext xmlns:c16="http://schemas.microsoft.com/office/drawing/2014/chart" uri="{C3380CC4-5D6E-409C-BE32-E72D297353CC}">
              <c16:uniqueId val="{00000003-BDF6-47CE-91F3-C38D45B5E3E0}"/>
            </c:ext>
          </c:extLst>
        </c:ser>
        <c:ser>
          <c:idx val="4"/>
          <c:order val="4"/>
          <c:tx>
            <c:strRef>
              <c:f>'1305-0014'!$A$6</c:f>
              <c:strCache>
                <c:ptCount val="1"/>
                <c:pt idx="0">
                  <c:v>Patients Enrolled/Randomized (Re-Planned)</c:v>
                </c:pt>
              </c:strCache>
            </c:strRef>
          </c:tx>
          <c:spPr>
            <a:ln w="28575" cap="rnd">
              <a:solidFill>
                <a:srgbClr val="FF000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'1305-0014'!$B$6:$J$6</c:f>
              <c:numCache>
                <c:formatCode>0_);[Red]\(0\)</c:formatCode>
                <c:ptCount val="9"/>
                <c:pt idx="0">
                  <c:v>0</c:v>
                </c:pt>
                <c:pt idx="1">
                  <c:v>0</c:v>
                </c:pt>
                <c:pt idx="2">
                  <c:v>0</c:v>
                </c:pt>
                <c:pt idx="3">
                  <c:v>2</c:v>
                </c:pt>
                <c:pt idx="4">
                  <c:v>20</c:v>
                </c:pt>
                <c:pt idx="5">
                  <c:v>45</c:v>
                </c:pt>
                <c:pt idx="6">
                  <c:v>75</c:v>
                </c:pt>
                <c:pt idx="7">
                  <c:v>105</c:v>
                </c:pt>
                <c:pt idx="8">
                  <c:v>135</c:v>
                </c:pt>
              </c:numCache>
            </c:numRef>
          </c:val>
          <c:smooth val="0"/>
          <c:extLst>
            <c:ext xmlns:c16="http://schemas.microsoft.com/office/drawing/2014/chart" uri="{C3380CC4-5D6E-409C-BE32-E72D297353CC}">
              <c16:uniqueId val="{00000004-BDF6-47CE-91F3-C38D45B5E3E0}"/>
            </c:ext>
          </c:extLst>
        </c:ser>
        <c:ser>
          <c:idx val="5"/>
          <c:order val="5"/>
          <c:tx>
            <c:strRef>
              <c:f>'1305-0014'!$A$10</c:f>
              <c:strCache>
                <c:ptCount val="1"/>
                <c:pt idx="0">
                  <c:v>Patient Screened(Re-Planned)</c:v>
                </c:pt>
              </c:strCache>
            </c:strRef>
          </c:tx>
          <c:spPr>
            <a:ln w="28575" cap="rnd">
              <a:solidFill>
                <a:schemeClr val="accent6"/>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'1305-0014'!$B$10:$I$10</c:f>
              <c:numCache>
                <c:formatCode>0_);[Red]\(0\)</c:formatCode>
                <c:ptCount val="8"/>
                <c:pt idx="0">
                  <c:v>0</c:v>
                </c:pt>
                <c:pt idx="1">
                  <c:v>0</c:v>
                </c:pt>
                <c:pt idx="2">
                  <c:v>8</c:v>
                </c:pt>
                <c:pt idx="3">
                  <c:v>39</c:v>
                </c:pt>
                <c:pt idx="4">
                  <c:v>75</c:v>
                </c:pt>
                <c:pt idx="5">
                  <c:v>115</c:v>
                </c:pt>
                <c:pt idx="6">
                  <c:v>176</c:v>
                </c:pt>
                <c:pt idx="7">
                  <c:v>176</c:v>
                </c:pt>
              </c:numCache>
            </c:numRef>
          </c:val>
          <c:smooth val="0"/>
          <c:extLst>
            <c:ext xmlns:c16="http://schemas.microsoft.com/office/drawing/2014/chart" uri="{C3380CC4-5D6E-409C-BE32-E72D297353CC}">
              <c16:uniqueId val="{00000005-BDF6-47CE-91F3-C38D45B5E3E0}"/>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legendEntry>
        <c:idx val="1"/>
        <c:delete val="1"/>
      </c:legendEntry>
      <c:legendEntry>
        <c:idx val="3"/>
        <c:delete val="1"/>
      </c:legendEntry>
      <c:layout>
        <c:manualLayout>
          <c:xMode val="edge"/>
          <c:yMode val="edge"/>
          <c:x val="0.55420734211937039"/>
          <c:y val="0.659132853254078"/>
          <c:w val="0.44507780028822658"/>
          <c:h val="0.1336898428641254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9542420517230006E-2"/>
          <c:y val="5.0348696274384215E-2"/>
          <c:w val="0.93359996509347964"/>
          <c:h val="0.73333490291013392"/>
        </c:manualLayout>
      </c:layout>
      <c:lineChart>
        <c:grouping val="standard"/>
        <c:varyColors val="0"/>
        <c:ser>
          <c:idx val="1"/>
          <c:order val="1"/>
          <c:tx>
            <c:strRef>
              <c:f>工作表1!$D$26</c:f>
              <c:strCache>
                <c:ptCount val="1"/>
                <c:pt idx="0">
                  <c:v>Screening(Actual)</c:v>
                </c:pt>
              </c:strCache>
            </c:strRef>
          </c:tx>
          <c:spPr>
            <a:ln w="28575" cap="rnd">
              <a:solidFill>
                <a:schemeClr val="accent2"/>
              </a:solidFill>
              <a:round/>
            </a:ln>
            <a:effectLst/>
          </c:spPr>
          <c:marker>
            <c:symbol val="circle"/>
            <c:size val="5"/>
            <c:spPr>
              <a:solidFill>
                <a:schemeClr val="accent2"/>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工作表1!$E$24:$N$24</c:f>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f>工作表1!$E$26:$N$26</c:f>
              <c:numCache>
                <c:formatCode>General</c:formatCode>
                <c:ptCount val="10"/>
                <c:pt idx="0">
                  <c:v>0</c:v>
                </c:pt>
                <c:pt idx="1">
                  <c:v>0</c:v>
                </c:pt>
                <c:pt idx="2">
                  <c:v>2</c:v>
                </c:pt>
                <c:pt idx="3">
                  <c:v>14</c:v>
                </c:pt>
                <c:pt idx="4">
                  <c:v>18</c:v>
                </c:pt>
                <c:pt idx="5">
                  <c:v>37</c:v>
                </c:pt>
                <c:pt idx="6">
                  <c:v>41</c:v>
                </c:pt>
              </c:numCache>
            </c:numRef>
          </c:val>
          <c:smooth val="0"/>
          <c:extLst>
            <c:ext xmlns:c16="http://schemas.microsoft.com/office/drawing/2014/chart" uri="{C3380CC4-5D6E-409C-BE32-E72D297353CC}">
              <c16:uniqueId val="{00000001-2D14-4291-ABBF-201857C8B7BF}"/>
            </c:ext>
          </c:extLst>
        </c:ser>
        <c:ser>
          <c:idx val="3"/>
          <c:order val="3"/>
          <c:tx>
            <c:strRef>
              <c:f>工作表1!$D$28</c:f>
              <c:strCache>
                <c:ptCount val="1"/>
                <c:pt idx="0">
                  <c:v>Randomized (Actual)</c:v>
                </c:pt>
              </c:strCache>
            </c:strRef>
          </c:tx>
          <c:spPr>
            <a:ln w="28575" cap="rnd">
              <a:solidFill>
                <a:srgbClr val="4472C4"/>
              </a:solidFill>
              <a:round/>
            </a:ln>
            <a:effectLst/>
          </c:spPr>
          <c:marker>
            <c:symbol val="circle"/>
            <c:size val="5"/>
            <c:spPr>
              <a:solidFill>
                <a:srgbClr val="4472C4"/>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工作表1!$E$24:$N$24</c:f>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f>工作表1!$E$28:$N$28</c:f>
              <c:numCache>
                <c:formatCode>General</c:formatCode>
                <c:ptCount val="10"/>
                <c:pt idx="0">
                  <c:v>0</c:v>
                </c:pt>
                <c:pt idx="1">
                  <c:v>0</c:v>
                </c:pt>
                <c:pt idx="2">
                  <c:v>0</c:v>
                </c:pt>
                <c:pt idx="3">
                  <c:v>1</c:v>
                </c:pt>
                <c:pt idx="4">
                  <c:v>4</c:v>
                </c:pt>
                <c:pt idx="5">
                  <c:v>9</c:v>
                </c:pt>
                <c:pt idx="6">
                  <c:v>14</c:v>
                </c:pt>
                <c:pt idx="7">
                  <c:v>22</c:v>
                </c:pt>
              </c:numCache>
            </c:numRef>
          </c:val>
          <c:smooth val="0"/>
          <c:extLst>
            <c:ext xmlns:c16="http://schemas.microsoft.com/office/drawing/2014/chart" uri="{C3380CC4-5D6E-409C-BE32-E72D297353CC}">
              <c16:uniqueId val="{00000003-2D14-4291-ABBF-201857C8B7BF}"/>
            </c:ext>
          </c:extLst>
        </c:ser>
        <c:ser>
          <c:idx val="4"/>
          <c:order val="4"/>
          <c:tx>
            <c:strRef>
              <c:f>工作表1!$D$29</c:f>
              <c:strCache>
                <c:ptCount val="1"/>
                <c:pt idx="0">
                  <c:v>Screening (re-projected based on global status)</c:v>
                </c:pt>
              </c:strCache>
            </c:strRef>
          </c:tx>
          <c:spPr>
            <a:ln w="28575" cap="rnd">
              <a:solidFill>
                <a:schemeClr val="accent5"/>
              </a:solidFill>
              <a:prstDash val="sysDot"/>
              <a:round/>
            </a:ln>
            <a:effectLst/>
          </c:spPr>
          <c:marker>
            <c:symbol val="circle"/>
            <c:size val="5"/>
            <c:spPr>
              <a:solidFill>
                <a:schemeClr val="accent5"/>
              </a:solidFill>
              <a:ln w="9525">
                <a:solidFill>
                  <a:schemeClr val="accent5"/>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工作表1!$E$24:$N$24</c:f>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f>工作表1!$E$29:$N$29</c:f>
              <c:numCache>
                <c:formatCode>General</c:formatCode>
                <c:ptCount val="10"/>
                <c:pt idx="0">
                  <c:v>0</c:v>
                </c:pt>
                <c:pt idx="1">
                  <c:v>0</c:v>
                </c:pt>
                <c:pt idx="2">
                  <c:v>2</c:v>
                </c:pt>
                <c:pt idx="3">
                  <c:v>14</c:v>
                </c:pt>
                <c:pt idx="4">
                  <c:v>18</c:v>
                </c:pt>
                <c:pt idx="5">
                  <c:v>26</c:v>
                </c:pt>
                <c:pt idx="6">
                  <c:v>33</c:v>
                </c:pt>
              </c:numCache>
            </c:numRef>
          </c:val>
          <c:smooth val="0"/>
          <c:extLst>
            <c:ext xmlns:c16="http://schemas.microsoft.com/office/drawing/2014/chart" uri="{C3380CC4-5D6E-409C-BE32-E72D297353CC}">
              <c16:uniqueId val="{00000000-08A3-468E-A060-FA8561D3CDB9}"/>
            </c:ext>
          </c:extLst>
        </c:ser>
        <c:ser>
          <c:idx val="5"/>
          <c:order val="5"/>
          <c:tx>
            <c:strRef>
              <c:f>工作表1!$D$30</c:f>
              <c:strCache>
                <c:ptCount val="1"/>
                <c:pt idx="0">
                  <c:v>Randomized (re-projected based on global status)</c:v>
                </c:pt>
              </c:strCache>
            </c:strRef>
          </c:tx>
          <c:spPr>
            <a:ln w="28575" cap="rnd">
              <a:solidFill>
                <a:schemeClr val="accent6"/>
              </a:solidFill>
              <a:prstDash val="dash"/>
              <a:round/>
            </a:ln>
            <a:effectLst/>
          </c:spPr>
          <c:marker>
            <c:symbol val="circle"/>
            <c:size val="5"/>
            <c:spPr>
              <a:solidFill>
                <a:schemeClr val="accent6"/>
              </a:solidFill>
              <a:ln w="9525">
                <a:solidFill>
                  <a:schemeClr val="accent6"/>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工作表1!$E$24:$N$24</c:f>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f>工作表1!$E$30:$N$30</c:f>
              <c:numCache>
                <c:formatCode>General</c:formatCode>
                <c:ptCount val="10"/>
                <c:pt idx="0">
                  <c:v>0</c:v>
                </c:pt>
                <c:pt idx="1">
                  <c:v>0</c:v>
                </c:pt>
                <c:pt idx="2">
                  <c:v>0</c:v>
                </c:pt>
                <c:pt idx="3">
                  <c:v>1</c:v>
                </c:pt>
                <c:pt idx="4">
                  <c:v>4</c:v>
                </c:pt>
                <c:pt idx="5">
                  <c:v>9</c:v>
                </c:pt>
                <c:pt idx="6">
                  <c:v>14</c:v>
                </c:pt>
                <c:pt idx="7">
                  <c:v>18</c:v>
                </c:pt>
                <c:pt idx="8">
                  <c:v>23</c:v>
                </c:pt>
              </c:numCache>
            </c:numRef>
          </c:val>
          <c:smooth val="0"/>
          <c:extLst>
            <c:ext xmlns:c16="http://schemas.microsoft.com/office/drawing/2014/chart" uri="{C3380CC4-5D6E-409C-BE32-E72D297353CC}">
              <c16:uniqueId val="{00000001-08A3-468E-A060-FA8561D3CDB9}"/>
            </c:ext>
          </c:extLst>
        </c:ser>
        <c:dLbls>
          <c:dLblPos val="ctr"/>
          <c:showLegendKey val="0"/>
          <c:showVal val="1"/>
          <c:showCatName val="0"/>
          <c:showSerName val="0"/>
          <c:showPercent val="0"/>
          <c:showBubbleSize val="0"/>
        </c:dLbls>
        <c:marker val="1"/>
        <c:smooth val="0"/>
        <c:axId val="523006048"/>
        <c:axId val="523012280"/>
        <c:extLst>
          <c:ext xmlns:c15="http://schemas.microsoft.com/office/drawing/2012/chart" uri="{02D57815-91ED-43cb-92C2-25804820EDAC}">
            <c15:filteredLineSeries>
              <c15:ser>
                <c:idx val="0"/>
                <c:order val="0"/>
                <c:tx>
                  <c:strRef>
                    <c:extLst>
                      <c:ext uri="{02D57815-91ED-43cb-92C2-25804820EDAC}">
                        <c15:formulaRef>
                          <c15:sqref>工作表1!$D$25</c15:sqref>
                        </c15:formulaRef>
                      </c:ext>
                    </c:extLst>
                    <c:strCache>
                      <c:ptCount val="1"/>
                      <c:pt idx="0">
                        <c:v>Screening (planned)</c:v>
                      </c:pt>
                    </c:strCache>
                  </c:strRef>
                </c:tx>
                <c:spPr>
                  <a:ln w="28575" cap="rnd">
                    <a:solidFill>
                      <a:srgbClr val="FF0000"/>
                    </a:solidFill>
                    <a:prstDash val="sysDot"/>
                    <a:round/>
                  </a:ln>
                  <a:effectLst/>
                </c:spPr>
                <c:marker>
                  <c:symbol val="circle"/>
                  <c:size val="5"/>
                  <c:spPr>
                    <a:solidFill>
                      <a:srgbClr val="FF0000"/>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uri="{CE6537A1-D6FC-4f65-9D91-7224C49458BB}">
                      <c15:showLeaderLines val="0"/>
                    </c:ext>
                  </c:extLst>
                </c:dLbls>
                <c:cat>
                  <c:strRef>
                    <c:extLst>
                      <c:ext uri="{02D57815-91ED-43cb-92C2-25804820EDAC}">
                        <c15:formulaRef>
                          <c15:sqref>工作表1!$E$24:$N$24</c15:sqref>
                        </c15:formulaRef>
                      </c:ext>
                    </c:extLst>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extLst>
                      <c:ext uri="{02D57815-91ED-43cb-92C2-25804820EDAC}">
                        <c15:formulaRef>
                          <c15:sqref>工作表1!$E$25:$N$25</c15:sqref>
                        </c15:formulaRef>
                      </c:ext>
                    </c:extLst>
                    <c:numCache>
                      <c:formatCode>General</c:formatCode>
                      <c:ptCount val="10"/>
                      <c:pt idx="0">
                        <c:v>0</c:v>
                      </c:pt>
                      <c:pt idx="1">
                        <c:v>2</c:v>
                      </c:pt>
                      <c:pt idx="2">
                        <c:v>6</c:v>
                      </c:pt>
                      <c:pt idx="3">
                        <c:v>10</c:v>
                      </c:pt>
                      <c:pt idx="4">
                        <c:v>14</c:v>
                      </c:pt>
                      <c:pt idx="5">
                        <c:v>18</c:v>
                      </c:pt>
                      <c:pt idx="6">
                        <c:v>22</c:v>
                      </c:pt>
                      <c:pt idx="7">
                        <c:v>26</c:v>
                      </c:pt>
                      <c:pt idx="8">
                        <c:v>30</c:v>
                      </c:pt>
                      <c:pt idx="9">
                        <c:v>33</c:v>
                      </c:pt>
                    </c:numCache>
                  </c:numRef>
                </c:val>
                <c:smooth val="0"/>
                <c:extLst>
                  <c:ext xmlns:c16="http://schemas.microsoft.com/office/drawing/2014/chart" uri="{C3380CC4-5D6E-409C-BE32-E72D297353CC}">
                    <c16:uniqueId val="{00000000-2D14-4291-ABBF-201857C8B7BF}"/>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工作表1!$D$27</c15:sqref>
                        </c15:formulaRef>
                      </c:ext>
                    </c:extLst>
                    <c:strCache>
                      <c:ptCount val="1"/>
                      <c:pt idx="0">
                        <c:v>Randomized (Planned)</c:v>
                      </c:pt>
                    </c:strCache>
                  </c:strRef>
                </c:tx>
                <c:spPr>
                  <a:ln w="28575" cap="rnd">
                    <a:solidFill>
                      <a:srgbClr val="00B050"/>
                    </a:solidFill>
                    <a:prstDash val="dash"/>
                    <a:round/>
                  </a:ln>
                  <a:effectLst/>
                </c:spPr>
                <c:marker>
                  <c:symbol val="circle"/>
                  <c:size val="5"/>
                  <c:spPr>
                    <a:solidFill>
                      <a:srgbClr val="00B050"/>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工作表1!$E$24:$N$24</c15:sqref>
                        </c15:formulaRef>
                      </c:ext>
                    </c:extLst>
                    <c:strCache>
                      <c:ptCount val="10"/>
                      <c:pt idx="0">
                        <c:v>Dec-232</c:v>
                      </c:pt>
                      <c:pt idx="1">
                        <c:v>Jan-23</c:v>
                      </c:pt>
                      <c:pt idx="2">
                        <c:v>Feb-23</c:v>
                      </c:pt>
                      <c:pt idx="3">
                        <c:v>Mar-23</c:v>
                      </c:pt>
                      <c:pt idx="4">
                        <c:v>Apr-23</c:v>
                      </c:pt>
                      <c:pt idx="5">
                        <c:v>May-23</c:v>
                      </c:pt>
                      <c:pt idx="6">
                        <c:v>Jun-23</c:v>
                      </c:pt>
                      <c:pt idx="7">
                        <c:v>Jul-23</c:v>
                      </c:pt>
                      <c:pt idx="8">
                        <c:v>Aug-23</c:v>
                      </c:pt>
                      <c:pt idx="9">
                        <c:v>Sep-23</c:v>
                      </c:pt>
                    </c:strCache>
                  </c:strRef>
                </c:cat>
                <c:val>
                  <c:numRef>
                    <c:extLst xmlns:c15="http://schemas.microsoft.com/office/drawing/2012/chart">
                      <c:ext xmlns:c15="http://schemas.microsoft.com/office/drawing/2012/chart" uri="{02D57815-91ED-43cb-92C2-25804820EDAC}">
                        <c15:formulaRef>
                          <c15:sqref>工作表1!$E$27:$N$27</c15:sqref>
                        </c15:formulaRef>
                      </c:ext>
                    </c:extLst>
                    <c:numCache>
                      <c:formatCode>General</c:formatCode>
                      <c:ptCount val="10"/>
                      <c:pt idx="0">
                        <c:v>0</c:v>
                      </c:pt>
                      <c:pt idx="1">
                        <c:v>0</c:v>
                      </c:pt>
                      <c:pt idx="2">
                        <c:v>2</c:v>
                      </c:pt>
                      <c:pt idx="3">
                        <c:v>5</c:v>
                      </c:pt>
                      <c:pt idx="4">
                        <c:v>7</c:v>
                      </c:pt>
                      <c:pt idx="5">
                        <c:v>10</c:v>
                      </c:pt>
                      <c:pt idx="6">
                        <c:v>12</c:v>
                      </c:pt>
                      <c:pt idx="7">
                        <c:v>15</c:v>
                      </c:pt>
                      <c:pt idx="8">
                        <c:v>18</c:v>
                      </c:pt>
                      <c:pt idx="9">
                        <c:v>20</c:v>
                      </c:pt>
                    </c:numCache>
                  </c:numRef>
                </c:val>
                <c:smooth val="0"/>
                <c:extLst xmlns:c15="http://schemas.microsoft.com/office/drawing/2012/chart">
                  <c:ext xmlns:c16="http://schemas.microsoft.com/office/drawing/2014/chart" uri="{C3380CC4-5D6E-409C-BE32-E72D297353CC}">
                    <c16:uniqueId val="{00000002-2D14-4291-ABBF-201857C8B7BF}"/>
                  </c:ext>
                </c:extLst>
              </c15:ser>
            </c15:filteredLineSeries>
          </c:ext>
        </c:extLst>
      </c:lineChart>
      <c:catAx>
        <c:axId val="52300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Algn val="ctr"/>
        <c:lblOffset val="100"/>
        <c:noMultiLvlLbl val="0"/>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layout>
        <c:manualLayout>
          <c:xMode val="edge"/>
          <c:yMode val="edge"/>
          <c:x val="0.10629908083778684"/>
          <c:y val="0.87171082442677916"/>
          <c:w val="0.80402413425972152"/>
          <c:h val="0.128289175573220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altLang="zh-CN" sz="1200" b="0" i="0" baseline="0">
                <a:effectLst/>
              </a:rPr>
              <a:t>Global recruitment source data</a:t>
            </a:r>
            <a:endParaRPr lang="zh-CN" altLang="zh-CN" sz="1200">
              <a:effectLst/>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'1305-0023'!$A$15</c:f>
              <c:strCache>
                <c:ptCount val="1"/>
                <c:pt idx="0">
                  <c:v>Patients Enrolled/Randomized (Actual)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'1305-0023'!$B$14:$Q$14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'1305-0023'!$B$15:$Q$15</c:f>
              <c:numCache>
                <c:formatCode>General</c:formatCode>
                <c:ptCount val="16"/>
                <c:pt idx="0">
                  <c:v>0</c:v>
                </c:pt>
                <c:pt idx="1">
                  <c:v>0</c:v>
                </c:pt>
                <c:pt idx="2">
                  <c:v>0</c:v>
                </c:pt>
                <c:pt idx="3">
                  <c:v>1</c:v>
                </c:pt>
                <c:pt idx="4">
                  <c:v>7</c:v>
                </c:pt>
                <c:pt idx="5">
                  <c:v>19</c:v>
                </c:pt>
                <c:pt idx="6">
                  <c:v>55</c:v>
                </c:pt>
                <c:pt idx="7">
                  <c:v>126</c:v>
                </c:pt>
                <c:pt idx="8">
                  <c:v>196</c:v>
                </c:pt>
                <c:pt idx="9">
                  <c:v>287</c:v>
                </c:pt>
                <c:pt idx="10">
                  <c:v>392</c:v>
                </c:pt>
                <c:pt idx="11">
                  <c:v>572</c:v>
                </c:pt>
                <c:pt idx="12">
                  <c:v>713</c:v>
                </c:pt>
                <c:pt idx="13">
                  <c:v>931</c:v>
                </c:pt>
                <c:pt idx="14">
                  <c:v>1008</c:v>
                </c:pt>
                <c:pt idx="15">
                  <c:v>1178</c:v>
                </c:pt>
              </c:numCache>
            </c:numRef>
          </c:val>
          <c:smooth val="0"/>
          <c:extLst>
            <c:ext xmlns:c16="http://schemas.microsoft.com/office/drawing/2014/chart" uri="{C3380CC4-5D6E-409C-BE32-E72D297353CC}">
              <c16:uniqueId val="{00000000-12D7-40C6-B14F-352D48DD3015}"/>
            </c:ext>
          </c:extLst>
        </c:ser>
        <c:ser>
          <c:idx val="1"/>
          <c:order val="1"/>
          <c:tx>
            <c:strRef>
              <c:f>'1305-0023'!$A$16</c:f>
              <c:strCache>
                <c:ptCount val="1"/>
                <c:pt idx="0">
                  <c:v>Patients Enrolled/Randomized (Planned)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'1305-0023'!$B$14:$Q$14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'1305-0023'!$B$16:$Q$16</c:f>
              <c:numCache>
                <c:formatCode>General</c:formatCode>
                <c:ptCount val="16"/>
                <c:pt idx="0">
                  <c:v>0</c:v>
                </c:pt>
                <c:pt idx="1">
                  <c:v>3</c:v>
                </c:pt>
                <c:pt idx="2">
                  <c:v>10</c:v>
                </c:pt>
                <c:pt idx="3">
                  <c:v>37</c:v>
                </c:pt>
                <c:pt idx="4">
                  <c:v>85</c:v>
                </c:pt>
                <c:pt idx="5">
                  <c:v>158</c:v>
                </c:pt>
                <c:pt idx="6">
                  <c:v>259</c:v>
                </c:pt>
                <c:pt idx="7">
                  <c:v>368</c:v>
                </c:pt>
                <c:pt idx="8">
                  <c:v>482</c:v>
                </c:pt>
                <c:pt idx="9">
                  <c:v>594</c:v>
                </c:pt>
                <c:pt idx="10">
                  <c:v>709</c:v>
                </c:pt>
                <c:pt idx="11">
                  <c:v>809</c:v>
                </c:pt>
                <c:pt idx="12">
                  <c:v>919</c:v>
                </c:pt>
                <c:pt idx="13">
                  <c:v>1033</c:v>
                </c:pt>
                <c:pt idx="14">
                  <c:v>1129</c:v>
                </c:pt>
                <c:pt idx="15">
                  <c:v>1129</c:v>
                </c:pt>
              </c:numCache>
            </c:numRef>
          </c:val>
          <c:smooth val="0"/>
          <c:extLst>
            <c:ext xmlns:c16="http://schemas.microsoft.com/office/drawing/2014/chart" uri="{C3380CC4-5D6E-409C-BE32-E72D297353CC}">
              <c16:uniqueId val="{00000001-12D7-40C6-B14F-352D48DD3015}"/>
            </c:ext>
          </c:extLst>
        </c:ser>
        <c:ser>
          <c:idx val="2"/>
          <c:order val="2"/>
          <c:tx>
            <c:strRef>
              <c:f>'1305-0023'!$A$17</c:f>
              <c:strCache>
                <c:ptCount val="1"/>
                <c:pt idx="0">
                  <c:v>Patient Screened(Actual)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'1305-0023'!$B$14:$Q$14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'1305-0023'!$B$17:$Q$17</c:f>
              <c:numCache>
                <c:formatCode>General</c:formatCode>
                <c:ptCount val="16"/>
                <c:pt idx="0">
                  <c:v>0</c:v>
                </c:pt>
                <c:pt idx="1">
                  <c:v>0</c:v>
                </c:pt>
                <c:pt idx="2">
                  <c:v>2</c:v>
                </c:pt>
                <c:pt idx="3">
                  <c:v>5</c:v>
                </c:pt>
                <c:pt idx="4">
                  <c:v>34</c:v>
                </c:pt>
                <c:pt idx="5">
                  <c:v>84</c:v>
                </c:pt>
                <c:pt idx="6">
                  <c:v>204</c:v>
                </c:pt>
                <c:pt idx="7">
                  <c:v>314</c:v>
                </c:pt>
                <c:pt idx="8">
                  <c:v>447</c:v>
                </c:pt>
                <c:pt idx="9">
                  <c:v>674</c:v>
                </c:pt>
                <c:pt idx="10">
                  <c:v>910</c:v>
                </c:pt>
                <c:pt idx="11">
                  <c:v>1133</c:v>
                </c:pt>
                <c:pt idx="12">
                  <c:v>1420</c:v>
                </c:pt>
                <c:pt idx="13">
                  <c:v>1785</c:v>
                </c:pt>
                <c:pt idx="14">
                  <c:v>1785</c:v>
                </c:pt>
                <c:pt idx="15">
                  <c:v>1785</c:v>
                </c:pt>
              </c:numCache>
            </c:numRef>
          </c:val>
          <c:smooth val="0"/>
          <c:extLst>
            <c:ext xmlns:c16="http://schemas.microsoft.com/office/drawing/2014/chart" uri="{C3380CC4-5D6E-409C-BE32-E72D297353CC}">
              <c16:uniqueId val="{00000002-12D7-40C6-B14F-352D48DD3015}"/>
            </c:ext>
          </c:extLst>
        </c:ser>
        <c:ser>
          <c:idx val="3"/>
          <c:order val="3"/>
          <c:tx>
            <c:strRef>
              <c:f>'1305-0023'!$A$18</c:f>
              <c:strCache>
                <c:ptCount val="1"/>
                <c:pt idx="0">
                  <c:v>Patient Screened(Planned)</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'1305-0023'!$B$14:$Q$14</c:f>
              <c:numCache>
                <c:formatCode>mmm\-yy</c:formatCode>
                <c:ptCount val="16"/>
                <c:pt idx="0">
                  <c:v>44805</c:v>
                </c:pt>
                <c:pt idx="1">
                  <c:v>44835</c:v>
                </c:pt>
                <c:pt idx="2">
                  <c:v>44866</c:v>
                </c:pt>
                <c:pt idx="3">
                  <c:v>44896</c:v>
                </c:pt>
                <c:pt idx="4">
                  <c:v>44927</c:v>
                </c:pt>
                <c:pt idx="5">
                  <c:v>44958</c:v>
                </c:pt>
                <c:pt idx="6">
                  <c:v>44986</c:v>
                </c:pt>
                <c:pt idx="7">
                  <c:v>45017</c:v>
                </c:pt>
                <c:pt idx="8">
                  <c:v>45047</c:v>
                </c:pt>
                <c:pt idx="9">
                  <c:v>45078</c:v>
                </c:pt>
                <c:pt idx="10">
                  <c:v>45108</c:v>
                </c:pt>
                <c:pt idx="11">
                  <c:v>45139</c:v>
                </c:pt>
                <c:pt idx="12">
                  <c:v>45170</c:v>
                </c:pt>
                <c:pt idx="13">
                  <c:v>45200</c:v>
                </c:pt>
                <c:pt idx="14">
                  <c:v>45231</c:v>
                </c:pt>
                <c:pt idx="15">
                  <c:v>45261</c:v>
                </c:pt>
              </c:numCache>
            </c:numRef>
          </c:cat>
          <c:val>
            <c:numRef>
              <c:f>'1305-0023'!$B$18:$Q$18</c:f>
              <c:numCache>
                <c:formatCode>General</c:formatCode>
                <c:ptCount val="16"/>
                <c:pt idx="0">
                  <c:v>0</c:v>
                </c:pt>
                <c:pt idx="1">
                  <c:v>8</c:v>
                </c:pt>
                <c:pt idx="2">
                  <c:v>26</c:v>
                </c:pt>
                <c:pt idx="3">
                  <c:v>81</c:v>
                </c:pt>
                <c:pt idx="4">
                  <c:v>161</c:v>
                </c:pt>
                <c:pt idx="5">
                  <c:v>269</c:v>
                </c:pt>
                <c:pt idx="6">
                  <c:v>414</c:v>
                </c:pt>
                <c:pt idx="7">
                  <c:v>561</c:v>
                </c:pt>
                <c:pt idx="8">
                  <c:v>717</c:v>
                </c:pt>
                <c:pt idx="9">
                  <c:v>897</c:v>
                </c:pt>
                <c:pt idx="10">
                  <c:v>1097</c:v>
                </c:pt>
                <c:pt idx="11">
                  <c:v>1297</c:v>
                </c:pt>
                <c:pt idx="12">
                  <c:v>1497</c:v>
                </c:pt>
                <c:pt idx="13">
                  <c:v>1700</c:v>
                </c:pt>
                <c:pt idx="14">
                  <c:v>1700</c:v>
                </c:pt>
                <c:pt idx="15">
                  <c:v>1700</c:v>
                </c:pt>
              </c:numCache>
            </c:numRef>
          </c:val>
          <c:smooth val="0"/>
          <c:extLst>
            <c:ext xmlns:c16="http://schemas.microsoft.com/office/drawing/2014/chart" uri="{C3380CC4-5D6E-409C-BE32-E72D297353CC}">
              <c16:uniqueId val="{00000003-12D7-40C6-B14F-352D48DD3015}"/>
            </c:ext>
          </c:extLst>
        </c:ser>
        <c:dLbls>
          <c:dLblPos val="t"/>
          <c:showLegendKey val="0"/>
          <c:showVal val="1"/>
          <c:showCatName val="0"/>
          <c:showSerName val="0"/>
          <c:showPercent val="0"/>
          <c:showBubbleSize val="0"/>
        </c:dLbls>
        <c:marker val="1"/>
        <c:smooth val="0"/>
        <c:axId val="958041152"/>
        <c:axId val="958047056"/>
      </c:lineChart>
      <c:dateAx>
        <c:axId val="95804115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958047056"/>
        <c:crosses val="autoZero"/>
        <c:auto val="1"/>
        <c:lblOffset val="100"/>
        <c:baseTimeUnit val="months"/>
      </c:dateAx>
      <c:valAx>
        <c:axId val="958047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8041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a:t>
            </a:r>
            <a:r>
              <a:rPr lang="en-US" b="1">
                <a:solidFill>
                  <a:srgbClr val="7030A0"/>
                </a:solidFill>
              </a:rPr>
              <a:t>China mainland</a:t>
            </a:r>
            <a:r>
              <a:rPr lang="en-US"/>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Sheet3!$A$5</c:f>
              <c:strCache>
                <c:ptCount val="1"/>
                <c:pt idx="0">
                  <c:v>Patients Enrolled/Randomized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Sheet3!$B$4:$N$4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Sheet3!$B$5:$N$5</c:f>
              <c:numCache>
                <c:formatCode>General</c:formatCode>
                <c:ptCount val="13"/>
                <c:pt idx="0">
                  <c:v>0</c:v>
                </c:pt>
                <c:pt idx="1">
                  <c:v>0</c:v>
                </c:pt>
                <c:pt idx="2">
                  <c:v>0</c:v>
                </c:pt>
                <c:pt idx="3">
                  <c:v>1</c:v>
                </c:pt>
                <c:pt idx="4">
                  <c:v>10</c:v>
                </c:pt>
                <c:pt idx="5">
                  <c:v>23</c:v>
                </c:pt>
                <c:pt idx="6">
                  <c:v>38</c:v>
                </c:pt>
                <c:pt idx="7">
                  <c:v>57</c:v>
                </c:pt>
                <c:pt idx="8">
                  <c:v>90</c:v>
                </c:pt>
                <c:pt idx="9">
                  <c:v>114</c:v>
                </c:pt>
                <c:pt idx="10">
                  <c:v>132</c:v>
                </c:pt>
                <c:pt idx="11">
                  <c:v>154</c:v>
                </c:pt>
                <c:pt idx="12">
                  <c:v>155</c:v>
                </c:pt>
              </c:numCache>
            </c:numRef>
          </c:val>
          <c:smooth val="0"/>
          <c:extLst>
            <c:ext xmlns:c16="http://schemas.microsoft.com/office/drawing/2014/chart" uri="{C3380CC4-5D6E-409C-BE32-E72D297353CC}">
              <c16:uniqueId val="{00000000-E580-42F0-89F9-5BD2CB9242A8}"/>
            </c:ext>
          </c:extLst>
        </c:ser>
        <c:ser>
          <c:idx val="1"/>
          <c:order val="1"/>
          <c:tx>
            <c:strRef>
              <c:f>Sheet3!$A$6</c:f>
              <c:strCache>
                <c:ptCount val="1"/>
                <c:pt idx="0">
                  <c:v>Patients Enrolled/Randomized (Planned)</c:v>
                </c:pt>
              </c:strCache>
            </c:strRef>
          </c:tx>
          <c:spPr>
            <a:ln w="25400" cap="rnd">
              <a:solidFill>
                <a:srgbClr val="FF000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Sheet3!$B$4:$N$4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Sheet3!$B$6:$N$6</c:f>
              <c:numCache>
                <c:formatCode>General</c:formatCode>
                <c:ptCount val="13"/>
                <c:pt idx="0">
                  <c:v>0</c:v>
                </c:pt>
                <c:pt idx="1">
                  <c:v>0</c:v>
                </c:pt>
                <c:pt idx="2">
                  <c:v>0</c:v>
                </c:pt>
                <c:pt idx="3">
                  <c:v>1</c:v>
                </c:pt>
                <c:pt idx="4">
                  <c:v>10</c:v>
                </c:pt>
                <c:pt idx="5">
                  <c:v>22</c:v>
                </c:pt>
                <c:pt idx="6">
                  <c:v>38</c:v>
                </c:pt>
                <c:pt idx="7">
                  <c:v>54</c:v>
                </c:pt>
                <c:pt idx="8">
                  <c:v>74</c:v>
                </c:pt>
                <c:pt idx="9">
                  <c:v>94</c:v>
                </c:pt>
                <c:pt idx="10">
                  <c:v>114</c:v>
                </c:pt>
                <c:pt idx="11">
                  <c:v>134</c:v>
                </c:pt>
                <c:pt idx="12">
                  <c:v>149</c:v>
                </c:pt>
              </c:numCache>
            </c:numRef>
          </c:val>
          <c:smooth val="0"/>
          <c:extLst>
            <c:ext xmlns:c16="http://schemas.microsoft.com/office/drawing/2014/chart" uri="{C3380CC4-5D6E-409C-BE32-E72D297353CC}">
              <c16:uniqueId val="{00000001-E580-42F0-89F9-5BD2CB9242A8}"/>
            </c:ext>
          </c:extLst>
        </c:ser>
        <c:ser>
          <c:idx val="2"/>
          <c:order val="2"/>
          <c:tx>
            <c:strRef>
              <c:f>Sheet3!$A$9</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Sheet3!$B$4:$N$4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Sheet3!$B$9:$N$9</c:f>
              <c:numCache>
                <c:formatCode>General</c:formatCode>
                <c:ptCount val="13"/>
                <c:pt idx="0">
                  <c:v>0</c:v>
                </c:pt>
                <c:pt idx="1">
                  <c:v>0</c:v>
                </c:pt>
                <c:pt idx="2">
                  <c:v>3</c:v>
                </c:pt>
                <c:pt idx="3">
                  <c:v>20</c:v>
                </c:pt>
                <c:pt idx="4">
                  <c:v>40</c:v>
                </c:pt>
                <c:pt idx="5">
                  <c:v>66</c:v>
                </c:pt>
                <c:pt idx="6">
                  <c:v>108</c:v>
                </c:pt>
                <c:pt idx="7">
                  <c:v>150</c:v>
                </c:pt>
                <c:pt idx="8">
                  <c:v>186</c:v>
                </c:pt>
                <c:pt idx="9">
                  <c:v>231</c:v>
                </c:pt>
                <c:pt idx="10">
                  <c:v>251</c:v>
                </c:pt>
                <c:pt idx="11">
                  <c:v>251</c:v>
                </c:pt>
                <c:pt idx="12">
                  <c:v>251</c:v>
                </c:pt>
              </c:numCache>
            </c:numRef>
          </c:val>
          <c:smooth val="0"/>
          <c:extLst>
            <c:ext xmlns:c16="http://schemas.microsoft.com/office/drawing/2014/chart" uri="{C3380CC4-5D6E-409C-BE32-E72D297353CC}">
              <c16:uniqueId val="{00000002-E580-42F0-89F9-5BD2CB9242A8}"/>
            </c:ext>
          </c:extLst>
        </c:ser>
        <c:ser>
          <c:idx val="3"/>
          <c:order val="3"/>
          <c:tx>
            <c:strRef>
              <c:f>Sheet3!$A$10</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Sheet3!$B$4:$N$4</c:f>
              <c:numCache>
                <c:formatCode>mmm\-yy</c:formatCode>
                <c:ptCount val="13"/>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numCache>
            </c:numRef>
          </c:cat>
          <c:val>
            <c:numRef>
              <c:f>Sheet3!$B$10:$N$10</c:f>
              <c:numCache>
                <c:formatCode>General</c:formatCode>
                <c:ptCount val="13"/>
                <c:pt idx="0">
                  <c:v>0</c:v>
                </c:pt>
                <c:pt idx="1">
                  <c:v>0</c:v>
                </c:pt>
                <c:pt idx="2">
                  <c:v>6</c:v>
                </c:pt>
                <c:pt idx="3">
                  <c:v>21</c:v>
                </c:pt>
                <c:pt idx="4">
                  <c:v>42</c:v>
                </c:pt>
                <c:pt idx="5">
                  <c:v>66</c:v>
                </c:pt>
                <c:pt idx="6">
                  <c:v>94</c:v>
                </c:pt>
                <c:pt idx="7">
                  <c:v>134</c:v>
                </c:pt>
                <c:pt idx="8">
                  <c:v>174</c:v>
                </c:pt>
                <c:pt idx="9">
                  <c:v>220</c:v>
                </c:pt>
                <c:pt idx="10">
                  <c:v>248</c:v>
                </c:pt>
                <c:pt idx="11">
                  <c:v>248</c:v>
                </c:pt>
                <c:pt idx="12">
                  <c:v>248</c:v>
                </c:pt>
              </c:numCache>
            </c:numRef>
          </c:val>
          <c:smooth val="0"/>
          <c:extLst>
            <c:ext xmlns:c16="http://schemas.microsoft.com/office/drawing/2014/chart" uri="{C3380CC4-5D6E-409C-BE32-E72D297353CC}">
              <c16:uniqueId val="{00000003-E580-42F0-89F9-5BD2CB9242A8}"/>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82395964301372E-2"/>
          <c:y val="3.8894722610302405E-2"/>
          <c:w val="0.94086007494138335"/>
          <c:h val="0.76532948820532576"/>
        </c:manualLayout>
      </c:layout>
      <c:lineChart>
        <c:grouping val="standard"/>
        <c:varyColors val="0"/>
        <c:ser>
          <c:idx val="0"/>
          <c:order val="0"/>
          <c:tx>
            <c:strRef>
              <c:f>工作表1!$T$25</c:f>
              <c:strCache>
                <c:ptCount val="1"/>
                <c:pt idx="0">
                  <c:v>Screening (planned)</c:v>
                </c:pt>
              </c:strCache>
            </c:strRef>
          </c:tx>
          <c:spPr>
            <a:ln w="28575" cap="rnd">
              <a:solidFill>
                <a:srgbClr val="FF0000"/>
              </a:solidFill>
              <a:prstDash val="sysDot"/>
              <a:round/>
            </a:ln>
            <a:effectLst/>
          </c:spPr>
          <c:marker>
            <c:symbol val="circle"/>
            <c:size val="5"/>
            <c:spPr>
              <a:solidFill>
                <a:srgbClr val="FF0000"/>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工作表1!$U$24:$AG$24</c:f>
              <c:strCache>
                <c:ptCount val="13"/>
                <c:pt idx="0">
                  <c:v>22-Dec</c:v>
                </c:pt>
                <c:pt idx="1">
                  <c:v>Jan-23</c:v>
                </c:pt>
                <c:pt idx="2">
                  <c:v>Feb-23</c:v>
                </c:pt>
                <c:pt idx="3">
                  <c:v>Mar-23</c:v>
                </c:pt>
                <c:pt idx="4">
                  <c:v>Apr-23</c:v>
                </c:pt>
                <c:pt idx="5">
                  <c:v>May-23</c:v>
                </c:pt>
                <c:pt idx="6">
                  <c:v>Jun-23</c:v>
                </c:pt>
                <c:pt idx="7">
                  <c:v>Jul-23</c:v>
                </c:pt>
                <c:pt idx="8">
                  <c:v>Aug-23</c:v>
                </c:pt>
                <c:pt idx="9">
                  <c:v>Sep-23</c:v>
                </c:pt>
                <c:pt idx="10">
                  <c:v>Oct-23</c:v>
                </c:pt>
                <c:pt idx="11">
                  <c:v>Nov-23</c:v>
                </c:pt>
                <c:pt idx="12">
                  <c:v>Dec-23</c:v>
                </c:pt>
              </c:strCache>
            </c:strRef>
          </c:cat>
          <c:val>
            <c:numRef>
              <c:f>工作表1!$U$25:$AG$25</c:f>
              <c:numCache>
                <c:formatCode>General</c:formatCode>
                <c:ptCount val="13"/>
                <c:pt idx="0">
                  <c:v>0</c:v>
                </c:pt>
                <c:pt idx="1">
                  <c:v>2</c:v>
                </c:pt>
                <c:pt idx="2">
                  <c:v>4</c:v>
                </c:pt>
                <c:pt idx="3">
                  <c:v>7</c:v>
                </c:pt>
                <c:pt idx="4">
                  <c:v>10</c:v>
                </c:pt>
                <c:pt idx="5">
                  <c:v>13</c:v>
                </c:pt>
                <c:pt idx="6">
                  <c:v>17</c:v>
                </c:pt>
                <c:pt idx="7">
                  <c:v>20</c:v>
                </c:pt>
                <c:pt idx="8">
                  <c:v>23</c:v>
                </c:pt>
                <c:pt idx="9">
                  <c:v>26</c:v>
                </c:pt>
                <c:pt idx="10">
                  <c:v>28</c:v>
                </c:pt>
                <c:pt idx="11">
                  <c:v>28</c:v>
                </c:pt>
              </c:numCache>
            </c:numRef>
          </c:val>
          <c:smooth val="0"/>
          <c:extLst>
            <c:ext xmlns:c16="http://schemas.microsoft.com/office/drawing/2014/chart" uri="{C3380CC4-5D6E-409C-BE32-E72D297353CC}">
              <c16:uniqueId val="{00000000-8445-4272-8B4E-030EDC3AC150}"/>
            </c:ext>
          </c:extLst>
        </c:ser>
        <c:ser>
          <c:idx val="1"/>
          <c:order val="1"/>
          <c:tx>
            <c:strRef>
              <c:f>工作表1!$T$26</c:f>
              <c:strCache>
                <c:ptCount val="1"/>
                <c:pt idx="0">
                  <c:v>Screening(Actual)</c:v>
                </c:pt>
              </c:strCache>
            </c:strRef>
          </c:tx>
          <c:spPr>
            <a:ln w="28575" cap="rnd">
              <a:solidFill>
                <a:schemeClr val="accent2"/>
              </a:solidFill>
              <a:round/>
            </a:ln>
            <a:effectLst/>
          </c:spPr>
          <c:marker>
            <c:symbol val="circle"/>
            <c:size val="5"/>
            <c:spPr>
              <a:solidFill>
                <a:schemeClr val="accent2"/>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工作表1!$U$24:$AG$24</c:f>
              <c:strCache>
                <c:ptCount val="13"/>
                <c:pt idx="0">
                  <c:v>22-Dec</c:v>
                </c:pt>
                <c:pt idx="1">
                  <c:v>Jan-23</c:v>
                </c:pt>
                <c:pt idx="2">
                  <c:v>Feb-23</c:v>
                </c:pt>
                <c:pt idx="3">
                  <c:v>Mar-23</c:v>
                </c:pt>
                <c:pt idx="4">
                  <c:v>Apr-23</c:v>
                </c:pt>
                <c:pt idx="5">
                  <c:v>May-23</c:v>
                </c:pt>
                <c:pt idx="6">
                  <c:v>Jun-23</c:v>
                </c:pt>
                <c:pt idx="7">
                  <c:v>Jul-23</c:v>
                </c:pt>
                <c:pt idx="8">
                  <c:v>Aug-23</c:v>
                </c:pt>
                <c:pt idx="9">
                  <c:v>Sep-23</c:v>
                </c:pt>
                <c:pt idx="10">
                  <c:v>Oct-23</c:v>
                </c:pt>
                <c:pt idx="11">
                  <c:v>Nov-23</c:v>
                </c:pt>
                <c:pt idx="12">
                  <c:v>Dec-23</c:v>
                </c:pt>
              </c:strCache>
            </c:strRef>
          </c:cat>
          <c:val>
            <c:numRef>
              <c:f>工作表1!$U$26:$AG$26</c:f>
              <c:numCache>
                <c:formatCode>General</c:formatCode>
                <c:ptCount val="13"/>
                <c:pt idx="0">
                  <c:v>0</c:v>
                </c:pt>
                <c:pt idx="1">
                  <c:v>0</c:v>
                </c:pt>
                <c:pt idx="2">
                  <c:v>2</c:v>
                </c:pt>
                <c:pt idx="3">
                  <c:v>3</c:v>
                </c:pt>
                <c:pt idx="4">
                  <c:v>5</c:v>
                </c:pt>
                <c:pt idx="5">
                  <c:v>10</c:v>
                </c:pt>
                <c:pt idx="6">
                  <c:v>14</c:v>
                </c:pt>
                <c:pt idx="7">
                  <c:v>18</c:v>
                </c:pt>
                <c:pt idx="8">
                  <c:v>26</c:v>
                </c:pt>
                <c:pt idx="9">
                  <c:v>33</c:v>
                </c:pt>
                <c:pt idx="10">
                  <c:v>37</c:v>
                </c:pt>
              </c:numCache>
            </c:numRef>
          </c:val>
          <c:smooth val="0"/>
          <c:extLst>
            <c:ext xmlns:c16="http://schemas.microsoft.com/office/drawing/2014/chart" uri="{C3380CC4-5D6E-409C-BE32-E72D297353CC}">
              <c16:uniqueId val="{00000001-8445-4272-8B4E-030EDC3AC150}"/>
            </c:ext>
          </c:extLst>
        </c:ser>
        <c:ser>
          <c:idx val="2"/>
          <c:order val="2"/>
          <c:tx>
            <c:strRef>
              <c:f>工作表1!$T$27</c:f>
              <c:strCache>
                <c:ptCount val="1"/>
                <c:pt idx="0">
                  <c:v>Randomized (Planned)</c:v>
                </c:pt>
              </c:strCache>
            </c:strRef>
          </c:tx>
          <c:spPr>
            <a:ln w="28575" cap="rnd">
              <a:solidFill>
                <a:srgbClr val="00B050"/>
              </a:solidFill>
              <a:prstDash val="dash"/>
              <a:round/>
            </a:ln>
            <a:effectLst/>
          </c:spPr>
          <c:marker>
            <c:symbol val="circle"/>
            <c:size val="5"/>
            <c:spPr>
              <a:solidFill>
                <a:srgbClr val="00B050"/>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工作表1!$U$24:$AG$24</c:f>
              <c:strCache>
                <c:ptCount val="13"/>
                <c:pt idx="0">
                  <c:v>22-Dec</c:v>
                </c:pt>
                <c:pt idx="1">
                  <c:v>Jan-23</c:v>
                </c:pt>
                <c:pt idx="2">
                  <c:v>Feb-23</c:v>
                </c:pt>
                <c:pt idx="3">
                  <c:v>Mar-23</c:v>
                </c:pt>
                <c:pt idx="4">
                  <c:v>Apr-23</c:v>
                </c:pt>
                <c:pt idx="5">
                  <c:v>May-23</c:v>
                </c:pt>
                <c:pt idx="6">
                  <c:v>Jun-23</c:v>
                </c:pt>
                <c:pt idx="7">
                  <c:v>Jul-23</c:v>
                </c:pt>
                <c:pt idx="8">
                  <c:v>Aug-23</c:v>
                </c:pt>
                <c:pt idx="9">
                  <c:v>Sep-23</c:v>
                </c:pt>
                <c:pt idx="10">
                  <c:v>Oct-23</c:v>
                </c:pt>
                <c:pt idx="11">
                  <c:v>Nov-23</c:v>
                </c:pt>
                <c:pt idx="12">
                  <c:v>Dec-23</c:v>
                </c:pt>
              </c:strCache>
            </c:strRef>
          </c:cat>
          <c:val>
            <c:numRef>
              <c:f>工作表1!$U$27:$AG$27</c:f>
              <c:numCache>
                <c:formatCode>General</c:formatCode>
                <c:ptCount val="13"/>
                <c:pt idx="0">
                  <c:v>0</c:v>
                </c:pt>
                <c:pt idx="1">
                  <c:v>0</c:v>
                </c:pt>
                <c:pt idx="2">
                  <c:v>2</c:v>
                </c:pt>
                <c:pt idx="3">
                  <c:v>4</c:v>
                </c:pt>
                <c:pt idx="4">
                  <c:v>7</c:v>
                </c:pt>
                <c:pt idx="5">
                  <c:v>9</c:v>
                </c:pt>
                <c:pt idx="6">
                  <c:v>11</c:v>
                </c:pt>
                <c:pt idx="7">
                  <c:v>13</c:v>
                </c:pt>
                <c:pt idx="8">
                  <c:v>15</c:v>
                </c:pt>
                <c:pt idx="9">
                  <c:v>17</c:v>
                </c:pt>
                <c:pt idx="10">
                  <c:v>19</c:v>
                </c:pt>
                <c:pt idx="11">
                  <c:v>20</c:v>
                </c:pt>
              </c:numCache>
            </c:numRef>
          </c:val>
          <c:smooth val="0"/>
          <c:extLst>
            <c:ext xmlns:c16="http://schemas.microsoft.com/office/drawing/2014/chart" uri="{C3380CC4-5D6E-409C-BE32-E72D297353CC}">
              <c16:uniqueId val="{00000002-8445-4272-8B4E-030EDC3AC150}"/>
            </c:ext>
          </c:extLst>
        </c:ser>
        <c:ser>
          <c:idx val="3"/>
          <c:order val="3"/>
          <c:tx>
            <c:strRef>
              <c:f>工作表1!$T$28</c:f>
              <c:strCache>
                <c:ptCount val="1"/>
                <c:pt idx="0">
                  <c:v>Randomized (Actual)</c:v>
                </c:pt>
              </c:strCache>
            </c:strRef>
          </c:tx>
          <c:spPr>
            <a:ln w="28575" cap="rnd">
              <a:solidFill>
                <a:schemeClr val="accent1"/>
              </a:solid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工作表1!$U$24:$AG$24</c:f>
              <c:strCache>
                <c:ptCount val="13"/>
                <c:pt idx="0">
                  <c:v>22-Dec</c:v>
                </c:pt>
                <c:pt idx="1">
                  <c:v>Jan-23</c:v>
                </c:pt>
                <c:pt idx="2">
                  <c:v>Feb-23</c:v>
                </c:pt>
                <c:pt idx="3">
                  <c:v>Mar-23</c:v>
                </c:pt>
                <c:pt idx="4">
                  <c:v>Apr-23</c:v>
                </c:pt>
                <c:pt idx="5">
                  <c:v>May-23</c:v>
                </c:pt>
                <c:pt idx="6">
                  <c:v>Jun-23</c:v>
                </c:pt>
                <c:pt idx="7">
                  <c:v>Jul-23</c:v>
                </c:pt>
                <c:pt idx="8">
                  <c:v>Aug-23</c:v>
                </c:pt>
                <c:pt idx="9">
                  <c:v>Sep-23</c:v>
                </c:pt>
                <c:pt idx="10">
                  <c:v>Oct-23</c:v>
                </c:pt>
                <c:pt idx="11">
                  <c:v>Nov-23</c:v>
                </c:pt>
                <c:pt idx="12">
                  <c:v>Dec-23</c:v>
                </c:pt>
              </c:strCache>
            </c:strRef>
          </c:cat>
          <c:val>
            <c:numRef>
              <c:f>工作表1!$U$28:$AG$28</c:f>
              <c:numCache>
                <c:formatCode>General</c:formatCode>
                <c:ptCount val="13"/>
                <c:pt idx="0">
                  <c:v>0</c:v>
                </c:pt>
                <c:pt idx="1">
                  <c:v>0</c:v>
                </c:pt>
                <c:pt idx="2">
                  <c:v>0</c:v>
                </c:pt>
                <c:pt idx="3">
                  <c:v>1</c:v>
                </c:pt>
                <c:pt idx="4">
                  <c:v>2</c:v>
                </c:pt>
                <c:pt idx="5">
                  <c:v>2</c:v>
                </c:pt>
                <c:pt idx="6">
                  <c:v>6</c:v>
                </c:pt>
                <c:pt idx="7">
                  <c:v>9</c:v>
                </c:pt>
                <c:pt idx="8">
                  <c:v>13</c:v>
                </c:pt>
                <c:pt idx="9">
                  <c:v>19</c:v>
                </c:pt>
                <c:pt idx="10">
                  <c:v>22</c:v>
                </c:pt>
                <c:pt idx="11">
                  <c:v>28</c:v>
                </c:pt>
              </c:numCache>
            </c:numRef>
          </c:val>
          <c:smooth val="0"/>
          <c:extLst>
            <c:ext xmlns:c16="http://schemas.microsoft.com/office/drawing/2014/chart" uri="{C3380CC4-5D6E-409C-BE32-E72D297353CC}">
              <c16:uniqueId val="{00000003-8445-4272-8B4E-030EDC3AC150}"/>
            </c:ext>
          </c:extLst>
        </c:ser>
        <c:dLbls>
          <c:showLegendKey val="0"/>
          <c:showVal val="0"/>
          <c:showCatName val="0"/>
          <c:showSerName val="0"/>
          <c:showPercent val="0"/>
          <c:showBubbleSize val="0"/>
        </c:dLbls>
        <c:marker val="1"/>
        <c:smooth val="0"/>
        <c:axId val="465007256"/>
        <c:axId val="465011192"/>
      </c:lineChart>
      <c:catAx>
        <c:axId val="465007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5011192"/>
        <c:crosses val="autoZero"/>
        <c:auto val="1"/>
        <c:lblAlgn val="ctr"/>
        <c:lblOffset val="100"/>
        <c:noMultiLvlLbl val="0"/>
      </c:catAx>
      <c:valAx>
        <c:axId val="465011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650072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610631037791785"/>
          <c:y val="2.9148823455292606E-2"/>
          <c:w val="0.92764296259842516"/>
          <c:h val="0.87544100005452863"/>
        </c:manualLayout>
      </c:layout>
      <c:scatterChart>
        <c:scatterStyle val="lineMarker"/>
        <c:varyColors val="0"/>
        <c:ser>
          <c:idx val="0"/>
          <c:order val="0"/>
          <c:tx>
            <c:strRef>
              <c:f>Sheet1!$B$1</c:f>
              <c:strCache>
                <c:ptCount val="1"/>
                <c:pt idx="0">
                  <c:v>Pediatric</c:v>
                </c:pt>
              </c:strCache>
            </c:strRef>
          </c:tx>
          <c:spPr>
            <a:ln w="19050" cap="rnd">
              <a:solidFill>
                <a:srgbClr val="003366"/>
              </a:solidFill>
              <a:round/>
            </a:ln>
            <a:effectLst/>
          </c:spPr>
          <c:marker>
            <c:symbol val="circle"/>
            <c:size val="5"/>
            <c:spPr>
              <a:solidFill>
                <a:srgbClr val="003366"/>
              </a:solidFill>
              <a:ln w="9525">
                <a:solidFill>
                  <a:srgbClr val="003366"/>
                </a:solidFill>
              </a:ln>
              <a:effectLst/>
            </c:spPr>
          </c:marker>
          <c:dLbls>
            <c:dLbl>
              <c:idx val="0"/>
              <c:layout>
                <c:manualLayout>
                  <c:x val="2.0058471808625331E-2"/>
                  <c:y val="-2.41898032235887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2CD-4EEA-80A8-9362621924B9}"/>
                </c:ext>
              </c:extLst>
            </c:dLbl>
            <c:dLbl>
              <c:idx val="1"/>
              <c:layout>
                <c:manualLayout>
                  <c:x val="-5.3064226763674081E-2"/>
                  <c:y val="-4.29728716712874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2CD-4EEA-80A8-9362621924B9}"/>
                </c:ext>
              </c:extLst>
            </c:dLbl>
            <c:dLbl>
              <c:idx val="2"/>
              <c:layout>
                <c:manualLayout>
                  <c:x val="-3.6739936380255744E-2"/>
                  <c:y val="-4.02895761787590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2CD-4EEA-80A8-9362621924B9}"/>
                </c:ext>
              </c:extLst>
            </c:dLbl>
            <c:numFmt formatCode="#,##0_);[Red]\(#,##0\)" sourceLinked="0"/>
            <c:spPr>
              <a:noFill/>
              <a:ln>
                <a:noFill/>
              </a:ln>
              <a:effectLst/>
            </c:spPr>
            <c:txPr>
              <a:bodyPr rot="0" spcFirstLastPara="1" vertOverflow="ellipsis" vert="horz" wrap="square" anchor="ctr" anchorCtr="1"/>
              <a:lstStyle/>
              <a:p>
                <a:pPr>
                  <a:defRPr sz="1197" b="1" i="0" u="none" strike="noStrike" kern="1200" baseline="0">
                    <a:solidFill>
                      <a:srgbClr val="08312A"/>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Sheet1!$A$2:$A$9</c:f>
              <c:numCache>
                <c:formatCode>General</c:formatCode>
                <c:ptCount val="8"/>
                <c:pt idx="0">
                  <c:v>2030</c:v>
                </c:pt>
                <c:pt idx="1">
                  <c:v>2031</c:v>
                </c:pt>
                <c:pt idx="2">
                  <c:v>2032</c:v>
                </c:pt>
                <c:pt idx="3">
                  <c:v>2033</c:v>
                </c:pt>
                <c:pt idx="4">
                  <c:v>2034</c:v>
                </c:pt>
                <c:pt idx="5">
                  <c:v>2035</c:v>
                </c:pt>
                <c:pt idx="6">
                  <c:v>2036</c:v>
                </c:pt>
                <c:pt idx="7">
                  <c:v>2037</c:v>
                </c:pt>
              </c:numCache>
            </c:numRef>
          </c:xVal>
          <c:yVal>
            <c:numRef>
              <c:f>Sheet1!$B$2:$B$9</c:f>
              <c:numCache>
                <c:formatCode>General</c:formatCode>
                <c:ptCount val="8"/>
                <c:pt idx="0">
                  <c:v>13.047260926567796</c:v>
                </c:pt>
                <c:pt idx="1">
                  <c:v>155.52632758149841</c:v>
                </c:pt>
                <c:pt idx="2">
                  <c:v>225.0053409127359</c:v>
                </c:pt>
                <c:pt idx="3">
                  <c:v>167.28778837069109</c:v>
                </c:pt>
                <c:pt idx="4">
                  <c:v>165.61196530008209</c:v>
                </c:pt>
                <c:pt idx="5">
                  <c:v>159.85044761884276</c:v>
                </c:pt>
                <c:pt idx="6">
                  <c:v>156.40931928475547</c:v>
                </c:pt>
                <c:pt idx="7">
                  <c:v>151.37738484586862</c:v>
                </c:pt>
              </c:numCache>
            </c:numRef>
          </c:yVal>
          <c:smooth val="0"/>
          <c:extLst>
            <c:ext xmlns:c16="http://schemas.microsoft.com/office/drawing/2014/chart" uri="{C3380CC4-5D6E-409C-BE32-E72D297353CC}">
              <c16:uniqueId val="{00000000-A2CD-4EEA-80A8-9362621924B9}"/>
            </c:ext>
          </c:extLst>
        </c:ser>
        <c:ser>
          <c:idx val="1"/>
          <c:order val="1"/>
          <c:tx>
            <c:strRef>
              <c:f>Sheet1!#REF!</c:f>
              <c:strCache>
                <c:ptCount val="1"/>
                <c:pt idx="0">
                  <c:v>#REF!</c:v>
                </c:pt>
              </c:strCache>
            </c:strRef>
          </c:tx>
          <c:spPr>
            <a:ln w="19050" cap="rnd">
              <a:solidFill>
                <a:schemeClr val="accent2"/>
              </a:solidFill>
              <a:round/>
            </a:ln>
            <a:effectLst/>
          </c:spPr>
          <c:marker>
            <c:symbol val="circle"/>
            <c:size val="5"/>
            <c:spPr>
              <a:solidFill>
                <a:srgbClr val="00E47C"/>
              </a:solidFill>
              <a:ln w="9525">
                <a:solidFill>
                  <a:srgbClr val="00E47C"/>
                </a:solidFill>
              </a:ln>
              <a:effectLst/>
            </c:spPr>
          </c:marker>
          <c:xVal>
            <c:numRef>
              <c:f>Sheet1!$A$2:$A$9</c:f>
              <c:numCache>
                <c:formatCode>General</c:formatCode>
                <c:ptCount val="8"/>
                <c:pt idx="0">
                  <c:v>2030</c:v>
                </c:pt>
                <c:pt idx="1">
                  <c:v>2031</c:v>
                </c:pt>
                <c:pt idx="2">
                  <c:v>2032</c:v>
                </c:pt>
                <c:pt idx="3">
                  <c:v>2033</c:v>
                </c:pt>
                <c:pt idx="4">
                  <c:v>2034</c:v>
                </c:pt>
                <c:pt idx="5">
                  <c:v>2035</c:v>
                </c:pt>
                <c:pt idx="6">
                  <c:v>2036</c:v>
                </c:pt>
                <c:pt idx="7">
                  <c:v>2037</c:v>
                </c:pt>
              </c:numCache>
            </c:numRef>
          </c:xVal>
          <c:yVal>
            <c:numRef>
              <c:f>Sheet1!#REF!</c:f>
              <c:numCache>
                <c:formatCode>General</c:formatCode>
                <c:ptCount val="1"/>
                <c:pt idx="0">
                  <c:v>1</c:v>
                </c:pt>
              </c:numCache>
            </c:numRef>
          </c:yVal>
          <c:smooth val="0"/>
          <c:extLst>
            <c:ext xmlns:c16="http://schemas.microsoft.com/office/drawing/2014/chart" uri="{C3380CC4-5D6E-409C-BE32-E72D297353CC}">
              <c16:uniqueId val="{00000001-A2CD-4EEA-80A8-9362621924B9}"/>
            </c:ext>
          </c:extLst>
        </c:ser>
        <c:dLbls>
          <c:showLegendKey val="0"/>
          <c:showVal val="0"/>
          <c:showCatName val="0"/>
          <c:showSerName val="0"/>
          <c:showPercent val="0"/>
          <c:showBubbleSize val="0"/>
        </c:dLbls>
        <c:axId val="871788880"/>
        <c:axId val="871786584"/>
      </c:scatterChart>
      <c:valAx>
        <c:axId val="871788880"/>
        <c:scaling>
          <c:orientation val="minMax"/>
          <c:max val="2037"/>
          <c:min val="2030"/>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rgbClr val="08312A"/>
                </a:solidFill>
                <a:latin typeface="+mn-lt"/>
                <a:ea typeface="+mn-ea"/>
                <a:cs typeface="+mn-cs"/>
              </a:defRPr>
            </a:pPr>
            <a:endParaRPr lang="en-US"/>
          </a:p>
        </c:txPr>
        <c:crossAx val="871786584"/>
        <c:crosses val="autoZero"/>
        <c:crossBetween val="midCat"/>
        <c:majorUnit val="1"/>
      </c:valAx>
      <c:valAx>
        <c:axId val="871786584"/>
        <c:scaling>
          <c:orientation val="minMax"/>
          <c:max val="250"/>
          <c:min val="0"/>
        </c:scaling>
        <c:delete val="0"/>
        <c:axPos val="l"/>
        <c:numFmt formatCode="#,##0_);[Red]\(#,##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rgbClr val="08312A"/>
                </a:solidFill>
                <a:latin typeface="+mn-lt"/>
                <a:ea typeface="+mn-ea"/>
                <a:cs typeface="+mn-cs"/>
              </a:defRPr>
            </a:pPr>
            <a:endParaRPr lang="en-US"/>
          </a:p>
        </c:txPr>
        <c:crossAx val="871788880"/>
        <c:crosses val="autoZero"/>
        <c:crossBetween val="midCat"/>
        <c:majorUnit val="50"/>
        <c:minorUnit val="2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4"/>
          <c:order val="0"/>
          <c:tx>
            <c:strRef>
              <c:f>Recruitment!$A$46</c:f>
              <c:strCache>
                <c:ptCount val="1"/>
                <c:pt idx="0">
                  <c:v>Screening-p</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Recruitment!$B$45:$Y$45</c:f>
              <c:numCache>
                <c:formatCode>[$-409]mmm\-yy;@</c:formatCode>
                <c:ptCount val="24"/>
                <c:pt idx="0">
                  <c:v>44926</c:v>
                </c:pt>
                <c:pt idx="1">
                  <c:v>44957</c:v>
                </c:pt>
                <c:pt idx="2">
                  <c:v>44985</c:v>
                </c:pt>
                <c:pt idx="3">
                  <c:v>45016</c:v>
                </c:pt>
                <c:pt idx="4">
                  <c:v>45046</c:v>
                </c:pt>
                <c:pt idx="5">
                  <c:v>45077</c:v>
                </c:pt>
                <c:pt idx="6">
                  <c:v>45107</c:v>
                </c:pt>
                <c:pt idx="7">
                  <c:v>45138</c:v>
                </c:pt>
                <c:pt idx="8">
                  <c:v>45169</c:v>
                </c:pt>
                <c:pt idx="9">
                  <c:v>45199</c:v>
                </c:pt>
                <c:pt idx="10">
                  <c:v>45230</c:v>
                </c:pt>
                <c:pt idx="11">
                  <c:v>45260</c:v>
                </c:pt>
                <c:pt idx="12">
                  <c:v>45291</c:v>
                </c:pt>
                <c:pt idx="13">
                  <c:v>45322</c:v>
                </c:pt>
                <c:pt idx="14">
                  <c:v>45351</c:v>
                </c:pt>
                <c:pt idx="15">
                  <c:v>45382</c:v>
                </c:pt>
                <c:pt idx="16">
                  <c:v>45412</c:v>
                </c:pt>
                <c:pt idx="17">
                  <c:v>45443</c:v>
                </c:pt>
                <c:pt idx="18">
                  <c:v>45473</c:v>
                </c:pt>
                <c:pt idx="19">
                  <c:v>45504</c:v>
                </c:pt>
                <c:pt idx="20">
                  <c:v>45535</c:v>
                </c:pt>
                <c:pt idx="21">
                  <c:v>45565</c:v>
                </c:pt>
                <c:pt idx="22">
                  <c:v>45596</c:v>
                </c:pt>
                <c:pt idx="23">
                  <c:v>45626</c:v>
                </c:pt>
              </c:numCache>
            </c:numRef>
          </c:cat>
          <c:val>
            <c:numRef>
              <c:f>Recruitment!$B$46:$Y$46</c:f>
              <c:numCache>
                <c:formatCode>General</c:formatCode>
                <c:ptCount val="24"/>
                <c:pt idx="0">
                  <c:v>2</c:v>
                </c:pt>
                <c:pt idx="1">
                  <c:v>7</c:v>
                </c:pt>
                <c:pt idx="2">
                  <c:v>12</c:v>
                </c:pt>
                <c:pt idx="3">
                  <c:v>26</c:v>
                </c:pt>
                <c:pt idx="4">
                  <c:v>31</c:v>
                </c:pt>
                <c:pt idx="5">
                  <c:v>38</c:v>
                </c:pt>
                <c:pt idx="6">
                  <c:v>51</c:v>
                </c:pt>
                <c:pt idx="7">
                  <c:v>66</c:v>
                </c:pt>
                <c:pt idx="8">
                  <c:v>82</c:v>
                </c:pt>
                <c:pt idx="9">
                  <c:v>101</c:v>
                </c:pt>
                <c:pt idx="10">
                  <c:v>124</c:v>
                </c:pt>
                <c:pt idx="11">
                  <c:v>148</c:v>
                </c:pt>
                <c:pt idx="12">
                  <c:v>172</c:v>
                </c:pt>
                <c:pt idx="13">
                  <c:v>196</c:v>
                </c:pt>
                <c:pt idx="14">
                  <c:v>220</c:v>
                </c:pt>
                <c:pt idx="15">
                  <c:v>244</c:v>
                </c:pt>
                <c:pt idx="16">
                  <c:v>268</c:v>
                </c:pt>
                <c:pt idx="17">
                  <c:v>292</c:v>
                </c:pt>
                <c:pt idx="18">
                  <c:v>316</c:v>
                </c:pt>
                <c:pt idx="19">
                  <c:v>340</c:v>
                </c:pt>
                <c:pt idx="20">
                  <c:v>364</c:v>
                </c:pt>
                <c:pt idx="21">
                  <c:v>388</c:v>
                </c:pt>
                <c:pt idx="22">
                  <c:v>400</c:v>
                </c:pt>
                <c:pt idx="23">
                  <c:v>400</c:v>
                </c:pt>
              </c:numCache>
            </c:numRef>
          </c:val>
          <c:smooth val="0"/>
          <c:extLst>
            <c:ext xmlns:c16="http://schemas.microsoft.com/office/drawing/2014/chart" uri="{C3380CC4-5D6E-409C-BE32-E72D297353CC}">
              <c16:uniqueId val="{00000000-07B6-4967-B2F2-CA53AA9469EC}"/>
            </c:ext>
          </c:extLst>
        </c:ser>
        <c:ser>
          <c:idx val="0"/>
          <c:order val="1"/>
          <c:tx>
            <c:strRef>
              <c:f>Recruitment!$A$47</c:f>
              <c:strCache>
                <c:ptCount val="1"/>
                <c:pt idx="0">
                  <c:v>Screening-a</c:v>
                </c:pt>
              </c:strCache>
            </c:strRef>
          </c:tx>
          <c:spPr>
            <a:ln w="28575" cap="rnd">
              <a:solidFill>
                <a:schemeClr val="accent2">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Recruitment!$B$45:$Y$45</c:f>
              <c:numCache>
                <c:formatCode>[$-409]mmm\-yy;@</c:formatCode>
                <c:ptCount val="24"/>
                <c:pt idx="0">
                  <c:v>44926</c:v>
                </c:pt>
                <c:pt idx="1">
                  <c:v>44957</c:v>
                </c:pt>
                <c:pt idx="2">
                  <c:v>44985</c:v>
                </c:pt>
                <c:pt idx="3">
                  <c:v>45016</c:v>
                </c:pt>
                <c:pt idx="4">
                  <c:v>45046</c:v>
                </c:pt>
                <c:pt idx="5">
                  <c:v>45077</c:v>
                </c:pt>
                <c:pt idx="6">
                  <c:v>45107</c:v>
                </c:pt>
                <c:pt idx="7">
                  <c:v>45138</c:v>
                </c:pt>
                <c:pt idx="8">
                  <c:v>45169</c:v>
                </c:pt>
                <c:pt idx="9">
                  <c:v>45199</c:v>
                </c:pt>
                <c:pt idx="10">
                  <c:v>45230</c:v>
                </c:pt>
                <c:pt idx="11">
                  <c:v>45260</c:v>
                </c:pt>
                <c:pt idx="12">
                  <c:v>45291</c:v>
                </c:pt>
                <c:pt idx="13">
                  <c:v>45322</c:v>
                </c:pt>
                <c:pt idx="14">
                  <c:v>45351</c:v>
                </c:pt>
                <c:pt idx="15">
                  <c:v>45382</c:v>
                </c:pt>
                <c:pt idx="16">
                  <c:v>45412</c:v>
                </c:pt>
                <c:pt idx="17">
                  <c:v>45443</c:v>
                </c:pt>
                <c:pt idx="18">
                  <c:v>45473</c:v>
                </c:pt>
                <c:pt idx="19">
                  <c:v>45504</c:v>
                </c:pt>
                <c:pt idx="20">
                  <c:v>45535</c:v>
                </c:pt>
                <c:pt idx="21">
                  <c:v>45565</c:v>
                </c:pt>
                <c:pt idx="22">
                  <c:v>45596</c:v>
                </c:pt>
                <c:pt idx="23">
                  <c:v>45626</c:v>
                </c:pt>
              </c:numCache>
            </c:numRef>
          </c:cat>
          <c:val>
            <c:numRef>
              <c:f>Recruitment!$B$47:$Y$47</c:f>
              <c:numCache>
                <c:formatCode>General</c:formatCode>
                <c:ptCount val="24"/>
                <c:pt idx="0">
                  <c:v>2</c:v>
                </c:pt>
                <c:pt idx="1">
                  <c:v>7</c:v>
                </c:pt>
                <c:pt idx="2">
                  <c:v>12</c:v>
                </c:pt>
                <c:pt idx="3">
                  <c:v>26</c:v>
                </c:pt>
                <c:pt idx="4">
                  <c:v>31</c:v>
                </c:pt>
                <c:pt idx="5">
                  <c:v>38</c:v>
                </c:pt>
                <c:pt idx="6">
                  <c:v>52</c:v>
                </c:pt>
                <c:pt idx="7">
                  <c:v>68</c:v>
                </c:pt>
                <c:pt idx="8">
                  <c:v>86</c:v>
                </c:pt>
                <c:pt idx="9">
                  <c:v>102</c:v>
                </c:pt>
                <c:pt idx="10">
                  <c:v>115</c:v>
                </c:pt>
                <c:pt idx="11">
                  <c:v>144</c:v>
                </c:pt>
                <c:pt idx="12">
                  <c:v>151</c:v>
                </c:pt>
                <c:pt idx="13">
                  <c:v>180</c:v>
                </c:pt>
                <c:pt idx="14">
                  <c:v>197</c:v>
                </c:pt>
                <c:pt idx="15">
                  <c:v>203</c:v>
                </c:pt>
                <c:pt idx="16">
                  <c:v>225</c:v>
                </c:pt>
              </c:numCache>
            </c:numRef>
          </c:val>
          <c:smooth val="0"/>
          <c:extLst>
            <c:ext xmlns:c16="http://schemas.microsoft.com/office/drawing/2014/chart" uri="{C3380CC4-5D6E-409C-BE32-E72D297353CC}">
              <c16:uniqueId val="{00000001-07B6-4967-B2F2-CA53AA9469EC}"/>
            </c:ext>
          </c:extLst>
        </c:ser>
        <c:ser>
          <c:idx val="1"/>
          <c:order val="2"/>
          <c:tx>
            <c:strRef>
              <c:f>Recruitment!$A$48</c:f>
              <c:strCache>
                <c:ptCount val="1"/>
                <c:pt idx="0">
                  <c:v>Enrollement-p</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Recruitment!$B$45:$Y$45</c:f>
              <c:numCache>
                <c:formatCode>[$-409]mmm\-yy;@</c:formatCode>
                <c:ptCount val="24"/>
                <c:pt idx="0">
                  <c:v>44926</c:v>
                </c:pt>
                <c:pt idx="1">
                  <c:v>44957</c:v>
                </c:pt>
                <c:pt idx="2">
                  <c:v>44985</c:v>
                </c:pt>
                <c:pt idx="3">
                  <c:v>45016</c:v>
                </c:pt>
                <c:pt idx="4">
                  <c:v>45046</c:v>
                </c:pt>
                <c:pt idx="5">
                  <c:v>45077</c:v>
                </c:pt>
                <c:pt idx="6">
                  <c:v>45107</c:v>
                </c:pt>
                <c:pt idx="7">
                  <c:v>45138</c:v>
                </c:pt>
                <c:pt idx="8">
                  <c:v>45169</c:v>
                </c:pt>
                <c:pt idx="9">
                  <c:v>45199</c:v>
                </c:pt>
                <c:pt idx="10">
                  <c:v>45230</c:v>
                </c:pt>
                <c:pt idx="11">
                  <c:v>45260</c:v>
                </c:pt>
                <c:pt idx="12">
                  <c:v>45291</c:v>
                </c:pt>
                <c:pt idx="13">
                  <c:v>45322</c:v>
                </c:pt>
                <c:pt idx="14">
                  <c:v>45351</c:v>
                </c:pt>
                <c:pt idx="15">
                  <c:v>45382</c:v>
                </c:pt>
                <c:pt idx="16">
                  <c:v>45412</c:v>
                </c:pt>
                <c:pt idx="17">
                  <c:v>45443</c:v>
                </c:pt>
                <c:pt idx="18">
                  <c:v>45473</c:v>
                </c:pt>
                <c:pt idx="19">
                  <c:v>45504</c:v>
                </c:pt>
                <c:pt idx="20">
                  <c:v>45535</c:v>
                </c:pt>
                <c:pt idx="21">
                  <c:v>45565</c:v>
                </c:pt>
                <c:pt idx="22">
                  <c:v>45596</c:v>
                </c:pt>
                <c:pt idx="23">
                  <c:v>45626</c:v>
                </c:pt>
              </c:numCache>
            </c:numRef>
          </c:cat>
          <c:val>
            <c:numRef>
              <c:f>Recruitment!$B$48:$Y$48</c:f>
              <c:numCache>
                <c:formatCode>General</c:formatCode>
                <c:ptCount val="24"/>
                <c:pt idx="0">
                  <c:v>0</c:v>
                </c:pt>
                <c:pt idx="1">
                  <c:v>2</c:v>
                </c:pt>
                <c:pt idx="2">
                  <c:v>6</c:v>
                </c:pt>
                <c:pt idx="3">
                  <c:v>9</c:v>
                </c:pt>
                <c:pt idx="4">
                  <c:v>11</c:v>
                </c:pt>
                <c:pt idx="5">
                  <c:v>13</c:v>
                </c:pt>
                <c:pt idx="6">
                  <c:v>14</c:v>
                </c:pt>
                <c:pt idx="7">
                  <c:v>17</c:v>
                </c:pt>
                <c:pt idx="8">
                  <c:v>21</c:v>
                </c:pt>
                <c:pt idx="9">
                  <c:v>27</c:v>
                </c:pt>
                <c:pt idx="10">
                  <c:v>36</c:v>
                </c:pt>
                <c:pt idx="11">
                  <c:v>48</c:v>
                </c:pt>
                <c:pt idx="12">
                  <c:v>60</c:v>
                </c:pt>
                <c:pt idx="13">
                  <c:v>72</c:v>
                </c:pt>
                <c:pt idx="14">
                  <c:v>84</c:v>
                </c:pt>
                <c:pt idx="15">
                  <c:v>96</c:v>
                </c:pt>
                <c:pt idx="16">
                  <c:v>108</c:v>
                </c:pt>
                <c:pt idx="17">
                  <c:v>120</c:v>
                </c:pt>
                <c:pt idx="18">
                  <c:v>132</c:v>
                </c:pt>
                <c:pt idx="19">
                  <c:v>144</c:v>
                </c:pt>
                <c:pt idx="20">
                  <c:v>158</c:v>
                </c:pt>
                <c:pt idx="21">
                  <c:v>172</c:v>
                </c:pt>
                <c:pt idx="22">
                  <c:v>186</c:v>
                </c:pt>
                <c:pt idx="23">
                  <c:v>200</c:v>
                </c:pt>
              </c:numCache>
            </c:numRef>
          </c:val>
          <c:smooth val="0"/>
          <c:extLst>
            <c:ext xmlns:c16="http://schemas.microsoft.com/office/drawing/2014/chart" uri="{C3380CC4-5D6E-409C-BE32-E72D297353CC}">
              <c16:uniqueId val="{00000002-07B6-4967-B2F2-CA53AA9469EC}"/>
            </c:ext>
          </c:extLst>
        </c:ser>
        <c:ser>
          <c:idx val="2"/>
          <c:order val="3"/>
          <c:tx>
            <c:strRef>
              <c:f>Recruitment!$A$49</c:f>
              <c:strCache>
                <c:ptCount val="1"/>
                <c:pt idx="0">
                  <c:v>Enrollement-a</c:v>
                </c:pt>
              </c:strCache>
            </c:strRef>
          </c:tx>
          <c:spPr>
            <a:ln w="28575" cap="rnd">
              <a:solidFill>
                <a:srgbClr val="C0000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Recruitment!$B$45:$Y$45</c:f>
              <c:numCache>
                <c:formatCode>[$-409]mmm\-yy;@</c:formatCode>
                <c:ptCount val="24"/>
                <c:pt idx="0">
                  <c:v>44926</c:v>
                </c:pt>
                <c:pt idx="1">
                  <c:v>44957</c:v>
                </c:pt>
                <c:pt idx="2">
                  <c:v>44985</c:v>
                </c:pt>
                <c:pt idx="3">
                  <c:v>45016</c:v>
                </c:pt>
                <c:pt idx="4">
                  <c:v>45046</c:v>
                </c:pt>
                <c:pt idx="5">
                  <c:v>45077</c:v>
                </c:pt>
                <c:pt idx="6">
                  <c:v>45107</c:v>
                </c:pt>
                <c:pt idx="7">
                  <c:v>45138</c:v>
                </c:pt>
                <c:pt idx="8">
                  <c:v>45169</c:v>
                </c:pt>
                <c:pt idx="9">
                  <c:v>45199</c:v>
                </c:pt>
                <c:pt idx="10">
                  <c:v>45230</c:v>
                </c:pt>
                <c:pt idx="11">
                  <c:v>45260</c:v>
                </c:pt>
                <c:pt idx="12">
                  <c:v>45291</c:v>
                </c:pt>
                <c:pt idx="13">
                  <c:v>45322</c:v>
                </c:pt>
                <c:pt idx="14">
                  <c:v>45351</c:v>
                </c:pt>
                <c:pt idx="15">
                  <c:v>45382</c:v>
                </c:pt>
                <c:pt idx="16">
                  <c:v>45412</c:v>
                </c:pt>
                <c:pt idx="17">
                  <c:v>45443</c:v>
                </c:pt>
                <c:pt idx="18">
                  <c:v>45473</c:v>
                </c:pt>
                <c:pt idx="19">
                  <c:v>45504</c:v>
                </c:pt>
                <c:pt idx="20">
                  <c:v>45535</c:v>
                </c:pt>
                <c:pt idx="21">
                  <c:v>45565</c:v>
                </c:pt>
                <c:pt idx="22">
                  <c:v>45596</c:v>
                </c:pt>
                <c:pt idx="23">
                  <c:v>45626</c:v>
                </c:pt>
              </c:numCache>
            </c:numRef>
          </c:cat>
          <c:val>
            <c:numRef>
              <c:f>Recruitment!$B$49:$Y$49</c:f>
              <c:numCache>
                <c:formatCode>General</c:formatCode>
                <c:ptCount val="24"/>
                <c:pt idx="0">
                  <c:v>0</c:v>
                </c:pt>
                <c:pt idx="1">
                  <c:v>2</c:v>
                </c:pt>
                <c:pt idx="2">
                  <c:v>6</c:v>
                </c:pt>
                <c:pt idx="3">
                  <c:v>9</c:v>
                </c:pt>
                <c:pt idx="4">
                  <c:v>11</c:v>
                </c:pt>
                <c:pt idx="5">
                  <c:v>13</c:v>
                </c:pt>
                <c:pt idx="6">
                  <c:v>14</c:v>
                </c:pt>
                <c:pt idx="7">
                  <c:v>19</c:v>
                </c:pt>
                <c:pt idx="8">
                  <c:v>29</c:v>
                </c:pt>
                <c:pt idx="9">
                  <c:v>34</c:v>
                </c:pt>
                <c:pt idx="10">
                  <c:v>41</c:v>
                </c:pt>
                <c:pt idx="11">
                  <c:v>57</c:v>
                </c:pt>
                <c:pt idx="12">
                  <c:v>57</c:v>
                </c:pt>
                <c:pt idx="13">
                  <c:v>71</c:v>
                </c:pt>
                <c:pt idx="14">
                  <c:v>75</c:v>
                </c:pt>
                <c:pt idx="15">
                  <c:v>83</c:v>
                </c:pt>
                <c:pt idx="16">
                  <c:v>92</c:v>
                </c:pt>
              </c:numCache>
            </c:numRef>
          </c:val>
          <c:smooth val="0"/>
          <c:extLst>
            <c:ext xmlns:c16="http://schemas.microsoft.com/office/drawing/2014/chart" uri="{C3380CC4-5D6E-409C-BE32-E72D297353CC}">
              <c16:uniqueId val="{00000003-07B6-4967-B2F2-CA53AA9469EC}"/>
            </c:ext>
          </c:extLst>
        </c:ser>
        <c:dLbls>
          <c:showLegendKey val="0"/>
          <c:showVal val="0"/>
          <c:showCatName val="0"/>
          <c:showSerName val="0"/>
          <c:showPercent val="0"/>
          <c:showBubbleSize val="0"/>
        </c:dLbls>
        <c:smooth val="0"/>
        <c:axId val="523006048"/>
        <c:axId val="523012280"/>
      </c:lineChart>
      <c:dateAx>
        <c:axId val="523006048"/>
        <c:scaling>
          <c:orientation val="minMax"/>
        </c:scaling>
        <c:delete val="1"/>
        <c:axPos val="b"/>
        <c:numFmt formatCode="[$-409]mmm\-yy;@" sourceLinked="1"/>
        <c:majorTickMark val="none"/>
        <c:minorTickMark val="none"/>
        <c:tickLblPos val="nextTo"/>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2"/>
          <c:tx>
            <c:strRef>
              <c:f>Recruitment!$A$110</c:f>
              <c:strCache>
                <c:ptCount val="1"/>
                <c:pt idx="0">
                  <c:v>Screening-p</c:v>
                </c:pt>
              </c:strCache>
            </c:strRef>
          </c:tx>
          <c:spPr>
            <a:ln w="28575" cap="rnd">
              <a:solidFill>
                <a:srgbClr val="0070C0"/>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Recruitment!$B$107:$Y$107</c:f>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f>Recruitment!$B$110:$Y$110</c:f>
              <c:numCache>
                <c:formatCode>General</c:formatCode>
                <c:ptCount val="24"/>
                <c:pt idx="0">
                  <c:v>0</c:v>
                </c:pt>
                <c:pt idx="1">
                  <c:v>0</c:v>
                </c:pt>
                <c:pt idx="2">
                  <c:v>1</c:v>
                </c:pt>
                <c:pt idx="3">
                  <c:v>3</c:v>
                </c:pt>
                <c:pt idx="4">
                  <c:v>5</c:v>
                </c:pt>
                <c:pt idx="5">
                  <c:v>8</c:v>
                </c:pt>
                <c:pt idx="6">
                  <c:v>10</c:v>
                </c:pt>
                <c:pt idx="7">
                  <c:v>13</c:v>
                </c:pt>
                <c:pt idx="8">
                  <c:v>14</c:v>
                </c:pt>
                <c:pt idx="9">
                  <c:v>15</c:v>
                </c:pt>
                <c:pt idx="10">
                  <c:v>17</c:v>
                </c:pt>
                <c:pt idx="11">
                  <c:v>19</c:v>
                </c:pt>
                <c:pt idx="12">
                  <c:v>23</c:v>
                </c:pt>
                <c:pt idx="13">
                  <c:v>25</c:v>
                </c:pt>
                <c:pt idx="14">
                  <c:v>26</c:v>
                </c:pt>
                <c:pt idx="15">
                  <c:v>29</c:v>
                </c:pt>
                <c:pt idx="16">
                  <c:v>32</c:v>
                </c:pt>
                <c:pt idx="17">
                  <c:v>35</c:v>
                </c:pt>
                <c:pt idx="18">
                  <c:v>38</c:v>
                </c:pt>
                <c:pt idx="19">
                  <c:v>41</c:v>
                </c:pt>
                <c:pt idx="20">
                  <c:v>44</c:v>
                </c:pt>
                <c:pt idx="21">
                  <c:v>47</c:v>
                </c:pt>
                <c:pt idx="22">
                  <c:v>50</c:v>
                </c:pt>
                <c:pt idx="23">
                  <c:v>50</c:v>
                </c:pt>
              </c:numCache>
            </c:numRef>
          </c:val>
          <c:smooth val="0"/>
          <c:extLst>
            <c:ext xmlns:c16="http://schemas.microsoft.com/office/drawing/2014/chart" uri="{C3380CC4-5D6E-409C-BE32-E72D297353CC}">
              <c16:uniqueId val="{00000000-BD0A-480E-B8C9-6BC9CF5A8911}"/>
            </c:ext>
          </c:extLst>
        </c:ser>
        <c:ser>
          <c:idx val="2"/>
          <c:order val="3"/>
          <c:tx>
            <c:strRef>
              <c:f>Recruitment!$A$111</c:f>
              <c:strCache>
                <c:ptCount val="1"/>
                <c:pt idx="0">
                  <c:v>Screening-a</c:v>
                </c:pt>
              </c:strCache>
            </c:strRef>
          </c:tx>
          <c:spPr>
            <a:ln w="28575" cap="rnd">
              <a:solidFill>
                <a:schemeClr val="accent2">
                  <a:lumMod val="75000"/>
                </a:schemeClr>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Recruitment!$B$107:$Y$107</c:f>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f>Recruitment!$B$111:$Y$111</c:f>
              <c:numCache>
                <c:formatCode>General</c:formatCode>
                <c:ptCount val="24"/>
                <c:pt idx="0">
                  <c:v>0</c:v>
                </c:pt>
                <c:pt idx="1">
                  <c:v>0</c:v>
                </c:pt>
                <c:pt idx="2">
                  <c:v>0</c:v>
                </c:pt>
                <c:pt idx="3">
                  <c:v>5</c:v>
                </c:pt>
                <c:pt idx="4">
                  <c:v>6</c:v>
                </c:pt>
                <c:pt idx="5">
                  <c:v>10</c:v>
                </c:pt>
                <c:pt idx="6">
                  <c:v>10</c:v>
                </c:pt>
                <c:pt idx="7">
                  <c:v>13</c:v>
                </c:pt>
                <c:pt idx="8">
                  <c:v>15</c:v>
                </c:pt>
                <c:pt idx="9">
                  <c:v>16</c:v>
                </c:pt>
                <c:pt idx="10">
                  <c:v>18</c:v>
                </c:pt>
                <c:pt idx="11">
                  <c:v>19</c:v>
                </c:pt>
                <c:pt idx="12">
                  <c:v>23</c:v>
                </c:pt>
                <c:pt idx="13">
                  <c:v>23</c:v>
                </c:pt>
                <c:pt idx="14">
                  <c:v>25</c:v>
                </c:pt>
                <c:pt idx="15">
                  <c:v>25</c:v>
                </c:pt>
                <c:pt idx="16">
                  <c:v>31</c:v>
                </c:pt>
              </c:numCache>
            </c:numRef>
          </c:val>
          <c:smooth val="0"/>
          <c:extLst>
            <c:ext xmlns:c16="http://schemas.microsoft.com/office/drawing/2014/chart" uri="{C3380CC4-5D6E-409C-BE32-E72D297353CC}">
              <c16:uniqueId val="{00000001-BD0A-480E-B8C9-6BC9CF5A8911}"/>
            </c:ext>
          </c:extLst>
        </c:ser>
        <c:ser>
          <c:idx val="3"/>
          <c:order val="4"/>
          <c:tx>
            <c:strRef>
              <c:f>Recruitment!$A$112</c:f>
              <c:strCache>
                <c:ptCount val="1"/>
                <c:pt idx="0">
                  <c:v>Enrollement-p</c:v>
                </c:pt>
              </c:strCache>
            </c:strRef>
          </c:tx>
          <c:spPr>
            <a:ln w="28575" cap="rnd">
              <a:solidFill>
                <a:schemeClr val="accent6"/>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Recruitment!$B$107:$Y$107</c:f>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f>Recruitment!$B$112:$Y$112</c:f>
              <c:numCache>
                <c:formatCode>General</c:formatCode>
                <c:ptCount val="24"/>
                <c:pt idx="0">
                  <c:v>0</c:v>
                </c:pt>
                <c:pt idx="1">
                  <c:v>0</c:v>
                </c:pt>
                <c:pt idx="2">
                  <c:v>0</c:v>
                </c:pt>
                <c:pt idx="3">
                  <c:v>0</c:v>
                </c:pt>
                <c:pt idx="4">
                  <c:v>1</c:v>
                </c:pt>
                <c:pt idx="5">
                  <c:v>0</c:v>
                </c:pt>
                <c:pt idx="6">
                  <c:v>0</c:v>
                </c:pt>
                <c:pt idx="7">
                  <c:v>2</c:v>
                </c:pt>
                <c:pt idx="8">
                  <c:v>3</c:v>
                </c:pt>
                <c:pt idx="9">
                  <c:v>4</c:v>
                </c:pt>
                <c:pt idx="10">
                  <c:v>5</c:v>
                </c:pt>
                <c:pt idx="11">
                  <c:v>6</c:v>
                </c:pt>
                <c:pt idx="12">
                  <c:v>7</c:v>
                </c:pt>
                <c:pt idx="13">
                  <c:v>9</c:v>
                </c:pt>
                <c:pt idx="14">
                  <c:v>11</c:v>
                </c:pt>
                <c:pt idx="15">
                  <c:v>13</c:v>
                </c:pt>
                <c:pt idx="16">
                  <c:v>15</c:v>
                </c:pt>
                <c:pt idx="17">
                  <c:v>17</c:v>
                </c:pt>
                <c:pt idx="18">
                  <c:v>19</c:v>
                </c:pt>
                <c:pt idx="19">
                  <c:v>20</c:v>
                </c:pt>
                <c:pt idx="20">
                  <c:v>21</c:v>
                </c:pt>
                <c:pt idx="21">
                  <c:v>22</c:v>
                </c:pt>
                <c:pt idx="22">
                  <c:v>24</c:v>
                </c:pt>
                <c:pt idx="23">
                  <c:v>25</c:v>
                </c:pt>
              </c:numCache>
            </c:numRef>
          </c:val>
          <c:smooth val="0"/>
          <c:extLst>
            <c:ext xmlns:c16="http://schemas.microsoft.com/office/drawing/2014/chart" uri="{C3380CC4-5D6E-409C-BE32-E72D297353CC}">
              <c16:uniqueId val="{00000002-BD0A-480E-B8C9-6BC9CF5A8911}"/>
            </c:ext>
          </c:extLst>
        </c:ser>
        <c:ser>
          <c:idx val="4"/>
          <c:order val="5"/>
          <c:tx>
            <c:strRef>
              <c:f>Recruitment!$A$113</c:f>
              <c:strCache>
                <c:ptCount val="1"/>
                <c:pt idx="0">
                  <c:v>Enrollement-a</c:v>
                </c:pt>
              </c:strCache>
            </c:strRef>
          </c:tx>
          <c:spPr>
            <a:ln w="28575" cap="rnd">
              <a:solidFill>
                <a:srgbClr val="C00000"/>
              </a:solidFill>
              <a:prstDash val="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Recruitment!$B$107:$Y$107</c:f>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f>Recruitment!$B$113:$Y$113</c:f>
              <c:numCache>
                <c:formatCode>General</c:formatCode>
                <c:ptCount val="24"/>
                <c:pt idx="0">
                  <c:v>0</c:v>
                </c:pt>
                <c:pt idx="1">
                  <c:v>0</c:v>
                </c:pt>
                <c:pt idx="2">
                  <c:v>0</c:v>
                </c:pt>
                <c:pt idx="3">
                  <c:v>0</c:v>
                </c:pt>
                <c:pt idx="4">
                  <c:v>1</c:v>
                </c:pt>
                <c:pt idx="5">
                  <c:v>1</c:v>
                </c:pt>
                <c:pt idx="6">
                  <c:v>1</c:v>
                </c:pt>
                <c:pt idx="7">
                  <c:v>2</c:v>
                </c:pt>
                <c:pt idx="8">
                  <c:v>3</c:v>
                </c:pt>
                <c:pt idx="9">
                  <c:v>4</c:v>
                </c:pt>
                <c:pt idx="10">
                  <c:v>5</c:v>
                </c:pt>
                <c:pt idx="11">
                  <c:v>7</c:v>
                </c:pt>
                <c:pt idx="12">
                  <c:v>7</c:v>
                </c:pt>
                <c:pt idx="13">
                  <c:v>9</c:v>
                </c:pt>
                <c:pt idx="14">
                  <c:v>9</c:v>
                </c:pt>
                <c:pt idx="15">
                  <c:v>9</c:v>
                </c:pt>
                <c:pt idx="16">
                  <c:v>10</c:v>
                </c:pt>
              </c:numCache>
            </c:numRef>
          </c:val>
          <c:smooth val="0"/>
          <c:extLst>
            <c:ext xmlns:c16="http://schemas.microsoft.com/office/drawing/2014/chart" uri="{C3380CC4-5D6E-409C-BE32-E72D297353CC}">
              <c16:uniqueId val="{00000003-BD0A-480E-B8C9-6BC9CF5A8911}"/>
            </c:ext>
          </c:extLst>
        </c:ser>
        <c:dLbls>
          <c:showLegendKey val="0"/>
          <c:showVal val="0"/>
          <c:showCatName val="0"/>
          <c:showSerName val="0"/>
          <c:showPercent val="0"/>
          <c:showBubbleSize val="0"/>
        </c:dLbls>
        <c:smooth val="0"/>
        <c:axId val="523006048"/>
        <c:axId val="523012280"/>
        <c:extLst>
          <c:ext xmlns:c15="http://schemas.microsoft.com/office/drawing/2012/chart" uri="{02D57815-91ED-43cb-92C2-25804820EDAC}">
            <c15:filteredLineSeries>
              <c15:ser>
                <c:idx val="6"/>
                <c:order val="0"/>
                <c:tx>
                  <c:strRef>
                    <c:extLst>
                      <c:ext uri="{02D57815-91ED-43cb-92C2-25804820EDAC}">
                        <c15:formulaRef>
                          <c15:sqref>Recruitment!$A$108</c15:sqref>
                        </c15:formulaRef>
                      </c:ext>
                    </c:extLst>
                    <c:strCache>
                      <c:ptCount val="1"/>
                      <c:pt idx="0">
                        <c:v>Site Activation-a</c:v>
                      </c:pt>
                    </c:strCache>
                  </c:strRef>
                </c:tx>
                <c:spPr>
                  <a:ln w="28575" cap="rnd">
                    <a:solidFill>
                      <a:schemeClr val="accent1">
                        <a:lumMod val="60000"/>
                      </a:schemeClr>
                    </a:solidFill>
                    <a:round/>
                  </a:ln>
                  <a:effectLst/>
                </c:spPr>
                <c:marker>
                  <c:symbol val="none"/>
                </c:marker>
                <c:cat>
                  <c:numRef>
                    <c:extLst>
                      <c:ext uri="{02D57815-91ED-43cb-92C2-25804820EDAC}">
                        <c15:formulaRef>
                          <c15:sqref>Recruitment!$B$107:$Y$107</c15:sqref>
                        </c15:formulaRef>
                      </c:ext>
                    </c:extLst>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extLst>
                      <c:ext uri="{02D57815-91ED-43cb-92C2-25804820EDAC}">
                        <c15:formulaRef>
                          <c15:sqref>Recruitment!$B$108:$Y$108</c15:sqref>
                        </c15:formulaRef>
                      </c:ext>
                    </c:extLst>
                    <c:numCache>
                      <c:formatCode>General</c:formatCode>
                      <c:ptCount val="24"/>
                      <c:pt idx="0">
                        <c:v>2</c:v>
                      </c:pt>
                      <c:pt idx="1">
                        <c:v>3</c:v>
                      </c:pt>
                      <c:pt idx="2">
                        <c:v>10</c:v>
                      </c:pt>
                      <c:pt idx="3">
                        <c:v>14</c:v>
                      </c:pt>
                      <c:pt idx="4">
                        <c:v>15</c:v>
                      </c:pt>
                      <c:pt idx="5">
                        <c:v>15</c:v>
                      </c:pt>
                      <c:pt idx="6">
                        <c:v>15</c:v>
                      </c:pt>
                      <c:pt idx="7">
                        <c:v>16</c:v>
                      </c:pt>
                      <c:pt idx="8">
                        <c:v>16</c:v>
                      </c:pt>
                      <c:pt idx="9">
                        <c:v>16</c:v>
                      </c:pt>
                      <c:pt idx="10">
                        <c:v>16</c:v>
                      </c:pt>
                      <c:pt idx="11">
                        <c:v>16</c:v>
                      </c:pt>
                      <c:pt idx="12">
                        <c:v>18</c:v>
                      </c:pt>
                      <c:pt idx="13">
                        <c:v>18</c:v>
                      </c:pt>
                      <c:pt idx="14">
                        <c:v>16</c:v>
                      </c:pt>
                      <c:pt idx="15">
                        <c:v>16</c:v>
                      </c:pt>
                      <c:pt idx="16">
                        <c:v>16</c:v>
                      </c:pt>
                      <c:pt idx="17">
                        <c:v>16</c:v>
                      </c:pt>
                      <c:pt idx="18">
                        <c:v>16</c:v>
                      </c:pt>
                      <c:pt idx="19">
                        <c:v>16</c:v>
                      </c:pt>
                      <c:pt idx="20">
                        <c:v>16</c:v>
                      </c:pt>
                      <c:pt idx="21">
                        <c:v>16</c:v>
                      </c:pt>
                      <c:pt idx="22">
                        <c:v>16</c:v>
                      </c:pt>
                      <c:pt idx="23">
                        <c:v>16</c:v>
                      </c:pt>
                    </c:numCache>
                  </c:numRef>
                </c:val>
                <c:smooth val="0"/>
                <c:extLst>
                  <c:ext xmlns:c16="http://schemas.microsoft.com/office/drawing/2014/chart" uri="{C3380CC4-5D6E-409C-BE32-E72D297353CC}">
                    <c16:uniqueId val="{00000004-BD0A-480E-B8C9-6BC9CF5A8911}"/>
                  </c:ext>
                </c:extLst>
              </c15:ser>
            </c15:filteredLineSeries>
            <c15:filteredLineSeries>
              <c15:ser>
                <c:idx val="0"/>
                <c:order val="1"/>
                <c:tx>
                  <c:strRef>
                    <c:extLst xmlns:c15="http://schemas.microsoft.com/office/drawing/2012/chart">
                      <c:ext xmlns:c15="http://schemas.microsoft.com/office/drawing/2012/chart" uri="{02D57815-91ED-43cb-92C2-25804820EDAC}">
                        <c15:formulaRef>
                          <c15:sqref>Recruitment!$A$109</c15:sqref>
                        </c15:formulaRef>
                      </c:ext>
                    </c:extLst>
                    <c:strCache>
                      <c:ptCount val="1"/>
                      <c:pt idx="0">
                        <c:v>Site Activation-p</c:v>
                      </c:pt>
                    </c:strCache>
                  </c:strRef>
                </c:tx>
                <c:spPr>
                  <a:ln w="28575" cap="rnd">
                    <a:solidFill>
                      <a:schemeClr val="accent1"/>
                    </a:solidFill>
                    <a:round/>
                  </a:ln>
                  <a:effectLst/>
                </c:spPr>
                <c:marker>
                  <c:symbol val="none"/>
                </c:marker>
                <c:cat>
                  <c:numRef>
                    <c:extLst xmlns:c15="http://schemas.microsoft.com/office/drawing/2012/chart">
                      <c:ext xmlns:c15="http://schemas.microsoft.com/office/drawing/2012/chart" uri="{02D57815-91ED-43cb-92C2-25804820EDAC}">
                        <c15:formulaRef>
                          <c15:sqref>Recruitment!$B$107:$Y$107</c15:sqref>
                        </c15:formulaRef>
                      </c:ext>
                    </c:extLst>
                    <c:numCache>
                      <c:formatCode>[$-409]mmm\-yy;@</c:formatCode>
                      <c:ptCount val="24"/>
                      <c:pt idx="0">
                        <c:v>44896</c:v>
                      </c:pt>
                      <c:pt idx="1">
                        <c:v>44927</c:v>
                      </c:pt>
                      <c:pt idx="2">
                        <c:v>44958</c:v>
                      </c:pt>
                      <c:pt idx="3">
                        <c:v>44986</c:v>
                      </c:pt>
                      <c:pt idx="4">
                        <c:v>45017</c:v>
                      </c:pt>
                      <c:pt idx="5">
                        <c:v>45047</c:v>
                      </c:pt>
                      <c:pt idx="6">
                        <c:v>45078</c:v>
                      </c:pt>
                      <c:pt idx="7">
                        <c:v>45108</c:v>
                      </c:pt>
                      <c:pt idx="8">
                        <c:v>45139</c:v>
                      </c:pt>
                      <c:pt idx="9">
                        <c:v>45170</c:v>
                      </c:pt>
                      <c:pt idx="10">
                        <c:v>45200</c:v>
                      </c:pt>
                      <c:pt idx="11">
                        <c:v>45231</c:v>
                      </c:pt>
                      <c:pt idx="12">
                        <c:v>45261</c:v>
                      </c:pt>
                      <c:pt idx="13">
                        <c:v>45292</c:v>
                      </c:pt>
                      <c:pt idx="14">
                        <c:v>45323</c:v>
                      </c:pt>
                      <c:pt idx="15">
                        <c:v>45352</c:v>
                      </c:pt>
                      <c:pt idx="16">
                        <c:v>45383</c:v>
                      </c:pt>
                      <c:pt idx="17">
                        <c:v>45413</c:v>
                      </c:pt>
                      <c:pt idx="18">
                        <c:v>45444</c:v>
                      </c:pt>
                      <c:pt idx="19">
                        <c:v>45474</c:v>
                      </c:pt>
                      <c:pt idx="20">
                        <c:v>45505</c:v>
                      </c:pt>
                      <c:pt idx="21">
                        <c:v>45536</c:v>
                      </c:pt>
                      <c:pt idx="22">
                        <c:v>45566</c:v>
                      </c:pt>
                      <c:pt idx="23">
                        <c:v>45597</c:v>
                      </c:pt>
                    </c:numCache>
                  </c:numRef>
                </c:cat>
                <c:val>
                  <c:numRef>
                    <c:extLst xmlns:c15="http://schemas.microsoft.com/office/drawing/2012/chart">
                      <c:ext xmlns:c15="http://schemas.microsoft.com/office/drawing/2012/chart" uri="{02D57815-91ED-43cb-92C2-25804820EDAC}">
                        <c15:formulaRef>
                          <c15:sqref>Recruitment!$B$109:$Y$109</c15:sqref>
                        </c15:formulaRef>
                      </c:ext>
                    </c:extLst>
                    <c:numCache>
                      <c:formatCode>General</c:formatCode>
                      <c:ptCount val="24"/>
                      <c:pt idx="0">
                        <c:v>2</c:v>
                      </c:pt>
                      <c:pt idx="1">
                        <c:v>4</c:v>
                      </c:pt>
                      <c:pt idx="2">
                        <c:v>10</c:v>
                      </c:pt>
                      <c:pt idx="3">
                        <c:v>14</c:v>
                      </c:pt>
                      <c:pt idx="4">
                        <c:v>16</c:v>
                      </c:pt>
                      <c:pt idx="5">
                        <c:v>18</c:v>
                      </c:pt>
                      <c:pt idx="6">
                        <c:v>18</c:v>
                      </c:pt>
                      <c:pt idx="7">
                        <c:v>18</c:v>
                      </c:pt>
                      <c:pt idx="8">
                        <c:v>18</c:v>
                      </c:pt>
                      <c:pt idx="9">
                        <c:v>18</c:v>
                      </c:pt>
                      <c:pt idx="10">
                        <c:v>18</c:v>
                      </c:pt>
                      <c:pt idx="11">
                        <c:v>18</c:v>
                      </c:pt>
                      <c:pt idx="12">
                        <c:v>18</c:v>
                      </c:pt>
                      <c:pt idx="13">
                        <c:v>18</c:v>
                      </c:pt>
                      <c:pt idx="14">
                        <c:v>18</c:v>
                      </c:pt>
                      <c:pt idx="15">
                        <c:v>18</c:v>
                      </c:pt>
                      <c:pt idx="16">
                        <c:v>16</c:v>
                      </c:pt>
                      <c:pt idx="17">
                        <c:v>16</c:v>
                      </c:pt>
                      <c:pt idx="18">
                        <c:v>16</c:v>
                      </c:pt>
                      <c:pt idx="19">
                        <c:v>16</c:v>
                      </c:pt>
                      <c:pt idx="20">
                        <c:v>16</c:v>
                      </c:pt>
                      <c:pt idx="21">
                        <c:v>16</c:v>
                      </c:pt>
                      <c:pt idx="22">
                        <c:v>16</c:v>
                      </c:pt>
                      <c:pt idx="23">
                        <c:v>16</c:v>
                      </c:pt>
                    </c:numCache>
                  </c:numRef>
                </c:val>
                <c:smooth val="0"/>
                <c:extLst xmlns:c15="http://schemas.microsoft.com/office/drawing/2012/chart">
                  <c:ext xmlns:c16="http://schemas.microsoft.com/office/drawing/2014/chart" uri="{C3380CC4-5D6E-409C-BE32-E72D297353CC}">
                    <c16:uniqueId val="{00000005-BD0A-480E-B8C9-6BC9CF5A8911}"/>
                  </c:ext>
                </c:extLst>
              </c15:ser>
            </c15:filteredLineSeries>
          </c:ext>
        </c:extLst>
      </c:lineChart>
      <c:dateAx>
        <c:axId val="523006048"/>
        <c:scaling>
          <c:orientation val="minMax"/>
        </c:scaling>
        <c:delete val="1"/>
        <c:axPos val="b"/>
        <c:numFmt formatCode="[$-409]mmm\-yy;@" sourceLinked="1"/>
        <c:majorTickMark val="none"/>
        <c:minorTickMark val="none"/>
        <c:tickLblPos val="nextTo"/>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2" dt="2024-03-29T17:03:48.892" idx="163">
    <p:pos x="10" y="10"/>
    <p:text>add one option in this page: no frontloading of protocol developmand and CTA submission; add one backup option in the next page: only frontloaded protcol development, CTA submission in 2026.</p:text>
    <p:extLst>
      <p:ext uri="{C676402C-5697-4E1C-873F-D02D1690AC5C}">
        <p15:threadingInfo xmlns:p15="http://schemas.microsoft.com/office/powerpoint/2012/main" timeZoneBias="-480"/>
      </p:ext>
    </p:extLst>
  </p:cm>
  <p:cm authorId="2" dt="2024-03-29T17:05:36.934" idx="164">
    <p:pos x="10" y="106"/>
    <p:text>ask Cindy about the cost till 1st SIV</p:text>
    <p:extLst>
      <p:ext uri="{C676402C-5697-4E1C-873F-D02D1690AC5C}">
        <p15:threadingInfo xmlns:p15="http://schemas.microsoft.com/office/powerpoint/2012/main" timeZoneBias="-480">
          <p15:parentCm authorId="2" idx="163"/>
        </p15:threadingInfo>
      </p:ext>
    </p:extLst>
  </p:cm>
  <p:cm authorId="2" dt="2024-03-29T17:08:11.634" idx="165">
    <p:pos x="10" y="202"/>
    <p:text>frontload protocol development as the worst case accepted by China team</p:text>
    <p:extLst>
      <p:ext uri="{C676402C-5697-4E1C-873F-D02D1690AC5C}">
        <p15:threadingInfo xmlns:p15="http://schemas.microsoft.com/office/powerpoint/2012/main" timeZoneBias="-480">
          <p15:parentCm authorId="2" idx="163"/>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4-03-29T17:03:48.892" idx="166">
    <p:pos x="10" y="10"/>
    <p:text>add one option in this page: no frontloading of protocol developmand and CTA submission; add one backup option in the next page: only frontloaded protcol development, CTA submission in 2026.</p:text>
    <p:extLst>
      <p:ext uri="{C676402C-5697-4E1C-873F-D02D1690AC5C}">
        <p15:threadingInfo xmlns:p15="http://schemas.microsoft.com/office/powerpoint/2012/main" timeZoneBias="-480"/>
      </p:ext>
    </p:extLst>
  </p:cm>
  <p:cm authorId="2" dt="2024-03-29T17:05:36.934" idx="167">
    <p:pos x="10" y="106"/>
    <p:text>ask Cindy about the cost till 1st SIV</p:text>
    <p:extLst>
      <p:ext uri="{C676402C-5697-4E1C-873F-D02D1690AC5C}">
        <p15:threadingInfo xmlns:p15="http://schemas.microsoft.com/office/powerpoint/2012/main" timeZoneBias="-480">
          <p15:parentCm authorId="2" idx="166"/>
        </p15:threadingInfo>
      </p:ext>
    </p:extLst>
  </p:cm>
  <p:cm authorId="2" dt="2024-03-29T17:08:11.634" idx="168">
    <p:pos x="10" y="202"/>
    <p:text>frontload protocol development as the worst case accepted by China team</p:text>
    <p:extLst>
      <p:ext uri="{C676402C-5697-4E1C-873F-D02D1690AC5C}">
        <p15:threadingInfo xmlns:p15="http://schemas.microsoft.com/office/powerpoint/2012/main" timeZoneBias="-480">
          <p15:parentCm authorId="2" idx="166"/>
        </p15:threadingInfo>
      </p:ext>
    </p:extLst>
  </p:cm>
</p:cmLst>
</file>

<file path=ppt/drawings/drawing1.xml><?xml version="1.0" encoding="utf-8"?>
<c:userShapes xmlns:c="http://schemas.openxmlformats.org/drawingml/2006/chart">
  <cdr:relSizeAnchor xmlns:cdr="http://schemas.openxmlformats.org/drawingml/2006/chartDrawing">
    <cdr:from>
      <cdr:x>0.05755</cdr:x>
      <cdr:y>0.16767</cdr:y>
    </cdr:from>
    <cdr:to>
      <cdr:x>0.31954</cdr:x>
      <cdr:y>0.39655</cdr:y>
    </cdr:to>
    <cdr:sp macro="" textlink="">
      <cdr:nvSpPr>
        <cdr:cNvPr id="2" name="Rectangle 5">
          <a:extLst xmlns:a="http://schemas.openxmlformats.org/drawingml/2006/main">
            <a:ext uri="{FF2B5EF4-FFF2-40B4-BE49-F238E27FC236}">
              <a16:creationId xmlns:a16="http://schemas.microsoft.com/office/drawing/2014/main" id="{E63238CF-1CAB-4D72-3FA7-3206352A64E8}"/>
            </a:ext>
          </a:extLst>
        </cdr:cNvPr>
        <cdr:cNvSpPr/>
      </cdr:nvSpPr>
      <cdr:spPr>
        <a:xfrm xmlns:a="http://schemas.openxmlformats.org/drawingml/2006/main">
          <a:off x="413315" y="544744"/>
          <a:ext cx="1881573" cy="743622"/>
        </a:xfrm>
        <a:prstGeom xmlns:a="http://schemas.openxmlformats.org/drawingml/2006/main" prst="rect">
          <a:avLst/>
        </a:prstGeom>
        <a:solidFill xmlns:a="http://schemas.openxmlformats.org/drawingml/2006/main">
          <a:schemeClr val="accent4">
            <a:lumMod val="20000"/>
            <a:lumOff val="80000"/>
          </a:schemeClr>
        </a:solidFill>
        <a:ln xmlns:a="http://schemas.openxmlformats.org/drawingml/2006/main" w="12700">
          <a:solidFill>
            <a:srgbClr val="003366"/>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28964" tIns="28964" rIns="28964" bIns="28964" rtlCol="0" anchor="ctr"/>
        <a:lstStyle xmlns:a="http://schemas.openxmlformats.org/drawingml/2006/main">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defTabSz="367847">
            <a:defRPr/>
          </a:pPr>
          <a:r>
            <a:rPr lang="en-US" sz="900" dirty="0">
              <a:solidFill>
                <a:srgbClr val="000000"/>
              </a:solidFill>
              <a:latin typeface="BISansOpti"/>
            </a:rPr>
            <a:t>Total Screened = 168+1 </a:t>
          </a:r>
          <a:r>
            <a:rPr lang="en-US" altLang="zh-CN" sz="900" dirty="0">
              <a:solidFill>
                <a:srgbClr val="000000"/>
              </a:solidFill>
              <a:latin typeface="BISansOpti"/>
            </a:rPr>
            <a:t>rescreen</a:t>
          </a:r>
          <a:endParaRPr lang="en-US" sz="900" dirty="0">
            <a:solidFill>
              <a:srgbClr val="000000"/>
            </a:solidFill>
            <a:latin typeface="BISansOpti"/>
          </a:endParaRPr>
        </a:p>
        <a:p xmlns:a="http://schemas.openxmlformats.org/drawingml/2006/main">
          <a:pPr defTabSz="367847">
            <a:defRPr/>
          </a:pPr>
          <a:r>
            <a:rPr lang="en-US" sz="900" dirty="0">
              <a:solidFill>
                <a:srgbClr val="000000"/>
              </a:solidFill>
              <a:latin typeface="BISansOpti"/>
            </a:rPr>
            <a:t>Total Randomized =  97</a:t>
          </a:r>
          <a:endParaRPr lang="en-US" altLang="zh-CN" sz="900" dirty="0">
            <a:solidFill>
              <a:srgbClr val="000000"/>
            </a:solidFill>
          </a:endParaRPr>
        </a:p>
        <a:p xmlns:a="http://schemas.openxmlformats.org/drawingml/2006/main">
          <a:pPr defTabSz="367847">
            <a:defRPr/>
          </a:pPr>
          <a:r>
            <a:rPr lang="en-US" altLang="zh-CN" sz="900" dirty="0">
              <a:solidFill>
                <a:srgbClr val="000000"/>
              </a:solidFill>
            </a:rPr>
            <a:t>Total Screen failure = 72</a:t>
          </a:r>
        </a:p>
        <a:p xmlns:a="http://schemas.openxmlformats.org/drawingml/2006/main">
          <a:pPr defTabSz="367847">
            <a:defRPr/>
          </a:pPr>
          <a:r>
            <a:rPr lang="en-US" sz="900" dirty="0">
              <a:solidFill>
                <a:srgbClr val="000000"/>
              </a:solidFill>
              <a:latin typeface="BISansOpti"/>
            </a:rPr>
            <a:t>Screen failure rate = 42% </a:t>
          </a:r>
        </a:p>
        <a:p xmlns:a="http://schemas.openxmlformats.org/drawingml/2006/main">
          <a:pPr defTabSz="367847">
            <a:defRPr/>
          </a:pPr>
          <a:r>
            <a:rPr lang="en-US" sz="900" dirty="0">
              <a:solidFill>
                <a:srgbClr val="000000"/>
              </a:solidFill>
              <a:latin typeface="BISansOpti"/>
            </a:rPr>
            <a:t>Early discontinuation=</a:t>
          </a:r>
          <a:r>
            <a:rPr lang="en-US" sz="900" b="1" dirty="0">
              <a:solidFill>
                <a:schemeClr val="tx1"/>
              </a:solidFill>
              <a:latin typeface="BISansOpti"/>
            </a:rPr>
            <a:t>6</a:t>
          </a:r>
          <a:r>
            <a:rPr lang="zh-CN" altLang="en-US" sz="900" b="1" dirty="0">
              <a:solidFill>
                <a:schemeClr val="tx1"/>
              </a:solidFill>
              <a:latin typeface="BISansOpti"/>
            </a:rPr>
            <a:t>→</a:t>
          </a:r>
          <a:r>
            <a:rPr lang="en-US" altLang="zh-CN" sz="900" b="1" dirty="0">
              <a:solidFill>
                <a:srgbClr val="FF0000"/>
              </a:solidFill>
              <a:latin typeface="BISansOpti"/>
            </a:rPr>
            <a:t>11</a:t>
          </a:r>
          <a:r>
            <a:rPr lang="en-US" altLang="zh-CN" sz="900" b="1" dirty="0">
              <a:solidFill>
                <a:schemeClr val="tx1"/>
              </a:solidFill>
              <a:latin typeface="BISansOpti"/>
            </a:rPr>
            <a:t> (</a:t>
          </a:r>
          <a:r>
            <a:rPr lang="en-US" altLang="zh-CN" sz="900" b="1" dirty="0">
              <a:solidFill>
                <a:srgbClr val="FF0000"/>
              </a:solidFill>
              <a:latin typeface="BISansOpti"/>
            </a:rPr>
            <a:t>11%</a:t>
          </a:r>
          <a:r>
            <a:rPr lang="en-US" altLang="zh-CN" sz="900" b="1" dirty="0">
              <a:solidFill>
                <a:schemeClr val="tx1"/>
              </a:solidFill>
              <a:latin typeface="BISansOpti"/>
            </a:rPr>
            <a:t>)</a:t>
          </a:r>
          <a:endParaRPr lang="en-US" sz="900" b="1" dirty="0">
            <a:solidFill>
              <a:schemeClr val="tx1"/>
            </a:solidFill>
            <a:latin typeface="BISansOpti"/>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0.0818</cdr:x>
      <cdr:y>0.12221</cdr:y>
    </cdr:from>
    <cdr:to>
      <cdr:x>0.31826</cdr:x>
      <cdr:y>0.37194</cdr:y>
    </cdr:to>
    <cdr:sp macro="" textlink="">
      <cdr:nvSpPr>
        <cdr:cNvPr id="2" name="Rectangle 5">
          <a:extLst xmlns:a="http://schemas.openxmlformats.org/drawingml/2006/main">
            <a:ext uri="{FF2B5EF4-FFF2-40B4-BE49-F238E27FC236}">
              <a16:creationId xmlns:a16="http://schemas.microsoft.com/office/drawing/2014/main" id="{9702B269-268A-43EE-3345-95A0402847AD}"/>
            </a:ext>
          </a:extLst>
        </cdr:cNvPr>
        <cdr:cNvSpPr/>
      </cdr:nvSpPr>
      <cdr:spPr>
        <a:xfrm xmlns:a="http://schemas.openxmlformats.org/drawingml/2006/main">
          <a:off x="619990" y="407245"/>
          <a:ext cx="1792192" cy="832182"/>
        </a:xfrm>
        <a:prstGeom xmlns:a="http://schemas.openxmlformats.org/drawingml/2006/main" prst="rect">
          <a:avLst/>
        </a:prstGeom>
        <a:solidFill xmlns:a="http://schemas.openxmlformats.org/drawingml/2006/main">
          <a:schemeClr val="accent4">
            <a:lumMod val="20000"/>
            <a:lumOff val="80000"/>
          </a:schemeClr>
        </a:solidFill>
        <a:ln xmlns:a="http://schemas.openxmlformats.org/drawingml/2006/main" w="12700">
          <a:solidFill>
            <a:srgbClr val="003366"/>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28964" tIns="28964" rIns="28964" bIns="28964"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defTabSz="367847">
            <a:defRPr/>
          </a:pPr>
          <a:r>
            <a:rPr lang="en-US" sz="900" dirty="0">
              <a:solidFill>
                <a:srgbClr val="000000"/>
              </a:solidFill>
              <a:latin typeface="BISansOpti"/>
            </a:rPr>
            <a:t>Total Screened = 1785</a:t>
          </a:r>
        </a:p>
        <a:p xmlns:a="http://schemas.openxmlformats.org/drawingml/2006/main">
          <a:pPr defTabSz="367847">
            <a:defRPr/>
          </a:pPr>
          <a:r>
            <a:rPr lang="en-US" sz="900" dirty="0">
              <a:solidFill>
                <a:srgbClr val="000000"/>
              </a:solidFill>
              <a:latin typeface="BISansOpti"/>
            </a:rPr>
            <a:t>Total Randomized =  </a:t>
          </a:r>
          <a:r>
            <a:rPr lang="en-US" sz="900" dirty="0">
              <a:solidFill>
                <a:srgbClr val="FF0000"/>
              </a:solidFill>
              <a:latin typeface="BISansOpti"/>
            </a:rPr>
            <a:t>1178</a:t>
          </a:r>
        </a:p>
        <a:p xmlns:a="http://schemas.openxmlformats.org/drawingml/2006/main">
          <a:pPr defTabSz="367847">
            <a:defRPr/>
          </a:pPr>
          <a:r>
            <a:rPr lang="en-US" altLang="zh-CN" sz="900" dirty="0">
              <a:solidFill>
                <a:srgbClr val="000000"/>
              </a:solidFill>
            </a:rPr>
            <a:t>Total Screen failure = </a:t>
          </a:r>
          <a:r>
            <a:rPr lang="en-US" altLang="zh-CN" sz="900" dirty="0">
              <a:solidFill>
                <a:srgbClr val="FF0000"/>
              </a:solidFill>
            </a:rPr>
            <a:t>632</a:t>
          </a:r>
        </a:p>
        <a:p xmlns:a="http://schemas.openxmlformats.org/drawingml/2006/main">
          <a:pPr defTabSz="367847">
            <a:defRPr/>
          </a:pPr>
          <a:r>
            <a:rPr lang="en-US" altLang="zh-CN" sz="900" dirty="0">
              <a:solidFill>
                <a:srgbClr val="000000"/>
              </a:solidFill>
              <a:latin typeface="BISansOpti"/>
            </a:rPr>
            <a:t>Screen failure rate = 35%</a:t>
          </a:r>
        </a:p>
        <a:p xmlns:a="http://schemas.openxmlformats.org/drawingml/2006/main">
          <a:pPr defTabSz="367847">
            <a:defRPr/>
          </a:pPr>
          <a:r>
            <a:rPr lang="en-US" altLang="zh-CN" sz="900" dirty="0">
              <a:solidFill>
                <a:srgbClr val="000000"/>
              </a:solidFill>
              <a:latin typeface="BISansOpti"/>
            </a:rPr>
            <a:t>Early discontinuation=41</a:t>
          </a:r>
          <a:r>
            <a:rPr lang="zh-CN" altLang="en-US" sz="900" dirty="0">
              <a:solidFill>
                <a:srgbClr val="000000"/>
              </a:solidFill>
              <a:latin typeface="BISansOpti"/>
            </a:rPr>
            <a:t>→</a:t>
          </a:r>
          <a:r>
            <a:rPr lang="en-US" altLang="zh-CN" sz="900" dirty="0">
              <a:solidFill>
                <a:srgbClr val="FF0000"/>
              </a:solidFill>
              <a:latin typeface="BISansOpti"/>
            </a:rPr>
            <a:t>59(4%)</a:t>
          </a:r>
        </a:p>
      </cdr:txBody>
    </cdr:sp>
  </cdr:relSizeAnchor>
</c:userShapes>
</file>

<file path=ppt/drawings/drawing3.xml><?xml version="1.0" encoding="utf-8"?>
<c:userShapes xmlns:c="http://schemas.openxmlformats.org/drawingml/2006/chart">
  <cdr:relSizeAnchor xmlns:cdr="http://schemas.openxmlformats.org/drawingml/2006/chartDrawing">
    <cdr:from>
      <cdr:x>0.08645</cdr:x>
      <cdr:y>0.12692</cdr:y>
    </cdr:from>
    <cdr:to>
      <cdr:x>0.29929</cdr:x>
      <cdr:y>0.3922</cdr:y>
    </cdr:to>
    <cdr:sp macro="" textlink="">
      <cdr:nvSpPr>
        <cdr:cNvPr id="2" name="Rectangle 3">
          <a:extLst xmlns:a="http://schemas.openxmlformats.org/drawingml/2006/main">
            <a:ext uri="{FF2B5EF4-FFF2-40B4-BE49-F238E27FC236}">
              <a16:creationId xmlns:a16="http://schemas.microsoft.com/office/drawing/2014/main" id="{4CE29FBD-949B-EA29-4C78-B19673824687}"/>
            </a:ext>
          </a:extLst>
        </cdr:cNvPr>
        <cdr:cNvSpPr/>
      </cdr:nvSpPr>
      <cdr:spPr>
        <a:xfrm xmlns:a="http://schemas.openxmlformats.org/drawingml/2006/main">
          <a:off x="969117" y="467891"/>
          <a:ext cx="2385933" cy="977932"/>
        </a:xfrm>
        <a:prstGeom xmlns:a="http://schemas.openxmlformats.org/drawingml/2006/main" prst="rect">
          <a:avLst/>
        </a:prstGeom>
        <a:solidFill xmlns:a="http://schemas.openxmlformats.org/drawingml/2006/main">
          <a:schemeClr val="accent4">
            <a:lumMod val="20000"/>
            <a:lumOff val="80000"/>
          </a:schemeClr>
        </a:solidFill>
        <a:ln xmlns:a="http://schemas.openxmlformats.org/drawingml/2006/main" w="12700">
          <a:solidFill>
            <a:srgbClr val="003366"/>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38619" tIns="38619" rIns="38619" bIns="38619"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defTabSz="490450">
            <a:defRPr/>
          </a:pPr>
          <a:r>
            <a:rPr lang="en-US" sz="900" dirty="0">
              <a:solidFill>
                <a:srgbClr val="000000"/>
              </a:solidFill>
              <a:latin typeface="BISansOpti"/>
            </a:rPr>
            <a:t>Total Screened = 251</a:t>
          </a:r>
        </a:p>
        <a:p xmlns:a="http://schemas.openxmlformats.org/drawingml/2006/main">
          <a:pPr defTabSz="490450">
            <a:defRPr/>
          </a:pPr>
          <a:r>
            <a:rPr lang="en-US" sz="900" dirty="0">
              <a:solidFill>
                <a:srgbClr val="000000"/>
              </a:solidFill>
              <a:latin typeface="BISansOpti"/>
            </a:rPr>
            <a:t>Total Randomized =  </a:t>
          </a:r>
          <a:r>
            <a:rPr lang="en-US" sz="900" dirty="0">
              <a:solidFill>
                <a:srgbClr val="FF0000"/>
              </a:solidFill>
              <a:latin typeface="BISansOpti"/>
            </a:rPr>
            <a:t>155</a:t>
          </a:r>
        </a:p>
        <a:p xmlns:a="http://schemas.openxmlformats.org/drawingml/2006/main">
          <a:pPr defTabSz="490450">
            <a:defRPr/>
          </a:pPr>
          <a:r>
            <a:rPr lang="en-US" altLang="zh-CN" sz="900" dirty="0">
              <a:solidFill>
                <a:srgbClr val="000000"/>
              </a:solidFill>
            </a:rPr>
            <a:t>Total Screen failure = 101</a:t>
          </a:r>
        </a:p>
        <a:p xmlns:a="http://schemas.openxmlformats.org/drawingml/2006/main">
          <a:pPr defTabSz="490450">
            <a:defRPr/>
          </a:pPr>
          <a:r>
            <a:rPr lang="en-US" altLang="zh-CN" sz="900" dirty="0">
              <a:solidFill>
                <a:srgbClr val="000000"/>
              </a:solidFill>
              <a:latin typeface="BISansOpti"/>
            </a:rPr>
            <a:t>Screen failure rate = 40%</a:t>
          </a:r>
        </a:p>
        <a:p xmlns:a="http://schemas.openxmlformats.org/drawingml/2006/main">
          <a:pPr defTabSz="490450">
            <a:defRPr/>
          </a:pPr>
          <a:r>
            <a:rPr lang="en-US" altLang="zh-CN" sz="900" dirty="0">
              <a:solidFill>
                <a:srgbClr val="000000"/>
              </a:solidFill>
              <a:latin typeface="BISansOpti"/>
            </a:rPr>
            <a:t>Early discontinuation=7</a:t>
          </a:r>
          <a:r>
            <a:rPr lang="zh-CN" altLang="en-US" sz="900" dirty="0">
              <a:solidFill>
                <a:srgbClr val="000000"/>
              </a:solidFill>
              <a:latin typeface="BISansOpti"/>
            </a:rPr>
            <a:t>→</a:t>
          </a:r>
          <a:r>
            <a:rPr lang="en-US" altLang="zh-CN" sz="900" dirty="0">
              <a:solidFill>
                <a:srgbClr val="FF0000"/>
              </a:solidFill>
              <a:latin typeface="BISansOpti"/>
            </a:rPr>
            <a:t>9(6%)</a:t>
          </a:r>
        </a:p>
      </cdr:txBody>
    </cdr:sp>
  </cdr:relSizeAnchor>
</c:userShapes>
</file>

<file path=ppt/drawings/drawing4.xml><?xml version="1.0" encoding="utf-8"?>
<c:userShapes xmlns:c="http://schemas.openxmlformats.org/drawingml/2006/chart">
  <cdr:relSizeAnchor xmlns:cdr="http://schemas.openxmlformats.org/drawingml/2006/chartDrawing">
    <cdr:from>
      <cdr:x>0.0509</cdr:x>
      <cdr:y>0.0435</cdr:y>
    </cdr:from>
    <cdr:to>
      <cdr:x>0.23208</cdr:x>
      <cdr:y>0.36938</cdr:y>
    </cdr:to>
    <cdr:sp macro="" textlink="">
      <cdr:nvSpPr>
        <cdr:cNvPr id="3" name="文本框 1">
          <a:extLst xmlns:a="http://schemas.openxmlformats.org/drawingml/2006/main">
            <a:ext uri="{FF2B5EF4-FFF2-40B4-BE49-F238E27FC236}">
              <a16:creationId xmlns:a16="http://schemas.microsoft.com/office/drawing/2014/main" id="{9450A837-4A0C-A27D-8AA6-A10C92C0EF58}"/>
            </a:ext>
          </a:extLst>
        </cdr:cNvPr>
        <cdr:cNvSpPr txBox="1"/>
      </cdr:nvSpPr>
      <cdr:spPr>
        <a:xfrm xmlns:a="http://schemas.openxmlformats.org/drawingml/2006/main">
          <a:off x="450325" y="165171"/>
          <a:ext cx="1602930" cy="1237385"/>
        </a:xfrm>
        <a:prstGeom xmlns:a="http://schemas.openxmlformats.org/drawingml/2006/main" prst="rect">
          <a:avLst/>
        </a:prstGeom>
        <a:solidFill xmlns:a="http://schemas.openxmlformats.org/drawingml/2006/main">
          <a:schemeClr val="tx2"/>
        </a:solidFill>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Screening:225</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Randomized: 92</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Screen Failed: 114</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In Screening: 19</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Drop: 4</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EOS: 6</a:t>
          </a:r>
        </a:p>
        <a:p xmlns:a="http://schemas.openxmlformats.org/drawingml/2006/main">
          <a:pPr marL="0" indent="0" algn="l" defTabSz="914400" rtl="0" eaLnBrk="1" latinLnBrk="0" hangingPunct="1"/>
          <a:r>
            <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SFR</a:t>
          </a:r>
          <a:r>
            <a:rPr lang="en-US" altLang="zh-CN" sz="1050" kern="1200">
              <a:solidFill>
                <a:schemeClr val="tx1"/>
              </a:solidFill>
              <a:latin typeface="Arial" panose="020B0604020202020204" pitchFamily="34" charset="0"/>
              <a:ea typeface="Microsoft YaHei" panose="020B0503020204020204" pitchFamily="34" charset="-122"/>
              <a:cs typeface="Arial" panose="020B0604020202020204" pitchFamily="34" charset="0"/>
            </a:rPr>
            <a:t>:</a:t>
          </a:r>
          <a:r>
            <a:rPr lang="en-US" altLang="zh-CN" sz="1050" kern="1200" baseline="0">
              <a:solidFill>
                <a:schemeClr val="tx1"/>
              </a:solidFill>
              <a:latin typeface="Arial" panose="020B0604020202020204" pitchFamily="34" charset="0"/>
              <a:ea typeface="Microsoft YaHei" panose="020B0503020204020204" pitchFamily="34" charset="-122"/>
              <a:cs typeface="Arial" panose="020B0604020202020204" pitchFamily="34" charset="0"/>
            </a:rPr>
            <a:t> 55.3</a:t>
          </a:r>
          <a:r>
            <a:rPr lang="en-US" altLang="zh-CN" sz="1050" kern="1200">
              <a:solidFill>
                <a:schemeClr val="tx1"/>
              </a:solidFill>
              <a:latin typeface="Arial" panose="020B0604020202020204" pitchFamily="34" charset="0"/>
              <a:ea typeface="Microsoft YaHei" panose="020B0503020204020204" pitchFamily="34" charset="-122"/>
              <a:cs typeface="Arial" panose="020B0604020202020204" pitchFamily="34" charset="0"/>
            </a:rPr>
            <a:t>%</a:t>
          </a:r>
          <a:endParaRPr lang="en-US" altLang="zh-CN" sz="1050" kern="12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0.04016</cdr:x>
      <cdr:y>0.04138</cdr:y>
    </cdr:from>
    <cdr:to>
      <cdr:x>0.27935</cdr:x>
      <cdr:y>0.46083</cdr:y>
    </cdr:to>
    <cdr:sp macro="" textlink="">
      <cdr:nvSpPr>
        <cdr:cNvPr id="2" name="文本框 1">
          <a:extLst xmlns:a="http://schemas.openxmlformats.org/drawingml/2006/main">
            <a:ext uri="{FF2B5EF4-FFF2-40B4-BE49-F238E27FC236}">
              <a16:creationId xmlns:a16="http://schemas.microsoft.com/office/drawing/2014/main" id="{FF6276C4-FF1D-17B7-5CBB-50713957EAC1}"/>
            </a:ext>
          </a:extLst>
        </cdr:cNvPr>
        <cdr:cNvSpPr txBox="1"/>
      </cdr:nvSpPr>
      <cdr:spPr>
        <a:xfrm xmlns:a="http://schemas.openxmlformats.org/drawingml/2006/main">
          <a:off x="342679" y="140255"/>
          <a:ext cx="2040975" cy="1421707"/>
        </a:xfrm>
        <a:prstGeom xmlns:a="http://schemas.openxmlformats.org/drawingml/2006/main" prst="rect">
          <a:avLst/>
        </a:prstGeom>
        <a:solidFill xmlns:a="http://schemas.openxmlformats.org/drawingml/2006/main">
          <a:schemeClr val="tx2"/>
        </a:solidFill>
      </cdr:spPr>
      <cdr:txBody>
        <a:bodyPr xmlns:a="http://schemas.openxmlformats.org/drawingml/2006/main" wrap="square" rtlCol="0"/>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marL="0" indent="0" algn="l" defTabSz="914400" rtl="0" eaLnBrk="1" latinLnBrk="0" hangingPunct="1"/>
          <a:r>
            <a:rPr lang="en-US" altLang="zh-CN" sz="1200" b="1"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Global TOP 1 recruiter </a:t>
          </a:r>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Screening:31</a:t>
          </a:r>
        </a:p>
        <a:p xmlns:a="http://schemas.openxmlformats.org/drawingml/2006/main">
          <a:pPr marL="0" indent="0" algn="l" defTabSz="914400" rtl="0" eaLnBrk="1" latinLnBrk="0" hangingPunct="1"/>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Randomized: 10</a:t>
          </a:r>
        </a:p>
        <a:p xmlns:a="http://schemas.openxmlformats.org/drawingml/2006/main">
          <a:pPr marL="0" indent="0" algn="l" defTabSz="914400" rtl="0" eaLnBrk="1" latinLnBrk="0" hangingPunct="1"/>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Screen Failed: 17</a:t>
          </a:r>
        </a:p>
        <a:p xmlns:a="http://schemas.openxmlformats.org/drawingml/2006/main">
          <a:pPr marL="0" indent="0" algn="l" defTabSz="914400" rtl="0" eaLnBrk="1" latinLnBrk="0" hangingPunct="1"/>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In Screening: 4</a:t>
          </a:r>
        </a:p>
        <a:p xmlns:a="http://schemas.openxmlformats.org/drawingml/2006/main">
          <a:pPr marL="0" indent="0" algn="l" defTabSz="914400" rtl="0" eaLnBrk="1" latinLnBrk="0" hangingPunct="1"/>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Drop:</a:t>
          </a:r>
          <a:r>
            <a:rPr lang="en-US" altLang="zh-CN" sz="1200" kern="1200" baseline="0" dirty="0">
              <a:solidFill>
                <a:schemeClr val="tx1"/>
              </a:solidFill>
              <a:latin typeface="Arial" panose="020B0604020202020204" pitchFamily="34" charset="0"/>
              <a:ea typeface="Microsoft YaHei" panose="020B0503020204020204" pitchFamily="34" charset="-122"/>
              <a:cs typeface="Arial" panose="020B0604020202020204" pitchFamily="34" charset="0"/>
            </a:rPr>
            <a:t> 1</a:t>
          </a:r>
          <a:endPar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a:p xmlns:a="http://schemas.openxmlformats.org/drawingml/2006/main">
          <a:pPr marL="0" indent="0" algn="l" defTabSz="914400" rtl="0" eaLnBrk="1" latinLnBrk="0" hangingPunct="1"/>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SFR:</a:t>
          </a:r>
          <a:r>
            <a:rPr lang="en-US" altLang="zh-CN" sz="1200" kern="1200" baseline="0" dirty="0">
              <a:solidFill>
                <a:schemeClr val="tx1"/>
              </a:solidFill>
              <a:latin typeface="Arial" panose="020B0604020202020204" pitchFamily="34" charset="0"/>
              <a:ea typeface="Microsoft YaHei" panose="020B0503020204020204" pitchFamily="34" charset="-122"/>
              <a:cs typeface="Arial" panose="020B0604020202020204" pitchFamily="34" charset="0"/>
            </a:rPr>
            <a:t> </a:t>
          </a:r>
          <a:r>
            <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rPr>
            <a:t>62.9%</a:t>
          </a:r>
        </a:p>
        <a:p xmlns:a="http://schemas.openxmlformats.org/drawingml/2006/main">
          <a:pPr marL="0" indent="0" algn="l" defTabSz="914400" rtl="0" eaLnBrk="1" latinLnBrk="0" hangingPunct="1"/>
          <a:endParaRPr lang="en-US" altLang="zh-CN" sz="1200" kern="1200" dirty="0">
            <a:solidFill>
              <a:schemeClr val="tx1"/>
            </a:solidFill>
            <a:latin typeface="Arial" panose="020B0604020202020204" pitchFamily="34" charset="0"/>
            <a:ea typeface="Microsoft YaHei" panose="020B0503020204020204" pitchFamily="34" charset="-122"/>
            <a:cs typeface="Arial" panose="020B0604020202020204" pitchFamily="34" charset="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D37C27A4-4073-422E-968C-70AFF2AEC3EB}" type="datetimeFigureOut">
              <a:rPr lang="en-US" smtClean="0"/>
              <a:t>9/11/2024</a:t>
            </a:fld>
            <a:endParaRPr lang="en-US"/>
          </a:p>
        </p:txBody>
      </p:sp>
      <p:sp>
        <p:nvSpPr>
          <p:cNvPr id="4" name="页脚占位符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307AD632-1452-404E-849C-5FF98D2B82CC}" type="slidenum">
              <a:rPr lang="en-US" smtClean="0"/>
              <a:t>‹#›</a:t>
            </a:fld>
            <a:endParaRPr lang="en-US"/>
          </a:p>
        </p:txBody>
      </p:sp>
    </p:spTree>
    <p:extLst>
      <p:ext uri="{BB962C8B-B14F-4D97-AF65-F5344CB8AC3E}">
        <p14:creationId xmlns:p14="http://schemas.microsoft.com/office/powerpoint/2010/main" val="6372071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atin typeface="BISansOpti"/>
              </a:defRPr>
            </a:lvl1pPr>
          </a:lstStyle>
          <a:p>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atin typeface="BISansOpti"/>
              </a:defRPr>
            </a:lvl1pPr>
          </a:lstStyle>
          <a:p>
            <a:fld id="{1704522E-CA49-444F-A3F4-1E49B55AA7A5}" type="datetimeFigureOut">
              <a:rPr lang="de-DE" smtClean="0"/>
              <a:pPr/>
              <a:t>11.09.2024</a:t>
            </a:fld>
            <a:endParaRPr lang="de-DE"/>
          </a:p>
        </p:txBody>
      </p:sp>
      <p:sp>
        <p:nvSpPr>
          <p:cNvPr id="4" name="Folienbildplatzhalt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atin typeface="BISansOpti"/>
              </a:defRPr>
            </a:lvl1pPr>
          </a:lstStyle>
          <a:p>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atin typeface="BISansOpti"/>
              </a:defRPr>
            </a:lvl1pPr>
          </a:lstStyle>
          <a:p>
            <a:fld id="{240BD463-D209-4FAB-A722-B2AFE81AC984}" type="slidenum">
              <a:rPr lang="de-DE" smtClean="0"/>
              <a:pPr/>
              <a:t>‹#›</a:t>
            </a:fld>
            <a:endParaRPr lang="de-DE"/>
          </a:p>
        </p:txBody>
      </p:sp>
    </p:spTree>
    <p:extLst>
      <p:ext uri="{BB962C8B-B14F-4D97-AF65-F5344CB8AC3E}">
        <p14:creationId xmlns:p14="http://schemas.microsoft.com/office/powerpoint/2010/main" val="19854012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BISansOpti"/>
        <a:ea typeface="+mn-ea"/>
        <a:cs typeface="+mn-cs"/>
      </a:defRPr>
    </a:lvl1pPr>
    <a:lvl2pPr marL="457200" algn="l" defTabSz="914400" rtl="0" eaLnBrk="1" latinLnBrk="0" hangingPunct="1">
      <a:defRPr sz="1200" kern="1200">
        <a:solidFill>
          <a:schemeClr val="tx1"/>
        </a:solidFill>
        <a:latin typeface="BISansOpti"/>
        <a:ea typeface="+mn-ea"/>
        <a:cs typeface="+mn-cs"/>
      </a:defRPr>
    </a:lvl2pPr>
    <a:lvl3pPr marL="914400" algn="l" defTabSz="914400" rtl="0" eaLnBrk="1" latinLnBrk="0" hangingPunct="1">
      <a:defRPr sz="1200" kern="1200">
        <a:solidFill>
          <a:schemeClr val="tx1"/>
        </a:solidFill>
        <a:latin typeface="BISansOpti"/>
        <a:ea typeface="+mn-ea"/>
        <a:cs typeface="+mn-cs"/>
      </a:defRPr>
    </a:lvl3pPr>
    <a:lvl4pPr marL="1371600" algn="l" defTabSz="914400" rtl="0" eaLnBrk="1" latinLnBrk="0" hangingPunct="1">
      <a:defRPr sz="1200" kern="1200">
        <a:solidFill>
          <a:schemeClr val="tx1"/>
        </a:solidFill>
        <a:latin typeface="BISansOpti"/>
        <a:ea typeface="+mn-ea"/>
        <a:cs typeface="+mn-cs"/>
      </a:defRPr>
    </a:lvl4pPr>
    <a:lvl5pPr marL="1828800" algn="l" defTabSz="914400" rtl="0" eaLnBrk="1" latinLnBrk="0" hangingPunct="1">
      <a:defRPr sz="1200" kern="1200">
        <a:solidFill>
          <a:schemeClr val="tx1"/>
        </a:solidFill>
        <a:latin typeface="BISansOpti"/>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40BD463-D209-4FAB-A722-B2AFE81AC984}" type="slidenum">
              <a:rPr lang="de-DE" smtClean="0"/>
              <a:t>1</a:t>
            </a:fld>
            <a:endParaRPr lang="de-DE"/>
          </a:p>
        </p:txBody>
      </p:sp>
    </p:spTree>
    <p:extLst>
      <p:ext uri="{BB962C8B-B14F-4D97-AF65-F5344CB8AC3E}">
        <p14:creationId xmlns:p14="http://schemas.microsoft.com/office/powerpoint/2010/main" val="384669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ltLang="zh-CN" sz="1800" b="0" i="0" u="none" strike="noStrike" kern="1200">
                <a:solidFill>
                  <a:schemeClr val="tx1"/>
                </a:solidFill>
                <a:effectLst/>
                <a:latin typeface="Calibri"/>
                <a:ea typeface="+mn-ea"/>
                <a:cs typeface="+mn-cs"/>
              </a:rPr>
              <a:t>Peresolimab PoC</a:t>
            </a:r>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682863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1. For BE study, two studies are planned (9 mg, 18 mg). There might be update in the middle of this year. Team will closely monitor the update.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68624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ltLang="zh-CN"/>
              <a:t>CTD-ILD study will generate evidence to help address 2 prioritized gaps: Data for rheumatologists, and impact of immunosuppressants on efficacy and safety.</a:t>
            </a:r>
          </a:p>
          <a:p>
            <a:pPr algn="just" rtl="0" fontAlgn="base">
              <a:buFont typeface="Arial" panose="020B0604020202020204" pitchFamily="34" charset="0"/>
              <a:buChar char="•"/>
            </a:pPr>
            <a:r>
              <a:rPr lang="en-US" altLang="zh-CN" sz="1800" b="0" i="0" u="none" strike="noStrike">
                <a:solidFill>
                  <a:srgbClr val="003366"/>
                </a:solidFill>
                <a:effectLst/>
                <a:latin typeface="Arial" panose="020B0604020202020204" pitchFamily="34" charset="0"/>
              </a:rPr>
              <a:t>Data on combination therapy with immunosuppressants (IS) is needed to bridge the evidence gap and support the BI 1015550 in PPF.</a:t>
            </a:r>
            <a:r>
              <a:rPr lang="en-US" altLang="zh-CN" sz="1800" b="0" i="0">
                <a:solidFill>
                  <a:srgbClr val="003366"/>
                </a:solidFill>
                <a:effectLst/>
                <a:latin typeface="Arial" panose="020B0604020202020204" pitchFamily="34" charset="0"/>
              </a:rPr>
              <a:t>​</a:t>
            </a:r>
            <a:endParaRPr lang="en-US" altLang="zh-CN" b="0" i="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altLang="zh-CN" sz="1800" b="0" i="0">
                <a:solidFill>
                  <a:srgbClr val="003366"/>
                </a:solidFill>
                <a:effectLst/>
                <a:latin typeface="Arial" panose="020B0604020202020204" pitchFamily="34" charset="0"/>
              </a:rPr>
              <a:t>​</a:t>
            </a:r>
            <a:endParaRPr lang="en-US" altLang="zh-CN" b="0" i="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altLang="zh-CN" sz="1800" b="0" i="0" u="none" strike="noStrike">
                <a:solidFill>
                  <a:srgbClr val="003366"/>
                </a:solidFill>
                <a:effectLst/>
                <a:latin typeface="Arial" panose="020B0604020202020204" pitchFamily="34" charset="0"/>
              </a:rPr>
              <a:t>The main objective of the CTD-ILD study is </a:t>
            </a:r>
            <a:r>
              <a:rPr lang="en-US" altLang="zh-CN" sz="1800" b="1" i="0" u="none" strike="noStrike">
                <a:solidFill>
                  <a:srgbClr val="003366"/>
                </a:solidFill>
                <a:effectLst/>
                <a:latin typeface="Arial" panose="020B0604020202020204" pitchFamily="34" charset="0"/>
              </a:rPr>
              <a:t>evidence generation for safety</a:t>
            </a:r>
            <a:r>
              <a:rPr lang="en-US" altLang="zh-CN" sz="1800" b="0" i="0" u="none" strike="noStrike">
                <a:solidFill>
                  <a:srgbClr val="003366"/>
                </a:solidFill>
                <a:effectLst/>
                <a:latin typeface="Arial" panose="020B0604020202020204" pitchFamily="34" charset="0"/>
              </a:rPr>
              <a:t>.</a:t>
            </a:r>
            <a:r>
              <a:rPr lang="en-US" altLang="zh-CN" sz="1800" b="0" i="0">
                <a:solidFill>
                  <a:srgbClr val="003366"/>
                </a:solidFill>
                <a:effectLst/>
                <a:latin typeface="Arial" panose="020B0604020202020204" pitchFamily="34" charset="0"/>
              </a:rPr>
              <a:t>​</a:t>
            </a:r>
            <a:endParaRPr lang="en-US" altLang="zh-CN" b="0" i="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altLang="zh-CN" sz="1800" b="0" i="0">
                <a:solidFill>
                  <a:srgbClr val="003366"/>
                </a:solidFill>
                <a:effectLst/>
                <a:latin typeface="Arial" panose="020B0604020202020204" pitchFamily="34" charset="0"/>
              </a:rPr>
              <a:t>​</a:t>
            </a:r>
            <a:endParaRPr lang="en-US" altLang="zh-CN" b="0" i="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altLang="zh-CN" sz="1800" b="0" i="0" u="none" strike="noStrike">
                <a:solidFill>
                  <a:srgbClr val="003366"/>
                </a:solidFill>
                <a:effectLst/>
                <a:latin typeface="Arial" panose="020B0604020202020204" pitchFamily="34" charset="0"/>
              </a:rPr>
              <a:t>Results will support the PPF indication and address the evidence gap for rheumatologists, helping to meet the current forecast.</a:t>
            </a:r>
            <a:endParaRPr lang="en-US" altLang="zh-CN" b="0" i="0">
              <a:solidFill>
                <a:srgbClr val="000000"/>
              </a:solidFill>
              <a:effectLst/>
              <a:latin typeface="Arial" panose="020B0604020202020204" pitchFamily="34" charset="0"/>
            </a:endParaRPr>
          </a:p>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3026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6838" y="774700"/>
            <a:ext cx="6602412" cy="3714750"/>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66748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主要筛选失败原因：</a:t>
            </a:r>
            <a:r>
              <a:rPr lang="en-US" altLang="zh-CN"/>
              <a:t>HRCT 24</a:t>
            </a:r>
            <a:r>
              <a:rPr lang="zh-CN" altLang="en-US"/>
              <a:t>例，中国特殊的筛败原因：合并</a:t>
            </a:r>
            <a:r>
              <a:rPr lang="en-US" altLang="zh-CN"/>
              <a:t>HBV </a:t>
            </a:r>
            <a:r>
              <a:rPr lang="zh-CN" altLang="en-US"/>
              <a:t>感染或</a:t>
            </a:r>
            <a:r>
              <a:rPr lang="en-US" altLang="zh-CN"/>
              <a:t>TB </a:t>
            </a:r>
            <a:r>
              <a:rPr lang="zh-CN" altLang="en-US"/>
              <a:t>感染</a:t>
            </a:r>
            <a:r>
              <a:rPr lang="en-US" altLang="zh-CN"/>
              <a:t>6</a:t>
            </a:r>
            <a:r>
              <a:rPr lang="zh-CN" altLang="en-US"/>
              <a:t>例，以及撤回知情</a:t>
            </a:r>
            <a:r>
              <a:rPr lang="en-US" altLang="zh-CN"/>
              <a:t>8</a:t>
            </a:r>
            <a:r>
              <a:rPr lang="zh-CN" altLang="en-US"/>
              <a:t>例。</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933E81-D82D-4C2A-B661-0A4B1AD8B675}" type="slidenum">
              <a:rPr kumimoji="0" lang="de-DE" altLang="ko-KR" sz="1200" b="0" i="0" u="none" strike="noStrike" kern="1200" cap="none" spc="0" normalizeH="0" baseline="0" noProof="0" smtClean="0">
                <a:ln>
                  <a:noFill/>
                </a:ln>
                <a:solidFill>
                  <a:prstClr val="black"/>
                </a:solidFill>
                <a:effectLst/>
                <a:uLnTx/>
                <a:uFillTx/>
                <a:latin typeface="BISansOpti"/>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altLang="ko-KR" sz="1200" b="0" i="0" u="none" strike="noStrike" kern="1200" cap="none" spc="0" normalizeH="0" baseline="0" noProof="0">
              <a:ln>
                <a:noFill/>
              </a:ln>
              <a:solidFill>
                <a:prstClr val="black"/>
              </a:solidFill>
              <a:effectLst/>
              <a:uLnTx/>
              <a:uFillTx/>
              <a:latin typeface="BISansOpti"/>
              <a:ea typeface="맑은 고딕" panose="020B0503020000020004" pitchFamily="34" charset="-127"/>
              <a:cs typeface="+mn-cs"/>
            </a:endParaRPr>
          </a:p>
        </p:txBody>
      </p:sp>
    </p:spTree>
    <p:extLst>
      <p:ext uri="{BB962C8B-B14F-4D97-AF65-F5344CB8AC3E}">
        <p14:creationId xmlns:p14="http://schemas.microsoft.com/office/powerpoint/2010/main" val="30494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43208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lienbildplatzhalter 13">
            <a:extLst>
              <a:ext uri="{FF2B5EF4-FFF2-40B4-BE49-F238E27FC236}">
                <a16:creationId xmlns:a16="http://schemas.microsoft.com/office/drawing/2014/main" id="{74DB1ECF-DE4D-6230-B7FF-A16566D29584}"/>
              </a:ext>
            </a:extLst>
          </p:cNvPr>
          <p:cNvSpPr>
            <a:spLocks noGrp="1" noRot="1" noChangeAspect="1"/>
          </p:cNvSpPr>
          <p:nvPr>
            <p:ph type="sldImg"/>
          </p:nvPr>
        </p:nvSpPr>
        <p:spPr>
          <a:xfrm>
            <a:off x="476250" y="611188"/>
            <a:ext cx="5903913" cy="3321050"/>
          </a:xfrm>
        </p:spPr>
      </p:sp>
      <p:sp>
        <p:nvSpPr>
          <p:cNvPr id="15" name="Notizenplatzhalter 14">
            <a:extLst>
              <a:ext uri="{FF2B5EF4-FFF2-40B4-BE49-F238E27FC236}">
                <a16:creationId xmlns:a16="http://schemas.microsoft.com/office/drawing/2014/main" id="{D483D7C5-B93B-78CC-E1C8-B1F6C7DFF66E}"/>
              </a:ext>
            </a:extLst>
          </p:cNvPr>
          <p:cNvSpPr>
            <a:spLocks noGrp="1"/>
          </p:cNvSpPr>
          <p:nvPr>
            <p:ph type="body" idx="1"/>
          </p:nvPr>
        </p:nvSpPr>
        <p:spPr/>
        <p:txBody>
          <a:bodyPr/>
          <a:lstStyle/>
          <a:p>
            <a:endParaRPr lang="de-DE"/>
          </a:p>
        </p:txBody>
      </p:sp>
      <p:sp>
        <p:nvSpPr>
          <p:cNvPr id="16" name="Fußzeilenplatzhalter 3">
            <a:extLst>
              <a:ext uri="{FF2B5EF4-FFF2-40B4-BE49-F238E27FC236}">
                <a16:creationId xmlns:a16="http://schemas.microsoft.com/office/drawing/2014/main" id="{A608444D-A666-B2EE-EE72-5BDEAF0CDCE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17" name="Foliennummernplatzhalter 4">
            <a:extLst>
              <a:ext uri="{FF2B5EF4-FFF2-40B4-BE49-F238E27FC236}">
                <a16:creationId xmlns:a16="http://schemas.microsoft.com/office/drawing/2014/main" id="{CD6AE71F-1DF5-19B0-C0B0-0BFA84B4E171}"/>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14</a:t>
            </a:fld>
            <a:endParaRPr lang="en-US" sz="800">
              <a:solidFill>
                <a:schemeClr val="bg2"/>
              </a:solidFill>
            </a:endParaRPr>
          </a:p>
        </p:txBody>
      </p:sp>
    </p:spTree>
    <p:extLst>
      <p:ext uri="{BB962C8B-B14F-4D97-AF65-F5344CB8AC3E}">
        <p14:creationId xmlns:p14="http://schemas.microsoft.com/office/powerpoint/2010/main" val="754433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lienbildplatzhalter 13">
            <a:extLst>
              <a:ext uri="{FF2B5EF4-FFF2-40B4-BE49-F238E27FC236}">
                <a16:creationId xmlns:a16="http://schemas.microsoft.com/office/drawing/2014/main" id="{74DB1ECF-DE4D-6230-B7FF-A16566D29584}"/>
              </a:ext>
            </a:extLst>
          </p:cNvPr>
          <p:cNvSpPr>
            <a:spLocks noGrp="1" noRot="1" noChangeAspect="1"/>
          </p:cNvSpPr>
          <p:nvPr>
            <p:ph type="sldImg"/>
          </p:nvPr>
        </p:nvSpPr>
        <p:spPr>
          <a:xfrm>
            <a:off x="476250" y="611188"/>
            <a:ext cx="5903913" cy="3321050"/>
          </a:xfrm>
        </p:spPr>
      </p:sp>
      <p:sp>
        <p:nvSpPr>
          <p:cNvPr id="15" name="Notizenplatzhalter 14">
            <a:extLst>
              <a:ext uri="{FF2B5EF4-FFF2-40B4-BE49-F238E27FC236}">
                <a16:creationId xmlns:a16="http://schemas.microsoft.com/office/drawing/2014/main" id="{D483D7C5-B93B-78CC-E1C8-B1F6C7DFF66E}"/>
              </a:ext>
            </a:extLst>
          </p:cNvPr>
          <p:cNvSpPr>
            <a:spLocks noGrp="1"/>
          </p:cNvSpPr>
          <p:nvPr>
            <p:ph type="body" idx="1"/>
          </p:nvPr>
        </p:nvSpPr>
        <p:spPr/>
        <p:txBody>
          <a:bodyPr/>
          <a:lstStyle/>
          <a:p>
            <a:endParaRPr lang="de-DE"/>
          </a:p>
        </p:txBody>
      </p:sp>
      <p:sp>
        <p:nvSpPr>
          <p:cNvPr id="16" name="Fußzeilenplatzhalter 3">
            <a:extLst>
              <a:ext uri="{FF2B5EF4-FFF2-40B4-BE49-F238E27FC236}">
                <a16:creationId xmlns:a16="http://schemas.microsoft.com/office/drawing/2014/main" id="{A608444D-A666-B2EE-EE72-5BDEAF0CDCE1}"/>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17" name="Foliennummernplatzhalter 4">
            <a:extLst>
              <a:ext uri="{FF2B5EF4-FFF2-40B4-BE49-F238E27FC236}">
                <a16:creationId xmlns:a16="http://schemas.microsoft.com/office/drawing/2014/main" id="{CD6AE71F-1DF5-19B0-C0B0-0BFA84B4E171}"/>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15</a:t>
            </a:fld>
            <a:endParaRPr lang="en-US" sz="800">
              <a:solidFill>
                <a:schemeClr val="bg2"/>
              </a:solidFill>
            </a:endParaRPr>
          </a:p>
        </p:txBody>
      </p:sp>
    </p:spTree>
    <p:extLst>
      <p:ext uri="{BB962C8B-B14F-4D97-AF65-F5344CB8AC3E}">
        <p14:creationId xmlns:p14="http://schemas.microsoft.com/office/powerpoint/2010/main" val="670868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16</a:t>
            </a:fld>
            <a:endParaRPr lang="en-US" sz="800">
              <a:solidFill>
                <a:schemeClr val="bg2"/>
              </a:solidFill>
            </a:endParaRPr>
          </a:p>
        </p:txBody>
      </p:sp>
    </p:spTree>
    <p:extLst>
      <p:ext uri="{BB962C8B-B14F-4D97-AF65-F5344CB8AC3E}">
        <p14:creationId xmlns:p14="http://schemas.microsoft.com/office/powerpoint/2010/main" val="3115227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17</a:t>
            </a:fld>
            <a:endParaRPr lang="en-US" sz="800">
              <a:solidFill>
                <a:schemeClr val="bg2"/>
              </a:solidFill>
            </a:endParaRPr>
          </a:p>
        </p:txBody>
      </p:sp>
    </p:spTree>
    <p:extLst>
      <p:ext uri="{BB962C8B-B14F-4D97-AF65-F5344CB8AC3E}">
        <p14:creationId xmlns:p14="http://schemas.microsoft.com/office/powerpoint/2010/main" val="2543040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Foliennummernplatzhalter 4"/>
          <p:cNvSpPr>
            <a:spLocks noGrp="1"/>
          </p:cNvSpPr>
          <p:nvPr>
            <p:ph type="sldNum" sz="quarter" idx="5"/>
          </p:nvPr>
        </p:nvSpPr>
        <p:spPr/>
        <p:txBody>
          <a:bodyPr/>
          <a:lstStyle/>
          <a:p>
            <a:fld id="{D388EF01-4040-4B6C-80FD-9D313BD6F632}" type="slidenum">
              <a:rPr lang="en-US" sz="800" smtClean="0">
                <a:solidFill>
                  <a:schemeClr val="bg2"/>
                </a:solidFill>
              </a:rPr>
              <a:pPr/>
              <a:t>18</a:t>
            </a:fld>
            <a:endParaRPr lang="en-US" sz="800">
              <a:solidFill>
                <a:schemeClr val="bg2"/>
              </a:solidFill>
            </a:endParaRPr>
          </a:p>
        </p:txBody>
      </p:sp>
    </p:spTree>
    <p:extLst>
      <p:ext uri="{BB962C8B-B14F-4D97-AF65-F5344CB8AC3E}">
        <p14:creationId xmlns:p14="http://schemas.microsoft.com/office/powerpoint/2010/main" val="2543040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As mentioned, PPF approval best case could be moved up to Apr 2026. This will be our formal best case timeline for further </a:t>
            </a: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communciaiton</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if it’s endorsed by PEC today.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The CTP amendment 4.0 for </a:t>
            </a: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fibroneer</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a:t>
            </a: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tirals</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a:t>
            </a:r>
            <a:r>
              <a:rPr kumimoji="0" lang="zh-CN" altLang="en-US" sz="1200" b="0" i="0" u="none" strike="noStrike" kern="1200" cap="none" spc="0" normalizeH="0" baseline="0" noProof="0">
                <a:ln>
                  <a:noFill/>
                </a:ln>
                <a:solidFill>
                  <a:srgbClr val="000000"/>
                </a:solidFill>
                <a:effectLst/>
                <a:uLnTx/>
                <a:uFillTx/>
                <a:latin typeface="BISansCond"/>
                <a:ea typeface="+mn-ea"/>
                <a:cs typeface="+mn-cs"/>
              </a:rPr>
              <a:t>（</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which removed IA for efficacy and added DBL2  4ms after DBL1 to collect longer term efficacy and safety data from patients on blinded treatment beyond 52 weeks </a:t>
            </a:r>
            <a:r>
              <a:rPr kumimoji="0" lang="zh-CN" altLang="en-US" sz="1200" b="0" i="0" u="none" strike="noStrike" kern="1200" cap="none" spc="0" normalizeH="0" baseline="0" noProof="0">
                <a:ln>
                  <a:noFill/>
                </a:ln>
                <a:solidFill>
                  <a:srgbClr val="000000"/>
                </a:solidFill>
                <a:effectLst/>
                <a:uLnTx/>
                <a:uFillTx/>
                <a:latin typeface="BISansCond"/>
                <a:ea typeface="+mn-ea"/>
                <a:cs typeface="+mn-cs"/>
              </a:rPr>
              <a:t>）</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were communicated with CDE through HAI on Nov 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IPF</a:t>
            </a:r>
            <a:endParaRPr kumimoji="0" lang="en-US" altLang="zh-CN" sz="1200" b="0" i="0" u="none" strike="noStrike" kern="1200" cap="none" spc="0" normalizeH="0" baseline="0" noProof="0">
              <a:ln>
                <a:noFill/>
              </a:ln>
              <a:solidFill>
                <a:srgbClr val="000000"/>
              </a:solidFill>
              <a:effectLst/>
              <a:uLnTx/>
              <a:uFillTx/>
              <a:latin typeface="BI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BISans"/>
                <a:ea typeface="+mn-ea"/>
                <a:cs typeface="+mn-cs"/>
              </a:rPr>
              <a:t>Protocol amendment </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(ver4) for .14 on removing IA for efficacy  and addition of DBL1 and DBL2 (similar to INBUILD). to be dispatched in </a:t>
            </a:r>
            <a:r>
              <a:rPr lang="en-US" altLang="zh-CN" sz="1200">
                <a:solidFill>
                  <a:srgbClr val="000000"/>
                </a:solidFill>
                <a:latin typeface="BISansCond"/>
              </a:rPr>
              <a:t>Sep</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2023. For .23, addition of DBL1 and DBL2 under discussion.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IPF last patient randomized 07Aug2023. 3% pts. Perm. Discontinuation.(as of </a:t>
            </a: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aug</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24) China ranked No. 4 patient randomization. IPF futility </a:t>
            </a: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analyasis</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 DMC conclusion expected end of Aug 2023.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a:ln>
                  <a:noFill/>
                </a:ln>
                <a:solidFill>
                  <a:srgbClr val="000000"/>
                </a:solidFill>
                <a:effectLst/>
                <a:uLnTx/>
                <a:uFillTx/>
                <a:latin typeface="BISansCond"/>
                <a:ea typeface="+mn-ea"/>
                <a:cs typeface="+mn-cs"/>
              </a:rPr>
              <a:t>ILD trial: Base case 2m delay, best case 17d delay. China currently ranked No.2 in patients randomization. New projection of 1750 patients due to high screening failure rate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200" b="0" i="0" u="none" strike="noStrike" kern="1200" cap="none" spc="0" normalizeH="0" baseline="0" noProof="0" err="1">
                <a:ln>
                  <a:noFill/>
                </a:ln>
                <a:solidFill>
                  <a:srgbClr val="000000"/>
                </a:solidFill>
                <a:effectLst/>
                <a:uLnTx/>
                <a:uFillTx/>
                <a:latin typeface="BISansCond"/>
                <a:ea typeface="+mn-ea"/>
                <a:cs typeface="+mn-cs"/>
              </a:rPr>
              <a:t>Fiboneer</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-on OLE CTP v1 finalized signed.</a:t>
            </a:r>
            <a:r>
              <a:rPr kumimoji="0" lang="zh-CN" altLang="en-US" sz="1200" b="0" i="0" u="none" strike="noStrike" kern="1200" cap="none" spc="0" normalizeH="0" baseline="0" noProof="0">
                <a:ln>
                  <a:noFill/>
                </a:ln>
                <a:solidFill>
                  <a:srgbClr val="000000"/>
                </a:solidFill>
                <a:effectLst/>
                <a:uLnTx/>
                <a:uFillTx/>
                <a:latin typeface="BISansCond"/>
                <a:ea typeface="+mn-ea"/>
                <a:cs typeface="+mn-cs"/>
              </a:rPr>
              <a:t> </a:t>
            </a:r>
            <a:r>
              <a:rPr kumimoji="0" lang="en-US" altLang="zh-CN" sz="1200" b="0" i="0" u="none" strike="noStrike" kern="1200" cap="none" spc="0" normalizeH="0" baseline="0" noProof="0">
                <a:ln>
                  <a:noFill/>
                </a:ln>
                <a:solidFill>
                  <a:srgbClr val="000000"/>
                </a:solidFill>
                <a:effectLst/>
                <a:uLnTx/>
                <a:uFillTx/>
                <a:latin typeface="BISansCond"/>
                <a:ea typeface="+mn-ea"/>
                <a:cs typeface="+mn-cs"/>
              </a:rPr>
              <a:t>FPI target in Sep2023</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322196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ltLang="zh-CN" sz="1800" b="1" u="sng" err="1">
                <a:effectLst/>
                <a:latin typeface="DengXian" panose="02010600030101010101" pitchFamily="2" charset="-122"/>
                <a:ea typeface="DengXian" panose="02010600030101010101" pitchFamily="2" charset="-122"/>
                <a:cs typeface="SimSun" panose="02010600030101010101" pitchFamily="2" charset="-122"/>
              </a:rPr>
              <a:t>Yixin’s</a:t>
            </a:r>
            <a:r>
              <a:rPr lang="en-US" altLang="zh-CN" sz="1800" b="1" u="sng">
                <a:effectLst/>
                <a:latin typeface="DengXian" panose="02010600030101010101" pitchFamily="2" charset="-122"/>
                <a:ea typeface="DengXian" panose="02010600030101010101" pitchFamily="2" charset="-122"/>
                <a:cs typeface="SimSun" panose="02010600030101010101" pitchFamily="2" charset="-122"/>
              </a:rPr>
              <a:t> email: </a:t>
            </a:r>
          </a:p>
          <a:p>
            <a:pPr algn="just"/>
            <a:r>
              <a:rPr lang="en-US" altLang="zh-CN" sz="1800" b="1" u="sng">
                <a:effectLst/>
                <a:latin typeface="DengXian" panose="02010600030101010101" pitchFamily="2" charset="-122"/>
                <a:ea typeface="DengXian" panose="02010600030101010101" pitchFamily="2" charset="-122"/>
                <a:cs typeface="SimSun" panose="02010600030101010101" pitchFamily="2" charset="-122"/>
              </a:rPr>
              <a:t>What is being asked? </a:t>
            </a: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a:p>
            <a:pPr algn="just"/>
            <a:r>
              <a:rPr lang="en-US" altLang="zh-CN" sz="1800">
                <a:effectLst/>
                <a:latin typeface="DengXian" panose="02010600030101010101" pitchFamily="2" charset="-122"/>
                <a:ea typeface="DengXian" panose="02010600030101010101" pitchFamily="2" charset="-122"/>
                <a:cs typeface="SimSun" panose="02010600030101010101" pitchFamily="2" charset="-122"/>
              </a:rPr>
              <a:t>You are asked to provide input using the Qualtrics survey with the aim to collate key insights from this expert outreach, which will be captured into INCAP CD&amp;O and shared with the trial team to be taken into consideration during TDO finalization. Please note this exercise is separate from the Country Feasibility and Country Allocation Process (from Med Strategic Feasibility mailbox).</a:t>
            </a: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a:p>
            <a:endParaRPr lang="zh-CN" altLang="en-US"/>
          </a:p>
        </p:txBody>
      </p:sp>
      <p:sp>
        <p:nvSpPr>
          <p:cNvPr id="4" name="Slide Number Placeholder 3"/>
          <p:cNvSpPr>
            <a:spLocks noGrp="1"/>
          </p:cNvSpPr>
          <p:nvPr>
            <p:ph type="sldNum" sz="quarter" idx="5"/>
          </p:nvPr>
        </p:nvSpPr>
        <p:spPr/>
        <p:txBody>
          <a:bodyPr/>
          <a:lstStyle/>
          <a:p>
            <a:fld id="{240BD463-D209-4FAB-A722-B2AFE81AC984}" type="slidenum">
              <a:rPr lang="de-DE" smtClean="0"/>
              <a:pPr/>
              <a:t>20</a:t>
            </a:fld>
            <a:endParaRPr lang="de-DE"/>
          </a:p>
        </p:txBody>
      </p:sp>
    </p:spTree>
    <p:extLst>
      <p:ext uri="{BB962C8B-B14F-4D97-AF65-F5344CB8AC3E}">
        <p14:creationId xmlns:p14="http://schemas.microsoft.com/office/powerpoint/2010/main" val="1969524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altLang="zh-CN" sz="1800">
                <a:effectLst/>
                <a:latin typeface="DengXian" panose="02010600030101010101" pitchFamily="2" charset="-122"/>
                <a:ea typeface="DengXian" panose="02010600030101010101" pitchFamily="2" charset="-122"/>
                <a:cs typeface="SimSun" panose="02010600030101010101" pitchFamily="2" charset="-122"/>
              </a:rPr>
              <a:t>Director Cao Min from the Respiratory Department of Nanjing </a:t>
            </a:r>
            <a:r>
              <a:rPr lang="en-US" altLang="zh-CN" sz="1800" err="1">
                <a:effectLst/>
                <a:latin typeface="DengXian" panose="02010600030101010101" pitchFamily="2" charset="-122"/>
                <a:ea typeface="DengXian" panose="02010600030101010101" pitchFamily="2" charset="-122"/>
                <a:cs typeface="SimSun" panose="02010600030101010101" pitchFamily="2" charset="-122"/>
              </a:rPr>
              <a:t>Gulou</a:t>
            </a:r>
            <a:r>
              <a:rPr lang="en-US" altLang="zh-CN" sz="1800">
                <a:effectLst/>
                <a:latin typeface="DengXian" panose="02010600030101010101" pitchFamily="2" charset="-122"/>
                <a:ea typeface="DengXian" panose="02010600030101010101" pitchFamily="2" charset="-122"/>
                <a:cs typeface="SimSun" panose="02010600030101010101" pitchFamily="2" charset="-122"/>
              </a:rPr>
              <a:t> Hospital: Director Cao mentioned that in her work so far, she has only encountered 1-2 other doctors who have consulted on this type of disease. The patients with this condition are extremely rare. It may be worth checking with the Children's Hospital if they have any such patients.</a:t>
            </a: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a:p>
            <a:pPr algn="just"/>
            <a:r>
              <a:rPr lang="en-US" altLang="zh-CN" sz="1800">
                <a:effectLst/>
                <a:latin typeface="DengXian" panose="02010600030101010101" pitchFamily="2" charset="-122"/>
                <a:ea typeface="DengXian" panose="02010600030101010101" pitchFamily="2" charset="-122"/>
                <a:cs typeface="SimSun" panose="02010600030101010101" pitchFamily="2" charset="-122"/>
              </a:rPr>
              <a:t> </a:t>
            </a: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a:p>
            <a:pPr algn="just"/>
            <a:r>
              <a:rPr lang="en-US" altLang="zh-CN" sz="1800">
                <a:effectLst/>
                <a:latin typeface="DengXian" panose="02010600030101010101" pitchFamily="2" charset="-122"/>
                <a:ea typeface="DengXian" panose="02010600030101010101" pitchFamily="2" charset="-122"/>
                <a:cs typeface="SimSun" panose="02010600030101010101" pitchFamily="2" charset="-122"/>
              </a:rPr>
              <a:t>Today, I contacted Director Zheng </a:t>
            </a:r>
            <a:r>
              <a:rPr lang="en-US" altLang="zh-CN" sz="1800" err="1">
                <a:effectLst/>
                <a:latin typeface="DengXian" panose="02010600030101010101" pitchFamily="2" charset="-122"/>
                <a:ea typeface="DengXian" panose="02010600030101010101" pitchFamily="2" charset="-122"/>
                <a:cs typeface="SimSun" panose="02010600030101010101" pitchFamily="2" charset="-122"/>
              </a:rPr>
              <a:t>Yuejie</a:t>
            </a:r>
            <a:r>
              <a:rPr lang="en-US" altLang="zh-CN" sz="1800">
                <a:effectLst/>
                <a:latin typeface="DengXian" panose="02010600030101010101" pitchFamily="2" charset="-122"/>
                <a:ea typeface="DengXian" panose="02010600030101010101" pitchFamily="2" charset="-122"/>
                <a:cs typeface="SimSun" panose="02010600030101010101" pitchFamily="2" charset="-122"/>
              </a:rPr>
              <a:t> from the Pediatric Respiratory Group at Shenzhen Children's Hospital. Director Zheng mentioned that they do not come across patients with this condition in their clinical practice, so it is not possible to conduct clinical trials.</a:t>
            </a: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a:p>
            <a:endParaRPr lang="zh-CN" altLang="en-US"/>
          </a:p>
        </p:txBody>
      </p:sp>
      <p:sp>
        <p:nvSpPr>
          <p:cNvPr id="4" name="Slide Number Placeholder 3"/>
          <p:cNvSpPr>
            <a:spLocks noGrp="1"/>
          </p:cNvSpPr>
          <p:nvPr>
            <p:ph type="sldNum" sz="quarter" idx="5"/>
          </p:nvPr>
        </p:nvSpPr>
        <p:spPr/>
        <p:txBody>
          <a:bodyPr/>
          <a:lstStyle/>
          <a:p>
            <a:fld id="{240BD463-D209-4FAB-A722-B2AFE81AC984}" type="slidenum">
              <a:rPr lang="de-DE" smtClean="0"/>
              <a:pPr/>
              <a:t>22</a:t>
            </a:fld>
            <a:endParaRPr lang="de-DE"/>
          </a:p>
        </p:txBody>
      </p:sp>
    </p:spTree>
    <p:extLst>
      <p:ext uri="{BB962C8B-B14F-4D97-AF65-F5344CB8AC3E}">
        <p14:creationId xmlns:p14="http://schemas.microsoft.com/office/powerpoint/2010/main" val="1038344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642780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761400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310571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ltLang="zh-CN" sz="1800">
                <a:effectLst/>
                <a:latin typeface="Calibri" panose="020F0502020204030204" pitchFamily="34" charset="0"/>
                <a:ea typeface="SimSun" panose="02010600030101010101" pitchFamily="2" charset="-122"/>
                <a:cs typeface="Times New Roman" panose="02020603050405020304" pitchFamily="18" charset="0"/>
              </a:rPr>
              <a:t>SRD follow up period is ongoing.  Asset team is planning to conduct HAI in focus regions to ask whether we could use the rodent species </a:t>
            </a:r>
            <a:r>
              <a:rPr lang="en-US" altLang="zh-CN" sz="1800" err="1">
                <a:effectLst/>
                <a:latin typeface="Calibri" panose="020F0502020204030204" pitchFamily="34" charset="0"/>
                <a:ea typeface="SimSun" panose="02010600030101010101" pitchFamily="2" charset="-122"/>
                <a:cs typeface="Times New Roman" panose="02020603050405020304" pitchFamily="18" charset="0"/>
              </a:rPr>
              <a:t>alon</a:t>
            </a:r>
            <a:r>
              <a:rPr lang="en-US" altLang="zh-CN" sz="1800">
                <a:effectLst/>
                <a:latin typeface="Calibri" panose="020F0502020204030204" pitchFamily="34" charset="0"/>
                <a:ea typeface="SimSun" panose="02010600030101010101" pitchFamily="2" charset="-122"/>
                <a:cs typeface="Times New Roman" panose="02020603050405020304" pitchFamily="18" charset="0"/>
              </a:rPr>
              <a:t> for chronic toxicology studies. The feedback expected by  mid </a:t>
            </a:r>
            <a:r>
              <a:rPr lang="en-US" altLang="zh-CN" sz="1800" err="1">
                <a:effectLst/>
                <a:latin typeface="Calibri" panose="020F0502020204030204" pitchFamily="34" charset="0"/>
                <a:ea typeface="SimSun" panose="02010600030101010101" pitchFamily="2" charset="-122"/>
                <a:cs typeface="Times New Roman" panose="02020603050405020304" pitchFamily="18" charset="0"/>
              </a:rPr>
              <a:t>feb</a:t>
            </a:r>
            <a:r>
              <a:rPr lang="en-US" altLang="zh-CN" sz="1800">
                <a:effectLst/>
                <a:latin typeface="Calibri" panose="020F0502020204030204" pitchFamily="34" charset="0"/>
                <a:ea typeface="SimSun" panose="02010600030101010101" pitchFamily="2" charset="-122"/>
                <a:cs typeface="Times New Roman" panose="02020603050405020304" pitchFamily="18" charset="0"/>
              </a:rPr>
              <a:t> next year, to facilitate the future planning for toxicology studies. </a:t>
            </a:r>
            <a:r>
              <a:rPr lang="en-US" altLang="zh-CN" sz="1800" err="1">
                <a:effectLst/>
                <a:latin typeface="Calibri" panose="020F0502020204030204" pitchFamily="34" charset="0"/>
                <a:ea typeface="SimSun" panose="02010600030101010101" pitchFamily="2" charset="-122"/>
                <a:cs typeface="Times New Roman" panose="02020603050405020304" pitchFamily="18" charset="0"/>
              </a:rPr>
              <a:t>Submisison</a:t>
            </a:r>
            <a:r>
              <a:rPr lang="en-US" altLang="zh-CN" sz="1800">
                <a:effectLst/>
                <a:latin typeface="Calibri" panose="020F0502020204030204" pitchFamily="34" charset="0"/>
                <a:ea typeface="SimSun" panose="02010600030101010101" pitchFamily="2" charset="-122"/>
                <a:cs typeface="Times New Roman" panose="02020603050405020304" pitchFamily="18" charset="0"/>
              </a:rPr>
              <a:t> in China is </a:t>
            </a:r>
            <a:r>
              <a:rPr lang="en-US" altLang="zh-CN" sz="1800" err="1">
                <a:effectLst/>
                <a:latin typeface="Calibri" panose="020F0502020204030204" pitchFamily="34" charset="0"/>
                <a:ea typeface="SimSun" panose="02010600030101010101" pitchFamily="2" charset="-122"/>
                <a:cs typeface="Times New Roman" panose="02020603050405020304" pitchFamily="18" charset="0"/>
              </a:rPr>
              <a:t>planend</a:t>
            </a:r>
            <a:r>
              <a:rPr lang="en-US" altLang="zh-CN" sz="1800">
                <a:effectLst/>
                <a:latin typeface="Calibri" panose="020F0502020204030204" pitchFamily="34" charset="0"/>
                <a:ea typeface="SimSun" panose="02010600030101010101" pitchFamily="2" charset="-122"/>
                <a:cs typeface="Times New Roman" panose="02020603050405020304" pitchFamily="18" charset="0"/>
              </a:rPr>
              <a:t> on Nov 22. </a:t>
            </a:r>
          </a:p>
          <a:p>
            <a:pPr marL="0" indent="0">
              <a:buFont typeface="Arial" panose="020B0604020202020204" pitchFamily="34" charset="0"/>
              <a:buNone/>
            </a:pPr>
            <a:r>
              <a:rPr lang="en-US" altLang="zh-CN" sz="1800">
                <a:effectLst/>
                <a:latin typeface="Calibri" panose="020F0502020204030204" pitchFamily="34" charset="0"/>
                <a:ea typeface="SimSun" panose="02010600030101010101" pitchFamily="2" charset="-122"/>
                <a:cs typeface="Times New Roman" panose="02020603050405020304" pitchFamily="18" charset="0"/>
              </a:rPr>
              <a:t>To seek considerations from health </a:t>
            </a:r>
            <a:r>
              <a:rPr lang="en-US" altLang="zh-CN" sz="1800" err="1">
                <a:effectLst/>
                <a:latin typeface="Calibri" panose="020F0502020204030204" pitchFamily="34" charset="0"/>
                <a:ea typeface="SimSun" panose="02010600030101010101" pitchFamily="2" charset="-122"/>
                <a:cs typeface="Times New Roman" panose="02020603050405020304" pitchFamily="18" charset="0"/>
              </a:rPr>
              <a:t>authoroities</a:t>
            </a:r>
            <a:r>
              <a:rPr lang="en-US" altLang="zh-CN" sz="1800">
                <a:effectLst/>
                <a:latin typeface="Calibri" panose="020F0502020204030204" pitchFamily="34" charset="0"/>
                <a:ea typeface="SimSun" panose="02010600030101010101" pitchFamily="2" charset="-122"/>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2934364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800" b="0" i="0" u="none" strike="noStrike" kern="1200" cap="none" spc="0" normalizeH="0" baseline="0" noProof="0">
                <a:ln>
                  <a:noFill/>
                </a:ln>
                <a:solidFill>
                  <a:srgbClr val="000000"/>
                </a:solidFill>
                <a:effectLst/>
                <a:uLnTx/>
                <a:uFillTx/>
                <a:latin typeface="BISansCond"/>
                <a:ea typeface="+mn-ea"/>
                <a:cs typeface="+mn-cs"/>
              </a:rPr>
              <a:t>ANCA-AV: Anti-Neutrophil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Cytoplasmic</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Antibody-Associated Vasculitis </a:t>
            </a:r>
            <a:r>
              <a:rPr kumimoji="0" lang="zh-CN" altLang="en-US" sz="800" b="0" i="0" u="none" strike="noStrike" kern="1200" cap="none" spc="0" normalizeH="0" baseline="0" noProof="0">
                <a:ln>
                  <a:noFill/>
                </a:ln>
                <a:solidFill>
                  <a:srgbClr val="000000"/>
                </a:solidFill>
                <a:effectLst/>
                <a:uLnTx/>
                <a:uFillTx/>
                <a:latin typeface="BISansCond"/>
                <a:ea typeface="+mn-ea"/>
                <a:cs typeface="+mn-cs"/>
              </a:rPr>
              <a:t>抗中性粒细胞胞浆抗体相关性血管炎</a:t>
            </a:r>
            <a:endParaRPr kumimoji="0" lang="de-DE" altLang="zh-CN" sz="800"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800" b="0" i="0" u="none" strike="noStrike" kern="1200" cap="none" spc="0" normalizeH="0" baseline="0" noProof="0">
                <a:ln>
                  <a:noFill/>
                </a:ln>
                <a:solidFill>
                  <a:srgbClr val="000000"/>
                </a:solidFill>
                <a:effectLst/>
                <a:uLnTx/>
                <a:uFillTx/>
                <a:latin typeface="BISansCond"/>
                <a:ea typeface="+mn-ea"/>
                <a:cs typeface="+mn-cs"/>
              </a:rPr>
              <a:t>HS: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Hidradenitis</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Suppurativa</a:t>
            </a:r>
            <a:endParaRPr kumimoji="0" lang="de-DE" altLang="zh-CN" sz="800"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MASH:Metabolic</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deficiency</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Associated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SteatoHepatitis</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t>
            </a:r>
            <a:r>
              <a:rPr kumimoji="0" lang="zh-CN" altLang="en-US" sz="800" b="0" i="0" u="none" strike="noStrike" kern="1200" cap="none" spc="0" normalizeH="0" baseline="0" noProof="0">
                <a:ln>
                  <a:noFill/>
                </a:ln>
                <a:solidFill>
                  <a:srgbClr val="000000"/>
                </a:solidFill>
                <a:effectLst/>
                <a:uLnTx/>
                <a:uFillTx/>
                <a:latin typeface="BISansCond"/>
                <a:ea typeface="+mn-ea"/>
                <a:cs typeface="+mn-cs"/>
              </a:rPr>
              <a:t>代谢缺乏相关脂肪性肝炎</a:t>
            </a:r>
            <a:endParaRPr kumimoji="0" lang="de-DE" altLang="zh-CN" sz="800"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CRS:Chronic</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t>
            </a:r>
            <a:r>
              <a:rPr kumimoji="0" lang="de-DE" altLang="zh-CN" sz="800" b="0" i="0" u="none" strike="noStrike" kern="1200" cap="none" spc="0" normalizeH="0" baseline="0" noProof="0" err="1">
                <a:ln>
                  <a:noFill/>
                </a:ln>
                <a:solidFill>
                  <a:srgbClr val="000000"/>
                </a:solidFill>
                <a:effectLst/>
                <a:uLnTx/>
                <a:uFillTx/>
                <a:latin typeface="BISansCond"/>
                <a:ea typeface="+mn-ea"/>
                <a:cs typeface="+mn-cs"/>
              </a:rPr>
              <a:t>RhinoSinositis</a:t>
            </a:r>
            <a:r>
              <a:rPr kumimoji="0" lang="de-DE" altLang="zh-CN" sz="800" b="0" i="0" u="none" strike="noStrike" kern="1200" cap="none" spc="0" normalizeH="0" baseline="0" noProof="0">
                <a:ln>
                  <a:noFill/>
                </a:ln>
                <a:solidFill>
                  <a:srgbClr val="000000"/>
                </a:solidFill>
                <a:effectLst/>
                <a:uLnTx/>
                <a:uFillTx/>
                <a:latin typeface="BISansCond"/>
                <a:ea typeface="+mn-ea"/>
                <a:cs typeface="+mn-cs"/>
              </a:rPr>
              <a:t> </a:t>
            </a:r>
            <a:r>
              <a:rPr kumimoji="0" lang="zh-CN" altLang="en-US" sz="800" b="0" i="0" u="none" strike="noStrike" kern="1200" cap="none" spc="0" normalizeH="0" baseline="0" noProof="0">
                <a:ln>
                  <a:noFill/>
                </a:ln>
                <a:solidFill>
                  <a:srgbClr val="000000"/>
                </a:solidFill>
                <a:effectLst/>
                <a:uLnTx/>
                <a:uFillTx/>
                <a:latin typeface="BISansCond"/>
                <a:ea typeface="+mn-ea"/>
                <a:cs typeface="+mn-cs"/>
              </a:rPr>
              <a:t>慢性鼻窦炎</a:t>
            </a:r>
            <a:endParaRPr kumimoji="0" lang="de-DE" altLang="zh-CN" sz="800"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BISansCond"/>
                <a:ea typeface="+mn-ea"/>
                <a:cs typeface="+mn-cs"/>
              </a:rPr>
              <a:t>NE: Neutrophil elastase</a:t>
            </a:r>
            <a:r>
              <a:rPr kumimoji="0" lang="zh-CN" altLang="en-US" sz="800" b="0" i="0" u="none" strike="noStrike" kern="1200" cap="none" spc="0" normalizeH="0" baseline="0" noProof="0">
                <a:ln>
                  <a:noFill/>
                </a:ln>
                <a:solidFill>
                  <a:srgbClr val="000000"/>
                </a:solidFill>
                <a:effectLst/>
                <a:uLnTx/>
                <a:uFillTx/>
                <a:latin typeface="BISansCond"/>
                <a:ea typeface="+mn-ea"/>
                <a:cs typeface="+mn-cs"/>
              </a:rPr>
              <a:t>中性粒细胞弹性蛋白酶</a:t>
            </a:r>
            <a:endParaRPr kumimoji="0" lang="en-US" altLang="zh-CN" sz="800" b="0" i="0" u="none" strike="noStrike" kern="1200" cap="none" spc="0" normalizeH="0" baseline="0" noProof="0">
              <a:ln>
                <a:noFill/>
              </a:ln>
              <a:solidFill>
                <a:srgbClr val="000000"/>
              </a:solidFill>
              <a:effectLst/>
              <a:uLnTx/>
              <a:uFillTx/>
              <a:latin typeface="BISansCond"/>
              <a:ea typeface="+mn-ea"/>
              <a:cs typeface="+mn-cs"/>
            </a:endParaRPr>
          </a:p>
          <a:p>
            <a:pPr marL="0" indent="0">
              <a:buFont typeface="Arial" panose="020B0604020202020204" pitchFamily="34" charset="0"/>
              <a:buNone/>
            </a:pPr>
            <a:endParaRPr lang="en-US" altLang="zh-CN" sz="180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2293909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zh-CN" sz="1800">
                <a:effectLst/>
                <a:latin typeface="Times New Roman" panose="02020603050405020304" pitchFamily="18" charset="0"/>
                <a:ea typeface="MS Mincho" panose="02020609040205080304" pitchFamily="49" charset="-128"/>
              </a:rPr>
              <a:t> In case the results for the phase 2 study show compelling medical meaningfulness and statistical significance, early submission based on a single phase 2 study will be considered. </a:t>
            </a:r>
          </a:p>
          <a:p>
            <a:r>
              <a:rPr lang="en-GB" altLang="zh-CN" sz="1800">
                <a:effectLst/>
                <a:latin typeface="Times New Roman" panose="02020603050405020304" pitchFamily="18" charset="0"/>
                <a:ea typeface="MS Mincho" panose="02020609040205080304" pitchFamily="49" charset="-128"/>
              </a:rPr>
              <a:t>Lupus, </a:t>
            </a:r>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968843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ea typeface="宋体"/>
              </a:rPr>
              <a:t>Peking Union Medical College Hospital</a:t>
            </a:r>
            <a:r>
              <a:rPr lang="zh-CN" altLang="en-US">
                <a:ea typeface="宋体"/>
              </a:rPr>
              <a:t>, Shenzhen Children‘s Hospital, </a:t>
            </a:r>
            <a:r>
              <a:rPr lang="zh-CN">
                <a:ea typeface="宋体"/>
              </a:rPr>
              <a:t>People's Liberation Army General Hospital </a:t>
            </a:r>
            <a:r>
              <a:rPr lang="en-US" altLang="zh-CN">
                <a:ea typeface="宋体"/>
              </a:rPr>
              <a:t>(</a:t>
            </a:r>
            <a:r>
              <a:rPr lang="zh-CN">
                <a:ea typeface="宋体"/>
              </a:rPr>
              <a:t>301 Hospital</a:t>
            </a:r>
            <a:r>
              <a:rPr lang="en-US" altLang="zh-CN">
                <a:ea typeface="宋体"/>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ea typeface="宋体"/>
              </a:rPr>
              <a:t>As mentioned,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cGAS</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asset team has initiated the evaluation of China and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Jp</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integration to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inteferferonopathy</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program. China team had a cross functional evaluation. Based on literature research, we have identified at least 25 cases from 3 hospitals in China. Therefore we proposed to join global pivotal program starting from 2026, and non-IMP study and chart review study to be initiated next year</a:t>
            </a:r>
            <a:r>
              <a:rPr lang="zh-CN" altLang="en-US" sz="1200">
                <a:effectLst/>
                <a:latin typeface="BISansOpti" panose="02000503040000020004" pitchFamily="2" charset="0"/>
                <a:ea typeface="SimSun" panose="02010600030101010101" pitchFamily="2" charset="-122"/>
                <a:cs typeface="Times New Roman" panose="02020603050405020304" pitchFamily="18" charset="0"/>
              </a:rPr>
              <a:t>，</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with the purpose is to gain knowledge on the natural course of the disease to inform trials and support future regulatory needs, and identification of patients for later interventional study.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effectLst/>
                <a:latin typeface="BISansOpti" panose="02000503040000020004" pitchFamily="2" charset="0"/>
                <a:ea typeface="SimSun" panose="02010600030101010101" pitchFamily="2" charset="-122"/>
                <a:cs typeface="Times New Roman" panose="02020603050405020304" pitchFamily="18" charset="0"/>
              </a:rPr>
              <a:t>Team will discuss with asset team end of Nov about the China integration proposal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a:effectLst/>
              <a:latin typeface="BISansOpti" panose="02000503040000020004" pitchFamily="2" charset="0"/>
              <a:ea typeface="SimSun" panose="02010600030101010101" pitchFamily="2" charset="-122"/>
              <a:cs typeface="Times New Roman" panose="02020603050405020304" pitchFamily="18" charset="0"/>
            </a:endParaRPr>
          </a:p>
          <a:p>
            <a:r>
              <a:rPr lang="en-US" altLang="zh-CN">
                <a:ea typeface="宋体"/>
              </a:rPr>
              <a:t>Pediatric and adult patients with select type 1 monogenic interferonopathies, including and limited</a:t>
            </a:r>
          </a:p>
          <a:p>
            <a:r>
              <a:rPr lang="en-US" altLang="zh-CN">
                <a:ea typeface="宋体"/>
              </a:rPr>
              <a:t>to AGS, SAVI, FCL and COPA, with confirmed genetic mutation in the </a:t>
            </a:r>
            <a:r>
              <a:rPr lang="en-US" altLang="zh-CN" err="1">
                <a:ea typeface="宋体"/>
              </a:rPr>
              <a:t>cGAS</a:t>
            </a:r>
            <a:r>
              <a:rPr lang="en-US" altLang="zh-CN">
                <a:ea typeface="宋体"/>
              </a:rPr>
              <a:t>/STING pathway (</a:t>
            </a:r>
            <a:endParaRPr lang="zh-CN" altLang="en-US">
              <a:ea typeface="宋体"/>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056980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de-DE" sz="1200"/>
              <a:t>1) </a:t>
            </a:r>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Calibri"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a:ln>
                <a:noFill/>
              </a:ln>
              <a:solidFill>
                <a:srgbClr val="E7E6E6"/>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76412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ea typeface="宋体"/>
              </a:rPr>
              <a:t>Peking Union Medical College Hospital</a:t>
            </a:r>
            <a:r>
              <a:rPr lang="zh-CN" altLang="en-US">
                <a:ea typeface="宋体"/>
              </a:rPr>
              <a:t>, Shenzhen Children‘s Hospital, </a:t>
            </a:r>
            <a:r>
              <a:rPr lang="zh-CN">
                <a:ea typeface="宋体"/>
              </a:rPr>
              <a:t>People's Liberation Army General Hospital </a:t>
            </a:r>
            <a:r>
              <a:rPr lang="en-US" altLang="zh-CN">
                <a:ea typeface="宋体"/>
              </a:rPr>
              <a:t>(</a:t>
            </a:r>
            <a:r>
              <a:rPr lang="zh-CN">
                <a:ea typeface="宋体"/>
              </a:rPr>
              <a:t>301 Hospital</a:t>
            </a:r>
            <a:r>
              <a:rPr lang="en-US" altLang="zh-CN">
                <a:ea typeface="宋体"/>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ea typeface="宋体"/>
              </a:rPr>
              <a:t>As mentioned,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cGAS</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asset team has initiated the evaluation of China and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Jp</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integration to </a:t>
            </a:r>
            <a:r>
              <a:rPr lang="en-US" altLang="zh-CN" sz="1200" err="1">
                <a:effectLst/>
                <a:latin typeface="BISansOpti" panose="02000503040000020004" pitchFamily="2" charset="0"/>
                <a:ea typeface="SimSun" panose="02010600030101010101" pitchFamily="2" charset="-122"/>
                <a:cs typeface="Times New Roman" panose="02020603050405020304" pitchFamily="18" charset="0"/>
              </a:rPr>
              <a:t>inteferferonopathy</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 program. China team had a cross functional evaluation. Based on literature research, we have identified at least 25 cases from 3 hospitals in China. Therefore we proposed to join global pivotal program starting from 2026, and non-IMP study and chart review study to be initiated next year</a:t>
            </a:r>
            <a:r>
              <a:rPr lang="zh-CN" altLang="en-US" sz="1200">
                <a:effectLst/>
                <a:latin typeface="BISansOpti" panose="02000503040000020004" pitchFamily="2" charset="0"/>
                <a:ea typeface="SimSun" panose="02010600030101010101" pitchFamily="2" charset="-122"/>
                <a:cs typeface="Times New Roman" panose="02020603050405020304" pitchFamily="18" charset="0"/>
              </a:rPr>
              <a:t>，</a:t>
            </a:r>
            <a:r>
              <a:rPr lang="en-US" altLang="zh-CN" sz="1200">
                <a:effectLst/>
                <a:latin typeface="BISansOpti" panose="02000503040000020004" pitchFamily="2" charset="0"/>
                <a:ea typeface="SimSun" panose="02010600030101010101" pitchFamily="2" charset="-122"/>
                <a:cs typeface="Times New Roman" panose="02020603050405020304" pitchFamily="18" charset="0"/>
              </a:rPr>
              <a:t>with the purpose is to gain knowledge on the natural course of the disease to inform trials and support future regulatory needs, and identification of patients for later interventional study.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a:effectLst/>
                <a:latin typeface="BISansOpti" panose="02000503040000020004" pitchFamily="2" charset="0"/>
                <a:ea typeface="SimSun" panose="02010600030101010101" pitchFamily="2" charset="-122"/>
                <a:cs typeface="Times New Roman" panose="02020603050405020304" pitchFamily="18" charset="0"/>
              </a:rPr>
              <a:t>Team will discuss with asset team end of Nov about the China integration proposal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a:effectLst/>
              <a:latin typeface="BISansOpti" panose="02000503040000020004" pitchFamily="2" charset="0"/>
              <a:ea typeface="SimSun" panose="02010600030101010101" pitchFamily="2" charset="-122"/>
              <a:cs typeface="Times New Roman" panose="02020603050405020304" pitchFamily="18" charset="0"/>
            </a:endParaRPr>
          </a:p>
          <a:p>
            <a:r>
              <a:rPr lang="en-US" altLang="zh-CN">
                <a:ea typeface="宋体"/>
              </a:rPr>
              <a:t>Pediatric and adult patients with select type 1 monogenic interferonopathies, including and limited</a:t>
            </a:r>
          </a:p>
          <a:p>
            <a:r>
              <a:rPr lang="en-US" altLang="zh-CN">
                <a:ea typeface="宋体"/>
              </a:rPr>
              <a:t>to AGS, SAVI, FCL and COPA, with confirmed genetic mutation in the </a:t>
            </a:r>
            <a:r>
              <a:rPr lang="en-US" altLang="zh-CN" err="1">
                <a:ea typeface="宋体"/>
              </a:rPr>
              <a:t>cGAS</a:t>
            </a:r>
            <a:r>
              <a:rPr lang="en-US" altLang="zh-CN">
                <a:ea typeface="宋体"/>
              </a:rPr>
              <a:t>/STING pathway (</a:t>
            </a:r>
            <a:endParaRPr lang="zh-CN" altLang="en-US">
              <a:ea typeface="宋体"/>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173258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749925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131925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040129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07823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F9F10-AE18-4424-B7EC-3A1935E0F6FA}"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0230437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8673375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09932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zh-CN" altLang="zh-CN" sz="1800">
              <a:effectLst/>
              <a:latin typeface="DengXian" panose="02010600030101010101" pitchFamily="2" charset="-122"/>
              <a:ea typeface="DengXian" panose="02010600030101010101" pitchFamily="2" charset="-122"/>
              <a:cs typeface="SimSun" panose="02010600030101010101" pitchFamily="2"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0398005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a:solidFill>
                  <a:srgbClr val="000000"/>
                </a:solidFill>
                <a:latin typeface="BISans"/>
                <a:ea typeface="等线" panose="02010600030101010101" pitchFamily="2" charset="-122"/>
              </a:rPr>
              <a:t>1368-0025: </a:t>
            </a:r>
            <a:r>
              <a:rPr lang="en-US" altLang="zh-CN" sz="1800">
                <a:solidFill>
                  <a:srgbClr val="5B9BD5"/>
                </a:solidFill>
                <a:effectLst/>
                <a:latin typeface="Calibri" panose="020F0502020204030204" pitchFamily="34" charset="0"/>
                <a:ea typeface="Yu Gothic" panose="020B0400000000000000" pitchFamily="34" charset="-128"/>
              </a:rPr>
              <a:t>concern that CDE required to complete the ongoing trial 1368-0025 and submit clinical trial report in the approval letter of initial NDA. If the trial duration is shortened (since </a:t>
            </a:r>
            <a:r>
              <a:rPr lang="en-US" altLang="zh-CN" sz="1800" err="1">
                <a:solidFill>
                  <a:srgbClr val="5B9BD5"/>
                </a:solidFill>
                <a:effectLst/>
                <a:latin typeface="Calibri" panose="020F0502020204030204" pitchFamily="34" charset="0"/>
                <a:ea typeface="Yu Gothic" panose="020B0400000000000000" pitchFamily="34" charset="-128"/>
              </a:rPr>
              <a:t>sc</a:t>
            </a:r>
            <a:r>
              <a:rPr lang="en-US" altLang="zh-CN" sz="1800">
                <a:solidFill>
                  <a:srgbClr val="5B9BD5"/>
                </a:solidFill>
                <a:effectLst/>
                <a:latin typeface="Calibri" panose="020F0502020204030204" pitchFamily="34" charset="0"/>
                <a:ea typeface="Yu Gothic" panose="020B0400000000000000" pitchFamily="34" charset="-128"/>
              </a:rPr>
              <a:t> would be available in China market soon) , it seems the trials is ‘not’ completed in this way and long term safety data cannot be collected as planned. </a:t>
            </a:r>
            <a:endParaRPr lang="en-US" altLang="zh-CN" sz="800">
              <a:solidFill>
                <a:srgbClr val="000000"/>
              </a:solidFill>
              <a:latin typeface="BISans"/>
              <a:ea typeface="等线"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a:solidFill>
                  <a:srgbClr val="000000"/>
                </a:solidFill>
                <a:latin typeface="BISans"/>
                <a:ea typeface="等线" panose="02010600030101010101" pitchFamily="2" charset="-122"/>
              </a:rPr>
              <a:t>1368-0120: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a:solidFill>
                  <a:srgbClr val="000000"/>
                </a:solidFill>
                <a:latin typeface="BISans"/>
                <a:ea typeface="等线" panose="02010600030101010101" pitchFamily="2" charset="-122"/>
              </a:rPr>
              <a:t>15+ in screening waiting for flare.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a:solidFill>
                  <a:srgbClr val="000000"/>
                </a:solidFill>
                <a:latin typeface="BISans"/>
                <a:ea typeface="等线" panose="02010600030101010101" pitchFamily="2" charset="-122"/>
              </a:rPr>
              <a:t>HGRAC approval on 15 patients recruitment on 28Dec2023.</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0183834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DengXian" panose="02010600030101010101" pitchFamily="2" charset="-122"/>
              </a:rPr>
              <a:t>Milestone achieved 5 months ahead of the recruitment plan</a:t>
            </a:r>
            <a:endParaRPr lang="en-US" altLang="zh-CN" sz="1800">
              <a:effectLst/>
              <a:latin typeface="Calibri" panose="020F0502020204030204" pitchFamily="34" charset="0"/>
              <a:ea typeface="SimSun" panose="02010600030101010101" pitchFamily="2" charset="-122"/>
            </a:endParaRPr>
          </a:p>
          <a:p>
            <a:pPr marL="342900" marR="0" lvl="0" indent="-342900" algn="l" defTabSz="914400" rtl="0" eaLnBrk="1" fontAlgn="base" latinLnBrk="0" hangingPunct="1">
              <a:lnSpc>
                <a:spcPct val="100000"/>
              </a:lnSpc>
              <a:spcBef>
                <a:spcPts val="0"/>
              </a:spcBef>
              <a:spcAft>
                <a:spcPts val="0"/>
              </a:spcAft>
              <a:buClrTx/>
              <a:buSzPts val="1000"/>
              <a:buFont typeface="Symbol" panose="05050102010706020507" pitchFamily="18" charset="2"/>
              <a:buChar char=""/>
              <a:tabLst>
                <a:tab pos="228600" algn="l"/>
              </a:tabLst>
              <a:defRPr/>
            </a:pPr>
            <a:r>
              <a:rPr lang="en-US" altLang="zh-CN" sz="1800" b="0" i="0" u="none" strike="noStrike" kern="1200" noProof="0">
                <a:solidFill>
                  <a:schemeClr val="tx1"/>
                </a:solidFill>
              </a:rPr>
              <a:t>Leading PI suggested to plan case sharing meeting with other sites to make sure all the efficacy assessment are consistent.</a:t>
            </a:r>
            <a:r>
              <a:rPr lang="en-US" altLang="zh-CN" sz="1800" kern="1200" noProof="0">
                <a:solidFill>
                  <a:srgbClr val="FF0000"/>
                </a:solidFill>
                <a:latin typeface="+mn-lt"/>
                <a:ea typeface="+mn-ea"/>
                <a:cs typeface="+mn-cs"/>
              </a:rPr>
              <a:t> The meeting scheduled on 22Apr2024 at 19:00</a:t>
            </a:r>
          </a:p>
          <a:p>
            <a:pPr marL="342900" lvl="0" indent="-342900" fontAlgn="base">
              <a:buSzPts val="1000"/>
              <a:buFont typeface="Symbol" panose="05050102010706020507" pitchFamily="18" charset="2"/>
              <a:buChar char=""/>
              <a:tabLst>
                <a:tab pos="228600" algn="l"/>
              </a:tabLst>
            </a:pPr>
            <a:endParaRPr lang="en-US" altLang="zh-CN" sz="1800">
              <a:effectLst/>
              <a:latin typeface="Calibri" panose="020F0502020204030204" pitchFamily="34"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The drug stock is available for 12 cases. The third batch is expected to be in place in April.</a:t>
            </a:r>
            <a:endParaRPr lang="zh-CN" altLang="zh-CN" sz="1800">
              <a:effectLst/>
              <a:latin typeface="Times New Roman" panose="02020603050405020304" pitchFamily="18"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SIV status: 8 sites initiated. 1 site plans to initiate on 18Mar2024. 1 site pending contract negotiate.</a:t>
            </a:r>
            <a:endParaRPr lang="zh-CN" altLang="zh-CN" sz="1800">
              <a:effectLst/>
              <a:latin typeface="Times New Roman" panose="02020603050405020304" pitchFamily="18"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New shipment completed inbound on 26Feb2024.</a:t>
            </a:r>
            <a:endParaRPr lang="zh-CN" altLang="zh-CN" sz="1800">
              <a:effectLst/>
              <a:latin typeface="Times New Roman" panose="02020603050405020304" pitchFamily="18"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HGARC: CTP 2.0 has fully completed filling on 29Feb2024. </a:t>
            </a:r>
            <a:endParaRPr lang="zh-CN" altLang="zh-CN" sz="1800">
              <a:effectLst/>
              <a:latin typeface="Times New Roman" panose="02020603050405020304" pitchFamily="18"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End of Phase II HAI will be moved to Jan 2025 with BB ready in Dec 2024. Core BB drafting was kicked off in Feb and prosed question list is under discussion, China team can input anytime from now on.  </a:t>
            </a:r>
            <a:endParaRPr lang="zh-CN" altLang="zh-CN" sz="1800">
              <a:effectLst/>
              <a:latin typeface="Times New Roman" panose="02020603050405020304" pitchFamily="18" charset="0"/>
              <a:ea typeface="SimSun" panose="02010600030101010101" pitchFamily="2" charset="-122"/>
            </a:endParaRPr>
          </a:p>
          <a:p>
            <a:pPr marL="342900" lvl="0" indent="-342900" fontAlgn="base">
              <a:buSzPts val="1000"/>
              <a:buFont typeface="Symbol" panose="05050102010706020507" pitchFamily="18" charset="2"/>
              <a:buChar char=""/>
              <a:tabLst>
                <a:tab pos="228600" algn="l"/>
              </a:tabLst>
            </a:pPr>
            <a:r>
              <a:rPr lang="en-US" altLang="zh-CN" sz="1800">
                <a:effectLst/>
                <a:latin typeface="Calibri" panose="020F0502020204030204" pitchFamily="34" charset="0"/>
                <a:ea typeface="SimSun" panose="02010600030101010101" pitchFamily="2" charset="-122"/>
              </a:rPr>
              <a:t>H2H study in planning, planned early next year, to be updated.</a:t>
            </a:r>
            <a:endParaRPr lang="zh-CN" altLang="zh-CN" sz="1800">
              <a:effectLst/>
              <a:latin typeface="Times New Roman" panose="02020603050405020304" pitchFamily="18" charset="0"/>
              <a:ea typeface="SimSun" panose="02010600030101010101" pitchFamily="2" charset="-122"/>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The commitment was stated in a cover letter that treatment in the trial may only be started in China after at least one patient has received 1800mg dose for 4 weeks in the study and no serious safety observation is raised for ph2b part of 1368-0098</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	OLE (1368-0130) for HS, as long as participate in 1368-0098, then will roll over to 1368-0130</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	The final TDO will be ready on 28 Aug, there is ongoing discussion that will be self-administered treatment at home;</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	Final protocol planned on 23 Oct; final CTA package planned on 27 Nov 23 with IMPD V4.0 (vs V3.0 for 1368-0098);</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	CTA is needed in China, target submission in Dec, approval in Mar 2024;</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	First site initiated 12-Apr 24.</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22939094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lienbildplatzhalter 7">
            <a:extLst>
              <a:ext uri="{FF2B5EF4-FFF2-40B4-BE49-F238E27FC236}">
                <a16:creationId xmlns:a16="http://schemas.microsoft.com/office/drawing/2014/main" id="{0A170C84-753B-81CB-8DDD-1204CC2E3CA4}"/>
              </a:ext>
            </a:extLst>
          </p:cNvPr>
          <p:cNvSpPr>
            <a:spLocks noGrp="1" noRot="1" noChangeAspect="1"/>
          </p:cNvSpPr>
          <p:nvPr>
            <p:ph type="sldImg"/>
          </p:nvPr>
        </p:nvSpPr>
        <p:spPr>
          <a:xfrm>
            <a:off x="476250" y="611188"/>
            <a:ext cx="5903913" cy="3321050"/>
          </a:xfrm>
        </p:spPr>
      </p:sp>
      <p:sp>
        <p:nvSpPr>
          <p:cNvPr id="9" name="Notizenplatzhalter 8">
            <a:extLst>
              <a:ext uri="{FF2B5EF4-FFF2-40B4-BE49-F238E27FC236}">
                <a16:creationId xmlns:a16="http://schemas.microsoft.com/office/drawing/2014/main" id="{EB4D2781-E13E-0DCC-7038-6B812F545B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a:effectLst/>
                <a:latin typeface="Calibri" panose="020F0502020204030204" pitchFamily="34" charset="0"/>
                <a:ea typeface="SimSun" panose="02010600030101010101" pitchFamily="2" charset="-122"/>
                <a:cs typeface="Cordia New" panose="020B0304020202020204" pitchFamily="34" charset="-34"/>
              </a:rPr>
              <a:t>6 patients screened by Feb2024, 4 patients screen failure due to TB positive and pending re-screen after CTP 2.0 approval (HGRAC approved, EC approved in 2 sites)</a:t>
            </a:r>
            <a:endParaRPr lang="zh-CN" altLang="zh-CN" sz="1800">
              <a:effectLst/>
              <a:latin typeface="Times New Roman" panose="02020603050405020304" pitchFamily="18" charset="0"/>
              <a:ea typeface="SimSun" panose="02010600030101010101" pitchFamily="2" charset="-122"/>
            </a:endParaRPr>
          </a:p>
          <a:p>
            <a:endParaRPr lang="de-DE"/>
          </a:p>
        </p:txBody>
      </p:sp>
      <p:sp>
        <p:nvSpPr>
          <p:cNvPr id="10" name="Fußzeilenplatzhalter 3">
            <a:extLst>
              <a:ext uri="{FF2B5EF4-FFF2-40B4-BE49-F238E27FC236}">
                <a16:creationId xmlns:a16="http://schemas.microsoft.com/office/drawing/2014/main" id="{57AE878D-435D-F3A9-D89F-39286A926447}"/>
              </a:ext>
            </a:extLst>
          </p:cNvPr>
          <p:cNvSpPr>
            <a:spLocks noGrp="1"/>
          </p:cNvSpPr>
          <p:nvPr>
            <p:ph type="ftr" sz="quarter" idx="4"/>
          </p:nvPr>
        </p:nvSpPr>
        <p:spPr>
          <a:xfrm>
            <a:off x="483022" y="8640452"/>
            <a:ext cx="5148000" cy="2160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11" name="Foliennummernplatzhalter 4">
            <a:extLst>
              <a:ext uri="{FF2B5EF4-FFF2-40B4-BE49-F238E27FC236}">
                <a16:creationId xmlns:a16="http://schemas.microsoft.com/office/drawing/2014/main" id="{EE382688-A6FF-072F-C5DE-27FE3C576877}"/>
              </a:ext>
            </a:extLst>
          </p:cNvPr>
          <p:cNvSpPr>
            <a:spLocks noGrp="1"/>
          </p:cNvSpPr>
          <p:nvPr>
            <p:ph type="sldNum" sz="quarter" idx="5"/>
          </p:nvPr>
        </p:nvSpPr>
        <p:spPr>
          <a:xfrm>
            <a:off x="6026812" y="8640452"/>
            <a:ext cx="360040" cy="21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026293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9545" indent="-169545" defTabSz="914310">
              <a:buFont typeface="Arial" panose="020B0604020202020204" pitchFamily="34" charset="0"/>
              <a:buChar char="•"/>
              <a:defRPr/>
            </a:pPr>
            <a:r>
              <a:rPr lang="en-US" altLang="zh-CN" sz="1200">
                <a:solidFill>
                  <a:schemeClr val="tx1"/>
                </a:solidFill>
                <a:latin typeface="BISans"/>
              </a:rPr>
              <a:t>Planning Meeting B on May 2-3.</a:t>
            </a:r>
          </a:p>
          <a:p>
            <a:pPr marL="169545" indent="-169545" defTabSz="914310">
              <a:buFont typeface="Arial" panose="020B0604020202020204" pitchFamily="34" charset="0"/>
              <a:buChar char="•"/>
              <a:defRPr/>
            </a:pPr>
            <a:r>
              <a:rPr lang="en-US" altLang="zh-CN" sz="1200">
                <a:solidFill>
                  <a:schemeClr val="tx1"/>
                </a:solidFill>
                <a:latin typeface="BISans"/>
              </a:rPr>
              <a:t>HGRAC amendment</a:t>
            </a:r>
            <a:r>
              <a:rPr lang="zh-CN" altLang="en-US" sz="1200">
                <a:solidFill>
                  <a:schemeClr val="tx1"/>
                </a:solidFill>
                <a:latin typeface="BISans"/>
              </a:rPr>
              <a:t> </a:t>
            </a:r>
            <a:r>
              <a:rPr lang="en-US" altLang="zh-CN" sz="1200">
                <a:solidFill>
                  <a:schemeClr val="tx1"/>
                </a:solidFill>
                <a:latin typeface="BISans"/>
              </a:rPr>
              <a:t>approved.</a:t>
            </a:r>
            <a:r>
              <a:rPr lang="zh-CN" altLang="en-US" sz="1200">
                <a:solidFill>
                  <a:schemeClr val="tx1"/>
                </a:solidFill>
                <a:latin typeface="BISans"/>
              </a:rPr>
              <a:t> </a:t>
            </a:r>
            <a:r>
              <a:rPr lang="en-US" altLang="zh-CN" sz="1200">
                <a:solidFill>
                  <a:schemeClr val="tx1"/>
                </a:solidFill>
                <a:latin typeface="BISans"/>
              </a:rPr>
              <a:t>(25 screening, 15 randomization)</a:t>
            </a:r>
          </a:p>
          <a:p>
            <a:pPr marL="169545" indent="-169545" defTabSz="914310">
              <a:buFont typeface="Arial" panose="020B0604020202020204" pitchFamily="34" charset="0"/>
              <a:buChar char="•"/>
              <a:defRPr/>
            </a:pPr>
            <a:r>
              <a:rPr lang="en-US" altLang="zh-CN" sz="1200">
                <a:solidFill>
                  <a:schemeClr val="tx1"/>
                </a:solidFill>
                <a:latin typeface="BISans"/>
              </a:rPr>
              <a:t>China recruitment will end 3-month earlier to facilitate the sample (</a:t>
            </a:r>
            <a:r>
              <a:rPr lang="en-US" altLang="zh-CN" sz="1200" err="1">
                <a:solidFill>
                  <a:schemeClr val="tx1"/>
                </a:solidFill>
                <a:latin typeface="BISans"/>
              </a:rPr>
              <a:t>NAb</a:t>
            </a:r>
            <a:r>
              <a:rPr lang="en-US" altLang="zh-CN" sz="1200">
                <a:solidFill>
                  <a:schemeClr val="tx1"/>
                </a:solidFill>
                <a:latin typeface="BISans"/>
              </a:rPr>
              <a:t>) exportation. – </a:t>
            </a:r>
            <a:r>
              <a:rPr lang="en-US" altLang="zh-CN" sz="1200" b="1">
                <a:solidFill>
                  <a:schemeClr val="tx1"/>
                </a:solidFill>
                <a:latin typeface="BISans"/>
              </a:rPr>
              <a:t>still pending confirm with CTL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2815740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marR="0" lvl="0" indent="0" defTabSz="121914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595E94-E1FA-45CD-9E58-00B2C077AB80}" type="slidenum">
              <a:rPr kumimoji="0" lang="en-GB" sz="1200" b="0" i="0" u="none" strike="noStrike" kern="1200" cap="none" spc="0" normalizeH="0" baseline="0" noProof="0" smtClean="0">
                <a:ln>
                  <a:noFill/>
                </a:ln>
                <a:solidFill>
                  <a:prstClr val="black"/>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889997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2757844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1.Our target date for 'first patient randomized' was shifted to 31Mar2025. Background: At the beginning of the year, the HPBU was given a budget reduction target for this year. As you can imagine, finding savings that can still be realized in the very year you are in, is not easy and limits one's options to delaying the start of activities rather than stopping ongoing ones. Thus, TA Infl Medicine leadership identified our PG program as one of the activities to propose for 2024 budget reductions. Our PG program featured a 2024 budget of 10.5 Mio€ . This was based on a </a:t>
            </a:r>
            <a:r>
              <a:rPr lang="en-US" altLang="zh-CN" sz="1200" err="1">
                <a:solidFill>
                  <a:schemeClr val="tx1"/>
                </a:solidFill>
                <a:latin typeface="BISans" panose="02000503040000020004" pitchFamily="2" charset="0"/>
              </a:rPr>
              <a:t>PhII</a:t>
            </a:r>
            <a:r>
              <a:rPr lang="en-US" altLang="zh-CN" sz="1200">
                <a:solidFill>
                  <a:schemeClr val="tx1"/>
                </a:solidFill>
                <a:latin typeface="BISans" panose="02000503040000020004" pitchFamily="2" charset="0"/>
              </a:rPr>
              <a:t>/III start mid-year, which we (optimistically) estimated when the 2024 budget was created. Shifting the FPR to the November date realized some savings, shifting it further to 31Mar2025 now realizes saving of ~9 Mio€. This was proposed to and endorsed by HPBU leadership - who in turn will present the overall budget adjustments to the board soon. Bottom line: This shift does not represent a loss of faith in or support of the PG program, but a reaction to the budget adjustments our most senior leadership deemed necessary to accommodate the business needs of the company.</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solidFill>
                  <a:schemeClr val="tx1"/>
                </a:solidFill>
                <a:latin typeface="BISans" panose="02000503040000020004" pitchFamily="2" charset="0"/>
              </a:rPr>
              <a:t>2.Our target date for </a:t>
            </a:r>
            <a:r>
              <a:rPr lang="en-US" altLang="zh-CN" sz="1200" err="1">
                <a:solidFill>
                  <a:schemeClr val="tx1"/>
                </a:solidFill>
                <a:latin typeface="BISans" panose="02000503040000020004" pitchFamily="2" charset="0"/>
              </a:rPr>
              <a:t>RoFD</a:t>
            </a:r>
            <a:r>
              <a:rPr lang="en-US" altLang="zh-CN" sz="1200">
                <a:solidFill>
                  <a:schemeClr val="tx1"/>
                </a:solidFill>
                <a:latin typeface="BISans" panose="02000503040000020004" pitchFamily="2" charset="0"/>
              </a:rPr>
              <a:t> was shifted from April to June. Background: While preparing for the </a:t>
            </a:r>
            <a:r>
              <a:rPr lang="en-US" altLang="zh-CN" sz="1200" err="1">
                <a:solidFill>
                  <a:schemeClr val="tx1"/>
                </a:solidFill>
                <a:latin typeface="BISans" panose="02000503040000020004" pitchFamily="2" charset="0"/>
              </a:rPr>
              <a:t>RoFD</a:t>
            </a:r>
            <a:r>
              <a:rPr lang="en-US" altLang="zh-CN" sz="1200">
                <a:solidFill>
                  <a:schemeClr val="tx1"/>
                </a:solidFill>
                <a:latin typeface="BISans" panose="02000503040000020004" pitchFamily="2" charset="0"/>
              </a:rPr>
              <a:t> presentation in April, we realized that it would be prudent to shift this presentation to the next HPSC in order to fully incorporate Health Authority feedback and allow the overall presentation to be more thoroughly aligned cross-functionally. As the presentation itself is not on the critical path to our clinical trial, this shift did not change our overall timelines. It's of course unfortunate when deadline shift on rather short notice. The efforts put into this milestone will not be in vain but will still be part of the </a:t>
            </a:r>
            <a:r>
              <a:rPr lang="en-US" altLang="zh-CN" sz="1200" err="1">
                <a:solidFill>
                  <a:schemeClr val="tx1"/>
                </a:solidFill>
                <a:latin typeface="BISans" panose="02000503040000020004" pitchFamily="2" charset="0"/>
              </a:rPr>
              <a:t>RoFD</a:t>
            </a:r>
            <a:r>
              <a:rPr lang="en-US" altLang="zh-CN" sz="1200">
                <a:solidFill>
                  <a:schemeClr val="tx1"/>
                </a:solidFill>
                <a:latin typeface="BISans" panose="02000503040000020004" pitchFamily="2" charset="0"/>
              </a:rPr>
              <a:t> presentation and the PG program. The shift was pre-aligned with and endorsed by TA leadership. </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000">
              <a:solidFill>
                <a:schemeClr val="tx1"/>
              </a:solidFill>
              <a:latin typeface="BISans" panose="02000503040000020004" pitchFamily="2"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000">
                <a:solidFill>
                  <a:srgbClr val="C00000"/>
                </a:solidFill>
                <a:latin typeface="BISans"/>
              </a:rPr>
              <a:t>16 sites contacted, 15 interested, 1 rejected. Pending for an on-site visit with Prof. Zheng Jie from </a:t>
            </a:r>
            <a:r>
              <a:rPr lang="en-US" altLang="zh-CN" sz="1000" err="1">
                <a:solidFill>
                  <a:srgbClr val="C00000"/>
                </a:solidFill>
                <a:latin typeface="BISans"/>
              </a:rPr>
              <a:t>Ruijin</a:t>
            </a:r>
            <a:r>
              <a:rPr lang="en-US" altLang="zh-CN" sz="1000">
                <a:solidFill>
                  <a:srgbClr val="C00000"/>
                </a:solidFill>
                <a:latin typeface="BISans"/>
              </a:rPr>
              <a:t> Hospital. </a:t>
            </a: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b="1">
              <a:effectLst/>
              <a:latin typeface="Boehringer Forward Text" panose="02000500000000020000" pitchFamily="2" charset="0"/>
              <a:ea typeface="SimSun" panose="02010600030101010101" pitchFamily="2" charset="-122"/>
              <a:cs typeface="Calibri" panose="020F0502020204030204" pitchFamily="34"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b="1">
                <a:effectLst/>
                <a:latin typeface="Boehringer Forward Text" panose="02000500000000020000" pitchFamily="2" charset="0"/>
                <a:ea typeface="SimSun" panose="02010600030101010101" pitchFamily="2" charset="-122"/>
                <a:cs typeface="Calibri" panose="020F0502020204030204" pitchFamily="34" charset="0"/>
              </a:rPr>
              <a:t>Regarding comments on Chinese adjudication committee, LPT   propose to involve Chinese experts into the global adjudication committee instead of set up separate China adjudication committee in MRCT. Local evidence lead has engaged with global team on this topic before and LPT will discuss with global team on this further</a:t>
            </a:r>
            <a:endParaRPr lang="en-US" altLang="zh-CN" sz="1000">
              <a:solidFill>
                <a:schemeClr val="tx1"/>
              </a:solidFill>
              <a:latin typeface="BISans" panose="02000503040000020004" pitchFamily="2" charset="0"/>
            </a:endParaRPr>
          </a:p>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2409146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CN" sz="1200">
              <a:solidFill>
                <a:schemeClr val="tx1"/>
              </a:solidFill>
              <a:latin typeface="BISans" panose="02000503040000020004" pitchFamily="2"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240914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867337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xml"/><Relationship Id="rId5" Type="http://schemas.openxmlformats.org/officeDocument/2006/relationships/image" Target="../media/image21.png"/><Relationship Id="rId4" Type="http://schemas.openxmlformats.org/officeDocument/2006/relationships/image" Target="../media/image20.emf"/></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3.xml"/><Relationship Id="rId5" Type="http://schemas.openxmlformats.org/officeDocument/2006/relationships/image" Target="../media/image25.png"/><Relationship Id="rId4" Type="http://schemas.openxmlformats.org/officeDocument/2006/relationships/image" Target="../media/image24.jpe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Master" Target="../slideMasters/slideMaster5.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0.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5.xml"/><Relationship Id="rId5" Type="http://schemas.openxmlformats.org/officeDocument/2006/relationships/image" Target="../media/image25.png"/><Relationship Id="rId4" Type="http://schemas.openxmlformats.org/officeDocument/2006/relationships/image" Target="../media/image24.jpe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png"/><Relationship Id="rId1" Type="http://schemas.openxmlformats.org/officeDocument/2006/relationships/slideMaster" Target="../slideMasters/slideMaster6.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5" Type="http://schemas.openxmlformats.org/officeDocument/2006/relationships/image" Target="../media/image35.png"/><Relationship Id="rId4" Type="http://schemas.openxmlformats.org/officeDocument/2006/relationships/image" Target="../media/image10.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 Id="rId5" Type="http://schemas.openxmlformats.org/officeDocument/2006/relationships/image" Target="../media/image35.png"/><Relationship Id="rId4" Type="http://schemas.openxmlformats.org/officeDocument/2006/relationships/image" Target="../media/image10.pn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 Id="rId5" Type="http://schemas.openxmlformats.org/officeDocument/2006/relationships/image" Target="../media/image35.png"/><Relationship Id="rId4" Type="http://schemas.openxmlformats.org/officeDocument/2006/relationships/image" Target="../media/image10.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0.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7.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Master" Target="../slideMasters/slideMaster7.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6" Type="http://schemas.openxmlformats.org/officeDocument/2006/relationships/image" Target="../media/image10.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10.png"/><Relationship Id="rId5" Type="http://schemas.openxmlformats.org/officeDocument/2006/relationships/image" Target="../media/image38.svg"/><Relationship Id="rId4" Type="http://schemas.openxmlformats.org/officeDocument/2006/relationships/image" Target="../media/image4.png"/></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4.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7.xml"/><Relationship Id="rId4" Type="http://schemas.openxmlformats.org/officeDocument/2006/relationships/image" Target="../media/image10.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21156367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6849829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86968421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93403159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0314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44235525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76031779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49930560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3360374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24315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988957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99247372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87909459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72353125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88289854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41169437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27016963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53005805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18441825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26323296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93505838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831319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9521616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477625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25548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2795549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3204080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46876095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722145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30286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6256548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38114762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GB"/>
              <a:t>BI 1015550 PDE4Bi  I-TALC, Dec 13, 2022</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9476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GB"/>
              <a:t>BI 1015550 PDE4Bi  I-TALC, Dec 13, 2022</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18169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r>
              <a:rPr lang="en-GB"/>
              <a:t>BI 1015550 PDE4Bi  I-TALC, Dec 13, 2022</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83887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9943D7-E5F2-A642-808A-79E72AA2A146}"/>
              </a:ext>
            </a:extLst>
          </p:cNvPr>
          <p:cNvSpPr>
            <a:spLocks noGrp="1"/>
          </p:cNvSpPr>
          <p:nvPr>
            <p:ph sz="half" idx="1" hasCustomPrompt="1"/>
          </p:nvPr>
        </p:nvSpPr>
        <p:spPr>
          <a:xfrm>
            <a:off x="223642" y="1254292"/>
            <a:ext cx="4289824" cy="3363113"/>
          </a:xfrm>
          <a:prstGeom prst="rect">
            <a:avLst/>
          </a:prstGeom>
        </p:spPr>
        <p:txBody>
          <a:bodyPr/>
          <a:lstStyle>
            <a:lvl1pPr>
              <a:defRPr sz="1500" b="0" i="0">
                <a:solidFill>
                  <a:schemeClr val="bg1"/>
                </a:solidFill>
                <a:latin typeface="Arial" panose="020B0604020202020204" pitchFamily="34" charset="0"/>
                <a:cs typeface="Arial" panose="020B0604020202020204" pitchFamily="34" charset="0"/>
              </a:defRPr>
            </a:lvl1pPr>
            <a:lvl2pPr>
              <a:defRPr sz="1500" b="0" i="0">
                <a:solidFill>
                  <a:srgbClr val="0A2A4A"/>
                </a:solidFill>
                <a:latin typeface="Arial" panose="020B0604020202020204" pitchFamily="34" charset="0"/>
                <a:cs typeface="Arial" panose="020B0604020202020204" pitchFamily="34" charset="0"/>
              </a:defRPr>
            </a:lvl2pPr>
            <a:lvl3pPr>
              <a:defRPr sz="1425" b="0" i="0">
                <a:solidFill>
                  <a:srgbClr val="0A2A4A"/>
                </a:solidFill>
                <a:latin typeface="Arial" panose="020B0604020202020204" pitchFamily="34" charset="0"/>
                <a:cs typeface="Arial" panose="020B0604020202020204" pitchFamily="34" charset="0"/>
              </a:defRPr>
            </a:lvl3pPr>
            <a:lvl4pPr>
              <a:defRPr sz="1350" b="0" i="0">
                <a:solidFill>
                  <a:srgbClr val="0A2A4A"/>
                </a:solidFill>
                <a:latin typeface="Arial" panose="020B0604020202020204" pitchFamily="34" charset="0"/>
                <a:cs typeface="Arial" panose="020B0604020202020204" pitchFamily="34" charset="0"/>
              </a:defRPr>
            </a:lvl4pPr>
            <a:lvl5pPr>
              <a:defRPr sz="1275" b="0" i="0">
                <a:solidFill>
                  <a:srgbClr val="0A2A4A"/>
                </a:solidFill>
                <a:latin typeface="Arial" panose="020B0604020202020204" pitchFamily="34" charset="0"/>
                <a:cs typeface="Arial" panose="020B0604020202020204" pitchFamily="34" charset="0"/>
              </a:defRPr>
            </a:lvl5pPr>
            <a:lvl6pPr>
              <a:defRPr sz="1200">
                <a:solidFill>
                  <a:schemeClr val="accent4"/>
                </a:solidFill>
              </a:defRPr>
            </a:lvl6pPr>
            <a:lvl7pPr>
              <a:defRPr sz="1125">
                <a:solidFill>
                  <a:schemeClr val="accent4"/>
                </a:solidFill>
              </a:defRPr>
            </a:lvl7pPr>
            <a:lvl8pPr>
              <a:defRPr sz="1050">
                <a:solidFill>
                  <a:schemeClr val="accent4"/>
                </a:solidFill>
              </a:defRPr>
            </a:lvl8pPr>
          </a:lstStyle>
          <a:p>
            <a:pPr lvl="0"/>
            <a:r>
              <a:rPr lang="en-US"/>
              <a:t>Click to edit content text</a:t>
            </a:r>
          </a:p>
          <a:p>
            <a:pPr lvl="1"/>
            <a:r>
              <a:rPr lang="en-US"/>
              <a:t>Test</a:t>
            </a:r>
          </a:p>
          <a:p>
            <a:pPr lvl="2"/>
            <a:r>
              <a:rPr lang="en-US"/>
              <a:t>Test</a:t>
            </a:r>
          </a:p>
          <a:p>
            <a:pPr lvl="3"/>
            <a:r>
              <a:rPr lang="en-US"/>
              <a:t>Test</a:t>
            </a:r>
          </a:p>
          <a:p>
            <a:pPr lvl="4"/>
            <a:r>
              <a:rPr lang="en-US"/>
              <a:t>Test</a:t>
            </a:r>
          </a:p>
          <a:p>
            <a:pPr lvl="5"/>
            <a:r>
              <a:rPr lang="en-US"/>
              <a:t>Test</a:t>
            </a:r>
          </a:p>
          <a:p>
            <a:pPr lvl="6"/>
            <a:r>
              <a:rPr lang="en-US"/>
              <a:t>Test</a:t>
            </a:r>
          </a:p>
          <a:p>
            <a:pPr lvl="7"/>
            <a:r>
              <a:rPr lang="en-US"/>
              <a:t>Test</a:t>
            </a:r>
          </a:p>
        </p:txBody>
      </p:sp>
      <p:sp>
        <p:nvSpPr>
          <p:cNvPr id="4" name="Content Placeholder 3">
            <a:extLst>
              <a:ext uri="{FF2B5EF4-FFF2-40B4-BE49-F238E27FC236}">
                <a16:creationId xmlns:a16="http://schemas.microsoft.com/office/drawing/2014/main" id="{EAEAF45E-6043-1E49-8A4D-25A93EA30FB5}"/>
              </a:ext>
            </a:extLst>
          </p:cNvPr>
          <p:cNvSpPr>
            <a:spLocks noGrp="1"/>
          </p:cNvSpPr>
          <p:nvPr>
            <p:ph sz="half" idx="2" hasCustomPrompt="1"/>
          </p:nvPr>
        </p:nvSpPr>
        <p:spPr>
          <a:xfrm>
            <a:off x="4629150" y="1254292"/>
            <a:ext cx="4289824" cy="3363113"/>
          </a:xfrm>
          <a:prstGeom prst="rect">
            <a:avLst/>
          </a:prstGeom>
        </p:spPr>
        <p:txBody>
          <a:bodyPr/>
          <a:lstStyle>
            <a:lvl1pPr>
              <a:defRPr sz="1500" b="0" i="0">
                <a:solidFill>
                  <a:schemeClr val="bg1"/>
                </a:solidFill>
                <a:latin typeface="Arial" panose="020B0604020202020204" pitchFamily="34" charset="0"/>
                <a:cs typeface="Arial" panose="020B0604020202020204" pitchFamily="34" charset="0"/>
              </a:defRPr>
            </a:lvl1pPr>
            <a:lvl2pPr>
              <a:defRPr sz="1500" b="0" i="0">
                <a:solidFill>
                  <a:srgbClr val="0A2A4A"/>
                </a:solidFill>
                <a:latin typeface="Arial" panose="020B0604020202020204" pitchFamily="34" charset="0"/>
                <a:cs typeface="Arial" panose="020B0604020202020204" pitchFamily="34" charset="0"/>
              </a:defRPr>
            </a:lvl2pPr>
            <a:lvl3pPr>
              <a:defRPr sz="1425" b="0" i="0">
                <a:solidFill>
                  <a:srgbClr val="0A2A4A"/>
                </a:solidFill>
                <a:latin typeface="Arial" panose="020B0604020202020204" pitchFamily="34" charset="0"/>
                <a:cs typeface="Arial" panose="020B0604020202020204" pitchFamily="34" charset="0"/>
              </a:defRPr>
            </a:lvl3pPr>
            <a:lvl4pPr>
              <a:defRPr sz="1350" b="0" i="0">
                <a:solidFill>
                  <a:schemeClr val="accent4"/>
                </a:solidFill>
                <a:latin typeface="Arial" panose="020B0604020202020204" pitchFamily="34" charset="0"/>
                <a:cs typeface="Arial" panose="020B0604020202020204" pitchFamily="34" charset="0"/>
              </a:defRPr>
            </a:lvl4pPr>
            <a:lvl5pPr>
              <a:defRPr sz="1275" b="0" i="0">
                <a:solidFill>
                  <a:schemeClr val="accent4"/>
                </a:solidFill>
                <a:latin typeface="Arial" panose="020B0604020202020204" pitchFamily="34" charset="0"/>
                <a:cs typeface="Arial" panose="020B0604020202020204" pitchFamily="34" charset="0"/>
              </a:defRPr>
            </a:lvl5pPr>
            <a:lvl6pPr>
              <a:defRPr sz="1200">
                <a:solidFill>
                  <a:schemeClr val="accent4"/>
                </a:solidFill>
              </a:defRPr>
            </a:lvl6pPr>
            <a:lvl7pPr>
              <a:defRPr sz="1125">
                <a:solidFill>
                  <a:schemeClr val="accent4"/>
                </a:solidFill>
              </a:defRPr>
            </a:lvl7pPr>
            <a:lvl8pPr>
              <a:defRPr sz="1050">
                <a:solidFill>
                  <a:schemeClr val="accent4"/>
                </a:solidFill>
              </a:defRPr>
            </a:lvl8pPr>
          </a:lstStyle>
          <a:p>
            <a:pPr lvl="0"/>
            <a:r>
              <a:rPr lang="en-US"/>
              <a:t>Click to edit content text</a:t>
            </a:r>
          </a:p>
          <a:p>
            <a:pPr lvl="1"/>
            <a:r>
              <a:rPr lang="en-US"/>
              <a:t>Test</a:t>
            </a:r>
          </a:p>
          <a:p>
            <a:pPr lvl="2"/>
            <a:r>
              <a:rPr lang="en-US"/>
              <a:t>Test</a:t>
            </a:r>
          </a:p>
          <a:p>
            <a:pPr lvl="3"/>
            <a:r>
              <a:rPr lang="en-US"/>
              <a:t>Test</a:t>
            </a:r>
          </a:p>
          <a:p>
            <a:pPr lvl="4"/>
            <a:r>
              <a:rPr lang="en-US"/>
              <a:t>Test</a:t>
            </a:r>
          </a:p>
          <a:p>
            <a:pPr lvl="5"/>
            <a:r>
              <a:rPr lang="en-US"/>
              <a:t>Test</a:t>
            </a:r>
          </a:p>
          <a:p>
            <a:pPr lvl="6"/>
            <a:r>
              <a:rPr lang="en-US"/>
              <a:t>Test</a:t>
            </a:r>
          </a:p>
          <a:p>
            <a:pPr lvl="7"/>
            <a:r>
              <a:rPr lang="en-US"/>
              <a:t>Test</a:t>
            </a:r>
          </a:p>
        </p:txBody>
      </p:sp>
      <p:sp>
        <p:nvSpPr>
          <p:cNvPr id="7" name="Slide Number Placeholder 6">
            <a:extLst>
              <a:ext uri="{FF2B5EF4-FFF2-40B4-BE49-F238E27FC236}">
                <a16:creationId xmlns:a16="http://schemas.microsoft.com/office/drawing/2014/main" id="{91B1DB1F-9838-5446-BBFF-A8DAFA15512D}"/>
              </a:ext>
            </a:extLst>
          </p:cNvPr>
          <p:cNvSpPr>
            <a:spLocks noGrp="1"/>
          </p:cNvSpPr>
          <p:nvPr>
            <p:ph type="sldNum" sz="quarter" idx="12"/>
          </p:nvPr>
        </p:nvSpPr>
        <p:spPr>
          <a:xfrm>
            <a:off x="186370" y="4751190"/>
            <a:ext cx="746522" cy="273844"/>
          </a:xfrm>
          <a:prstGeom prst="rect">
            <a:avLst/>
          </a:prstGeom>
        </p:spPr>
        <p:txBody>
          <a:bodyPr/>
          <a:lstStyle/>
          <a:p>
            <a:fld id="{9AB54780-BD98-2C45-8AA1-053FEE249B49}" type="slidenum">
              <a:rPr lang="en-US" smtClean="0"/>
              <a:t>‹#›</a:t>
            </a:fld>
            <a:endParaRPr lang="en-US"/>
          </a:p>
        </p:txBody>
      </p:sp>
      <p:sp>
        <p:nvSpPr>
          <p:cNvPr id="6" name="Title 1">
            <a:extLst>
              <a:ext uri="{FF2B5EF4-FFF2-40B4-BE49-F238E27FC236}">
                <a16:creationId xmlns:a16="http://schemas.microsoft.com/office/drawing/2014/main" id="{34C3A3F7-5779-1C43-73A6-A83218DD1591}"/>
              </a:ext>
            </a:extLst>
          </p:cNvPr>
          <p:cNvSpPr>
            <a:spLocks noGrp="1"/>
          </p:cNvSpPr>
          <p:nvPr>
            <p:ph type="title" hasCustomPrompt="1"/>
          </p:nvPr>
        </p:nvSpPr>
        <p:spPr>
          <a:xfrm>
            <a:off x="223642" y="504137"/>
            <a:ext cx="8695331" cy="584597"/>
          </a:xfrm>
          <a:prstGeom prst="rect">
            <a:avLst/>
          </a:prstGeom>
        </p:spPr>
        <p:txBody>
          <a:bodyPr/>
          <a:lstStyle>
            <a:lvl1pPr>
              <a:defRPr sz="2700" b="1" i="0" spc="0">
                <a:solidFill>
                  <a:schemeClr val="bg1"/>
                </a:solidFill>
                <a:latin typeface="Arial" panose="020B0604020202020204" pitchFamily="34" charset="0"/>
                <a:cs typeface="Arial" panose="020B0604020202020204" pitchFamily="34" charset="0"/>
              </a:defRPr>
            </a:lvl1pPr>
          </a:lstStyle>
          <a:p>
            <a:r>
              <a:rPr lang="en-US"/>
              <a:t>Slide Title</a:t>
            </a:r>
          </a:p>
        </p:txBody>
      </p:sp>
    </p:spTree>
    <p:extLst>
      <p:ext uri="{BB962C8B-B14F-4D97-AF65-F5344CB8AC3E}">
        <p14:creationId xmlns:p14="http://schemas.microsoft.com/office/powerpoint/2010/main" val="11160899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en-US" noProof="0"/>
              <a:t>Click to edit Master title style</a:t>
            </a:r>
            <a:endParaRPr lang="en-GB" noProof="0"/>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Datumsplatzhalter 3"/>
          <p:cNvSpPr>
            <a:spLocks noGrp="1"/>
          </p:cNvSpPr>
          <p:nvPr>
            <p:ph type="dt" sz="half" idx="10"/>
          </p:nvPr>
        </p:nvSpPr>
        <p:spPr/>
        <p:txBody>
          <a:bodyPr/>
          <a:lstStyle/>
          <a:p>
            <a:fld id="{B8F327B5-4F46-4E52-AD59-88A207270947}" type="datetime1">
              <a:rPr lang="en-GB" noProof="0" smtClean="0"/>
              <a:t>11/09/2024</a:t>
            </a:fld>
            <a:endParaRPr lang="en-GB" noProof="0"/>
          </a:p>
        </p:txBody>
      </p:sp>
      <p:sp>
        <p:nvSpPr>
          <p:cNvPr id="5" name="Fußzeilenplatzhalter 4"/>
          <p:cNvSpPr>
            <a:spLocks noGrp="1"/>
          </p:cNvSpPr>
          <p:nvPr>
            <p:ph type="ftr" sz="quarter" idx="11"/>
          </p:nvPr>
        </p:nvSpPr>
        <p:spPr/>
        <p:txBody>
          <a:bodyPr/>
          <a:lstStyle/>
          <a:p>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7767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Confidential</a:t>
            </a:r>
            <a:endParaRPr lang="en-GB"/>
          </a:p>
        </p:txBody>
      </p:sp>
    </p:spTree>
    <p:extLst>
      <p:ext uri="{BB962C8B-B14F-4D97-AF65-F5344CB8AC3E}">
        <p14:creationId xmlns:p14="http://schemas.microsoft.com/office/powerpoint/2010/main" val="3230620311"/>
      </p:ext>
    </p:extLst>
  </p:cSld>
  <p:clrMapOvr>
    <a:masterClrMapping/>
  </p:clrMapOvr>
  <p:hf hdr="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Confidential</a:t>
            </a:r>
            <a:endParaRPr lang="en-GB"/>
          </a:p>
        </p:txBody>
      </p:sp>
    </p:spTree>
    <p:extLst>
      <p:ext uri="{BB962C8B-B14F-4D97-AF65-F5344CB8AC3E}">
        <p14:creationId xmlns:p14="http://schemas.microsoft.com/office/powerpoint/2010/main" val="713222771"/>
      </p:ext>
    </p:extLst>
  </p:cSld>
  <p:clrMapOvr>
    <a:masterClrMapping/>
  </p:clrMapOvr>
  <p:hf hdr="0"/>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Confidential</a:t>
            </a:r>
            <a:endParaRPr lang="en-GB"/>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28891976"/>
      </p:ext>
    </p:extLst>
  </p:cSld>
  <p:clrMapOvr>
    <a:masterClrMapping/>
  </p:clrMapOvr>
  <p:hf hdr="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Confidential</a:t>
            </a:r>
            <a:endParaRPr lang="en-GB"/>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663963100"/>
      </p:ext>
    </p:extLst>
  </p:cSld>
  <p:clrMapOvr>
    <a:masterClrMapping/>
  </p:clrMapOvr>
  <p:hf hdr="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Confidential</a:t>
            </a:r>
            <a:endParaRPr lang="en-GB"/>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110232340"/>
      </p:ext>
    </p:extLst>
  </p:cSld>
  <p:clrMapOvr>
    <a:masterClrMapping/>
  </p:clrMapOvr>
  <p:hf hdr="0"/>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Confidential</a:t>
            </a:r>
            <a:endParaRPr lang="en-GB"/>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3766880127"/>
      </p:ext>
    </p:extLst>
  </p:cSld>
  <p:clrMapOvr>
    <a:masterClrMapping/>
  </p:clrMapOvr>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Confidential</a:t>
            </a:r>
            <a:endParaRPr lang="en-GB"/>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1705036692"/>
      </p:ext>
    </p:extLst>
  </p:cSld>
  <p:clrMapOvr>
    <a:masterClrMapping/>
  </p:clrMapOvr>
  <p:hf hdr="0"/>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143B55C4-4F5A-416B-997D-6CE47EB0A945}" type="slidenum">
              <a:rPr lang="en-GB" smtClean="0"/>
              <a:pPr/>
              <a:t>‹#›</a:t>
            </a:fld>
            <a:endParaRPr lang="en-GB"/>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Confidential</a:t>
            </a:r>
            <a:endParaRPr lang="en-GB"/>
          </a:p>
        </p:txBody>
      </p:sp>
    </p:spTree>
    <p:extLst>
      <p:ext uri="{BB962C8B-B14F-4D97-AF65-F5344CB8AC3E}">
        <p14:creationId xmlns:p14="http://schemas.microsoft.com/office/powerpoint/2010/main" val="916460177"/>
      </p:ext>
    </p:extLst>
  </p:cSld>
  <p:clrMapOvr>
    <a:masterClrMapping/>
  </p:clrMapOvr>
  <p:hf hdr="0"/>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Confidential</a:t>
            </a:r>
            <a:endParaRPr lang="en-GB"/>
          </a:p>
        </p:txBody>
      </p:sp>
    </p:spTree>
    <p:extLst>
      <p:ext uri="{BB962C8B-B14F-4D97-AF65-F5344CB8AC3E}">
        <p14:creationId xmlns:p14="http://schemas.microsoft.com/office/powerpoint/2010/main" val="1872057433"/>
      </p:ext>
    </p:extLst>
  </p:cSld>
  <p:clrMapOvr>
    <a:masterClrMapping/>
  </p:clrMapOvr>
  <p:hf hdr="0"/>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Confidential</a:t>
            </a:r>
            <a:endParaRPr lang="en-GB"/>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020435419"/>
      </p:ext>
    </p:extLst>
  </p:cSld>
  <p:clrMapOvr>
    <a:masterClrMapping/>
  </p:clrMapOvr>
  <p:hf hdr="0"/>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Confidential</a:t>
            </a:r>
            <a:endParaRPr lang="en-GB"/>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3072325645"/>
      </p:ext>
    </p:extLst>
  </p:cSld>
  <p:clrMapOvr>
    <a:masterClrMapping/>
  </p:clrMapOvr>
  <p:hf hd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Confidential</a:t>
            </a:r>
            <a:endParaRPr lang="en-GB"/>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038963948"/>
      </p:ext>
    </p:extLst>
  </p:cSld>
  <p:clrMapOvr>
    <a:masterClrMapping/>
  </p:clrMapOvr>
  <p:hf hd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Confidential</a:t>
            </a:r>
            <a:endParaRPr lang="en-GB"/>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143B55C4-4F5A-416B-997D-6CE47EB0A945}" type="slidenum">
              <a:rPr lang="en-GB" smtClean="0"/>
              <a:pPr/>
              <a:t>‹#›</a:t>
            </a:fld>
            <a:endParaRPr lang="en-GB"/>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45563003"/>
      </p:ext>
    </p:extLst>
  </p:cSld>
  <p:clrMapOvr>
    <a:masterClrMapping/>
  </p:clrMapOvr>
  <p:hf hdr="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Confidential</a:t>
            </a:r>
            <a:endParaRPr lang="en-GB"/>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758694827"/>
      </p:ext>
    </p:extLst>
  </p:cSld>
  <p:clrMapOvr>
    <a:masterClrMapping/>
  </p:clrMapOvr>
  <p:hf hdr="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Confidential</a:t>
            </a:r>
            <a:endParaRPr lang="en-GB"/>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143B55C4-4F5A-416B-997D-6CE47EB0A945}" type="slidenum">
              <a:rPr lang="en-GB" smtClean="0"/>
              <a:pPr/>
              <a:t>‹#›</a:t>
            </a:fld>
            <a:endParaRPr lang="en-GB"/>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128755586"/>
      </p:ext>
    </p:extLst>
  </p:cSld>
  <p:clrMapOvr>
    <a:masterClrMapping/>
  </p:clrMapOvr>
  <p:hf hdr="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143B55C4-4F5A-416B-997D-6CE47EB0A945}" type="slidenum">
              <a:rPr lang="en-GB" smtClean="0"/>
              <a:pPr/>
              <a:t>‹#›</a:t>
            </a:fld>
            <a:endParaRPr lang="en-GB"/>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Confidential</a:t>
            </a:r>
            <a:endParaRPr lang="en-GB"/>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1041252775"/>
      </p:ext>
    </p:extLst>
  </p:cSld>
  <p:clrMapOvr>
    <a:masterClrMapping/>
  </p:clrMapOvr>
  <p:hf hdr="0"/>
  <p:extLst>
    <p:ext uri="{DCECCB84-F9BA-43D5-87BE-67443E8EF086}">
      <p15:sldGuideLst xmlns:p15="http://schemas.microsoft.com/office/powerpoint/2012/main">
        <p15:guide id="2" pos="495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Confidential</a:t>
            </a:r>
            <a:endParaRPr lang="en-GB"/>
          </a:p>
        </p:txBody>
      </p:sp>
    </p:spTree>
    <p:extLst>
      <p:ext uri="{BB962C8B-B14F-4D97-AF65-F5344CB8AC3E}">
        <p14:creationId xmlns:p14="http://schemas.microsoft.com/office/powerpoint/2010/main" val="4094424912"/>
      </p:ext>
    </p:extLst>
  </p:cSld>
  <p:clrMapOvr>
    <a:masterClrMapping/>
  </p:clrMapOvr>
  <p:hf hdr="0"/>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Confidential</a:t>
            </a:r>
            <a:endParaRPr lang="en-GB"/>
          </a:p>
        </p:txBody>
      </p:sp>
    </p:spTree>
    <p:extLst>
      <p:ext uri="{BB962C8B-B14F-4D97-AF65-F5344CB8AC3E}">
        <p14:creationId xmlns:p14="http://schemas.microsoft.com/office/powerpoint/2010/main" val="3138576494"/>
      </p:ext>
    </p:extLst>
  </p:cSld>
  <p:clrMapOvr>
    <a:masterClrMapping/>
  </p:clrMapOvr>
  <p:hf hdr="0"/>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Confidential</a:t>
            </a:r>
            <a:endParaRPr lang="en-GB"/>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33914396"/>
      </p:ext>
    </p:extLst>
  </p:cSld>
  <p:clrMapOvr>
    <a:masterClrMapping/>
  </p:clrMapOvr>
  <p:hf hdr="0"/>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Confidential</a:t>
            </a:r>
            <a:endParaRPr lang="en-GB"/>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39782373"/>
      </p:ext>
    </p:extLst>
  </p:cSld>
  <p:clrMapOvr>
    <a:masterClrMapping/>
  </p:clrMapOvr>
  <p:hf hdr="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Confidential</a:t>
            </a:r>
            <a:endParaRPr lang="en-GB"/>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14731364"/>
      </p:ext>
    </p:extLst>
  </p:cSld>
  <p:clrMapOvr>
    <a:masterClrMapping/>
  </p:clrMapOvr>
  <p:hf hdr="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Confidential</a:t>
            </a:r>
            <a:endParaRPr lang="en-GB"/>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10183396"/>
      </p:ext>
    </p:extLst>
  </p:cSld>
  <p:clrMapOvr>
    <a:masterClrMapping/>
  </p:clrMapOvr>
  <p:hf hdr="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Confidential</a:t>
            </a:r>
            <a:endParaRPr lang="en-GB"/>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19685246"/>
      </p:ext>
    </p:extLst>
  </p:cSld>
  <p:clrMapOvr>
    <a:masterClrMapping/>
  </p:clrMapOvr>
  <p:hf hdr="0"/>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Confidential</a:t>
            </a:r>
            <a:endParaRPr lang="en-GB"/>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898244373"/>
      </p:ext>
    </p:extLst>
  </p:cSld>
  <p:clrMapOvr>
    <a:masterClrMapping/>
  </p:clrMapOvr>
  <p:hf hdr="0"/>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Confidential</a:t>
            </a:r>
            <a:endParaRPr lang="en-GB"/>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086218212"/>
      </p:ext>
    </p:extLst>
  </p:cSld>
  <p:clrMapOvr>
    <a:masterClrMapping/>
  </p:clrMapOvr>
  <p:hf hdr="0"/>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Confidential</a:t>
            </a:r>
            <a:endParaRPr lang="en-GB"/>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3944917326"/>
      </p:ext>
    </p:extLst>
  </p:cSld>
  <p:clrMapOvr>
    <a:masterClrMapping/>
  </p:clrMapOvr>
  <p:hf hdr="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Confidential</a:t>
            </a:r>
            <a:endParaRPr lang="en-GB"/>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3515717752"/>
      </p:ext>
    </p:extLst>
  </p:cSld>
  <p:clrMapOvr>
    <a:masterClrMapping/>
  </p:clrMapOvr>
  <p:hf hdr="0"/>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Confidential</a:t>
            </a:r>
            <a:endParaRPr lang="en-GB"/>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497244351"/>
      </p:ext>
    </p:extLst>
  </p:cSld>
  <p:clrMapOvr>
    <a:masterClrMapping/>
  </p:clrMapOvr>
  <p:hf hdr="0"/>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Confidential</a:t>
            </a:r>
            <a:endParaRPr lang="en-GB"/>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3857589429"/>
      </p:ext>
    </p:extLst>
  </p:cSld>
  <p:clrMapOvr>
    <a:masterClrMapping/>
  </p:clrMapOvr>
  <p:hf hdr="0"/>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Confidential</a:t>
            </a:r>
            <a:endParaRPr lang="en-GB"/>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82642964"/>
      </p:ext>
    </p:extLst>
  </p:cSld>
  <p:clrMapOvr>
    <a:masterClrMapping/>
  </p:clrMapOvr>
  <p:hf hd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Confidential</a:t>
            </a:r>
            <a:endParaRPr lang="en-GB"/>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715588175"/>
      </p:ext>
    </p:extLst>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Confidential</a:t>
            </a:r>
            <a:endParaRPr lang="en-GB"/>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136157997"/>
      </p:ext>
    </p:extLst>
  </p:cSld>
  <p:clrMapOvr>
    <a:masterClrMapping/>
  </p:clrMapOvr>
  <p:hf hdr="0"/>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Confidential</a:t>
            </a:r>
            <a:endParaRPr lang="en-GB"/>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
        <p:nvSpPr>
          <p:cNvPr id="2" name="Rechteck 1">
            <a:extLst>
              <a:ext uri="{FF2B5EF4-FFF2-40B4-BE49-F238E27FC236}">
                <a16:creationId xmlns:a16="http://schemas.microsoft.com/office/drawing/2014/main" id="{3341D3C2-8E8C-C888-7E53-E3465CB0DDEB}"/>
              </a:ext>
            </a:extLst>
          </p:cNvPr>
          <p:cNvSpPr/>
          <p:nvPr/>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1791796492"/>
      </p:ext>
    </p:extLst>
  </p:cSld>
  <p:clrMapOvr>
    <a:masterClrMapping/>
  </p:clrMapOvr>
  <p:hf hdr="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9/11/2024</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pic>
        <p:nvPicPr>
          <p:cNvPr id="6" name="Grafik 6">
            <a:extLst>
              <a:ext uri="{FF2B5EF4-FFF2-40B4-BE49-F238E27FC236}">
                <a16:creationId xmlns:a16="http://schemas.microsoft.com/office/drawing/2014/main" id="{58106266-C7DC-F765-6EA5-43B2A88880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427043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 1"/>
          <p:cNvSpPr>
            <a:spLocks noGrp="1"/>
          </p:cNvSpPr>
          <p:nvPr>
            <p:ph type="ctrTitle" hasCustomPrompt="1"/>
          </p:nvPr>
        </p:nvSpPr>
        <p:spPr>
          <a:xfrm>
            <a:off x="367575"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4" y="3572753"/>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363304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96071219"/>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8128496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1807329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25190622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0445926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458615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0461227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64230059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9866786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4349225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64773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4133482186"/>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7322461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449854569"/>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99806591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45094201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8984147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1366228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00419143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14327544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72628265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7719017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7059256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9492989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9649580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52877957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27308546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1914566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7789148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7142362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8391606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2981016122"/>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GB"/>
              <a:t>BI 1015550 PDE4Bi  I-TALC, Dec 13, 2022</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43974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GB"/>
              <a:t>BI 1015550 PDE4Bi  I-TALC, Dec 13, 2022</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413197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Live 1: Standard-Folie">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91" y="1192"/>
          <a:ext cx="1587" cy="1190"/>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2" name="Objekt 1" hidden="1"/>
                      <p:cNvPicPr/>
                      <p:nvPr/>
                    </p:nvPicPr>
                    <p:blipFill>
                      <a:blip r:embed="rId4"/>
                      <a:stretch>
                        <a:fillRect/>
                      </a:stretch>
                    </p:blipFill>
                    <p:spPr>
                      <a:xfrm>
                        <a:off x="1591" y="1192"/>
                        <a:ext cx="1587" cy="1190"/>
                      </a:xfrm>
                      <a:prstGeom prst="rect">
                        <a:avLst/>
                      </a:prstGeom>
                    </p:spPr>
                  </p:pic>
                </p:oleObj>
              </mc:Fallback>
            </mc:AlternateContent>
          </a:graphicData>
        </a:graphic>
      </p:graphicFrame>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43875" tIns="43875" rIns="43875" bIns="43875" rtlCol="0" anchor="ctr"/>
          <a:lstStyle/>
          <a:p>
            <a:pPr algn="ctr"/>
            <a:endParaRPr lang="en-GB" sz="853">
              <a:solidFill>
                <a:srgbClr val="000000"/>
              </a:solidFill>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p:nvPr>
        </p:nvSpPr>
        <p:spPr/>
        <p:txBody>
          <a:bodyPr/>
          <a:lstStyle/>
          <a:p>
            <a:r>
              <a:rPr lang="de-DE"/>
              <a:t>Titelmasterformat durch Klicken bearbeiten</a:t>
            </a:r>
          </a:p>
        </p:txBody>
      </p:sp>
      <p:sp>
        <p:nvSpPr>
          <p:cNvPr id="10" name="Datumsplatzhalter 9"/>
          <p:cNvSpPr>
            <a:spLocks noGrp="1"/>
          </p:cNvSpPr>
          <p:nvPr>
            <p:ph type="dt" sz="half" idx="10"/>
          </p:nvPr>
        </p:nvSpPr>
        <p:spPr>
          <a:xfrm>
            <a:off x="8204049" y="4947952"/>
            <a:ext cx="65" cy="115416"/>
          </a:xfrm>
        </p:spPr>
        <p:txBody>
          <a:bodyPr/>
          <a:lstStyle/>
          <a:p>
            <a:endParaRPr lang="en-GB">
              <a:solidFill>
                <a:srgbClr val="FFFFFF">
                  <a:lumMod val="50000"/>
                </a:srgbClr>
              </a:solidFill>
            </a:endParaRPr>
          </a:p>
        </p:txBody>
      </p:sp>
      <p:sp>
        <p:nvSpPr>
          <p:cNvPr id="11" name="Fußzeilenplatzhalter 10"/>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12" name="Foliennummernplatzhalter 11"/>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3" name="Grafik 12"/>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364443" y="4934220"/>
            <a:ext cx="630270" cy="142883"/>
          </a:xfrm>
          <a:prstGeom prst="rect">
            <a:avLst/>
          </a:prstGeom>
        </p:spPr>
      </p:pic>
    </p:spTree>
    <p:extLst>
      <p:ext uri="{BB962C8B-B14F-4D97-AF65-F5344CB8AC3E}">
        <p14:creationId xmlns:p14="http://schemas.microsoft.com/office/powerpoint/2010/main" val="336861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r>
              <a:rPr lang="en-GB"/>
              <a:t>BI 1015550 PDE4Bi  I-TALC, Dec 13, 2022</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008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2"/>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7"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r>
              <a:rPr lang="en-GB"/>
              <a:t>BI 1015550 PDE4Bi  I-TALC, Dec 13, 2022</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236328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GB" noProof="0"/>
              <a:t>BI 1015550 PDE4Bi  I-TALC, Dec 13, 2022</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011799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GB" noProof="0"/>
              <a:t>BI 1015550 PDE4Bi  I-TALC, Dec 13, 2022</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384807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a:extLst>
              <a:ext uri="{FF2B5EF4-FFF2-40B4-BE49-F238E27FC236}">
                <a16:creationId xmlns:a16="http://schemas.microsoft.com/office/drawing/2014/main" id="{0D4FF9E8-9CC6-4043-81D8-BA954E61518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a:extLst>
              <a:ext uri="{FF2B5EF4-FFF2-40B4-BE49-F238E27FC236}">
                <a16:creationId xmlns:a16="http://schemas.microsoft.com/office/drawing/2014/main" id="{CBC30C3E-2ABF-4DD2-A35A-BE87542E2A0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a:extLst>
              <a:ext uri="{FF2B5EF4-FFF2-40B4-BE49-F238E27FC236}">
                <a16:creationId xmlns:a16="http://schemas.microsoft.com/office/drawing/2014/main" id="{7C0E606B-D221-4CE3-B365-CF190A88561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p:blipFill>
        <p:spPr>
          <a:xfrm>
            <a:off x="0" y="2264569"/>
            <a:ext cx="2914650" cy="2878932"/>
          </a:xfrm>
          <a:prstGeom prst="rect">
            <a:avLst/>
          </a:prstGeom>
        </p:spPr>
      </p:pic>
    </p:spTree>
    <p:extLst>
      <p:ext uri="{BB962C8B-B14F-4D97-AF65-F5344CB8AC3E}">
        <p14:creationId xmlns:p14="http://schemas.microsoft.com/office/powerpoint/2010/main" val="3809635084"/>
      </p:ext>
    </p:extLst>
  </p:cSld>
  <p:clrMapOvr>
    <a:masterClrMapping/>
  </p:clrMapOvr>
  <p:transition spd="slow">
    <p:wip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90549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80950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627791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6274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85281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671634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11/09/2024</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437629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11/09/2024</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0745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492747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11/09/2024</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592461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11/09/2024</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5"/>
            <a:ext cx="506566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18727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623043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11/09/2024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264994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11/09/2024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63527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11/09/2024</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17363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11/09/2024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42969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11/09/2024</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312096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11/09/2024</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48294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830695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878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8709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223780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41303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20128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84038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181839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490447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7666705" y="4910732"/>
            <a:ext cx="537407" cy="153841"/>
          </a:xfrm>
        </p:spPr>
        <p:txBody>
          <a:bodyPr/>
          <a:lstStyle/>
          <a:p>
            <a:fld id="{C16525B2-4347-4F72-BAF7-76B19438D329}" type="datetimeFigureOut">
              <a:rPr lang="en-US" smtClean="0"/>
              <a:t>9/11/2024</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1286517651"/>
      </p:ext>
    </p:extLst>
  </p:cSld>
  <p:clrMapOvr>
    <a:masterClrMapping/>
  </p:clrMapOv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a:t>
            </a:r>
          </a:p>
        </p:txBody>
      </p:sp>
      <p:sp>
        <p:nvSpPr>
          <p:cNvPr id="6" name="Slide Number Placeholder 5"/>
          <p:cNvSpPr>
            <a:spLocks noGrp="1"/>
          </p:cNvSpPr>
          <p:nvPr>
            <p:ph type="sldNum" sz="quarter" idx="14"/>
          </p:nvPr>
        </p:nvSpPr>
        <p:spPr/>
        <p:txBody>
          <a:bodyPr/>
          <a:lstStyle/>
          <a:p>
            <a:fld id="{4AD7133C-5F9C-4F7F-9637-3E296898A784}" type="slidenum">
              <a:rPr lang="en-GB" smtClean="0"/>
              <a:pPr/>
              <a:t>‹#›</a:t>
            </a:fld>
            <a:endParaRPr lang="en-GB"/>
          </a:p>
        </p:txBody>
      </p:sp>
      <p:sp>
        <p:nvSpPr>
          <p:cNvPr id="5" name="Footer Placeholder 4"/>
          <p:cNvSpPr>
            <a:spLocks noGrp="1"/>
          </p:cNvSpPr>
          <p:nvPr>
            <p:ph type="ftr" sz="quarter" idx="15"/>
          </p:nvPr>
        </p:nvSpPr>
        <p:spPr/>
        <p:txBody>
          <a:bodyPr/>
          <a:lstStyle/>
          <a:p>
            <a:endParaRPr lang="en-GB"/>
          </a:p>
        </p:txBody>
      </p:sp>
      <p:sp>
        <p:nvSpPr>
          <p:cNvPr id="7" name="Content Placeholder 6"/>
          <p:cNvSpPr>
            <a:spLocks noGrp="1"/>
          </p:cNvSpPr>
          <p:nvPr>
            <p:ph sz="quarter" idx="16" hasCustomPrompt="1"/>
          </p:nvPr>
        </p:nvSpPr>
        <p:spPr>
          <a:xfrm>
            <a:off x="252000" y="1004400"/>
            <a:ext cx="8640000" cy="325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p:txBody>
      </p:sp>
    </p:spTree>
    <p:extLst>
      <p:ext uri="{BB962C8B-B14F-4D97-AF65-F5344CB8AC3E}">
        <p14:creationId xmlns:p14="http://schemas.microsoft.com/office/powerpoint/2010/main" val="376599993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3696906954"/>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339602276"/>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927722475"/>
      </p:ext>
    </p:extLst>
  </p:cSld>
  <p:clrMapOvr>
    <a:masterClrMapping/>
  </p:clrMapOvr>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188537522"/>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62111948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909600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57508827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07673727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97311257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1552806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22710734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3705394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25650527"/>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193721190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1743126721"/>
      </p:ext>
    </p:extLst>
  </p:cSld>
  <p:clrMapOvr>
    <a:masterClrMapping/>
  </p:clrMapOvr>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22963365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95303227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95915430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72459332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76864651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68300791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8025722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0295314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64256640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9862799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378879013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12295765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140952984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14335659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42233648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2604724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864454576"/>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2483902565"/>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type="obj">
  <p:cSld name="Title and Content - White 1 - GR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80B6-A6A4-414D-BD67-C6EE6501F6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CFBB3F-51AD-498F-8D23-7F41896CB8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4" name="Picture 13" descr="A picture containing text&#10;&#10;Description automatically generated">
            <a:extLst>
              <a:ext uri="{FF2B5EF4-FFF2-40B4-BE49-F238E27FC236}">
                <a16:creationId xmlns:a16="http://schemas.microsoft.com/office/drawing/2014/main" id="{AFA1BE12-1684-4D4F-8F49-55074E0E567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018794" y="4715336"/>
            <a:ext cx="966722" cy="288861"/>
          </a:xfrm>
          <a:prstGeom prst="rect">
            <a:avLst/>
          </a:prstGeom>
        </p:spPr>
      </p:pic>
      <p:pic>
        <p:nvPicPr>
          <p:cNvPr id="7" name="Picture 15" descr="A picture containing logo&#10;&#10;Description automatically generated">
            <a:extLst>
              <a:ext uri="{FF2B5EF4-FFF2-40B4-BE49-F238E27FC236}">
                <a16:creationId xmlns:a16="http://schemas.microsoft.com/office/drawing/2014/main" id="{0D4FF9E8-9CC6-4043-81D8-BA954E61518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8112216" y="113359"/>
            <a:ext cx="639355" cy="458141"/>
          </a:xfrm>
          <a:prstGeom prst="rect">
            <a:avLst/>
          </a:prstGeom>
        </p:spPr>
      </p:pic>
      <p:pic>
        <p:nvPicPr>
          <p:cNvPr id="9" name="Grafik 8" descr="Ein Bild, das Text, ClipArt enthält.&#10;&#10;Automatisch generierte Beschreibung">
            <a:extLst>
              <a:ext uri="{FF2B5EF4-FFF2-40B4-BE49-F238E27FC236}">
                <a16:creationId xmlns:a16="http://schemas.microsoft.com/office/drawing/2014/main" id="{CBC30C3E-2ABF-4DD2-A35A-BE87542E2A0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6497" y="692726"/>
            <a:ext cx="933926" cy="256484"/>
          </a:xfrm>
          <a:prstGeom prst="rect">
            <a:avLst/>
          </a:prstGeom>
        </p:spPr>
      </p:pic>
      <p:pic>
        <p:nvPicPr>
          <p:cNvPr id="10" name="Picture 7">
            <a:extLst>
              <a:ext uri="{FF2B5EF4-FFF2-40B4-BE49-F238E27FC236}">
                <a16:creationId xmlns:a16="http://schemas.microsoft.com/office/drawing/2014/main" id="{7C0E606B-D221-4CE3-B365-CF190A885613}"/>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7020" t="41333" r="61105" b="2710"/>
          <a:stretch/>
        </p:blipFill>
        <p:spPr>
          <a:xfrm>
            <a:off x="0" y="2264569"/>
            <a:ext cx="2914650" cy="2878932"/>
          </a:xfrm>
          <a:prstGeom prst="rect">
            <a:avLst/>
          </a:prstGeom>
        </p:spPr>
      </p:pic>
    </p:spTree>
    <p:extLst>
      <p:ext uri="{BB962C8B-B14F-4D97-AF65-F5344CB8AC3E}">
        <p14:creationId xmlns:p14="http://schemas.microsoft.com/office/powerpoint/2010/main" val="807160658"/>
      </p:ext>
    </p:extLst>
  </p:cSld>
  <p:clrMapOvr>
    <a:masterClrMapping/>
  </p:clrMapOvr>
  <p:transition spd="slow">
    <p:wip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3_Content A">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9"/>
            <a:ext cx="7971540" cy="3322442"/>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10" y="450440"/>
            <a:ext cx="6993641" cy="434468"/>
          </a:xfrm>
        </p:spPr>
        <p:txBody>
          <a:bodyPr anchor="t">
            <a:noAutofit/>
          </a:bodyPr>
          <a:lstStyle>
            <a:lvl1pPr>
              <a:lnSpc>
                <a:spcPct val="100000"/>
              </a:lnSpc>
              <a:spcBef>
                <a:spcPts val="0"/>
              </a:spcBef>
              <a:defRPr sz="2251" b="1" spc="0">
                <a:solidFill>
                  <a:schemeClr val="tx1"/>
                </a:solidFill>
              </a:defRPr>
            </a:lvl1pPr>
            <a:lvl2pPr marL="342889" indent="0">
              <a:buNone/>
              <a:defRPr/>
            </a:lvl2pPr>
          </a:lstStyle>
          <a:p>
            <a:pPr lvl="0"/>
            <a:r>
              <a:rPr lang="en-US"/>
              <a:t>CLICK TO ADD TITLE</a:t>
            </a:r>
          </a:p>
        </p:txBody>
      </p:sp>
      <p:grpSp>
        <p:nvGrpSpPr>
          <p:cNvPr id="2" name="Group 1">
            <a:extLst>
              <a:ext uri="{FF2B5EF4-FFF2-40B4-BE49-F238E27FC236}">
                <a16:creationId xmlns:a16="http://schemas.microsoft.com/office/drawing/2014/main" id="{C489B624-AB5A-BF49-B581-5186A9A53F6A}"/>
              </a:ext>
            </a:extLst>
          </p:cNvPr>
          <p:cNvGrpSpPr/>
          <p:nvPr userDrawn="1"/>
        </p:nvGrpSpPr>
        <p:grpSpPr>
          <a:xfrm>
            <a:off x="8118610" y="172131"/>
            <a:ext cx="761435" cy="1035175"/>
            <a:chOff x="10824812" y="229506"/>
            <a:chExt cx="1015247" cy="1380233"/>
          </a:xfrm>
        </p:grpSpPr>
        <p:sp>
          <p:nvSpPr>
            <p:cNvPr id="9" name="Triangle 8">
              <a:extLst>
                <a:ext uri="{FF2B5EF4-FFF2-40B4-BE49-F238E27FC236}">
                  <a16:creationId xmlns:a16="http://schemas.microsoft.com/office/drawing/2014/main" id="{0DB58712-AA08-AC42-9145-E6E2AE34EC26}"/>
                </a:ext>
              </a:extLst>
            </p:cNvPr>
            <p:cNvSpPr/>
            <p:nvPr userDrawn="1"/>
          </p:nvSpPr>
          <p:spPr>
            <a:xfrm rot="5400000">
              <a:off x="10743591" y="449632"/>
              <a:ext cx="1177689" cy="1015247"/>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1"/>
            </a:p>
          </p:txBody>
        </p:sp>
        <p:grpSp>
          <p:nvGrpSpPr>
            <p:cNvPr id="22" name="Group 21">
              <a:extLst>
                <a:ext uri="{FF2B5EF4-FFF2-40B4-BE49-F238E27FC236}">
                  <a16:creationId xmlns:a16="http://schemas.microsoft.com/office/drawing/2014/main" id="{DE9F6445-3C90-8947-B31F-0CB1EF3573BE}"/>
                </a:ext>
              </a:extLst>
            </p:cNvPr>
            <p:cNvGrpSpPr/>
            <p:nvPr userDrawn="1"/>
          </p:nvGrpSpPr>
          <p:grpSpPr>
            <a:xfrm>
              <a:off x="11182866" y="229506"/>
              <a:ext cx="544659" cy="1380233"/>
              <a:chOff x="11182866" y="229506"/>
              <a:chExt cx="544659" cy="1380233"/>
            </a:xfrm>
          </p:grpSpPr>
          <p:sp>
            <p:nvSpPr>
              <p:cNvPr id="24" name="Triangle 23">
                <a:extLst>
                  <a:ext uri="{FF2B5EF4-FFF2-40B4-BE49-F238E27FC236}">
                    <a16:creationId xmlns:a16="http://schemas.microsoft.com/office/drawing/2014/main" id="{A9C5F8F9-5FA3-3544-91C4-70C8675A0057}"/>
                  </a:ext>
                </a:extLst>
              </p:cNvPr>
              <p:cNvSpPr/>
              <p:nvPr/>
            </p:nvSpPr>
            <p:spPr>
              <a:xfrm rot="16200000">
                <a:off x="11201860" y="284910"/>
                <a:ext cx="581070" cy="47026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1"/>
              </a:p>
            </p:txBody>
          </p:sp>
          <p:sp>
            <p:nvSpPr>
              <p:cNvPr id="25" name="Triangle 24">
                <a:extLst>
                  <a:ext uri="{FF2B5EF4-FFF2-40B4-BE49-F238E27FC236}">
                    <a16:creationId xmlns:a16="http://schemas.microsoft.com/office/drawing/2014/main" id="{69546E45-236E-804B-90B4-10993DE28CED}"/>
                  </a:ext>
                </a:extLst>
              </p:cNvPr>
              <p:cNvSpPr/>
              <p:nvPr/>
            </p:nvSpPr>
            <p:spPr>
              <a:xfrm rot="5400000">
                <a:off x="11145245" y="1101860"/>
                <a:ext cx="545500" cy="470258"/>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1"/>
              </a:p>
            </p:txBody>
          </p:sp>
          <p:sp>
            <p:nvSpPr>
              <p:cNvPr id="26" name="Triangle 25">
                <a:extLst>
                  <a:ext uri="{FF2B5EF4-FFF2-40B4-BE49-F238E27FC236}">
                    <a16:creationId xmlns:a16="http://schemas.microsoft.com/office/drawing/2014/main" id="{F8C03A60-EB58-A54F-B1BC-C4B92700185C}"/>
                  </a:ext>
                </a:extLst>
              </p:cNvPr>
              <p:cNvSpPr/>
              <p:nvPr/>
            </p:nvSpPr>
            <p:spPr>
              <a:xfrm rot="5400000">
                <a:off x="11472182" y="1168029"/>
                <a:ext cx="160421" cy="138293"/>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1"/>
              </a:p>
            </p:txBody>
          </p:sp>
        </p:grpSp>
      </p:grpSp>
      <p:sp>
        <p:nvSpPr>
          <p:cNvPr id="16" name="Text Placeholder 18">
            <a:extLst>
              <a:ext uri="{FF2B5EF4-FFF2-40B4-BE49-F238E27FC236}">
                <a16:creationId xmlns:a16="http://schemas.microsoft.com/office/drawing/2014/main" id="{308E4774-5B76-2340-A845-C32FC9D4DF21}"/>
              </a:ext>
            </a:extLst>
          </p:cNvPr>
          <p:cNvSpPr>
            <a:spLocks noGrp="1"/>
          </p:cNvSpPr>
          <p:nvPr>
            <p:ph type="body" sz="quarter" idx="14" hasCustomPrompt="1"/>
          </p:nvPr>
        </p:nvSpPr>
        <p:spPr>
          <a:xfrm>
            <a:off x="785109" y="4553007"/>
            <a:ext cx="7971540" cy="365005"/>
          </a:xfrm>
        </p:spPr>
        <p:txBody>
          <a:bodyPr anchor="t">
            <a:noAutofit/>
          </a:bodyPr>
          <a:lstStyle>
            <a:lvl1pPr>
              <a:lnSpc>
                <a:spcPct val="100000"/>
              </a:lnSpc>
              <a:spcBef>
                <a:spcPts val="0"/>
              </a:spcBef>
              <a:defRPr sz="675" b="0" spc="0">
                <a:solidFill>
                  <a:schemeClr val="accent6"/>
                </a:solidFill>
              </a:defRPr>
            </a:lvl1pPr>
            <a:lvl2pPr marL="342889" indent="0">
              <a:buNone/>
              <a:defRPr/>
            </a:lvl2pPr>
          </a:lstStyle>
          <a:p>
            <a:pPr lvl="0"/>
            <a:r>
              <a:rPr lang="en-US"/>
              <a:t>Click to add footnote</a:t>
            </a:r>
          </a:p>
        </p:txBody>
      </p:sp>
    </p:spTree>
    <p:extLst>
      <p:ext uri="{BB962C8B-B14F-4D97-AF65-F5344CB8AC3E}">
        <p14:creationId xmlns:p14="http://schemas.microsoft.com/office/powerpoint/2010/main" val="75980479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userDrawn="1">
  <p:cSld name="1_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11/09/2024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20064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OUR FOCUS | ONLY FOR INTERNAL USE</a:t>
            </a:r>
          </a:p>
        </p:txBody>
      </p:sp>
      <p:pic>
        <p:nvPicPr>
          <p:cNvPr id="7" name="Graphic 6">
            <a:extLst>
              <a:ext uri="{FF2B5EF4-FFF2-40B4-BE49-F238E27FC236}">
                <a16:creationId xmlns:a16="http://schemas.microsoft.com/office/drawing/2014/main" id="{F83C9F7B-43D1-DD7F-8137-0164F7AD1B4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42547" y="487142"/>
            <a:ext cx="1211331" cy="179456"/>
          </a:xfrm>
          <a:prstGeom prst="rect">
            <a:avLst/>
          </a:prstGeom>
        </p:spPr>
      </p:pic>
    </p:spTree>
    <p:extLst>
      <p:ext uri="{BB962C8B-B14F-4D97-AF65-F5344CB8AC3E}">
        <p14:creationId xmlns:p14="http://schemas.microsoft.com/office/powerpoint/2010/main" val="1998063048"/>
      </p:ext>
    </p:extLst>
  </p:cSld>
  <p:clrMapOvr>
    <a:masterClrMapping/>
  </p:clrMapOvr>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OUR FOCUS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pic>
        <p:nvPicPr>
          <p:cNvPr id="12" name="Picture 11" descr="A white letter on a black background&#10;&#10;Description automatically generated">
            <a:extLst>
              <a:ext uri="{FF2B5EF4-FFF2-40B4-BE49-F238E27FC236}">
                <a16:creationId xmlns:a16="http://schemas.microsoft.com/office/drawing/2014/main" id="{7AFF9B2B-842C-41C5-8A4B-79673F74CC75}"/>
              </a:ext>
            </a:extLst>
          </p:cNvPr>
          <p:cNvPicPr>
            <a:picLocks noChangeAspect="1"/>
          </p:cNvPicPr>
          <p:nvPr userDrawn="1"/>
        </p:nvPicPr>
        <p:blipFill>
          <a:blip r:embed="rId5"/>
          <a:stretch>
            <a:fillRect/>
          </a:stretch>
        </p:blipFill>
        <p:spPr>
          <a:xfrm>
            <a:off x="7434318" y="487052"/>
            <a:ext cx="1219560" cy="179546"/>
          </a:xfrm>
          <a:prstGeom prst="rect">
            <a:avLst/>
          </a:prstGeom>
        </p:spPr>
      </p:pic>
    </p:spTree>
    <p:extLst>
      <p:ext uri="{BB962C8B-B14F-4D97-AF65-F5344CB8AC3E}">
        <p14:creationId xmlns:p14="http://schemas.microsoft.com/office/powerpoint/2010/main" val="374602475"/>
      </p:ext>
    </p:extLst>
  </p:cSld>
  <p:clrMapOvr>
    <a:masterClrMapping/>
  </p:clrMapOvr>
  <p:extLst>
    <p:ext uri="{DCECCB84-F9BA-43D5-87BE-67443E8EF086}">
      <p15:sldGuideLst xmlns:p15="http://schemas.microsoft.com/office/powerpoint/2012/main"/>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OUR FOCUS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pic>
        <p:nvPicPr>
          <p:cNvPr id="13" name="Picture 12" descr="A white letter on a black background&#10;&#10;Description automatically generated">
            <a:extLst>
              <a:ext uri="{FF2B5EF4-FFF2-40B4-BE49-F238E27FC236}">
                <a16:creationId xmlns:a16="http://schemas.microsoft.com/office/drawing/2014/main" id="{C50E5470-7CCD-AE8F-3796-356BA5802E2B}"/>
              </a:ext>
            </a:extLst>
          </p:cNvPr>
          <p:cNvPicPr>
            <a:picLocks noChangeAspect="1"/>
          </p:cNvPicPr>
          <p:nvPr userDrawn="1"/>
        </p:nvPicPr>
        <p:blipFill>
          <a:blip r:embed="rId5"/>
          <a:stretch>
            <a:fillRect/>
          </a:stretch>
        </p:blipFill>
        <p:spPr>
          <a:xfrm>
            <a:off x="7434318" y="487052"/>
            <a:ext cx="1219560" cy="179546"/>
          </a:xfrm>
          <a:prstGeom prst="rect">
            <a:avLst/>
          </a:prstGeom>
        </p:spPr>
      </p:pic>
    </p:spTree>
    <p:extLst>
      <p:ext uri="{BB962C8B-B14F-4D97-AF65-F5344CB8AC3E}">
        <p14:creationId xmlns:p14="http://schemas.microsoft.com/office/powerpoint/2010/main" val="562726807"/>
      </p:ext>
    </p:extLst>
  </p:cSld>
  <p:clrMapOvr>
    <a:masterClrMapping/>
  </p:clrMapOvr>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OUR FOCUS | ONLY FOR INTERNAL USE</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pic>
        <p:nvPicPr>
          <p:cNvPr id="16" name="Picture 15" descr="A white letter on a black background&#10;&#10;Description automatically generated">
            <a:extLst>
              <a:ext uri="{FF2B5EF4-FFF2-40B4-BE49-F238E27FC236}">
                <a16:creationId xmlns:a16="http://schemas.microsoft.com/office/drawing/2014/main" id="{A4B0E2CC-99F7-4658-F445-5A60087209D3}"/>
              </a:ext>
            </a:extLst>
          </p:cNvPr>
          <p:cNvPicPr>
            <a:picLocks noChangeAspect="1"/>
          </p:cNvPicPr>
          <p:nvPr userDrawn="1"/>
        </p:nvPicPr>
        <p:blipFill>
          <a:blip r:embed="rId5"/>
          <a:stretch>
            <a:fillRect/>
          </a:stretch>
        </p:blipFill>
        <p:spPr>
          <a:xfrm>
            <a:off x="7434318" y="487052"/>
            <a:ext cx="1219560" cy="179546"/>
          </a:xfrm>
          <a:prstGeom prst="rect">
            <a:avLst/>
          </a:prstGeom>
        </p:spPr>
      </p:pic>
    </p:spTree>
    <p:extLst>
      <p:ext uri="{BB962C8B-B14F-4D97-AF65-F5344CB8AC3E}">
        <p14:creationId xmlns:p14="http://schemas.microsoft.com/office/powerpoint/2010/main" val="317906081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OUR FOCUS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109038732"/>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OUR FOCUS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80784877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OUR FOCUS | ONLY FOR INTERNAL USE</a:t>
            </a:r>
          </a:p>
        </p:txBody>
      </p:sp>
    </p:spTree>
    <p:extLst>
      <p:ext uri="{BB962C8B-B14F-4D97-AF65-F5344CB8AC3E}">
        <p14:creationId xmlns:p14="http://schemas.microsoft.com/office/powerpoint/2010/main" val="247007998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OUR FOCUS | ONLY FOR INTERNAL USE</a:t>
            </a:r>
          </a:p>
        </p:txBody>
      </p:sp>
    </p:spTree>
    <p:extLst>
      <p:ext uri="{BB962C8B-B14F-4D97-AF65-F5344CB8AC3E}">
        <p14:creationId xmlns:p14="http://schemas.microsoft.com/office/powerpoint/2010/main" val="78836961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OUR FOCUS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62117932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331640" y="4677750"/>
            <a:ext cx="5724636" cy="162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2" name="Rectangle 1">
            <a:extLst>
              <a:ext uri="{FF2B5EF4-FFF2-40B4-BE49-F238E27FC236}">
                <a16:creationId xmlns:a16="http://schemas.microsoft.com/office/drawing/2014/main" id="{F4398795-C4D9-6C07-8835-C10D63FCCF2E}"/>
              </a:ext>
            </a:extLst>
          </p:cNvPr>
          <p:cNvSpPr/>
          <p:nvPr userDrawn="1"/>
        </p:nvSpPr>
        <p:spPr>
          <a:xfrm rot="16200000">
            <a:off x="4231224" y="-4231224"/>
            <a:ext cx="681552" cy="9144000"/>
          </a:xfrm>
          <a:prstGeom prst="rect">
            <a:avLst/>
          </a:prstGeom>
          <a:solidFill>
            <a:srgbClr val="0831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alibri"/>
              <a:ea typeface="+mn-ea"/>
              <a:cs typeface="+mn-cs"/>
            </a:endParaRPr>
          </a:p>
        </p:txBody>
      </p:sp>
      <p:pic>
        <p:nvPicPr>
          <p:cNvPr id="9" name="Picture 8" descr="A white oval with black background&#10;&#10;Description automatically generated">
            <a:extLst>
              <a:ext uri="{FF2B5EF4-FFF2-40B4-BE49-F238E27FC236}">
                <a16:creationId xmlns:a16="http://schemas.microsoft.com/office/drawing/2014/main" id="{73DE1C9C-4725-CF66-3A8D-59914D2072C8}"/>
              </a:ext>
            </a:extLst>
          </p:cNvPr>
          <p:cNvPicPr>
            <a:picLocks noChangeAspect="1"/>
          </p:cNvPicPr>
          <p:nvPr userDrawn="1"/>
        </p:nvPicPr>
        <p:blipFill rotWithShape="1">
          <a:blip r:embed="rId2"/>
          <a:srcRect t="41291" r="17356" b="-1"/>
          <a:stretch/>
        </p:blipFill>
        <p:spPr>
          <a:xfrm>
            <a:off x="7550152" y="0"/>
            <a:ext cx="1593848" cy="897564"/>
          </a:xfrm>
          <a:prstGeom prst="rect">
            <a:avLst/>
          </a:prstGeom>
        </p:spPr>
      </p:pic>
    </p:spTree>
    <p:extLst>
      <p:ext uri="{BB962C8B-B14F-4D97-AF65-F5344CB8AC3E}">
        <p14:creationId xmlns:p14="http://schemas.microsoft.com/office/powerpoint/2010/main" val="113139856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_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331640" y="4677750"/>
            <a:ext cx="5724636" cy="162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2" name="Rectangle 1">
            <a:extLst>
              <a:ext uri="{FF2B5EF4-FFF2-40B4-BE49-F238E27FC236}">
                <a16:creationId xmlns:a16="http://schemas.microsoft.com/office/drawing/2014/main" id="{F4398795-C4D9-6C07-8835-C10D63FCCF2E}"/>
              </a:ext>
            </a:extLst>
          </p:cNvPr>
          <p:cNvSpPr/>
          <p:nvPr userDrawn="1"/>
        </p:nvSpPr>
        <p:spPr>
          <a:xfrm rot="16200000">
            <a:off x="4231224" y="-4231224"/>
            <a:ext cx="681552" cy="9144000"/>
          </a:xfrm>
          <a:prstGeom prst="rect">
            <a:avLst/>
          </a:prstGeom>
          <a:solidFill>
            <a:srgbClr val="0831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alibri"/>
              <a:ea typeface="+mn-ea"/>
              <a:cs typeface="+mn-cs"/>
            </a:endParaRPr>
          </a:p>
        </p:txBody>
      </p:sp>
      <p:sp>
        <p:nvSpPr>
          <p:cNvPr id="6" name="Oval 5">
            <a:extLst>
              <a:ext uri="{FF2B5EF4-FFF2-40B4-BE49-F238E27FC236}">
                <a16:creationId xmlns:a16="http://schemas.microsoft.com/office/drawing/2014/main" id="{010AD1B0-2E42-B142-F6D9-D7C89E8C4F03}"/>
              </a:ext>
            </a:extLst>
          </p:cNvPr>
          <p:cNvSpPr/>
          <p:nvPr userDrawn="1"/>
        </p:nvSpPr>
        <p:spPr bwMode="gray">
          <a:xfrm>
            <a:off x="2465766" y="-324094"/>
            <a:ext cx="1782198" cy="1059658"/>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200">
              <a:solidFill>
                <a:schemeClr val="tx1"/>
              </a:solidFill>
            </a:endParaRPr>
          </a:p>
        </p:txBody>
      </p:sp>
    </p:spTree>
    <p:extLst>
      <p:ext uri="{BB962C8B-B14F-4D97-AF65-F5344CB8AC3E}">
        <p14:creationId xmlns:p14="http://schemas.microsoft.com/office/powerpoint/2010/main" val="342899948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331640" y="4677750"/>
            <a:ext cx="5724636" cy="162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6" name="Titel 1">
            <a:extLst>
              <a:ext uri="{FF2B5EF4-FFF2-40B4-BE49-F238E27FC236}">
                <a16:creationId xmlns:a16="http://schemas.microsoft.com/office/drawing/2014/main" id="{07D04C70-C130-5D99-6FF7-9E701F6E13B0}"/>
              </a:ext>
            </a:extLst>
          </p:cNvPr>
          <p:cNvSpPr>
            <a:spLocks noGrp="1"/>
          </p:cNvSpPr>
          <p:nvPr>
            <p:ph type="title" hasCustomPrompt="1"/>
          </p:nvPr>
        </p:nvSpPr>
        <p:spPr bwMode="gray">
          <a:xfrm>
            <a:off x="359569" y="87474"/>
            <a:ext cx="8424863" cy="269713"/>
          </a:xfrm>
        </p:spPr>
        <p:txBody>
          <a:bodyPr/>
          <a:lstStyle>
            <a:lvl1pPr>
              <a:defRPr/>
            </a:lvl1pPr>
          </a:lstStyle>
          <a:p>
            <a:r>
              <a:rPr lang="en-US"/>
              <a:t>Add agenda title</a:t>
            </a:r>
          </a:p>
        </p:txBody>
      </p:sp>
      <p:cxnSp>
        <p:nvCxnSpPr>
          <p:cNvPr id="10" name="Straight Connector 9">
            <a:extLst>
              <a:ext uri="{FF2B5EF4-FFF2-40B4-BE49-F238E27FC236}">
                <a16:creationId xmlns:a16="http://schemas.microsoft.com/office/drawing/2014/main" id="{C0DD3949-B3EC-12D1-B177-399C832B2BD2}"/>
              </a:ext>
            </a:extLst>
          </p:cNvPr>
          <p:cNvCxnSpPr/>
          <p:nvPr userDrawn="1"/>
        </p:nvCxnSpPr>
        <p:spPr bwMode="gray">
          <a:xfrm>
            <a:off x="0" y="627534"/>
            <a:ext cx="9144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430123"/>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OUR FOCUS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51220590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OUR FOCUS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347573360"/>
      </p:ext>
    </p:extLst>
  </p:cSld>
  <p:clrMapOvr>
    <a:masterClrMapping/>
  </p:clrMapOvr>
  <p:extLst>
    <p:ext uri="{DCECCB84-F9BA-43D5-87BE-67443E8EF086}">
      <p15:sldGuideLst xmlns:p15="http://schemas.microsoft.com/office/powerpoint/2012/main"/>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p:txBody>
          <a:bodyPr/>
          <a:lstStyle/>
          <a:p>
            <a:r>
              <a:rPr lang="en-US"/>
              <a:t>OUR FOCUS | ONLY FOR INTERNAL USE</a:t>
            </a:r>
          </a:p>
        </p:txBody>
      </p:sp>
    </p:spTree>
    <p:extLst>
      <p:ext uri="{BB962C8B-B14F-4D97-AF65-F5344CB8AC3E}">
        <p14:creationId xmlns:p14="http://schemas.microsoft.com/office/powerpoint/2010/main" val="338891851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OUR FOCUS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932608891"/>
      </p:ext>
    </p:extLst>
  </p:cSld>
  <p:clrMapOvr>
    <a:masterClrMapping/>
  </p:clrMapOvr>
  <p:extLst>
    <p:ext uri="{DCECCB84-F9BA-43D5-87BE-67443E8EF086}">
      <p15:sldGuideLst xmlns:p15="http://schemas.microsoft.com/office/powerpoint/2012/main"/>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p:txBody>
          <a:bodyPr/>
          <a:lstStyle>
            <a:lvl1pPr>
              <a:defRPr>
                <a:solidFill>
                  <a:schemeClr val="bg1"/>
                </a:solidFill>
              </a:defRPr>
            </a:lvl1pPr>
          </a:lstStyle>
          <a:p>
            <a:r>
              <a:rPr lang="en-US"/>
              <a:t>OUR FOCUS | ONLY FOR INTERNAL USE</a:t>
            </a:r>
          </a:p>
        </p:txBody>
      </p:sp>
    </p:spTree>
    <p:extLst>
      <p:ext uri="{BB962C8B-B14F-4D97-AF65-F5344CB8AC3E}">
        <p14:creationId xmlns:p14="http://schemas.microsoft.com/office/powerpoint/2010/main" val="332918959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OUR FOCUS | ONLY FOR INTERNAL USE</a:t>
            </a:r>
          </a:p>
        </p:txBody>
      </p:sp>
    </p:spTree>
    <p:extLst>
      <p:ext uri="{BB962C8B-B14F-4D97-AF65-F5344CB8AC3E}">
        <p14:creationId xmlns:p14="http://schemas.microsoft.com/office/powerpoint/2010/main" val="334369244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OUR FOCUS | ONLY FOR INTERNAL USE</a:t>
            </a:r>
          </a:p>
        </p:txBody>
      </p:sp>
    </p:spTree>
    <p:extLst>
      <p:ext uri="{BB962C8B-B14F-4D97-AF65-F5344CB8AC3E}">
        <p14:creationId xmlns:p14="http://schemas.microsoft.com/office/powerpoint/2010/main" val="112991259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OUR FOCUS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1764646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OUR FOCUS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4039285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OUR FOCUS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5856588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OUR FOCUS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15610901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OUR FOCUS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78259105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OUR FOCUS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9709512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OUR FOCUS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10141599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OUR FOCUS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94950227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OUR FOCUS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82997835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OUR FOCUS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60228140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OUR FOCUS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2009611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OUR FOCUS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6708495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OUR FOCUS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65636086"/>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OUR FOCUS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46663197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OUR FOCUS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2789247216"/>
      </p:ext>
    </p:extLst>
  </p:cSld>
  <p:clrMapOvr>
    <a:masterClrMapping/>
  </p:clrMapOvr>
  <p:extLst>
    <p:ext uri="{DCECCB84-F9BA-43D5-87BE-67443E8EF086}">
      <p15:sldGuideLst xmlns:p15="http://schemas.microsoft.com/office/powerpoint/2012/main"/>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3990237638"/>
      </p:ext>
    </p:extLst>
  </p:cSld>
  <p:clrMapOvr>
    <a:masterClrMapping/>
  </p:clrMapOvr>
  <p:extLst>
    <p:ext uri="{DCECCB84-F9BA-43D5-87BE-67443E8EF086}">
      <p15:sldGuideLst xmlns:p15="http://schemas.microsoft.com/office/powerpoint/2012/main"/>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981845625"/>
      </p:ext>
    </p:extLst>
  </p:cSld>
  <p:clrMapOvr>
    <a:masterClrMapping/>
  </p:clrMapOvr>
  <p:extLst>
    <p:ext uri="{DCECCB84-F9BA-43D5-87BE-67443E8EF086}">
      <p15:sldGuideLst xmlns:p15="http://schemas.microsoft.com/office/powerpoint/2012/main"/>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05014815"/>
      </p:ext>
    </p:extLst>
  </p:cSld>
  <p:clrMapOvr>
    <a:masterClrMapping/>
  </p:clrMapOvr>
  <p:extLst>
    <p:ext uri="{DCECCB84-F9BA-43D5-87BE-67443E8EF086}">
      <p15:sldGuideLst xmlns:p15="http://schemas.microsoft.com/office/powerpoint/2012/main"/>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52820281"/>
      </p:ext>
    </p:extLst>
  </p:cSld>
  <p:clrMapOvr>
    <a:masterClrMapping/>
  </p:clrMapOvr>
  <p:extLst>
    <p:ext uri="{DCECCB84-F9BA-43D5-87BE-67443E8EF086}">
      <p15:sldGuideLst xmlns:p15="http://schemas.microsoft.com/office/powerpoint/2012/main"/>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83865807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50023452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39127106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70989256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89523032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800110479"/>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7074679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559711804"/>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92539354"/>
      </p:ext>
    </p:extLst>
  </p:cSld>
  <p:clrMapOvr>
    <a:masterClrMapping/>
  </p:clrMapOvr>
  <p:extLst>
    <p:ext uri="{DCECCB84-F9BA-43D5-87BE-67443E8EF086}">
      <p15:sldGuideLst xmlns:p15="http://schemas.microsoft.com/office/powerpoint/2012/main"/>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98996160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896824350"/>
      </p:ext>
    </p:extLst>
  </p:cSld>
  <p:clrMapOvr>
    <a:masterClrMapping/>
  </p:clrMapOvr>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35170159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31463619"/>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17623085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4149029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59265350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8412951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461620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01641350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554288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71702156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194007200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51411183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70952467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48892045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81152644"/>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86231705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22790505"/>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640825306"/>
      </p:ext>
    </p:extLst>
  </p:cSld>
  <p:clrMapOvr>
    <a:masterClrMapping/>
  </p:clrMapOvr>
  <p:extLst>
    <p:ext uri="{DCECCB84-F9BA-43D5-87BE-67443E8EF086}">
      <p15:sldGuideLst xmlns:p15="http://schemas.microsoft.com/office/powerpoint/2012/main"/>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331640" y="4677750"/>
            <a:ext cx="5724636" cy="162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6" name="Titel 1">
            <a:extLst>
              <a:ext uri="{FF2B5EF4-FFF2-40B4-BE49-F238E27FC236}">
                <a16:creationId xmlns:a16="http://schemas.microsoft.com/office/drawing/2014/main" id="{07D04C70-C130-5D99-6FF7-9E701F6E13B0}"/>
              </a:ext>
            </a:extLst>
          </p:cNvPr>
          <p:cNvSpPr>
            <a:spLocks noGrp="1"/>
          </p:cNvSpPr>
          <p:nvPr>
            <p:ph type="title" hasCustomPrompt="1"/>
          </p:nvPr>
        </p:nvSpPr>
        <p:spPr bwMode="gray">
          <a:xfrm>
            <a:off x="359569" y="87474"/>
            <a:ext cx="8424863" cy="269713"/>
          </a:xfrm>
        </p:spPr>
        <p:txBody>
          <a:bodyPr/>
          <a:lstStyle>
            <a:lvl1pPr>
              <a:defRPr/>
            </a:lvl1pPr>
          </a:lstStyle>
          <a:p>
            <a:r>
              <a:rPr lang="en-US"/>
              <a:t>Add agenda title</a:t>
            </a:r>
          </a:p>
        </p:txBody>
      </p:sp>
      <p:cxnSp>
        <p:nvCxnSpPr>
          <p:cNvPr id="10" name="Straight Connector 9">
            <a:extLst>
              <a:ext uri="{FF2B5EF4-FFF2-40B4-BE49-F238E27FC236}">
                <a16:creationId xmlns:a16="http://schemas.microsoft.com/office/drawing/2014/main" id="{C0DD3949-B3EC-12D1-B177-399C832B2BD2}"/>
              </a:ext>
            </a:extLst>
          </p:cNvPr>
          <p:cNvCxnSpPr/>
          <p:nvPr userDrawn="1"/>
        </p:nvCxnSpPr>
        <p:spPr bwMode="gray">
          <a:xfrm>
            <a:off x="0" y="627534"/>
            <a:ext cx="9144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0286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9" Type="http://schemas.openxmlformats.org/officeDocument/2006/relationships/image" Target="../media/image14.png"/><Relationship Id="rId21" Type="http://schemas.openxmlformats.org/officeDocument/2006/relationships/slideLayout" Target="../slideLayouts/slideLayout58.xml"/><Relationship Id="rId34" Type="http://schemas.openxmlformats.org/officeDocument/2006/relationships/slideLayout" Target="../slideLayouts/slideLayout71.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33" Type="http://schemas.openxmlformats.org/officeDocument/2006/relationships/slideLayout" Target="../slideLayouts/slideLayout70.xml"/><Relationship Id="rId38" Type="http://schemas.openxmlformats.org/officeDocument/2006/relationships/image" Target="../media/image2.svg"/><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32" Type="http://schemas.openxmlformats.org/officeDocument/2006/relationships/slideLayout" Target="../slideLayouts/slideLayout69.xml"/><Relationship Id="rId37" Type="http://schemas.openxmlformats.org/officeDocument/2006/relationships/image" Target="../media/image1.png"/><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36" Type="http://schemas.openxmlformats.org/officeDocument/2006/relationships/theme" Target="../theme/theme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31" Type="http://schemas.openxmlformats.org/officeDocument/2006/relationships/slideLayout" Target="../slideLayouts/slideLayout68.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slideLayout" Target="../slideLayouts/slideLayout67.xml"/><Relationship Id="rId35" Type="http://schemas.openxmlformats.org/officeDocument/2006/relationships/slideLayout" Target="../slideLayouts/slideLayout72.xml"/><Relationship Id="rId8" Type="http://schemas.openxmlformats.org/officeDocument/2006/relationships/slideLayout" Target="../slideLayouts/slideLayout45.xml"/><Relationship Id="rId3"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9" Type="http://schemas.openxmlformats.org/officeDocument/2006/relationships/slideLayout" Target="../slideLayouts/slideLayout111.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42" Type="http://schemas.openxmlformats.org/officeDocument/2006/relationships/image" Target="../media/image1.png"/><Relationship Id="rId7" Type="http://schemas.openxmlformats.org/officeDocument/2006/relationships/slideLayout" Target="../slideLayouts/slideLayout7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29" Type="http://schemas.openxmlformats.org/officeDocument/2006/relationships/slideLayout" Target="../slideLayouts/slideLayout101.xml"/><Relationship Id="rId41" Type="http://schemas.openxmlformats.org/officeDocument/2006/relationships/theme" Target="../theme/theme3.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31" Type="http://schemas.openxmlformats.org/officeDocument/2006/relationships/slideLayout" Target="../slideLayouts/slideLayout103.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image" Target="../media/image2.svg"/><Relationship Id="rId8" Type="http://schemas.openxmlformats.org/officeDocument/2006/relationships/slideLayout" Target="../slideLayouts/slideLayout80.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slideLayout" Target="../slideLayouts/slideLayout130.xml"/><Relationship Id="rId26" Type="http://schemas.openxmlformats.org/officeDocument/2006/relationships/slideLayout" Target="../slideLayouts/slideLayout138.xml"/><Relationship Id="rId3" Type="http://schemas.openxmlformats.org/officeDocument/2006/relationships/slideLayout" Target="../slideLayouts/slideLayout115.xml"/><Relationship Id="rId21" Type="http://schemas.openxmlformats.org/officeDocument/2006/relationships/slideLayout" Target="../slideLayouts/slideLayout133.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5" Type="http://schemas.openxmlformats.org/officeDocument/2006/relationships/slideLayout" Target="../slideLayouts/slideLayout137.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20" Type="http://schemas.openxmlformats.org/officeDocument/2006/relationships/slideLayout" Target="../slideLayouts/slideLayout132.xml"/><Relationship Id="rId29" Type="http://schemas.openxmlformats.org/officeDocument/2006/relationships/slideLayout" Target="../slideLayouts/slideLayout141.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24" Type="http://schemas.openxmlformats.org/officeDocument/2006/relationships/slideLayout" Target="../slideLayouts/slideLayout136.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23" Type="http://schemas.openxmlformats.org/officeDocument/2006/relationships/slideLayout" Target="../slideLayouts/slideLayout135.xml"/><Relationship Id="rId28" Type="http://schemas.openxmlformats.org/officeDocument/2006/relationships/slideLayout" Target="../slideLayouts/slideLayout140.xml"/><Relationship Id="rId10" Type="http://schemas.openxmlformats.org/officeDocument/2006/relationships/slideLayout" Target="../slideLayouts/slideLayout122.xml"/><Relationship Id="rId19" Type="http://schemas.openxmlformats.org/officeDocument/2006/relationships/slideLayout" Target="../slideLayouts/slideLayout131.xml"/><Relationship Id="rId31" Type="http://schemas.openxmlformats.org/officeDocument/2006/relationships/image" Target="../media/image26.png"/><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 Id="rId22" Type="http://schemas.openxmlformats.org/officeDocument/2006/relationships/slideLayout" Target="../slideLayouts/slideLayout134.xml"/><Relationship Id="rId27" Type="http://schemas.openxmlformats.org/officeDocument/2006/relationships/slideLayout" Target="../slideLayouts/slideLayout139.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54.xml"/><Relationship Id="rId18" Type="http://schemas.openxmlformats.org/officeDocument/2006/relationships/slideLayout" Target="../slideLayouts/slideLayout159.xml"/><Relationship Id="rId26" Type="http://schemas.openxmlformats.org/officeDocument/2006/relationships/slideLayout" Target="../slideLayouts/slideLayout167.xml"/><Relationship Id="rId39" Type="http://schemas.openxmlformats.org/officeDocument/2006/relationships/image" Target="../media/image2.svg"/><Relationship Id="rId21" Type="http://schemas.openxmlformats.org/officeDocument/2006/relationships/slideLayout" Target="../slideLayouts/slideLayout162.xml"/><Relationship Id="rId34" Type="http://schemas.openxmlformats.org/officeDocument/2006/relationships/slideLayout" Target="../slideLayouts/slideLayout175.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17" Type="http://schemas.openxmlformats.org/officeDocument/2006/relationships/slideLayout" Target="../slideLayouts/slideLayout158.xml"/><Relationship Id="rId25" Type="http://schemas.openxmlformats.org/officeDocument/2006/relationships/slideLayout" Target="../slideLayouts/slideLayout166.xml"/><Relationship Id="rId33" Type="http://schemas.openxmlformats.org/officeDocument/2006/relationships/slideLayout" Target="../slideLayouts/slideLayout174.xml"/><Relationship Id="rId38" Type="http://schemas.openxmlformats.org/officeDocument/2006/relationships/image" Target="../media/image1.png"/><Relationship Id="rId2" Type="http://schemas.openxmlformats.org/officeDocument/2006/relationships/slideLayout" Target="../slideLayouts/slideLayout143.xml"/><Relationship Id="rId16" Type="http://schemas.openxmlformats.org/officeDocument/2006/relationships/slideLayout" Target="../slideLayouts/slideLayout157.xml"/><Relationship Id="rId20" Type="http://schemas.openxmlformats.org/officeDocument/2006/relationships/slideLayout" Target="../slideLayouts/slideLayout161.xml"/><Relationship Id="rId29" Type="http://schemas.openxmlformats.org/officeDocument/2006/relationships/slideLayout" Target="../slideLayouts/slideLayout170.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24" Type="http://schemas.openxmlformats.org/officeDocument/2006/relationships/slideLayout" Target="../slideLayouts/slideLayout165.xml"/><Relationship Id="rId32" Type="http://schemas.openxmlformats.org/officeDocument/2006/relationships/slideLayout" Target="../slideLayouts/slideLayout173.xml"/><Relationship Id="rId37" Type="http://schemas.openxmlformats.org/officeDocument/2006/relationships/theme" Target="../theme/theme5.xml"/><Relationship Id="rId5" Type="http://schemas.openxmlformats.org/officeDocument/2006/relationships/slideLayout" Target="../slideLayouts/slideLayout146.xml"/><Relationship Id="rId15" Type="http://schemas.openxmlformats.org/officeDocument/2006/relationships/slideLayout" Target="../slideLayouts/slideLayout156.xml"/><Relationship Id="rId23" Type="http://schemas.openxmlformats.org/officeDocument/2006/relationships/slideLayout" Target="../slideLayouts/slideLayout164.xml"/><Relationship Id="rId28" Type="http://schemas.openxmlformats.org/officeDocument/2006/relationships/slideLayout" Target="../slideLayouts/slideLayout169.xml"/><Relationship Id="rId36" Type="http://schemas.openxmlformats.org/officeDocument/2006/relationships/slideLayout" Target="../slideLayouts/slideLayout177.xml"/><Relationship Id="rId10" Type="http://schemas.openxmlformats.org/officeDocument/2006/relationships/slideLayout" Target="../slideLayouts/slideLayout151.xml"/><Relationship Id="rId19" Type="http://schemas.openxmlformats.org/officeDocument/2006/relationships/slideLayout" Target="../slideLayouts/slideLayout160.xml"/><Relationship Id="rId31" Type="http://schemas.openxmlformats.org/officeDocument/2006/relationships/slideLayout" Target="../slideLayouts/slideLayout172.xml"/><Relationship Id="rId4" Type="http://schemas.openxmlformats.org/officeDocument/2006/relationships/slideLayout" Target="../slideLayouts/slideLayout145.xml"/><Relationship Id="rId9" Type="http://schemas.openxmlformats.org/officeDocument/2006/relationships/slideLayout" Target="../slideLayouts/slideLayout150.xml"/><Relationship Id="rId14" Type="http://schemas.openxmlformats.org/officeDocument/2006/relationships/slideLayout" Target="../slideLayouts/slideLayout155.xml"/><Relationship Id="rId22" Type="http://schemas.openxmlformats.org/officeDocument/2006/relationships/slideLayout" Target="../slideLayouts/slideLayout163.xml"/><Relationship Id="rId27" Type="http://schemas.openxmlformats.org/officeDocument/2006/relationships/slideLayout" Target="../slideLayouts/slideLayout168.xml"/><Relationship Id="rId30" Type="http://schemas.openxmlformats.org/officeDocument/2006/relationships/slideLayout" Target="../slideLayouts/slideLayout171.xml"/><Relationship Id="rId35" Type="http://schemas.openxmlformats.org/officeDocument/2006/relationships/slideLayout" Target="../slideLayouts/slideLayout176.xml"/><Relationship Id="rId8" Type="http://schemas.openxmlformats.org/officeDocument/2006/relationships/slideLayout" Target="../slideLayouts/slideLayout149.xml"/><Relationship Id="rId3" Type="http://schemas.openxmlformats.org/officeDocument/2006/relationships/slideLayout" Target="../slideLayouts/slideLayout144.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90.xml"/><Relationship Id="rId18" Type="http://schemas.openxmlformats.org/officeDocument/2006/relationships/slideLayout" Target="../slideLayouts/slideLayout195.xml"/><Relationship Id="rId26" Type="http://schemas.openxmlformats.org/officeDocument/2006/relationships/slideLayout" Target="../slideLayouts/slideLayout203.xml"/><Relationship Id="rId21" Type="http://schemas.openxmlformats.org/officeDocument/2006/relationships/slideLayout" Target="../slideLayouts/slideLayout198.xml"/><Relationship Id="rId34" Type="http://schemas.openxmlformats.org/officeDocument/2006/relationships/slideLayout" Target="../slideLayouts/slideLayout211.xml"/><Relationship Id="rId7" Type="http://schemas.openxmlformats.org/officeDocument/2006/relationships/slideLayout" Target="../slideLayouts/slideLayout184.xml"/><Relationship Id="rId12" Type="http://schemas.openxmlformats.org/officeDocument/2006/relationships/slideLayout" Target="../slideLayouts/slideLayout189.xml"/><Relationship Id="rId17" Type="http://schemas.openxmlformats.org/officeDocument/2006/relationships/slideLayout" Target="../slideLayouts/slideLayout194.xml"/><Relationship Id="rId25" Type="http://schemas.openxmlformats.org/officeDocument/2006/relationships/slideLayout" Target="../slideLayouts/slideLayout202.xml"/><Relationship Id="rId33" Type="http://schemas.openxmlformats.org/officeDocument/2006/relationships/slideLayout" Target="../slideLayouts/slideLayout210.xml"/><Relationship Id="rId2" Type="http://schemas.openxmlformats.org/officeDocument/2006/relationships/slideLayout" Target="../slideLayouts/slideLayout179.xml"/><Relationship Id="rId16" Type="http://schemas.openxmlformats.org/officeDocument/2006/relationships/slideLayout" Target="../slideLayouts/slideLayout193.xml"/><Relationship Id="rId20" Type="http://schemas.openxmlformats.org/officeDocument/2006/relationships/slideLayout" Target="../slideLayouts/slideLayout197.xml"/><Relationship Id="rId29" Type="http://schemas.openxmlformats.org/officeDocument/2006/relationships/slideLayout" Target="../slideLayouts/slideLayout206.xml"/><Relationship Id="rId1" Type="http://schemas.openxmlformats.org/officeDocument/2006/relationships/slideLayout" Target="../slideLayouts/slideLayout178.xml"/><Relationship Id="rId6" Type="http://schemas.openxmlformats.org/officeDocument/2006/relationships/slideLayout" Target="../slideLayouts/slideLayout183.xml"/><Relationship Id="rId11" Type="http://schemas.openxmlformats.org/officeDocument/2006/relationships/slideLayout" Target="../slideLayouts/slideLayout188.xml"/><Relationship Id="rId24" Type="http://schemas.openxmlformats.org/officeDocument/2006/relationships/slideLayout" Target="../slideLayouts/slideLayout201.xml"/><Relationship Id="rId32" Type="http://schemas.openxmlformats.org/officeDocument/2006/relationships/slideLayout" Target="../slideLayouts/slideLayout209.xml"/><Relationship Id="rId37" Type="http://schemas.openxmlformats.org/officeDocument/2006/relationships/image" Target="../media/image2.svg"/><Relationship Id="rId5" Type="http://schemas.openxmlformats.org/officeDocument/2006/relationships/slideLayout" Target="../slideLayouts/slideLayout182.xml"/><Relationship Id="rId15" Type="http://schemas.openxmlformats.org/officeDocument/2006/relationships/slideLayout" Target="../slideLayouts/slideLayout192.xml"/><Relationship Id="rId23" Type="http://schemas.openxmlformats.org/officeDocument/2006/relationships/slideLayout" Target="../slideLayouts/slideLayout200.xml"/><Relationship Id="rId28" Type="http://schemas.openxmlformats.org/officeDocument/2006/relationships/slideLayout" Target="../slideLayouts/slideLayout205.xml"/><Relationship Id="rId36" Type="http://schemas.openxmlformats.org/officeDocument/2006/relationships/image" Target="../media/image1.png"/><Relationship Id="rId10" Type="http://schemas.openxmlformats.org/officeDocument/2006/relationships/slideLayout" Target="../slideLayouts/slideLayout187.xml"/><Relationship Id="rId19" Type="http://schemas.openxmlformats.org/officeDocument/2006/relationships/slideLayout" Target="../slideLayouts/slideLayout196.xml"/><Relationship Id="rId31" Type="http://schemas.openxmlformats.org/officeDocument/2006/relationships/slideLayout" Target="../slideLayouts/slideLayout208.xml"/><Relationship Id="rId4" Type="http://schemas.openxmlformats.org/officeDocument/2006/relationships/slideLayout" Target="../slideLayouts/slideLayout181.xml"/><Relationship Id="rId9" Type="http://schemas.openxmlformats.org/officeDocument/2006/relationships/slideLayout" Target="../slideLayouts/slideLayout186.xml"/><Relationship Id="rId14" Type="http://schemas.openxmlformats.org/officeDocument/2006/relationships/slideLayout" Target="../slideLayouts/slideLayout191.xml"/><Relationship Id="rId22" Type="http://schemas.openxmlformats.org/officeDocument/2006/relationships/slideLayout" Target="../slideLayouts/slideLayout199.xml"/><Relationship Id="rId27" Type="http://schemas.openxmlformats.org/officeDocument/2006/relationships/slideLayout" Target="../slideLayouts/slideLayout204.xml"/><Relationship Id="rId30" Type="http://schemas.openxmlformats.org/officeDocument/2006/relationships/slideLayout" Target="../slideLayouts/slideLayout207.xml"/><Relationship Id="rId35" Type="http://schemas.openxmlformats.org/officeDocument/2006/relationships/theme" Target="../theme/theme6.xml"/><Relationship Id="rId8" Type="http://schemas.openxmlformats.org/officeDocument/2006/relationships/slideLayout" Target="../slideLayouts/slideLayout185.xml"/><Relationship Id="rId3" Type="http://schemas.openxmlformats.org/officeDocument/2006/relationships/slideLayout" Target="../slideLayouts/slideLayout180.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24.xml"/><Relationship Id="rId18" Type="http://schemas.openxmlformats.org/officeDocument/2006/relationships/slideLayout" Target="../slideLayouts/slideLayout229.xml"/><Relationship Id="rId26" Type="http://schemas.openxmlformats.org/officeDocument/2006/relationships/slideLayout" Target="../slideLayouts/slideLayout237.xml"/><Relationship Id="rId21" Type="http://schemas.openxmlformats.org/officeDocument/2006/relationships/slideLayout" Target="../slideLayouts/slideLayout232.xml"/><Relationship Id="rId34" Type="http://schemas.openxmlformats.org/officeDocument/2006/relationships/slideLayout" Target="../slideLayouts/slideLayout245.xml"/><Relationship Id="rId7" Type="http://schemas.openxmlformats.org/officeDocument/2006/relationships/slideLayout" Target="../slideLayouts/slideLayout218.xml"/><Relationship Id="rId12" Type="http://schemas.openxmlformats.org/officeDocument/2006/relationships/slideLayout" Target="../slideLayouts/slideLayout223.xml"/><Relationship Id="rId17" Type="http://schemas.openxmlformats.org/officeDocument/2006/relationships/slideLayout" Target="../slideLayouts/slideLayout228.xml"/><Relationship Id="rId25" Type="http://schemas.openxmlformats.org/officeDocument/2006/relationships/slideLayout" Target="../slideLayouts/slideLayout236.xml"/><Relationship Id="rId33" Type="http://schemas.openxmlformats.org/officeDocument/2006/relationships/slideLayout" Target="../slideLayouts/slideLayout244.xml"/><Relationship Id="rId2" Type="http://schemas.openxmlformats.org/officeDocument/2006/relationships/slideLayout" Target="../slideLayouts/slideLayout213.xml"/><Relationship Id="rId16" Type="http://schemas.openxmlformats.org/officeDocument/2006/relationships/slideLayout" Target="../slideLayouts/slideLayout227.xml"/><Relationship Id="rId20" Type="http://schemas.openxmlformats.org/officeDocument/2006/relationships/slideLayout" Target="../slideLayouts/slideLayout231.xml"/><Relationship Id="rId29" Type="http://schemas.openxmlformats.org/officeDocument/2006/relationships/slideLayout" Target="../slideLayouts/slideLayout240.xml"/><Relationship Id="rId1" Type="http://schemas.openxmlformats.org/officeDocument/2006/relationships/slideLayout" Target="../slideLayouts/slideLayout212.xml"/><Relationship Id="rId6" Type="http://schemas.openxmlformats.org/officeDocument/2006/relationships/slideLayout" Target="../slideLayouts/slideLayout217.xml"/><Relationship Id="rId11" Type="http://schemas.openxmlformats.org/officeDocument/2006/relationships/slideLayout" Target="../slideLayouts/slideLayout222.xml"/><Relationship Id="rId24" Type="http://schemas.openxmlformats.org/officeDocument/2006/relationships/slideLayout" Target="../slideLayouts/slideLayout235.xml"/><Relationship Id="rId32" Type="http://schemas.openxmlformats.org/officeDocument/2006/relationships/slideLayout" Target="../slideLayouts/slideLayout243.xml"/><Relationship Id="rId37" Type="http://schemas.openxmlformats.org/officeDocument/2006/relationships/image" Target="../media/image2.svg"/><Relationship Id="rId5" Type="http://schemas.openxmlformats.org/officeDocument/2006/relationships/slideLayout" Target="../slideLayouts/slideLayout216.xml"/><Relationship Id="rId15" Type="http://schemas.openxmlformats.org/officeDocument/2006/relationships/slideLayout" Target="../slideLayouts/slideLayout226.xml"/><Relationship Id="rId23" Type="http://schemas.openxmlformats.org/officeDocument/2006/relationships/slideLayout" Target="../slideLayouts/slideLayout234.xml"/><Relationship Id="rId28" Type="http://schemas.openxmlformats.org/officeDocument/2006/relationships/slideLayout" Target="../slideLayouts/slideLayout239.xml"/><Relationship Id="rId36" Type="http://schemas.openxmlformats.org/officeDocument/2006/relationships/image" Target="../media/image1.png"/><Relationship Id="rId10" Type="http://schemas.openxmlformats.org/officeDocument/2006/relationships/slideLayout" Target="../slideLayouts/slideLayout221.xml"/><Relationship Id="rId19" Type="http://schemas.openxmlformats.org/officeDocument/2006/relationships/slideLayout" Target="../slideLayouts/slideLayout230.xml"/><Relationship Id="rId31" Type="http://schemas.openxmlformats.org/officeDocument/2006/relationships/slideLayout" Target="../slideLayouts/slideLayout242.xml"/><Relationship Id="rId4" Type="http://schemas.openxmlformats.org/officeDocument/2006/relationships/slideLayout" Target="../slideLayouts/slideLayout215.xml"/><Relationship Id="rId9" Type="http://schemas.openxmlformats.org/officeDocument/2006/relationships/slideLayout" Target="../slideLayouts/slideLayout220.xml"/><Relationship Id="rId14" Type="http://schemas.openxmlformats.org/officeDocument/2006/relationships/slideLayout" Target="../slideLayouts/slideLayout225.xml"/><Relationship Id="rId22" Type="http://schemas.openxmlformats.org/officeDocument/2006/relationships/slideLayout" Target="../slideLayouts/slideLayout233.xml"/><Relationship Id="rId27" Type="http://schemas.openxmlformats.org/officeDocument/2006/relationships/slideLayout" Target="../slideLayouts/slideLayout238.xml"/><Relationship Id="rId30" Type="http://schemas.openxmlformats.org/officeDocument/2006/relationships/slideLayout" Target="../slideLayouts/slideLayout241.xml"/><Relationship Id="rId35" Type="http://schemas.openxmlformats.org/officeDocument/2006/relationships/theme" Target="../theme/theme7.xml"/><Relationship Id="rId8" Type="http://schemas.openxmlformats.org/officeDocument/2006/relationships/slideLayout" Target="../slideLayouts/slideLayout219.xml"/><Relationship Id="rId3" Type="http://schemas.openxmlformats.org/officeDocument/2006/relationships/slideLayout" Target="../slideLayouts/slideLayout2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265167584"/>
      </p:ext>
    </p:extLst>
  </p:cSld>
  <p:clrMap bg1="lt1" tx1="dk1" bg2="lt2" tx2="dk2" accent1="accent1" accent2="accent2" accent3="accent3" accent4="accent4" accent5="accent5" accent6="accent6" hlink="hlink" folHlink="folHlink"/>
  <p:sldLayoutIdLst>
    <p:sldLayoutId id="2147484738" r:id="rId1"/>
    <p:sldLayoutId id="2147484739" r:id="rId2"/>
    <p:sldLayoutId id="2147484740" r:id="rId3"/>
    <p:sldLayoutId id="2147484741" r:id="rId4"/>
    <p:sldLayoutId id="2147484742" r:id="rId5"/>
    <p:sldLayoutId id="2147484743" r:id="rId6"/>
    <p:sldLayoutId id="2147484744" r:id="rId7"/>
    <p:sldLayoutId id="2147484745" r:id="rId8"/>
    <p:sldLayoutId id="2147484746" r:id="rId9"/>
    <p:sldLayoutId id="2147484747" r:id="rId10"/>
    <p:sldLayoutId id="2147484748" r:id="rId11"/>
    <p:sldLayoutId id="2147484749" r:id="rId12"/>
    <p:sldLayoutId id="2147484750" r:id="rId13"/>
    <p:sldLayoutId id="2147484751" r:id="rId14"/>
    <p:sldLayoutId id="2147484752" r:id="rId15"/>
    <p:sldLayoutId id="2147484753" r:id="rId16"/>
    <p:sldLayoutId id="2147484754" r:id="rId17"/>
    <p:sldLayoutId id="2147484755" r:id="rId18"/>
    <p:sldLayoutId id="2147484756" r:id="rId19"/>
    <p:sldLayoutId id="2147484757" r:id="rId20"/>
    <p:sldLayoutId id="2147484758" r:id="rId21"/>
    <p:sldLayoutId id="2147484759" r:id="rId22"/>
    <p:sldLayoutId id="2147484760" r:id="rId23"/>
    <p:sldLayoutId id="2147484761" r:id="rId24"/>
    <p:sldLayoutId id="2147484762" r:id="rId25"/>
    <p:sldLayoutId id="2147484763" r:id="rId26"/>
    <p:sldLayoutId id="2147484764" r:id="rId27"/>
    <p:sldLayoutId id="2147484765" r:id="rId28"/>
    <p:sldLayoutId id="2147484766" r:id="rId29"/>
    <p:sldLayoutId id="2147484767" r:id="rId30"/>
    <p:sldLayoutId id="2147484768" r:id="rId31"/>
    <p:sldLayoutId id="2147484769" r:id="rId32"/>
    <p:sldLayoutId id="2147484841" r:id="rId33"/>
    <p:sldLayoutId id="2147484842" r:id="rId34"/>
    <p:sldLayoutId id="2147484845" r:id="rId35"/>
    <p:sldLayoutId id="2147485030" r:id="rId36"/>
    <p:sldLayoutId id="2147485031" r:id="rId37"/>
  </p:sldLayoutIdLst>
  <p:hf hdr="0" dt="0"/>
  <p:txStyles>
    <p:titleStyle>
      <a:lvl1pPr algn="l" defTabSz="685800" rtl="0" eaLnBrk="1" latinLnBrk="0" hangingPunct="1">
        <a:lnSpc>
          <a:spcPct val="100000"/>
        </a:lnSpc>
        <a:spcBef>
          <a:spcPct val="0"/>
        </a:spcBef>
        <a:buNone/>
        <a:defRPr kumimoji="1"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kumimoji="1"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9pPr>
    </p:bodyStyle>
    <p:otherStyle>
      <a:defPPr>
        <a:defRPr lang="de-DE"/>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Confidential</a:t>
            </a:r>
            <a:endParaRPr lang="en-GB"/>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143B55C4-4F5A-416B-997D-6CE47EB0A945}" type="slidenum">
              <a:rPr lang="en-GB" smtClean="0"/>
              <a:pPr/>
              <a:t>‹#›</a:t>
            </a:fld>
            <a:endParaRPr lang="en-GB"/>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360000" y="-128550"/>
            <a:ext cx="8424468" cy="54000"/>
            <a:chOff x="480000" y="-171400"/>
            <a:chExt cx="11232624" cy="72000"/>
          </a:xfrm>
        </p:grpSpPr>
        <p:cxnSp>
          <p:nvCxnSpPr>
            <p:cNvPr id="13" name="Gerader Verbinder 12"/>
            <p:cNvCxnSpPr/>
            <p:nvPr/>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26516" y="1059750"/>
            <a:ext cx="54000" cy="3402000"/>
            <a:chOff x="-456728" y="1628800"/>
            <a:chExt cx="216000" cy="4536504"/>
          </a:xfrm>
        </p:grpSpPr>
        <p:cxnSp>
          <p:nvCxnSpPr>
            <p:cNvPr id="23" name="Gerader Verbinder 22"/>
            <p:cNvCxnSpPr/>
            <p:nvPr/>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bwMode="gray">
          <a:xfrm>
            <a:off x="359568" y="4623752"/>
            <a:ext cx="926100" cy="279545"/>
          </a:xfrm>
          <a:prstGeom prst="rect">
            <a:avLst/>
          </a:prstGeom>
        </p:spPr>
      </p:pic>
      <p:pic>
        <p:nvPicPr>
          <p:cNvPr id="4" name="Grafik 6">
            <a:extLst>
              <a:ext uri="{FF2B5EF4-FFF2-40B4-BE49-F238E27FC236}">
                <a16:creationId xmlns:a16="http://schemas.microsoft.com/office/drawing/2014/main" id="{9E3BD0FD-07D5-C13C-1B02-AAF0FD2D85D3}"/>
              </a:ext>
            </a:extLst>
          </p:cNvPr>
          <p:cNvPicPr>
            <a:picLocks noChangeAspect="1"/>
          </p:cNvPicPr>
          <p:nvPr userDrawn="1"/>
        </p:nvPicPr>
        <p:blipFill>
          <a:blip r:embed="rId39">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28643104"/>
      </p:ext>
    </p:extLst>
  </p:cSld>
  <p:clrMap bg1="lt1" tx1="dk1" bg2="lt2" tx2="dk2" accent1="accent1" accent2="accent2" accent3="accent3" accent4="accent4" accent5="accent5" accent6="accent6" hlink="hlink" folHlink="folHlink"/>
  <p:sldLayoutIdLst>
    <p:sldLayoutId id="2147484782" r:id="rId1"/>
    <p:sldLayoutId id="2147484783" r:id="rId2"/>
    <p:sldLayoutId id="2147484784" r:id="rId3"/>
    <p:sldLayoutId id="2147484785" r:id="rId4"/>
    <p:sldLayoutId id="2147484786" r:id="rId5"/>
    <p:sldLayoutId id="2147484787" r:id="rId6"/>
    <p:sldLayoutId id="2147484788" r:id="rId7"/>
    <p:sldLayoutId id="2147484789" r:id="rId8"/>
    <p:sldLayoutId id="2147484790" r:id="rId9"/>
    <p:sldLayoutId id="2147484791" r:id="rId10"/>
    <p:sldLayoutId id="2147484792" r:id="rId11"/>
    <p:sldLayoutId id="2147484793" r:id="rId12"/>
    <p:sldLayoutId id="2147484794" r:id="rId13"/>
    <p:sldLayoutId id="2147484795" r:id="rId14"/>
    <p:sldLayoutId id="2147484796" r:id="rId15"/>
    <p:sldLayoutId id="2147484797" r:id="rId16"/>
    <p:sldLayoutId id="2147484798" r:id="rId17"/>
    <p:sldLayoutId id="2147484799" r:id="rId18"/>
    <p:sldLayoutId id="2147484800" r:id="rId19"/>
    <p:sldLayoutId id="2147484801" r:id="rId20"/>
    <p:sldLayoutId id="2147484802" r:id="rId21"/>
    <p:sldLayoutId id="2147484803" r:id="rId22"/>
    <p:sldLayoutId id="2147484804" r:id="rId23"/>
    <p:sldLayoutId id="2147484805" r:id="rId24"/>
    <p:sldLayoutId id="2147484806" r:id="rId25"/>
    <p:sldLayoutId id="2147484807" r:id="rId26"/>
    <p:sldLayoutId id="2147484808" r:id="rId27"/>
    <p:sldLayoutId id="2147484809" r:id="rId28"/>
    <p:sldLayoutId id="2147484810" r:id="rId29"/>
    <p:sldLayoutId id="2147484811" r:id="rId30"/>
    <p:sldLayoutId id="2147484812" r:id="rId31"/>
    <p:sldLayoutId id="2147484813" r:id="rId32"/>
    <p:sldLayoutId id="2147484814" r:id="rId33"/>
    <p:sldLayoutId id="2147484815" r:id="rId34"/>
    <p:sldLayoutId id="2147484816"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2">
            <a:extLst>
              <a:ext uri="{96DAC541-7B7A-43D3-8B79-37D633B846F1}">
                <asvg:svgBlip xmlns:asvg="http://schemas.microsoft.com/office/drawing/2016/SVG/main" r:embed="rId4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596667053"/>
      </p:ext>
    </p:extLst>
  </p:cSld>
  <p:clrMap bg1="lt1" tx1="dk1" bg2="lt2" tx2="dk2" accent1="accent1" accent2="accent2" accent3="accent3" accent4="accent4" accent5="accent5" accent6="accent6" hlink="hlink" folHlink="folHlink"/>
  <p:sldLayoutIdLst>
    <p:sldLayoutId id="2147484885" r:id="rId1"/>
    <p:sldLayoutId id="2147484886" r:id="rId2"/>
    <p:sldLayoutId id="2147484887" r:id="rId3"/>
    <p:sldLayoutId id="2147484888" r:id="rId4"/>
    <p:sldLayoutId id="2147484889" r:id="rId5"/>
    <p:sldLayoutId id="2147484890" r:id="rId6"/>
    <p:sldLayoutId id="2147484891" r:id="rId7"/>
    <p:sldLayoutId id="2147484892" r:id="rId8"/>
    <p:sldLayoutId id="2147484893" r:id="rId9"/>
    <p:sldLayoutId id="2147484894" r:id="rId10"/>
    <p:sldLayoutId id="2147484895" r:id="rId11"/>
    <p:sldLayoutId id="2147484896" r:id="rId12"/>
    <p:sldLayoutId id="2147484897" r:id="rId13"/>
    <p:sldLayoutId id="2147484898" r:id="rId14"/>
    <p:sldLayoutId id="2147484899" r:id="rId15"/>
    <p:sldLayoutId id="2147484900" r:id="rId16"/>
    <p:sldLayoutId id="2147484901" r:id="rId17"/>
    <p:sldLayoutId id="2147484902" r:id="rId18"/>
    <p:sldLayoutId id="2147484903" r:id="rId19"/>
    <p:sldLayoutId id="2147484904" r:id="rId20"/>
    <p:sldLayoutId id="2147484905" r:id="rId21"/>
    <p:sldLayoutId id="2147484906" r:id="rId22"/>
    <p:sldLayoutId id="2147484907" r:id="rId23"/>
    <p:sldLayoutId id="2147484908" r:id="rId24"/>
    <p:sldLayoutId id="2147484909" r:id="rId25"/>
    <p:sldLayoutId id="2147484910" r:id="rId26"/>
    <p:sldLayoutId id="2147484911" r:id="rId27"/>
    <p:sldLayoutId id="2147484912" r:id="rId28"/>
    <p:sldLayoutId id="2147484913" r:id="rId29"/>
    <p:sldLayoutId id="2147484914" r:id="rId30"/>
    <p:sldLayoutId id="2147484915" r:id="rId31"/>
    <p:sldLayoutId id="2147484916" r:id="rId32"/>
    <p:sldLayoutId id="2147484917" r:id="rId33"/>
    <p:sldLayoutId id="2147484918" r:id="rId34"/>
    <p:sldLayoutId id="2147484919" r:id="rId35"/>
    <p:sldLayoutId id="2147484920" r:id="rId36"/>
    <p:sldLayoutId id="2147484921" r:id="rId37"/>
    <p:sldLayoutId id="2147484922" r:id="rId38"/>
    <p:sldLayoutId id="2147484923" r:id="rId39"/>
    <p:sldLayoutId id="2147484924" r:id="rId40"/>
  </p:sldLayoutIdLst>
  <p:hf hdr="0" dt="0"/>
  <p:txStyles>
    <p:titleStyle>
      <a:lvl1pPr algn="l" defTabSz="685783" rtl="0" eaLnBrk="1" latinLnBrk="0" hangingPunct="1">
        <a:lnSpc>
          <a:spcPct val="100000"/>
        </a:lnSpc>
        <a:spcBef>
          <a:spcPct val="0"/>
        </a:spcBef>
        <a:buNone/>
        <a:defRPr kumimoji="1"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kumimoji="1"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kumimoji="1"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kumimoji="1" sz="900" kern="1200">
          <a:solidFill>
            <a:schemeClr val="tx1"/>
          </a:solidFill>
          <a:latin typeface="+mn-lt"/>
          <a:ea typeface="+mn-ea"/>
          <a:cs typeface="+mn-cs"/>
        </a:defRPr>
      </a:lvl9pPr>
    </p:bodyStyle>
    <p:otherStyle>
      <a:defPPr>
        <a:defRPr lang="de-DE"/>
      </a:defPPr>
      <a:lvl1pPr marL="0" algn="l" defTabSz="685783" rtl="0" eaLnBrk="1" latinLnBrk="0" hangingPunct="1">
        <a:defRPr kumimoji="1" sz="1350" kern="1200">
          <a:solidFill>
            <a:schemeClr val="tx1"/>
          </a:solidFill>
          <a:latin typeface="+mn-lt"/>
          <a:ea typeface="+mn-ea"/>
          <a:cs typeface="+mn-cs"/>
        </a:defRPr>
      </a:lvl1pPr>
      <a:lvl2pPr marL="342892" algn="l" defTabSz="685783" rtl="0" eaLnBrk="1" latinLnBrk="0" hangingPunct="1">
        <a:defRPr kumimoji="1" sz="1350" kern="1200">
          <a:solidFill>
            <a:schemeClr val="tx1"/>
          </a:solidFill>
          <a:latin typeface="+mn-lt"/>
          <a:ea typeface="+mn-ea"/>
          <a:cs typeface="+mn-cs"/>
        </a:defRPr>
      </a:lvl2pPr>
      <a:lvl3pPr marL="685783" algn="l" defTabSz="685783" rtl="0" eaLnBrk="1" latinLnBrk="0" hangingPunct="1">
        <a:defRPr kumimoji="1" sz="1350" kern="1200">
          <a:solidFill>
            <a:schemeClr val="tx1"/>
          </a:solidFill>
          <a:latin typeface="+mn-lt"/>
          <a:ea typeface="+mn-ea"/>
          <a:cs typeface="+mn-cs"/>
        </a:defRPr>
      </a:lvl3pPr>
      <a:lvl4pPr marL="1028675" algn="l" defTabSz="685783" rtl="0" eaLnBrk="1" latinLnBrk="0" hangingPunct="1">
        <a:defRPr kumimoji="1" sz="1350" kern="1200">
          <a:solidFill>
            <a:schemeClr val="tx1"/>
          </a:solidFill>
          <a:latin typeface="+mn-lt"/>
          <a:ea typeface="+mn-ea"/>
          <a:cs typeface="+mn-cs"/>
        </a:defRPr>
      </a:lvl4pPr>
      <a:lvl5pPr marL="1371566" algn="l" defTabSz="685783" rtl="0" eaLnBrk="1" latinLnBrk="0" hangingPunct="1">
        <a:defRPr kumimoji="1" sz="1350" kern="1200">
          <a:solidFill>
            <a:schemeClr val="tx1"/>
          </a:solidFill>
          <a:latin typeface="+mn-lt"/>
          <a:ea typeface="+mn-ea"/>
          <a:cs typeface="+mn-cs"/>
        </a:defRPr>
      </a:lvl5pPr>
      <a:lvl6pPr marL="1714457" algn="l" defTabSz="685783" rtl="0" eaLnBrk="1" latinLnBrk="0" hangingPunct="1">
        <a:defRPr kumimoji="1" sz="1350" kern="1200">
          <a:solidFill>
            <a:schemeClr val="tx1"/>
          </a:solidFill>
          <a:latin typeface="+mn-lt"/>
          <a:ea typeface="+mn-ea"/>
          <a:cs typeface="+mn-cs"/>
        </a:defRPr>
      </a:lvl6pPr>
      <a:lvl7pPr marL="2057348" algn="l" defTabSz="685783" rtl="0" eaLnBrk="1" latinLnBrk="0" hangingPunct="1">
        <a:defRPr kumimoji="1" sz="1350" kern="1200">
          <a:solidFill>
            <a:schemeClr val="tx1"/>
          </a:solidFill>
          <a:latin typeface="+mn-lt"/>
          <a:ea typeface="+mn-ea"/>
          <a:cs typeface="+mn-cs"/>
        </a:defRPr>
      </a:lvl7pPr>
      <a:lvl8pPr marL="2400240" algn="l" defTabSz="685783" rtl="0" eaLnBrk="1" latinLnBrk="0" hangingPunct="1">
        <a:defRPr kumimoji="1" sz="1350" kern="1200">
          <a:solidFill>
            <a:schemeClr val="tx1"/>
          </a:solidFill>
          <a:latin typeface="+mn-lt"/>
          <a:ea typeface="+mn-ea"/>
          <a:cs typeface="+mn-cs"/>
        </a:defRPr>
      </a:lvl8pPr>
      <a:lvl9pPr marL="2743132" algn="l" defTabSz="685783"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693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02986" y="4910732"/>
            <a:ext cx="601126"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C3183C-1A43-43C0-8392-1DBE7E166C5E}" type="datetime1">
              <a:rPr lang="en-GB" noProof="0" smtClean="0"/>
              <a:pPr/>
              <a:t>11/09/2024</a:t>
            </a:fld>
            <a:endParaRPr lang="en-GB" noProof="0"/>
          </a:p>
        </p:txBody>
      </p:sp>
      <p:sp>
        <p:nvSpPr>
          <p:cNvPr id="5" name="Fußzeilenplatzhalter 4"/>
          <p:cNvSpPr>
            <a:spLocks noGrp="1"/>
          </p:cNvSpPr>
          <p:nvPr>
            <p:ph type="ftr" sz="quarter" idx="3"/>
          </p:nvPr>
        </p:nvSpPr>
        <p:spPr>
          <a:xfrm>
            <a:off x="1351329"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628549" y="4910732"/>
            <a:ext cx="147877"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240074800"/>
      </p:ext>
    </p:extLst>
  </p:cSld>
  <p:clrMap bg1="lt1" tx1="dk1" bg2="lt2" tx2="dk2" accent1="accent1" accent2="accent2" accent3="accent3" accent4="accent4" accent5="accent5" accent6="accent6" hlink="hlink" folHlink="folHlink"/>
  <p:sldLayoutIdLst>
    <p:sldLayoutId id="2147484927" r:id="rId1"/>
    <p:sldLayoutId id="2147484928" r:id="rId2"/>
    <p:sldLayoutId id="2147484929" r:id="rId3"/>
    <p:sldLayoutId id="2147484930" r:id="rId4"/>
    <p:sldLayoutId id="2147484931" r:id="rId5"/>
    <p:sldLayoutId id="2147484932" r:id="rId6"/>
    <p:sldLayoutId id="2147484933" r:id="rId7"/>
    <p:sldLayoutId id="2147484934" r:id="rId8"/>
    <p:sldLayoutId id="2147484935" r:id="rId9"/>
    <p:sldLayoutId id="2147484936" r:id="rId10"/>
    <p:sldLayoutId id="2147484937" r:id="rId11"/>
    <p:sldLayoutId id="2147484938" r:id="rId12"/>
    <p:sldLayoutId id="2147484939" r:id="rId13"/>
    <p:sldLayoutId id="2147484940" r:id="rId14"/>
    <p:sldLayoutId id="2147484941" r:id="rId15"/>
    <p:sldLayoutId id="2147484942" r:id="rId16"/>
    <p:sldLayoutId id="2147484943" r:id="rId17"/>
    <p:sldLayoutId id="2147484944" r:id="rId18"/>
    <p:sldLayoutId id="2147484945" r:id="rId19"/>
    <p:sldLayoutId id="2147484946" r:id="rId20"/>
    <p:sldLayoutId id="2147484947" r:id="rId21"/>
    <p:sldLayoutId id="2147484948" r:id="rId22"/>
    <p:sldLayoutId id="2147484949" r:id="rId23"/>
    <p:sldLayoutId id="2147484950" r:id="rId24"/>
    <p:sldLayoutId id="2147484951" r:id="rId25"/>
    <p:sldLayoutId id="2147484952" r:id="rId26"/>
    <p:sldLayoutId id="2147484953" r:id="rId27"/>
    <p:sldLayoutId id="2147484954" r:id="rId28"/>
    <p:sldLayoutId id="2147484955"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8" rtl="0" eaLnBrk="1" latinLnBrk="0" hangingPunct="1">
        <a:spcBef>
          <a:spcPct val="0"/>
        </a:spcBef>
        <a:buNone/>
        <a:defRPr sz="2400" b="0" i="0" kern="1200">
          <a:solidFill>
            <a:srgbClr val="003366"/>
          </a:solidFill>
          <a:latin typeface="BISansOptiCond"/>
          <a:ea typeface="+mj-ea"/>
          <a:cs typeface="BISansOptiCond"/>
        </a:defRPr>
      </a:lvl1pPr>
    </p:titleStyle>
    <p:bodyStyle>
      <a:lvl1pPr marL="266693" indent="-266693" algn="l" defTabSz="914378"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39" indent="-184145"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34"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30"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26" indent="-177796" algn="l" defTabSz="914378"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308735372"/>
      </p:ext>
    </p:extLst>
  </p:cSld>
  <p:clrMap bg1="lt1" tx1="dk1" bg2="lt2" tx2="dk2" accent1="accent1" accent2="accent2" accent3="accent3" accent4="accent4" accent5="accent5" accent6="accent6" hlink="hlink" folHlink="folHlink"/>
  <p:sldLayoutIdLst>
    <p:sldLayoutId id="2147484958" r:id="rId1"/>
    <p:sldLayoutId id="2147484959" r:id="rId2"/>
    <p:sldLayoutId id="2147484960" r:id="rId3"/>
    <p:sldLayoutId id="2147484961" r:id="rId4"/>
    <p:sldLayoutId id="2147484962" r:id="rId5"/>
    <p:sldLayoutId id="2147484963" r:id="rId6"/>
    <p:sldLayoutId id="2147484964" r:id="rId7"/>
    <p:sldLayoutId id="2147484965" r:id="rId8"/>
    <p:sldLayoutId id="2147484966" r:id="rId9"/>
    <p:sldLayoutId id="2147484967" r:id="rId10"/>
    <p:sldLayoutId id="2147484968" r:id="rId11"/>
    <p:sldLayoutId id="2147484969" r:id="rId12"/>
    <p:sldLayoutId id="2147484970" r:id="rId13"/>
    <p:sldLayoutId id="2147484971" r:id="rId14"/>
    <p:sldLayoutId id="2147484972" r:id="rId15"/>
    <p:sldLayoutId id="2147484973" r:id="rId16"/>
    <p:sldLayoutId id="2147484974" r:id="rId17"/>
    <p:sldLayoutId id="2147484975" r:id="rId18"/>
    <p:sldLayoutId id="2147484976" r:id="rId19"/>
    <p:sldLayoutId id="2147484977" r:id="rId20"/>
    <p:sldLayoutId id="2147484978" r:id="rId21"/>
    <p:sldLayoutId id="2147484979" r:id="rId22"/>
    <p:sldLayoutId id="2147484980" r:id="rId23"/>
    <p:sldLayoutId id="2147484981" r:id="rId24"/>
    <p:sldLayoutId id="2147484982" r:id="rId25"/>
    <p:sldLayoutId id="2147484983" r:id="rId26"/>
    <p:sldLayoutId id="2147484984" r:id="rId27"/>
    <p:sldLayoutId id="2147484985" r:id="rId28"/>
    <p:sldLayoutId id="2147484986" r:id="rId29"/>
    <p:sldLayoutId id="2147484987" r:id="rId30"/>
    <p:sldLayoutId id="2147484988" r:id="rId31"/>
    <p:sldLayoutId id="2147484989" r:id="rId32"/>
    <p:sldLayoutId id="2147484990" r:id="rId33"/>
    <p:sldLayoutId id="2147484992" r:id="rId34"/>
    <p:sldLayoutId id="2147484993" r:id="rId35"/>
    <p:sldLayoutId id="2147484994" r:id="rId36"/>
  </p:sldLayoutIdLst>
  <p:hf hdr="0" dt="0"/>
  <p:txStyles>
    <p:title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731750"/>
            <a:ext cx="3780420" cy="162000"/>
          </a:xfrm>
          <a:prstGeom prst="rect">
            <a:avLst/>
          </a:prstGeom>
        </p:spPr>
        <p:txBody>
          <a:bodyPr vert="horz" lIns="0" tIns="0" rIns="0" bIns="0" rtlCol="0" anchor="b">
            <a:noAutofit/>
          </a:bodyPr>
          <a:lstStyle>
            <a:lvl1pPr marL="0" indent="0" algn="r">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OUR FOCUS | ONLY FOR INTERNAL USE</a:t>
            </a:r>
          </a:p>
        </p:txBody>
      </p:sp>
      <p:sp>
        <p:nvSpPr>
          <p:cNvPr id="6" name="Foliennummernplatzhalter 5"/>
          <p:cNvSpPr>
            <a:spLocks noGrp="1"/>
          </p:cNvSpPr>
          <p:nvPr>
            <p:ph type="sldNum" sz="quarter" idx="4"/>
          </p:nvPr>
        </p:nvSpPr>
        <p:spPr bwMode="gray">
          <a:xfrm>
            <a:off x="8568444" y="4733100"/>
            <a:ext cx="216000" cy="162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cstate="print">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06178711"/>
      </p:ext>
    </p:extLst>
  </p:cSld>
  <p:clrMap bg1="lt1" tx1="dk1" bg2="lt2" tx2="dk2" accent1="accent1" accent2="accent2" accent3="accent3" accent4="accent4" accent5="accent5" accent6="accent6" hlink="hlink" folHlink="folHlink"/>
  <p:sldLayoutIdLst>
    <p:sldLayoutId id="2147485033" r:id="rId1"/>
    <p:sldLayoutId id="2147485034" r:id="rId2"/>
    <p:sldLayoutId id="2147485035" r:id="rId3"/>
    <p:sldLayoutId id="2147485036" r:id="rId4"/>
    <p:sldLayoutId id="2147485037" r:id="rId5"/>
    <p:sldLayoutId id="2147485038" r:id="rId6"/>
    <p:sldLayoutId id="2147485039" r:id="rId7"/>
    <p:sldLayoutId id="2147485040" r:id="rId8"/>
    <p:sldLayoutId id="2147485041" r:id="rId9"/>
    <p:sldLayoutId id="2147485042" r:id="rId10"/>
    <p:sldLayoutId id="2147485043" r:id="rId11"/>
    <p:sldLayoutId id="2147485044" r:id="rId12"/>
    <p:sldLayoutId id="2147485045" r:id="rId13"/>
    <p:sldLayoutId id="2147485046" r:id="rId14"/>
    <p:sldLayoutId id="2147485047" r:id="rId15"/>
    <p:sldLayoutId id="2147485048" r:id="rId16"/>
    <p:sldLayoutId id="2147485049" r:id="rId17"/>
    <p:sldLayoutId id="2147485050" r:id="rId18"/>
    <p:sldLayoutId id="2147485051" r:id="rId19"/>
    <p:sldLayoutId id="2147485052" r:id="rId20"/>
    <p:sldLayoutId id="2147485053" r:id="rId21"/>
    <p:sldLayoutId id="2147485054" r:id="rId22"/>
    <p:sldLayoutId id="2147485055" r:id="rId23"/>
    <p:sldLayoutId id="2147485056" r:id="rId24"/>
    <p:sldLayoutId id="2147485057" r:id="rId25"/>
    <p:sldLayoutId id="2147485058" r:id="rId26"/>
    <p:sldLayoutId id="2147485059" r:id="rId27"/>
    <p:sldLayoutId id="2147485060" r:id="rId28"/>
    <p:sldLayoutId id="2147485061" r:id="rId29"/>
    <p:sldLayoutId id="2147485062" r:id="rId30"/>
    <p:sldLayoutId id="2147485063" r:id="rId31"/>
    <p:sldLayoutId id="2147485064" r:id="rId32"/>
    <p:sldLayoutId id="2147485065" r:id="rId33"/>
    <p:sldLayoutId id="2147485066" r:id="rId34"/>
  </p:sldLayoutIdLst>
  <p:hf sldNum="0"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917149594"/>
      </p:ext>
    </p:extLst>
  </p:cSld>
  <p:clrMap bg1="lt1" tx1="dk1" bg2="lt2" tx2="dk2" accent1="accent1" accent2="accent2" accent3="accent3" accent4="accent4" accent5="accent5" accent6="accent6" hlink="hlink" folHlink="folHlink"/>
  <p:sldLayoutIdLst>
    <p:sldLayoutId id="2147485068" r:id="rId1"/>
    <p:sldLayoutId id="2147485069" r:id="rId2"/>
    <p:sldLayoutId id="2147485070" r:id="rId3"/>
    <p:sldLayoutId id="2147485071" r:id="rId4"/>
    <p:sldLayoutId id="2147485072" r:id="rId5"/>
    <p:sldLayoutId id="2147485073" r:id="rId6"/>
    <p:sldLayoutId id="2147485074" r:id="rId7"/>
    <p:sldLayoutId id="2147485075" r:id="rId8"/>
    <p:sldLayoutId id="2147485076" r:id="rId9"/>
    <p:sldLayoutId id="2147485077" r:id="rId10"/>
    <p:sldLayoutId id="2147485078" r:id="rId11"/>
    <p:sldLayoutId id="2147485079" r:id="rId12"/>
    <p:sldLayoutId id="2147485080" r:id="rId13"/>
    <p:sldLayoutId id="2147485081" r:id="rId14"/>
    <p:sldLayoutId id="2147485082" r:id="rId15"/>
    <p:sldLayoutId id="2147485083" r:id="rId16"/>
    <p:sldLayoutId id="2147485084" r:id="rId17"/>
    <p:sldLayoutId id="2147485085" r:id="rId18"/>
    <p:sldLayoutId id="2147485086" r:id="rId19"/>
    <p:sldLayoutId id="2147485087" r:id="rId20"/>
    <p:sldLayoutId id="2147485088" r:id="rId21"/>
    <p:sldLayoutId id="2147485089" r:id="rId22"/>
    <p:sldLayoutId id="2147485090" r:id="rId23"/>
    <p:sldLayoutId id="2147485091" r:id="rId24"/>
    <p:sldLayoutId id="2147485092" r:id="rId25"/>
    <p:sldLayoutId id="2147485093" r:id="rId26"/>
    <p:sldLayoutId id="2147485094" r:id="rId27"/>
    <p:sldLayoutId id="2147485095" r:id="rId28"/>
    <p:sldLayoutId id="2147485096" r:id="rId29"/>
    <p:sldLayoutId id="2147485097" r:id="rId30"/>
    <p:sldLayoutId id="2147485098" r:id="rId31"/>
    <p:sldLayoutId id="2147485099" r:id="rId32"/>
    <p:sldLayoutId id="2147485100" r:id="rId33"/>
    <p:sldLayoutId id="2147485101" r:id="rId34"/>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7.xml"/></Relationships>
</file>

<file path=ppt/slides/_rels/slide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9" Type="http://schemas.openxmlformats.org/officeDocument/2006/relationships/notesSlide" Target="../notesSlides/notesSlide3.xml"/><Relationship Id="rId21" Type="http://schemas.openxmlformats.org/officeDocument/2006/relationships/tags" Target="../tags/tag22.xml"/><Relationship Id="rId34" Type="http://schemas.openxmlformats.org/officeDocument/2006/relationships/tags" Target="../tags/tag35.xml"/><Relationship Id="rId42" Type="http://schemas.openxmlformats.org/officeDocument/2006/relationships/image" Target="../media/image42.png"/><Relationship Id="rId7" Type="http://schemas.openxmlformats.org/officeDocument/2006/relationships/tags" Target="../tags/tag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tags" Target="../tags/tag30.xml"/><Relationship Id="rId41" Type="http://schemas.openxmlformats.org/officeDocument/2006/relationships/image" Target="../media/image41.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32" Type="http://schemas.openxmlformats.org/officeDocument/2006/relationships/tags" Target="../tags/tag33.xml"/><Relationship Id="rId37" Type="http://schemas.openxmlformats.org/officeDocument/2006/relationships/tags" Target="../tags/tag38.xml"/><Relationship Id="rId40" Type="http://schemas.openxmlformats.org/officeDocument/2006/relationships/image" Target="../media/image40.png"/><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10" Type="http://schemas.openxmlformats.org/officeDocument/2006/relationships/tags" Target="../tags/tag11.xml"/><Relationship Id="rId19" Type="http://schemas.openxmlformats.org/officeDocument/2006/relationships/tags" Target="../tags/tag20.xml"/><Relationship Id="rId31" Type="http://schemas.openxmlformats.org/officeDocument/2006/relationships/tags" Target="../tags/tag32.xml"/><Relationship Id="rId44" Type="http://schemas.openxmlformats.org/officeDocument/2006/relationships/image" Target="../media/image44.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43" Type="http://schemas.openxmlformats.org/officeDocument/2006/relationships/image" Target="../media/image43.svg"/><Relationship Id="rId8" Type="http://schemas.openxmlformats.org/officeDocument/2006/relationships/tags" Target="../tags/tag9.xml"/><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package" Target="../embeddings/Microsoft_Word_Document.docx"/><Relationship Id="rId1" Type="http://schemas.openxmlformats.org/officeDocument/2006/relationships/slideLayout" Target="../slideLayouts/slideLayout36.xml"/><Relationship Id="rId5" Type="http://schemas.openxmlformats.org/officeDocument/2006/relationships/image" Target="../media/image46.emf"/><Relationship Id="rId4" Type="http://schemas.openxmlformats.org/officeDocument/2006/relationships/package" Target="../embeddings/Microsoft_Word_Document1.docx"/></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image" Target="../media/image41.png"/><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40.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notesSlide" Target="../notesSlides/notesSlide13.xml"/><Relationship Id="rId5" Type="http://schemas.openxmlformats.org/officeDocument/2006/relationships/tags" Target="../tags/tag43.xml"/><Relationship Id="rId15" Type="http://schemas.openxmlformats.org/officeDocument/2006/relationships/image" Target="../media/image43.svg"/><Relationship Id="rId10" Type="http://schemas.openxmlformats.org/officeDocument/2006/relationships/slideLayout" Target="../slideLayouts/slideLayout10.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image" Target="../media/image42.png"/></Relationships>
</file>

<file path=ppt/slides/_rels/slide20.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image" Target="../media/image47.png"/><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image" Target="../media/image41.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notesSlide" Target="../notesSlides/notesSlide14.xml"/><Relationship Id="rId5" Type="http://schemas.openxmlformats.org/officeDocument/2006/relationships/tags" Target="../tags/tag52.xml"/><Relationship Id="rId10" Type="http://schemas.openxmlformats.org/officeDocument/2006/relationships/slideLayout" Target="../slideLayouts/slideLayout29.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9.xml"/></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59.xml"/><Relationship Id="rId7" Type="http://schemas.openxmlformats.org/officeDocument/2006/relationships/notesSlide" Target="../notesSlides/notesSlide15.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29.xml"/><Relationship Id="rId5" Type="http://schemas.openxmlformats.org/officeDocument/2006/relationships/tags" Target="../tags/tag61.xml"/><Relationship Id="rId10" Type="http://schemas.openxmlformats.org/officeDocument/2006/relationships/image" Target="../media/image48.png"/><Relationship Id="rId4" Type="http://schemas.openxmlformats.org/officeDocument/2006/relationships/tags" Target="../tags/tag60.xml"/><Relationship Id="rId9"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17.xml"/></Relationships>
</file>

<file path=ppt/slides/_rels/slide24.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18" Type="http://schemas.openxmlformats.org/officeDocument/2006/relationships/image" Target="../media/image48.png"/><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image" Target="../media/image41.png"/><Relationship Id="rId2" Type="http://schemas.openxmlformats.org/officeDocument/2006/relationships/tags" Target="../tags/tag63.xml"/><Relationship Id="rId16" Type="http://schemas.openxmlformats.org/officeDocument/2006/relationships/image" Target="../media/image40.png"/><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5" Type="http://schemas.openxmlformats.org/officeDocument/2006/relationships/notesSlide" Target="../notesSlides/notesSlide16.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3" Type="http://schemas.openxmlformats.org/officeDocument/2006/relationships/tags" Target="../tags/tag87.xml"/><Relationship Id="rId18" Type="http://schemas.openxmlformats.org/officeDocument/2006/relationships/tags" Target="../tags/tag92.xml"/><Relationship Id="rId26" Type="http://schemas.openxmlformats.org/officeDocument/2006/relationships/tags" Target="../tags/tag100.xml"/><Relationship Id="rId21" Type="http://schemas.openxmlformats.org/officeDocument/2006/relationships/tags" Target="../tags/tag95.xml"/><Relationship Id="rId34" Type="http://schemas.openxmlformats.org/officeDocument/2006/relationships/image" Target="../media/image50.png"/><Relationship Id="rId7" Type="http://schemas.openxmlformats.org/officeDocument/2006/relationships/tags" Target="../tags/tag81.xml"/><Relationship Id="rId12" Type="http://schemas.openxmlformats.org/officeDocument/2006/relationships/tags" Target="../tags/tag86.xml"/><Relationship Id="rId17" Type="http://schemas.openxmlformats.org/officeDocument/2006/relationships/tags" Target="../tags/tag91.xml"/><Relationship Id="rId25" Type="http://schemas.openxmlformats.org/officeDocument/2006/relationships/tags" Target="../tags/tag99.xml"/><Relationship Id="rId33" Type="http://schemas.openxmlformats.org/officeDocument/2006/relationships/notesSlide" Target="../notesSlides/notesSlide17.xml"/><Relationship Id="rId38" Type="http://schemas.openxmlformats.org/officeDocument/2006/relationships/image" Target="../media/image43.svg"/><Relationship Id="rId2" Type="http://schemas.openxmlformats.org/officeDocument/2006/relationships/tags" Target="../tags/tag76.xml"/><Relationship Id="rId16" Type="http://schemas.openxmlformats.org/officeDocument/2006/relationships/tags" Target="../tags/tag90.xml"/><Relationship Id="rId20" Type="http://schemas.openxmlformats.org/officeDocument/2006/relationships/tags" Target="../tags/tag94.xml"/><Relationship Id="rId29" Type="http://schemas.openxmlformats.org/officeDocument/2006/relationships/tags" Target="../tags/tag103.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24" Type="http://schemas.openxmlformats.org/officeDocument/2006/relationships/tags" Target="../tags/tag98.xml"/><Relationship Id="rId32" Type="http://schemas.openxmlformats.org/officeDocument/2006/relationships/slideLayout" Target="../slideLayouts/slideLayout82.xml"/><Relationship Id="rId37" Type="http://schemas.openxmlformats.org/officeDocument/2006/relationships/image" Target="../media/image42.png"/><Relationship Id="rId5" Type="http://schemas.openxmlformats.org/officeDocument/2006/relationships/tags" Target="../tags/tag79.xml"/><Relationship Id="rId15" Type="http://schemas.openxmlformats.org/officeDocument/2006/relationships/tags" Target="../tags/tag89.xml"/><Relationship Id="rId23" Type="http://schemas.openxmlformats.org/officeDocument/2006/relationships/tags" Target="../tags/tag97.xml"/><Relationship Id="rId28" Type="http://schemas.openxmlformats.org/officeDocument/2006/relationships/tags" Target="../tags/tag102.xml"/><Relationship Id="rId36" Type="http://schemas.openxmlformats.org/officeDocument/2006/relationships/image" Target="../media/image48.png"/><Relationship Id="rId10" Type="http://schemas.openxmlformats.org/officeDocument/2006/relationships/tags" Target="../tags/tag84.xml"/><Relationship Id="rId19" Type="http://schemas.openxmlformats.org/officeDocument/2006/relationships/tags" Target="../tags/tag93.xml"/><Relationship Id="rId31" Type="http://schemas.openxmlformats.org/officeDocument/2006/relationships/tags" Target="../tags/tag105.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tags" Target="../tags/tag88.xml"/><Relationship Id="rId22" Type="http://schemas.openxmlformats.org/officeDocument/2006/relationships/tags" Target="../tags/tag96.xml"/><Relationship Id="rId27" Type="http://schemas.openxmlformats.org/officeDocument/2006/relationships/tags" Target="../tags/tag101.xml"/><Relationship Id="rId30" Type="http://schemas.openxmlformats.org/officeDocument/2006/relationships/tags" Target="../tags/tag104.xml"/><Relationship Id="rId35" Type="http://schemas.openxmlformats.org/officeDocument/2006/relationships/image" Target="../media/image47.png"/><Relationship Id="rId8" Type="http://schemas.openxmlformats.org/officeDocument/2006/relationships/tags" Target="../tags/tag82.xml"/><Relationship Id="rId3" Type="http://schemas.openxmlformats.org/officeDocument/2006/relationships/tags" Target="../tags/tag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28.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tags" Target="../tags/tag123.xml"/><Relationship Id="rId26" Type="http://schemas.openxmlformats.org/officeDocument/2006/relationships/image" Target="../media/image48.png"/><Relationship Id="rId3" Type="http://schemas.openxmlformats.org/officeDocument/2006/relationships/tags" Target="../tags/tag108.xml"/><Relationship Id="rId21" Type="http://schemas.openxmlformats.org/officeDocument/2006/relationships/notesSlide" Target="../notesSlides/notesSlide18.xml"/><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5" Type="http://schemas.openxmlformats.org/officeDocument/2006/relationships/image" Target="../media/image43.svg"/><Relationship Id="rId2" Type="http://schemas.openxmlformats.org/officeDocument/2006/relationships/tags" Target="../tags/tag107.xml"/><Relationship Id="rId16" Type="http://schemas.openxmlformats.org/officeDocument/2006/relationships/tags" Target="../tags/tag121.xml"/><Relationship Id="rId20" Type="http://schemas.openxmlformats.org/officeDocument/2006/relationships/slideLayout" Target="../slideLayouts/slideLayout82.xml"/><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24" Type="http://schemas.openxmlformats.org/officeDocument/2006/relationships/image" Target="../media/image42.png"/><Relationship Id="rId5" Type="http://schemas.openxmlformats.org/officeDocument/2006/relationships/tags" Target="../tags/tag110.xml"/><Relationship Id="rId15" Type="http://schemas.openxmlformats.org/officeDocument/2006/relationships/tags" Target="../tags/tag120.xml"/><Relationship Id="rId23" Type="http://schemas.openxmlformats.org/officeDocument/2006/relationships/image" Target="../media/image47.png"/><Relationship Id="rId10" Type="http://schemas.openxmlformats.org/officeDocument/2006/relationships/tags" Target="../tags/tag115.xml"/><Relationship Id="rId19" Type="http://schemas.openxmlformats.org/officeDocument/2006/relationships/tags" Target="../tags/tag124.xml"/><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 Id="rId22" Type="http://schemas.openxmlformats.org/officeDocument/2006/relationships/image" Target="../media/image50.png"/></Relationships>
</file>

<file path=ppt/slides/_rels/slide2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127.xml"/><Relationship Id="rId7" Type="http://schemas.openxmlformats.org/officeDocument/2006/relationships/notesSlide" Target="../notesSlides/notesSlide19.xml"/><Relationship Id="rId12" Type="http://schemas.openxmlformats.org/officeDocument/2006/relationships/image" Target="../media/image48.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slideLayout" Target="../slideLayouts/slideLayout82.xml"/><Relationship Id="rId11" Type="http://schemas.openxmlformats.org/officeDocument/2006/relationships/image" Target="../media/image47.png"/><Relationship Id="rId5" Type="http://schemas.openxmlformats.org/officeDocument/2006/relationships/tags" Target="../tags/tag129.xml"/><Relationship Id="rId10" Type="http://schemas.openxmlformats.org/officeDocument/2006/relationships/image" Target="../media/image50.png"/><Relationship Id="rId4" Type="http://schemas.openxmlformats.org/officeDocument/2006/relationships/tags" Target="../tags/tag128.xml"/><Relationship Id="rId9" Type="http://schemas.openxmlformats.org/officeDocument/2006/relationships/image" Target="../media/image43.svg"/></Relationships>
</file>

<file path=ppt/slides/_rels/slide30.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18" Type="http://schemas.openxmlformats.org/officeDocument/2006/relationships/tags" Target="../tags/tag147.xml"/><Relationship Id="rId26" Type="http://schemas.openxmlformats.org/officeDocument/2006/relationships/image" Target="../media/image43.svg"/><Relationship Id="rId3" Type="http://schemas.openxmlformats.org/officeDocument/2006/relationships/tags" Target="../tags/tag132.xml"/><Relationship Id="rId21" Type="http://schemas.openxmlformats.org/officeDocument/2006/relationships/tags" Target="../tags/tag150.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tags" Target="../tags/tag146.xml"/><Relationship Id="rId25" Type="http://schemas.openxmlformats.org/officeDocument/2006/relationships/image" Target="../media/image42.png"/><Relationship Id="rId2" Type="http://schemas.openxmlformats.org/officeDocument/2006/relationships/tags" Target="../tags/tag131.xml"/><Relationship Id="rId16" Type="http://schemas.openxmlformats.org/officeDocument/2006/relationships/tags" Target="../tags/tag145.xml"/><Relationship Id="rId20" Type="http://schemas.openxmlformats.org/officeDocument/2006/relationships/tags" Target="../tags/tag149.xml"/><Relationship Id="rId29" Type="http://schemas.openxmlformats.org/officeDocument/2006/relationships/image" Target="../media/image47.png"/><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24" Type="http://schemas.openxmlformats.org/officeDocument/2006/relationships/notesSlide" Target="../notesSlides/notesSlide20.xml"/><Relationship Id="rId5" Type="http://schemas.openxmlformats.org/officeDocument/2006/relationships/tags" Target="../tags/tag134.xml"/><Relationship Id="rId15" Type="http://schemas.openxmlformats.org/officeDocument/2006/relationships/tags" Target="../tags/tag144.xml"/><Relationship Id="rId23" Type="http://schemas.openxmlformats.org/officeDocument/2006/relationships/slideLayout" Target="../slideLayouts/slideLayout82.xml"/><Relationship Id="rId28" Type="http://schemas.openxmlformats.org/officeDocument/2006/relationships/image" Target="../media/image48.png"/><Relationship Id="rId10" Type="http://schemas.openxmlformats.org/officeDocument/2006/relationships/tags" Target="../tags/tag139.xml"/><Relationship Id="rId19" Type="http://schemas.openxmlformats.org/officeDocument/2006/relationships/tags" Target="../tags/tag148.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 Id="rId22" Type="http://schemas.openxmlformats.org/officeDocument/2006/relationships/tags" Target="../tags/tag151.xml"/><Relationship Id="rId27" Type="http://schemas.openxmlformats.org/officeDocument/2006/relationships/image" Target="../media/image50.png"/></Relationships>
</file>

<file path=ppt/slides/_rels/slide31.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tags" Target="../tags/tag164.xml"/><Relationship Id="rId18" Type="http://schemas.openxmlformats.org/officeDocument/2006/relationships/tags" Target="../tags/tag169.xml"/><Relationship Id="rId3" Type="http://schemas.openxmlformats.org/officeDocument/2006/relationships/tags" Target="../tags/tag154.xml"/><Relationship Id="rId21" Type="http://schemas.openxmlformats.org/officeDocument/2006/relationships/image" Target="../media/image51.png"/><Relationship Id="rId7" Type="http://schemas.openxmlformats.org/officeDocument/2006/relationships/tags" Target="../tags/tag158.xml"/><Relationship Id="rId12" Type="http://schemas.openxmlformats.org/officeDocument/2006/relationships/tags" Target="../tags/tag163.xml"/><Relationship Id="rId17" Type="http://schemas.openxmlformats.org/officeDocument/2006/relationships/tags" Target="../tags/tag168.xml"/><Relationship Id="rId25" Type="http://schemas.openxmlformats.org/officeDocument/2006/relationships/image" Target="../media/image43.svg"/><Relationship Id="rId2" Type="http://schemas.openxmlformats.org/officeDocument/2006/relationships/tags" Target="../tags/tag153.xml"/><Relationship Id="rId16" Type="http://schemas.openxmlformats.org/officeDocument/2006/relationships/tags" Target="../tags/tag167.xml"/><Relationship Id="rId20" Type="http://schemas.openxmlformats.org/officeDocument/2006/relationships/notesSlide" Target="../notesSlides/notesSlide21.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24" Type="http://schemas.openxmlformats.org/officeDocument/2006/relationships/image" Target="../media/image42.png"/><Relationship Id="rId5" Type="http://schemas.openxmlformats.org/officeDocument/2006/relationships/tags" Target="../tags/tag156.xml"/><Relationship Id="rId15" Type="http://schemas.openxmlformats.org/officeDocument/2006/relationships/tags" Target="../tags/tag166.xml"/><Relationship Id="rId23" Type="http://schemas.openxmlformats.org/officeDocument/2006/relationships/image" Target="../media/image48.png"/><Relationship Id="rId10" Type="http://schemas.openxmlformats.org/officeDocument/2006/relationships/tags" Target="../tags/tag161.xml"/><Relationship Id="rId19" Type="http://schemas.openxmlformats.org/officeDocument/2006/relationships/slideLayout" Target="../slideLayouts/slideLayout82.xml"/><Relationship Id="rId4" Type="http://schemas.openxmlformats.org/officeDocument/2006/relationships/tags" Target="../tags/tag155.xml"/><Relationship Id="rId9" Type="http://schemas.openxmlformats.org/officeDocument/2006/relationships/tags" Target="../tags/tag160.xml"/><Relationship Id="rId14" Type="http://schemas.openxmlformats.org/officeDocument/2006/relationships/tags" Target="../tags/tag165.xml"/><Relationship Id="rId22"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82.xml"/></Relationships>
</file>

<file path=ppt/slides/_rels/slide3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8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35.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image" Target="../media/image43.svg"/><Relationship Id="rId3" Type="http://schemas.openxmlformats.org/officeDocument/2006/relationships/tags" Target="../tags/tag172.xml"/><Relationship Id="rId7" Type="http://schemas.openxmlformats.org/officeDocument/2006/relationships/tags" Target="../tags/tag176.xml"/><Relationship Id="rId12" Type="http://schemas.openxmlformats.org/officeDocument/2006/relationships/image" Target="../media/image42.pn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image" Target="../media/image48.png"/><Relationship Id="rId5" Type="http://schemas.openxmlformats.org/officeDocument/2006/relationships/tags" Target="../tags/tag174.xml"/><Relationship Id="rId10" Type="http://schemas.openxmlformats.org/officeDocument/2006/relationships/notesSlide" Target="../notesSlides/notesSlide22.xml"/><Relationship Id="rId4" Type="http://schemas.openxmlformats.org/officeDocument/2006/relationships/tags" Target="../tags/tag173.xml"/><Relationship Id="rId9" Type="http://schemas.openxmlformats.org/officeDocument/2006/relationships/slideLayout" Target="../slideLayouts/slideLayout8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2.xml"/></Relationships>
</file>

<file path=ppt/slides/_rels/slide37.xml.rels><?xml version="1.0" encoding="UTF-8" standalone="yes"?>
<Relationships xmlns="http://schemas.openxmlformats.org/package/2006/relationships"><Relationship Id="rId8" Type="http://schemas.openxmlformats.org/officeDocument/2006/relationships/tags" Target="../tags/tag185.xml"/><Relationship Id="rId3" Type="http://schemas.openxmlformats.org/officeDocument/2006/relationships/tags" Target="../tags/tag180.xml"/><Relationship Id="rId7" Type="http://schemas.openxmlformats.org/officeDocument/2006/relationships/tags" Target="../tags/tag184.xml"/><Relationship Id="rId12" Type="http://schemas.openxmlformats.org/officeDocument/2006/relationships/image" Target="../media/image48.png"/><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notesSlide" Target="../notesSlides/notesSlide24.xml"/><Relationship Id="rId5" Type="http://schemas.openxmlformats.org/officeDocument/2006/relationships/tags" Target="../tags/tag182.xml"/><Relationship Id="rId10" Type="http://schemas.openxmlformats.org/officeDocument/2006/relationships/slideLayout" Target="../slideLayouts/slideLayout82.xml"/><Relationship Id="rId4" Type="http://schemas.openxmlformats.org/officeDocument/2006/relationships/tags" Target="../tags/tag181.xml"/><Relationship Id="rId9" Type="http://schemas.openxmlformats.org/officeDocument/2006/relationships/tags" Target="../tags/tag186.xml"/></Relationships>
</file>

<file path=ppt/slides/_rels/slide38.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tags" Target="../tags/tag204.xml"/><Relationship Id="rId3" Type="http://schemas.openxmlformats.org/officeDocument/2006/relationships/tags" Target="../tags/tag189.xml"/><Relationship Id="rId21" Type="http://schemas.openxmlformats.org/officeDocument/2006/relationships/notesSlide" Target="../notesSlides/notesSlide25.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slideLayout" Target="../slideLayouts/slideLayout82.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image" Target="../media/image52.png"/><Relationship Id="rId10" Type="http://schemas.openxmlformats.org/officeDocument/2006/relationships/tags" Target="../tags/tag196.xml"/><Relationship Id="rId19" Type="http://schemas.openxmlformats.org/officeDocument/2006/relationships/tags" Target="../tags/tag205.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image" Target="../media/image50.png"/></Relationships>
</file>

<file path=ppt/slides/_rels/slide39.xml.rels><?xml version="1.0" encoding="UTF-8" standalone="yes"?>
<Relationships xmlns="http://schemas.openxmlformats.org/package/2006/relationships"><Relationship Id="rId8" Type="http://schemas.openxmlformats.org/officeDocument/2006/relationships/tags" Target="../tags/tag213.xml"/><Relationship Id="rId13" Type="http://schemas.openxmlformats.org/officeDocument/2006/relationships/image" Target="../media/image50.png"/><Relationship Id="rId3" Type="http://schemas.openxmlformats.org/officeDocument/2006/relationships/tags" Target="../tags/tag208.xml"/><Relationship Id="rId7" Type="http://schemas.openxmlformats.org/officeDocument/2006/relationships/tags" Target="../tags/tag212.xml"/><Relationship Id="rId12" Type="http://schemas.openxmlformats.org/officeDocument/2006/relationships/notesSlide" Target="../notesSlides/notesSlide26.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11" Type="http://schemas.openxmlformats.org/officeDocument/2006/relationships/slideLayout" Target="../slideLayouts/slideLayout82.xml"/><Relationship Id="rId5" Type="http://schemas.openxmlformats.org/officeDocument/2006/relationships/tags" Target="../tags/tag210.xml"/><Relationship Id="rId15" Type="http://schemas.openxmlformats.org/officeDocument/2006/relationships/image" Target="../media/image48.png"/><Relationship Id="rId10" Type="http://schemas.openxmlformats.org/officeDocument/2006/relationships/tags" Target="../tags/tag215.xml"/><Relationship Id="rId4" Type="http://schemas.openxmlformats.org/officeDocument/2006/relationships/tags" Target="../tags/tag209.xml"/><Relationship Id="rId9" Type="http://schemas.openxmlformats.org/officeDocument/2006/relationships/tags" Target="../tags/tag214.xml"/><Relationship Id="rId14" Type="http://schemas.openxmlformats.org/officeDocument/2006/relationships/image" Target="../media/image47.png"/></Relationships>
</file>

<file path=ppt/slides/_rels/slide4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218.xml"/><Relationship Id="rId7" Type="http://schemas.openxmlformats.org/officeDocument/2006/relationships/notesSlide" Target="../notesSlides/notesSlide27.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slideLayout" Target="../slideLayouts/slideLayout82.xml"/><Relationship Id="rId5" Type="http://schemas.openxmlformats.org/officeDocument/2006/relationships/tags" Target="../tags/tag220.xml"/><Relationship Id="rId10" Type="http://schemas.openxmlformats.org/officeDocument/2006/relationships/comments" Target="../comments/comment1.xml"/><Relationship Id="rId4" Type="http://schemas.openxmlformats.org/officeDocument/2006/relationships/tags" Target="../tags/tag219.xml"/><Relationship Id="rId9"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223.xml"/><Relationship Id="rId7" Type="http://schemas.openxmlformats.org/officeDocument/2006/relationships/notesSlide" Target="../notesSlides/notesSlide28.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slideLayout" Target="../slideLayouts/slideLayout82.xml"/><Relationship Id="rId5" Type="http://schemas.openxmlformats.org/officeDocument/2006/relationships/tags" Target="../tags/tag225.xml"/><Relationship Id="rId10" Type="http://schemas.openxmlformats.org/officeDocument/2006/relationships/comments" Target="../comments/comment2.xml"/><Relationship Id="rId4" Type="http://schemas.openxmlformats.org/officeDocument/2006/relationships/tags" Target="../tags/tag224.xml"/><Relationship Id="rId9"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4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29.xml"/><Relationship Id="rId1" Type="http://schemas.openxmlformats.org/officeDocument/2006/relationships/slideLayout" Target="../slideLayouts/slideLayout2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1.xml.rels><?xml version="1.0" encoding="UTF-8" standalone="yes"?>
<Relationships xmlns="http://schemas.openxmlformats.org/package/2006/relationships"><Relationship Id="rId13" Type="http://schemas.openxmlformats.org/officeDocument/2006/relationships/tags" Target="../tags/tag238.xml"/><Relationship Id="rId18" Type="http://schemas.openxmlformats.org/officeDocument/2006/relationships/tags" Target="../tags/tag243.xml"/><Relationship Id="rId26" Type="http://schemas.openxmlformats.org/officeDocument/2006/relationships/tags" Target="../tags/tag251.xml"/><Relationship Id="rId39" Type="http://schemas.openxmlformats.org/officeDocument/2006/relationships/tags" Target="../tags/tag264.xml"/><Relationship Id="rId21" Type="http://schemas.openxmlformats.org/officeDocument/2006/relationships/tags" Target="../tags/tag246.xml"/><Relationship Id="rId34" Type="http://schemas.openxmlformats.org/officeDocument/2006/relationships/tags" Target="../tags/tag259.xml"/><Relationship Id="rId42" Type="http://schemas.openxmlformats.org/officeDocument/2006/relationships/tags" Target="../tags/tag267.xml"/><Relationship Id="rId47" Type="http://schemas.openxmlformats.org/officeDocument/2006/relationships/slideLayout" Target="../slideLayouts/slideLayout10.xml"/><Relationship Id="rId50" Type="http://schemas.openxmlformats.org/officeDocument/2006/relationships/image" Target="../media/image47.png"/><Relationship Id="rId7" Type="http://schemas.openxmlformats.org/officeDocument/2006/relationships/tags" Target="../tags/tag232.xml"/><Relationship Id="rId2" Type="http://schemas.openxmlformats.org/officeDocument/2006/relationships/tags" Target="../tags/tag227.xml"/><Relationship Id="rId16" Type="http://schemas.openxmlformats.org/officeDocument/2006/relationships/tags" Target="../tags/tag241.xml"/><Relationship Id="rId29" Type="http://schemas.openxmlformats.org/officeDocument/2006/relationships/tags" Target="../tags/tag254.xml"/><Relationship Id="rId11" Type="http://schemas.openxmlformats.org/officeDocument/2006/relationships/tags" Target="../tags/tag236.xml"/><Relationship Id="rId24" Type="http://schemas.openxmlformats.org/officeDocument/2006/relationships/tags" Target="../tags/tag249.xml"/><Relationship Id="rId32" Type="http://schemas.openxmlformats.org/officeDocument/2006/relationships/tags" Target="../tags/tag257.xml"/><Relationship Id="rId37" Type="http://schemas.openxmlformats.org/officeDocument/2006/relationships/tags" Target="../tags/tag262.xml"/><Relationship Id="rId40" Type="http://schemas.openxmlformats.org/officeDocument/2006/relationships/tags" Target="../tags/tag265.xml"/><Relationship Id="rId45" Type="http://schemas.openxmlformats.org/officeDocument/2006/relationships/tags" Target="../tags/tag270.xml"/><Relationship Id="rId5" Type="http://schemas.openxmlformats.org/officeDocument/2006/relationships/tags" Target="../tags/tag230.xml"/><Relationship Id="rId15" Type="http://schemas.openxmlformats.org/officeDocument/2006/relationships/tags" Target="../tags/tag240.xml"/><Relationship Id="rId23" Type="http://schemas.openxmlformats.org/officeDocument/2006/relationships/tags" Target="../tags/tag248.xml"/><Relationship Id="rId28" Type="http://schemas.openxmlformats.org/officeDocument/2006/relationships/tags" Target="../tags/tag253.xml"/><Relationship Id="rId36" Type="http://schemas.openxmlformats.org/officeDocument/2006/relationships/tags" Target="../tags/tag261.xml"/><Relationship Id="rId49" Type="http://schemas.openxmlformats.org/officeDocument/2006/relationships/image" Target="../media/image50.png"/><Relationship Id="rId10" Type="http://schemas.openxmlformats.org/officeDocument/2006/relationships/tags" Target="../tags/tag235.xml"/><Relationship Id="rId19" Type="http://schemas.openxmlformats.org/officeDocument/2006/relationships/tags" Target="../tags/tag244.xml"/><Relationship Id="rId31" Type="http://schemas.openxmlformats.org/officeDocument/2006/relationships/tags" Target="../tags/tag256.xml"/><Relationship Id="rId44" Type="http://schemas.openxmlformats.org/officeDocument/2006/relationships/tags" Target="../tags/tag269.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tags" Target="../tags/tag239.xml"/><Relationship Id="rId22" Type="http://schemas.openxmlformats.org/officeDocument/2006/relationships/tags" Target="../tags/tag247.xml"/><Relationship Id="rId27" Type="http://schemas.openxmlformats.org/officeDocument/2006/relationships/tags" Target="../tags/tag252.xml"/><Relationship Id="rId30" Type="http://schemas.openxmlformats.org/officeDocument/2006/relationships/tags" Target="../tags/tag255.xml"/><Relationship Id="rId35" Type="http://schemas.openxmlformats.org/officeDocument/2006/relationships/tags" Target="../tags/tag260.xml"/><Relationship Id="rId43" Type="http://schemas.openxmlformats.org/officeDocument/2006/relationships/tags" Target="../tags/tag268.xml"/><Relationship Id="rId48" Type="http://schemas.openxmlformats.org/officeDocument/2006/relationships/notesSlide" Target="../notesSlides/notesSlide33.xml"/><Relationship Id="rId8" Type="http://schemas.openxmlformats.org/officeDocument/2006/relationships/tags" Target="../tags/tag233.xml"/><Relationship Id="rId51" Type="http://schemas.openxmlformats.org/officeDocument/2006/relationships/image" Target="../media/image48.png"/><Relationship Id="rId3" Type="http://schemas.openxmlformats.org/officeDocument/2006/relationships/tags" Target="../tags/tag228.xml"/><Relationship Id="rId12" Type="http://schemas.openxmlformats.org/officeDocument/2006/relationships/tags" Target="../tags/tag237.xml"/><Relationship Id="rId17" Type="http://schemas.openxmlformats.org/officeDocument/2006/relationships/tags" Target="../tags/tag242.xml"/><Relationship Id="rId25" Type="http://schemas.openxmlformats.org/officeDocument/2006/relationships/tags" Target="../tags/tag250.xml"/><Relationship Id="rId33" Type="http://schemas.openxmlformats.org/officeDocument/2006/relationships/tags" Target="../tags/tag258.xml"/><Relationship Id="rId38" Type="http://schemas.openxmlformats.org/officeDocument/2006/relationships/tags" Target="../tags/tag263.xml"/><Relationship Id="rId46" Type="http://schemas.openxmlformats.org/officeDocument/2006/relationships/tags" Target="../tags/tag271.xml"/><Relationship Id="rId20" Type="http://schemas.openxmlformats.org/officeDocument/2006/relationships/tags" Target="../tags/tag245.xml"/><Relationship Id="rId41" Type="http://schemas.openxmlformats.org/officeDocument/2006/relationships/tags" Target="../tags/tag266.xml"/><Relationship Id="rId1" Type="http://schemas.openxmlformats.org/officeDocument/2006/relationships/tags" Target="../tags/tag226.xml"/><Relationship Id="rId6" Type="http://schemas.openxmlformats.org/officeDocument/2006/relationships/tags" Target="../tags/tag231.xml"/></Relationships>
</file>

<file path=ppt/slides/_rels/slide52.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3" Type="http://schemas.openxmlformats.org/officeDocument/2006/relationships/tags" Target="../tags/tag284.xml"/><Relationship Id="rId18" Type="http://schemas.openxmlformats.org/officeDocument/2006/relationships/tags" Target="../tags/tag289.xml"/><Relationship Id="rId26" Type="http://schemas.openxmlformats.org/officeDocument/2006/relationships/tags" Target="../tags/tag297.xml"/><Relationship Id="rId3" Type="http://schemas.openxmlformats.org/officeDocument/2006/relationships/tags" Target="../tags/tag274.xml"/><Relationship Id="rId21" Type="http://schemas.openxmlformats.org/officeDocument/2006/relationships/tags" Target="../tags/tag292.xml"/><Relationship Id="rId34" Type="http://schemas.openxmlformats.org/officeDocument/2006/relationships/image" Target="../media/image42.png"/><Relationship Id="rId7" Type="http://schemas.openxmlformats.org/officeDocument/2006/relationships/tags" Target="../tags/tag278.xml"/><Relationship Id="rId12" Type="http://schemas.openxmlformats.org/officeDocument/2006/relationships/tags" Target="../tags/tag283.xml"/><Relationship Id="rId17" Type="http://schemas.openxmlformats.org/officeDocument/2006/relationships/tags" Target="../tags/tag288.xml"/><Relationship Id="rId25" Type="http://schemas.openxmlformats.org/officeDocument/2006/relationships/tags" Target="../tags/tag296.xml"/><Relationship Id="rId33" Type="http://schemas.openxmlformats.org/officeDocument/2006/relationships/image" Target="../media/image48.png"/><Relationship Id="rId2" Type="http://schemas.openxmlformats.org/officeDocument/2006/relationships/tags" Target="../tags/tag273.xml"/><Relationship Id="rId16" Type="http://schemas.openxmlformats.org/officeDocument/2006/relationships/tags" Target="../tags/tag287.xml"/><Relationship Id="rId20" Type="http://schemas.openxmlformats.org/officeDocument/2006/relationships/tags" Target="../tags/tag291.xml"/><Relationship Id="rId29" Type="http://schemas.openxmlformats.org/officeDocument/2006/relationships/slideLayout" Target="../slideLayouts/slideLayout10.xml"/><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tags" Target="../tags/tag282.xml"/><Relationship Id="rId24" Type="http://schemas.openxmlformats.org/officeDocument/2006/relationships/tags" Target="../tags/tag295.xml"/><Relationship Id="rId32" Type="http://schemas.openxmlformats.org/officeDocument/2006/relationships/image" Target="../media/image47.png"/><Relationship Id="rId5" Type="http://schemas.openxmlformats.org/officeDocument/2006/relationships/tags" Target="../tags/tag276.xml"/><Relationship Id="rId15" Type="http://schemas.openxmlformats.org/officeDocument/2006/relationships/tags" Target="../tags/tag286.xml"/><Relationship Id="rId23" Type="http://schemas.openxmlformats.org/officeDocument/2006/relationships/tags" Target="../tags/tag294.xml"/><Relationship Id="rId28" Type="http://schemas.openxmlformats.org/officeDocument/2006/relationships/tags" Target="../tags/tag299.xml"/><Relationship Id="rId10" Type="http://schemas.openxmlformats.org/officeDocument/2006/relationships/tags" Target="../tags/tag281.xml"/><Relationship Id="rId19" Type="http://schemas.openxmlformats.org/officeDocument/2006/relationships/tags" Target="../tags/tag290.xml"/><Relationship Id="rId31" Type="http://schemas.openxmlformats.org/officeDocument/2006/relationships/image" Target="../media/image50.png"/><Relationship Id="rId4" Type="http://schemas.openxmlformats.org/officeDocument/2006/relationships/tags" Target="../tags/tag275.xml"/><Relationship Id="rId9" Type="http://schemas.openxmlformats.org/officeDocument/2006/relationships/tags" Target="../tags/tag280.xml"/><Relationship Id="rId14" Type="http://schemas.openxmlformats.org/officeDocument/2006/relationships/tags" Target="../tags/tag285.xml"/><Relationship Id="rId22" Type="http://schemas.openxmlformats.org/officeDocument/2006/relationships/tags" Target="../tags/tag293.xml"/><Relationship Id="rId27" Type="http://schemas.openxmlformats.org/officeDocument/2006/relationships/tags" Target="../tags/tag298.xml"/><Relationship Id="rId30" Type="http://schemas.openxmlformats.org/officeDocument/2006/relationships/notesSlide" Target="../notesSlides/notesSlide34.xml"/><Relationship Id="rId35" Type="http://schemas.openxmlformats.org/officeDocument/2006/relationships/image" Target="../media/image43.svg"/><Relationship Id="rId8" Type="http://schemas.openxmlformats.org/officeDocument/2006/relationships/tags" Target="../tags/tag279.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notesSlide" Target="../notesSlides/notesSlide35.xml"/><Relationship Id="rId7" Type="http://schemas.openxmlformats.org/officeDocument/2006/relationships/image" Target="../media/image60.png"/><Relationship Id="rId2" Type="http://schemas.openxmlformats.org/officeDocument/2006/relationships/slideLayout" Target="../slideLayouts/slideLayout29.xml"/><Relationship Id="rId1" Type="http://schemas.openxmlformats.org/officeDocument/2006/relationships/tags" Target="../tags/tag300.xml"/><Relationship Id="rId6" Type="http://schemas.openxmlformats.org/officeDocument/2006/relationships/image" Target="../media/image59.png"/><Relationship Id="rId5" Type="http://schemas.openxmlformats.org/officeDocument/2006/relationships/image" Target="../media/image58.emf"/><Relationship Id="rId4"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13" Type="http://schemas.openxmlformats.org/officeDocument/2006/relationships/tags" Target="../tags/tag313.xml"/><Relationship Id="rId18" Type="http://schemas.openxmlformats.org/officeDocument/2006/relationships/tags" Target="../tags/tag318.xml"/><Relationship Id="rId26" Type="http://schemas.openxmlformats.org/officeDocument/2006/relationships/tags" Target="../tags/tag326.xml"/><Relationship Id="rId21" Type="http://schemas.openxmlformats.org/officeDocument/2006/relationships/tags" Target="../tags/tag321.xml"/><Relationship Id="rId34" Type="http://schemas.openxmlformats.org/officeDocument/2006/relationships/image" Target="../media/image48.png"/><Relationship Id="rId7" Type="http://schemas.openxmlformats.org/officeDocument/2006/relationships/tags" Target="../tags/tag307.xml"/><Relationship Id="rId12" Type="http://schemas.openxmlformats.org/officeDocument/2006/relationships/tags" Target="../tags/tag312.xml"/><Relationship Id="rId17" Type="http://schemas.openxmlformats.org/officeDocument/2006/relationships/tags" Target="../tags/tag317.xml"/><Relationship Id="rId25" Type="http://schemas.openxmlformats.org/officeDocument/2006/relationships/tags" Target="../tags/tag325.xml"/><Relationship Id="rId33" Type="http://schemas.openxmlformats.org/officeDocument/2006/relationships/image" Target="../media/image50.png"/><Relationship Id="rId2" Type="http://schemas.openxmlformats.org/officeDocument/2006/relationships/tags" Target="../tags/tag302.xml"/><Relationship Id="rId16" Type="http://schemas.openxmlformats.org/officeDocument/2006/relationships/tags" Target="../tags/tag316.xml"/><Relationship Id="rId20" Type="http://schemas.openxmlformats.org/officeDocument/2006/relationships/tags" Target="../tags/tag320.xml"/><Relationship Id="rId29" Type="http://schemas.openxmlformats.org/officeDocument/2006/relationships/tags" Target="../tags/tag329.xml"/><Relationship Id="rId1" Type="http://schemas.openxmlformats.org/officeDocument/2006/relationships/tags" Target="../tags/tag301.xml"/><Relationship Id="rId6" Type="http://schemas.openxmlformats.org/officeDocument/2006/relationships/tags" Target="../tags/tag306.xml"/><Relationship Id="rId11" Type="http://schemas.openxmlformats.org/officeDocument/2006/relationships/tags" Target="../tags/tag311.xml"/><Relationship Id="rId24" Type="http://schemas.openxmlformats.org/officeDocument/2006/relationships/tags" Target="../tags/tag324.xml"/><Relationship Id="rId32" Type="http://schemas.openxmlformats.org/officeDocument/2006/relationships/notesSlide" Target="../notesSlides/notesSlide36.xml"/><Relationship Id="rId37" Type="http://schemas.openxmlformats.org/officeDocument/2006/relationships/image" Target="../media/image47.png"/><Relationship Id="rId5" Type="http://schemas.openxmlformats.org/officeDocument/2006/relationships/tags" Target="../tags/tag305.xml"/><Relationship Id="rId15" Type="http://schemas.openxmlformats.org/officeDocument/2006/relationships/tags" Target="../tags/tag315.xml"/><Relationship Id="rId23" Type="http://schemas.openxmlformats.org/officeDocument/2006/relationships/tags" Target="../tags/tag323.xml"/><Relationship Id="rId28" Type="http://schemas.openxmlformats.org/officeDocument/2006/relationships/tags" Target="../tags/tag328.xml"/><Relationship Id="rId36" Type="http://schemas.openxmlformats.org/officeDocument/2006/relationships/image" Target="../media/image63.svg"/><Relationship Id="rId10" Type="http://schemas.openxmlformats.org/officeDocument/2006/relationships/tags" Target="../tags/tag310.xml"/><Relationship Id="rId19" Type="http://schemas.openxmlformats.org/officeDocument/2006/relationships/tags" Target="../tags/tag319.xml"/><Relationship Id="rId31" Type="http://schemas.openxmlformats.org/officeDocument/2006/relationships/slideLayout" Target="../slideLayouts/slideLayout10.xml"/><Relationship Id="rId4" Type="http://schemas.openxmlformats.org/officeDocument/2006/relationships/tags" Target="../tags/tag304.xml"/><Relationship Id="rId9" Type="http://schemas.openxmlformats.org/officeDocument/2006/relationships/tags" Target="../tags/tag309.xml"/><Relationship Id="rId14" Type="http://schemas.openxmlformats.org/officeDocument/2006/relationships/tags" Target="../tags/tag314.xml"/><Relationship Id="rId22" Type="http://schemas.openxmlformats.org/officeDocument/2006/relationships/tags" Target="../tags/tag322.xml"/><Relationship Id="rId27" Type="http://schemas.openxmlformats.org/officeDocument/2006/relationships/tags" Target="../tags/tag327.xml"/><Relationship Id="rId30" Type="http://schemas.openxmlformats.org/officeDocument/2006/relationships/tags" Target="../tags/tag330.xml"/><Relationship Id="rId35" Type="http://schemas.openxmlformats.org/officeDocument/2006/relationships/image" Target="../media/image62.png"/><Relationship Id="rId8" Type="http://schemas.openxmlformats.org/officeDocument/2006/relationships/tags" Target="../tags/tag308.xml"/><Relationship Id="rId3" Type="http://schemas.openxmlformats.org/officeDocument/2006/relationships/tags" Target="../tags/tag30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8" Type="http://schemas.openxmlformats.org/officeDocument/2006/relationships/tags" Target="../tags/tag338.xml"/><Relationship Id="rId13" Type="http://schemas.openxmlformats.org/officeDocument/2006/relationships/slideLayout" Target="../slideLayouts/slideLayout152.xml"/><Relationship Id="rId18" Type="http://schemas.openxmlformats.org/officeDocument/2006/relationships/image" Target="../media/image43.svg"/><Relationship Id="rId3" Type="http://schemas.openxmlformats.org/officeDocument/2006/relationships/tags" Target="../tags/tag333.xml"/><Relationship Id="rId7" Type="http://schemas.openxmlformats.org/officeDocument/2006/relationships/tags" Target="../tags/tag337.xml"/><Relationship Id="rId12" Type="http://schemas.openxmlformats.org/officeDocument/2006/relationships/tags" Target="../tags/tag342.xml"/><Relationship Id="rId17" Type="http://schemas.openxmlformats.org/officeDocument/2006/relationships/image" Target="../media/image42.png"/><Relationship Id="rId2" Type="http://schemas.openxmlformats.org/officeDocument/2006/relationships/tags" Target="../tags/tag332.xml"/><Relationship Id="rId16" Type="http://schemas.openxmlformats.org/officeDocument/2006/relationships/image" Target="../media/image47.png"/><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tags" Target="../tags/tag341.xml"/><Relationship Id="rId5" Type="http://schemas.openxmlformats.org/officeDocument/2006/relationships/tags" Target="../tags/tag335.xml"/><Relationship Id="rId15" Type="http://schemas.openxmlformats.org/officeDocument/2006/relationships/image" Target="../media/image50.png"/><Relationship Id="rId10" Type="http://schemas.openxmlformats.org/officeDocument/2006/relationships/tags" Target="../tags/tag340.xml"/><Relationship Id="rId19" Type="http://schemas.openxmlformats.org/officeDocument/2006/relationships/image" Target="../media/image48.png"/><Relationship Id="rId4" Type="http://schemas.openxmlformats.org/officeDocument/2006/relationships/tags" Target="../tags/tag334.xml"/><Relationship Id="rId9" Type="http://schemas.openxmlformats.org/officeDocument/2006/relationships/tags" Target="../tags/tag339.xml"/><Relationship Id="rId14" Type="http://schemas.openxmlformats.org/officeDocument/2006/relationships/notesSlide" Target="../notesSlides/notesSlide39.xml"/></Relationships>
</file>

<file path=ppt/slides/_rels/slide63.xml.rels><?xml version="1.0" encoding="UTF-8" standalone="yes"?>
<Relationships xmlns="http://schemas.openxmlformats.org/package/2006/relationships"><Relationship Id="rId8" Type="http://schemas.openxmlformats.org/officeDocument/2006/relationships/tags" Target="../tags/tag350.xml"/><Relationship Id="rId13" Type="http://schemas.openxmlformats.org/officeDocument/2006/relationships/slideLayout" Target="../slideLayouts/slideLayout10.xml"/><Relationship Id="rId18" Type="http://schemas.openxmlformats.org/officeDocument/2006/relationships/image" Target="../media/image43.svg"/><Relationship Id="rId3" Type="http://schemas.openxmlformats.org/officeDocument/2006/relationships/tags" Target="../tags/tag345.xml"/><Relationship Id="rId7" Type="http://schemas.openxmlformats.org/officeDocument/2006/relationships/tags" Target="../tags/tag349.xml"/><Relationship Id="rId12" Type="http://schemas.openxmlformats.org/officeDocument/2006/relationships/tags" Target="../tags/tag354.xml"/><Relationship Id="rId17" Type="http://schemas.openxmlformats.org/officeDocument/2006/relationships/image" Target="../media/image42.png"/><Relationship Id="rId2" Type="http://schemas.openxmlformats.org/officeDocument/2006/relationships/tags" Target="../tags/tag344.xml"/><Relationship Id="rId16" Type="http://schemas.openxmlformats.org/officeDocument/2006/relationships/image" Target="../media/image47.png"/><Relationship Id="rId1" Type="http://schemas.openxmlformats.org/officeDocument/2006/relationships/tags" Target="../tags/tag343.xml"/><Relationship Id="rId6" Type="http://schemas.openxmlformats.org/officeDocument/2006/relationships/tags" Target="../tags/tag348.xml"/><Relationship Id="rId11" Type="http://schemas.openxmlformats.org/officeDocument/2006/relationships/tags" Target="../tags/tag353.xml"/><Relationship Id="rId5" Type="http://schemas.openxmlformats.org/officeDocument/2006/relationships/tags" Target="../tags/tag347.xml"/><Relationship Id="rId15" Type="http://schemas.openxmlformats.org/officeDocument/2006/relationships/image" Target="../media/image50.png"/><Relationship Id="rId10" Type="http://schemas.openxmlformats.org/officeDocument/2006/relationships/tags" Target="../tags/tag352.xml"/><Relationship Id="rId19" Type="http://schemas.openxmlformats.org/officeDocument/2006/relationships/image" Target="../media/image48.png"/><Relationship Id="rId4" Type="http://schemas.openxmlformats.org/officeDocument/2006/relationships/tags" Target="../tags/tag346.xml"/><Relationship Id="rId9" Type="http://schemas.openxmlformats.org/officeDocument/2006/relationships/tags" Target="../tags/tag351.xml"/><Relationship Id="rId14" Type="http://schemas.openxmlformats.org/officeDocument/2006/relationships/notesSlide" Target="../notesSlides/notesSlide4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66.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altLang="zh-CN" sz="2000" b="1"/>
              <a:t>Portfolio Executive Committee </a:t>
            </a:r>
            <a:r>
              <a:rPr lang="en-GB" sz="2000" b="1"/>
              <a:t>(PEC) </a:t>
            </a:r>
            <a:br>
              <a:rPr lang="en-GB" sz="2000" b="1"/>
            </a:br>
            <a:r>
              <a:rPr lang="en-GB" sz="2000" b="1"/>
              <a:t>Review Meeting </a:t>
            </a:r>
            <a:br>
              <a:rPr lang="en-GB" sz="2000" b="1"/>
            </a:br>
            <a:br>
              <a:rPr lang="en-GB" sz="2000" b="1"/>
            </a:br>
            <a:r>
              <a:rPr lang="en-GB" sz="2000" b="1"/>
              <a:t>Portfolio Overview Update - I</a:t>
            </a:r>
            <a:r>
              <a:rPr lang="en-US" altLang="zh-CN" sz="2000" b="1" err="1"/>
              <a:t>nflammation</a:t>
            </a:r>
            <a:r>
              <a:rPr lang="en-GB" sz="2000" b="1"/>
              <a:t> </a:t>
            </a:r>
          </a:p>
        </p:txBody>
      </p:sp>
      <p:sp>
        <p:nvSpPr>
          <p:cNvPr id="5" name="Subtitle 4"/>
          <p:cNvSpPr>
            <a:spLocks noGrp="1"/>
          </p:cNvSpPr>
          <p:nvPr>
            <p:ph type="subTitle" idx="1"/>
          </p:nvPr>
        </p:nvSpPr>
        <p:spPr>
          <a:xfrm>
            <a:off x="359570" y="3327840"/>
            <a:ext cx="6211031" cy="246221"/>
          </a:xfrm>
        </p:spPr>
        <p:txBody>
          <a:bodyPr vert="horz" wrap="square" lIns="0" tIns="0" rIns="0" bIns="0" rtlCol="0" anchor="t">
            <a:spAutoFit/>
          </a:bodyPr>
          <a:lstStyle/>
          <a:p>
            <a:r>
              <a:rPr lang="en-US" altLang="zh-CN" sz="1600"/>
              <a:t>Yuting Li/Ying Chen   Apr 25</a:t>
            </a:r>
            <a:r>
              <a:rPr lang="en-US" altLang="zh-CN" sz="1600" baseline="30000"/>
              <a:t>th</a:t>
            </a:r>
            <a:r>
              <a:rPr lang="en-US" altLang="zh-CN" sz="1600"/>
              <a:t> , </a:t>
            </a:r>
            <a:r>
              <a:rPr lang="en-US" sz="1600"/>
              <a:t>2024</a:t>
            </a:r>
          </a:p>
        </p:txBody>
      </p:sp>
      <p:sp>
        <p:nvSpPr>
          <p:cNvPr id="7" name="TextBox 6"/>
          <p:cNvSpPr txBox="1"/>
          <p:nvPr/>
        </p:nvSpPr>
        <p:spPr>
          <a:xfrm>
            <a:off x="1578473" y="4760728"/>
            <a:ext cx="3408196" cy="161583"/>
          </a:xfrm>
          <a:prstGeom prst="rect">
            <a:avLst/>
          </a:prstGeom>
          <a:noFill/>
        </p:spPr>
        <p:txBody>
          <a:bodyPr wrap="square" lIns="0" tIns="0" rIns="0" bIns="0" rtlCol="0">
            <a:spAutoFit/>
          </a:bodyPr>
          <a:lstStyle/>
          <a:p>
            <a:r>
              <a:rPr lang="en-US" altLang="zh-CN" sz="1050">
                <a:solidFill>
                  <a:schemeClr val="tx1">
                    <a:lumMod val="75000"/>
                    <a:lumOff val="25000"/>
                  </a:schemeClr>
                </a:solidFill>
              </a:rPr>
              <a:t>CONFIDENTIAL and for INTERNAL use only!</a:t>
            </a:r>
            <a:endParaRPr lang="zh-CN" altLang="en-US" sz="1050">
              <a:solidFill>
                <a:schemeClr val="tx1">
                  <a:lumMod val="75000"/>
                  <a:lumOff val="25000"/>
                </a:schemeClr>
              </a:solidFill>
            </a:endParaRPr>
          </a:p>
        </p:txBody>
      </p:sp>
      <p:sp>
        <p:nvSpPr>
          <p:cNvPr id="6" name="Subtitle 4"/>
          <p:cNvSpPr txBox="1">
            <a:spLocks/>
          </p:cNvSpPr>
          <p:nvPr/>
        </p:nvSpPr>
        <p:spPr>
          <a:xfrm>
            <a:off x="496308" y="3884153"/>
            <a:ext cx="5884369" cy="307777"/>
          </a:xfrm>
          <a:prstGeom prst="rect">
            <a:avLst/>
          </a:prstGeom>
        </p:spPr>
        <p:txBody>
          <a:bodyPr vert="horz" wrap="square" lIns="0" tIns="0" rIns="0" bIns="0" rtlCol="0" anchor="t">
            <a:spAutoFit/>
          </a:bodyPr>
          <a:lstStyle>
            <a:lvl1pPr marL="0" indent="0" algn="l" defTabSz="685800" rtl="0" eaLnBrk="1" latinLnBrk="0" hangingPunct="1">
              <a:spcBef>
                <a:spcPts val="300"/>
              </a:spcBef>
              <a:buFont typeface="Arial" panose="020B0604020202020204" pitchFamily="34" charset="0"/>
              <a:buNone/>
              <a:defRPr sz="1800" kern="1200">
                <a:solidFill>
                  <a:srgbClr val="003366"/>
                </a:solidFill>
                <a:latin typeface="BISansCond" panose="02000006050000020004" pitchFamily="2" charset="0"/>
                <a:ea typeface="+mn-ea"/>
                <a:cs typeface="+mn-cs"/>
              </a:defRPr>
            </a:lvl1pPr>
            <a:lvl2pPr marL="342900" indent="0" algn="ctr" defTabSz="685800" rtl="0" eaLnBrk="1" latinLnBrk="0" hangingPunct="1">
              <a:spcBef>
                <a:spcPts val="0"/>
              </a:spcBef>
              <a:buFont typeface="Arial" panose="020B0604020202020204" pitchFamily="34" charset="0"/>
              <a:buNone/>
              <a:defRPr sz="1200" kern="1200">
                <a:solidFill>
                  <a:schemeClr val="tx1">
                    <a:tint val="75000"/>
                  </a:schemeClr>
                </a:solidFill>
                <a:latin typeface="+mn-lt"/>
                <a:ea typeface="+mn-ea"/>
                <a:cs typeface="+mn-cs"/>
              </a:defRPr>
            </a:lvl2pPr>
            <a:lvl3pPr marL="685800" indent="0" algn="ctr" defTabSz="685800" rtl="0" eaLnBrk="1" latinLnBrk="0" hangingPunct="1">
              <a:spcBef>
                <a:spcPts val="0"/>
              </a:spcBef>
              <a:buFont typeface="Arial" panose="020B0604020202020204" pitchFamily="34" charset="0"/>
              <a:buNone/>
              <a:defRPr sz="1200" kern="1200">
                <a:solidFill>
                  <a:schemeClr val="tx1">
                    <a:tint val="75000"/>
                  </a:schemeClr>
                </a:solidFill>
                <a:latin typeface="+mn-lt"/>
                <a:ea typeface="+mn-ea"/>
                <a:cs typeface="+mn-cs"/>
              </a:defRPr>
            </a:lvl3pPr>
            <a:lvl4pPr marL="1028700" indent="0" algn="ctr" defTabSz="685800" rtl="0" eaLnBrk="1" latinLnBrk="0" hangingPunct="1">
              <a:spcBef>
                <a:spcPts val="0"/>
              </a:spcBef>
              <a:buFont typeface="Arial" panose="020B0604020202020204" pitchFamily="34" charset="0"/>
              <a:buNone/>
              <a:defRPr sz="1200" kern="1200">
                <a:solidFill>
                  <a:schemeClr val="tx1">
                    <a:tint val="75000"/>
                  </a:schemeClr>
                </a:solidFill>
                <a:latin typeface="+mn-lt"/>
                <a:ea typeface="+mn-ea"/>
                <a:cs typeface="+mn-cs"/>
              </a:defRPr>
            </a:lvl4pPr>
            <a:lvl5pPr marL="1371600" indent="0" algn="ctr" defTabSz="685800" rtl="0" eaLnBrk="1" latinLnBrk="0" hangingPunct="1">
              <a:spcBef>
                <a:spcPts val="0"/>
              </a:spcBef>
              <a:buFont typeface="Wingdings" panose="05000000000000000000" pitchFamily="2" charset="2"/>
              <a:buNone/>
              <a:defRPr sz="1200" kern="1200">
                <a:solidFill>
                  <a:schemeClr val="tx1">
                    <a:tint val="75000"/>
                  </a:schemeClr>
                </a:solidFill>
                <a:latin typeface="+mn-lt"/>
                <a:ea typeface="+mn-ea"/>
                <a:cs typeface="+mn-cs"/>
              </a:defRPr>
            </a:lvl5pPr>
            <a:lvl6pPr marL="17145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anose="020B0604020202020204" pitchFamily="34" charset="0"/>
              <a:buNone/>
              <a:defRPr sz="1500" kern="1200">
                <a:solidFill>
                  <a:schemeClr val="tx1">
                    <a:tint val="75000"/>
                  </a:schemeClr>
                </a:solidFill>
                <a:latin typeface="+mn-lt"/>
                <a:ea typeface="+mn-ea"/>
                <a:cs typeface="+mn-cs"/>
              </a:defRPr>
            </a:lvl9pPr>
          </a:lstStyle>
          <a:p>
            <a:r>
              <a:rPr lang="en-US" sz="2000">
                <a:solidFill>
                  <a:schemeClr val="bg1"/>
                </a:solidFill>
                <a:latin typeface="BISansCond"/>
              </a:rPr>
              <a:t>25mins</a:t>
            </a:r>
          </a:p>
        </p:txBody>
      </p:sp>
    </p:spTree>
    <p:extLst>
      <p:ext uri="{BB962C8B-B14F-4D97-AF65-F5344CB8AC3E}">
        <p14:creationId xmlns:p14="http://schemas.microsoft.com/office/powerpoint/2010/main" val="64439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8611" y="36786"/>
            <a:ext cx="8424863" cy="540000"/>
          </a:xfrm>
        </p:spPr>
        <p:txBody>
          <a:bodyPr>
            <a:normAutofit/>
          </a:bodyPr>
          <a:lstStyle/>
          <a:p>
            <a:r>
              <a:rPr lang="en-US" sz="2000">
                <a:latin typeface="Calibri" panose="020F0502020204030204" pitchFamily="34" charset="0"/>
                <a:cs typeface="Calibri" panose="020F0502020204030204" pitchFamily="34" charset="0"/>
              </a:rPr>
              <a:t>One Page Summary</a:t>
            </a:r>
            <a:r>
              <a:rPr lang="en-US" altLang="zh-CN" sz="2000">
                <a:latin typeface="Calibri" panose="020F0502020204030204" pitchFamily="34" charset="0"/>
                <a:cs typeface="Calibri" panose="020F0502020204030204" pitchFamily="34" charset="0"/>
              </a:rPr>
              <a:t>-----Inflammation</a:t>
            </a:r>
            <a:endParaRPr lang="en-US" sz="2000">
              <a:latin typeface="Calibri" panose="020F0502020204030204" pitchFamily="34" charset="0"/>
              <a:cs typeface="Calibri" panose="020F0502020204030204" pitchFamily="34" charset="0"/>
            </a:endParaRPr>
          </a:p>
        </p:txBody>
      </p:sp>
      <p:sp>
        <p:nvSpPr>
          <p:cNvPr id="7" name="页脚占位符 6"/>
          <p:cNvSpPr>
            <a:spLocks noGrp="1"/>
          </p:cNvSpPr>
          <p:nvPr>
            <p:ph type="ftr" sz="quarter" idx="10"/>
          </p:nvPr>
        </p:nvSpPr>
        <p:spPr>
          <a:xfrm>
            <a:off x="6894234" y="4927500"/>
            <a:ext cx="3780420" cy="216000"/>
          </a:xfrm>
        </p:spPr>
        <p:txBody>
          <a:bodyPr/>
          <a:lstStyle/>
          <a:p>
            <a:pPr algn="ctr" defTabSz="914333">
              <a:spcAft>
                <a:spcPts val="0"/>
              </a:spcAft>
              <a:defRPr/>
            </a:pPr>
            <a:r>
              <a:rPr lang="en-US" sz="800">
                <a:solidFill>
                  <a:srgbClr val="7F7F7F"/>
                </a:solidFill>
                <a:latin typeface="BISans" panose="02000503040000020004" pitchFamily="2" charset="0"/>
              </a:rPr>
              <a:t>Confidential</a:t>
            </a:r>
            <a:endParaRPr lang="en-GB" sz="800">
              <a:solidFill>
                <a:srgbClr val="7F7F7F"/>
              </a:solidFill>
              <a:latin typeface="BISans" panose="02000503040000020004" pitchFamily="2" charset="0"/>
            </a:endParaRPr>
          </a:p>
        </p:txBody>
      </p:sp>
      <p:sp>
        <p:nvSpPr>
          <p:cNvPr id="8" name="灯片编号占位符 7"/>
          <p:cNvSpPr>
            <a:spLocks noGrp="1"/>
          </p:cNvSpPr>
          <p:nvPr>
            <p:ph type="sldNum" sz="quarter" idx="11"/>
          </p:nvPr>
        </p:nvSpPr>
        <p:spPr/>
        <p:txBody>
          <a:bodyPr/>
          <a:lstStyle/>
          <a:p>
            <a:pPr defTabSz="914333">
              <a:defRPr/>
            </a:pPr>
            <a:fld id="{143B55C4-4F5A-416B-997D-6CE47EB0A945}" type="slidenum">
              <a:rPr lang="en-GB" sz="800">
                <a:solidFill>
                  <a:srgbClr val="7F7F7F"/>
                </a:solidFill>
                <a:latin typeface="BISans" panose="02000503040000020004" pitchFamily="2" charset="0"/>
              </a:rPr>
              <a:pPr defTabSz="914333">
                <a:defRPr/>
              </a:pPr>
              <a:t>2</a:t>
            </a:fld>
            <a:endParaRPr lang="en-GB" sz="800">
              <a:solidFill>
                <a:srgbClr val="7F7F7F"/>
              </a:solidFill>
              <a:latin typeface="BISans" panose="02000503040000020004" pitchFamily="2" charset="0"/>
            </a:endParaRPr>
          </a:p>
        </p:txBody>
      </p:sp>
      <p:graphicFrame>
        <p:nvGraphicFramePr>
          <p:cNvPr id="10" name="Table 9">
            <a:extLst>
              <a:ext uri="{FF2B5EF4-FFF2-40B4-BE49-F238E27FC236}">
                <a16:creationId xmlns:a16="http://schemas.microsoft.com/office/drawing/2014/main" id="{7ED29C9C-0700-480D-B788-68CBB9D31EEE}"/>
              </a:ext>
            </a:extLst>
          </p:cNvPr>
          <p:cNvGraphicFramePr>
            <a:graphicFrameLocks noGrp="1"/>
          </p:cNvGraphicFramePr>
          <p:nvPr>
            <p:extLst>
              <p:ext uri="{D42A27DB-BD31-4B8C-83A1-F6EECF244321}">
                <p14:modId xmlns:p14="http://schemas.microsoft.com/office/powerpoint/2010/main" val="781250367"/>
              </p:ext>
            </p:extLst>
          </p:nvPr>
        </p:nvGraphicFramePr>
        <p:xfrm>
          <a:off x="40142" y="448610"/>
          <a:ext cx="9063715" cy="4242446"/>
        </p:xfrm>
        <a:graphic>
          <a:graphicData uri="http://schemas.openxmlformats.org/drawingml/2006/table">
            <a:tbl>
              <a:tblPr firstRow="1" bandRow="1">
                <a:tableStyleId>{5C22544A-7EE6-4342-B048-85BDC9FD1C3A}</a:tableStyleId>
              </a:tblPr>
              <a:tblGrid>
                <a:gridCol w="642386">
                  <a:extLst>
                    <a:ext uri="{9D8B030D-6E8A-4147-A177-3AD203B41FA5}">
                      <a16:colId xmlns:a16="http://schemas.microsoft.com/office/drawing/2014/main" val="572940059"/>
                    </a:ext>
                  </a:extLst>
                </a:gridCol>
                <a:gridCol w="1777900">
                  <a:extLst>
                    <a:ext uri="{9D8B030D-6E8A-4147-A177-3AD203B41FA5}">
                      <a16:colId xmlns:a16="http://schemas.microsoft.com/office/drawing/2014/main" val="3056963987"/>
                    </a:ext>
                  </a:extLst>
                </a:gridCol>
                <a:gridCol w="519815">
                  <a:extLst>
                    <a:ext uri="{9D8B030D-6E8A-4147-A177-3AD203B41FA5}">
                      <a16:colId xmlns:a16="http://schemas.microsoft.com/office/drawing/2014/main" val="2080353546"/>
                    </a:ext>
                  </a:extLst>
                </a:gridCol>
                <a:gridCol w="2037448">
                  <a:extLst>
                    <a:ext uri="{9D8B030D-6E8A-4147-A177-3AD203B41FA5}">
                      <a16:colId xmlns:a16="http://schemas.microsoft.com/office/drawing/2014/main" val="4055819752"/>
                    </a:ext>
                  </a:extLst>
                </a:gridCol>
                <a:gridCol w="1921885">
                  <a:extLst>
                    <a:ext uri="{9D8B030D-6E8A-4147-A177-3AD203B41FA5}">
                      <a16:colId xmlns:a16="http://schemas.microsoft.com/office/drawing/2014/main" val="2089765037"/>
                    </a:ext>
                  </a:extLst>
                </a:gridCol>
                <a:gridCol w="2164281">
                  <a:extLst>
                    <a:ext uri="{9D8B030D-6E8A-4147-A177-3AD203B41FA5}">
                      <a16:colId xmlns:a16="http://schemas.microsoft.com/office/drawing/2014/main" val="2704680035"/>
                    </a:ext>
                  </a:extLst>
                </a:gridCol>
              </a:tblGrid>
              <a:tr h="274320">
                <a:tc>
                  <a:txBody>
                    <a:bodyPr/>
                    <a:lstStyle/>
                    <a:p>
                      <a:pPr algn="ctr"/>
                      <a:r>
                        <a:rPr lang="en-US" sz="1200"/>
                        <a:t>TA</a:t>
                      </a: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aseline="0"/>
                        <a:t>Ongoing</a:t>
                      </a:r>
                      <a:endParaRPr lang="en-US" sz="1200"/>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aseline="0"/>
                        <a:t>Endorsed</a:t>
                      </a:r>
                      <a:endParaRPr lang="en-US" sz="1200"/>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t>Under Evaluation</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200"/>
                        <a:t>Next wave</a:t>
                      </a:r>
                    </a:p>
                  </a:txBody>
                  <a:tcPr anchor="ctr"/>
                </a:tc>
                <a:extLst>
                  <a:ext uri="{0D108BD9-81ED-4DB2-BD59-A6C34878D82A}">
                    <a16:rowId xmlns:a16="http://schemas.microsoft.com/office/drawing/2014/main" val="3129187725"/>
                  </a:ext>
                </a:extLst>
              </a:tr>
              <a:tr h="328711">
                <a:tc rowSpan="13">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0" i="0" u="none" strike="noStrike" kern="1200">
                          <a:solidFill>
                            <a:schemeClr val="tx1"/>
                          </a:solidFill>
                          <a:effectLst/>
                          <a:latin typeface="Calibri"/>
                          <a:ea typeface="+mn-ea"/>
                          <a:cs typeface="+mn-cs"/>
                        </a:rPr>
                        <a:t>Inflammation</a:t>
                      </a:r>
                    </a:p>
                  </a:txBody>
                  <a:tcPr anchor="ctr"/>
                </a:tc>
                <a:tc>
                  <a:txBody>
                    <a:bodyPr/>
                    <a:lstStyle/>
                    <a:p>
                      <a:pPr algn="l" fontAlgn="b"/>
                      <a:r>
                        <a:rPr lang="it-IT" altLang="zh-CN" sz="900" b="0" i="0" u="none" strike="noStrike" kern="1200">
                          <a:solidFill>
                            <a:schemeClr val="tx1"/>
                          </a:solidFill>
                          <a:effectLst/>
                          <a:latin typeface="Calibri"/>
                          <a:ea typeface="+mn-ea"/>
                          <a:cs typeface="+mn-cs"/>
                        </a:rPr>
                        <a:t>Spesolimab GPP EAP </a:t>
                      </a:r>
                      <a:r>
                        <a:rPr lang="zh-CN" altLang="en-US" sz="900" b="0" i="0" u="none" strike="noStrike" kern="1200">
                          <a:solidFill>
                            <a:schemeClr val="tx1"/>
                          </a:solidFill>
                          <a:effectLst/>
                          <a:latin typeface="Calibri"/>
                          <a:ea typeface="+mn-ea"/>
                          <a:cs typeface="+mn-cs"/>
                        </a:rPr>
                        <a:t>（</a:t>
                      </a:r>
                      <a:r>
                        <a:rPr lang="it-IT" altLang="zh-CN" sz="900" b="0" i="0" u="none" strike="noStrike" kern="1200">
                          <a:solidFill>
                            <a:schemeClr val="tx1"/>
                          </a:solidFill>
                          <a:effectLst/>
                          <a:latin typeface="Calibri"/>
                          <a:ea typeface="+mn-ea"/>
                          <a:cs typeface="+mn-cs"/>
                        </a:rPr>
                        <a:t>1368.77</a:t>
                      </a:r>
                      <a:r>
                        <a:rPr lang="zh-CN" altLang="en-US" sz="900" b="0" i="0" u="none" strike="noStrike" kern="1200">
                          <a:solidFill>
                            <a:schemeClr val="tx1"/>
                          </a:solidFill>
                          <a:effectLst/>
                          <a:latin typeface="Calibri"/>
                          <a:ea typeface="+mn-ea"/>
                          <a:cs typeface="+mn-cs"/>
                        </a:rPr>
                        <a:t>）</a:t>
                      </a:r>
                      <a:endParaRPr lang="it-IT" sz="900" b="0" i="0" u="none" strike="noStrike">
                        <a:solidFill>
                          <a:schemeClr val="tx1"/>
                        </a:solidFill>
                        <a:effectLst/>
                        <a:latin typeface="Calibri"/>
                      </a:endParaRPr>
                    </a:p>
                  </a:txBody>
                  <a:tcPr marL="0" marR="0" marT="0" marB="0" anchor="ctr"/>
                </a:tc>
                <a:tc>
                  <a:txBody>
                    <a:bodyPr/>
                    <a:lstStyle/>
                    <a:p>
                      <a:pPr algn="l" fontAlgn="b"/>
                      <a:endParaRPr lang="it-IT" sz="900" b="0" i="0" u="none" strike="noStrike">
                        <a:solidFill>
                          <a:schemeClr val="tx1"/>
                        </a:solidFill>
                        <a:effectLst/>
                        <a:latin typeface="Calibri"/>
                      </a:endParaRPr>
                    </a:p>
                  </a:txBody>
                  <a:tcPr marL="0" marR="0" marT="0" marB="0" anchor="ctr">
                    <a:solidFill>
                      <a:srgbClr val="92D050"/>
                    </a:solidFill>
                  </a:tcPr>
                </a:tc>
                <a:tc>
                  <a:txBody>
                    <a:bodyPr/>
                    <a:lstStyle/>
                    <a:p>
                      <a:pPr algn="l" fontAlgn="b"/>
                      <a:endParaRPr lang="en-US" sz="900" b="0" i="0" u="none" strike="sng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a:solidFill>
                            <a:schemeClr val="tx1"/>
                          </a:solidFill>
                          <a:effectLst/>
                          <a:latin typeface="Calibri"/>
                        </a:rPr>
                        <a:t>BI 3032950 (TREM-1 Antagonist) / IBD</a:t>
                      </a:r>
                      <a:r>
                        <a:rPr lang="zh-CN" altLang="en-US" sz="900" b="0" i="0" u="none" strike="noStrike">
                          <a:solidFill>
                            <a:schemeClr val="tx1"/>
                          </a:solidFill>
                          <a:effectLst/>
                          <a:latin typeface="Calibri"/>
                        </a:rPr>
                        <a:t>；</a:t>
                      </a:r>
                      <a:r>
                        <a:rPr lang="en-US" altLang="zh-CN" sz="900" b="0" i="0" u="none" strike="noStrike">
                          <a:solidFill>
                            <a:schemeClr val="tx1"/>
                          </a:solidFill>
                          <a:effectLst/>
                          <a:latin typeface="Calibri"/>
                        </a:rPr>
                        <a:t>CD</a:t>
                      </a:r>
                      <a:r>
                        <a:rPr lang="zh-CN" altLang="en-US" sz="900" b="0" i="0" u="none" strike="noStrike">
                          <a:solidFill>
                            <a:schemeClr val="tx1"/>
                          </a:solidFill>
                          <a:effectLst/>
                          <a:latin typeface="Calibri"/>
                        </a:rPr>
                        <a:t>；</a:t>
                      </a:r>
                      <a:r>
                        <a:rPr lang="en-US" altLang="zh-CN" sz="900" b="0" i="0" u="none" strike="noStrike">
                          <a:solidFill>
                            <a:schemeClr val="tx1"/>
                          </a:solidFill>
                          <a:effectLst/>
                          <a:latin typeface="Calibri"/>
                        </a:rPr>
                        <a:t>UC-Ph2b</a:t>
                      </a:r>
                    </a:p>
                  </a:txBody>
                  <a:tcPr marL="0" marR="0" marT="0" marB="0" anchor="ctr"/>
                </a:tc>
                <a:tc>
                  <a:txBody>
                    <a:bodyPr/>
                    <a:lstStyle/>
                    <a:p>
                      <a:pPr algn="l" fontAlgn="b"/>
                      <a:r>
                        <a:rPr lang="en-US" sz="900" b="0" i="0" u="none" strike="noStrike">
                          <a:solidFill>
                            <a:srgbClr val="336597"/>
                          </a:solidFill>
                          <a:effectLst/>
                          <a:latin typeface="Calibri"/>
                        </a:rPr>
                        <a:t>BI 765250 (PD-1 agonist) / SSc</a:t>
                      </a:r>
                    </a:p>
                  </a:txBody>
                  <a:tcPr marL="0" marR="0" marT="0" marB="0" anchor="ctr"/>
                </a:tc>
                <a:extLst>
                  <a:ext uri="{0D108BD9-81ED-4DB2-BD59-A6C34878D82A}">
                    <a16:rowId xmlns:a16="http://schemas.microsoft.com/office/drawing/2014/main" val="2285105081"/>
                  </a:ext>
                </a:extLst>
              </a:tr>
              <a:tr h="274320">
                <a:tc vMerge="1">
                  <a:txBody>
                    <a:bodyPr/>
                    <a:lstStyle/>
                    <a:p>
                      <a:endParaRPr lang="zh-CN" altLang="en-US"/>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altLang="zh-CN" sz="900" b="0" i="0" u="none" strike="noStrike" kern="1200">
                          <a:solidFill>
                            <a:schemeClr val="tx1"/>
                          </a:solidFill>
                          <a:effectLst/>
                          <a:latin typeface="Calibri"/>
                          <a:ea typeface="+mn-ea"/>
                          <a:cs typeface="+mn-cs"/>
                        </a:rPr>
                        <a:t>Spesolimab GPP </a:t>
                      </a:r>
                      <a:r>
                        <a:rPr lang="en-US" altLang="zh-CN" sz="900" b="0" i="0" u="none" strike="noStrike" kern="1200">
                          <a:solidFill>
                            <a:schemeClr val="tx1"/>
                          </a:solidFill>
                          <a:effectLst/>
                          <a:latin typeface="Calibri"/>
                          <a:ea typeface="+mn-ea"/>
                          <a:cs typeface="+mn-cs"/>
                        </a:rPr>
                        <a:t>(</a:t>
                      </a:r>
                      <a:r>
                        <a:rPr lang="it-IT" altLang="zh-CN" sz="900" b="0" i="0" u="none" strike="noStrike" kern="1200">
                          <a:solidFill>
                            <a:schemeClr val="tx1"/>
                          </a:solidFill>
                          <a:effectLst/>
                          <a:latin typeface="Calibri"/>
                          <a:ea typeface="+mn-ea"/>
                          <a:cs typeface="+mn-cs"/>
                        </a:rPr>
                        <a:t>1368.25)</a:t>
                      </a:r>
                      <a:endParaRPr lang="zh-CN" altLang="en-US" sz="1800">
                        <a:solidFill>
                          <a:schemeClr val="tx1"/>
                        </a:solidFill>
                        <a:latin typeface="Calibri"/>
                      </a:endParaRPr>
                    </a:p>
                  </a:txBody>
                  <a:tcPr marL="0" marR="0" marT="0" marB="0" anchor="ctr"/>
                </a:tc>
                <a:tc>
                  <a:txBody>
                    <a:bodyPr/>
                    <a:lstStyle/>
                    <a:p>
                      <a:pPr algn="l" fontAlgn="b"/>
                      <a:endParaRPr lang="it-IT" sz="900" b="0" i="0" u="none" strike="noStrike">
                        <a:solidFill>
                          <a:schemeClr val="tx1"/>
                        </a:solidFill>
                        <a:effectLst/>
                        <a:latin typeface="Calibri"/>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sng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altLang="zh-CN" sz="900" b="0" i="0" u="none" strike="noStrike" kern="1200">
                          <a:solidFill>
                            <a:schemeClr val="tx1"/>
                          </a:solidFill>
                          <a:effectLst/>
                          <a:latin typeface="Calibri"/>
                          <a:ea typeface="+mn-ea"/>
                          <a:cs typeface="+mn-cs"/>
                        </a:rPr>
                        <a:t>BI1291583 (CatC inh) nCF Bronchiectasis</a:t>
                      </a:r>
                    </a:p>
                  </a:txBody>
                  <a:tcPr marL="0" marR="0" marT="0" marB="0" anchor="ct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altLang="zh-CN" sz="900" b="0" i="0" u="none" strike="noStrike">
                          <a:solidFill>
                            <a:schemeClr val="tx1"/>
                          </a:solidFill>
                          <a:effectLst/>
                          <a:latin typeface="Calibri"/>
                        </a:rPr>
                        <a:t>BI 1819479 (Autotaxin Inhibitor) /SSc</a:t>
                      </a:r>
                      <a:endParaRPr lang="sv-SE" sz="900" b="0" i="0" u="none" strike="sngStrike">
                        <a:solidFill>
                          <a:schemeClr val="tx1"/>
                        </a:solidFill>
                        <a:effectLst/>
                        <a:latin typeface="Calibri"/>
                      </a:endParaRPr>
                    </a:p>
                  </a:txBody>
                  <a:tcPr marL="0" marR="0" marT="0" marB="0" anchor="ctr"/>
                </a:tc>
                <a:extLst>
                  <a:ext uri="{0D108BD9-81ED-4DB2-BD59-A6C34878D82A}">
                    <a16:rowId xmlns:a16="http://schemas.microsoft.com/office/drawing/2014/main" val="1443196630"/>
                  </a:ext>
                </a:extLst>
              </a:tr>
              <a:tr h="328711">
                <a:tc vMerge="1">
                  <a:txBody>
                    <a:bodyPr/>
                    <a:lstStyle/>
                    <a:p>
                      <a:endParaRPr lang="en-US" sz="900" b="1"/>
                    </a:p>
                  </a:txBody>
                  <a:tcPr anchor="ctr"/>
                </a:tc>
                <a:tc>
                  <a:txBody>
                    <a:bodyPr/>
                    <a:lstStyle/>
                    <a:p>
                      <a:pPr algn="l" fontAlgn="b"/>
                      <a:r>
                        <a:rPr lang="en-US" sz="900" b="0" i="0" u="none" strike="noStrike" err="1">
                          <a:solidFill>
                            <a:schemeClr val="tx1"/>
                          </a:solidFill>
                          <a:effectLst/>
                          <a:latin typeface="Calibri"/>
                        </a:rPr>
                        <a:t>Nintedanib</a:t>
                      </a:r>
                      <a:r>
                        <a:rPr lang="en-US" sz="900" b="0" i="0" u="none" strike="noStrike">
                          <a:solidFill>
                            <a:schemeClr val="tx1"/>
                          </a:solidFill>
                          <a:effectLst/>
                          <a:latin typeface="Calibri"/>
                        </a:rPr>
                        <a:t> (TKI)  PF-ILD CN PAC - Ph3b (1199.434)</a:t>
                      </a: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1800">
                        <a:solidFill>
                          <a:schemeClr val="tx1"/>
                        </a:solidFill>
                        <a:latin typeface="Calibri"/>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it-IT" altLang="zh-CN" sz="900" b="0" i="0" u="none" strike="noStrike" kern="1200" cap="none" spc="0" normalizeH="0" baseline="0" noProof="0">
                        <a:ln>
                          <a:noFill/>
                        </a:ln>
                        <a:solidFill>
                          <a:schemeClr val="tx1"/>
                        </a:solidFill>
                        <a:effectLst/>
                        <a:uLnTx/>
                        <a:uFillTx/>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3000202 (</a:t>
                      </a:r>
                      <a:r>
                        <a:rPr lang="en-US" altLang="zh-CN" sz="900" b="0" i="0" u="none" strike="noStrike" kern="1200" err="1">
                          <a:solidFill>
                            <a:schemeClr val="tx1"/>
                          </a:solidFill>
                          <a:effectLst/>
                          <a:latin typeface="Calibri"/>
                          <a:ea typeface="+mn-ea"/>
                          <a:cs typeface="+mn-cs"/>
                        </a:rPr>
                        <a:t>cGAS</a:t>
                      </a:r>
                      <a:r>
                        <a:rPr lang="en-US" altLang="zh-CN" sz="900" b="0" i="0" u="none" strike="noStrike" kern="1200">
                          <a:solidFill>
                            <a:schemeClr val="tx1"/>
                          </a:solidFill>
                          <a:effectLst/>
                          <a:latin typeface="Calibri"/>
                          <a:ea typeface="+mn-ea"/>
                          <a:cs typeface="+mn-cs"/>
                        </a:rPr>
                        <a:t> </a:t>
                      </a:r>
                      <a:r>
                        <a:rPr lang="en-US" altLang="zh-CN" sz="900" b="0" i="0" u="none" strike="noStrike" kern="1200" err="1">
                          <a:solidFill>
                            <a:schemeClr val="tx1"/>
                          </a:solidFill>
                          <a:effectLst/>
                          <a:latin typeface="Calibri"/>
                          <a:ea typeface="+mn-ea"/>
                          <a:cs typeface="+mn-cs"/>
                        </a:rPr>
                        <a:t>inh</a:t>
                      </a:r>
                      <a:r>
                        <a:rPr lang="en-US" altLang="zh-CN" sz="900" b="0" i="0" u="none" strike="noStrike" kern="1200">
                          <a:solidFill>
                            <a:schemeClr val="tx1"/>
                          </a:solidFill>
                          <a:effectLst/>
                          <a:latin typeface="Calibri"/>
                          <a:ea typeface="+mn-ea"/>
                          <a:cs typeface="+mn-cs"/>
                        </a:rPr>
                        <a:t>.) Interferonopathy</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a:solidFill>
                          <a:schemeClr val="tx1"/>
                        </a:solidFill>
                        <a:effectLst/>
                        <a:latin typeface="Calibri"/>
                      </a:endParaRPr>
                    </a:p>
                  </a:txBody>
                  <a:tcPr marL="0" marR="0" marT="0" marB="0" anchor="ctr"/>
                </a:tc>
                <a:tc>
                  <a:txBody>
                    <a:bodyPr/>
                    <a:lstStyle/>
                    <a:p>
                      <a:pPr marL="0" algn="l" defTabSz="914333" rtl="0" eaLnBrk="1" fontAlgn="b" latinLnBrk="0" hangingPunct="1">
                        <a:defRPr/>
                      </a:pPr>
                      <a:r>
                        <a:rPr lang="en-US" sz="800" kern="1200">
                          <a:solidFill>
                            <a:srgbClr val="336597"/>
                          </a:solidFill>
                          <a:latin typeface="BISansOpti"/>
                          <a:ea typeface="+mn-ea"/>
                          <a:cs typeface="+mn-cs"/>
                        </a:rPr>
                        <a:t>BI765423 (Anti-IL11 mA</a:t>
                      </a:r>
                      <a:r>
                        <a:rPr lang="en-US" altLang="zh-CN" sz="800" kern="1200">
                          <a:solidFill>
                            <a:srgbClr val="336597"/>
                          </a:solidFill>
                          <a:latin typeface="BISansOpti"/>
                          <a:ea typeface="+mn-ea"/>
                          <a:cs typeface="+mn-cs"/>
                        </a:rPr>
                        <a:t>b</a:t>
                      </a:r>
                      <a:r>
                        <a:rPr lang="en-US" sz="800" kern="1200">
                          <a:solidFill>
                            <a:srgbClr val="336597"/>
                          </a:solidFill>
                          <a:latin typeface="BISansOpti"/>
                          <a:ea typeface="+mn-ea"/>
                          <a:cs typeface="+mn-cs"/>
                        </a:rPr>
                        <a:t>) IPF/PPF</a:t>
                      </a:r>
                    </a:p>
                  </a:txBody>
                  <a:tcPr marL="0" marR="0" marT="0" marB="0" anchor="ctr"/>
                </a:tc>
                <a:extLst>
                  <a:ext uri="{0D108BD9-81ED-4DB2-BD59-A6C34878D82A}">
                    <a16:rowId xmlns:a16="http://schemas.microsoft.com/office/drawing/2014/main" val="761211330"/>
                  </a:ext>
                </a:extLst>
              </a:tr>
              <a:tr h="274320">
                <a:tc vMerge="1">
                  <a:txBody>
                    <a:bodyPr/>
                    <a:lstStyle/>
                    <a:p>
                      <a:endParaRPr lang="en-US"/>
                    </a:p>
                  </a:txBody>
                  <a:tcPr/>
                </a:tc>
                <a:tc>
                  <a:txBody>
                    <a:bodyPr/>
                    <a:lstStyle/>
                    <a:p>
                      <a:pPr algn="l" fontAlgn="b"/>
                      <a:r>
                        <a:rPr lang="it-IT" sz="900" b="0" i="0" u="none" strike="noStrike">
                          <a:solidFill>
                            <a:schemeClr val="tx1"/>
                          </a:solidFill>
                          <a:effectLst/>
                          <a:latin typeface="Calibri"/>
                        </a:rPr>
                        <a:t>Spesolimab/Netherton Syndrome-Ph2/3 (1368.104)</a:t>
                      </a:r>
                      <a:endParaRPr lang="en-US" sz="900" b="0" i="0" u="none" strike="sngStrike">
                        <a:solidFill>
                          <a:schemeClr val="tx1"/>
                        </a:solidFill>
                        <a:effectLst/>
                        <a:latin typeface="Calibri"/>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a:solidFill>
                          <a:schemeClr val="tx1"/>
                        </a:solidFill>
                        <a:latin typeface="Calibri"/>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it-IT" altLang="zh-CN" sz="900" b="0" i="0" u="none" strike="noStrike" kern="1200" cap="none" spc="0" normalizeH="0" baseline="0" noProof="0">
                        <a:ln>
                          <a:noFill/>
                        </a:ln>
                        <a:solidFill>
                          <a:schemeClr val="tx1"/>
                        </a:solidFill>
                        <a:effectLst/>
                        <a:uLnTx/>
                        <a:uFillTx/>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sngStrike" kern="1200">
                        <a:solidFill>
                          <a:schemeClr val="tx1"/>
                        </a:solidFill>
                        <a:effectLst/>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3000202 (cGAS inh.) SSc</a:t>
                      </a:r>
                    </a:p>
                  </a:txBody>
                  <a:tcPr marL="0" marR="0" marT="0" marB="0" anchor="ctr"/>
                </a:tc>
                <a:extLst>
                  <a:ext uri="{0D108BD9-81ED-4DB2-BD59-A6C34878D82A}">
                    <a16:rowId xmlns:a16="http://schemas.microsoft.com/office/drawing/2014/main" val="955568235"/>
                  </a:ext>
                </a:extLst>
              </a:tr>
              <a:tr h="328711">
                <a:tc vMerge="1">
                  <a:txBody>
                    <a:bodyPr/>
                    <a:lstStyle/>
                    <a:p>
                      <a:endParaRPr lang="en-US"/>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err="1">
                          <a:solidFill>
                            <a:schemeClr val="tx1"/>
                          </a:solidFill>
                          <a:effectLst/>
                          <a:latin typeface="Calibri"/>
                          <a:ea typeface="+mn-ea"/>
                          <a:cs typeface="+mn-cs"/>
                        </a:rPr>
                        <a:t>Nerandomilast</a:t>
                      </a:r>
                      <a:r>
                        <a:rPr lang="en-US" altLang="zh-CN" sz="900" b="0" i="0" u="none" strike="noStrike" kern="1200">
                          <a:solidFill>
                            <a:schemeClr val="tx1"/>
                          </a:solidFill>
                          <a:effectLst/>
                          <a:latin typeface="Calibri"/>
                          <a:ea typeface="+mn-ea"/>
                          <a:cs typeface="+mn-cs"/>
                        </a:rPr>
                        <a:t>(PDE4b inhibitor)/ IPF Ph3 (1305.14)</a:t>
                      </a:r>
                      <a:endParaRPr lang="zh-CN" altLang="en-US" sz="900" b="0" i="0" u="none" strike="sngStrike" kern="1200">
                        <a:solidFill>
                          <a:schemeClr val="tx1"/>
                        </a:solidFill>
                        <a:effectLst/>
                        <a:latin typeface="Calibri"/>
                        <a:ea typeface="+mn-ea"/>
                        <a:cs typeface="+mn-cs"/>
                      </a:endParaRPr>
                    </a:p>
                  </a:txBody>
                  <a:tcPr marL="0" marR="0" marT="0" marB="0" anchor="ctr"/>
                </a:tc>
                <a:tc>
                  <a:txBody>
                    <a:bodyPr/>
                    <a:lstStyle/>
                    <a:p>
                      <a:pPr algn="l" fontAlgn="b"/>
                      <a:endParaRPr lang="en-US" sz="900" b="0" i="0" u="none" strike="noStrike">
                        <a:solidFill>
                          <a:schemeClr val="tx1"/>
                        </a:solidFill>
                        <a:effectLst/>
                        <a:latin typeface="Calibri"/>
                      </a:endParaRPr>
                    </a:p>
                  </a:txBody>
                  <a:tcPr marL="0" marR="0" marT="0" marB="0" anchor="ctr">
                    <a:solidFill>
                      <a:srgbClr val="FF000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it-IT" altLang="zh-CN" sz="900" b="0" i="0" u="none" strike="noStrike" kern="1200" cap="none" spc="0" normalizeH="0" baseline="0" noProof="0">
                        <a:ln>
                          <a:noFill/>
                        </a:ln>
                        <a:solidFill>
                          <a:schemeClr val="tx1"/>
                        </a:solidFill>
                        <a:effectLst/>
                        <a:uLnTx/>
                        <a:uFillTx/>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sngStrike" kern="1200">
                        <a:solidFill>
                          <a:schemeClr val="tx1"/>
                        </a:solidFill>
                        <a:effectLst/>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3009947 </a:t>
                      </a:r>
                      <a:r>
                        <a:rPr lang="it-IT" altLang="zh-CN" sz="900" b="0" i="0" u="none" strike="noStrike" kern="1200">
                          <a:solidFill>
                            <a:schemeClr val="tx1"/>
                          </a:solidFill>
                          <a:effectLst/>
                          <a:latin typeface="Calibri"/>
                          <a:ea typeface="+mn-ea"/>
                          <a:cs typeface="+mn-cs"/>
                        </a:rPr>
                        <a:t>(</a:t>
                      </a:r>
                      <a:r>
                        <a:rPr lang="en-US" altLang="zh-CN" sz="900" b="0" i="0" u="none" strike="noStrike" kern="1200">
                          <a:solidFill>
                            <a:schemeClr val="tx1"/>
                          </a:solidFill>
                          <a:effectLst/>
                          <a:latin typeface="Calibri"/>
                          <a:ea typeface="+mn-ea"/>
                          <a:cs typeface="+mn-cs"/>
                        </a:rPr>
                        <a:t>STING </a:t>
                      </a:r>
                      <a:r>
                        <a:rPr lang="en-US" altLang="zh-CN" sz="900" b="0" i="0" u="none" strike="noStrike" kern="1200" err="1">
                          <a:solidFill>
                            <a:schemeClr val="tx1"/>
                          </a:solidFill>
                          <a:effectLst/>
                          <a:latin typeface="Calibri"/>
                          <a:ea typeface="+mn-ea"/>
                          <a:cs typeface="+mn-cs"/>
                        </a:rPr>
                        <a:t>inh</a:t>
                      </a:r>
                      <a:r>
                        <a:rPr lang="en-US" altLang="zh-CN" sz="900" b="0" i="0" u="none" strike="noStrike" kern="1200">
                          <a:solidFill>
                            <a:schemeClr val="tx1"/>
                          </a:solidFill>
                          <a:effectLst/>
                          <a:latin typeface="Calibri"/>
                          <a:ea typeface="+mn-ea"/>
                          <a:cs typeface="+mn-cs"/>
                        </a:rPr>
                        <a:t>.</a:t>
                      </a:r>
                      <a:r>
                        <a:rPr lang="it-IT" altLang="zh-CN" sz="900" b="0" i="0" u="none" strike="noStrike" kern="1200">
                          <a:solidFill>
                            <a:schemeClr val="tx1"/>
                          </a:solidFill>
                          <a:effectLst/>
                          <a:latin typeface="Calibri"/>
                          <a:ea typeface="+mn-ea"/>
                          <a:cs typeface="+mn-cs"/>
                        </a:rPr>
                        <a:t>) SSc</a:t>
                      </a:r>
                      <a:endParaRPr lang="en-US" altLang="zh-CN" sz="900" b="0" i="0" u="none" strike="noStrike" kern="1200">
                        <a:solidFill>
                          <a:schemeClr val="tx1"/>
                        </a:solidFill>
                        <a:effectLst/>
                        <a:latin typeface="Calibri"/>
                        <a:ea typeface="+mn-ea"/>
                        <a:cs typeface="+mn-cs"/>
                      </a:endParaRPr>
                    </a:p>
                  </a:txBody>
                  <a:tcPr marL="0" marR="0" marT="0" marB="0" anchor="ctr"/>
                </a:tc>
                <a:extLst>
                  <a:ext uri="{0D108BD9-81ED-4DB2-BD59-A6C34878D82A}">
                    <a16:rowId xmlns:a16="http://schemas.microsoft.com/office/drawing/2014/main" val="1171506520"/>
                  </a:ext>
                </a:extLst>
              </a:tr>
              <a:tr h="311957">
                <a:tc vMerge="1">
                  <a:txBody>
                    <a:bodyPr/>
                    <a:lstStyle/>
                    <a:p>
                      <a:endParaRPr lang="en-US"/>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Nerandomilast (PDE4b inhibitor)/ PPF Ph3 (1305.23)</a:t>
                      </a:r>
                    </a:p>
                  </a:txBody>
                  <a:tcPr marL="0" marR="0" marT="0" marB="0" anchor="ctr"/>
                </a:tc>
                <a:tc>
                  <a:txBody>
                    <a:bodyPr/>
                    <a:lstStyle/>
                    <a:p>
                      <a:pPr algn="l" fontAlgn="b"/>
                      <a:endParaRPr lang="en-US" sz="900" b="0" i="0" u="none" strike="noStrike">
                        <a:solidFill>
                          <a:schemeClr val="tx1"/>
                        </a:solidFill>
                        <a:effectLst/>
                        <a:latin typeface="Calibri"/>
                      </a:endParaRPr>
                    </a:p>
                  </a:txBody>
                  <a:tcPr marL="0" marR="0" marT="0" marB="0" anchor="ctr">
                    <a:solidFill>
                      <a:srgbClr val="FF0000"/>
                    </a:solidFill>
                  </a:tcPr>
                </a:tc>
                <a:tc>
                  <a:txBody>
                    <a:bodyPr/>
                    <a:lstStyle/>
                    <a:p>
                      <a:pPr algn="l" fontAlgn="b"/>
                      <a:endParaRPr lang="en-US" sz="900" b="0" i="0" u="none" strike="sng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3720931 (GTC) (LV gene therapy) CF</a:t>
                      </a:r>
                    </a:p>
                  </a:txBody>
                  <a:tcPr marL="0" marR="0" marT="0" marB="0" anchor="ctr"/>
                </a:tc>
                <a:extLst>
                  <a:ext uri="{0D108BD9-81ED-4DB2-BD59-A6C34878D82A}">
                    <a16:rowId xmlns:a16="http://schemas.microsoft.com/office/drawing/2014/main" val="897567917"/>
                  </a:ext>
                </a:extLst>
              </a:tr>
              <a:tr h="328711">
                <a:tc vMerge="1">
                  <a:txBody>
                    <a:bodyPr/>
                    <a:lstStyle/>
                    <a:p>
                      <a:endParaRPr lang="en-US"/>
                    </a:p>
                  </a:txBody>
                  <a:tcPr/>
                </a:tc>
                <a:tc>
                  <a:txBody>
                    <a:bodyPr/>
                    <a:lstStyle/>
                    <a:p>
                      <a:pPr marL="0" marR="0" lvl="0" indent="0" algn="l" defTabSz="914378" rtl="0" eaLnBrk="1" fontAlgn="b" latinLnBrk="0" hangingPunct="1">
                        <a:lnSpc>
                          <a:spcPct val="100000"/>
                        </a:lnSpc>
                        <a:spcBef>
                          <a:spcPts val="0"/>
                        </a:spcBef>
                        <a:spcAft>
                          <a:spcPts val="0"/>
                        </a:spcAft>
                        <a:buClrTx/>
                        <a:buSzTx/>
                        <a:buFontTx/>
                        <a:buNone/>
                        <a:tabLst/>
                        <a:defRPr/>
                      </a:pPr>
                      <a:r>
                        <a:rPr lang="en-US" altLang="zh-CN" sz="800" kern="1200">
                          <a:solidFill>
                            <a:schemeClr val="tx1"/>
                          </a:solidFill>
                          <a:latin typeface="BISansOpti"/>
                          <a:ea typeface="+mn-ea"/>
                          <a:cs typeface="+mn-cs"/>
                        </a:rPr>
                        <a:t>BI 706321 (RIPK2 inhibitor) /CD-Ph2b (1425.4)</a:t>
                      </a:r>
                      <a:endParaRPr lang="zh-CN" altLang="en-US" sz="800" kern="1200">
                        <a:solidFill>
                          <a:schemeClr val="tx1"/>
                        </a:solidFill>
                        <a:latin typeface="BISansOpt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900" b="0" i="0" u="none" strike="noStrike" kern="1200">
                        <a:solidFill>
                          <a:schemeClr val="tx1"/>
                        </a:solidFill>
                        <a:effectLst/>
                        <a:latin typeface="Calibri"/>
                        <a:ea typeface="+mn-ea"/>
                        <a:cs typeface="+mn-cs"/>
                      </a:endParaRPr>
                    </a:p>
                  </a:txBody>
                  <a:tcPr marL="0" marR="0" marT="0" marB="0" anchor="ctr">
                    <a:solidFill>
                      <a:srgbClr val="92D050"/>
                    </a:solidFill>
                  </a:tcPr>
                </a:tc>
                <a:tc>
                  <a:txBody>
                    <a:bodyPr/>
                    <a:lstStyle/>
                    <a:p>
                      <a:pPr marL="0" algn="l" defTabSz="914400" rtl="0" eaLnBrk="1" fontAlgn="b" latinLnBrk="0" hangingPunct="1"/>
                      <a:endParaRPr lang="sv-SE" altLang="zh-CN" sz="900" b="0" i="0" u="none" strike="noStrike" kern="1200">
                        <a:solidFill>
                          <a:schemeClr val="tx1"/>
                        </a:solidFill>
                        <a:effectLst/>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a:solidFill>
                          <a:schemeClr val="tx1"/>
                        </a:solidFill>
                        <a:effectLst/>
                        <a:latin typeface="Calibri"/>
                      </a:endParaRPr>
                    </a:p>
                  </a:txBody>
                  <a:tcPr marL="0" marR="0" marT="0" marB="0" anchor="ctr"/>
                </a:tc>
                <a:tc>
                  <a:txBody>
                    <a:bodyPr/>
                    <a:lstStyle/>
                    <a:p>
                      <a:pPr marL="0" algn="l" defTabSz="914400" rtl="0" eaLnBrk="1" fontAlgn="b" latinLnBrk="0" hangingPunct="1"/>
                      <a:r>
                        <a:rPr lang="en-US" sz="900" b="0" i="0" u="none" strike="noStrike" kern="1200">
                          <a:solidFill>
                            <a:schemeClr val="tx1"/>
                          </a:solidFill>
                          <a:effectLst/>
                          <a:latin typeface="Calibri"/>
                          <a:ea typeface="+mn-ea"/>
                          <a:cs typeface="+mn-cs"/>
                        </a:rPr>
                        <a:t>BI 3731579 (NOX4 inh.) IPF </a:t>
                      </a:r>
                    </a:p>
                  </a:txBody>
                  <a:tcPr marL="0" marR="0" marT="0" marB="0" anchor="ctr"/>
                </a:tc>
                <a:extLst>
                  <a:ext uri="{0D108BD9-81ED-4DB2-BD59-A6C34878D82A}">
                    <a16:rowId xmlns:a16="http://schemas.microsoft.com/office/drawing/2014/main" val="4211924295"/>
                  </a:ext>
                </a:extLst>
              </a:tr>
              <a:tr h="279141">
                <a:tc vMerge="1">
                  <a:txBody>
                    <a:bodyPr/>
                    <a:lstStyle/>
                    <a:p>
                      <a:endParaRPr lang="en-US"/>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err="1">
                          <a:solidFill>
                            <a:schemeClr val="tx1"/>
                          </a:solidFill>
                          <a:effectLst/>
                          <a:latin typeface="Calibri"/>
                          <a:ea typeface="+mn-ea"/>
                          <a:cs typeface="+mn-cs"/>
                        </a:rPr>
                        <a:t>Avenciguat</a:t>
                      </a:r>
                      <a:r>
                        <a:rPr lang="en-US" altLang="zh-CN" sz="900" b="0" i="0" u="none" strike="noStrike" kern="1200">
                          <a:solidFill>
                            <a:schemeClr val="tx1"/>
                          </a:solidFill>
                          <a:effectLst/>
                          <a:latin typeface="Calibri"/>
                          <a:ea typeface="+mn-ea"/>
                          <a:cs typeface="+mn-cs"/>
                        </a:rPr>
                        <a:t>(</a:t>
                      </a:r>
                      <a:r>
                        <a:rPr lang="en-US" altLang="zh-CN" sz="900" b="0" i="0" u="none" strike="noStrike" kern="1200" err="1">
                          <a:solidFill>
                            <a:schemeClr val="tx1"/>
                          </a:solidFill>
                          <a:effectLst/>
                          <a:latin typeface="Calibri"/>
                          <a:ea typeface="+mn-ea"/>
                          <a:cs typeface="+mn-cs"/>
                        </a:rPr>
                        <a:t>sGC</a:t>
                      </a:r>
                      <a:r>
                        <a:rPr lang="en-US" altLang="zh-CN" sz="900" b="0" i="0" u="none" strike="noStrike" kern="1200">
                          <a:solidFill>
                            <a:schemeClr val="tx1"/>
                          </a:solidFill>
                          <a:effectLst/>
                          <a:latin typeface="Calibri"/>
                          <a:ea typeface="+mn-ea"/>
                          <a:cs typeface="+mn-cs"/>
                        </a:rPr>
                        <a:t> activator)/ </a:t>
                      </a:r>
                      <a:r>
                        <a:rPr lang="en-US" altLang="zh-CN" sz="900" b="0" i="0" u="none" strike="noStrike" kern="1200" err="1">
                          <a:solidFill>
                            <a:schemeClr val="tx1"/>
                          </a:solidFill>
                          <a:effectLst/>
                          <a:latin typeface="Calibri"/>
                          <a:ea typeface="+mn-ea"/>
                          <a:cs typeface="+mn-cs"/>
                        </a:rPr>
                        <a:t>SSc</a:t>
                      </a:r>
                      <a:r>
                        <a:rPr lang="en-US" altLang="zh-CN" sz="900" b="0" i="0" u="none" strike="noStrike" kern="1200">
                          <a:solidFill>
                            <a:schemeClr val="tx1"/>
                          </a:solidFill>
                          <a:effectLst/>
                          <a:latin typeface="Calibri"/>
                          <a:ea typeface="+mn-ea"/>
                          <a:cs typeface="+mn-cs"/>
                        </a:rPr>
                        <a:t>- ph2 (1366.31)</a:t>
                      </a: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zh-CN" altLang="en-US" sz="900" b="0" i="0" u="none" strike="noStrike" kern="1200">
                        <a:solidFill>
                          <a:schemeClr val="tx1"/>
                        </a:solidFill>
                        <a:effectLst/>
                        <a:latin typeface="Calibri"/>
                        <a:ea typeface="+mn-ea"/>
                        <a:cs typeface="+mn-cs"/>
                      </a:endParaRPr>
                    </a:p>
                  </a:txBody>
                  <a:tcPr marL="0" marR="0" marT="0" marB="0" anchor="ctr">
                    <a:solidFill>
                      <a:srgbClr val="92D050"/>
                    </a:solidFill>
                  </a:tcPr>
                </a:tc>
                <a:tc>
                  <a:txBody>
                    <a:bodyPr/>
                    <a:lstStyle/>
                    <a:p>
                      <a:pPr marL="0" algn="l" defTabSz="914400" rtl="0" eaLnBrk="1" fontAlgn="b" latinLnBrk="0" hangingPunct="1"/>
                      <a:endParaRPr lang="sv-SE" sz="900" b="0" i="0" u="none" strike="noStrike" kern="1200">
                        <a:solidFill>
                          <a:schemeClr val="tx1"/>
                        </a:solidFill>
                        <a:effectLst/>
                        <a:latin typeface="Calibri"/>
                        <a:ea typeface="+mn-ea"/>
                        <a:cs typeface="+mn-cs"/>
                      </a:endParaRPr>
                    </a:p>
                  </a:txBody>
                  <a:tcPr marL="0" marR="0" marT="0" marB="0" anchor="ctr"/>
                </a:tc>
                <a:tc>
                  <a:txBody>
                    <a:bodyPr/>
                    <a:lstStyle/>
                    <a:p>
                      <a:pPr algn="l" fontAlgn="b"/>
                      <a:endParaRPr lang="it-IT" sz="900" b="0" i="0" u="none" strike="noStrike">
                        <a:solidFill>
                          <a:schemeClr val="tx1"/>
                        </a:solidFill>
                        <a:effectLst/>
                        <a:latin typeface="Calibri" panose="020F0502020204030204" pitchFamily="34" charset="0"/>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3009947 </a:t>
                      </a:r>
                      <a:r>
                        <a:rPr lang="it-IT" altLang="zh-CN" sz="900" b="0" i="0" u="none" strike="noStrike" kern="1200">
                          <a:solidFill>
                            <a:schemeClr val="tx1"/>
                          </a:solidFill>
                          <a:effectLst/>
                          <a:latin typeface="Calibri"/>
                          <a:ea typeface="+mn-ea"/>
                          <a:cs typeface="+mn-cs"/>
                        </a:rPr>
                        <a:t>(</a:t>
                      </a:r>
                      <a:r>
                        <a:rPr lang="en-US" altLang="zh-CN" sz="900" b="0" i="0" u="none" strike="noStrike" kern="1200">
                          <a:solidFill>
                            <a:schemeClr val="tx1"/>
                          </a:solidFill>
                          <a:effectLst/>
                          <a:latin typeface="Calibri"/>
                          <a:ea typeface="+mn-ea"/>
                          <a:cs typeface="+mn-cs"/>
                        </a:rPr>
                        <a:t>STING </a:t>
                      </a:r>
                      <a:r>
                        <a:rPr lang="en-US" altLang="zh-CN" sz="900" b="0" i="0" u="none" strike="noStrike" kern="1200" err="1">
                          <a:solidFill>
                            <a:schemeClr val="tx1"/>
                          </a:solidFill>
                          <a:effectLst/>
                          <a:latin typeface="Calibri"/>
                          <a:ea typeface="+mn-ea"/>
                          <a:cs typeface="+mn-cs"/>
                        </a:rPr>
                        <a:t>inh</a:t>
                      </a:r>
                      <a:r>
                        <a:rPr lang="en-US" altLang="zh-CN" sz="900" b="0" i="0" u="none" strike="noStrike" kern="1200">
                          <a:solidFill>
                            <a:schemeClr val="tx1"/>
                          </a:solidFill>
                          <a:effectLst/>
                          <a:latin typeface="Calibri"/>
                          <a:ea typeface="+mn-ea"/>
                          <a:cs typeface="+mn-cs"/>
                        </a:rPr>
                        <a:t>.</a:t>
                      </a:r>
                      <a:r>
                        <a:rPr lang="it-IT" altLang="zh-CN" sz="900" b="0" i="0" u="none" strike="noStrike" kern="1200">
                          <a:solidFill>
                            <a:schemeClr val="tx1"/>
                          </a:solidFill>
                          <a:effectLst/>
                          <a:latin typeface="Calibri"/>
                          <a:ea typeface="+mn-ea"/>
                          <a:cs typeface="+mn-cs"/>
                        </a:rPr>
                        <a:t>) </a:t>
                      </a:r>
                      <a:r>
                        <a:rPr lang="en-US" altLang="zh-CN" sz="900" b="0" i="0" u="none" strike="noStrike" kern="1200">
                          <a:solidFill>
                            <a:schemeClr val="tx1"/>
                          </a:solidFill>
                          <a:effectLst/>
                          <a:latin typeface="Calibri"/>
                          <a:ea typeface="+mn-ea"/>
                          <a:cs typeface="+mn-cs"/>
                        </a:rPr>
                        <a:t>Interferonopathy</a:t>
                      </a:r>
                    </a:p>
                  </a:txBody>
                  <a:tcPr marL="0" marR="0" marT="0" marB="0" anchor="ctr"/>
                </a:tc>
                <a:extLst>
                  <a:ext uri="{0D108BD9-81ED-4DB2-BD59-A6C34878D82A}">
                    <a16:rowId xmlns:a16="http://schemas.microsoft.com/office/drawing/2014/main" val="4192552078"/>
                  </a:ext>
                </a:extLst>
              </a:tr>
              <a:tr h="279104">
                <a:tc vMerge="1">
                  <a:txBody>
                    <a:bodyPr/>
                    <a:lstStyle/>
                    <a:p>
                      <a:endParaRPr lang="en-US"/>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altLang="zh-CN" sz="900" b="0" i="0" u="none" strike="noStrike">
                          <a:solidFill>
                            <a:schemeClr val="tx1"/>
                          </a:solidFill>
                          <a:effectLst/>
                          <a:latin typeface="Calibri"/>
                        </a:rPr>
                        <a:t>Spesolimab/Hidradenitis suppurativa -Ph2/3</a:t>
                      </a:r>
                      <a:r>
                        <a:rPr lang="zh-CN" altLang="en-US" sz="900" b="0" i="0" u="none" strike="noStrike">
                          <a:solidFill>
                            <a:schemeClr val="tx1"/>
                          </a:solidFill>
                          <a:effectLst/>
                          <a:latin typeface="Calibri"/>
                        </a:rPr>
                        <a:t>（</a:t>
                      </a:r>
                      <a:r>
                        <a:rPr lang="en-US" altLang="zh-CN" sz="900" b="0" i="0" u="none" strike="noStrike">
                          <a:solidFill>
                            <a:schemeClr val="tx1"/>
                          </a:solidFill>
                          <a:effectLst/>
                          <a:latin typeface="Calibri"/>
                        </a:rPr>
                        <a:t>1368.98</a:t>
                      </a:r>
                      <a:r>
                        <a:rPr lang="zh-CN" altLang="en-US" sz="900" b="0" i="0" u="none" strike="noStrike">
                          <a:solidFill>
                            <a:schemeClr val="tx1"/>
                          </a:solidFill>
                          <a:effectLst/>
                          <a:latin typeface="Calibri"/>
                        </a:rPr>
                        <a:t>）</a:t>
                      </a:r>
                      <a:endParaRPr lang="en-US" altLang="zh-CN" sz="900" b="0" i="0" u="none" strike="sng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900" b="0" i="0" u="none" strike="noStrike" kern="1200">
                        <a:solidFill>
                          <a:schemeClr val="tx1"/>
                        </a:solidFill>
                        <a:effectLst/>
                        <a:latin typeface="Calibri"/>
                        <a:ea typeface="+mn-ea"/>
                        <a:cs typeface="+mn-cs"/>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altLang="zh-CN" sz="900" b="0" i="0" u="none" strike="no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tx1"/>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3810477 (anti-CTGF) in IPF/PPF</a:t>
                      </a:r>
                    </a:p>
                  </a:txBody>
                  <a:tcPr marL="0" marR="0" marT="0" marB="0" anchor="ctr"/>
                </a:tc>
                <a:extLst>
                  <a:ext uri="{0D108BD9-81ED-4DB2-BD59-A6C34878D82A}">
                    <a16:rowId xmlns:a16="http://schemas.microsoft.com/office/drawing/2014/main" val="595652090"/>
                  </a:ext>
                </a:extLst>
              </a:tr>
              <a:tr h="411480">
                <a:tc vMerge="1">
                  <a:txBody>
                    <a:bodyPr/>
                    <a:lstStyle/>
                    <a:p>
                      <a:endParaRPr lang="en-US" sz="900" b="1">
                        <a:solidFill>
                          <a:schemeClr val="tx1"/>
                        </a:solidFill>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it-IT" altLang="zh-CN" sz="900" b="0" i="0" u="none" strike="noStrike" kern="1200">
                          <a:solidFill>
                            <a:schemeClr val="tx1"/>
                          </a:solidFill>
                          <a:effectLst/>
                          <a:latin typeface="Calibri"/>
                          <a:ea typeface="+mn-ea"/>
                          <a:cs typeface="+mn-cs"/>
                        </a:rPr>
                        <a:t>Sepsolimab GPP Post marketing requriement (1368.120 ) (GPP flare retreatment)</a:t>
                      </a:r>
                      <a:endParaRPr lang="sv-SE" altLang="zh-CN" sz="900" b="0" i="0" u="none" strike="no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900" b="0" i="0" u="none" strike="noStrike" kern="1200">
                        <a:solidFill>
                          <a:schemeClr val="tx1"/>
                        </a:solidFill>
                        <a:effectLst/>
                        <a:latin typeface="Calibri"/>
                        <a:ea typeface="+mn-ea"/>
                        <a:cs typeface="+mn-cs"/>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altLang="zh-CN" sz="900" b="0" i="0" u="none" strike="no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tx1"/>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a:solidFill>
                            <a:schemeClr val="tx1"/>
                          </a:solidFill>
                          <a:effectLst/>
                          <a:latin typeface="Calibri"/>
                          <a:ea typeface="+mn-ea"/>
                          <a:cs typeface="+mn-cs"/>
                        </a:rPr>
                        <a:t>BI 1015550 (PDE4b inhibitor)/ SSc</a:t>
                      </a:r>
                    </a:p>
                  </a:txBody>
                  <a:tcPr marL="0" marR="0" marT="0" marB="0" anchor="ctr"/>
                </a:tc>
                <a:extLst>
                  <a:ext uri="{0D108BD9-81ED-4DB2-BD59-A6C34878D82A}">
                    <a16:rowId xmlns:a16="http://schemas.microsoft.com/office/drawing/2014/main" val="3716469762"/>
                  </a:ext>
                </a:extLst>
              </a:tr>
              <a:tr h="274320">
                <a:tc vMerge="1">
                  <a:txBody>
                    <a:bodyPr/>
                    <a:lstStyle/>
                    <a:p>
                      <a:endParaRPr lang="en-US" sz="900" b="1">
                        <a:solidFill>
                          <a:schemeClr val="tx1"/>
                        </a:solidFill>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sv-SE" altLang="zh-CN" sz="900" b="0" i="0" u="none" strike="noStrike" kern="1200">
                          <a:solidFill>
                            <a:schemeClr val="tx1"/>
                          </a:solidFill>
                          <a:effectLst/>
                          <a:latin typeface="Calibri"/>
                          <a:ea typeface="+mn-ea"/>
                          <a:cs typeface="+mn-cs"/>
                        </a:rPr>
                        <a:t>BI 1839100 (TRPA1 antagonist) IPF/PPF cough ph2 (1490.4)</a:t>
                      </a:r>
                      <a:endParaRPr lang="en-US" altLang="zh-CN" sz="900" b="0" i="0" u="none" strike="noStrike" kern="1200">
                        <a:solidFill>
                          <a:schemeClr val="tx1"/>
                        </a:solidFill>
                        <a:effectLst/>
                        <a:latin typeface="Calibri"/>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900" b="0" i="0" u="none" strike="noStrike" kern="1200">
                        <a:solidFill>
                          <a:srgbClr val="00B050"/>
                        </a:solidFill>
                        <a:effectLst/>
                        <a:latin typeface="Calibri"/>
                        <a:ea typeface="+mn-ea"/>
                        <a:cs typeface="+mn-cs"/>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altLang="zh-CN" sz="900" b="0" i="0" u="none" strike="noStrike">
                        <a:solidFill>
                          <a:srgbClr val="00B050"/>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bg1">
                            <a:lumMod val="65000"/>
                          </a:schemeClr>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kern="1200">
                        <a:solidFill>
                          <a:schemeClr val="tx1"/>
                        </a:solidFill>
                        <a:effectLst/>
                        <a:latin typeface="Calibri"/>
                        <a:ea typeface="+mn-ea"/>
                        <a:cs typeface="+mn-cs"/>
                      </a:endParaRPr>
                    </a:p>
                  </a:txBody>
                  <a:tcPr marL="0" marR="0" marT="0" marB="0" anchor="ctr"/>
                </a:tc>
                <a:extLst>
                  <a:ext uri="{0D108BD9-81ED-4DB2-BD59-A6C34878D82A}">
                    <a16:rowId xmlns:a16="http://schemas.microsoft.com/office/drawing/2014/main" val="2684910296"/>
                  </a:ext>
                </a:extLst>
              </a:tr>
              <a:tr h="274320">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tx1"/>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kern="1200" err="1">
                          <a:solidFill>
                            <a:schemeClr val="tx1"/>
                          </a:solidFill>
                          <a:effectLst/>
                          <a:latin typeface="Calibri"/>
                          <a:ea typeface="+mn-ea"/>
                          <a:cs typeface="+mn-cs"/>
                        </a:rPr>
                        <a:t>Spesolimab</a:t>
                      </a:r>
                      <a:r>
                        <a:rPr lang="en-US" altLang="zh-CN" sz="900" b="0" i="0" u="none" strike="noStrike" kern="1200">
                          <a:solidFill>
                            <a:schemeClr val="tx1"/>
                          </a:solidFill>
                          <a:effectLst/>
                          <a:latin typeface="Calibri"/>
                          <a:ea typeface="+mn-ea"/>
                          <a:cs typeface="+mn-cs"/>
                        </a:rPr>
                        <a:t> (PG) ph3</a:t>
                      </a:r>
                      <a:r>
                        <a:rPr lang="zh-CN" altLang="en-US" sz="900" b="0" i="0" u="none" strike="noStrike" kern="1200">
                          <a:solidFill>
                            <a:schemeClr val="tx1"/>
                          </a:solidFill>
                          <a:effectLst/>
                          <a:latin typeface="Calibri"/>
                          <a:ea typeface="+mn-ea"/>
                          <a:cs typeface="+mn-cs"/>
                        </a:rPr>
                        <a:t> </a:t>
                      </a:r>
                      <a:r>
                        <a:rPr lang="en-US" altLang="zh-CN" sz="900" b="0" i="0" u="none" strike="noStrike" kern="1200">
                          <a:solidFill>
                            <a:schemeClr val="tx1"/>
                          </a:solidFill>
                          <a:effectLst/>
                          <a:latin typeface="Calibri"/>
                          <a:ea typeface="+mn-ea"/>
                          <a:cs typeface="+mn-cs"/>
                        </a:rPr>
                        <a:t>(1368-0140)</a:t>
                      </a: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900" b="0" i="0" u="none" strike="noStrike" kern="1200">
                        <a:solidFill>
                          <a:srgbClr val="00B050"/>
                        </a:solidFill>
                        <a:effectLst/>
                        <a:latin typeface="Calibri"/>
                        <a:ea typeface="+mn-ea"/>
                        <a:cs typeface="+mn-cs"/>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altLang="zh-CN" sz="900" b="0" i="0" u="none" strike="noStrike">
                        <a:solidFill>
                          <a:srgbClr val="00B050"/>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bg1">
                            <a:lumMod val="65000"/>
                          </a:schemeClr>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kern="1200">
                        <a:solidFill>
                          <a:schemeClr val="tx1"/>
                        </a:solidFill>
                        <a:effectLst/>
                        <a:latin typeface="Calibri"/>
                        <a:ea typeface="+mn-ea"/>
                        <a:cs typeface="+mn-cs"/>
                      </a:endParaRPr>
                    </a:p>
                  </a:txBody>
                  <a:tcPr marL="0" marR="0" marT="0" marB="0" anchor="ctr"/>
                </a:tc>
                <a:extLst>
                  <a:ext uri="{0D108BD9-81ED-4DB2-BD59-A6C34878D82A}">
                    <a16:rowId xmlns:a16="http://schemas.microsoft.com/office/drawing/2014/main" val="3497339517"/>
                  </a:ext>
                </a:extLst>
              </a:tr>
              <a:tr h="274320">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Calibri"/>
                        <a:ea typeface="+mn-ea"/>
                        <a:cs typeface="+mn-cs"/>
                      </a:endParaRPr>
                    </a:p>
                  </a:txBody>
                  <a:tcPr marL="121920" marR="121920" marT="60960" marB="6096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altLang="zh-CN" sz="900" b="0" i="0" u="none" strike="noStrike">
                          <a:solidFill>
                            <a:schemeClr val="tx1"/>
                          </a:solidFill>
                          <a:effectLst/>
                          <a:latin typeface="Calibri"/>
                        </a:rPr>
                        <a:t>BI 1819479 (Autotaxin inhibitor)  IPF/PPF ph2</a:t>
                      </a:r>
                      <a:r>
                        <a:rPr lang="it-IT" altLang="zh-CN" sz="900" b="0" i="0" u="none" strike="noStrike">
                          <a:solidFill>
                            <a:schemeClr val="tx1"/>
                          </a:solidFill>
                          <a:effectLst/>
                          <a:latin typeface="Calibri"/>
                        </a:rPr>
                        <a:t> (1462.4)</a:t>
                      </a:r>
                      <a:endParaRPr lang="en-US" altLang="zh-CN" sz="900" b="0" i="0" u="none" strike="noStrike">
                        <a:solidFill>
                          <a:schemeClr val="tx1"/>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sz="900" b="0" i="0" u="none" strike="noStrike" kern="1200">
                        <a:solidFill>
                          <a:srgbClr val="00B050"/>
                        </a:solidFill>
                        <a:effectLst/>
                        <a:latin typeface="Calibri"/>
                        <a:ea typeface="+mn-ea"/>
                        <a:cs typeface="+mn-cs"/>
                      </a:endParaRPr>
                    </a:p>
                  </a:txBody>
                  <a:tcPr marL="0" marR="0" marT="0" marB="0" anchor="ctr">
                    <a:solidFill>
                      <a:srgbClr val="92D05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it-IT" altLang="zh-CN" sz="900" b="0" i="0" u="none" strike="noStrike">
                        <a:solidFill>
                          <a:srgbClr val="00B050"/>
                        </a:solidFill>
                        <a:effectLst/>
                        <a:latin typeface="Calibri"/>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900" b="0" i="0" u="none" strike="noStrike" kern="1200">
                        <a:solidFill>
                          <a:schemeClr val="bg1">
                            <a:lumMod val="65000"/>
                          </a:schemeClr>
                        </a:solidFill>
                        <a:effectLst/>
                        <a:latin typeface="Calibri"/>
                        <a:ea typeface="+mn-ea"/>
                        <a:cs typeface="+mn-cs"/>
                      </a:endParaRPr>
                    </a:p>
                  </a:txBody>
                  <a:tcPr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altLang="zh-CN" sz="900" b="0" i="0" u="none" strike="noStrike" kern="1200">
                        <a:solidFill>
                          <a:schemeClr val="tx1"/>
                        </a:solidFill>
                        <a:effectLst/>
                        <a:latin typeface="Calibri"/>
                        <a:ea typeface="+mn-ea"/>
                        <a:cs typeface="+mn-cs"/>
                      </a:endParaRPr>
                    </a:p>
                  </a:txBody>
                  <a:tcPr marL="0" marR="0" marT="0" marB="0" anchor="ctr"/>
                </a:tc>
                <a:extLst>
                  <a:ext uri="{0D108BD9-81ED-4DB2-BD59-A6C34878D82A}">
                    <a16:rowId xmlns:a16="http://schemas.microsoft.com/office/drawing/2014/main" val="3431262997"/>
                  </a:ext>
                </a:extLst>
              </a:tr>
            </a:tbl>
          </a:graphicData>
        </a:graphic>
      </p:graphicFrame>
      <p:sp>
        <p:nvSpPr>
          <p:cNvPr id="17" name="Rounded Rectangle 8">
            <a:extLst>
              <a:ext uri="{FF2B5EF4-FFF2-40B4-BE49-F238E27FC236}">
                <a16:creationId xmlns:a16="http://schemas.microsoft.com/office/drawing/2014/main" id="{62B6E203-676C-4E4D-8C00-AE1D7A89656A}"/>
              </a:ext>
            </a:extLst>
          </p:cNvPr>
          <p:cNvSpPr/>
          <p:nvPr/>
        </p:nvSpPr>
        <p:spPr>
          <a:xfrm>
            <a:off x="5793196" y="4762787"/>
            <a:ext cx="212274" cy="140292"/>
          </a:xfrm>
          <a:prstGeom prst="roundRect">
            <a:avLst/>
          </a:prstGeom>
          <a:solidFill>
            <a:srgbClr val="FF000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33">
              <a:defRPr/>
            </a:pPr>
            <a:endParaRPr lang="en-US" sz="1200">
              <a:solidFill>
                <a:srgbClr val="FFFFFF"/>
              </a:solidFill>
              <a:latin typeface="Calibri"/>
            </a:endParaRPr>
          </a:p>
        </p:txBody>
      </p:sp>
      <p:sp>
        <p:nvSpPr>
          <p:cNvPr id="18" name="Rounded Rectangle 9">
            <a:extLst>
              <a:ext uri="{FF2B5EF4-FFF2-40B4-BE49-F238E27FC236}">
                <a16:creationId xmlns:a16="http://schemas.microsoft.com/office/drawing/2014/main" id="{027B5E6F-74D8-42DC-AFFD-3763F5DCB79A}"/>
              </a:ext>
            </a:extLst>
          </p:cNvPr>
          <p:cNvSpPr/>
          <p:nvPr/>
        </p:nvSpPr>
        <p:spPr>
          <a:xfrm>
            <a:off x="2984442" y="4722981"/>
            <a:ext cx="200444" cy="140292"/>
          </a:xfrm>
          <a:prstGeom prst="roundRect">
            <a:avLst/>
          </a:prstGeom>
          <a:solidFill>
            <a:srgbClr val="FFFF0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33">
              <a:defRPr/>
            </a:pPr>
            <a:endParaRPr lang="en-US" sz="1200">
              <a:solidFill>
                <a:srgbClr val="FFFFFF"/>
              </a:solidFill>
              <a:latin typeface="Calibri"/>
            </a:endParaRPr>
          </a:p>
        </p:txBody>
      </p:sp>
      <p:sp>
        <p:nvSpPr>
          <p:cNvPr id="19" name="TextBox 18">
            <a:extLst>
              <a:ext uri="{FF2B5EF4-FFF2-40B4-BE49-F238E27FC236}">
                <a16:creationId xmlns:a16="http://schemas.microsoft.com/office/drawing/2014/main" id="{8B347624-7A6D-49C5-A0C1-0C077CF433E9}"/>
              </a:ext>
            </a:extLst>
          </p:cNvPr>
          <p:cNvSpPr txBox="1"/>
          <p:nvPr/>
        </p:nvSpPr>
        <p:spPr>
          <a:xfrm>
            <a:off x="6014594" y="4509330"/>
            <a:ext cx="2769850" cy="707886"/>
          </a:xfrm>
          <a:prstGeom prst="rect">
            <a:avLst/>
          </a:prstGeom>
          <a:noFill/>
          <a:ln>
            <a:noFill/>
          </a:ln>
        </p:spPr>
        <p:txBody>
          <a:bodyPr wrap="square" rtlCol="0">
            <a:spAutoFit/>
          </a:bodyPr>
          <a:lstStyle>
            <a:defPPr>
              <a:defRPr lang="de-DE"/>
            </a:defPPr>
            <a:lvl1pPr marL="171450" indent="-171450">
              <a:buFont typeface="Arial" panose="020B0604020202020204" pitchFamily="34" charset="0"/>
              <a:buChar char="•"/>
              <a:defRPr sz="600">
                <a:solidFill>
                  <a:srgbClr val="505050"/>
                </a:solidFill>
                <a:latin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38" indent="-171438" defTabSz="914333">
              <a:defRPr/>
            </a:pPr>
            <a:r>
              <a:rPr lang="en-US" altLang="zh-CN" sz="500"/>
              <a:t>Timeline: &gt; 3 months delay </a:t>
            </a:r>
          </a:p>
          <a:p>
            <a:pPr marL="171438" indent="-171438" defTabSz="914333">
              <a:defRPr/>
            </a:pPr>
            <a:r>
              <a:rPr lang="en-US" altLang="zh-CN" sz="500"/>
              <a:t>Strategic issue: project to be terminated, China integration/development undermined;</a:t>
            </a:r>
          </a:p>
          <a:p>
            <a:pPr marL="171438" indent="-171438" defTabSz="914333">
              <a:defRPr/>
            </a:pPr>
            <a:r>
              <a:rPr lang="en-US" altLang="zh-CN" sz="500"/>
              <a:t>Operational issue: major enrollment delay, significantly poor retention;</a:t>
            </a:r>
          </a:p>
          <a:p>
            <a:pPr marL="171438" indent="-171438" defTabSz="914333">
              <a:defRPr/>
            </a:pPr>
            <a:r>
              <a:rPr lang="en-US" altLang="zh-CN" sz="500"/>
              <a:t>Regulatory issue: negative comment from authority, major concerns due to regulation change;</a:t>
            </a:r>
          </a:p>
          <a:p>
            <a:pPr marL="171438" indent="-171438" defTabSz="914333">
              <a:defRPr/>
            </a:pPr>
            <a:r>
              <a:rPr lang="en-US" altLang="zh-CN" sz="500"/>
              <a:t>Not meeting primary end point;</a:t>
            </a:r>
          </a:p>
          <a:p>
            <a:pPr marL="171438" indent="-171438" defTabSz="914333">
              <a:defRPr/>
            </a:pPr>
            <a:r>
              <a:rPr lang="en-US" altLang="zh-CN" sz="500"/>
              <a:t>Quality: ≥ 1 critical and/or ≥ 4 major site audit observations; inspection readiness with critical issues; critical NC report </a:t>
            </a:r>
          </a:p>
        </p:txBody>
      </p:sp>
      <p:sp>
        <p:nvSpPr>
          <p:cNvPr id="20" name="Rounded Rectangle 9">
            <a:extLst>
              <a:ext uri="{FF2B5EF4-FFF2-40B4-BE49-F238E27FC236}">
                <a16:creationId xmlns:a16="http://schemas.microsoft.com/office/drawing/2014/main" id="{442DAE15-AAF0-41D5-87E2-2E384B8D4005}"/>
              </a:ext>
            </a:extLst>
          </p:cNvPr>
          <p:cNvSpPr/>
          <p:nvPr/>
        </p:nvSpPr>
        <p:spPr>
          <a:xfrm>
            <a:off x="355873" y="4762787"/>
            <a:ext cx="200444" cy="140292"/>
          </a:xfrm>
          <a:prstGeom prst="roundRect">
            <a:avLst/>
          </a:prstGeom>
          <a:solidFill>
            <a:srgbClr val="92D05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33">
              <a:defRPr/>
            </a:pPr>
            <a:endParaRPr lang="en-US" sz="1200">
              <a:solidFill>
                <a:srgbClr val="FFFFFF"/>
              </a:solidFill>
              <a:latin typeface="Calibri"/>
            </a:endParaRPr>
          </a:p>
        </p:txBody>
      </p:sp>
      <p:sp>
        <p:nvSpPr>
          <p:cNvPr id="21" name="TextBox 20">
            <a:extLst>
              <a:ext uri="{FF2B5EF4-FFF2-40B4-BE49-F238E27FC236}">
                <a16:creationId xmlns:a16="http://schemas.microsoft.com/office/drawing/2014/main" id="{B46731AF-10A3-4748-9463-247B7DEC4963}"/>
              </a:ext>
            </a:extLst>
          </p:cNvPr>
          <p:cNvSpPr txBox="1"/>
          <p:nvPr/>
        </p:nvSpPr>
        <p:spPr>
          <a:xfrm>
            <a:off x="461993" y="4894038"/>
            <a:ext cx="970073" cy="184666"/>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38" indent="-171438" defTabSz="914333">
              <a:spcBef>
                <a:spcPts val="600"/>
              </a:spcBef>
              <a:buFont typeface="Arial" panose="020B0604020202020204" pitchFamily="34" charset="0"/>
              <a:buChar char="•"/>
              <a:defRPr/>
            </a:pPr>
            <a:r>
              <a:rPr lang="en-US" sz="600">
                <a:solidFill>
                  <a:srgbClr val="505050"/>
                </a:solidFill>
                <a:latin typeface="Calibri"/>
              </a:rPr>
              <a:t>On track</a:t>
            </a:r>
          </a:p>
        </p:txBody>
      </p:sp>
      <p:sp>
        <p:nvSpPr>
          <p:cNvPr id="22" name="TextBox 21">
            <a:extLst>
              <a:ext uri="{FF2B5EF4-FFF2-40B4-BE49-F238E27FC236}">
                <a16:creationId xmlns:a16="http://schemas.microsoft.com/office/drawing/2014/main" id="{48EC2FC3-8256-4BA8-AFB9-0C0F2B45F8BE}"/>
              </a:ext>
            </a:extLst>
          </p:cNvPr>
          <p:cNvSpPr txBox="1"/>
          <p:nvPr/>
        </p:nvSpPr>
        <p:spPr>
          <a:xfrm>
            <a:off x="3169563" y="4509330"/>
            <a:ext cx="2517496" cy="707886"/>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38" indent="-171438" defTabSz="914333">
              <a:buFont typeface="Arial" panose="020B0604020202020204" pitchFamily="34" charset="0"/>
              <a:buChar char="•"/>
              <a:defRPr/>
            </a:pPr>
            <a:r>
              <a:rPr lang="en-US" altLang="zh-CN" sz="500">
                <a:solidFill>
                  <a:srgbClr val="505050"/>
                </a:solidFill>
                <a:latin typeface="Calibri" panose="020F0502020204030204" pitchFamily="34" charset="0"/>
                <a:cs typeface="Calibri" panose="020F0502020204030204" pitchFamily="34" charset="0"/>
              </a:rPr>
              <a:t>Timeline: 1-3 months delay or potential delay;</a:t>
            </a:r>
          </a:p>
          <a:p>
            <a:pPr marL="171438" indent="-171438" defTabSz="914333">
              <a:buFont typeface="Arial" panose="020B0604020202020204" pitchFamily="34" charset="0"/>
              <a:buChar char="•"/>
              <a:defRPr/>
            </a:pPr>
            <a:r>
              <a:rPr lang="en-US" altLang="zh-CN" sz="500">
                <a:solidFill>
                  <a:srgbClr val="505050"/>
                </a:solidFill>
                <a:latin typeface="Calibri" panose="020F0502020204030204" pitchFamily="34" charset="0"/>
                <a:cs typeface="Calibri" panose="020F0502020204030204" pitchFamily="34" charset="0"/>
              </a:rPr>
              <a:t>Strategic issue: global strategy uncertain; China integration/development at risk, insufficient China sample size;  </a:t>
            </a:r>
          </a:p>
          <a:p>
            <a:pPr marL="171438" indent="-171438" defTabSz="914333">
              <a:buFont typeface="Arial" panose="020B0604020202020204" pitchFamily="34" charset="0"/>
              <a:buChar char="•"/>
              <a:defRPr/>
            </a:pPr>
            <a:r>
              <a:rPr lang="en-US" altLang="zh-CN" sz="500">
                <a:solidFill>
                  <a:srgbClr val="505050"/>
                </a:solidFill>
                <a:latin typeface="Calibri" panose="020F0502020204030204" pitchFamily="34" charset="0"/>
                <a:cs typeface="Calibri" panose="020F0502020204030204" pitchFamily="34" charset="0"/>
              </a:rPr>
              <a:t>Operational issue: slow enrollment, retention rate lower than plan;</a:t>
            </a:r>
          </a:p>
          <a:p>
            <a:pPr marL="171438" indent="-171438" defTabSz="914333">
              <a:buFont typeface="Arial" panose="020B0604020202020204" pitchFamily="34" charset="0"/>
              <a:buChar char="•"/>
              <a:defRPr/>
            </a:pPr>
            <a:r>
              <a:rPr lang="en-US" altLang="zh-CN" sz="500">
                <a:solidFill>
                  <a:srgbClr val="505050"/>
                </a:solidFill>
                <a:latin typeface="Calibri" panose="020F0502020204030204" pitchFamily="34" charset="0"/>
                <a:cs typeface="Calibri" panose="020F0502020204030204" pitchFamily="34" charset="0"/>
              </a:rPr>
              <a:t>Regulatory issue: technical and/or dossier issues and/or deficiency letter with potential impact to approval and/or approval timeline;</a:t>
            </a:r>
          </a:p>
          <a:p>
            <a:pPr marL="171438" indent="-171438" defTabSz="914333">
              <a:buFont typeface="Arial" panose="020B0604020202020204" pitchFamily="34" charset="0"/>
              <a:buChar char="•"/>
              <a:defRPr/>
            </a:pPr>
            <a:r>
              <a:rPr lang="en-US" altLang="zh-CN" sz="500">
                <a:solidFill>
                  <a:srgbClr val="505050"/>
                </a:solidFill>
                <a:latin typeface="Calibri" panose="020F0502020204030204" pitchFamily="34" charset="0"/>
                <a:cs typeface="Calibri" panose="020F0502020204030204" pitchFamily="34" charset="0"/>
              </a:rPr>
              <a:t>Quality:</a:t>
            </a:r>
            <a:r>
              <a:rPr lang="zh-CN" altLang="en-US" sz="500">
                <a:solidFill>
                  <a:srgbClr val="505050"/>
                </a:solidFill>
                <a:latin typeface="Calibri" panose="020F0502020204030204" pitchFamily="34" charset="0"/>
                <a:cs typeface="Calibri" panose="020F0502020204030204" pitchFamily="34" charset="0"/>
              </a:rPr>
              <a:t> </a:t>
            </a:r>
            <a:r>
              <a:rPr lang="en-US" altLang="zh-CN" sz="500">
                <a:solidFill>
                  <a:srgbClr val="505050"/>
                </a:solidFill>
                <a:latin typeface="Calibri" panose="020F0502020204030204" pitchFamily="34" charset="0"/>
                <a:cs typeface="Calibri" panose="020F0502020204030204" pitchFamily="34" charset="0"/>
              </a:rPr>
              <a:t>3 major site audit observations,  inspection readiness with significant issues; major NC report</a:t>
            </a:r>
          </a:p>
        </p:txBody>
      </p:sp>
      <p:sp>
        <p:nvSpPr>
          <p:cNvPr id="15" name="TextBox 14">
            <a:extLst>
              <a:ext uri="{FF2B5EF4-FFF2-40B4-BE49-F238E27FC236}">
                <a16:creationId xmlns:a16="http://schemas.microsoft.com/office/drawing/2014/main" id="{B07CADB2-822A-48C2-8CC2-E9D107FDA606}"/>
              </a:ext>
            </a:extLst>
          </p:cNvPr>
          <p:cNvSpPr txBox="1"/>
          <p:nvPr/>
        </p:nvSpPr>
        <p:spPr>
          <a:xfrm>
            <a:off x="7094156" y="123089"/>
            <a:ext cx="2713233" cy="307777"/>
          </a:xfrm>
          <a:prstGeom prst="rect">
            <a:avLst/>
          </a:prstGeom>
          <a:noFill/>
        </p:spPr>
        <p:txBody>
          <a:bodyPr wrap="square">
            <a:spAutoFit/>
          </a:bodyPr>
          <a:lstStyle/>
          <a:p>
            <a:pPr defTabSz="914333">
              <a:defRPr/>
            </a:pPr>
            <a:r>
              <a:rPr lang="en-US" altLang="zh-CN" sz="700">
                <a:solidFill>
                  <a:srgbClr val="000000"/>
                </a:solidFill>
                <a:latin typeface="BISansOpti"/>
              </a:rPr>
              <a:t>Interferonopathy:</a:t>
            </a:r>
            <a:r>
              <a:rPr lang="zh-CN" altLang="en-US" sz="700">
                <a:solidFill>
                  <a:srgbClr val="000000"/>
                </a:solidFill>
                <a:latin typeface="BISansOpti"/>
              </a:rPr>
              <a:t>干扰素病 </a:t>
            </a:r>
            <a:endParaRPr lang="en-US" altLang="zh-CN" sz="700">
              <a:solidFill>
                <a:srgbClr val="000000"/>
              </a:solidFill>
              <a:latin typeface="BISansOpti"/>
            </a:endParaRPr>
          </a:p>
          <a:p>
            <a:pPr defTabSz="914333">
              <a:defRPr/>
            </a:pPr>
            <a:r>
              <a:rPr lang="en-US" altLang="zh-CN" sz="700">
                <a:solidFill>
                  <a:srgbClr val="000000"/>
                </a:solidFill>
                <a:latin typeface="BISansOpti"/>
              </a:rPr>
              <a:t>PG:</a:t>
            </a:r>
            <a:r>
              <a:rPr lang="zh-CN" altLang="en-US" sz="700">
                <a:solidFill>
                  <a:srgbClr val="000000"/>
                </a:solidFill>
                <a:latin typeface="BISansOpti"/>
              </a:rPr>
              <a:t> </a:t>
            </a:r>
            <a:r>
              <a:rPr lang="en-US" altLang="zh-CN" sz="700">
                <a:solidFill>
                  <a:srgbClr val="000000"/>
                </a:solidFill>
                <a:latin typeface="BISansOpti"/>
              </a:rPr>
              <a:t>pyoderma gangrenosum</a:t>
            </a:r>
            <a:r>
              <a:rPr lang="zh-CN" altLang="en-US" sz="700">
                <a:solidFill>
                  <a:srgbClr val="000000"/>
                </a:solidFill>
                <a:latin typeface="BISansOpti"/>
              </a:rPr>
              <a:t>坏疽性脓皮病</a:t>
            </a:r>
          </a:p>
        </p:txBody>
      </p:sp>
      <p:sp>
        <p:nvSpPr>
          <p:cNvPr id="2" name="TextBox 1">
            <a:extLst>
              <a:ext uri="{FF2B5EF4-FFF2-40B4-BE49-F238E27FC236}">
                <a16:creationId xmlns:a16="http://schemas.microsoft.com/office/drawing/2014/main" id="{1AE0E140-99FF-5B7F-D93E-8409CCD5DF7D}"/>
              </a:ext>
            </a:extLst>
          </p:cNvPr>
          <p:cNvSpPr txBox="1"/>
          <p:nvPr/>
        </p:nvSpPr>
        <p:spPr>
          <a:xfrm>
            <a:off x="1300502" y="4765787"/>
            <a:ext cx="1544619" cy="369332"/>
          </a:xfrm>
          <a:prstGeom prst="rect">
            <a:avLst/>
          </a:prstGeom>
          <a:noFill/>
        </p:spPr>
        <p:txBody>
          <a:bodyPr wrap="square" lIns="0" tIns="0" rIns="0" bIns="0" rtlCol="0">
            <a:spAutoFit/>
          </a:bodyPr>
          <a:lstStyle/>
          <a:p>
            <a:pPr defTabSz="914333">
              <a:defRPr/>
            </a:pPr>
            <a:r>
              <a:rPr lang="en-US" altLang="zh-CN" sz="800">
                <a:solidFill>
                  <a:srgbClr val="00B050"/>
                </a:solidFill>
                <a:latin typeface="BISansOpti"/>
              </a:rPr>
              <a:t>Green font: Updates from last PEC</a:t>
            </a:r>
          </a:p>
          <a:p>
            <a:pPr defTabSz="914333">
              <a:defRPr/>
            </a:pPr>
            <a:r>
              <a:rPr lang="en-US" altLang="zh-CN" sz="800">
                <a:solidFill>
                  <a:srgbClr val="336597"/>
                </a:solidFill>
                <a:latin typeface="BISansOpti"/>
              </a:rPr>
              <a:t>Blue font: Not covered in following detailed updates</a:t>
            </a:r>
            <a:endParaRPr lang="zh-CN" altLang="en-US" sz="800">
              <a:solidFill>
                <a:srgbClr val="336597"/>
              </a:solidFill>
              <a:latin typeface="BISansOpti"/>
            </a:endParaRPr>
          </a:p>
        </p:txBody>
      </p:sp>
      <p:sp>
        <p:nvSpPr>
          <p:cNvPr id="4" name="TextBox 3">
            <a:extLst>
              <a:ext uri="{FF2B5EF4-FFF2-40B4-BE49-F238E27FC236}">
                <a16:creationId xmlns:a16="http://schemas.microsoft.com/office/drawing/2014/main" id="{8EADD354-968B-ED0A-F579-87F376C49EB8}"/>
              </a:ext>
            </a:extLst>
          </p:cNvPr>
          <p:cNvSpPr txBox="1"/>
          <p:nvPr/>
        </p:nvSpPr>
        <p:spPr bwMode="gray">
          <a:xfrm>
            <a:off x="4104458" y="36786"/>
            <a:ext cx="2826351" cy="369332"/>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lgn="l"/>
            <a:r>
              <a:rPr lang="en-US" altLang="zh-CN" sz="1200"/>
              <a:t>TA priority assets</a:t>
            </a:r>
            <a:r>
              <a:rPr lang="zh-CN" altLang="en-US" sz="1200"/>
              <a:t>： </a:t>
            </a:r>
            <a:r>
              <a:rPr lang="en-US" altLang="zh-CN" sz="1200" err="1"/>
              <a:t>Spesolimab</a:t>
            </a:r>
            <a:r>
              <a:rPr lang="en-US" altLang="zh-CN" sz="1200"/>
              <a:t>, </a:t>
            </a:r>
            <a:r>
              <a:rPr lang="en-US" altLang="zh-CN" sz="1200" err="1"/>
              <a:t>Catci</a:t>
            </a:r>
            <a:r>
              <a:rPr lang="en-US" altLang="zh-CN" sz="1200"/>
              <a:t>;</a:t>
            </a:r>
          </a:p>
          <a:p>
            <a:pPr algn="l"/>
            <a:r>
              <a:rPr lang="en-US" altLang="zh-CN" sz="1200" err="1"/>
              <a:t>cGAS</a:t>
            </a:r>
            <a:r>
              <a:rPr lang="en-US" altLang="zh-CN" sz="1200"/>
              <a:t> inhibitor, PD-1 agonist</a:t>
            </a:r>
            <a:endParaRPr lang="zh-CN" altLang="en-US" sz="1200"/>
          </a:p>
        </p:txBody>
      </p:sp>
    </p:spTree>
    <p:extLst>
      <p:ext uri="{BB962C8B-B14F-4D97-AF65-F5344CB8AC3E}">
        <p14:creationId xmlns:p14="http://schemas.microsoft.com/office/powerpoint/2010/main" val="2059685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F313-C64B-87DB-E27F-7AFDAEE6555C}"/>
              </a:ext>
            </a:extLst>
          </p:cNvPr>
          <p:cNvSpPr>
            <a:spLocks noGrp="1"/>
          </p:cNvSpPr>
          <p:nvPr>
            <p:ph type="title"/>
          </p:nvPr>
        </p:nvSpPr>
        <p:spPr>
          <a:xfrm>
            <a:off x="359569" y="356566"/>
            <a:ext cx="5535216" cy="540000"/>
          </a:xfrm>
        </p:spPr>
        <p:txBody>
          <a:bodyPr vert="horz" lIns="0" tIns="0" rIns="0" bIns="0" rtlCol="0" anchor="t">
            <a:normAutofit/>
          </a:bodyPr>
          <a:lstStyle/>
          <a:p>
            <a:pPr>
              <a:lnSpc>
                <a:spcPct val="90000"/>
              </a:lnSpc>
            </a:pPr>
            <a:r>
              <a:rPr lang="en-US" altLang="zh-CN" err="1"/>
              <a:t>Nerandomilast</a:t>
            </a:r>
            <a:r>
              <a:rPr lang="en-US" altLang="zh-CN"/>
              <a:t>  Asset Team China Visit Workshop on Feb 22nd</a:t>
            </a:r>
          </a:p>
        </p:txBody>
      </p:sp>
      <p:sp>
        <p:nvSpPr>
          <p:cNvPr id="9" name="TextBox 8">
            <a:extLst>
              <a:ext uri="{FF2B5EF4-FFF2-40B4-BE49-F238E27FC236}">
                <a16:creationId xmlns:a16="http://schemas.microsoft.com/office/drawing/2014/main" id="{10E6AC82-D0A3-F6C0-C01F-B08C8E4F334B}"/>
              </a:ext>
            </a:extLst>
          </p:cNvPr>
          <p:cNvSpPr txBox="1"/>
          <p:nvPr/>
        </p:nvSpPr>
        <p:spPr bwMode="gray">
          <a:xfrm>
            <a:off x="359569" y="1059656"/>
            <a:ext cx="5535216" cy="3294000"/>
          </a:xfrm>
          <a:prstGeom prst="rect">
            <a:avLst/>
          </a:prstGeom>
        </p:spPr>
        <p:txBody>
          <a:bodyPr vert="horz" lIns="0" tIns="0" rIns="0" bIns="0" rtlCol="0">
            <a:normAutofit/>
          </a:bodyPr>
          <a:lstStyle/>
          <a:p>
            <a:pPr marL="162000" indent="-162000" defTabSz="685800">
              <a:lnSpc>
                <a:spcPct val="140000"/>
              </a:lnSpc>
              <a:spcAft>
                <a:spcPts val="450"/>
              </a:spcAft>
              <a:buFont typeface="Arial" panose="020B0604020202020204" pitchFamily="34" charset="0"/>
              <a:buChar char="•"/>
            </a:pPr>
            <a:r>
              <a:rPr kumimoji="1" lang="en-US" altLang="zh-CN" sz="1200" b="0"/>
              <a:t>Asset team members (Asset lead, value lead and </a:t>
            </a:r>
            <a:r>
              <a:rPr kumimoji="1" lang="en-US" altLang="zh-CN" sz="1200" b="0" err="1"/>
              <a:t>sPM</a:t>
            </a:r>
            <a:r>
              <a:rPr kumimoji="1" lang="en-US" altLang="zh-CN" sz="1200" b="0"/>
              <a:t>) discussed with China team on evidence generation and launch preparation topics.</a:t>
            </a:r>
          </a:p>
          <a:p>
            <a:pPr marL="162000" indent="-162000" defTabSz="685800">
              <a:lnSpc>
                <a:spcPct val="140000"/>
              </a:lnSpc>
              <a:spcAft>
                <a:spcPts val="450"/>
              </a:spcAft>
              <a:buFont typeface="Arial" panose="020B0604020202020204" pitchFamily="34" charset="0"/>
              <a:buChar char="•"/>
            </a:pPr>
            <a:r>
              <a:rPr kumimoji="1" lang="en-US" altLang="zh-CN" sz="1200" b="0"/>
              <a:t>Further deep dive with evidence team on Apr 29 regarding</a:t>
            </a:r>
          </a:p>
          <a:p>
            <a:pPr marL="619200" lvl="2" indent="-162000" defTabSz="685800">
              <a:lnSpc>
                <a:spcPct val="140000"/>
              </a:lnSpc>
              <a:spcAft>
                <a:spcPts val="450"/>
              </a:spcAft>
              <a:buFont typeface="Arial" panose="020B0604020202020204" pitchFamily="34" charset="0"/>
              <a:buChar char="•"/>
            </a:pPr>
            <a:r>
              <a:rPr kumimoji="1" lang="en-US" altLang="zh-CN" sz="1200" b="0"/>
              <a:t>China joining CTD-ILD and Pediatric program</a:t>
            </a:r>
          </a:p>
          <a:p>
            <a:pPr marL="619200" lvl="2" indent="-162000" defTabSz="685800">
              <a:lnSpc>
                <a:spcPct val="140000"/>
              </a:lnSpc>
              <a:spcAft>
                <a:spcPts val="450"/>
              </a:spcAft>
              <a:buFont typeface="Arial" panose="020B0604020202020204" pitchFamily="34" charset="0"/>
              <a:buChar char="•"/>
            </a:pPr>
            <a:r>
              <a:rPr kumimoji="1" lang="en-US" altLang="zh-CN" sz="1200" b="0"/>
              <a:t>Global support to meet local registration timeline</a:t>
            </a:r>
          </a:p>
        </p:txBody>
      </p:sp>
      <p:sp>
        <p:nvSpPr>
          <p:cNvPr id="20" name="Text Placeholder 3">
            <a:extLst>
              <a:ext uri="{FF2B5EF4-FFF2-40B4-BE49-F238E27FC236}">
                <a16:creationId xmlns:a16="http://schemas.microsoft.com/office/drawing/2014/main" id="{5AB7794B-26F7-4CF2-0007-F96AE6C1F75C}"/>
              </a:ext>
            </a:extLst>
          </p:cNvPr>
          <p:cNvSpPr>
            <a:spLocks noGrp="1"/>
          </p:cNvSpPr>
          <p:nvPr>
            <p:ph type="body" sz="quarter" idx="13"/>
          </p:nvPr>
        </p:nvSpPr>
        <p:spPr>
          <a:xfrm>
            <a:off x="360000" y="4353960"/>
            <a:ext cx="5535000" cy="108000"/>
          </a:xfrm>
        </p:spPr>
        <p:txBody>
          <a:bodyPr/>
          <a:lstStyle/>
          <a:p>
            <a:endParaRPr lang="en-US"/>
          </a:p>
        </p:txBody>
      </p:sp>
      <p:pic>
        <p:nvPicPr>
          <p:cNvPr id="15" name="Picture 14" descr="A group of people standing on a staircase&#10;&#10;Description automatically generated">
            <a:extLst>
              <a:ext uri="{FF2B5EF4-FFF2-40B4-BE49-F238E27FC236}">
                <a16:creationId xmlns:a16="http://schemas.microsoft.com/office/drawing/2014/main" id="{61F9A9F7-968B-756C-D10C-32AF98D693E9}"/>
              </a:ext>
            </a:extLst>
          </p:cNvPr>
          <p:cNvPicPr>
            <a:picLocks noChangeAspect="1"/>
          </p:cNvPicPr>
          <p:nvPr/>
        </p:nvPicPr>
        <p:blipFill>
          <a:blip r:embed="rId2"/>
          <a:stretch>
            <a:fillRect/>
          </a:stretch>
        </p:blipFill>
        <p:spPr>
          <a:xfrm>
            <a:off x="6678468" y="1591832"/>
            <a:ext cx="2188224" cy="1641168"/>
          </a:xfrm>
          <a:prstGeom prst="rect">
            <a:avLst/>
          </a:prstGeom>
          <a:noFill/>
        </p:spPr>
      </p:pic>
      <p:sp>
        <p:nvSpPr>
          <p:cNvPr id="6" name="Slide Number Placeholder 5">
            <a:extLst>
              <a:ext uri="{FF2B5EF4-FFF2-40B4-BE49-F238E27FC236}">
                <a16:creationId xmlns:a16="http://schemas.microsoft.com/office/drawing/2014/main" id="{C82DEDDF-C91D-7C40-E55B-C92482BDF9FD}"/>
              </a:ext>
            </a:extLst>
          </p:cNvPr>
          <p:cNvSpPr>
            <a:spLocks noGrp="1"/>
          </p:cNvSpPr>
          <p:nvPr>
            <p:ph type="sldNum" sz="quarter" idx="18"/>
          </p:nvPr>
        </p:nvSpPr>
        <p:spPr>
          <a:xfrm>
            <a:off x="8568444" y="4685127"/>
            <a:ext cx="216000" cy="216000"/>
          </a:xfrm>
        </p:spPr>
        <p:txBody>
          <a:bodyPr vert="horz" lIns="0" tIns="0" rIns="0" bIns="0" rtlCol="0" anchor="b">
            <a:normAutofit/>
          </a:bodyPr>
          <a:lstStyle/>
          <a:p>
            <a:pPr>
              <a:spcAft>
                <a:spcPts val="600"/>
              </a:spcAft>
            </a:pPr>
            <a:fld id="{DF4E8F9F-5B1F-4F5B-BE49-3245D8C18D9F}" type="slidenum">
              <a:rPr lang="en-US" smtClean="0"/>
              <a:pPr>
                <a:spcAft>
                  <a:spcPts val="600"/>
                </a:spcAft>
              </a:pPr>
              <a:t>3</a:t>
            </a:fld>
            <a:endParaRPr lang="en-US"/>
          </a:p>
        </p:txBody>
      </p:sp>
      <p:sp>
        <p:nvSpPr>
          <p:cNvPr id="5" name="Footer Placeholder 4">
            <a:extLst>
              <a:ext uri="{FF2B5EF4-FFF2-40B4-BE49-F238E27FC236}">
                <a16:creationId xmlns:a16="http://schemas.microsoft.com/office/drawing/2014/main" id="{DCF7574A-C776-E0B4-E364-FD23F1F9ACFA}"/>
              </a:ext>
            </a:extLst>
          </p:cNvPr>
          <p:cNvSpPr>
            <a:spLocks noGrp="1"/>
          </p:cNvSpPr>
          <p:nvPr>
            <p:ph type="ftr" sz="quarter" idx="19"/>
          </p:nvPr>
        </p:nvSpPr>
        <p:spPr>
          <a:xfrm>
            <a:off x="6678468" y="4685127"/>
            <a:ext cx="1835970" cy="216000"/>
          </a:xfrm>
        </p:spPr>
        <p:txBody>
          <a:bodyPr vert="horz" lIns="0" tIns="0" rIns="0" bIns="0" rtlCol="0" anchor="b">
            <a:normAutofit/>
          </a:bodyPr>
          <a:lstStyle/>
          <a:p>
            <a:r>
              <a:rPr lang="en-US"/>
              <a:t>Presentation title    |    ONLY FOR INTERNAL USE</a:t>
            </a:r>
          </a:p>
        </p:txBody>
      </p:sp>
    </p:spTree>
    <p:extLst>
      <p:ext uri="{BB962C8B-B14F-4D97-AF65-F5344CB8AC3E}">
        <p14:creationId xmlns:p14="http://schemas.microsoft.com/office/powerpoint/2010/main" val="1903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ltLang="zh-CN" sz="1600" u="sng">
                <a:latin typeface="+mn-ea"/>
                <a:ea typeface="+mn-ea"/>
                <a:cs typeface="Calibri" panose="020F0502020204030204" pitchFamily="34" charset="0"/>
              </a:rPr>
              <a:t>Ongoing: </a:t>
            </a:r>
            <a:r>
              <a:rPr lang="en-US" altLang="zh-CN" sz="1400" err="1">
                <a:latin typeface="+mn-ea"/>
                <a:ea typeface="+mn-ea"/>
                <a:cs typeface="Calibri" panose="020F0502020204030204" pitchFamily="34" charset="0"/>
              </a:rPr>
              <a:t>Nerandomilast</a:t>
            </a:r>
            <a:r>
              <a:rPr lang="en-US" altLang="zh-CN" sz="1400">
                <a:latin typeface="+mn-ea"/>
                <a:ea typeface="+mn-ea"/>
                <a:cs typeface="Calibri" panose="020F0502020204030204" pitchFamily="34" charset="0"/>
              </a:rPr>
              <a:t> (PDE4b inhibitor)</a:t>
            </a:r>
            <a:br>
              <a:rPr lang="en-US" altLang="zh-CN" sz="1400">
                <a:latin typeface="+mn-ea"/>
                <a:ea typeface="+mn-ea"/>
                <a:cs typeface="Calibri" panose="020F0502020204030204" pitchFamily="34" charset="0"/>
              </a:rPr>
            </a:br>
            <a:r>
              <a:rPr lang="en-US" altLang="zh-CN" sz="1400">
                <a:latin typeface="+mn-ea"/>
                <a:ea typeface="+mn-ea"/>
                <a:cs typeface="Calibri" panose="020F0502020204030204" pitchFamily="34" charset="0"/>
              </a:rPr>
              <a:t>Idiopathic Pulmonary Fibrosis(IPF) and Progressive Fibrosing Interstitial Lung Disease(PF-ILD) (Ph3) </a:t>
            </a:r>
            <a:endParaRPr lang="zh-CN" altLang="en-US" sz="1600">
              <a:latin typeface="+mn-ea"/>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17526" y="2721508"/>
            <a:ext cx="9126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7"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981124" y="1349341"/>
            <a:ext cx="837702"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Sep 26 </a:t>
            </a:r>
            <a:endParaRPr lang="zh-CN" altLang="en-US"/>
          </a:p>
        </p:txBody>
      </p: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180763" y="750875"/>
          <a:ext cx="8775060" cy="514350"/>
        </p:xfrm>
        <a:graphic>
          <a:graphicData uri="http://schemas.openxmlformats.org/drawingml/2006/table">
            <a:tbl>
              <a:tblPr firstRow="1" bandRow="1"/>
              <a:tblGrid>
                <a:gridCol w="417860">
                  <a:extLst>
                    <a:ext uri="{9D8B030D-6E8A-4147-A177-3AD203B41FA5}">
                      <a16:colId xmlns:a16="http://schemas.microsoft.com/office/drawing/2014/main" val="3411862845"/>
                    </a:ext>
                  </a:extLst>
                </a:gridCol>
                <a:gridCol w="417860">
                  <a:extLst>
                    <a:ext uri="{9D8B030D-6E8A-4147-A177-3AD203B41FA5}">
                      <a16:colId xmlns:a16="http://schemas.microsoft.com/office/drawing/2014/main" val="2851474774"/>
                    </a:ext>
                  </a:extLst>
                </a:gridCol>
                <a:gridCol w="417860">
                  <a:extLst>
                    <a:ext uri="{9D8B030D-6E8A-4147-A177-3AD203B41FA5}">
                      <a16:colId xmlns:a16="http://schemas.microsoft.com/office/drawing/2014/main" val="107595344"/>
                    </a:ext>
                  </a:extLst>
                </a:gridCol>
                <a:gridCol w="417860">
                  <a:extLst>
                    <a:ext uri="{9D8B030D-6E8A-4147-A177-3AD203B41FA5}">
                      <a16:colId xmlns:a16="http://schemas.microsoft.com/office/drawing/2014/main" val="1666999431"/>
                    </a:ext>
                  </a:extLst>
                </a:gridCol>
                <a:gridCol w="417860">
                  <a:extLst>
                    <a:ext uri="{9D8B030D-6E8A-4147-A177-3AD203B41FA5}">
                      <a16:colId xmlns:a16="http://schemas.microsoft.com/office/drawing/2014/main" val="3696607442"/>
                    </a:ext>
                  </a:extLst>
                </a:gridCol>
                <a:gridCol w="417860">
                  <a:extLst>
                    <a:ext uri="{9D8B030D-6E8A-4147-A177-3AD203B41FA5}">
                      <a16:colId xmlns:a16="http://schemas.microsoft.com/office/drawing/2014/main" val="223989776"/>
                    </a:ext>
                  </a:extLst>
                </a:gridCol>
                <a:gridCol w="417860">
                  <a:extLst>
                    <a:ext uri="{9D8B030D-6E8A-4147-A177-3AD203B41FA5}">
                      <a16:colId xmlns:a16="http://schemas.microsoft.com/office/drawing/2014/main" val="124731204"/>
                    </a:ext>
                  </a:extLst>
                </a:gridCol>
                <a:gridCol w="417860">
                  <a:extLst>
                    <a:ext uri="{9D8B030D-6E8A-4147-A177-3AD203B41FA5}">
                      <a16:colId xmlns:a16="http://schemas.microsoft.com/office/drawing/2014/main" val="3066978585"/>
                    </a:ext>
                  </a:extLst>
                </a:gridCol>
                <a:gridCol w="417860">
                  <a:extLst>
                    <a:ext uri="{9D8B030D-6E8A-4147-A177-3AD203B41FA5}">
                      <a16:colId xmlns:a16="http://schemas.microsoft.com/office/drawing/2014/main" val="1064917641"/>
                    </a:ext>
                  </a:extLst>
                </a:gridCol>
                <a:gridCol w="417860">
                  <a:extLst>
                    <a:ext uri="{9D8B030D-6E8A-4147-A177-3AD203B41FA5}">
                      <a16:colId xmlns:a16="http://schemas.microsoft.com/office/drawing/2014/main" val="4221117315"/>
                    </a:ext>
                  </a:extLst>
                </a:gridCol>
                <a:gridCol w="417860">
                  <a:extLst>
                    <a:ext uri="{9D8B030D-6E8A-4147-A177-3AD203B41FA5}">
                      <a16:colId xmlns:a16="http://schemas.microsoft.com/office/drawing/2014/main" val="3266065341"/>
                    </a:ext>
                  </a:extLst>
                </a:gridCol>
                <a:gridCol w="417860">
                  <a:extLst>
                    <a:ext uri="{9D8B030D-6E8A-4147-A177-3AD203B41FA5}">
                      <a16:colId xmlns:a16="http://schemas.microsoft.com/office/drawing/2014/main" val="2374051224"/>
                    </a:ext>
                  </a:extLst>
                </a:gridCol>
                <a:gridCol w="417860">
                  <a:extLst>
                    <a:ext uri="{9D8B030D-6E8A-4147-A177-3AD203B41FA5}">
                      <a16:colId xmlns:a16="http://schemas.microsoft.com/office/drawing/2014/main" val="1840388365"/>
                    </a:ext>
                  </a:extLst>
                </a:gridCol>
                <a:gridCol w="417860">
                  <a:extLst>
                    <a:ext uri="{9D8B030D-6E8A-4147-A177-3AD203B41FA5}">
                      <a16:colId xmlns:a16="http://schemas.microsoft.com/office/drawing/2014/main" val="267750830"/>
                    </a:ext>
                  </a:extLst>
                </a:gridCol>
                <a:gridCol w="417860">
                  <a:extLst>
                    <a:ext uri="{9D8B030D-6E8A-4147-A177-3AD203B41FA5}">
                      <a16:colId xmlns:a16="http://schemas.microsoft.com/office/drawing/2014/main" val="3966469970"/>
                    </a:ext>
                  </a:extLst>
                </a:gridCol>
                <a:gridCol w="417860">
                  <a:extLst>
                    <a:ext uri="{9D8B030D-6E8A-4147-A177-3AD203B41FA5}">
                      <a16:colId xmlns:a16="http://schemas.microsoft.com/office/drawing/2014/main" val="2522973146"/>
                    </a:ext>
                  </a:extLst>
                </a:gridCol>
                <a:gridCol w="417860">
                  <a:extLst>
                    <a:ext uri="{9D8B030D-6E8A-4147-A177-3AD203B41FA5}">
                      <a16:colId xmlns:a16="http://schemas.microsoft.com/office/drawing/2014/main" val="3852236956"/>
                    </a:ext>
                  </a:extLst>
                </a:gridCol>
                <a:gridCol w="417860">
                  <a:extLst>
                    <a:ext uri="{9D8B030D-6E8A-4147-A177-3AD203B41FA5}">
                      <a16:colId xmlns:a16="http://schemas.microsoft.com/office/drawing/2014/main" val="2684703990"/>
                    </a:ext>
                  </a:extLst>
                </a:gridCol>
                <a:gridCol w="417860">
                  <a:extLst>
                    <a:ext uri="{9D8B030D-6E8A-4147-A177-3AD203B41FA5}">
                      <a16:colId xmlns:a16="http://schemas.microsoft.com/office/drawing/2014/main" val="493228184"/>
                    </a:ext>
                  </a:extLst>
                </a:gridCol>
                <a:gridCol w="417860">
                  <a:extLst>
                    <a:ext uri="{9D8B030D-6E8A-4147-A177-3AD203B41FA5}">
                      <a16:colId xmlns:a16="http://schemas.microsoft.com/office/drawing/2014/main" val="1381913138"/>
                    </a:ext>
                  </a:extLst>
                </a:gridCol>
                <a:gridCol w="417860">
                  <a:extLst>
                    <a:ext uri="{9D8B030D-6E8A-4147-A177-3AD203B41FA5}">
                      <a16:colId xmlns:a16="http://schemas.microsoft.com/office/drawing/2014/main" val="2981130253"/>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2022</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147073" y="955212"/>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43">
              <a:defRPr/>
            </a:pPr>
            <a:endParaRPr lang="en-US" sz="1400" err="1">
              <a:solidFill>
                <a:srgbClr val="000000"/>
              </a:solidFill>
              <a:latin typeface="BISansOpti"/>
            </a:endParaRPr>
          </a:p>
        </p:txBody>
      </p:sp>
      <p:sp>
        <p:nvSpPr>
          <p:cNvPr id="51" name="Isosceles Triangle 50"/>
          <p:cNvSpPr/>
          <p:nvPr/>
        </p:nvSpPr>
        <p:spPr>
          <a:xfrm rot="5400000">
            <a:off x="8797937" y="94099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43">
              <a:defRPr/>
            </a:pPr>
            <a:endParaRPr lang="en-US" sz="1400" err="1">
              <a:solidFill>
                <a:srgbClr val="000000"/>
              </a:solidFill>
              <a:latin typeface="BISansOpti"/>
            </a:endParaRPr>
          </a:p>
        </p:txBody>
      </p:sp>
      <p:sp>
        <p:nvSpPr>
          <p:cNvPr id="44" name="TextBox 43"/>
          <p:cNvSpPr txBox="1"/>
          <p:nvPr/>
        </p:nvSpPr>
        <p:spPr>
          <a:xfrm>
            <a:off x="3874" y="1441378"/>
            <a:ext cx="429683"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Ph3-1305.14</a:t>
            </a:r>
          </a:p>
        </p:txBody>
      </p:sp>
      <p:sp>
        <p:nvSpPr>
          <p:cNvPr id="45" name="TextBox 44"/>
          <p:cNvSpPr txBox="1"/>
          <p:nvPr/>
        </p:nvSpPr>
        <p:spPr>
          <a:xfrm>
            <a:off x="24842" y="3029456"/>
            <a:ext cx="464405"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a:t>
            </a:r>
          </a:p>
          <a:p>
            <a:pPr algn="ctr" defTabSz="914243">
              <a:defRPr/>
            </a:pPr>
            <a:r>
              <a:rPr lang="en-US" sz="800" b="1">
                <a:solidFill>
                  <a:srgbClr val="0066CC"/>
                </a:solidFill>
                <a:latin typeface="Calibri" panose="020F0502020204030204" pitchFamily="34" charset="0"/>
                <a:cs typeface="Calibri" panose="020F0502020204030204" pitchFamily="34" charset="0"/>
              </a:rPr>
              <a:t>1305.14</a:t>
            </a:r>
          </a:p>
        </p:txBody>
      </p:sp>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2"/>
            </p:custDataLst>
          </p:nvPr>
        </p:nvSpPr>
        <p:spPr bwMode="auto">
          <a:xfrm>
            <a:off x="1434514" y="1475562"/>
            <a:ext cx="1171094"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endParaRPr lang="zh-CN" altLang="en-US" sz="750" b="1">
              <a:solidFill>
                <a:srgbClr val="000000"/>
              </a:solidFill>
              <a:latin typeface="Calibri" panose="020F0502020204030204" pitchFamily="34" charset="0"/>
              <a:cs typeface="Calibri" panose="020F0502020204030204" pitchFamily="34" charset="0"/>
            </a:endParaRPr>
          </a:p>
        </p:txBody>
      </p:sp>
      <p:sp>
        <p:nvSpPr>
          <p:cNvPr id="47" name="Star: 4 Points 143">
            <a:extLst>
              <a:ext uri="{FF2B5EF4-FFF2-40B4-BE49-F238E27FC236}">
                <a16:creationId xmlns:a16="http://schemas.microsoft.com/office/drawing/2014/main" id="{B361C849-6669-4EC4-A9AD-EB1BCC463147}"/>
              </a:ext>
            </a:extLst>
          </p:cNvPr>
          <p:cNvSpPr/>
          <p:nvPr/>
        </p:nvSpPr>
        <p:spPr bwMode="auto">
          <a:xfrm>
            <a:off x="1357480" y="160432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53" name="Rectangle 52"/>
          <p:cNvSpPr/>
          <p:nvPr/>
        </p:nvSpPr>
        <p:spPr>
          <a:xfrm>
            <a:off x="1278629" y="1682551"/>
            <a:ext cx="319318"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4709728" y="1743205"/>
            <a:ext cx="511967" cy="107722"/>
          </a:xfrm>
          <a:prstGeom prst="rect">
            <a:avLst/>
          </a:prstGeom>
          <a:noFill/>
        </p:spPr>
        <p:txBody>
          <a:bodyPr vert="horz" wrap="square" lIns="0" tIns="0" rIns="0" bIns="0" rtlCol="0" anchor="ctr" anchorCtr="0">
            <a:spAutoFit/>
          </a:bodyPr>
          <a:lstStyle/>
          <a:p>
            <a:pPr algn="ctr" defTabSz="914243">
              <a:defRPr/>
            </a:pPr>
            <a:r>
              <a:rPr lang="en-US" altLang="zh-CN" sz="700" b="1">
                <a:solidFill>
                  <a:srgbClr val="44546A"/>
                </a:solidFill>
                <a:latin typeface="Calibri" panose="020F0502020204030204" pitchFamily="34" charset="0"/>
                <a:cs typeface="Calibri" panose="020F0502020204030204" pitchFamily="34" charset="0"/>
              </a:rPr>
              <a:t>Dec 2024</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59" name="OTLSHAPE_T_5a934a26f311425e8ebaa0f45e6533ad_Shape">
            <a:extLst>
              <a:ext uri="{FF2B5EF4-FFF2-40B4-BE49-F238E27FC236}">
                <a16:creationId xmlns:a16="http://schemas.microsoft.com/office/drawing/2014/main" id="{A1E70551-578A-4B35-ACAC-04BA6E603952}"/>
              </a:ext>
            </a:extLst>
          </p:cNvPr>
          <p:cNvSpPr/>
          <p:nvPr>
            <p:custDataLst>
              <p:tags r:id="rId4"/>
            </p:custDataLst>
          </p:nvPr>
        </p:nvSpPr>
        <p:spPr bwMode="auto">
          <a:xfrm>
            <a:off x="1790165" y="3053014"/>
            <a:ext cx="826185"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endParaRPr lang="en-US" altLang="zh-CN" sz="750" b="1">
              <a:solidFill>
                <a:srgbClr val="000000"/>
              </a:solidFill>
              <a:latin typeface="Calibri" panose="020F0502020204030204" pitchFamily="34" charset="0"/>
              <a:cs typeface="Calibri" panose="020F0502020204030204" pitchFamily="34" charset="0"/>
            </a:endParaRPr>
          </a:p>
        </p:txBody>
      </p:sp>
      <p:sp>
        <p:nvSpPr>
          <p:cNvPr id="60"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1663813" y="3041304"/>
            <a:ext cx="865448" cy="215444"/>
          </a:xfrm>
          <a:prstGeom prst="rect">
            <a:avLst/>
          </a:prstGeom>
          <a:noFill/>
        </p:spPr>
        <p:txBody>
          <a:bodyPr vert="horz" wrap="square" lIns="0" tIns="0" rIns="0" bIns="0" rtlCol="0" anchor="ctr" anchorCtr="0">
            <a:spAutoFit/>
          </a:bodyPr>
          <a:lstStyle/>
          <a:p>
            <a:pPr algn="ctr" defTabSz="914243">
              <a:defRPr/>
            </a:pPr>
            <a:r>
              <a:rPr lang="en-US" altLang="zh-CN" sz="700" b="1">
                <a:solidFill>
                  <a:srgbClr val="000000"/>
                </a:solidFill>
                <a:latin typeface="Calibri" panose="020F0502020204030204" pitchFamily="34" charset="0"/>
                <a:cs typeface="Calibri" panose="020F0502020204030204" pitchFamily="34" charset="0"/>
              </a:rPr>
              <a:t> CN ML N=97</a:t>
            </a:r>
          </a:p>
          <a:p>
            <a:pPr algn="ctr" defTabSz="914243">
              <a:defRPr/>
            </a:pPr>
            <a:r>
              <a:rPr lang="en-US" altLang="zh-CN" sz="700" b="1">
                <a:solidFill>
                  <a:srgbClr val="000000"/>
                </a:solidFill>
                <a:latin typeface="Calibri" panose="020F0502020204030204" pitchFamily="34" charset="0"/>
                <a:cs typeface="Calibri" panose="020F0502020204030204" pitchFamily="34" charset="0"/>
              </a:rPr>
              <a:t> TW: N=22</a:t>
            </a:r>
            <a:endParaRPr lang="en-US" altLang="zh-CN" sz="700" b="1">
              <a:solidFill>
                <a:srgbClr val="FF0000"/>
              </a:solidFill>
              <a:latin typeface="Calibri" panose="020F0502020204030204" pitchFamily="34" charset="0"/>
              <a:cs typeface="Calibri" panose="020F0502020204030204" pitchFamily="34" charset="0"/>
            </a:endParaRPr>
          </a:p>
        </p:txBody>
      </p:sp>
      <p:sp>
        <p:nvSpPr>
          <p:cNvPr id="61" name="TextBox 25"/>
          <p:cNvSpPr txBox="1"/>
          <p:nvPr/>
        </p:nvSpPr>
        <p:spPr>
          <a:xfrm>
            <a:off x="20277" y="4445198"/>
            <a:ext cx="464405" cy="246221"/>
          </a:xfrm>
          <a:prstGeom prst="rect">
            <a:avLst/>
          </a:prstGeom>
          <a:noFill/>
          <a:ln>
            <a:solidFill>
              <a:schemeClr val="accent1"/>
            </a:solidFill>
          </a:ln>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43">
              <a:defRPr/>
            </a:pPr>
            <a:r>
              <a:rPr lang="en-US" sz="800" b="1">
                <a:solidFill>
                  <a:srgbClr val="0066CC"/>
                </a:solidFill>
                <a:latin typeface="Calibri" panose="020F0502020204030204" pitchFamily="34" charset="0"/>
                <a:cs typeface="Calibri" panose="020F0502020204030204" pitchFamily="34" charset="0"/>
              </a:rPr>
              <a:t>China PK 1305.24</a:t>
            </a:r>
          </a:p>
        </p:txBody>
      </p:sp>
      <p:sp>
        <p:nvSpPr>
          <p:cNvPr id="73" name="OTLSHAPE_T_e17f3958430f4cff8650518c93c7635e_StartDate">
            <a:extLst>
              <a:ext uri="{FF2B5EF4-FFF2-40B4-BE49-F238E27FC236}">
                <a16:creationId xmlns:a16="http://schemas.microsoft.com/office/drawing/2014/main" id="{9224C17E-1AA1-4096-A3FD-25D6FD8BA444}"/>
              </a:ext>
            </a:extLst>
          </p:cNvPr>
          <p:cNvSpPr txBox="1"/>
          <p:nvPr>
            <p:custDataLst>
              <p:tags r:id="rId6"/>
            </p:custDataLst>
          </p:nvPr>
        </p:nvSpPr>
        <p:spPr>
          <a:xfrm>
            <a:off x="1376816" y="1510759"/>
            <a:ext cx="1177671"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000000"/>
                </a:solidFill>
                <a:latin typeface="Calibri" panose="020F0502020204030204" pitchFamily="34" charset="0"/>
                <a:cs typeface="Calibri" panose="020F0502020204030204" pitchFamily="34" charset="0"/>
              </a:rPr>
              <a:t>IPF N=1077</a:t>
            </a:r>
          </a:p>
        </p:txBody>
      </p:sp>
      <p:sp>
        <p:nvSpPr>
          <p:cNvPr id="74" name="Rectangle 37"/>
          <p:cNvSpPr/>
          <p:nvPr/>
        </p:nvSpPr>
        <p:spPr>
          <a:xfrm>
            <a:off x="5226190" y="1467705"/>
            <a:ext cx="694290" cy="207749"/>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44546A"/>
                </a:solidFill>
                <a:latin typeface="Calibri" panose="020F0502020204030204" pitchFamily="34" charset="0"/>
                <a:cs typeface="Calibri" panose="020F0502020204030204" pitchFamily="34" charset="0"/>
              </a:rPr>
              <a:t>US NDA Sub </a:t>
            </a:r>
          </a:p>
          <a:p>
            <a:pPr algn="ctr" defTabSz="914243">
              <a:defRPr/>
            </a:pPr>
            <a:r>
              <a:rPr lang="en-US" altLang="zh-CN" sz="675" b="1">
                <a:solidFill>
                  <a:srgbClr val="44546A"/>
                </a:solidFill>
                <a:latin typeface="Calibri" panose="020F0502020204030204" pitchFamily="34" charset="0"/>
                <a:cs typeface="Calibri" panose="020F0502020204030204" pitchFamily="34" charset="0"/>
              </a:rPr>
              <a:t>Jan 2025</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76" name="Rectangle 37"/>
          <p:cNvSpPr/>
          <p:nvPr/>
        </p:nvSpPr>
        <p:spPr>
          <a:xfrm>
            <a:off x="6241770" y="1467705"/>
            <a:ext cx="1017365" cy="207749"/>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44546A"/>
                </a:solidFill>
                <a:latin typeface="Calibri" panose="020F0502020204030204" pitchFamily="34" charset="0"/>
                <a:cs typeface="Calibri" panose="020F0502020204030204" pitchFamily="34" charset="0"/>
              </a:rPr>
              <a:t>US NDA appr.</a:t>
            </a:r>
          </a:p>
          <a:p>
            <a:pPr algn="ctr" defTabSz="914243">
              <a:defRPr/>
            </a:pPr>
            <a:r>
              <a:rPr lang="en-US" altLang="zh-CN" sz="675" b="1">
                <a:solidFill>
                  <a:srgbClr val="44546A"/>
                </a:solidFill>
                <a:latin typeface="Calibri" panose="020F0502020204030204" pitchFamily="34" charset="0"/>
                <a:cs typeface="Calibri" panose="020F0502020204030204" pitchFamily="34" charset="0"/>
              </a:rPr>
              <a:t>Sep 2025 – Jan 2026</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82" name="OTLSHAPE_T_e17f3958430f4cff8650518c93c7635e_Shape">
            <a:extLst>
              <a:ext uri="{FF2B5EF4-FFF2-40B4-BE49-F238E27FC236}">
                <a16:creationId xmlns:a16="http://schemas.microsoft.com/office/drawing/2014/main" id="{BB8CA441-CAF3-49DE-9132-10328C7407DA}"/>
              </a:ext>
            </a:extLst>
          </p:cNvPr>
          <p:cNvSpPr/>
          <p:nvPr>
            <p:custDataLst>
              <p:tags r:id="rId7"/>
            </p:custDataLst>
          </p:nvPr>
        </p:nvSpPr>
        <p:spPr bwMode="auto">
          <a:xfrm>
            <a:off x="5415686" y="3053014"/>
            <a:ext cx="1627339"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650" b="1">
                <a:solidFill>
                  <a:srgbClr val="000000"/>
                </a:solidFill>
                <a:latin typeface="Calibri" panose="020F0502020204030204" pitchFamily="34" charset="0"/>
                <a:cs typeface="Calibri" panose="020F0502020204030204" pitchFamily="34" charset="0"/>
              </a:rPr>
              <a:t>NDA review for IPF</a:t>
            </a:r>
            <a:endParaRPr lang="zh-CN" altLang="en-US" sz="650" b="1">
              <a:solidFill>
                <a:srgbClr val="000000"/>
              </a:solidFill>
              <a:latin typeface="Calibri" panose="020F0502020204030204" pitchFamily="34" charset="0"/>
              <a:cs typeface="Calibri" panose="020F0502020204030204" pitchFamily="34" charset="0"/>
            </a:endParaRPr>
          </a:p>
        </p:txBody>
      </p:sp>
      <p:sp>
        <p:nvSpPr>
          <p:cNvPr id="83" name="Rectangle 37"/>
          <p:cNvSpPr/>
          <p:nvPr/>
        </p:nvSpPr>
        <p:spPr>
          <a:xfrm>
            <a:off x="5188175" y="3252942"/>
            <a:ext cx="534121"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NDA Sub </a:t>
            </a:r>
          </a:p>
        </p:txBody>
      </p:sp>
      <p:sp>
        <p:nvSpPr>
          <p:cNvPr id="85" name="Rectangle 37"/>
          <p:cNvSpPr/>
          <p:nvPr/>
        </p:nvSpPr>
        <p:spPr>
          <a:xfrm>
            <a:off x="6931426" y="3252942"/>
            <a:ext cx="526106"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NDA App</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87" name="OTLSHAPE_M_39ea6ebc19a94c9fab6ef5006c31df58_Shape">
            <a:extLst>
              <a:ext uri="{FF2B5EF4-FFF2-40B4-BE49-F238E27FC236}">
                <a16:creationId xmlns:a16="http://schemas.microsoft.com/office/drawing/2014/main" id="{A0625694-4FCE-4EE7-92E6-C9D58783651F}"/>
              </a:ext>
            </a:extLst>
          </p:cNvPr>
          <p:cNvSpPr/>
          <p:nvPr>
            <p:custDataLst>
              <p:tags r:id="rId8"/>
            </p:custDataLst>
          </p:nvPr>
        </p:nvSpPr>
        <p:spPr bwMode="auto">
          <a:xfrm rot="16200000">
            <a:off x="5416122" y="3225733"/>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sz="2700">
              <a:solidFill>
                <a:srgbClr val="000000"/>
              </a:solidFill>
              <a:latin typeface="Calibri" panose="020F0502020204030204" pitchFamily="34" charset="0"/>
              <a:cs typeface="Calibri" panose="020F0502020204030204" pitchFamily="34" charset="0"/>
            </a:endParaRPr>
          </a:p>
        </p:txBody>
      </p:sp>
      <p:sp>
        <p:nvSpPr>
          <p:cNvPr id="88" name="五角星 55"/>
          <p:cNvSpPr>
            <a:spLocks noChangeAspect="1"/>
          </p:cNvSpPr>
          <p:nvPr/>
        </p:nvSpPr>
        <p:spPr bwMode="auto">
          <a:xfrm>
            <a:off x="6994401" y="3193022"/>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43" eaLnBrk="0" hangingPunct="0">
              <a:defRPr/>
            </a:pPr>
            <a:endParaRPr lang="zh-CN" altLang="en-US">
              <a:solidFill>
                <a:srgbClr val="FF0000"/>
              </a:solidFill>
              <a:latin typeface="BISansOpti"/>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21692" y="2739936"/>
            <a:ext cx="785645" cy="194134"/>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defTabSz="914243" eaLnBrk="0" fontAlgn="base" hangingPunct="0">
              <a:spcBef>
                <a:spcPct val="0"/>
              </a:spcBef>
              <a:spcAft>
                <a:spcPct val="0"/>
              </a:spcAft>
              <a:defRPr/>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13053" y="2670909"/>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243">
              <a:defRPr/>
            </a:pPr>
            <a:endParaRPr lang="en-US" sz="1050" err="1">
              <a:solidFill>
                <a:srgbClr val="FFFFFF"/>
              </a:solidFill>
              <a:latin typeface="BISans" panose="02000503040000020004"/>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0220" y="2698071"/>
            <a:ext cx="281099" cy="2810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1"/>
          <a:stretch>
            <a:fillRect/>
          </a:stretch>
        </p:blipFill>
        <p:spPr>
          <a:xfrm>
            <a:off x="-63527" y="1231625"/>
            <a:ext cx="641217" cy="313787"/>
          </a:xfrm>
          <a:prstGeom prst="rect">
            <a:avLst/>
          </a:prstGeom>
        </p:spPr>
      </p:pic>
      <p:sp>
        <p:nvSpPr>
          <p:cNvPr id="99" name="OTLSHAPE_T_e17f3958430f4cff8650518c93c7635e_Shape">
            <a:extLst>
              <a:ext uri="{FF2B5EF4-FFF2-40B4-BE49-F238E27FC236}">
                <a16:creationId xmlns:a16="http://schemas.microsoft.com/office/drawing/2014/main" id="{5049FDD9-83E6-4A4F-8AB0-B6468EF67093}"/>
              </a:ext>
            </a:extLst>
          </p:cNvPr>
          <p:cNvSpPr/>
          <p:nvPr>
            <p:custDataLst>
              <p:tags r:id="rId9"/>
            </p:custDataLst>
          </p:nvPr>
        </p:nvSpPr>
        <p:spPr bwMode="auto">
          <a:xfrm>
            <a:off x="989627" y="3053014"/>
            <a:ext cx="799749" cy="192024"/>
          </a:xfrm>
          <a:prstGeom prst="roundRect">
            <a:avLst>
              <a:gd name="adj" fmla="val 16667"/>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525" b="1">
                <a:solidFill>
                  <a:srgbClr val="000000"/>
                </a:solidFill>
                <a:latin typeface="Calibri" panose="020F0502020204030204" pitchFamily="34" charset="0"/>
                <a:cs typeface="Calibri" panose="020F0502020204030204" pitchFamily="34" charset="0"/>
              </a:rPr>
              <a:t>CTA Review + EC + HGRAC + 1</a:t>
            </a:r>
            <a:r>
              <a:rPr lang="en-US" altLang="zh-CN" sz="525" b="1" baseline="30000">
                <a:solidFill>
                  <a:srgbClr val="000000"/>
                </a:solidFill>
                <a:latin typeface="Calibri" panose="020F0502020204030204" pitchFamily="34" charset="0"/>
                <a:cs typeface="Calibri" panose="020F0502020204030204" pitchFamily="34" charset="0"/>
              </a:rPr>
              <a:t>st</a:t>
            </a:r>
            <a:r>
              <a:rPr lang="en-US" altLang="zh-CN" sz="525" b="1">
                <a:solidFill>
                  <a:srgbClr val="000000"/>
                </a:solidFill>
                <a:latin typeface="Calibri" panose="020F0502020204030204" pitchFamily="34" charset="0"/>
                <a:cs typeface="Calibri" panose="020F0502020204030204" pitchFamily="34" charset="0"/>
              </a:rPr>
              <a:t> SIV (5.5 M)</a:t>
            </a:r>
            <a:endParaRPr lang="zh-CN" altLang="en-US" sz="525" b="1">
              <a:solidFill>
                <a:srgbClr val="000000"/>
              </a:solidFill>
              <a:latin typeface="Calibri" panose="020F0502020204030204" pitchFamily="34" charset="0"/>
              <a:cs typeface="Calibri" panose="020F0502020204030204" pitchFamily="34" charset="0"/>
            </a:endParaRPr>
          </a:p>
        </p:txBody>
      </p:sp>
      <p:sp>
        <p:nvSpPr>
          <p:cNvPr id="104" name="OTLSHAPE_T_e17f3958430f4cff8650518c93c7635e_StartDate">
            <a:extLst>
              <a:ext uri="{FF2B5EF4-FFF2-40B4-BE49-F238E27FC236}">
                <a16:creationId xmlns:a16="http://schemas.microsoft.com/office/drawing/2014/main" id="{58012D24-2A78-4B92-BDFA-20F74DD93256}"/>
              </a:ext>
            </a:extLst>
          </p:cNvPr>
          <p:cNvSpPr txBox="1"/>
          <p:nvPr>
            <p:custDataLst>
              <p:tags r:id="rId10"/>
            </p:custDataLst>
          </p:nvPr>
        </p:nvSpPr>
        <p:spPr>
          <a:xfrm>
            <a:off x="1349894" y="2938065"/>
            <a:ext cx="865449" cy="107722"/>
          </a:xfrm>
          <a:prstGeom prst="rect">
            <a:avLst/>
          </a:prstGeom>
          <a:noFill/>
        </p:spPr>
        <p:txBody>
          <a:bodyPr vert="horz" wrap="square" lIns="0" tIns="0" rIns="0" bIns="0" rtlCol="0" anchor="ctr" anchorCtr="0">
            <a:spAutoFit/>
          </a:bodyPr>
          <a:lstStyle/>
          <a:p>
            <a:pPr algn="ctr" defTabSz="914243">
              <a:defRPr/>
            </a:pPr>
            <a:r>
              <a:rPr lang="en-US" altLang="zh-CN" sz="700" b="1">
                <a:solidFill>
                  <a:srgbClr val="44546A"/>
                </a:solidFill>
                <a:latin typeface="Calibri" panose="020F0502020204030204" pitchFamily="34" charset="0"/>
                <a:cs typeface="Calibri" panose="020F0502020204030204" pitchFamily="34" charset="0"/>
              </a:rPr>
              <a:t>Dec2022</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105" name="OTLSHAPE_M_39ea6ebc19a94c9fab6ef5006c31df58_Title">
            <a:extLst>
              <a:ext uri="{FF2B5EF4-FFF2-40B4-BE49-F238E27FC236}">
                <a16:creationId xmlns:a16="http://schemas.microsoft.com/office/drawing/2014/main" id="{1D0ED006-D44E-4D1C-8839-8F7897971E09}"/>
              </a:ext>
            </a:extLst>
          </p:cNvPr>
          <p:cNvSpPr txBox="1"/>
          <p:nvPr>
            <p:custDataLst>
              <p:tags r:id="rId11"/>
            </p:custDataLst>
          </p:nvPr>
        </p:nvSpPr>
        <p:spPr>
          <a:xfrm>
            <a:off x="847055" y="3299109"/>
            <a:ext cx="315087"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CTA Sub</a:t>
            </a:r>
            <a:endParaRPr lang="zh-CN" altLang="en-US"/>
          </a:p>
        </p:txBody>
      </p:sp>
      <p:sp>
        <p:nvSpPr>
          <p:cNvPr id="106" name="Star: 4 Points 143">
            <a:extLst>
              <a:ext uri="{FF2B5EF4-FFF2-40B4-BE49-F238E27FC236}">
                <a16:creationId xmlns:a16="http://schemas.microsoft.com/office/drawing/2014/main" id="{78762943-3D50-4383-BC81-A892F9C28375}"/>
              </a:ext>
            </a:extLst>
          </p:cNvPr>
          <p:cNvSpPr/>
          <p:nvPr/>
        </p:nvSpPr>
        <p:spPr bwMode="auto">
          <a:xfrm>
            <a:off x="1715413" y="3159634"/>
            <a:ext cx="138182" cy="19202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07" name="Rectangle 106">
            <a:extLst>
              <a:ext uri="{FF2B5EF4-FFF2-40B4-BE49-F238E27FC236}">
                <a16:creationId xmlns:a16="http://schemas.microsoft.com/office/drawing/2014/main" id="{98BCD354-4B05-464E-948A-3F4AEFBB5BF8}"/>
              </a:ext>
            </a:extLst>
          </p:cNvPr>
          <p:cNvSpPr/>
          <p:nvPr/>
        </p:nvSpPr>
        <p:spPr>
          <a:xfrm>
            <a:off x="1584140" y="3750991"/>
            <a:ext cx="381836" cy="184666"/>
          </a:xfrm>
          <a:prstGeom prst="rect">
            <a:avLst/>
          </a:prstGeom>
        </p:spPr>
        <p:txBody>
          <a:bodyPr wrap="none">
            <a:spAutoFit/>
          </a:bodyPr>
          <a:lstStyle/>
          <a:p>
            <a:pPr algn="ctr" defTabSz="914243">
              <a:defRPr/>
            </a:pPr>
            <a:r>
              <a:rPr lang="en-US" altLang="zh-CN" sz="600" b="1">
                <a:solidFill>
                  <a:srgbClr val="44546A"/>
                </a:solidFill>
                <a:latin typeface="Calibri" panose="020F0502020204030204" pitchFamily="34" charset="0"/>
              </a:rPr>
              <a:t>1</a:t>
            </a:r>
            <a:r>
              <a:rPr lang="en-US" altLang="zh-CN" sz="600" b="1" baseline="30000">
                <a:solidFill>
                  <a:srgbClr val="44546A"/>
                </a:solidFill>
                <a:latin typeface="Calibri" panose="020F0502020204030204" pitchFamily="34" charset="0"/>
              </a:rPr>
              <a:t>st</a:t>
            </a:r>
            <a:r>
              <a:rPr lang="en-US" altLang="zh-CN" sz="600" b="1">
                <a:solidFill>
                  <a:srgbClr val="44546A"/>
                </a:solidFill>
                <a:latin typeface="Calibri" panose="020F0502020204030204" pitchFamily="34" charset="0"/>
              </a:rPr>
              <a:t> SIV</a:t>
            </a:r>
            <a:endParaRPr lang="zh-CN" altLang="en-US" sz="600" b="1">
              <a:solidFill>
                <a:srgbClr val="44546A"/>
              </a:solidFill>
              <a:latin typeface="Calibri" panose="020F0502020204030204" pitchFamily="34" charset="0"/>
            </a:endParaRPr>
          </a:p>
        </p:txBody>
      </p:sp>
      <p:sp>
        <p:nvSpPr>
          <p:cNvPr id="133" name="OTLSHAPE_T_e17f3958430f4cff8650518c93c7635e_StartDate">
            <a:extLst>
              <a:ext uri="{FF2B5EF4-FFF2-40B4-BE49-F238E27FC236}">
                <a16:creationId xmlns:a16="http://schemas.microsoft.com/office/drawing/2014/main" id="{E7356F44-C9B6-483B-BEA4-627D5EC02291}"/>
              </a:ext>
            </a:extLst>
          </p:cNvPr>
          <p:cNvSpPr txBox="1"/>
          <p:nvPr>
            <p:custDataLst>
              <p:tags r:id="rId12"/>
            </p:custDataLst>
          </p:nvPr>
        </p:nvSpPr>
        <p:spPr>
          <a:xfrm>
            <a:off x="691376" y="2938065"/>
            <a:ext cx="583733" cy="107722"/>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sz="700"/>
              <a:t>Jul2022 </a:t>
            </a:r>
            <a:endParaRPr lang="zh-CN" altLang="en-US" sz="700"/>
          </a:p>
        </p:txBody>
      </p:sp>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13"/>
            </p:custDataLst>
          </p:nvPr>
        </p:nvSpPr>
        <p:spPr bwMode="auto">
          <a:xfrm>
            <a:off x="1584456" y="1849920"/>
            <a:ext cx="1669732"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endParaRPr lang="zh-CN" altLang="en-US" sz="750" b="1">
              <a:solidFill>
                <a:srgbClr val="000000"/>
              </a:solidFill>
              <a:latin typeface="Calibri" panose="020F0502020204030204" pitchFamily="34" charset="0"/>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1515364" y="191891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41" name="OTLSHAPE_T_e17f3958430f4cff8650518c93c7635e_StartDate">
            <a:extLst>
              <a:ext uri="{FF2B5EF4-FFF2-40B4-BE49-F238E27FC236}">
                <a16:creationId xmlns:a16="http://schemas.microsoft.com/office/drawing/2014/main" id="{C528D282-DF6E-4A71-AD30-AB1D347B83D4}"/>
              </a:ext>
            </a:extLst>
          </p:cNvPr>
          <p:cNvSpPr txBox="1"/>
          <p:nvPr>
            <p:custDataLst>
              <p:tags r:id="rId14"/>
            </p:custDataLst>
          </p:nvPr>
        </p:nvSpPr>
        <p:spPr>
          <a:xfrm>
            <a:off x="1437420" y="1872148"/>
            <a:ext cx="1517320"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000000"/>
                </a:solidFill>
                <a:latin typeface="Calibri" panose="020F0502020204030204" pitchFamily="34" charset="0"/>
                <a:cs typeface="Calibri" panose="020F0502020204030204" pitchFamily="34" charset="0"/>
              </a:rPr>
              <a:t>PF-ILD  N=1078</a:t>
            </a:r>
          </a:p>
        </p:txBody>
      </p:sp>
      <p:sp>
        <p:nvSpPr>
          <p:cNvPr id="134" name="TextBox 133">
            <a:extLst>
              <a:ext uri="{FF2B5EF4-FFF2-40B4-BE49-F238E27FC236}">
                <a16:creationId xmlns:a16="http://schemas.microsoft.com/office/drawing/2014/main" id="{E6DC675E-0C04-4313-97B8-84D2678DBE97}"/>
              </a:ext>
            </a:extLst>
          </p:cNvPr>
          <p:cNvSpPr txBox="1"/>
          <p:nvPr/>
        </p:nvSpPr>
        <p:spPr>
          <a:xfrm>
            <a:off x="3869" y="1748800"/>
            <a:ext cx="429684"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Ph3-1305.23</a:t>
            </a:r>
          </a:p>
        </p:txBody>
      </p:sp>
      <p:sp>
        <p:nvSpPr>
          <p:cNvPr id="140" name="OTLSHAPE_T_5a934a26f311425e8ebaa0f45e6533ad_Shape">
            <a:extLst>
              <a:ext uri="{FF2B5EF4-FFF2-40B4-BE49-F238E27FC236}">
                <a16:creationId xmlns:a16="http://schemas.microsoft.com/office/drawing/2014/main" id="{56560FC4-DB5B-41E3-9237-69F6A7E81E2E}"/>
              </a:ext>
            </a:extLst>
          </p:cNvPr>
          <p:cNvSpPr/>
          <p:nvPr/>
        </p:nvSpPr>
        <p:spPr bwMode="auto">
          <a:xfrm>
            <a:off x="2031714" y="4460983"/>
            <a:ext cx="297508" cy="192024"/>
          </a:xfrm>
          <a:prstGeom prst="roundRect">
            <a:avLst/>
          </a:prstGeom>
          <a:solidFill>
            <a:srgbClr val="D5F3E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89">
              <a:defRPr/>
            </a:pPr>
            <a:r>
              <a:rPr lang="en-US" altLang="zh-CN" sz="600" b="1">
                <a:solidFill>
                  <a:srgbClr val="000000"/>
                </a:solidFill>
                <a:latin typeface="Calibri" panose="020F0502020204030204" pitchFamily="34" charset="0"/>
                <a:cs typeface="Calibri" panose="020F0502020204030204" pitchFamily="34" charset="0"/>
              </a:rPr>
              <a:t>CN PK</a:t>
            </a:r>
          </a:p>
        </p:txBody>
      </p:sp>
      <p:sp>
        <p:nvSpPr>
          <p:cNvPr id="142" name="OTLSHAPE_T_e17f3958430f4cff8650518c93c7635e_StartDate">
            <a:extLst>
              <a:ext uri="{FF2B5EF4-FFF2-40B4-BE49-F238E27FC236}">
                <a16:creationId xmlns:a16="http://schemas.microsoft.com/office/drawing/2014/main" id="{6329237E-1681-4696-BDB0-6255283DD983}"/>
              </a:ext>
            </a:extLst>
          </p:cNvPr>
          <p:cNvSpPr txBox="1"/>
          <p:nvPr>
            <p:custDataLst>
              <p:tags r:id="rId15"/>
            </p:custDataLst>
          </p:nvPr>
        </p:nvSpPr>
        <p:spPr>
          <a:xfrm>
            <a:off x="2161311" y="4390464"/>
            <a:ext cx="536089" cy="92333"/>
          </a:xfrm>
          <a:prstGeom prst="rect">
            <a:avLst/>
          </a:prstGeom>
          <a:noFill/>
        </p:spPr>
        <p:txBody>
          <a:bodyPr vert="horz" wrap="square" lIns="0" tIns="0" rIns="0" bIns="0" rtlCol="0" anchor="ctr" anchorCtr="0">
            <a:spAutoFit/>
          </a:bodyPr>
          <a:lstStyle/>
          <a:p>
            <a:pPr algn="ctr" defTabSz="1218989">
              <a:defRPr/>
            </a:pPr>
            <a:r>
              <a:rPr lang="en-US" altLang="zh-CN" sz="600" b="1">
                <a:solidFill>
                  <a:srgbClr val="44546A"/>
                </a:solidFill>
                <a:latin typeface="Calibri" panose="020F0502020204030204" pitchFamily="34" charset="0"/>
              </a:rPr>
              <a:t>17Mar2023 </a:t>
            </a:r>
            <a:endParaRPr lang="zh-CN" altLang="en-US" sz="600" b="1">
              <a:solidFill>
                <a:srgbClr val="44546A"/>
              </a:solidFill>
              <a:latin typeface="Calibri" panose="020F0502020204030204" pitchFamily="34" charset="0"/>
            </a:endParaRPr>
          </a:p>
        </p:txBody>
      </p:sp>
      <p:sp>
        <p:nvSpPr>
          <p:cNvPr id="145" name="Rectangle 144">
            <a:extLst>
              <a:ext uri="{FF2B5EF4-FFF2-40B4-BE49-F238E27FC236}">
                <a16:creationId xmlns:a16="http://schemas.microsoft.com/office/drawing/2014/main" id="{716D490F-B071-418A-B7C9-1886E7F0509B}"/>
              </a:ext>
            </a:extLst>
          </p:cNvPr>
          <p:cNvSpPr/>
          <p:nvPr/>
        </p:nvSpPr>
        <p:spPr>
          <a:xfrm>
            <a:off x="1821676" y="4659484"/>
            <a:ext cx="287258" cy="184666"/>
          </a:xfrm>
          <a:prstGeom prst="rect">
            <a:avLst/>
          </a:prstGeom>
        </p:spPr>
        <p:txBody>
          <a:bodyPr wrap="none">
            <a:spAutoFit/>
          </a:bodyPr>
          <a:lstStyle/>
          <a:p>
            <a:pPr algn="ctr" defTabSz="1218989">
              <a:defRPr/>
            </a:pPr>
            <a:r>
              <a:rPr lang="en-US" altLang="zh-CN" sz="600" b="1">
                <a:solidFill>
                  <a:srgbClr val="44546A"/>
                </a:solidFill>
                <a:latin typeface="Calibri" panose="020F0502020204030204" pitchFamily="34" charset="0"/>
              </a:rPr>
              <a:t>SIV</a:t>
            </a:r>
            <a:endParaRPr lang="zh-CN" altLang="en-US" sz="600" b="1">
              <a:solidFill>
                <a:srgbClr val="44546A"/>
              </a:solidFill>
              <a:latin typeface="Calibri" panose="020F0502020204030204" pitchFamily="34" charset="0"/>
            </a:endParaRPr>
          </a:p>
        </p:txBody>
      </p:sp>
      <p:sp>
        <p:nvSpPr>
          <p:cNvPr id="147" name="OTLSHAPE_T_e17f3958430f4cff8650518c93c7635e_Shape">
            <a:extLst>
              <a:ext uri="{FF2B5EF4-FFF2-40B4-BE49-F238E27FC236}">
                <a16:creationId xmlns:a16="http://schemas.microsoft.com/office/drawing/2014/main" id="{044DF5FF-B247-45DE-9B99-1E7986EB35F6}"/>
              </a:ext>
            </a:extLst>
          </p:cNvPr>
          <p:cNvSpPr/>
          <p:nvPr>
            <p:custDataLst>
              <p:tags r:id="rId16"/>
            </p:custDataLst>
          </p:nvPr>
        </p:nvSpPr>
        <p:spPr bwMode="auto">
          <a:xfrm>
            <a:off x="1019717" y="4461385"/>
            <a:ext cx="1012163"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1218989" eaLnBrk="0" fontAlgn="base" hangingPunct="0">
              <a:spcBef>
                <a:spcPct val="0"/>
              </a:spcBef>
              <a:spcAft>
                <a:spcPct val="0"/>
              </a:spcAft>
              <a:defRPr/>
            </a:pPr>
            <a:r>
              <a:rPr lang="en-US" altLang="zh-CN" sz="450" b="1">
                <a:solidFill>
                  <a:srgbClr val="000000"/>
                </a:solidFill>
                <a:latin typeface="Verdana" charset="0"/>
              </a:rPr>
              <a:t>CTA Review + EC + HGRAC (6M)</a:t>
            </a:r>
            <a:endParaRPr lang="zh-CN" altLang="en-US" sz="450" b="1">
              <a:solidFill>
                <a:srgbClr val="000000"/>
              </a:solidFill>
              <a:latin typeface="Verdana" charset="0"/>
            </a:endParaRPr>
          </a:p>
        </p:txBody>
      </p:sp>
      <p:sp>
        <p:nvSpPr>
          <p:cNvPr id="148" name="Star: 4 Points 143">
            <a:extLst>
              <a:ext uri="{FF2B5EF4-FFF2-40B4-BE49-F238E27FC236}">
                <a16:creationId xmlns:a16="http://schemas.microsoft.com/office/drawing/2014/main" id="{C881F4DD-D410-4C1F-9628-350DA558708E}"/>
              </a:ext>
            </a:extLst>
          </p:cNvPr>
          <p:cNvSpPr/>
          <p:nvPr/>
        </p:nvSpPr>
        <p:spPr bwMode="auto">
          <a:xfrm>
            <a:off x="1964627" y="4604873"/>
            <a:ext cx="133365" cy="12311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219" eaLnBrk="0" fontAlgn="base" hangingPunct="0">
              <a:spcBef>
                <a:spcPct val="0"/>
              </a:spcBef>
              <a:spcAft>
                <a:spcPct val="0"/>
              </a:spcAft>
              <a:defRPr/>
            </a:pPr>
            <a:endParaRPr lang="zh-CN" altLang="en-US" sz="1400">
              <a:solidFill>
                <a:srgbClr val="000000"/>
              </a:solidFill>
              <a:latin typeface="Verdana" charset="0"/>
            </a:endParaRPr>
          </a:p>
        </p:txBody>
      </p:sp>
      <p:sp>
        <p:nvSpPr>
          <p:cNvPr id="153" name="Rectangle 152">
            <a:extLst>
              <a:ext uri="{FF2B5EF4-FFF2-40B4-BE49-F238E27FC236}">
                <a16:creationId xmlns:a16="http://schemas.microsoft.com/office/drawing/2014/main" id="{2594AFD7-EBD3-4EE7-B08A-2023938BDB7B}"/>
              </a:ext>
            </a:extLst>
          </p:cNvPr>
          <p:cNvSpPr/>
          <p:nvPr/>
        </p:nvSpPr>
        <p:spPr>
          <a:xfrm>
            <a:off x="2209147" y="4659484"/>
            <a:ext cx="309701" cy="184666"/>
          </a:xfrm>
          <a:prstGeom prst="rect">
            <a:avLst/>
          </a:prstGeom>
        </p:spPr>
        <p:txBody>
          <a:bodyPr wrap="none">
            <a:spAutoFit/>
          </a:bodyPr>
          <a:lstStyle/>
          <a:p>
            <a:pPr algn="ctr" defTabSz="1218989">
              <a:defRPr/>
            </a:pPr>
            <a:r>
              <a:rPr lang="en-US" altLang="zh-CN" sz="600" b="1">
                <a:solidFill>
                  <a:srgbClr val="44546A"/>
                </a:solidFill>
                <a:latin typeface="Calibri" panose="020F0502020204030204" pitchFamily="34" charset="0"/>
              </a:rPr>
              <a:t>LPO</a:t>
            </a:r>
            <a:endParaRPr lang="zh-CN" altLang="en-US" sz="600" b="1">
              <a:solidFill>
                <a:srgbClr val="44546A"/>
              </a:solidFill>
              <a:latin typeface="Calibri" panose="020F0502020204030204" pitchFamily="34" charset="0"/>
            </a:endParaRPr>
          </a:p>
        </p:txBody>
      </p:sp>
      <p:sp>
        <p:nvSpPr>
          <p:cNvPr id="155" name="OTLSHAPE_T_e17f3958430f4cff8650518c93c7635e_StartDate">
            <a:extLst>
              <a:ext uri="{FF2B5EF4-FFF2-40B4-BE49-F238E27FC236}">
                <a16:creationId xmlns:a16="http://schemas.microsoft.com/office/drawing/2014/main" id="{26B3E208-A368-4F0B-95D0-585EA32D5B38}"/>
              </a:ext>
            </a:extLst>
          </p:cNvPr>
          <p:cNvSpPr txBox="1"/>
          <p:nvPr>
            <p:custDataLst>
              <p:tags r:id="rId17"/>
            </p:custDataLst>
          </p:nvPr>
        </p:nvSpPr>
        <p:spPr>
          <a:xfrm>
            <a:off x="1728426" y="4390464"/>
            <a:ext cx="538702" cy="92333"/>
          </a:xfrm>
          <a:prstGeom prst="rect">
            <a:avLst/>
          </a:prstGeom>
          <a:noFill/>
        </p:spPr>
        <p:txBody>
          <a:bodyPr vert="horz" wrap="square" lIns="0" tIns="0" rIns="0" bIns="0" rtlCol="0" anchor="ctr" anchorCtr="0">
            <a:spAutoFit/>
          </a:bodyPr>
          <a:lstStyle/>
          <a:p>
            <a:pPr algn="ctr" defTabSz="1218989">
              <a:defRPr/>
            </a:pPr>
            <a:r>
              <a:rPr lang="en-US" altLang="zh-CN" sz="600" b="1">
                <a:solidFill>
                  <a:srgbClr val="44546A"/>
                </a:solidFill>
                <a:latin typeface="Calibri" panose="020F0502020204030204" pitchFamily="34" charset="0"/>
              </a:rPr>
              <a:t>13 Jan 2023</a:t>
            </a:r>
            <a:endParaRPr lang="zh-CN" altLang="en-US" sz="600" b="1">
              <a:solidFill>
                <a:srgbClr val="44546A"/>
              </a:solidFill>
              <a:latin typeface="Calibri" panose="020F0502020204030204" pitchFamily="34" charset="0"/>
            </a:endParaRPr>
          </a:p>
        </p:txBody>
      </p:sp>
      <p:sp>
        <p:nvSpPr>
          <p:cNvPr id="156" name="Star: 4 Points 143">
            <a:extLst>
              <a:ext uri="{FF2B5EF4-FFF2-40B4-BE49-F238E27FC236}">
                <a16:creationId xmlns:a16="http://schemas.microsoft.com/office/drawing/2014/main" id="{0C4AD61E-5347-438E-837A-B7B5DFD0B928}"/>
              </a:ext>
            </a:extLst>
          </p:cNvPr>
          <p:cNvSpPr/>
          <p:nvPr/>
        </p:nvSpPr>
        <p:spPr bwMode="auto">
          <a:xfrm>
            <a:off x="2683699" y="4500229"/>
            <a:ext cx="120890" cy="1135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241" eaLnBrk="0" fontAlgn="base" hangingPunct="0">
              <a:spcBef>
                <a:spcPct val="0"/>
              </a:spcBef>
              <a:spcAft>
                <a:spcPct val="0"/>
              </a:spcAft>
              <a:defRPr/>
            </a:pPr>
            <a:endParaRPr lang="zh-CN" altLang="en-US" sz="1400">
              <a:solidFill>
                <a:srgbClr val="000000"/>
              </a:solidFill>
              <a:latin typeface="Calibri" panose="020F0502020204030204" pitchFamily="34" charset="0"/>
              <a:cs typeface="Calibri" panose="020F0502020204030204" pitchFamily="34" charset="0"/>
            </a:endParaRPr>
          </a:p>
        </p:txBody>
      </p:sp>
      <p:sp>
        <p:nvSpPr>
          <p:cNvPr id="157" name="Rectangle 156">
            <a:extLst>
              <a:ext uri="{FF2B5EF4-FFF2-40B4-BE49-F238E27FC236}">
                <a16:creationId xmlns:a16="http://schemas.microsoft.com/office/drawing/2014/main" id="{B0CE4069-8EAE-4A17-ABA2-E0CD5232A7CD}"/>
              </a:ext>
            </a:extLst>
          </p:cNvPr>
          <p:cNvSpPr/>
          <p:nvPr/>
        </p:nvSpPr>
        <p:spPr>
          <a:xfrm>
            <a:off x="3247271" y="4659484"/>
            <a:ext cx="593353" cy="184666"/>
          </a:xfrm>
          <a:prstGeom prst="rect">
            <a:avLst/>
          </a:prstGeom>
        </p:spPr>
        <p:txBody>
          <a:bodyPr wrap="square">
            <a:spAutoFit/>
          </a:bodyPr>
          <a:lstStyle/>
          <a:p>
            <a:pPr algn="ctr" defTabSz="1218989">
              <a:defRPr/>
            </a:pPr>
            <a:r>
              <a:rPr lang="en-US" altLang="zh-CN" sz="600" b="1">
                <a:solidFill>
                  <a:srgbClr val="44546A"/>
                </a:solidFill>
                <a:latin typeface="Calibri" panose="020F0502020204030204" pitchFamily="34" charset="0"/>
              </a:rPr>
              <a:t>CTR</a:t>
            </a:r>
            <a:endParaRPr lang="zh-CN" altLang="en-US" sz="600" b="1">
              <a:solidFill>
                <a:srgbClr val="44546A"/>
              </a:solidFill>
              <a:latin typeface="Calibri" panose="020F0502020204030204" pitchFamily="34" charset="0"/>
            </a:endParaRPr>
          </a:p>
        </p:txBody>
      </p:sp>
      <p:sp>
        <p:nvSpPr>
          <p:cNvPr id="158" name="OTLSHAPE_M_39ea6ebc19a94c9fab6ef5006c31df58_Title">
            <a:extLst>
              <a:ext uri="{FF2B5EF4-FFF2-40B4-BE49-F238E27FC236}">
                <a16:creationId xmlns:a16="http://schemas.microsoft.com/office/drawing/2014/main" id="{77C8127B-3EAF-4AD1-A39C-6C0D5E30EB66}"/>
              </a:ext>
            </a:extLst>
          </p:cNvPr>
          <p:cNvSpPr txBox="1"/>
          <p:nvPr>
            <p:custDataLst>
              <p:tags r:id="rId18"/>
            </p:custDataLst>
          </p:nvPr>
        </p:nvSpPr>
        <p:spPr>
          <a:xfrm>
            <a:off x="814066" y="4697956"/>
            <a:ext cx="696150" cy="107722"/>
          </a:xfrm>
          <a:prstGeom prst="rect">
            <a:avLst/>
          </a:prstGeom>
          <a:noFill/>
        </p:spPr>
        <p:txBody>
          <a:bodyPr vert="horz" wrap="square" lIns="0" tIns="0" rIns="0" bIns="0" rtlCol="0" anchor="ctr" anchorCtr="0">
            <a:spAutoFit/>
          </a:bodyPr>
          <a:lstStyle/>
          <a:p>
            <a:pPr defTabSz="914243">
              <a:defRPr/>
            </a:pPr>
            <a:r>
              <a:rPr lang="en-US" altLang="zh-CN" sz="700" b="1">
                <a:solidFill>
                  <a:srgbClr val="44546A"/>
                </a:solidFill>
                <a:latin typeface="Calibri" panose="020F0502020204030204" pitchFamily="34" charset="0"/>
                <a:cs typeface="Calibri" panose="020F0502020204030204" pitchFamily="34" charset="0"/>
              </a:rPr>
              <a:t>CTA Sub</a:t>
            </a:r>
            <a:endParaRPr lang="zh-CN" altLang="en-US" sz="700" b="1">
              <a:solidFill>
                <a:srgbClr val="44546A"/>
              </a:solidFill>
              <a:latin typeface="Calibri" panose="020F0502020204030204" pitchFamily="34" charset="0"/>
              <a:cs typeface="Calibri" panose="020F0502020204030204" pitchFamily="34" charset="0"/>
            </a:endParaRPr>
          </a:p>
        </p:txBody>
      </p:sp>
      <p:cxnSp>
        <p:nvCxnSpPr>
          <p:cNvPr id="164" name="Straight Arrow Connector 163">
            <a:extLst>
              <a:ext uri="{FF2B5EF4-FFF2-40B4-BE49-F238E27FC236}">
                <a16:creationId xmlns:a16="http://schemas.microsoft.com/office/drawing/2014/main" id="{A827C8E1-C06E-4B9F-9ABC-4069A88B5F1E}"/>
              </a:ext>
            </a:extLst>
          </p:cNvPr>
          <p:cNvCxnSpPr>
            <a:cxnSpLocks/>
          </p:cNvCxnSpPr>
          <p:nvPr/>
        </p:nvCxnSpPr>
        <p:spPr>
          <a:xfrm flipV="1">
            <a:off x="983405" y="3184630"/>
            <a:ext cx="4851" cy="142043"/>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8C9854DC-0DCD-46ED-BAB7-E76341141C87}"/>
              </a:ext>
            </a:extLst>
          </p:cNvPr>
          <p:cNvSpPr txBox="1"/>
          <p:nvPr/>
        </p:nvSpPr>
        <p:spPr>
          <a:xfrm>
            <a:off x="4090468" y="1349341"/>
            <a:ext cx="796045"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Aug 2024</a:t>
            </a:r>
            <a:endParaRPr lang="zh-CN" altLang="en-US"/>
          </a:p>
        </p:txBody>
      </p:sp>
      <p:sp>
        <p:nvSpPr>
          <p:cNvPr id="177" name="矩形 20">
            <a:extLst>
              <a:ext uri="{FF2B5EF4-FFF2-40B4-BE49-F238E27FC236}">
                <a16:creationId xmlns:a16="http://schemas.microsoft.com/office/drawing/2014/main" id="{718BFF50-FC3B-4CF8-8EB0-766A236EDC49}"/>
              </a:ext>
            </a:extLst>
          </p:cNvPr>
          <p:cNvSpPr/>
          <p:nvPr/>
        </p:nvSpPr>
        <p:spPr>
          <a:xfrm>
            <a:off x="2609404" y="1475562"/>
            <a:ext cx="1978730"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endParaRPr lang="en-US" altLang="zh-CN" sz="700" b="1" spc="-5">
              <a:solidFill>
                <a:srgbClr val="000000"/>
              </a:solidFill>
              <a:latin typeface="Calibri" panose="020F0502020204030204" pitchFamily="34" charset="0"/>
              <a:ea typeface="等线" panose="02010600030101010101" pitchFamily="2" charset="-122"/>
            </a:endParaRPr>
          </a:p>
        </p:txBody>
      </p:sp>
      <p:sp>
        <p:nvSpPr>
          <p:cNvPr id="187" name="矩形 20">
            <a:extLst>
              <a:ext uri="{FF2B5EF4-FFF2-40B4-BE49-F238E27FC236}">
                <a16:creationId xmlns:a16="http://schemas.microsoft.com/office/drawing/2014/main" id="{54C3CD3D-74E9-4F1C-B583-BF34095EBDDD}"/>
              </a:ext>
            </a:extLst>
          </p:cNvPr>
          <p:cNvSpPr/>
          <p:nvPr/>
        </p:nvSpPr>
        <p:spPr>
          <a:xfrm>
            <a:off x="2616871" y="3053014"/>
            <a:ext cx="1959419"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193" name="矩形 20">
            <a:extLst>
              <a:ext uri="{FF2B5EF4-FFF2-40B4-BE49-F238E27FC236}">
                <a16:creationId xmlns:a16="http://schemas.microsoft.com/office/drawing/2014/main" id="{5E5EC571-5521-484E-9BCD-2D5E8B97FAEF}"/>
              </a:ext>
            </a:extLst>
          </p:cNvPr>
          <p:cNvSpPr/>
          <p:nvPr/>
        </p:nvSpPr>
        <p:spPr>
          <a:xfrm>
            <a:off x="3252011" y="1849920"/>
            <a:ext cx="1764515"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endParaRPr lang="en-US" altLang="zh-CN" sz="700" b="1" spc="-5">
              <a:solidFill>
                <a:srgbClr val="000000"/>
              </a:solidFill>
              <a:latin typeface="Calibri" panose="020F0502020204030204" pitchFamily="34" charset="0"/>
              <a:ea typeface="等线" panose="02010600030101010101" pitchFamily="2" charset="-122"/>
            </a:endParaRPr>
          </a:p>
        </p:txBody>
      </p:sp>
      <p:sp>
        <p:nvSpPr>
          <p:cNvPr id="194" name="Star: 4 Points 143">
            <a:extLst>
              <a:ext uri="{FF2B5EF4-FFF2-40B4-BE49-F238E27FC236}">
                <a16:creationId xmlns:a16="http://schemas.microsoft.com/office/drawing/2014/main" id="{922E381F-4E62-4E9B-8D26-68341FDDD10E}"/>
              </a:ext>
            </a:extLst>
          </p:cNvPr>
          <p:cNvSpPr/>
          <p:nvPr/>
        </p:nvSpPr>
        <p:spPr bwMode="auto">
          <a:xfrm>
            <a:off x="4948903" y="195055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71" name="TextBox 170">
            <a:extLst>
              <a:ext uri="{FF2B5EF4-FFF2-40B4-BE49-F238E27FC236}">
                <a16:creationId xmlns:a16="http://schemas.microsoft.com/office/drawing/2014/main" id="{9DAEED67-FF51-4933-8DB9-DF126144E833}"/>
              </a:ext>
            </a:extLst>
          </p:cNvPr>
          <p:cNvSpPr txBox="1"/>
          <p:nvPr/>
        </p:nvSpPr>
        <p:spPr>
          <a:xfrm>
            <a:off x="21788" y="3546443"/>
            <a:ext cx="449487"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a:t>
            </a:r>
          </a:p>
          <a:p>
            <a:pPr algn="ctr" defTabSz="914243">
              <a:defRPr/>
            </a:pPr>
            <a:r>
              <a:rPr lang="en-US" sz="800" b="1">
                <a:solidFill>
                  <a:srgbClr val="0066CC"/>
                </a:solidFill>
                <a:latin typeface="Calibri" panose="020F0502020204030204" pitchFamily="34" charset="0"/>
                <a:cs typeface="Calibri" panose="020F0502020204030204" pitchFamily="34" charset="0"/>
              </a:rPr>
              <a:t>1305.23</a:t>
            </a:r>
          </a:p>
        </p:txBody>
      </p:sp>
      <p:sp>
        <p:nvSpPr>
          <p:cNvPr id="178" name="OTLSHAPE_T_5a934a26f311425e8ebaa0f45e6533ad_Shape">
            <a:extLst>
              <a:ext uri="{FF2B5EF4-FFF2-40B4-BE49-F238E27FC236}">
                <a16:creationId xmlns:a16="http://schemas.microsoft.com/office/drawing/2014/main" id="{4FB961C9-880F-4E2E-90FB-A3920EBE6C27}"/>
              </a:ext>
            </a:extLst>
          </p:cNvPr>
          <p:cNvSpPr/>
          <p:nvPr>
            <p:custDataLst>
              <p:tags r:id="rId19"/>
            </p:custDataLst>
          </p:nvPr>
        </p:nvSpPr>
        <p:spPr bwMode="auto">
          <a:xfrm>
            <a:off x="1751862" y="3572560"/>
            <a:ext cx="1510828"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endParaRPr lang="en-US" altLang="zh-CN" sz="750" b="1">
              <a:solidFill>
                <a:srgbClr val="000000"/>
              </a:solidFill>
              <a:latin typeface="Calibri" panose="020F0502020204030204" pitchFamily="34" charset="0"/>
              <a:cs typeface="Calibri" panose="020F0502020204030204" pitchFamily="34" charset="0"/>
            </a:endParaRPr>
          </a:p>
        </p:txBody>
      </p:sp>
      <p:sp>
        <p:nvSpPr>
          <p:cNvPr id="179" name="OTLSHAPE_T_e17f3958430f4cff8650518c93c7635e_StartDate">
            <a:extLst>
              <a:ext uri="{FF2B5EF4-FFF2-40B4-BE49-F238E27FC236}">
                <a16:creationId xmlns:a16="http://schemas.microsoft.com/office/drawing/2014/main" id="{22D4F8F6-6B2A-46A3-8080-17031A334CD4}"/>
              </a:ext>
            </a:extLst>
          </p:cNvPr>
          <p:cNvSpPr txBox="1"/>
          <p:nvPr>
            <p:custDataLst>
              <p:tags r:id="rId20"/>
            </p:custDataLst>
          </p:nvPr>
        </p:nvSpPr>
        <p:spPr>
          <a:xfrm>
            <a:off x="1787978" y="3616640"/>
            <a:ext cx="1463007"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000000"/>
                </a:solidFill>
                <a:latin typeface="Calibri" panose="020F0502020204030204" pitchFamily="34" charset="0"/>
                <a:cs typeface="Calibri" panose="020F0502020204030204" pitchFamily="34" charset="0"/>
              </a:rPr>
              <a:t>Allocated China ML N=155, TW: N=28</a:t>
            </a:r>
            <a:endParaRPr lang="en-US" altLang="zh-CN" sz="675" b="1">
              <a:solidFill>
                <a:srgbClr val="FF0000"/>
              </a:solidFill>
              <a:latin typeface="Calibri" panose="020F0502020204030204" pitchFamily="34" charset="0"/>
              <a:cs typeface="Calibri" panose="020F0502020204030204" pitchFamily="34" charset="0"/>
            </a:endParaRPr>
          </a:p>
        </p:txBody>
      </p:sp>
      <p:sp>
        <p:nvSpPr>
          <p:cNvPr id="180" name="OTLSHAPE_T_e17f3958430f4cff8650518c93c7635e_Shape">
            <a:extLst>
              <a:ext uri="{FF2B5EF4-FFF2-40B4-BE49-F238E27FC236}">
                <a16:creationId xmlns:a16="http://schemas.microsoft.com/office/drawing/2014/main" id="{30C063E1-605D-410A-8356-38A4C4188B49}"/>
              </a:ext>
            </a:extLst>
          </p:cNvPr>
          <p:cNvSpPr/>
          <p:nvPr>
            <p:custDataLst>
              <p:tags r:id="rId21"/>
            </p:custDataLst>
          </p:nvPr>
        </p:nvSpPr>
        <p:spPr bwMode="auto">
          <a:xfrm>
            <a:off x="988231" y="3559363"/>
            <a:ext cx="799748" cy="192024"/>
          </a:xfrm>
          <a:prstGeom prst="roundRect">
            <a:avLst>
              <a:gd name="adj" fmla="val 16667"/>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525" b="1">
                <a:solidFill>
                  <a:srgbClr val="000000"/>
                </a:solidFill>
                <a:latin typeface="Calibri" panose="020F0502020204030204" pitchFamily="34" charset="0"/>
                <a:cs typeface="Calibri" panose="020F0502020204030204" pitchFamily="34" charset="0"/>
              </a:rPr>
              <a:t>CTA Review + EC + HGRAC + 1</a:t>
            </a:r>
            <a:r>
              <a:rPr lang="en-US" altLang="zh-CN" sz="525" b="1" baseline="30000">
                <a:solidFill>
                  <a:srgbClr val="000000"/>
                </a:solidFill>
                <a:latin typeface="Calibri" panose="020F0502020204030204" pitchFamily="34" charset="0"/>
                <a:cs typeface="Calibri" panose="020F0502020204030204" pitchFamily="34" charset="0"/>
              </a:rPr>
              <a:t>st</a:t>
            </a:r>
            <a:r>
              <a:rPr lang="en-US" altLang="zh-CN" sz="525" b="1">
                <a:solidFill>
                  <a:srgbClr val="000000"/>
                </a:solidFill>
                <a:latin typeface="Calibri" panose="020F0502020204030204" pitchFamily="34" charset="0"/>
                <a:cs typeface="Calibri" panose="020F0502020204030204" pitchFamily="34" charset="0"/>
              </a:rPr>
              <a:t> SIV (5.5 M)</a:t>
            </a:r>
            <a:endParaRPr lang="zh-CN" altLang="en-US" sz="525" b="1">
              <a:solidFill>
                <a:srgbClr val="000000"/>
              </a:solidFill>
              <a:latin typeface="Calibri" panose="020F0502020204030204" pitchFamily="34" charset="0"/>
              <a:cs typeface="Calibri" panose="020F0502020204030204" pitchFamily="34" charset="0"/>
            </a:endParaRPr>
          </a:p>
        </p:txBody>
      </p:sp>
      <p:sp>
        <p:nvSpPr>
          <p:cNvPr id="186" name="OTLSHAPE_M_39ea6ebc19a94c9fab6ef5006c31df58_Title">
            <a:extLst>
              <a:ext uri="{FF2B5EF4-FFF2-40B4-BE49-F238E27FC236}">
                <a16:creationId xmlns:a16="http://schemas.microsoft.com/office/drawing/2014/main" id="{F899E66B-74E2-45B9-A247-7F7EA3B56782}"/>
              </a:ext>
            </a:extLst>
          </p:cNvPr>
          <p:cNvSpPr txBox="1"/>
          <p:nvPr>
            <p:custDataLst>
              <p:tags r:id="rId22"/>
            </p:custDataLst>
          </p:nvPr>
        </p:nvSpPr>
        <p:spPr>
          <a:xfrm>
            <a:off x="976061" y="3794440"/>
            <a:ext cx="315087" cy="103875"/>
          </a:xfrm>
          <a:prstGeom prst="rect">
            <a:avLst/>
          </a:prstGeom>
          <a:noFill/>
        </p:spPr>
        <p:txBody>
          <a:bodyPr vert="horz" wrap="square" lIns="0" tIns="0" rIns="0" bIns="0" rtlCol="0" anchor="ctr" anchorCtr="0">
            <a:spAutoFit/>
          </a:bodyPr>
          <a:lstStyle/>
          <a:p>
            <a:pPr defTabSz="914243">
              <a:defRPr/>
            </a:pPr>
            <a:r>
              <a:rPr lang="en-US" altLang="zh-CN" sz="675" b="1">
                <a:solidFill>
                  <a:srgbClr val="44546A"/>
                </a:solidFill>
                <a:latin typeface="Calibri" panose="020F0502020204030204" pitchFamily="34" charset="0"/>
                <a:cs typeface="Calibri" panose="020F0502020204030204" pitchFamily="34" charset="0"/>
              </a:rPr>
              <a:t>CTA Sub</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190" name="Star: 4 Points 143">
            <a:extLst>
              <a:ext uri="{FF2B5EF4-FFF2-40B4-BE49-F238E27FC236}">
                <a16:creationId xmlns:a16="http://schemas.microsoft.com/office/drawing/2014/main" id="{6F6B4F14-A3D2-4FA1-86B3-8304A47D7D4A}"/>
              </a:ext>
            </a:extLst>
          </p:cNvPr>
          <p:cNvSpPr/>
          <p:nvPr/>
        </p:nvSpPr>
        <p:spPr bwMode="auto">
          <a:xfrm>
            <a:off x="1694101" y="3648512"/>
            <a:ext cx="138182" cy="19202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99" name="矩形 20">
            <a:extLst>
              <a:ext uri="{FF2B5EF4-FFF2-40B4-BE49-F238E27FC236}">
                <a16:creationId xmlns:a16="http://schemas.microsoft.com/office/drawing/2014/main" id="{9C9F6343-6681-48DE-87B4-44D633461EF0}"/>
              </a:ext>
            </a:extLst>
          </p:cNvPr>
          <p:cNvSpPr/>
          <p:nvPr/>
        </p:nvSpPr>
        <p:spPr>
          <a:xfrm>
            <a:off x="3239845" y="3566379"/>
            <a:ext cx="1745648"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206" name="五角星 55">
            <a:extLst>
              <a:ext uri="{FF2B5EF4-FFF2-40B4-BE49-F238E27FC236}">
                <a16:creationId xmlns:a16="http://schemas.microsoft.com/office/drawing/2014/main" id="{B5E91E3E-1E01-43EF-9E8C-7C6A6F4DA617}"/>
              </a:ext>
            </a:extLst>
          </p:cNvPr>
          <p:cNvSpPr>
            <a:spLocks noChangeAspect="1"/>
          </p:cNvSpPr>
          <p:nvPr/>
        </p:nvSpPr>
        <p:spPr bwMode="auto">
          <a:xfrm>
            <a:off x="5224608" y="1523390"/>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43" eaLnBrk="0" hangingPunct="0">
              <a:defRPr/>
            </a:pPr>
            <a:endParaRPr lang="zh-CN" altLang="en-US">
              <a:solidFill>
                <a:srgbClr val="FF0000"/>
              </a:solidFill>
              <a:latin typeface="BISansOpti"/>
            </a:endParaRPr>
          </a:p>
        </p:txBody>
      </p:sp>
      <p:sp>
        <p:nvSpPr>
          <p:cNvPr id="172" name="OTLSHAPE_T_e17f3958430f4cff8650518c93c7635e_StartDate">
            <a:extLst>
              <a:ext uri="{FF2B5EF4-FFF2-40B4-BE49-F238E27FC236}">
                <a16:creationId xmlns:a16="http://schemas.microsoft.com/office/drawing/2014/main" id="{175CEA2E-5B4C-44ED-B320-D7230A14AC3B}"/>
              </a:ext>
            </a:extLst>
          </p:cNvPr>
          <p:cNvSpPr txBox="1"/>
          <p:nvPr>
            <p:custDataLst>
              <p:tags r:id="rId23"/>
            </p:custDataLst>
          </p:nvPr>
        </p:nvSpPr>
        <p:spPr>
          <a:xfrm>
            <a:off x="2561508" y="4390464"/>
            <a:ext cx="536089" cy="92333"/>
          </a:xfrm>
          <a:prstGeom prst="rect">
            <a:avLst/>
          </a:prstGeom>
          <a:noFill/>
        </p:spPr>
        <p:txBody>
          <a:bodyPr vert="horz" wrap="square" lIns="0" tIns="0" rIns="0" bIns="0" rtlCol="0" anchor="ctr" anchorCtr="0">
            <a:spAutoFit/>
          </a:bodyPr>
          <a:lstStyle/>
          <a:p>
            <a:pPr algn="ctr" defTabSz="1218989">
              <a:defRPr/>
            </a:pPr>
            <a:r>
              <a:rPr lang="en-US" altLang="zh-CN" sz="600" b="1">
                <a:solidFill>
                  <a:srgbClr val="44546A"/>
                </a:solidFill>
                <a:latin typeface="Calibri" panose="020F0502020204030204" pitchFamily="34" charset="0"/>
              </a:rPr>
              <a:t>14Jul2023</a:t>
            </a:r>
            <a:endParaRPr lang="zh-CN" altLang="en-US" sz="600" b="1">
              <a:solidFill>
                <a:srgbClr val="44546A"/>
              </a:solidFill>
              <a:latin typeface="Calibri" panose="020F0502020204030204" pitchFamily="34" charset="0"/>
            </a:endParaRPr>
          </a:p>
        </p:txBody>
      </p:sp>
      <p:sp>
        <p:nvSpPr>
          <p:cNvPr id="191" name="Rectangle 37">
            <a:extLst>
              <a:ext uri="{FF2B5EF4-FFF2-40B4-BE49-F238E27FC236}">
                <a16:creationId xmlns:a16="http://schemas.microsoft.com/office/drawing/2014/main" id="{7582EEDD-A9E0-4CC5-8B0C-2A6BFC6C869F}"/>
              </a:ext>
            </a:extLst>
          </p:cNvPr>
          <p:cNvSpPr/>
          <p:nvPr/>
        </p:nvSpPr>
        <p:spPr>
          <a:xfrm>
            <a:off x="3344311" y="4390464"/>
            <a:ext cx="479618" cy="92333"/>
          </a:xfrm>
          <a:prstGeom prst="rect">
            <a:avLst/>
          </a:prstGeom>
          <a:noFill/>
        </p:spPr>
        <p:txBody>
          <a:bodyPr vert="horz" wrap="square" lIns="0" tIns="0" rIns="0" bIns="0" rtlCol="0" anchor="ctr" anchorCtr="0">
            <a:spAutoFit/>
          </a:bodyPr>
          <a:lstStyle/>
          <a:p>
            <a:pPr algn="ctr" defTabSz="1218989">
              <a:defRPr/>
            </a:pPr>
            <a:r>
              <a:rPr lang="en-US" altLang="zh-CN" sz="600" b="1">
                <a:solidFill>
                  <a:srgbClr val="44546A"/>
                </a:solidFill>
                <a:latin typeface="Calibri" panose="020F0502020204030204" pitchFamily="34" charset="0"/>
              </a:rPr>
              <a:t>Jan 2024 </a:t>
            </a:r>
            <a:endParaRPr lang="zh-CN" altLang="en-US" sz="600" b="1">
              <a:solidFill>
                <a:srgbClr val="44546A"/>
              </a:solidFill>
              <a:latin typeface="Calibri" panose="020F0502020204030204" pitchFamily="34" charset="0"/>
            </a:endParaRPr>
          </a:p>
        </p:txBody>
      </p:sp>
      <p:sp>
        <p:nvSpPr>
          <p:cNvPr id="7" name="TextBox 6">
            <a:extLst>
              <a:ext uri="{FF2B5EF4-FFF2-40B4-BE49-F238E27FC236}">
                <a16:creationId xmlns:a16="http://schemas.microsoft.com/office/drawing/2014/main" id="{E9DC4527-9B66-4450-86F5-689D3C73A610}"/>
              </a:ext>
            </a:extLst>
          </p:cNvPr>
          <p:cNvSpPr txBox="1"/>
          <p:nvPr/>
        </p:nvSpPr>
        <p:spPr>
          <a:xfrm>
            <a:off x="7976064" y="4399495"/>
            <a:ext cx="1199053" cy="830997"/>
          </a:xfrm>
          <a:prstGeom prst="rect">
            <a:avLst/>
          </a:prstGeom>
          <a:noFill/>
        </p:spPr>
        <p:txBody>
          <a:bodyPr wrap="square" lIns="0" tIns="0" rIns="0" bIns="0" rtlCol="0">
            <a:spAutoFit/>
          </a:bodyPr>
          <a:lstStyle/>
          <a:p>
            <a:pPr defTabSz="914288">
              <a:defRPr/>
            </a:pPr>
            <a:r>
              <a:rPr lang="en-US" altLang="zh-CN" sz="600">
                <a:solidFill>
                  <a:srgbClr val="FFFFFF">
                    <a:lumMod val="50000"/>
                  </a:srgbClr>
                </a:solidFill>
                <a:latin typeface="BISansCond"/>
              </a:rPr>
              <a:t>LSS: Last subject screening</a:t>
            </a:r>
          </a:p>
          <a:p>
            <a:pPr defTabSz="914288">
              <a:defRPr/>
            </a:pPr>
            <a:r>
              <a:rPr lang="en-US" altLang="zh-CN" sz="600">
                <a:solidFill>
                  <a:srgbClr val="FFFFFF">
                    <a:lumMod val="50000"/>
                  </a:srgbClr>
                </a:solidFill>
                <a:latin typeface="BISansCond"/>
              </a:rPr>
              <a:t>LSLV: Last subject last visit</a:t>
            </a:r>
          </a:p>
          <a:p>
            <a:pPr defTabSz="914288">
              <a:defRPr/>
            </a:pPr>
            <a:r>
              <a:rPr lang="en-US" altLang="zh-CN" sz="600">
                <a:solidFill>
                  <a:srgbClr val="FFFFFF">
                    <a:lumMod val="50000"/>
                  </a:srgbClr>
                </a:solidFill>
                <a:latin typeface="BISansCond"/>
              </a:rPr>
              <a:t>DBL: database lock</a:t>
            </a:r>
          </a:p>
          <a:p>
            <a:pPr defTabSz="914288">
              <a:defRPr/>
            </a:pPr>
            <a:r>
              <a:rPr lang="en-US" altLang="zh-CN" sz="600">
                <a:solidFill>
                  <a:srgbClr val="FFFFFF">
                    <a:lumMod val="50000"/>
                  </a:srgbClr>
                </a:solidFill>
                <a:latin typeface="BISansCond"/>
              </a:rPr>
              <a:t>HAI: Healthy authority interaction</a:t>
            </a:r>
          </a:p>
          <a:p>
            <a:pPr defTabSz="914288">
              <a:defRPr/>
            </a:pPr>
            <a:r>
              <a:rPr lang="en-US" altLang="zh-CN" sz="600">
                <a:solidFill>
                  <a:srgbClr val="FFFFFF">
                    <a:lumMod val="50000"/>
                  </a:srgbClr>
                </a:solidFill>
                <a:latin typeface="BISansCond"/>
              </a:rPr>
              <a:t>OLE: Open label extension</a:t>
            </a:r>
          </a:p>
          <a:p>
            <a:pPr defTabSz="914288">
              <a:defRPr/>
            </a:pPr>
            <a:r>
              <a:rPr lang="en-US" altLang="zh-CN" sz="600">
                <a:solidFill>
                  <a:srgbClr val="FFFFFF">
                    <a:lumMod val="50000"/>
                  </a:srgbClr>
                </a:solidFill>
                <a:latin typeface="BISansCond"/>
              </a:rPr>
              <a:t>CAPA: Corrective and Prevention Action</a:t>
            </a:r>
          </a:p>
          <a:p>
            <a:pPr defTabSz="914288">
              <a:defRPr/>
            </a:pPr>
            <a:r>
              <a:rPr lang="en-US" altLang="zh-CN" sz="600">
                <a:solidFill>
                  <a:srgbClr val="FFFFFF">
                    <a:lumMod val="50000"/>
                  </a:srgbClr>
                </a:solidFill>
                <a:latin typeface="BISansCond"/>
              </a:rPr>
              <a:t>BTD: Breakthrough designation</a:t>
            </a:r>
          </a:p>
          <a:p>
            <a:pPr defTabSz="914288">
              <a:defRPr/>
            </a:pPr>
            <a:endParaRPr lang="en-US" altLang="zh-CN" sz="600">
              <a:solidFill>
                <a:srgbClr val="FFFFFF">
                  <a:lumMod val="50000"/>
                </a:srgbClr>
              </a:solidFill>
              <a:latin typeface="BISansCond"/>
            </a:endParaRPr>
          </a:p>
          <a:p>
            <a:pPr defTabSz="914288">
              <a:defRPr/>
            </a:pPr>
            <a:endParaRPr lang="en-US" altLang="zh-CN" sz="600">
              <a:solidFill>
                <a:srgbClr val="FFFFFF">
                  <a:lumMod val="50000"/>
                </a:srgbClr>
              </a:solidFill>
              <a:latin typeface="BISansCond"/>
            </a:endParaRPr>
          </a:p>
        </p:txBody>
      </p:sp>
      <p:sp>
        <p:nvSpPr>
          <p:cNvPr id="198" name="Rectangle 37">
            <a:extLst>
              <a:ext uri="{FF2B5EF4-FFF2-40B4-BE49-F238E27FC236}">
                <a16:creationId xmlns:a16="http://schemas.microsoft.com/office/drawing/2014/main" id="{1774BA4C-C416-48F1-818F-A2111977357D}"/>
              </a:ext>
            </a:extLst>
          </p:cNvPr>
          <p:cNvSpPr/>
          <p:nvPr/>
        </p:nvSpPr>
        <p:spPr>
          <a:xfrm>
            <a:off x="5174475" y="2893826"/>
            <a:ext cx="498855"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Feb2025</a:t>
            </a:r>
            <a:endParaRPr lang="zh-CN" altLang="en-US" sz="700" b="1">
              <a:solidFill>
                <a:srgbClr val="44546A"/>
              </a:solidFill>
              <a:latin typeface="Calibri" panose="020F0502020204030204" pitchFamily="34" charset="0"/>
              <a:cs typeface="Calibri" panose="020F0502020204030204" pitchFamily="34" charset="0"/>
            </a:endParaRPr>
          </a:p>
        </p:txBody>
      </p:sp>
      <p:grpSp>
        <p:nvGrpSpPr>
          <p:cNvPr id="203" name="Group 202">
            <a:extLst>
              <a:ext uri="{FF2B5EF4-FFF2-40B4-BE49-F238E27FC236}">
                <a16:creationId xmlns:a16="http://schemas.microsoft.com/office/drawing/2014/main" id="{3855D1D5-D3D2-4F97-9E67-F3646B91ACCC}"/>
              </a:ext>
            </a:extLst>
          </p:cNvPr>
          <p:cNvGrpSpPr/>
          <p:nvPr/>
        </p:nvGrpSpPr>
        <p:grpSpPr>
          <a:xfrm>
            <a:off x="3838036" y="1091729"/>
            <a:ext cx="410060" cy="3956900"/>
            <a:chOff x="2078680" y="1211797"/>
            <a:chExt cx="546747" cy="3956897"/>
          </a:xfrm>
        </p:grpSpPr>
        <p:cxnSp>
          <p:nvCxnSpPr>
            <p:cNvPr id="204" name="Straight Connector 203">
              <a:extLst>
                <a:ext uri="{FF2B5EF4-FFF2-40B4-BE49-F238E27FC236}">
                  <a16:creationId xmlns:a16="http://schemas.microsoft.com/office/drawing/2014/main" id="{02E9FED2-5A70-4BF1-B54F-D99842DB23FA}"/>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07" name="OTLSHAPE_T_e17f3958430f4cff8650518c93c7635e_StartDate">
              <a:extLst>
                <a:ext uri="{FF2B5EF4-FFF2-40B4-BE49-F238E27FC236}">
                  <a16:creationId xmlns:a16="http://schemas.microsoft.com/office/drawing/2014/main" id="{967EFA37-DFAA-46BF-84D0-CD7B5F281FB4}"/>
                </a:ext>
              </a:extLst>
            </p:cNvPr>
            <p:cNvSpPr txBox="1"/>
            <p:nvPr>
              <p:custDataLst>
                <p:tags r:id="rId37"/>
              </p:custDataLst>
            </p:nvPr>
          </p:nvSpPr>
          <p:spPr>
            <a:xfrm>
              <a:off x="2078680" y="1211797"/>
              <a:ext cx="546747" cy="24622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24"/>
            </p:custDataLst>
          </p:nvPr>
        </p:nvSpPr>
        <p:spPr>
          <a:xfrm>
            <a:off x="1549914" y="1745134"/>
            <a:ext cx="265990"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44546A"/>
                </a:solidFill>
                <a:latin typeface="Calibri" panose="020F0502020204030204" pitchFamily="34" charset="0"/>
                <a:cs typeface="Calibri" panose="020F0502020204030204" pitchFamily="34" charset="0"/>
              </a:rPr>
              <a:t>Nov 8 </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181" name="Star: 4 Points 143">
            <a:extLst>
              <a:ext uri="{FF2B5EF4-FFF2-40B4-BE49-F238E27FC236}">
                <a16:creationId xmlns:a16="http://schemas.microsoft.com/office/drawing/2014/main" id="{027EAF24-5C8B-4E99-BBC9-EBA7F47C0C77}"/>
              </a:ext>
            </a:extLst>
          </p:cNvPr>
          <p:cNvSpPr/>
          <p:nvPr/>
        </p:nvSpPr>
        <p:spPr bwMode="auto">
          <a:xfrm>
            <a:off x="3483499" y="4500229"/>
            <a:ext cx="120890" cy="1135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241" eaLnBrk="0" fontAlgn="base" hangingPunct="0">
              <a:spcBef>
                <a:spcPct val="0"/>
              </a:spcBef>
              <a:spcAft>
                <a:spcPct val="0"/>
              </a:spcAft>
              <a:defRPr/>
            </a:pPr>
            <a:endParaRPr lang="zh-CN" altLang="en-US" sz="1400">
              <a:solidFill>
                <a:srgbClr val="000000"/>
              </a:solidFill>
              <a:latin typeface="Calibri" panose="020F0502020204030204" pitchFamily="34" charset="0"/>
              <a:cs typeface="Calibri" panose="020F0502020204030204" pitchFamily="34" charset="0"/>
            </a:endParaRPr>
          </a:p>
        </p:txBody>
      </p:sp>
      <p:sp>
        <p:nvSpPr>
          <p:cNvPr id="159" name="Rectangle 158">
            <a:extLst>
              <a:ext uri="{FF2B5EF4-FFF2-40B4-BE49-F238E27FC236}">
                <a16:creationId xmlns:a16="http://schemas.microsoft.com/office/drawing/2014/main" id="{6F53AC7D-E4E1-4EB0-B084-42057C763CB4}"/>
              </a:ext>
            </a:extLst>
          </p:cNvPr>
          <p:cNvSpPr/>
          <p:nvPr/>
        </p:nvSpPr>
        <p:spPr>
          <a:xfrm>
            <a:off x="2583522" y="4659484"/>
            <a:ext cx="308098" cy="184666"/>
          </a:xfrm>
          <a:prstGeom prst="rect">
            <a:avLst/>
          </a:prstGeom>
        </p:spPr>
        <p:txBody>
          <a:bodyPr wrap="none">
            <a:spAutoFit/>
          </a:bodyPr>
          <a:lstStyle/>
          <a:p>
            <a:pPr algn="ctr" defTabSz="1218989">
              <a:defRPr/>
            </a:pPr>
            <a:r>
              <a:rPr lang="en-US" altLang="zh-CN" sz="600" b="1">
                <a:solidFill>
                  <a:srgbClr val="44546A"/>
                </a:solidFill>
                <a:latin typeface="Calibri" panose="020F0502020204030204" pitchFamily="34" charset="0"/>
              </a:rPr>
              <a:t>DBL</a:t>
            </a:r>
            <a:endParaRPr lang="zh-CN" altLang="en-US" sz="600" b="1">
              <a:solidFill>
                <a:srgbClr val="44546A"/>
              </a:solidFill>
              <a:latin typeface="Calibri" panose="020F0502020204030204" pitchFamily="34" charset="0"/>
            </a:endParaRPr>
          </a:p>
        </p:txBody>
      </p:sp>
      <p:sp>
        <p:nvSpPr>
          <p:cNvPr id="20" name="TextBox 19">
            <a:extLst>
              <a:ext uri="{FF2B5EF4-FFF2-40B4-BE49-F238E27FC236}">
                <a16:creationId xmlns:a16="http://schemas.microsoft.com/office/drawing/2014/main" id="{4DDF2D0E-0F2B-463E-42D1-3E0AB0F1BB9D}"/>
              </a:ext>
            </a:extLst>
          </p:cNvPr>
          <p:cNvSpPr txBox="1"/>
          <p:nvPr/>
        </p:nvSpPr>
        <p:spPr>
          <a:xfrm>
            <a:off x="2347707" y="1349341"/>
            <a:ext cx="512359"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5Jun 2023 </a:t>
            </a:r>
            <a:endParaRPr lang="zh-CN" altLang="en-US"/>
          </a:p>
        </p:txBody>
      </p:sp>
      <p:sp>
        <p:nvSpPr>
          <p:cNvPr id="28" name="Rectangle 37">
            <a:extLst>
              <a:ext uri="{FF2B5EF4-FFF2-40B4-BE49-F238E27FC236}">
                <a16:creationId xmlns:a16="http://schemas.microsoft.com/office/drawing/2014/main" id="{0678D67F-8ECF-2C13-D442-892D21D7D831}"/>
              </a:ext>
            </a:extLst>
          </p:cNvPr>
          <p:cNvSpPr/>
          <p:nvPr/>
        </p:nvSpPr>
        <p:spPr>
          <a:xfrm>
            <a:off x="5815293" y="1795122"/>
            <a:ext cx="694290" cy="301621"/>
          </a:xfrm>
          <a:prstGeom prst="rect">
            <a:avLst/>
          </a:prstGeom>
        </p:spPr>
        <p:txBody>
          <a:bodyPr wrap="square">
            <a:spAutoFit/>
          </a:bodyPr>
          <a:lstStyle/>
          <a:p>
            <a:pPr algn="ctr" defTabSz="914243">
              <a:defRPr/>
            </a:pPr>
            <a:r>
              <a:rPr lang="en-US" altLang="zh-CN" sz="680" b="1">
                <a:solidFill>
                  <a:srgbClr val="44546A"/>
                </a:solidFill>
                <a:latin typeface="Calibri" panose="020F0502020204030204" pitchFamily="34" charset="0"/>
                <a:cs typeface="Calibri" panose="020F0502020204030204" pitchFamily="34" charset="0"/>
              </a:rPr>
              <a:t>US NDA Sub </a:t>
            </a:r>
          </a:p>
          <a:p>
            <a:pPr algn="ctr" defTabSz="914243">
              <a:defRPr/>
            </a:pPr>
            <a:r>
              <a:rPr lang="en-US" altLang="zh-CN" sz="680" b="1">
                <a:solidFill>
                  <a:srgbClr val="44546A"/>
                </a:solidFill>
                <a:latin typeface="Calibri" panose="020F0502020204030204" pitchFamily="34" charset="0"/>
                <a:cs typeface="Calibri" panose="020F0502020204030204" pitchFamily="34" charset="0"/>
              </a:rPr>
              <a:t>May 2025</a:t>
            </a:r>
            <a:endParaRPr lang="zh-CN" altLang="en-US" sz="680" b="1">
              <a:solidFill>
                <a:srgbClr val="44546A"/>
              </a:solidFill>
              <a:latin typeface="Calibri" panose="020F0502020204030204" pitchFamily="34" charset="0"/>
              <a:cs typeface="Calibri" panose="020F0502020204030204" pitchFamily="34" charset="0"/>
            </a:endParaRPr>
          </a:p>
        </p:txBody>
      </p:sp>
      <p:sp>
        <p:nvSpPr>
          <p:cNvPr id="29" name="Rectangle 37">
            <a:extLst>
              <a:ext uri="{FF2B5EF4-FFF2-40B4-BE49-F238E27FC236}">
                <a16:creationId xmlns:a16="http://schemas.microsoft.com/office/drawing/2014/main" id="{2DA1563D-511F-5F1E-D85D-63C5D6DE00B0}"/>
              </a:ext>
            </a:extLst>
          </p:cNvPr>
          <p:cNvSpPr/>
          <p:nvPr/>
        </p:nvSpPr>
        <p:spPr>
          <a:xfrm>
            <a:off x="6880906" y="1795122"/>
            <a:ext cx="881567" cy="301621"/>
          </a:xfrm>
          <a:prstGeom prst="rect">
            <a:avLst/>
          </a:prstGeom>
        </p:spPr>
        <p:txBody>
          <a:bodyPr wrap="square">
            <a:spAutoFit/>
          </a:bodyPr>
          <a:lstStyle/>
          <a:p>
            <a:pPr algn="r" defTabSz="914243">
              <a:defRPr/>
            </a:pPr>
            <a:r>
              <a:rPr lang="en-US" altLang="zh-CN" sz="680" b="1">
                <a:solidFill>
                  <a:srgbClr val="44546A"/>
                </a:solidFill>
                <a:latin typeface="Calibri" panose="020F0502020204030204" pitchFamily="34" charset="0"/>
                <a:cs typeface="Calibri" panose="020F0502020204030204" pitchFamily="34" charset="0"/>
              </a:rPr>
              <a:t>US NDA appr.</a:t>
            </a:r>
          </a:p>
          <a:p>
            <a:pPr algn="r" defTabSz="914243">
              <a:defRPr/>
            </a:pPr>
            <a:r>
              <a:rPr lang="en-US" altLang="zh-CN" sz="680" b="1">
                <a:solidFill>
                  <a:srgbClr val="44546A"/>
                </a:solidFill>
                <a:latin typeface="Calibri" panose="020F0502020204030204" pitchFamily="34" charset="0"/>
                <a:cs typeface="Calibri" panose="020F0502020204030204" pitchFamily="34" charset="0"/>
              </a:rPr>
              <a:t>Jan – May 2026</a:t>
            </a:r>
            <a:endParaRPr lang="zh-CN" altLang="en-US" sz="680" b="1">
              <a:solidFill>
                <a:srgbClr val="44546A"/>
              </a:solidFill>
              <a:latin typeface="Calibri" panose="020F0502020204030204" pitchFamily="34" charset="0"/>
              <a:cs typeface="Calibri" panose="020F0502020204030204" pitchFamily="34" charset="0"/>
            </a:endParaRPr>
          </a:p>
        </p:txBody>
      </p:sp>
      <p:sp>
        <p:nvSpPr>
          <p:cNvPr id="33" name="OTLSHAPE_T_e17f3958430f4cff8650518c93c7635e_Shape">
            <a:extLst>
              <a:ext uri="{FF2B5EF4-FFF2-40B4-BE49-F238E27FC236}">
                <a16:creationId xmlns:a16="http://schemas.microsoft.com/office/drawing/2014/main" id="{82BD4B15-9383-5758-9556-56095A4933C5}"/>
              </a:ext>
            </a:extLst>
          </p:cNvPr>
          <p:cNvSpPr/>
          <p:nvPr>
            <p:custDataLst>
              <p:tags r:id="rId25"/>
            </p:custDataLst>
          </p:nvPr>
        </p:nvSpPr>
        <p:spPr bwMode="auto">
          <a:xfrm>
            <a:off x="5964237" y="3559363"/>
            <a:ext cx="1627339"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650" b="1">
                <a:solidFill>
                  <a:srgbClr val="000000"/>
                </a:solidFill>
                <a:latin typeface="Calibri" panose="020F0502020204030204" pitchFamily="34" charset="0"/>
                <a:cs typeface="Calibri" panose="020F0502020204030204" pitchFamily="34" charset="0"/>
              </a:rPr>
              <a:t>NDA review for PPF</a:t>
            </a:r>
            <a:endParaRPr lang="zh-CN" altLang="en-US" sz="650" b="1">
              <a:solidFill>
                <a:srgbClr val="000000"/>
              </a:solidFill>
              <a:latin typeface="Calibri" panose="020F0502020204030204" pitchFamily="34" charset="0"/>
              <a:cs typeface="Calibri" panose="020F0502020204030204" pitchFamily="34" charset="0"/>
            </a:endParaRPr>
          </a:p>
        </p:txBody>
      </p:sp>
      <p:sp>
        <p:nvSpPr>
          <p:cNvPr id="35" name="Rectangle 37">
            <a:extLst>
              <a:ext uri="{FF2B5EF4-FFF2-40B4-BE49-F238E27FC236}">
                <a16:creationId xmlns:a16="http://schemas.microsoft.com/office/drawing/2014/main" id="{A1017237-98EB-8D67-FF0A-93D859C34DF0}"/>
              </a:ext>
            </a:extLst>
          </p:cNvPr>
          <p:cNvSpPr/>
          <p:nvPr/>
        </p:nvSpPr>
        <p:spPr>
          <a:xfrm>
            <a:off x="5746235" y="3746053"/>
            <a:ext cx="534121"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NDA Sub </a:t>
            </a:r>
          </a:p>
        </p:txBody>
      </p:sp>
      <p:sp>
        <p:nvSpPr>
          <p:cNvPr id="37" name="OTLSHAPE_M_39ea6ebc19a94c9fab6ef5006c31df58_Shape">
            <a:extLst>
              <a:ext uri="{FF2B5EF4-FFF2-40B4-BE49-F238E27FC236}">
                <a16:creationId xmlns:a16="http://schemas.microsoft.com/office/drawing/2014/main" id="{C3F9AF42-C94B-37E9-E6E2-FF575D9C96F8}"/>
              </a:ext>
            </a:extLst>
          </p:cNvPr>
          <p:cNvSpPr/>
          <p:nvPr>
            <p:custDataLst>
              <p:tags r:id="rId26"/>
            </p:custDataLst>
          </p:nvPr>
        </p:nvSpPr>
        <p:spPr bwMode="auto">
          <a:xfrm rot="16200000">
            <a:off x="5956790" y="371461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sz="2700">
              <a:solidFill>
                <a:srgbClr val="000000"/>
              </a:solidFill>
              <a:latin typeface="Calibri" panose="020F0502020204030204" pitchFamily="34" charset="0"/>
              <a:cs typeface="Calibri" panose="020F0502020204030204" pitchFamily="34" charset="0"/>
            </a:endParaRPr>
          </a:p>
        </p:txBody>
      </p:sp>
      <p:sp>
        <p:nvSpPr>
          <p:cNvPr id="42" name="五角星 55">
            <a:extLst>
              <a:ext uri="{FF2B5EF4-FFF2-40B4-BE49-F238E27FC236}">
                <a16:creationId xmlns:a16="http://schemas.microsoft.com/office/drawing/2014/main" id="{4E726A19-075B-3A54-7894-D97F074BCDCA}"/>
              </a:ext>
            </a:extLst>
          </p:cNvPr>
          <p:cNvSpPr>
            <a:spLocks noChangeAspect="1"/>
          </p:cNvSpPr>
          <p:nvPr/>
        </p:nvSpPr>
        <p:spPr bwMode="auto">
          <a:xfrm>
            <a:off x="7510713" y="3696341"/>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43" eaLnBrk="0" hangingPunct="0">
              <a:defRPr/>
            </a:pPr>
            <a:endParaRPr lang="zh-CN" altLang="en-US">
              <a:solidFill>
                <a:srgbClr val="FF0000"/>
              </a:solidFill>
              <a:latin typeface="BISansOpti"/>
            </a:endParaRPr>
          </a:p>
        </p:txBody>
      </p:sp>
      <p:sp>
        <p:nvSpPr>
          <p:cNvPr id="48" name="TextBox 47">
            <a:extLst>
              <a:ext uri="{FF2B5EF4-FFF2-40B4-BE49-F238E27FC236}">
                <a16:creationId xmlns:a16="http://schemas.microsoft.com/office/drawing/2014/main" id="{1EF987DA-DAB2-2B64-5D0C-CB0161B90EF7}"/>
              </a:ext>
            </a:extLst>
          </p:cNvPr>
          <p:cNvSpPr txBox="1"/>
          <p:nvPr/>
        </p:nvSpPr>
        <p:spPr>
          <a:xfrm>
            <a:off x="18788" y="3968331"/>
            <a:ext cx="449487"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 OLE-</a:t>
            </a:r>
          </a:p>
          <a:p>
            <a:pPr algn="ctr" defTabSz="914243">
              <a:defRPr/>
            </a:pPr>
            <a:r>
              <a:rPr lang="en-US" sz="800" b="1">
                <a:solidFill>
                  <a:srgbClr val="0066CC"/>
                </a:solidFill>
                <a:latin typeface="Calibri" panose="020F0502020204030204" pitchFamily="34" charset="0"/>
                <a:cs typeface="Calibri" panose="020F0502020204030204" pitchFamily="34" charset="0"/>
              </a:rPr>
              <a:t>1305.31</a:t>
            </a:r>
          </a:p>
        </p:txBody>
      </p:sp>
      <p:sp>
        <p:nvSpPr>
          <p:cNvPr id="55" name="OTLSHAPE_T_5a934a26f311425e8ebaa0f45e6533ad_Shape">
            <a:extLst>
              <a:ext uri="{FF2B5EF4-FFF2-40B4-BE49-F238E27FC236}">
                <a16:creationId xmlns:a16="http://schemas.microsoft.com/office/drawing/2014/main" id="{DD0EB921-6E74-AECC-288A-E2EA7034C140}"/>
              </a:ext>
            </a:extLst>
          </p:cNvPr>
          <p:cNvSpPr/>
          <p:nvPr>
            <p:custDataLst>
              <p:tags r:id="rId27"/>
            </p:custDataLst>
          </p:nvPr>
        </p:nvSpPr>
        <p:spPr bwMode="auto">
          <a:xfrm>
            <a:off x="4712931" y="3953077"/>
            <a:ext cx="3862663"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endParaRPr lang="en-US" altLang="zh-CN" sz="750" b="1">
              <a:solidFill>
                <a:srgbClr val="000000"/>
              </a:solidFill>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4A258BCD-DABE-44F5-0680-2B460D1F7C14}"/>
              </a:ext>
            </a:extLst>
          </p:cNvPr>
          <p:cNvSpPr txBox="1"/>
          <p:nvPr/>
        </p:nvSpPr>
        <p:spPr>
          <a:xfrm>
            <a:off x="3869" y="2056218"/>
            <a:ext cx="422865"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 OLE-</a:t>
            </a:r>
          </a:p>
          <a:p>
            <a:pPr algn="ctr" defTabSz="914243">
              <a:defRPr/>
            </a:pPr>
            <a:r>
              <a:rPr lang="en-US" sz="800" b="1">
                <a:solidFill>
                  <a:srgbClr val="0066CC"/>
                </a:solidFill>
                <a:latin typeface="Calibri" panose="020F0502020204030204" pitchFamily="34" charset="0"/>
                <a:cs typeface="Calibri" panose="020F0502020204030204" pitchFamily="34" charset="0"/>
              </a:rPr>
              <a:t>1305.31</a:t>
            </a:r>
          </a:p>
        </p:txBody>
      </p:sp>
      <p:sp>
        <p:nvSpPr>
          <p:cNvPr id="63" name="OTLSHAPE_T_5a934a26f311425e8ebaa0f45e6533ad_Shape">
            <a:extLst>
              <a:ext uri="{FF2B5EF4-FFF2-40B4-BE49-F238E27FC236}">
                <a16:creationId xmlns:a16="http://schemas.microsoft.com/office/drawing/2014/main" id="{7C0E7AFA-200A-4778-D5B9-A988983201CC}"/>
              </a:ext>
            </a:extLst>
          </p:cNvPr>
          <p:cNvSpPr/>
          <p:nvPr>
            <p:custDataLst>
              <p:tags r:id="rId28"/>
            </p:custDataLst>
          </p:nvPr>
        </p:nvSpPr>
        <p:spPr bwMode="auto">
          <a:xfrm>
            <a:off x="4727739" y="2290146"/>
            <a:ext cx="3847852"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750" b="1">
                <a:solidFill>
                  <a:srgbClr val="000000"/>
                </a:solidFill>
                <a:latin typeface="Calibri" panose="020F0502020204030204" pitchFamily="34" charset="0"/>
                <a:cs typeface="Calibri" panose="020F0502020204030204" pitchFamily="34" charset="0"/>
              </a:rPr>
              <a:t>Ph3 OLE</a:t>
            </a:r>
          </a:p>
        </p:txBody>
      </p:sp>
      <p:sp>
        <p:nvSpPr>
          <p:cNvPr id="69" name="Rectangle 68">
            <a:extLst>
              <a:ext uri="{FF2B5EF4-FFF2-40B4-BE49-F238E27FC236}">
                <a16:creationId xmlns:a16="http://schemas.microsoft.com/office/drawing/2014/main" id="{7BF94B7E-4DC0-E432-67BF-F024DB92FB3F}"/>
              </a:ext>
            </a:extLst>
          </p:cNvPr>
          <p:cNvSpPr/>
          <p:nvPr/>
        </p:nvSpPr>
        <p:spPr>
          <a:xfrm>
            <a:off x="4576287" y="2453536"/>
            <a:ext cx="319318"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1" name="OTLSHAPE_T_e17f3958430f4cff8650518c93c7635e_StartDate">
            <a:extLst>
              <a:ext uri="{FF2B5EF4-FFF2-40B4-BE49-F238E27FC236}">
                <a16:creationId xmlns:a16="http://schemas.microsoft.com/office/drawing/2014/main" id="{D841DA78-7606-1D97-59B3-AE4D7CC09436}"/>
              </a:ext>
            </a:extLst>
          </p:cNvPr>
          <p:cNvSpPr txBox="1"/>
          <p:nvPr>
            <p:custDataLst>
              <p:tags r:id="rId29"/>
            </p:custDataLst>
          </p:nvPr>
        </p:nvSpPr>
        <p:spPr>
          <a:xfrm>
            <a:off x="4284789" y="2174388"/>
            <a:ext cx="837702"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44546A"/>
                </a:solidFill>
                <a:latin typeface="Calibri" panose="020F0502020204030204" pitchFamily="34" charset="0"/>
                <a:cs typeface="Calibri" panose="020F0502020204030204" pitchFamily="34" charset="0"/>
              </a:rPr>
              <a:t>Sep 2024 </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72" name="Star: 4 Points 143">
            <a:extLst>
              <a:ext uri="{FF2B5EF4-FFF2-40B4-BE49-F238E27FC236}">
                <a16:creationId xmlns:a16="http://schemas.microsoft.com/office/drawing/2014/main" id="{527D4B15-FE8F-E48E-738F-EFE8FA5A3CC8}"/>
              </a:ext>
            </a:extLst>
          </p:cNvPr>
          <p:cNvSpPr/>
          <p:nvPr/>
        </p:nvSpPr>
        <p:spPr bwMode="auto">
          <a:xfrm>
            <a:off x="8507389" y="239618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75" name="Rectangle 74">
            <a:extLst>
              <a:ext uri="{FF2B5EF4-FFF2-40B4-BE49-F238E27FC236}">
                <a16:creationId xmlns:a16="http://schemas.microsoft.com/office/drawing/2014/main" id="{B91DF025-93D2-B8EE-EBE6-68E381642370}"/>
              </a:ext>
            </a:extLst>
          </p:cNvPr>
          <p:cNvSpPr/>
          <p:nvPr/>
        </p:nvSpPr>
        <p:spPr>
          <a:xfrm>
            <a:off x="8394104" y="2454346"/>
            <a:ext cx="343364"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LSC </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7" name="Star: 4 Points 143">
            <a:extLst>
              <a:ext uri="{FF2B5EF4-FFF2-40B4-BE49-F238E27FC236}">
                <a16:creationId xmlns:a16="http://schemas.microsoft.com/office/drawing/2014/main" id="{1D9E16AE-5B5B-2D3C-D4FF-5325DFC77B53}"/>
              </a:ext>
            </a:extLst>
          </p:cNvPr>
          <p:cNvSpPr/>
          <p:nvPr/>
        </p:nvSpPr>
        <p:spPr bwMode="auto">
          <a:xfrm>
            <a:off x="4666384" y="237524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78" name="OTLSHAPE_T_e17f3958430f4cff8650518c93c7635e_StartDate">
            <a:extLst>
              <a:ext uri="{FF2B5EF4-FFF2-40B4-BE49-F238E27FC236}">
                <a16:creationId xmlns:a16="http://schemas.microsoft.com/office/drawing/2014/main" id="{FE5BCCC4-C8C9-E49C-6492-E3FF71C34E82}"/>
              </a:ext>
            </a:extLst>
          </p:cNvPr>
          <p:cNvSpPr txBox="1"/>
          <p:nvPr>
            <p:custDataLst>
              <p:tags r:id="rId30"/>
            </p:custDataLst>
          </p:nvPr>
        </p:nvSpPr>
        <p:spPr>
          <a:xfrm>
            <a:off x="8118121" y="2174388"/>
            <a:ext cx="837702" cy="103875"/>
          </a:xfrm>
          <a:prstGeom prst="rect">
            <a:avLst/>
          </a:prstGeom>
          <a:noFill/>
        </p:spPr>
        <p:txBody>
          <a:bodyPr vert="horz" wrap="square" lIns="0" tIns="0" rIns="0" bIns="0" rtlCol="0" anchor="ctr" anchorCtr="0">
            <a:spAutoFit/>
          </a:bodyPr>
          <a:lstStyle/>
          <a:p>
            <a:pPr algn="ctr" defTabSz="914243">
              <a:defRPr/>
            </a:pPr>
            <a:r>
              <a:rPr lang="en-US" altLang="zh-CN" sz="675" b="1">
                <a:solidFill>
                  <a:srgbClr val="44546A"/>
                </a:solidFill>
                <a:latin typeface="Calibri" panose="020F0502020204030204" pitchFamily="34" charset="0"/>
                <a:cs typeface="Calibri" panose="020F0502020204030204" pitchFamily="34" charset="0"/>
              </a:rPr>
              <a:t>Jan 2027</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79" name="OTLSHAPE_T_e17f3958430f4cff8650518c93c7635e_Shape">
            <a:extLst>
              <a:ext uri="{FF2B5EF4-FFF2-40B4-BE49-F238E27FC236}">
                <a16:creationId xmlns:a16="http://schemas.microsoft.com/office/drawing/2014/main" id="{9DC64F3E-B26E-A514-1D53-2A986DE14DE2}"/>
              </a:ext>
            </a:extLst>
          </p:cNvPr>
          <p:cNvSpPr/>
          <p:nvPr>
            <p:custDataLst>
              <p:tags r:id="rId31"/>
            </p:custDataLst>
          </p:nvPr>
        </p:nvSpPr>
        <p:spPr bwMode="auto">
          <a:xfrm>
            <a:off x="3169131" y="3948011"/>
            <a:ext cx="1538947" cy="192024"/>
          </a:xfrm>
          <a:prstGeom prst="roundRect">
            <a:avLst>
              <a:gd name="adj" fmla="val 16667"/>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43" eaLnBrk="0" fontAlgn="base" hangingPunct="0">
              <a:spcBef>
                <a:spcPct val="0"/>
              </a:spcBef>
              <a:spcAft>
                <a:spcPct val="0"/>
              </a:spcAft>
              <a:defRPr/>
            </a:pPr>
            <a:r>
              <a:rPr lang="en-US" altLang="zh-CN" sz="525" b="1">
                <a:solidFill>
                  <a:srgbClr val="000000"/>
                </a:solidFill>
                <a:latin typeface="Calibri" panose="020F0502020204030204" pitchFamily="34" charset="0"/>
                <a:cs typeface="Calibri" panose="020F0502020204030204" pitchFamily="34" charset="0"/>
              </a:rPr>
              <a:t>CTA Review + EC + HGRAC + 1</a:t>
            </a:r>
            <a:r>
              <a:rPr lang="en-US" altLang="zh-CN" sz="525" b="1" baseline="30000">
                <a:solidFill>
                  <a:srgbClr val="000000"/>
                </a:solidFill>
                <a:latin typeface="Calibri" panose="020F0502020204030204" pitchFamily="34" charset="0"/>
                <a:cs typeface="Calibri" panose="020F0502020204030204" pitchFamily="34" charset="0"/>
              </a:rPr>
              <a:t>st</a:t>
            </a:r>
            <a:r>
              <a:rPr lang="en-US" altLang="zh-CN" sz="525" b="1">
                <a:solidFill>
                  <a:srgbClr val="000000"/>
                </a:solidFill>
                <a:latin typeface="Calibri" panose="020F0502020204030204" pitchFamily="34" charset="0"/>
                <a:cs typeface="Calibri" panose="020F0502020204030204" pitchFamily="34" charset="0"/>
              </a:rPr>
              <a:t> SIV </a:t>
            </a:r>
            <a:endParaRPr lang="zh-CN" altLang="en-US" sz="525" b="1">
              <a:solidFill>
                <a:srgbClr val="000000"/>
              </a:solidFill>
              <a:latin typeface="Calibri" panose="020F0502020204030204" pitchFamily="34" charset="0"/>
              <a:cs typeface="Calibri" panose="020F0502020204030204" pitchFamily="34" charset="0"/>
            </a:endParaRPr>
          </a:p>
        </p:txBody>
      </p:sp>
      <p:sp>
        <p:nvSpPr>
          <p:cNvPr id="80" name="OTLSHAPE_M_39ea6ebc19a94c9fab6ef5006c31df58_Shape">
            <a:extLst>
              <a:ext uri="{FF2B5EF4-FFF2-40B4-BE49-F238E27FC236}">
                <a16:creationId xmlns:a16="http://schemas.microsoft.com/office/drawing/2014/main" id="{389BBC32-9675-78D9-FFFE-557EA0955EAD}"/>
              </a:ext>
            </a:extLst>
          </p:cNvPr>
          <p:cNvSpPr/>
          <p:nvPr>
            <p:custDataLst>
              <p:tags r:id="rId32"/>
            </p:custDataLst>
          </p:nvPr>
        </p:nvSpPr>
        <p:spPr bwMode="auto">
          <a:xfrm rot="16200000">
            <a:off x="3150145" y="4105852"/>
            <a:ext cx="65051" cy="27079"/>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sz="2400">
              <a:solidFill>
                <a:srgbClr val="000000"/>
              </a:solidFill>
              <a:latin typeface="Calibri" panose="020F0502020204030204" pitchFamily="34" charset="0"/>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2D3C8809-1391-94E3-7672-5FF48D75368B}"/>
              </a:ext>
            </a:extLst>
          </p:cNvPr>
          <p:cNvSpPr txBox="1"/>
          <p:nvPr>
            <p:custDataLst>
              <p:tags r:id="rId33"/>
            </p:custDataLst>
          </p:nvPr>
        </p:nvSpPr>
        <p:spPr>
          <a:xfrm>
            <a:off x="3089772" y="1745134"/>
            <a:ext cx="442367"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solidFill>
                  <a:srgbClr val="F58A68"/>
                </a:solidFill>
              </a:rPr>
              <a:t>1Nov2023 </a:t>
            </a:r>
            <a:endParaRPr lang="zh-CN" altLang="en-US">
              <a:solidFill>
                <a:srgbClr val="F58A68"/>
              </a:solidFill>
            </a:endParaRPr>
          </a:p>
        </p:txBody>
      </p:sp>
      <p:sp>
        <p:nvSpPr>
          <p:cNvPr id="90" name="OTLSHAPE_T_e17f3958430f4cff8650518c93c7635e_StartDate">
            <a:extLst>
              <a:ext uri="{FF2B5EF4-FFF2-40B4-BE49-F238E27FC236}">
                <a16:creationId xmlns:a16="http://schemas.microsoft.com/office/drawing/2014/main" id="{5897F635-B45E-7308-C37D-CD2E9EC952DF}"/>
              </a:ext>
            </a:extLst>
          </p:cNvPr>
          <p:cNvSpPr txBox="1"/>
          <p:nvPr>
            <p:custDataLst>
              <p:tags r:id="rId34"/>
            </p:custDataLst>
          </p:nvPr>
        </p:nvSpPr>
        <p:spPr>
          <a:xfrm>
            <a:off x="2900818" y="3864059"/>
            <a:ext cx="410137" cy="10387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Sep 2023</a:t>
            </a:r>
            <a:endParaRPr lang="zh-CN" altLang="en-US"/>
          </a:p>
        </p:txBody>
      </p:sp>
      <p:sp>
        <p:nvSpPr>
          <p:cNvPr id="3" name="Rectangle 2">
            <a:extLst>
              <a:ext uri="{FF2B5EF4-FFF2-40B4-BE49-F238E27FC236}">
                <a16:creationId xmlns:a16="http://schemas.microsoft.com/office/drawing/2014/main" id="{9861FAD8-4017-C6FB-86E4-B249A667963A}"/>
              </a:ext>
            </a:extLst>
          </p:cNvPr>
          <p:cNvSpPr/>
          <p:nvPr/>
        </p:nvSpPr>
        <p:spPr>
          <a:xfrm>
            <a:off x="4539518" y="4115710"/>
            <a:ext cx="319318"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68A7628B-AF88-08DF-84D1-853B37CB02C0}"/>
              </a:ext>
            </a:extLst>
          </p:cNvPr>
          <p:cNvSpPr txBox="1"/>
          <p:nvPr>
            <p:custDataLst>
              <p:tags r:id="rId35"/>
            </p:custDataLst>
          </p:nvPr>
        </p:nvSpPr>
        <p:spPr>
          <a:xfrm>
            <a:off x="4277116" y="3769534"/>
            <a:ext cx="837702" cy="207749"/>
          </a:xfrm>
          <a:prstGeom prst="rect">
            <a:avLst/>
          </a:prstGeom>
          <a:noFill/>
        </p:spPr>
        <p:txBody>
          <a:bodyPr vert="horz" wrap="square" lIns="0" tIns="0" rIns="0" bIns="0" rtlCol="0" anchor="ctr" anchorCtr="0">
            <a:spAutoFit/>
          </a:bodyPr>
          <a:lstStyle/>
          <a:p>
            <a:pPr algn="ctr" defTabSz="914243">
              <a:defRPr/>
            </a:pPr>
            <a:endParaRPr lang="en-US" altLang="zh-CN" sz="675" b="1">
              <a:solidFill>
                <a:srgbClr val="44546A"/>
              </a:solidFill>
              <a:latin typeface="Calibri" panose="020F0502020204030204" pitchFamily="34" charset="0"/>
              <a:cs typeface="Calibri" panose="020F0502020204030204" pitchFamily="34" charset="0"/>
            </a:endParaRPr>
          </a:p>
          <a:p>
            <a:pPr algn="ctr" defTabSz="914243">
              <a:defRPr/>
            </a:pPr>
            <a:r>
              <a:rPr lang="en-US" altLang="zh-CN" sz="675" b="1">
                <a:solidFill>
                  <a:srgbClr val="44546A"/>
                </a:solidFill>
                <a:latin typeface="Calibri" panose="020F0502020204030204" pitchFamily="34" charset="0"/>
                <a:cs typeface="Calibri" panose="020F0502020204030204" pitchFamily="34" charset="0"/>
              </a:rPr>
              <a:t>Sep 2024 </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18" name="Star: 4 Points 143">
            <a:extLst>
              <a:ext uri="{FF2B5EF4-FFF2-40B4-BE49-F238E27FC236}">
                <a16:creationId xmlns:a16="http://schemas.microsoft.com/office/drawing/2014/main" id="{492C1DCB-1659-B897-0118-F8252D0478DC}"/>
              </a:ext>
            </a:extLst>
          </p:cNvPr>
          <p:cNvSpPr/>
          <p:nvPr/>
        </p:nvSpPr>
        <p:spPr bwMode="auto">
          <a:xfrm>
            <a:off x="4652881" y="406438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9" name="Star: 4 Points 143">
            <a:extLst>
              <a:ext uri="{FF2B5EF4-FFF2-40B4-BE49-F238E27FC236}">
                <a16:creationId xmlns:a16="http://schemas.microsoft.com/office/drawing/2014/main" id="{36EA8056-2554-1425-7431-A5439E424E9A}"/>
              </a:ext>
            </a:extLst>
          </p:cNvPr>
          <p:cNvSpPr/>
          <p:nvPr/>
        </p:nvSpPr>
        <p:spPr bwMode="auto">
          <a:xfrm>
            <a:off x="8502460" y="406438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F9469B6B-5AA9-DD39-A29A-A14BC5E44A95}"/>
              </a:ext>
            </a:extLst>
          </p:cNvPr>
          <p:cNvSpPr/>
          <p:nvPr/>
        </p:nvSpPr>
        <p:spPr>
          <a:xfrm>
            <a:off x="8365295" y="4138299"/>
            <a:ext cx="343364"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LSC </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25" name="OTLSHAPE_T_e17f3958430f4cff8650518c93c7635e_StartDate">
            <a:extLst>
              <a:ext uri="{FF2B5EF4-FFF2-40B4-BE49-F238E27FC236}">
                <a16:creationId xmlns:a16="http://schemas.microsoft.com/office/drawing/2014/main" id="{6492D9A5-40E8-4A55-8D6A-1F242C776C38}"/>
              </a:ext>
            </a:extLst>
          </p:cNvPr>
          <p:cNvSpPr txBox="1"/>
          <p:nvPr>
            <p:custDataLst>
              <p:tags r:id="rId36"/>
            </p:custDataLst>
          </p:nvPr>
        </p:nvSpPr>
        <p:spPr>
          <a:xfrm>
            <a:off x="8086294" y="3752140"/>
            <a:ext cx="837702" cy="207749"/>
          </a:xfrm>
          <a:prstGeom prst="rect">
            <a:avLst/>
          </a:prstGeom>
          <a:noFill/>
        </p:spPr>
        <p:txBody>
          <a:bodyPr vert="horz" wrap="square" lIns="0" tIns="0" rIns="0" bIns="0" rtlCol="0" anchor="ctr" anchorCtr="0">
            <a:spAutoFit/>
          </a:bodyPr>
          <a:lstStyle/>
          <a:p>
            <a:pPr algn="ctr" defTabSz="914243">
              <a:defRPr/>
            </a:pPr>
            <a:endParaRPr lang="en-US" altLang="zh-CN" sz="675" b="1">
              <a:solidFill>
                <a:srgbClr val="44546A"/>
              </a:solidFill>
              <a:latin typeface="Calibri" panose="020F0502020204030204" pitchFamily="34" charset="0"/>
              <a:cs typeface="Calibri" panose="020F0502020204030204" pitchFamily="34" charset="0"/>
            </a:endParaRPr>
          </a:p>
          <a:p>
            <a:pPr algn="ctr" defTabSz="914243">
              <a:defRPr/>
            </a:pPr>
            <a:r>
              <a:rPr lang="en-US" altLang="zh-CN" sz="675" b="1">
                <a:solidFill>
                  <a:srgbClr val="44546A"/>
                </a:solidFill>
                <a:latin typeface="Calibri" panose="020F0502020204030204" pitchFamily="34" charset="0"/>
                <a:cs typeface="Calibri" panose="020F0502020204030204" pitchFamily="34" charset="0"/>
              </a:rPr>
              <a:t>Jan 2027</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420ADC8-AA2E-5293-DFFA-CAC8A7ACE401}"/>
              </a:ext>
            </a:extLst>
          </p:cNvPr>
          <p:cNvSpPr/>
          <p:nvPr/>
        </p:nvSpPr>
        <p:spPr>
          <a:xfrm>
            <a:off x="2455333" y="1650961"/>
            <a:ext cx="355776" cy="207749"/>
          </a:xfrm>
          <a:prstGeom prst="rect">
            <a:avLst/>
          </a:prstGeom>
        </p:spPr>
        <p:txBody>
          <a:bodyPr wrap="squar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LSS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1A3A5071-FD4F-2F17-5277-6AA4E85C8E77}"/>
              </a:ext>
            </a:extLst>
          </p:cNvPr>
          <p:cNvSpPr/>
          <p:nvPr/>
        </p:nvSpPr>
        <p:spPr>
          <a:xfrm>
            <a:off x="4108890" y="1618336"/>
            <a:ext cx="936211" cy="276999"/>
          </a:xfrm>
          <a:prstGeom prst="rect">
            <a:avLst/>
          </a:prstGeom>
        </p:spPr>
        <p:txBody>
          <a:bodyPr wrap="square">
            <a:spAutoFit/>
          </a:bodyPr>
          <a:lstStyle/>
          <a:p>
            <a:pPr algn="ctr" defTabSz="914243">
              <a:defRPr/>
            </a:pPr>
            <a:r>
              <a:rPr lang="en-US" altLang="zh-CN" sz="600" b="1">
                <a:solidFill>
                  <a:srgbClr val="44546A"/>
                </a:solidFill>
                <a:latin typeface="Calibri" panose="020F0502020204030204" pitchFamily="34" charset="0"/>
                <a:cs typeface="Calibri" panose="020F0502020204030204" pitchFamily="34" charset="0"/>
              </a:rPr>
              <a:t>Last patient Primary</a:t>
            </a:r>
          </a:p>
          <a:p>
            <a:pPr algn="ctr" defTabSz="914243">
              <a:defRPr/>
            </a:pPr>
            <a:r>
              <a:rPr lang="en-US" altLang="zh-CN" sz="600" b="1">
                <a:solidFill>
                  <a:srgbClr val="44546A"/>
                </a:solidFill>
                <a:latin typeface="Calibri" panose="020F0502020204030204" pitchFamily="34" charset="0"/>
                <a:cs typeface="Calibri" panose="020F0502020204030204" pitchFamily="34" charset="0"/>
              </a:rPr>
              <a:t> endpoint</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32" name="Rectangle 37">
            <a:extLst>
              <a:ext uri="{FF2B5EF4-FFF2-40B4-BE49-F238E27FC236}">
                <a16:creationId xmlns:a16="http://schemas.microsoft.com/office/drawing/2014/main" id="{40A184B6-8C2D-B25A-2D4F-7AEE6E203284}"/>
              </a:ext>
            </a:extLst>
          </p:cNvPr>
          <p:cNvSpPr/>
          <p:nvPr/>
        </p:nvSpPr>
        <p:spPr>
          <a:xfrm>
            <a:off x="6607278" y="2895918"/>
            <a:ext cx="1778052"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 Feb 2026(best case), May 2026 (base case)</a:t>
            </a:r>
            <a:endParaRPr lang="zh-CN" altLang="en-US" sz="700" b="1">
              <a:solidFill>
                <a:srgbClr val="44546A"/>
              </a:solidFill>
              <a:latin typeface="Calibri" panose="020F0502020204030204" pitchFamily="34" charset="0"/>
              <a:cs typeface="Calibri" panose="020F0502020204030204" pitchFamily="34" charset="0"/>
            </a:endParaRPr>
          </a:p>
        </p:txBody>
      </p:sp>
      <p:cxnSp>
        <p:nvCxnSpPr>
          <p:cNvPr id="34" name="Straight Arrow Connector 33">
            <a:extLst>
              <a:ext uri="{FF2B5EF4-FFF2-40B4-BE49-F238E27FC236}">
                <a16:creationId xmlns:a16="http://schemas.microsoft.com/office/drawing/2014/main" id="{E3C2EEC1-5DA7-0837-E900-DC9984231716}"/>
              </a:ext>
            </a:extLst>
          </p:cNvPr>
          <p:cNvCxnSpPr>
            <a:cxnSpLocks/>
          </p:cNvCxnSpPr>
          <p:nvPr/>
        </p:nvCxnSpPr>
        <p:spPr>
          <a:xfrm flipV="1">
            <a:off x="985118" y="3673508"/>
            <a:ext cx="4851" cy="142043"/>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EDE10C4-D8CD-C388-DA43-F4F6D3940E26}"/>
              </a:ext>
            </a:extLst>
          </p:cNvPr>
          <p:cNvCxnSpPr>
            <a:cxnSpLocks/>
          </p:cNvCxnSpPr>
          <p:nvPr/>
        </p:nvCxnSpPr>
        <p:spPr>
          <a:xfrm flipV="1">
            <a:off x="1019276" y="4606309"/>
            <a:ext cx="4851" cy="142043"/>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40" name="Star: 4 Points 143">
            <a:extLst>
              <a:ext uri="{FF2B5EF4-FFF2-40B4-BE49-F238E27FC236}">
                <a16:creationId xmlns:a16="http://schemas.microsoft.com/office/drawing/2014/main" id="{0643441F-4989-7E2F-1A2A-4C5FC228A22E}"/>
              </a:ext>
            </a:extLst>
          </p:cNvPr>
          <p:cNvSpPr/>
          <p:nvPr/>
        </p:nvSpPr>
        <p:spPr bwMode="auto">
          <a:xfrm>
            <a:off x="2273687" y="4618043"/>
            <a:ext cx="133365" cy="12311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219" eaLnBrk="0" fontAlgn="base" hangingPunct="0">
              <a:spcBef>
                <a:spcPct val="0"/>
              </a:spcBef>
              <a:spcAft>
                <a:spcPct val="0"/>
              </a:spcAft>
              <a:defRPr/>
            </a:pPr>
            <a:endParaRPr lang="zh-CN" altLang="en-US" sz="1400">
              <a:solidFill>
                <a:srgbClr val="000000"/>
              </a:solidFill>
              <a:latin typeface="Verdana" charset="0"/>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6298715" y="1498614"/>
            <a:ext cx="145920" cy="145920"/>
          </a:xfrm>
          <a:prstGeom prst="rect">
            <a:avLst/>
          </a:prstGeom>
        </p:spPr>
      </p:pic>
      <p:sp>
        <p:nvSpPr>
          <p:cNvPr id="54" name="五角星 55">
            <a:extLst>
              <a:ext uri="{FF2B5EF4-FFF2-40B4-BE49-F238E27FC236}">
                <a16:creationId xmlns:a16="http://schemas.microsoft.com/office/drawing/2014/main" id="{22014FB5-45BF-BC11-E10D-1C4D40AD192E}"/>
              </a:ext>
            </a:extLst>
          </p:cNvPr>
          <p:cNvSpPr>
            <a:spLocks noChangeAspect="1"/>
          </p:cNvSpPr>
          <p:nvPr/>
        </p:nvSpPr>
        <p:spPr bwMode="auto">
          <a:xfrm>
            <a:off x="5761218" y="1897748"/>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43" eaLnBrk="0" hangingPunct="0">
              <a:defRPr/>
            </a:pPr>
            <a:endParaRPr lang="zh-CN" altLang="en-US">
              <a:solidFill>
                <a:srgbClr val="FF0000"/>
              </a:solidFill>
              <a:latin typeface="BISansOpti"/>
            </a:endParaRPr>
          </a:p>
        </p:txBody>
      </p:sp>
      <p:sp>
        <p:nvSpPr>
          <p:cNvPr id="11" name="Rectangle 37">
            <a:extLst>
              <a:ext uri="{FF2B5EF4-FFF2-40B4-BE49-F238E27FC236}">
                <a16:creationId xmlns:a16="http://schemas.microsoft.com/office/drawing/2014/main" id="{84F9101A-7825-5915-EF6C-93CC763E6286}"/>
              </a:ext>
            </a:extLst>
          </p:cNvPr>
          <p:cNvSpPr/>
          <p:nvPr/>
        </p:nvSpPr>
        <p:spPr>
          <a:xfrm>
            <a:off x="7456694" y="3412451"/>
            <a:ext cx="928459" cy="286232"/>
          </a:xfrm>
          <a:prstGeom prst="rect">
            <a:avLst/>
          </a:prstGeom>
        </p:spPr>
        <p:txBody>
          <a:bodyPr wrap="square">
            <a:spAutoFit/>
          </a:bodyPr>
          <a:lstStyle/>
          <a:p>
            <a:pPr algn="ctr" defTabSz="914243">
              <a:lnSpc>
                <a:spcPct val="90000"/>
              </a:lnSpc>
              <a:defRPr/>
            </a:pPr>
            <a:r>
              <a:rPr lang="en-US" altLang="zh-CN" sz="700" b="1">
                <a:solidFill>
                  <a:prstClr val="black"/>
                </a:solidFill>
                <a:latin typeface="Calibri" panose="020F0502020204030204" pitchFamily="34" charset="0"/>
                <a:cs typeface="Calibri" panose="020F0502020204030204" pitchFamily="34" charset="0"/>
              </a:rPr>
              <a:t>Apr 2026 (best case)</a:t>
            </a:r>
          </a:p>
          <a:p>
            <a:pPr algn="ctr" defTabSz="914243">
              <a:lnSpc>
                <a:spcPct val="90000"/>
              </a:lnSpc>
              <a:defRPr/>
            </a:pPr>
            <a:r>
              <a:rPr lang="en-US" altLang="zh-CN" sz="700" b="1">
                <a:solidFill>
                  <a:prstClr val="black"/>
                </a:solidFill>
                <a:latin typeface="Calibri" panose="020F0502020204030204" pitchFamily="34" charset="0"/>
                <a:cs typeface="Calibri" panose="020F0502020204030204" pitchFamily="34" charset="0"/>
              </a:rPr>
              <a:t>Jun 2026(base case)</a:t>
            </a:r>
            <a:endParaRPr lang="zh-CN" altLang="en-US" sz="700" b="1">
              <a:solidFill>
                <a:prstClr val="black"/>
              </a:solidFill>
              <a:latin typeface="Calibri" panose="020F0502020204030204" pitchFamily="34" charset="0"/>
              <a:cs typeface="Calibri" panose="020F0502020204030204" pitchFamily="34" charset="0"/>
            </a:endParaRPr>
          </a:p>
        </p:txBody>
      </p:sp>
      <p:sp>
        <p:nvSpPr>
          <p:cNvPr id="12" name="Rectangle 37">
            <a:extLst>
              <a:ext uri="{FF2B5EF4-FFF2-40B4-BE49-F238E27FC236}">
                <a16:creationId xmlns:a16="http://schemas.microsoft.com/office/drawing/2014/main" id="{6BFB1E6E-09E8-88D0-9883-4BF4B71F9073}"/>
              </a:ext>
            </a:extLst>
          </p:cNvPr>
          <p:cNvSpPr/>
          <p:nvPr/>
        </p:nvSpPr>
        <p:spPr>
          <a:xfrm>
            <a:off x="5673952" y="3434227"/>
            <a:ext cx="511680"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Jun 2025</a:t>
            </a:r>
            <a:endParaRPr lang="zh-CN" altLang="en-US" sz="700" b="1">
              <a:solidFill>
                <a:srgbClr val="44546A"/>
              </a:solidFill>
              <a:latin typeface="Calibri" panose="020F0502020204030204" pitchFamily="34" charset="0"/>
              <a:cs typeface="Calibri" panose="020F0502020204030204" pitchFamily="34" charset="0"/>
            </a:endParaRPr>
          </a:p>
        </p:txBody>
      </p:sp>
      <p:pic>
        <p:nvPicPr>
          <p:cNvPr id="13" name="Graphic 12" descr="Flag with solid fill">
            <a:extLst>
              <a:ext uri="{FF2B5EF4-FFF2-40B4-BE49-F238E27FC236}">
                <a16:creationId xmlns:a16="http://schemas.microsoft.com/office/drawing/2014/main" id="{1D610256-D632-3401-E2CF-0C8C9A7A7BB1}"/>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012398" y="1880003"/>
            <a:ext cx="145920" cy="14592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4525120" y="15895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5D3F992-42E4-8249-6A29-CF25396F4735}"/>
              </a:ext>
            </a:extLst>
          </p:cNvPr>
          <p:cNvSpPr/>
          <p:nvPr/>
        </p:nvSpPr>
        <p:spPr>
          <a:xfrm>
            <a:off x="4618984" y="1978574"/>
            <a:ext cx="936211" cy="276999"/>
          </a:xfrm>
          <a:prstGeom prst="rect">
            <a:avLst/>
          </a:prstGeom>
        </p:spPr>
        <p:txBody>
          <a:bodyPr wrap="square">
            <a:spAutoFit/>
          </a:bodyPr>
          <a:lstStyle/>
          <a:p>
            <a:pPr algn="ctr" defTabSz="914243">
              <a:defRPr/>
            </a:pPr>
            <a:r>
              <a:rPr lang="en-US" altLang="zh-CN" sz="600" b="1">
                <a:solidFill>
                  <a:srgbClr val="44546A"/>
                </a:solidFill>
                <a:latin typeface="Calibri" panose="020F0502020204030204" pitchFamily="34" charset="0"/>
                <a:cs typeface="Calibri" panose="020F0502020204030204" pitchFamily="34" charset="0"/>
              </a:rPr>
              <a:t>Last patient Primary</a:t>
            </a:r>
          </a:p>
          <a:p>
            <a:pPr algn="ctr" defTabSz="914243">
              <a:defRPr/>
            </a:pPr>
            <a:r>
              <a:rPr lang="en-US" altLang="zh-CN" sz="600" b="1">
                <a:solidFill>
                  <a:srgbClr val="44546A"/>
                </a:solidFill>
                <a:latin typeface="Calibri" panose="020F0502020204030204" pitchFamily="34" charset="0"/>
                <a:cs typeface="Calibri" panose="020F0502020204030204" pitchFamily="34" charset="0"/>
              </a:rPr>
              <a:t> endpoint</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23" name="Rectangle 37">
            <a:extLst>
              <a:ext uri="{FF2B5EF4-FFF2-40B4-BE49-F238E27FC236}">
                <a16:creationId xmlns:a16="http://schemas.microsoft.com/office/drawing/2014/main" id="{3A901D2B-47A5-827A-1D3A-1BCD418AC030}"/>
              </a:ext>
            </a:extLst>
          </p:cNvPr>
          <p:cNvSpPr/>
          <p:nvPr/>
        </p:nvSpPr>
        <p:spPr>
          <a:xfrm>
            <a:off x="7418841" y="3746053"/>
            <a:ext cx="526106" cy="189283"/>
          </a:xfrm>
          <a:prstGeom prst="rect">
            <a:avLst/>
          </a:prstGeom>
        </p:spPr>
        <p:txBody>
          <a:bodyPr wrap="none">
            <a:spAutoFit/>
          </a:bodyPr>
          <a:lstStyle/>
          <a:p>
            <a:pPr algn="ctr" defTabSz="914243">
              <a:lnSpc>
                <a:spcPct val="90000"/>
              </a:lnSpc>
              <a:defRPr/>
            </a:pPr>
            <a:r>
              <a:rPr lang="en-US" altLang="zh-CN" sz="700" b="1">
                <a:solidFill>
                  <a:srgbClr val="44546A"/>
                </a:solidFill>
                <a:latin typeface="Calibri" panose="020F0502020204030204" pitchFamily="34" charset="0"/>
                <a:cs typeface="Calibri" panose="020F0502020204030204" pitchFamily="34" charset="0"/>
              </a:rPr>
              <a:t>NDA App</a:t>
            </a:r>
            <a:endParaRPr lang="zh-CN" altLang="en-US" sz="700" b="1">
              <a:solidFill>
                <a:srgbClr val="44546A"/>
              </a:solidFill>
              <a:latin typeface="Calibri" panose="020F0502020204030204" pitchFamily="34" charset="0"/>
              <a:cs typeface="Calibri" panose="020F0502020204030204" pitchFamily="34" charset="0"/>
            </a:endParaRPr>
          </a:p>
        </p:txBody>
      </p:sp>
      <p:pic>
        <p:nvPicPr>
          <p:cNvPr id="1026" name="Picture 2" descr="image">
            <a:extLst>
              <a:ext uri="{FF2B5EF4-FFF2-40B4-BE49-F238E27FC236}">
                <a16:creationId xmlns:a16="http://schemas.microsoft.com/office/drawing/2014/main" id="{96FE39C5-911E-8302-0BCE-FC84182C84AC}"/>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7896606" y="86649"/>
            <a:ext cx="1149612" cy="470296"/>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5">
            <a:extLst>
              <a:ext uri="{FF2B5EF4-FFF2-40B4-BE49-F238E27FC236}">
                <a16:creationId xmlns:a16="http://schemas.microsoft.com/office/drawing/2014/main" id="{2106AE05-78BC-AB72-6167-3DE6E697A996}"/>
              </a:ext>
            </a:extLst>
          </p:cNvPr>
          <p:cNvSpPr txBox="1"/>
          <p:nvPr/>
        </p:nvSpPr>
        <p:spPr>
          <a:xfrm>
            <a:off x="4053965" y="4404820"/>
            <a:ext cx="3537611" cy="518091"/>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defTabSz="1625358"/>
            <a:r>
              <a:rPr lang="en-US" altLang="zh-CN" sz="800">
                <a:solidFill>
                  <a:schemeClr val="tx1"/>
                </a:solidFill>
              </a:rPr>
              <a:t>Considering benefit of BTD for market access, team preliminarily aligned to apply for BTD if Ph3 data is promising. </a:t>
            </a:r>
          </a:p>
          <a:p>
            <a:pPr defTabSz="1625358"/>
            <a:r>
              <a:rPr lang="en-US" altLang="zh-CN" sz="800">
                <a:solidFill>
                  <a:schemeClr val="tx1"/>
                </a:solidFill>
              </a:rPr>
              <a:t>CAPA for for-cause audit at CHN1 site under development, to be finalized by end Apr</a:t>
            </a:r>
          </a:p>
        </p:txBody>
      </p:sp>
    </p:spTree>
    <p:extLst>
      <p:ext uri="{BB962C8B-B14F-4D97-AF65-F5344CB8AC3E}">
        <p14:creationId xmlns:p14="http://schemas.microsoft.com/office/powerpoint/2010/main" val="1599585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A250-37EB-3B85-04F6-7428F3E473B6}"/>
              </a:ext>
            </a:extLst>
          </p:cNvPr>
          <p:cNvSpPr>
            <a:spLocks noGrp="1"/>
          </p:cNvSpPr>
          <p:nvPr>
            <p:ph type="title"/>
          </p:nvPr>
        </p:nvSpPr>
        <p:spPr/>
        <p:txBody>
          <a:bodyPr/>
          <a:lstStyle/>
          <a:p>
            <a:r>
              <a:rPr lang="en-US" altLang="zh-CN" err="1"/>
              <a:t>Nerandomilast</a:t>
            </a:r>
            <a:r>
              <a:rPr lang="en-US" altLang="zh-CN"/>
              <a:t> (PDE4b inhibitor) Trial Update –15Apr2024</a:t>
            </a:r>
            <a:endParaRPr lang="zh-CN" altLang="en-US"/>
          </a:p>
        </p:txBody>
      </p:sp>
      <p:graphicFrame>
        <p:nvGraphicFramePr>
          <p:cNvPr id="10" name="Table 10">
            <a:extLst>
              <a:ext uri="{FF2B5EF4-FFF2-40B4-BE49-F238E27FC236}">
                <a16:creationId xmlns:a16="http://schemas.microsoft.com/office/drawing/2014/main" id="{22408AE6-219A-DD2E-0F65-8778054FE972}"/>
              </a:ext>
            </a:extLst>
          </p:cNvPr>
          <p:cNvGraphicFramePr>
            <a:graphicFrameLocks noGrp="1"/>
          </p:cNvGraphicFramePr>
          <p:nvPr>
            <p:ph idx="16"/>
            <p:extLst>
              <p:ext uri="{D42A27DB-BD31-4B8C-83A1-F6EECF244321}">
                <p14:modId xmlns:p14="http://schemas.microsoft.com/office/powerpoint/2010/main" val="2772836274"/>
              </p:ext>
            </p:extLst>
          </p:nvPr>
        </p:nvGraphicFramePr>
        <p:xfrm>
          <a:off x="886408" y="897750"/>
          <a:ext cx="6568724" cy="2458782"/>
        </p:xfrm>
        <a:graphic>
          <a:graphicData uri="http://schemas.openxmlformats.org/drawingml/2006/table">
            <a:tbl>
              <a:tblPr firstRow="1" bandRow="1">
                <a:tableStyleId>{5C22544A-7EE6-4342-B048-85BDC9FD1C3A}</a:tableStyleId>
              </a:tblPr>
              <a:tblGrid>
                <a:gridCol w="1017690">
                  <a:extLst>
                    <a:ext uri="{9D8B030D-6E8A-4147-A177-3AD203B41FA5}">
                      <a16:colId xmlns:a16="http://schemas.microsoft.com/office/drawing/2014/main" val="3688012325"/>
                    </a:ext>
                  </a:extLst>
                </a:gridCol>
                <a:gridCol w="1449435">
                  <a:extLst>
                    <a:ext uri="{9D8B030D-6E8A-4147-A177-3AD203B41FA5}">
                      <a16:colId xmlns:a16="http://schemas.microsoft.com/office/drawing/2014/main" val="627104064"/>
                    </a:ext>
                  </a:extLst>
                </a:gridCol>
                <a:gridCol w="1326081">
                  <a:extLst>
                    <a:ext uri="{9D8B030D-6E8A-4147-A177-3AD203B41FA5}">
                      <a16:colId xmlns:a16="http://schemas.microsoft.com/office/drawing/2014/main" val="1111317456"/>
                    </a:ext>
                  </a:extLst>
                </a:gridCol>
                <a:gridCol w="1387759">
                  <a:extLst>
                    <a:ext uri="{9D8B030D-6E8A-4147-A177-3AD203B41FA5}">
                      <a16:colId xmlns:a16="http://schemas.microsoft.com/office/drawing/2014/main" val="296609958"/>
                    </a:ext>
                  </a:extLst>
                </a:gridCol>
                <a:gridCol w="1387759">
                  <a:extLst>
                    <a:ext uri="{9D8B030D-6E8A-4147-A177-3AD203B41FA5}">
                      <a16:colId xmlns:a16="http://schemas.microsoft.com/office/drawing/2014/main" val="1430210717"/>
                    </a:ext>
                  </a:extLst>
                </a:gridCol>
              </a:tblGrid>
              <a:tr h="370840">
                <a:tc gridSpan="2">
                  <a:txBody>
                    <a:bodyPr/>
                    <a:lstStyle/>
                    <a:p>
                      <a:pPr marL="0" algn="l" defTabSz="685800" rtl="0" eaLnBrk="1" latinLnBrk="0" hangingPunct="1"/>
                      <a:r>
                        <a:rPr kumimoji="1" lang="en-US" altLang="zh-CN" sz="1100" b="1" kern="1200">
                          <a:solidFill>
                            <a:schemeClr val="lt1"/>
                          </a:solidFill>
                          <a:latin typeface="+mn-lt"/>
                          <a:ea typeface="+mn-ea"/>
                          <a:cs typeface="+mn-cs"/>
                        </a:rPr>
                        <a:t>FIBRONEER</a:t>
                      </a:r>
                      <a:endParaRPr kumimoji="1" lang="zh-CN" altLang="en-US" sz="1100" b="1" kern="1200">
                        <a:solidFill>
                          <a:schemeClr val="lt1"/>
                        </a:solidFill>
                        <a:latin typeface="+mn-lt"/>
                        <a:ea typeface="+mn-ea"/>
                        <a:cs typeface="+mn-cs"/>
                      </a:endParaRPr>
                    </a:p>
                  </a:txBody>
                  <a:tcPr/>
                </a:tc>
                <a:tc hMerge="1">
                  <a:txBody>
                    <a:bodyPr/>
                    <a:lstStyle/>
                    <a:p>
                      <a:endParaRPr lang="zh-CN" altLang="en-US"/>
                    </a:p>
                  </a:txBody>
                  <a:tcPr/>
                </a:tc>
                <a:tc>
                  <a:txBody>
                    <a:bodyPr/>
                    <a:lstStyle/>
                    <a:p>
                      <a:r>
                        <a:rPr lang="en-US" altLang="zh-CN" sz="1100"/>
                        <a:t>Global</a:t>
                      </a:r>
                      <a:endParaRPr lang="zh-CN" altLang="en-US" sz="1100"/>
                    </a:p>
                  </a:txBody>
                  <a:tcPr/>
                </a:tc>
                <a:tc>
                  <a:txBody>
                    <a:bodyPr/>
                    <a:lstStyle/>
                    <a:p>
                      <a:r>
                        <a:rPr lang="en-US" altLang="zh-CN" sz="1100"/>
                        <a:t>China mainland</a:t>
                      </a:r>
                      <a:endParaRPr lang="zh-CN" altLang="en-US" sz="1100"/>
                    </a:p>
                  </a:txBody>
                  <a:tcPr/>
                </a:tc>
                <a:tc>
                  <a:txBody>
                    <a:bodyPr/>
                    <a:lstStyle/>
                    <a:p>
                      <a:pPr algn="l" rtl="0" fontAlgn="base"/>
                      <a:r>
                        <a:rPr lang="en-US" sz="1100" b="1" i="0" u="none" strike="noStrike">
                          <a:solidFill>
                            <a:srgbClr val="FFFFFF"/>
                          </a:solidFill>
                          <a:effectLst/>
                          <a:latin typeface="Boehringer Forward Text"/>
                        </a:rPr>
                        <a:t>Taiwan</a:t>
                      </a:r>
                      <a:r>
                        <a:rPr lang="en-US" sz="1100" b="1" i="0">
                          <a:solidFill>
                            <a:srgbClr val="FFFFFF"/>
                          </a:solidFill>
                          <a:effectLst/>
                          <a:latin typeface="Boehringer Forward Text"/>
                        </a:rPr>
                        <a:t>​</a:t>
                      </a:r>
                      <a:endParaRPr lang="en-US" b="1" i="0">
                        <a:solidFill>
                          <a:srgbClr val="FFFFFF"/>
                        </a:solidFill>
                        <a:effectLst/>
                        <a:latin typeface="Boehringer Forward Text"/>
                      </a:endParaRPr>
                    </a:p>
                  </a:txBody>
                  <a:tcPr/>
                </a:tc>
                <a:extLst>
                  <a:ext uri="{0D108BD9-81ED-4DB2-BD59-A6C34878D82A}">
                    <a16:rowId xmlns:a16="http://schemas.microsoft.com/office/drawing/2014/main" val="2302961476"/>
                  </a:ext>
                </a:extLst>
              </a:tr>
              <a:tr h="335280">
                <a:tc rowSpan="3">
                  <a:txBody>
                    <a:bodyPr/>
                    <a:lstStyle/>
                    <a:p>
                      <a:r>
                        <a:rPr lang="en-US" altLang="zh-CN" sz="800">
                          <a:latin typeface="BISans"/>
                        </a:rPr>
                        <a:t>Fibroneer-IPF</a:t>
                      </a:r>
                    </a:p>
                    <a:p>
                      <a:r>
                        <a:rPr lang="en-US" altLang="zh-CN" sz="800">
                          <a:latin typeface="BISans"/>
                        </a:rPr>
                        <a:t>1305.14</a:t>
                      </a:r>
                      <a:endParaRPr lang="zh-CN" altLang="en-US" sz="800">
                        <a:latin typeface="BISans"/>
                      </a:endParaRPr>
                    </a:p>
                  </a:txBody>
                  <a:tcPr>
                    <a:solidFill>
                      <a:schemeClr val="accent1">
                        <a:lumMod val="10000"/>
                        <a:lumOff val="90000"/>
                      </a:schemeClr>
                    </a:solidFill>
                  </a:tcPr>
                </a:tc>
                <a:tc>
                  <a:txBody>
                    <a:bodyPr/>
                    <a:lstStyle/>
                    <a:p>
                      <a:pPr marL="0" algn="l" defTabSz="685783" rtl="0" eaLnBrk="1" latinLnBrk="0" hangingPunct="1"/>
                      <a:r>
                        <a:rPr kumimoji="1" lang="en-US" altLang="zh-CN" sz="800" kern="1200">
                          <a:solidFill>
                            <a:srgbClr val="000000"/>
                          </a:solidFill>
                          <a:latin typeface="BISans"/>
                          <a:ea typeface="+mn-ea"/>
                          <a:cs typeface="+mn-cs"/>
                        </a:rPr>
                        <a:t>Total Screening</a:t>
                      </a:r>
                      <a:endParaRPr kumimoji="1" lang="zh-CN" altLang="en-US" sz="800" kern="1200">
                        <a:solidFill>
                          <a:srgbClr val="000000"/>
                        </a:solidFill>
                        <a:latin typeface="BISans"/>
                        <a:ea typeface="+mn-ea"/>
                        <a:cs typeface="+mn-cs"/>
                      </a:endParaRPr>
                    </a:p>
                  </a:txBody>
                  <a:tcPr>
                    <a:solidFill>
                      <a:schemeClr val="accent1">
                        <a:lumMod val="10000"/>
                        <a:lumOff val="90000"/>
                      </a:schemeClr>
                    </a:solidFill>
                  </a:tcPr>
                </a:tc>
                <a:tc>
                  <a:txBody>
                    <a:bodyPr/>
                    <a:lstStyle/>
                    <a:p>
                      <a:r>
                        <a:rPr lang="en-US" altLang="zh-CN" sz="800" b="0">
                          <a:solidFill>
                            <a:srgbClr val="000000"/>
                          </a:solidFill>
                          <a:latin typeface="BISans"/>
                        </a:rPr>
                        <a:t>1720+16 rescreen</a:t>
                      </a:r>
                      <a:endParaRPr lang="zh-CN" altLang="en-US" sz="800" b="0">
                        <a:latin typeface="BISans"/>
                      </a:endParaRPr>
                    </a:p>
                  </a:txBody>
                  <a:tcPr>
                    <a:solidFill>
                      <a:schemeClr val="accent1">
                        <a:lumMod val="10000"/>
                        <a:lumOff val="9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1" lang="en-US" altLang="zh-CN" sz="800" b="0" kern="1200">
                          <a:solidFill>
                            <a:srgbClr val="000000"/>
                          </a:solidFill>
                          <a:latin typeface="BISans"/>
                          <a:ea typeface="+mn-ea"/>
                          <a:cs typeface="+mn-cs"/>
                        </a:rPr>
                        <a:t>168+1 rescreen</a:t>
                      </a:r>
                    </a:p>
                  </a:txBody>
                  <a:tcPr>
                    <a:solidFill>
                      <a:schemeClr val="accent1">
                        <a:lumMod val="10000"/>
                        <a:lumOff val="90000"/>
                      </a:schemeClr>
                    </a:solidFill>
                  </a:tcPr>
                </a:tc>
                <a:tc>
                  <a:txBody>
                    <a:bodyPr/>
                    <a:lstStyle/>
                    <a:p>
                      <a:pPr algn="l" rtl="0" fontAlgn="base"/>
                      <a:r>
                        <a:rPr kumimoji="1" lang="en-US" sz="800" b="0" kern="1200">
                          <a:solidFill>
                            <a:schemeClr val="tx1"/>
                          </a:solidFill>
                          <a:latin typeface="BISans"/>
                          <a:ea typeface="+mn-ea"/>
                          <a:cs typeface="+mn-cs"/>
                        </a:rPr>
                        <a:t>41​</a:t>
                      </a:r>
                    </a:p>
                  </a:txBody>
                  <a:tcPr>
                    <a:solidFill>
                      <a:schemeClr val="accent1">
                        <a:lumMod val="10000"/>
                        <a:lumOff val="90000"/>
                      </a:schemeClr>
                    </a:solidFill>
                  </a:tcPr>
                </a:tc>
                <a:extLst>
                  <a:ext uri="{0D108BD9-81ED-4DB2-BD59-A6C34878D82A}">
                    <a16:rowId xmlns:a16="http://schemas.microsoft.com/office/drawing/2014/main" val="3453756315"/>
                  </a:ext>
                </a:extLst>
              </a:tr>
              <a:tr h="370840">
                <a:tc vMerge="1">
                  <a:txBody>
                    <a:bodyPr/>
                    <a:lstStyle/>
                    <a:p>
                      <a:endParaRPr lang="zh-CN" altLang="en-US" sz="1100"/>
                    </a:p>
                  </a:txBody>
                  <a:tcPr/>
                </a:tc>
                <a:tc>
                  <a:txBody>
                    <a:bodyPr/>
                    <a:lstStyle/>
                    <a:p>
                      <a:pPr marL="0" algn="l" defTabSz="685783" rtl="0" eaLnBrk="1" latinLnBrk="0" hangingPunct="1"/>
                      <a:r>
                        <a:rPr kumimoji="1" lang="en-US" altLang="zh-CN" sz="800" kern="1200">
                          <a:solidFill>
                            <a:srgbClr val="000000"/>
                          </a:solidFill>
                          <a:latin typeface="BISans"/>
                          <a:ea typeface="+mn-ea"/>
                          <a:cs typeface="+mn-cs"/>
                        </a:rPr>
                        <a:t>Total randomized</a:t>
                      </a:r>
                      <a:endParaRPr kumimoji="1" lang="zh-CN" altLang="en-US" sz="800" kern="1200">
                        <a:solidFill>
                          <a:srgbClr val="000000"/>
                        </a:solidFill>
                        <a:latin typeface="BISans"/>
                        <a:ea typeface="+mn-ea"/>
                        <a:cs typeface="+mn-cs"/>
                      </a:endParaRPr>
                    </a:p>
                  </a:txBody>
                  <a:tcPr>
                    <a:solidFill>
                      <a:schemeClr val="accent1">
                        <a:lumMod val="10000"/>
                        <a:lumOff val="9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altLang="zh-CN" sz="800" b="0">
                          <a:solidFill>
                            <a:srgbClr val="000000"/>
                          </a:solidFill>
                          <a:latin typeface="BISans"/>
                        </a:rPr>
                        <a:t>1177</a:t>
                      </a:r>
                    </a:p>
                    <a:p>
                      <a:endParaRPr lang="zh-CN" altLang="en-US" sz="800" b="0">
                        <a:latin typeface="BISans" panose="02000503040000020004" pitchFamily="2" charset="0"/>
                      </a:endParaRPr>
                    </a:p>
                  </a:txBody>
                  <a:tcPr>
                    <a:solidFill>
                      <a:schemeClr val="accent1">
                        <a:lumMod val="10000"/>
                        <a:lumOff val="9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altLang="zh-CN" sz="800" b="0">
                          <a:solidFill>
                            <a:srgbClr val="000000"/>
                          </a:solidFill>
                          <a:latin typeface="BISans"/>
                        </a:rPr>
                        <a:t>97</a:t>
                      </a:r>
                    </a:p>
                    <a:p>
                      <a:endParaRPr lang="zh-CN" altLang="en-US" sz="800" b="0">
                        <a:latin typeface="BISans" panose="02000503040000020004" pitchFamily="2" charset="0"/>
                      </a:endParaRPr>
                    </a:p>
                  </a:txBody>
                  <a:tcPr>
                    <a:solidFill>
                      <a:schemeClr val="accent1">
                        <a:lumMod val="10000"/>
                        <a:lumOff val="90000"/>
                      </a:schemeClr>
                    </a:solidFill>
                  </a:tcPr>
                </a:tc>
                <a:tc>
                  <a:txBody>
                    <a:bodyPr/>
                    <a:lstStyle/>
                    <a:p>
                      <a:pPr algn="l" rtl="0" fontAlgn="base"/>
                      <a:r>
                        <a:rPr kumimoji="1" lang="en-US" sz="800" b="0" kern="1200">
                          <a:solidFill>
                            <a:schemeClr val="tx1"/>
                          </a:solidFill>
                          <a:latin typeface="BISans"/>
                          <a:ea typeface="+mn-ea"/>
                          <a:cs typeface="+mn-cs"/>
                        </a:rPr>
                        <a:t>22​</a:t>
                      </a:r>
                    </a:p>
                  </a:txBody>
                  <a:tcPr>
                    <a:solidFill>
                      <a:schemeClr val="accent1">
                        <a:lumMod val="10000"/>
                        <a:lumOff val="90000"/>
                      </a:schemeClr>
                    </a:solidFill>
                  </a:tcPr>
                </a:tc>
                <a:extLst>
                  <a:ext uri="{0D108BD9-81ED-4DB2-BD59-A6C34878D82A}">
                    <a16:rowId xmlns:a16="http://schemas.microsoft.com/office/drawing/2014/main" val="3919269986"/>
                  </a:ext>
                </a:extLst>
              </a:tr>
              <a:tr h="370840">
                <a:tc vMerge="1">
                  <a:txBody>
                    <a:bodyPr/>
                    <a:lstStyle/>
                    <a:p>
                      <a:endParaRPr lang="zh-CN" altLang="en-US" sz="1100"/>
                    </a:p>
                  </a:txBody>
                  <a:tcPr/>
                </a:tc>
                <a:tc>
                  <a:txBody>
                    <a:bodyPr/>
                    <a:lstStyle/>
                    <a:p>
                      <a:pPr marL="0" algn="l" defTabSz="685783" rtl="0" eaLnBrk="1" latinLnBrk="0" hangingPunct="1"/>
                      <a:r>
                        <a:rPr kumimoji="1" lang="en-US" altLang="zh-CN" sz="800" kern="1200">
                          <a:solidFill>
                            <a:srgbClr val="000000"/>
                          </a:solidFill>
                          <a:latin typeface="BISans"/>
                          <a:ea typeface="+mn-ea"/>
                          <a:cs typeface="+mn-cs"/>
                        </a:rPr>
                        <a:t>Early discontinuation</a:t>
                      </a:r>
                      <a:endParaRPr kumimoji="1" lang="zh-CN" altLang="en-US" sz="800" kern="1200">
                        <a:solidFill>
                          <a:srgbClr val="000000"/>
                        </a:solidFill>
                        <a:latin typeface="BISans"/>
                        <a:ea typeface="+mn-ea"/>
                        <a:cs typeface="+mn-cs"/>
                      </a:endParaRPr>
                    </a:p>
                  </a:txBody>
                  <a:tcPr>
                    <a:solidFill>
                      <a:schemeClr val="accent1">
                        <a:lumMod val="10000"/>
                        <a:lumOff val="90000"/>
                      </a:schemeClr>
                    </a:solidFill>
                  </a:tcPr>
                </a:tc>
                <a:tc>
                  <a:txBody>
                    <a:bodyPr/>
                    <a:lstStyle/>
                    <a:p>
                      <a:r>
                        <a:rPr lang="en-US" altLang="zh-CN" sz="800" b="0">
                          <a:solidFill>
                            <a:srgbClr val="000000"/>
                          </a:solidFill>
                          <a:latin typeface="BISans"/>
                        </a:rPr>
                        <a:t>169</a:t>
                      </a:r>
                      <a:r>
                        <a:rPr lang="zh-CN" altLang="en-US" sz="800" b="0">
                          <a:solidFill>
                            <a:srgbClr val="FF0000"/>
                          </a:solidFill>
                          <a:latin typeface="BISans"/>
                        </a:rPr>
                        <a:t>→174</a:t>
                      </a:r>
                      <a:r>
                        <a:rPr lang="en-US" altLang="zh-CN" sz="800" b="0">
                          <a:solidFill>
                            <a:srgbClr val="FF0000"/>
                          </a:solidFill>
                          <a:latin typeface="BISans"/>
                        </a:rPr>
                        <a:t> (14%)</a:t>
                      </a:r>
                      <a:endParaRPr lang="zh-CN" altLang="en-US" sz="800" b="0">
                        <a:latin typeface="BISans"/>
                      </a:endParaRPr>
                    </a:p>
                  </a:txBody>
                  <a:tcPr>
                    <a:solidFill>
                      <a:schemeClr val="accent1">
                        <a:lumMod val="10000"/>
                        <a:lumOff val="90000"/>
                      </a:schemeClr>
                    </a:solidFill>
                  </a:tcPr>
                </a:tc>
                <a:tc>
                  <a:txBody>
                    <a:bodyPr/>
                    <a:lstStyle/>
                    <a:p>
                      <a:r>
                        <a:rPr lang="en-US" altLang="zh-CN" sz="800" b="0">
                          <a:solidFill>
                            <a:schemeClr val="tx1"/>
                          </a:solidFill>
                          <a:latin typeface="BISans"/>
                        </a:rPr>
                        <a:t>17</a:t>
                      </a:r>
                      <a:r>
                        <a:rPr lang="zh-CN" altLang="en-US" sz="800" b="0">
                          <a:solidFill>
                            <a:schemeClr val="tx1"/>
                          </a:solidFill>
                          <a:latin typeface="BISans"/>
                        </a:rPr>
                        <a:t>→</a:t>
                      </a:r>
                      <a:r>
                        <a:rPr lang="en-US" altLang="zh-CN" sz="800" b="0">
                          <a:solidFill>
                            <a:schemeClr val="tx1"/>
                          </a:solidFill>
                          <a:latin typeface="BISans"/>
                        </a:rPr>
                        <a:t>17(18%)</a:t>
                      </a:r>
                      <a:endParaRPr lang="zh-CN" altLang="en-US" sz="800" b="0">
                        <a:latin typeface="BISans"/>
                      </a:endParaRPr>
                    </a:p>
                  </a:txBody>
                  <a:tcPr>
                    <a:solidFill>
                      <a:schemeClr val="accent1">
                        <a:lumMod val="10000"/>
                        <a:lumOff val="90000"/>
                      </a:schemeClr>
                    </a:solidFill>
                  </a:tcPr>
                </a:tc>
                <a:tc>
                  <a:txBody>
                    <a:bodyPr/>
                    <a:lstStyle/>
                    <a:p>
                      <a:pPr algn="l" rtl="0" fontAlgn="base"/>
                      <a:r>
                        <a:rPr kumimoji="1" lang="en-US" sz="800" b="0" kern="1200">
                          <a:solidFill>
                            <a:schemeClr val="tx1"/>
                          </a:solidFill>
                          <a:latin typeface="BISans"/>
                          <a:ea typeface="+mn-ea"/>
                          <a:cs typeface="+mn-cs"/>
                        </a:rPr>
                        <a:t>2, 9%​</a:t>
                      </a:r>
                    </a:p>
                  </a:txBody>
                  <a:tcPr>
                    <a:solidFill>
                      <a:schemeClr val="accent1">
                        <a:lumMod val="10000"/>
                        <a:lumOff val="90000"/>
                      </a:schemeClr>
                    </a:solidFill>
                  </a:tcPr>
                </a:tc>
                <a:extLst>
                  <a:ext uri="{0D108BD9-81ED-4DB2-BD59-A6C34878D82A}">
                    <a16:rowId xmlns:a16="http://schemas.microsoft.com/office/drawing/2014/main" val="1929554451"/>
                  </a:ext>
                </a:extLst>
              </a:tr>
              <a:tr h="370840">
                <a:tc rowSpan="3">
                  <a:txBody>
                    <a:bodyPr/>
                    <a:lstStyle/>
                    <a:p>
                      <a:r>
                        <a:rPr lang="en-US" altLang="zh-CN" sz="800">
                          <a:latin typeface="BISans"/>
                        </a:rPr>
                        <a:t>Fibroneer-ILD</a:t>
                      </a:r>
                    </a:p>
                    <a:p>
                      <a:r>
                        <a:rPr lang="en-US" altLang="zh-CN" sz="800">
                          <a:latin typeface="BISans"/>
                        </a:rPr>
                        <a:t>1305.23</a:t>
                      </a:r>
                      <a:endParaRPr lang="zh-CN" altLang="en-US" sz="800">
                        <a:latin typeface="BISans"/>
                      </a:endParaRPr>
                    </a:p>
                    <a:p>
                      <a:endParaRPr lang="zh-CN" altLang="en-US" sz="800">
                        <a:latin typeface="BISans" panose="02000503040000020004" pitchFamily="2" charset="0"/>
                      </a:endParaRPr>
                    </a:p>
                  </a:txBody>
                  <a:tcPr>
                    <a:solidFill>
                      <a:schemeClr val="accent4">
                        <a:lumMod val="20000"/>
                        <a:lumOff val="80000"/>
                      </a:schemeClr>
                    </a:solidFill>
                  </a:tcPr>
                </a:tc>
                <a:tc>
                  <a:txBody>
                    <a:bodyPr/>
                    <a:lstStyle/>
                    <a:p>
                      <a:pPr marL="0" algn="l" defTabSz="685783" rtl="0" eaLnBrk="1" latinLnBrk="0" hangingPunct="1"/>
                      <a:r>
                        <a:rPr kumimoji="1" lang="en-US" altLang="zh-CN" sz="800" kern="1200">
                          <a:solidFill>
                            <a:srgbClr val="000000"/>
                          </a:solidFill>
                          <a:latin typeface="BISans"/>
                          <a:ea typeface="+mn-ea"/>
                          <a:cs typeface="+mn-cs"/>
                        </a:rPr>
                        <a:t>Total Screening</a:t>
                      </a:r>
                      <a:endParaRPr kumimoji="1" lang="zh-CN" altLang="en-US" sz="800" kern="1200">
                        <a:solidFill>
                          <a:srgbClr val="000000"/>
                        </a:solidFill>
                        <a:latin typeface="BISans"/>
                        <a:ea typeface="+mn-ea"/>
                        <a:cs typeface="+mn-cs"/>
                      </a:endParaRPr>
                    </a:p>
                  </a:txBody>
                  <a:tcPr>
                    <a:solidFill>
                      <a:schemeClr val="accent4">
                        <a:lumMod val="20000"/>
                        <a:lumOff val="80000"/>
                      </a:schemeClr>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altLang="zh-CN" sz="800">
                          <a:solidFill>
                            <a:srgbClr val="000000"/>
                          </a:solidFill>
                          <a:latin typeface="BISans"/>
                        </a:rPr>
                        <a:t>1785</a:t>
                      </a:r>
                    </a:p>
                    <a:p>
                      <a:endParaRPr lang="zh-CN" altLang="en-US" sz="800">
                        <a:latin typeface="BISans" panose="02000503040000020004" pitchFamily="2" charset="0"/>
                      </a:endParaRPr>
                    </a:p>
                  </a:txBody>
                  <a:tcPr>
                    <a:solidFill>
                      <a:schemeClr val="accent4">
                        <a:lumMod val="20000"/>
                        <a:lumOff val="80000"/>
                      </a:schemeClr>
                    </a:solidFill>
                  </a:tcPr>
                </a:tc>
                <a:tc>
                  <a:txBody>
                    <a:bodyPr/>
                    <a:lstStyle/>
                    <a:p>
                      <a:r>
                        <a:rPr lang="en-US" altLang="zh-CN" sz="800">
                          <a:latin typeface="BISans"/>
                        </a:rPr>
                        <a:t>251</a:t>
                      </a:r>
                      <a:endParaRPr lang="zh-CN" altLang="en-US" sz="800">
                        <a:latin typeface="BISans"/>
                      </a:endParaRPr>
                    </a:p>
                  </a:txBody>
                  <a:tcPr>
                    <a:solidFill>
                      <a:schemeClr val="accent4">
                        <a:lumMod val="20000"/>
                        <a:lumOff val="80000"/>
                      </a:schemeClr>
                    </a:solidFill>
                  </a:tcPr>
                </a:tc>
                <a:tc>
                  <a:txBody>
                    <a:bodyPr/>
                    <a:lstStyle/>
                    <a:p>
                      <a:pPr algn="l" rtl="0" fontAlgn="base"/>
                      <a:r>
                        <a:rPr kumimoji="1" lang="en-US" sz="800" b="0" kern="1200">
                          <a:solidFill>
                            <a:schemeClr val="tx1"/>
                          </a:solidFill>
                          <a:latin typeface="BISans"/>
                          <a:ea typeface="+mn-ea"/>
                          <a:cs typeface="+mn-cs"/>
                        </a:rPr>
                        <a:t>37​</a:t>
                      </a:r>
                    </a:p>
                  </a:txBody>
                  <a:tcPr>
                    <a:solidFill>
                      <a:schemeClr val="accent4">
                        <a:lumMod val="20000"/>
                        <a:lumOff val="80000"/>
                      </a:schemeClr>
                    </a:solidFill>
                  </a:tcPr>
                </a:tc>
                <a:extLst>
                  <a:ext uri="{0D108BD9-81ED-4DB2-BD59-A6C34878D82A}">
                    <a16:rowId xmlns:a16="http://schemas.microsoft.com/office/drawing/2014/main" val="2681802762"/>
                  </a:ext>
                </a:extLst>
              </a:tr>
              <a:tr h="269302">
                <a:tc vMerge="1">
                  <a:txBody>
                    <a:bodyPr/>
                    <a:lstStyle/>
                    <a:p>
                      <a:endParaRPr lang="zh-CN" altLang="en-US" sz="1100"/>
                    </a:p>
                  </a:txBody>
                  <a:tcPr/>
                </a:tc>
                <a:tc>
                  <a:txBody>
                    <a:bodyPr/>
                    <a:lstStyle/>
                    <a:p>
                      <a:pPr marL="0" algn="l" defTabSz="685783" rtl="0" eaLnBrk="1" latinLnBrk="0" hangingPunct="1"/>
                      <a:r>
                        <a:rPr kumimoji="1" lang="en-US" altLang="zh-CN" sz="800" kern="1200">
                          <a:solidFill>
                            <a:srgbClr val="000000"/>
                          </a:solidFill>
                          <a:latin typeface="BISans"/>
                          <a:ea typeface="+mn-ea"/>
                          <a:cs typeface="+mn-cs"/>
                        </a:rPr>
                        <a:t>Total randomized</a:t>
                      </a:r>
                      <a:endParaRPr kumimoji="1" lang="zh-CN" altLang="en-US" sz="800" kern="1200">
                        <a:solidFill>
                          <a:srgbClr val="000000"/>
                        </a:solidFill>
                        <a:latin typeface="BISans"/>
                        <a:ea typeface="+mn-ea"/>
                        <a:cs typeface="+mn-cs"/>
                      </a:endParaRPr>
                    </a:p>
                  </a:txBody>
                  <a:tcPr>
                    <a:solidFill>
                      <a:schemeClr val="accent4">
                        <a:lumMod val="20000"/>
                        <a:lumOff val="80000"/>
                      </a:schemeClr>
                    </a:solidFill>
                  </a:tcPr>
                </a:tc>
                <a:tc>
                  <a:txBody>
                    <a:bodyPr/>
                    <a:lstStyle/>
                    <a:p>
                      <a:r>
                        <a:rPr lang="en-US" altLang="zh-CN" sz="800" b="0">
                          <a:solidFill>
                            <a:schemeClr val="tx1"/>
                          </a:solidFill>
                          <a:latin typeface="BISans"/>
                        </a:rPr>
                        <a:t>1178</a:t>
                      </a:r>
                      <a:endParaRPr lang="zh-CN" altLang="en-US" sz="800" b="0">
                        <a:solidFill>
                          <a:schemeClr val="tx1"/>
                        </a:solidFill>
                        <a:latin typeface="BISans"/>
                      </a:endParaRPr>
                    </a:p>
                  </a:txBody>
                  <a:tcPr>
                    <a:solidFill>
                      <a:schemeClr val="accent4">
                        <a:lumMod val="20000"/>
                        <a:lumOff val="80000"/>
                      </a:schemeClr>
                    </a:solidFill>
                  </a:tcPr>
                </a:tc>
                <a:tc>
                  <a:txBody>
                    <a:bodyPr/>
                    <a:lstStyle/>
                    <a:p>
                      <a:r>
                        <a:rPr lang="en-US" altLang="zh-CN" sz="800" b="0">
                          <a:solidFill>
                            <a:schemeClr val="tx1"/>
                          </a:solidFill>
                          <a:latin typeface="BISans"/>
                        </a:rPr>
                        <a:t>155</a:t>
                      </a:r>
                      <a:endParaRPr lang="zh-CN" altLang="en-US" sz="800" b="0">
                        <a:solidFill>
                          <a:schemeClr val="tx1"/>
                        </a:solidFill>
                        <a:latin typeface="BISans"/>
                      </a:endParaRPr>
                    </a:p>
                  </a:txBody>
                  <a:tcPr>
                    <a:solidFill>
                      <a:schemeClr val="accent4">
                        <a:lumMod val="20000"/>
                        <a:lumOff val="80000"/>
                      </a:schemeClr>
                    </a:solidFill>
                  </a:tcPr>
                </a:tc>
                <a:tc>
                  <a:txBody>
                    <a:bodyPr/>
                    <a:lstStyle/>
                    <a:p>
                      <a:pPr algn="l" rtl="0" fontAlgn="base"/>
                      <a:r>
                        <a:rPr kumimoji="1" lang="en-US" sz="800" b="0" kern="1200">
                          <a:solidFill>
                            <a:schemeClr val="tx1"/>
                          </a:solidFill>
                          <a:latin typeface="BISans"/>
                          <a:ea typeface="+mn-ea"/>
                          <a:cs typeface="+mn-cs"/>
                        </a:rPr>
                        <a:t>28​</a:t>
                      </a:r>
                    </a:p>
                  </a:txBody>
                  <a:tcPr>
                    <a:solidFill>
                      <a:schemeClr val="accent4">
                        <a:lumMod val="20000"/>
                        <a:lumOff val="80000"/>
                      </a:schemeClr>
                    </a:solidFill>
                  </a:tcPr>
                </a:tc>
                <a:extLst>
                  <a:ext uri="{0D108BD9-81ED-4DB2-BD59-A6C34878D82A}">
                    <a16:rowId xmlns:a16="http://schemas.microsoft.com/office/drawing/2014/main" val="208433616"/>
                  </a:ext>
                </a:extLst>
              </a:tr>
              <a:tr h="370840">
                <a:tc vMerge="1">
                  <a:txBody>
                    <a:bodyPr/>
                    <a:lstStyle/>
                    <a:p>
                      <a:endParaRPr lang="zh-CN" altLang="en-US" sz="1100"/>
                    </a:p>
                  </a:txBody>
                  <a:tcPr/>
                </a:tc>
                <a:tc>
                  <a:txBody>
                    <a:bodyPr/>
                    <a:lstStyle/>
                    <a:p>
                      <a:pPr marL="0" algn="l" defTabSz="685783" rtl="0" eaLnBrk="1" latinLnBrk="0" hangingPunct="1"/>
                      <a:r>
                        <a:rPr kumimoji="1" lang="en-US" altLang="zh-CN" sz="800" kern="1200">
                          <a:solidFill>
                            <a:srgbClr val="000000"/>
                          </a:solidFill>
                          <a:latin typeface="BISans"/>
                          <a:ea typeface="+mn-ea"/>
                          <a:cs typeface="+mn-cs"/>
                        </a:rPr>
                        <a:t>Early discontinuation</a:t>
                      </a:r>
                      <a:endParaRPr kumimoji="1" lang="zh-CN" altLang="en-US" sz="800" kern="1200">
                        <a:solidFill>
                          <a:srgbClr val="000000"/>
                        </a:solidFill>
                        <a:latin typeface="BISans"/>
                        <a:ea typeface="+mn-ea"/>
                        <a:cs typeface="+mn-cs"/>
                      </a:endParaRPr>
                    </a:p>
                  </a:txBody>
                  <a:tcPr>
                    <a:solidFill>
                      <a:schemeClr val="accent4">
                        <a:lumMod val="20000"/>
                        <a:lumOff val="80000"/>
                      </a:schemeClr>
                    </a:solidFill>
                  </a:tcPr>
                </a:tc>
                <a:tc>
                  <a:txBody>
                    <a:bodyPr/>
                    <a:lstStyle/>
                    <a:p>
                      <a:r>
                        <a:rPr lang="zh-CN" altLang="en-US" sz="800">
                          <a:solidFill>
                            <a:srgbClr val="000000"/>
                          </a:solidFill>
                          <a:latin typeface="BISans"/>
                        </a:rPr>
                        <a:t>136→</a:t>
                      </a:r>
                      <a:r>
                        <a:rPr lang="en-US" altLang="zh-CN" sz="800">
                          <a:solidFill>
                            <a:srgbClr val="FF0000"/>
                          </a:solidFill>
                          <a:latin typeface="BISans"/>
                        </a:rPr>
                        <a:t>141 (12%)</a:t>
                      </a:r>
                      <a:endParaRPr lang="zh-CN" altLang="en-US" sz="800">
                        <a:latin typeface="BISans"/>
                      </a:endParaRPr>
                    </a:p>
                  </a:txBody>
                  <a:tcPr>
                    <a:solidFill>
                      <a:schemeClr val="accent4">
                        <a:lumMod val="20000"/>
                        <a:lumOff val="80000"/>
                      </a:schemeClr>
                    </a:solidFill>
                  </a:tcPr>
                </a:tc>
                <a:tc>
                  <a:txBody>
                    <a:bodyPr/>
                    <a:lstStyle/>
                    <a:p>
                      <a:r>
                        <a:rPr lang="zh-CN" altLang="en-US" sz="800">
                          <a:solidFill>
                            <a:srgbClr val="000000"/>
                          </a:solidFill>
                          <a:latin typeface="BISans"/>
                        </a:rPr>
                        <a:t>20→ </a:t>
                      </a:r>
                      <a:r>
                        <a:rPr lang="en-US" altLang="zh-CN" sz="800">
                          <a:solidFill>
                            <a:srgbClr val="FF0000"/>
                          </a:solidFill>
                          <a:latin typeface="BISans"/>
                        </a:rPr>
                        <a:t>23 (15%)</a:t>
                      </a:r>
                      <a:endParaRPr lang="zh-CN" altLang="en-US" sz="800">
                        <a:latin typeface="BISans"/>
                      </a:endParaRPr>
                    </a:p>
                  </a:txBody>
                  <a:tcPr>
                    <a:solidFill>
                      <a:schemeClr val="accent4">
                        <a:lumMod val="20000"/>
                        <a:lumOff val="80000"/>
                      </a:schemeClr>
                    </a:solidFill>
                  </a:tcPr>
                </a:tc>
                <a:tc>
                  <a:txBody>
                    <a:bodyPr/>
                    <a:lstStyle/>
                    <a:p>
                      <a:pPr algn="l" rtl="0" fontAlgn="base"/>
                      <a:r>
                        <a:rPr kumimoji="1" lang="en-US" sz="800" b="0" kern="1200">
                          <a:solidFill>
                            <a:schemeClr val="tx1"/>
                          </a:solidFill>
                          <a:latin typeface="BISans"/>
                          <a:ea typeface="+mn-ea"/>
                          <a:cs typeface="+mn-cs"/>
                        </a:rPr>
                        <a:t>1→</a:t>
                      </a:r>
                      <a:r>
                        <a:rPr kumimoji="1" lang="en-US" sz="800" b="0" kern="1200">
                          <a:solidFill>
                            <a:srgbClr val="FF0000"/>
                          </a:solidFill>
                          <a:latin typeface="BISans"/>
                          <a:ea typeface="+mn-ea"/>
                          <a:cs typeface="+mn-cs"/>
                        </a:rPr>
                        <a:t>2 (8%)​</a:t>
                      </a:r>
                    </a:p>
                  </a:txBody>
                  <a:tcPr>
                    <a:solidFill>
                      <a:schemeClr val="accent4">
                        <a:lumMod val="20000"/>
                        <a:lumOff val="80000"/>
                      </a:schemeClr>
                    </a:solidFill>
                  </a:tcPr>
                </a:tc>
                <a:extLst>
                  <a:ext uri="{0D108BD9-81ED-4DB2-BD59-A6C34878D82A}">
                    <a16:rowId xmlns:a16="http://schemas.microsoft.com/office/drawing/2014/main" val="1530327558"/>
                  </a:ext>
                </a:extLst>
              </a:tr>
            </a:tbl>
          </a:graphicData>
        </a:graphic>
      </p:graphicFrame>
      <p:sp>
        <p:nvSpPr>
          <p:cNvPr id="6" name="Slide Number Placeholder 5">
            <a:extLst>
              <a:ext uri="{FF2B5EF4-FFF2-40B4-BE49-F238E27FC236}">
                <a16:creationId xmlns:a16="http://schemas.microsoft.com/office/drawing/2014/main" id="{EECF23C3-5FF0-E59D-9C10-FD393E353EAC}"/>
              </a:ext>
            </a:extLst>
          </p:cNvPr>
          <p:cNvSpPr>
            <a:spLocks noGrp="1"/>
          </p:cNvSpPr>
          <p:nvPr>
            <p:ph type="sldNum" sz="quarter" idx="15"/>
          </p:nvPr>
        </p:nvSpPr>
        <p:spPr/>
        <p:txBody>
          <a:bodyPr/>
          <a:lstStyle/>
          <a:p>
            <a:pPr defTabSz="914378">
              <a:defRPr/>
            </a:pPr>
            <a:fld id="{DF4E8F9F-5B1F-4F5B-BE49-3245D8C18D9F}" type="slidenum">
              <a:rPr lang="en-US">
                <a:solidFill>
                  <a:srgbClr val="08312A"/>
                </a:solidFill>
                <a:latin typeface="Boehringer Forward Text"/>
              </a:rPr>
              <a:pPr defTabSz="914378">
                <a:defRPr/>
              </a:pPr>
              <a:t>5</a:t>
            </a:fld>
            <a:endParaRPr lang="en-US">
              <a:solidFill>
                <a:srgbClr val="08312A"/>
              </a:solidFill>
              <a:latin typeface="Boehringer Forward Text"/>
            </a:endParaRPr>
          </a:p>
        </p:txBody>
      </p:sp>
      <p:sp>
        <p:nvSpPr>
          <p:cNvPr id="5" name="Footer Placeholder 4">
            <a:extLst>
              <a:ext uri="{FF2B5EF4-FFF2-40B4-BE49-F238E27FC236}">
                <a16:creationId xmlns:a16="http://schemas.microsoft.com/office/drawing/2014/main" id="{AD4AB31A-D208-E3AF-C367-E2C0526A1923}"/>
              </a:ext>
            </a:extLst>
          </p:cNvPr>
          <p:cNvSpPr>
            <a:spLocks noGrp="1"/>
          </p:cNvSpPr>
          <p:nvPr>
            <p:ph type="ftr" sz="quarter" idx="21"/>
          </p:nvPr>
        </p:nvSpPr>
        <p:spPr/>
        <p:txBody>
          <a:bodyPr/>
          <a:lstStyle/>
          <a:p>
            <a:pPr defTabSz="914378">
              <a:defRPr/>
            </a:pPr>
            <a:r>
              <a:rPr lang="en-US">
                <a:solidFill>
                  <a:srgbClr val="08312A"/>
                </a:solidFill>
                <a:latin typeface="Boehringer Forward Text"/>
              </a:rPr>
              <a:t>Presentation title    |    ONLY FOR INTERNAL USE</a:t>
            </a:r>
          </a:p>
        </p:txBody>
      </p:sp>
      <p:sp>
        <p:nvSpPr>
          <p:cNvPr id="3" name="TextBox 2">
            <a:extLst>
              <a:ext uri="{FF2B5EF4-FFF2-40B4-BE49-F238E27FC236}">
                <a16:creationId xmlns:a16="http://schemas.microsoft.com/office/drawing/2014/main" id="{3A628AA6-114A-3AF1-EDB4-489319ADAE39}"/>
              </a:ext>
            </a:extLst>
          </p:cNvPr>
          <p:cNvSpPr txBox="1"/>
          <p:nvPr/>
        </p:nvSpPr>
        <p:spPr bwMode="gray">
          <a:xfrm>
            <a:off x="542834" y="3663406"/>
            <a:ext cx="4280211" cy="606256"/>
          </a:xfrm>
          <a:prstGeom prst="rect">
            <a:avLst/>
          </a:prstGeom>
          <a:noFill/>
        </p:spPr>
        <p:txBody>
          <a:bodyPr wrap="none" lIns="0" tIns="0" rIns="0" bIns="0" rtlCol="0">
            <a:spAutoFit/>
          </a:bodyPr>
          <a:lstStyle/>
          <a:p>
            <a:pPr defTabSz="1219019"/>
            <a:endParaRPr lang="en-US" altLang="zh-CN" sz="1200">
              <a:solidFill>
                <a:schemeClr val="tx1"/>
              </a:solidFill>
            </a:endParaRPr>
          </a:p>
          <a:p>
            <a:pPr defTabSz="1219019"/>
            <a:r>
              <a:rPr lang="en-US" altLang="zh-CN" sz="1200">
                <a:solidFill>
                  <a:prstClr val="black"/>
                </a:solidFill>
              </a:rPr>
              <a:t>FIBRONEER-ON: EC preparation and site initiation is on track.</a:t>
            </a:r>
          </a:p>
          <a:p>
            <a:pPr marL="180000" indent="-180000" algn="l">
              <a:lnSpc>
                <a:spcPct val="140000"/>
              </a:lnSpc>
              <a:buFont typeface="Arial" panose="020B0604020202020204" pitchFamily="34" charset="0"/>
              <a:buChar char="•"/>
            </a:pPr>
            <a:endParaRPr lang="zh-CN" altLang="en-US" sz="1200"/>
          </a:p>
        </p:txBody>
      </p:sp>
    </p:spTree>
    <p:extLst>
      <p:ext uri="{BB962C8B-B14F-4D97-AF65-F5344CB8AC3E}">
        <p14:creationId xmlns:p14="http://schemas.microsoft.com/office/powerpoint/2010/main" val="1369075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51B9AE33-BFFF-238F-24CE-887AE1C979F7}"/>
              </a:ext>
            </a:extLst>
          </p:cNvPr>
          <p:cNvSpPr>
            <a:spLocks noGrp="1"/>
          </p:cNvSpPr>
          <p:nvPr>
            <p:ph type="sldNum" sz="quarter" idx="12"/>
          </p:nvPr>
        </p:nvSpPr>
        <p:spPr/>
        <p:txBody>
          <a:bodyPr/>
          <a:lstStyle/>
          <a:p>
            <a:pPr algn="l" defTabSz="685800">
              <a:defRPr/>
            </a:pPr>
            <a:fld id="{9AB54780-BD98-2C45-8AA1-053FEE249B49}" type="slidenum">
              <a:rPr lang="en-US" sz="900">
                <a:solidFill>
                  <a:srgbClr val="FEFFFF"/>
                </a:solidFill>
                <a:latin typeface="Arial" panose="020B0604020202020204"/>
              </a:rPr>
              <a:pPr algn="l" defTabSz="685800">
                <a:defRPr/>
              </a:pPr>
              <a:t>6</a:t>
            </a:fld>
            <a:endParaRPr lang="en-US" sz="900">
              <a:solidFill>
                <a:srgbClr val="FEFFFF"/>
              </a:solidFill>
              <a:latin typeface="Arial" panose="020B0604020202020204"/>
            </a:endParaRPr>
          </a:p>
        </p:txBody>
      </p:sp>
      <p:sp>
        <p:nvSpPr>
          <p:cNvPr id="5" name="Titre 4">
            <a:extLst>
              <a:ext uri="{FF2B5EF4-FFF2-40B4-BE49-F238E27FC236}">
                <a16:creationId xmlns:a16="http://schemas.microsoft.com/office/drawing/2014/main" id="{8FCB2A47-625E-6883-476C-2C1FF4D351F9}"/>
              </a:ext>
            </a:extLst>
          </p:cNvPr>
          <p:cNvSpPr>
            <a:spLocks noGrp="1"/>
          </p:cNvSpPr>
          <p:nvPr>
            <p:ph type="title"/>
          </p:nvPr>
        </p:nvSpPr>
        <p:spPr>
          <a:xfrm>
            <a:off x="299858" y="827"/>
            <a:ext cx="9645357" cy="592019"/>
          </a:xfrm>
        </p:spPr>
        <p:txBody>
          <a:bodyPr/>
          <a:lstStyle/>
          <a:p>
            <a:r>
              <a:rPr lang="fr-FR" altLang="zh-CN" sz="1875">
                <a:solidFill>
                  <a:srgbClr val="08312A"/>
                </a:solidFill>
                <a:latin typeface="Boehringer Forward Head"/>
                <a:cs typeface="Arial"/>
              </a:rPr>
              <a:t>Fibroneer</a:t>
            </a:r>
            <a:r>
              <a:rPr lang="fr-FR" altLang="zh-CN" sz="1875">
                <a:solidFill>
                  <a:schemeClr val="bg2"/>
                </a:solidFill>
                <a:latin typeface="+mj-lt"/>
                <a:cs typeface="+mj-cs"/>
              </a:rPr>
              <a:t> : Ranking Related to Permanent Discontinuations - 09 </a:t>
            </a:r>
            <a:r>
              <a:rPr lang="fr-FR" altLang="zh-CN" sz="1875" err="1">
                <a:solidFill>
                  <a:schemeClr val="bg2"/>
                </a:solidFill>
                <a:latin typeface="+mj-lt"/>
                <a:cs typeface="+mj-cs"/>
              </a:rPr>
              <a:t>Apr</a:t>
            </a:r>
            <a:r>
              <a:rPr lang="fr-FR" altLang="zh-CN" sz="1875">
                <a:solidFill>
                  <a:schemeClr val="bg2"/>
                </a:solidFill>
                <a:latin typeface="+mj-lt"/>
                <a:cs typeface="+mj-cs"/>
              </a:rPr>
              <a:t> 2024</a:t>
            </a:r>
            <a:r>
              <a:rPr lang="fr-FR">
                <a:solidFill>
                  <a:srgbClr val="FFFFFF"/>
                </a:solidFill>
                <a:latin typeface="Arial"/>
                <a:cs typeface="Arial"/>
              </a:rPr>
              <a:t>untry</a:t>
            </a:r>
            <a:r>
              <a:rPr lang="fr-FR">
                <a:latin typeface="Arial"/>
                <a:cs typeface="Arial"/>
              </a:rPr>
              <a:t> </a:t>
            </a:r>
            <a:r>
              <a:rPr lang="fr-FR" err="1">
                <a:latin typeface="Arial"/>
                <a:cs typeface="Arial"/>
              </a:rPr>
              <a:t>ranking</a:t>
            </a:r>
            <a:r>
              <a:rPr lang="fr-FR">
                <a:latin typeface="Arial"/>
                <a:cs typeface="Arial"/>
              </a:rPr>
              <a:t> (IRT)</a:t>
            </a:r>
          </a:p>
        </p:txBody>
      </p:sp>
      <p:sp>
        <p:nvSpPr>
          <p:cNvPr id="15" name="TextBox 8">
            <a:extLst>
              <a:ext uri="{FF2B5EF4-FFF2-40B4-BE49-F238E27FC236}">
                <a16:creationId xmlns:a16="http://schemas.microsoft.com/office/drawing/2014/main" id="{4069682C-A1D6-C838-42F2-3A1118A7FAD2}"/>
              </a:ext>
            </a:extLst>
          </p:cNvPr>
          <p:cNvSpPr txBox="1"/>
          <p:nvPr/>
        </p:nvSpPr>
        <p:spPr>
          <a:xfrm>
            <a:off x="453203" y="2276956"/>
            <a:ext cx="1164101" cy="338554"/>
          </a:xfrm>
          <a:prstGeom prst="rect">
            <a:avLst/>
          </a:prstGeom>
          <a:solidFill>
            <a:schemeClr val="accent5">
              <a:lumMod val="20000"/>
              <a:lumOff val="80000"/>
            </a:schemeClr>
          </a:solidFill>
          <a:ln>
            <a:solidFill>
              <a:schemeClr val="bg1"/>
            </a:solidFill>
          </a:ln>
        </p:spPr>
        <p:txBody>
          <a:bodyPr wrap="none" rtlCol="0">
            <a:spAutoFit/>
          </a:bodyPr>
          <a:lstStyle/>
          <a:p>
            <a:pPr defTabSz="914378">
              <a:defRPr/>
            </a:pPr>
            <a:r>
              <a:rPr lang="de-DE" sz="1600">
                <a:solidFill>
                  <a:srgbClr val="009EDD">
                    <a:lumMod val="60000"/>
                    <a:lumOff val="40000"/>
                  </a:srgbClr>
                </a:solidFill>
                <a:effectLst>
                  <a:outerShdw blurRad="38100" dist="38100" dir="2700000" algn="tl">
                    <a:srgbClr val="000000">
                      <a:alpha val="43137"/>
                    </a:srgbClr>
                  </a:outerShdw>
                </a:effectLst>
                <a:latin typeface="Arial" panose="020B0604020202020204"/>
              </a:rPr>
              <a:t>1305-0014</a:t>
            </a:r>
          </a:p>
        </p:txBody>
      </p:sp>
      <p:sp>
        <p:nvSpPr>
          <p:cNvPr id="16" name="TextBox 9">
            <a:extLst>
              <a:ext uri="{FF2B5EF4-FFF2-40B4-BE49-F238E27FC236}">
                <a16:creationId xmlns:a16="http://schemas.microsoft.com/office/drawing/2014/main" id="{963C19D5-8B07-8AC1-2BC3-2CDA614039C6}"/>
              </a:ext>
            </a:extLst>
          </p:cNvPr>
          <p:cNvSpPr txBox="1"/>
          <p:nvPr/>
        </p:nvSpPr>
        <p:spPr>
          <a:xfrm>
            <a:off x="4484886" y="2256327"/>
            <a:ext cx="1164101" cy="338554"/>
          </a:xfrm>
          <a:prstGeom prst="rect">
            <a:avLst/>
          </a:prstGeom>
          <a:solidFill>
            <a:schemeClr val="tx1">
              <a:lumMod val="20000"/>
              <a:lumOff val="80000"/>
            </a:schemeClr>
          </a:solidFill>
          <a:ln>
            <a:solidFill>
              <a:schemeClr val="bg2"/>
            </a:solidFill>
          </a:ln>
        </p:spPr>
        <p:txBody>
          <a:bodyPr wrap="none" rtlCol="0">
            <a:spAutoFit/>
          </a:bodyPr>
          <a:lstStyle/>
          <a:p>
            <a:pPr defTabSz="914378">
              <a:defRPr/>
            </a:pPr>
            <a:r>
              <a:rPr lang="de-DE" sz="1600">
                <a:solidFill>
                  <a:srgbClr val="FD5E00"/>
                </a:solidFill>
                <a:effectLst>
                  <a:outerShdw blurRad="38100" dist="38100" dir="2700000" algn="tl">
                    <a:srgbClr val="000000">
                      <a:alpha val="43137"/>
                    </a:srgbClr>
                  </a:outerShdw>
                </a:effectLst>
                <a:latin typeface="Arial" panose="020B0604020202020204"/>
              </a:rPr>
              <a:t>1305-0023</a:t>
            </a:r>
          </a:p>
        </p:txBody>
      </p:sp>
      <p:graphicFrame>
        <p:nvGraphicFramePr>
          <p:cNvPr id="3" name="Objet 2">
            <a:extLst>
              <a:ext uri="{FF2B5EF4-FFF2-40B4-BE49-F238E27FC236}">
                <a16:creationId xmlns:a16="http://schemas.microsoft.com/office/drawing/2014/main" id="{0AC9B8F2-15C3-8270-C045-3FC3F513D96D}"/>
              </a:ext>
            </a:extLst>
          </p:cNvPr>
          <p:cNvGraphicFramePr>
            <a:graphicFrameLocks noChangeAspect="1"/>
          </p:cNvGraphicFramePr>
          <p:nvPr/>
        </p:nvGraphicFramePr>
        <p:xfrm>
          <a:off x="1573080" y="591707"/>
          <a:ext cx="3389332" cy="4431824"/>
        </p:xfrm>
        <a:graphic>
          <a:graphicData uri="http://schemas.openxmlformats.org/presentationml/2006/ole">
            <mc:AlternateContent xmlns:mc="http://schemas.openxmlformats.org/markup-compatibility/2006">
              <mc:Choice xmlns:v="urn:schemas-microsoft-com:vml" Requires="v">
                <p:oleObj name="Document" r:id="rId2" imgW="5958582" imgH="8074337" progId="Word.Document.12">
                  <p:embed/>
                </p:oleObj>
              </mc:Choice>
              <mc:Fallback>
                <p:oleObj name="Document" r:id="rId2" imgW="5958582" imgH="8074337" progId="Word.Document.12">
                  <p:embed/>
                  <p:pic>
                    <p:nvPicPr>
                      <p:cNvPr id="3" name="Objet 2">
                        <a:extLst>
                          <a:ext uri="{FF2B5EF4-FFF2-40B4-BE49-F238E27FC236}">
                            <a16:creationId xmlns:a16="http://schemas.microsoft.com/office/drawing/2014/main" id="{0AC9B8F2-15C3-8270-C045-3FC3F513D96D}"/>
                          </a:ext>
                        </a:extLst>
                      </p:cNvPr>
                      <p:cNvPicPr/>
                      <p:nvPr/>
                    </p:nvPicPr>
                    <p:blipFill>
                      <a:blip r:embed="rId3"/>
                      <a:stretch>
                        <a:fillRect/>
                      </a:stretch>
                    </p:blipFill>
                    <p:spPr>
                      <a:xfrm>
                        <a:off x="1573080" y="591707"/>
                        <a:ext cx="3389332" cy="4431824"/>
                      </a:xfrm>
                      <a:prstGeom prst="rect">
                        <a:avLst/>
                      </a:prstGeom>
                    </p:spPr>
                  </p:pic>
                </p:oleObj>
              </mc:Fallback>
            </mc:AlternateContent>
          </a:graphicData>
        </a:graphic>
      </p:graphicFrame>
      <p:graphicFrame>
        <p:nvGraphicFramePr>
          <p:cNvPr id="7" name="Objet 6">
            <a:extLst>
              <a:ext uri="{FF2B5EF4-FFF2-40B4-BE49-F238E27FC236}">
                <a16:creationId xmlns:a16="http://schemas.microsoft.com/office/drawing/2014/main" id="{7233BCF7-DC43-6E7D-E98F-F5480934DD29}"/>
              </a:ext>
            </a:extLst>
          </p:cNvPr>
          <p:cNvGraphicFramePr>
            <a:graphicFrameLocks noChangeAspect="1"/>
          </p:cNvGraphicFramePr>
          <p:nvPr/>
        </p:nvGraphicFramePr>
        <p:xfrm>
          <a:off x="5602599" y="632109"/>
          <a:ext cx="3224056" cy="4373490"/>
        </p:xfrm>
        <a:graphic>
          <a:graphicData uri="http://schemas.openxmlformats.org/presentationml/2006/ole">
            <mc:AlternateContent xmlns:mc="http://schemas.openxmlformats.org/markup-compatibility/2006">
              <mc:Choice xmlns:v="urn:schemas-microsoft-com:vml" Requires="v">
                <p:oleObj name="Document" r:id="rId4" imgW="5943699" imgH="8060727" progId="Word.Document.12">
                  <p:embed/>
                </p:oleObj>
              </mc:Choice>
              <mc:Fallback>
                <p:oleObj name="Document" r:id="rId4" imgW="5943699" imgH="8060727" progId="Word.Document.12">
                  <p:embed/>
                  <p:pic>
                    <p:nvPicPr>
                      <p:cNvPr id="7" name="Objet 6">
                        <a:extLst>
                          <a:ext uri="{FF2B5EF4-FFF2-40B4-BE49-F238E27FC236}">
                            <a16:creationId xmlns:a16="http://schemas.microsoft.com/office/drawing/2014/main" id="{7233BCF7-DC43-6E7D-E98F-F5480934DD29}"/>
                          </a:ext>
                        </a:extLst>
                      </p:cNvPr>
                      <p:cNvPicPr/>
                      <p:nvPr/>
                    </p:nvPicPr>
                    <p:blipFill>
                      <a:blip r:embed="rId5"/>
                      <a:stretch>
                        <a:fillRect/>
                      </a:stretch>
                    </p:blipFill>
                    <p:spPr>
                      <a:xfrm>
                        <a:off x="5602599" y="632109"/>
                        <a:ext cx="3224056" cy="4373490"/>
                      </a:xfrm>
                      <a:prstGeom prst="rect">
                        <a:avLst/>
                      </a:prstGeom>
                    </p:spPr>
                  </p:pic>
                </p:oleObj>
              </mc:Fallback>
            </mc:AlternateContent>
          </a:graphicData>
        </a:graphic>
      </p:graphicFrame>
      <p:sp>
        <p:nvSpPr>
          <p:cNvPr id="8" name="矩形 7">
            <a:extLst>
              <a:ext uri="{FF2B5EF4-FFF2-40B4-BE49-F238E27FC236}">
                <a16:creationId xmlns:a16="http://schemas.microsoft.com/office/drawing/2014/main" id="{C08CA508-8654-148A-F9D6-8EEE1052D9BF}"/>
              </a:ext>
            </a:extLst>
          </p:cNvPr>
          <p:cNvSpPr/>
          <p:nvPr/>
        </p:nvSpPr>
        <p:spPr>
          <a:xfrm>
            <a:off x="1481045" y="1891516"/>
            <a:ext cx="2645891" cy="10569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EA006E19-B951-0F34-E935-26660EA4CF07}"/>
              </a:ext>
            </a:extLst>
          </p:cNvPr>
          <p:cNvSpPr/>
          <p:nvPr/>
        </p:nvSpPr>
        <p:spPr>
          <a:xfrm>
            <a:off x="5549848" y="2221206"/>
            <a:ext cx="2645891" cy="10569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Tree>
    <p:extLst>
      <p:ext uri="{BB962C8B-B14F-4D97-AF65-F5344CB8AC3E}">
        <p14:creationId xmlns:p14="http://schemas.microsoft.com/office/powerpoint/2010/main" val="4252649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8D8ACC-D62A-4885-8E32-7CB35C6A4753}"/>
              </a:ext>
            </a:extLst>
          </p:cNvPr>
          <p:cNvSpPr>
            <a:spLocks noGrp="1"/>
          </p:cNvSpPr>
          <p:nvPr>
            <p:ph type="title"/>
          </p:nvPr>
        </p:nvSpPr>
        <p:spPr/>
        <p:txBody>
          <a:bodyPr/>
          <a:lstStyle/>
          <a:p>
            <a:pPr>
              <a:tabLst>
                <a:tab pos="1750275" algn="l"/>
              </a:tabLst>
            </a:pPr>
            <a:r>
              <a:rPr lang="de-DE"/>
              <a:t>Focus Countries Review – 9Apr2024</a:t>
            </a:r>
          </a:p>
        </p:txBody>
      </p:sp>
      <p:sp>
        <p:nvSpPr>
          <p:cNvPr id="2" name="Slide Number Placeholder 1">
            <a:extLst>
              <a:ext uri="{FF2B5EF4-FFF2-40B4-BE49-F238E27FC236}">
                <a16:creationId xmlns:a16="http://schemas.microsoft.com/office/drawing/2014/main" id="{740D67FE-06A8-4557-899D-B12ABB0A4A1A}"/>
              </a:ext>
            </a:extLst>
          </p:cNvPr>
          <p:cNvSpPr>
            <a:spLocks noGrp="1"/>
          </p:cNvSpPr>
          <p:nvPr>
            <p:ph type="sldNum" sz="quarter" idx="20"/>
          </p:nvPr>
        </p:nvSpPr>
        <p:spPr/>
        <p:txBody>
          <a:bodyPr/>
          <a:lstStyle/>
          <a:p>
            <a:pPr defTabSz="742932">
              <a:defRPr/>
            </a:pPr>
            <a:fld id="{9AB54780-BD98-2C45-8AA1-053FEE249B49}" type="slidenum">
              <a:rPr lang="en-US">
                <a:solidFill>
                  <a:srgbClr val="FEFFFF"/>
                </a:solidFill>
                <a:latin typeface="Arial" panose="020B0604020202020204"/>
              </a:rPr>
              <a:pPr defTabSz="742932">
                <a:defRPr/>
              </a:pPr>
              <a:t>7</a:t>
            </a:fld>
            <a:endParaRPr lang="en-US">
              <a:solidFill>
                <a:srgbClr val="FEFFFF"/>
              </a:solidFill>
              <a:latin typeface="Arial" panose="020B0604020202020204"/>
            </a:endParaRPr>
          </a:p>
        </p:txBody>
      </p:sp>
      <p:sp>
        <p:nvSpPr>
          <p:cNvPr id="11" name="TextBox 10">
            <a:extLst>
              <a:ext uri="{FF2B5EF4-FFF2-40B4-BE49-F238E27FC236}">
                <a16:creationId xmlns:a16="http://schemas.microsoft.com/office/drawing/2014/main" id="{20E2D3A2-CF41-4E7C-8DD4-0B8B33B9980D}"/>
              </a:ext>
            </a:extLst>
          </p:cNvPr>
          <p:cNvSpPr txBox="1"/>
          <p:nvPr/>
        </p:nvSpPr>
        <p:spPr>
          <a:xfrm>
            <a:off x="6564774" y="4433412"/>
            <a:ext cx="663836" cy="75085"/>
          </a:xfrm>
          <a:prstGeom prst="rect">
            <a:avLst/>
          </a:prstGeom>
          <a:noFill/>
        </p:spPr>
        <p:txBody>
          <a:bodyPr wrap="square" lIns="0" tIns="0" rIns="0" bIns="0" rtlCol="0">
            <a:spAutoFit/>
          </a:bodyPr>
          <a:lstStyle/>
          <a:p>
            <a:pPr defTabSz="742932">
              <a:defRPr/>
            </a:pPr>
            <a:r>
              <a:rPr lang="en-US" sz="488">
                <a:solidFill>
                  <a:srgbClr val="FEFFFF"/>
                </a:solidFill>
                <a:latin typeface="Arial" panose="020B0604020202020204"/>
              </a:rPr>
              <a:t>As of  Dec 20</a:t>
            </a:r>
            <a:r>
              <a:rPr lang="en-US" sz="488" baseline="30000">
                <a:solidFill>
                  <a:srgbClr val="FEFFFF"/>
                </a:solidFill>
                <a:latin typeface="Arial" panose="020B0604020202020204"/>
              </a:rPr>
              <a:t>th</a:t>
            </a:r>
            <a:r>
              <a:rPr lang="en-US" sz="488">
                <a:solidFill>
                  <a:srgbClr val="FEFFFF"/>
                </a:solidFill>
                <a:latin typeface="Arial" panose="020B0604020202020204"/>
              </a:rPr>
              <a:t>, 2023</a:t>
            </a:r>
          </a:p>
        </p:txBody>
      </p:sp>
      <p:sp>
        <p:nvSpPr>
          <p:cNvPr id="16" name="文本框 15">
            <a:extLst>
              <a:ext uri="{FF2B5EF4-FFF2-40B4-BE49-F238E27FC236}">
                <a16:creationId xmlns:a16="http://schemas.microsoft.com/office/drawing/2014/main" id="{594FC073-EA4C-9379-9371-402769A061A4}"/>
              </a:ext>
            </a:extLst>
          </p:cNvPr>
          <p:cNvSpPr txBox="1"/>
          <p:nvPr/>
        </p:nvSpPr>
        <p:spPr bwMode="gray">
          <a:xfrm>
            <a:off x="4773139" y="3731567"/>
            <a:ext cx="3481013" cy="560603"/>
          </a:xfrm>
          <a:prstGeom prst="rect">
            <a:avLst/>
          </a:prstGeom>
          <a:noFill/>
        </p:spPr>
        <p:txBody>
          <a:bodyPr wrap="square" lIns="0" tIns="0" rIns="0" bIns="0" rtlCol="0">
            <a:spAutoFit/>
          </a:bodyPr>
          <a:lstStyle/>
          <a:p>
            <a:pPr algn="l">
              <a:lnSpc>
                <a:spcPct val="140000"/>
              </a:lnSpc>
            </a:pPr>
            <a:r>
              <a:rPr lang="en-US" altLang="zh-CN" sz="854"/>
              <a:t>US </a:t>
            </a:r>
            <a:r>
              <a:rPr lang="en-US" altLang="zh-CN" sz="854">
                <a:solidFill>
                  <a:srgbClr val="FF0000"/>
                </a:solidFill>
              </a:rPr>
              <a:t>10.1</a:t>
            </a:r>
            <a:r>
              <a:rPr lang="en-US" altLang="zh-CN" sz="854"/>
              <a:t>% ;</a:t>
            </a:r>
            <a:r>
              <a:rPr lang="zh-CN" altLang="en-US" sz="854"/>
              <a:t> </a:t>
            </a:r>
            <a:r>
              <a:rPr lang="en-US" altLang="zh-CN" sz="854"/>
              <a:t>Japan </a:t>
            </a:r>
            <a:r>
              <a:rPr lang="en-US" altLang="zh-CN" sz="854">
                <a:solidFill>
                  <a:srgbClr val="FF0000"/>
                </a:solidFill>
              </a:rPr>
              <a:t>11.6</a:t>
            </a:r>
            <a:r>
              <a:rPr lang="en-US" altLang="zh-CN" sz="854"/>
              <a:t>%</a:t>
            </a:r>
            <a:r>
              <a:rPr lang="zh-CN" altLang="en-US" sz="854"/>
              <a:t>；</a:t>
            </a:r>
            <a:r>
              <a:rPr lang="en-US" altLang="zh-CN" sz="854"/>
              <a:t>China </a:t>
            </a:r>
            <a:r>
              <a:rPr lang="en-US" altLang="zh-CN" sz="854">
                <a:solidFill>
                  <a:srgbClr val="FF0000"/>
                </a:solidFill>
              </a:rPr>
              <a:t>14.8</a:t>
            </a:r>
            <a:r>
              <a:rPr lang="en-US" altLang="zh-CN" sz="854"/>
              <a:t>%</a:t>
            </a:r>
            <a:r>
              <a:rPr lang="zh-CN" altLang="en-US" sz="854"/>
              <a:t>；</a:t>
            </a:r>
            <a:r>
              <a:rPr lang="en-US" altLang="zh-CN" sz="854"/>
              <a:t>Spain 6.2%</a:t>
            </a:r>
            <a:r>
              <a:rPr lang="zh-CN" altLang="en-US" sz="854"/>
              <a:t>；</a:t>
            </a:r>
            <a:r>
              <a:rPr lang="en-US" altLang="zh-CN" sz="854"/>
              <a:t>France </a:t>
            </a:r>
            <a:r>
              <a:rPr lang="en-US" altLang="zh-CN" sz="854">
                <a:solidFill>
                  <a:srgbClr val="FF0000"/>
                </a:solidFill>
              </a:rPr>
              <a:t>13</a:t>
            </a:r>
            <a:r>
              <a:rPr lang="en-US" altLang="zh-CN" sz="854"/>
              <a:t>%</a:t>
            </a:r>
            <a:r>
              <a:rPr lang="zh-CN" altLang="en-US" sz="854"/>
              <a:t>；</a:t>
            </a:r>
            <a:r>
              <a:rPr lang="en-US" altLang="zh-CN" sz="854"/>
              <a:t>Germany 11.5%</a:t>
            </a:r>
            <a:r>
              <a:rPr lang="zh-CN" altLang="en-US" sz="854"/>
              <a:t>；</a:t>
            </a:r>
            <a:r>
              <a:rPr lang="en-US" altLang="zh-CN" sz="854"/>
              <a:t>Italy 10.0%</a:t>
            </a:r>
            <a:r>
              <a:rPr lang="zh-CN" altLang="en-US" sz="854"/>
              <a:t>；</a:t>
            </a:r>
            <a:r>
              <a:rPr lang="en-US" altLang="zh-CN" sz="854"/>
              <a:t>UK 10.0%</a:t>
            </a:r>
          </a:p>
          <a:p>
            <a:pPr marL="109688" indent="-109688">
              <a:lnSpc>
                <a:spcPct val="140000"/>
              </a:lnSpc>
              <a:buFont typeface="Arial" panose="020B0604020202020204" pitchFamily="34" charset="0"/>
              <a:buChar char="•"/>
            </a:pPr>
            <a:endParaRPr lang="zh-CN" altLang="en-US" sz="975"/>
          </a:p>
        </p:txBody>
      </p:sp>
      <p:graphicFrame>
        <p:nvGraphicFramePr>
          <p:cNvPr id="18" name="图表 17">
            <a:extLst>
              <a:ext uri="{FF2B5EF4-FFF2-40B4-BE49-F238E27FC236}">
                <a16:creationId xmlns:a16="http://schemas.microsoft.com/office/drawing/2014/main" id="{EA5738E2-E1F0-7626-AB37-129D572473EF}"/>
              </a:ext>
            </a:extLst>
          </p:cNvPr>
          <p:cNvGraphicFramePr>
            <a:graphicFrameLocks/>
          </p:cNvGraphicFramePr>
          <p:nvPr/>
        </p:nvGraphicFramePr>
        <p:xfrm>
          <a:off x="919859" y="830179"/>
          <a:ext cx="3581186" cy="2682617"/>
        </p:xfrm>
        <a:graphic>
          <a:graphicData uri="http://schemas.openxmlformats.org/drawingml/2006/chart">
            <c:chart xmlns:c="http://schemas.openxmlformats.org/drawingml/2006/chart" xmlns:r="http://schemas.openxmlformats.org/officeDocument/2006/relationships" r:id="rId3"/>
          </a:graphicData>
        </a:graphic>
      </p:graphicFrame>
      <p:sp>
        <p:nvSpPr>
          <p:cNvPr id="21" name="文本框 20">
            <a:extLst>
              <a:ext uri="{FF2B5EF4-FFF2-40B4-BE49-F238E27FC236}">
                <a16:creationId xmlns:a16="http://schemas.microsoft.com/office/drawing/2014/main" id="{94D733AD-D8CF-111E-E69D-279295E528C9}"/>
              </a:ext>
            </a:extLst>
          </p:cNvPr>
          <p:cNvSpPr txBox="1"/>
          <p:nvPr/>
        </p:nvSpPr>
        <p:spPr bwMode="gray">
          <a:xfrm>
            <a:off x="1007260" y="3731568"/>
            <a:ext cx="3564741" cy="355225"/>
          </a:xfrm>
          <a:prstGeom prst="rect">
            <a:avLst/>
          </a:prstGeom>
          <a:noFill/>
        </p:spPr>
        <p:txBody>
          <a:bodyPr wrap="square">
            <a:spAutoFit/>
          </a:bodyPr>
          <a:lstStyle/>
          <a:p>
            <a:r>
              <a:rPr lang="en-US" altLang="zh-CN" sz="854"/>
              <a:t>US </a:t>
            </a:r>
            <a:r>
              <a:rPr lang="en-US" altLang="zh-CN" sz="854">
                <a:solidFill>
                  <a:srgbClr val="FF0000"/>
                </a:solidFill>
              </a:rPr>
              <a:t>15.8</a:t>
            </a:r>
            <a:r>
              <a:rPr lang="en-US" altLang="zh-CN" sz="854"/>
              <a:t>%</a:t>
            </a:r>
            <a:r>
              <a:rPr lang="zh-CN" altLang="en-US" sz="854"/>
              <a:t>；</a:t>
            </a:r>
            <a:r>
              <a:rPr lang="en-US" altLang="zh-CN" sz="854"/>
              <a:t>Japan 16.3%</a:t>
            </a:r>
            <a:r>
              <a:rPr lang="zh-CN" altLang="en-US" sz="854"/>
              <a:t>；</a:t>
            </a:r>
            <a:r>
              <a:rPr lang="en-US" altLang="zh-CN" sz="854"/>
              <a:t>China 17.5%</a:t>
            </a:r>
            <a:r>
              <a:rPr lang="zh-CN" altLang="en-US" sz="854"/>
              <a:t>；</a:t>
            </a:r>
            <a:r>
              <a:rPr lang="en-US" altLang="zh-CN" sz="854"/>
              <a:t>Spain </a:t>
            </a:r>
            <a:r>
              <a:rPr lang="en-US" altLang="zh-CN" sz="854">
                <a:solidFill>
                  <a:srgbClr val="FF0000"/>
                </a:solidFill>
              </a:rPr>
              <a:t>11.7</a:t>
            </a:r>
            <a:r>
              <a:rPr lang="en-US" altLang="zh-CN" sz="854"/>
              <a:t>%</a:t>
            </a:r>
            <a:r>
              <a:rPr lang="zh-CN" altLang="en-US" sz="854"/>
              <a:t>；</a:t>
            </a:r>
            <a:r>
              <a:rPr lang="en-US" altLang="zh-CN" sz="854"/>
              <a:t>France 10.2%</a:t>
            </a:r>
            <a:r>
              <a:rPr lang="zh-CN" altLang="en-US" sz="854"/>
              <a:t>；</a:t>
            </a:r>
            <a:r>
              <a:rPr lang="en-US" altLang="zh-CN" sz="854"/>
              <a:t>Germany 15.0%</a:t>
            </a:r>
            <a:r>
              <a:rPr lang="zh-CN" altLang="en-US" sz="854"/>
              <a:t>；</a:t>
            </a:r>
            <a:r>
              <a:rPr lang="en-US" altLang="zh-CN" sz="854"/>
              <a:t>Italy 8.3%</a:t>
            </a:r>
            <a:r>
              <a:rPr lang="zh-CN" altLang="en-US" sz="854"/>
              <a:t>；</a:t>
            </a:r>
            <a:r>
              <a:rPr lang="en-US" altLang="zh-CN" sz="854"/>
              <a:t>UK 11.1%</a:t>
            </a:r>
          </a:p>
        </p:txBody>
      </p:sp>
      <p:graphicFrame>
        <p:nvGraphicFramePr>
          <p:cNvPr id="22" name="图表 21">
            <a:extLst>
              <a:ext uri="{FF2B5EF4-FFF2-40B4-BE49-F238E27FC236}">
                <a16:creationId xmlns:a16="http://schemas.microsoft.com/office/drawing/2014/main" id="{5A69AF7F-8A7D-0247-6132-33AE47ED075D}"/>
              </a:ext>
            </a:extLst>
          </p:cNvPr>
          <p:cNvGraphicFramePr>
            <a:graphicFrameLocks/>
          </p:cNvGraphicFramePr>
          <p:nvPr/>
        </p:nvGraphicFramePr>
        <p:xfrm>
          <a:off x="4642958" y="897750"/>
          <a:ext cx="3351645" cy="26150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3990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E9FD5-14F4-46B5-85BD-4B2D5616E6A9}"/>
              </a:ext>
            </a:extLst>
          </p:cNvPr>
          <p:cNvSpPr>
            <a:spLocks noGrp="1"/>
          </p:cNvSpPr>
          <p:nvPr>
            <p:ph type="title"/>
          </p:nvPr>
        </p:nvSpPr>
        <p:spPr/>
        <p:txBody>
          <a:bodyPr>
            <a:noAutofit/>
          </a:bodyPr>
          <a:lstStyle/>
          <a:p>
            <a:r>
              <a:rPr lang="en-US" altLang="zh-CN" err="1"/>
              <a:t>Fibroneer</a:t>
            </a:r>
            <a:r>
              <a:rPr lang="en-US" altLang="zh-CN"/>
              <a:t>-IPF 1305-0014</a:t>
            </a:r>
            <a:r>
              <a:rPr lang="zh-CN" altLang="en-US"/>
              <a:t> </a:t>
            </a:r>
            <a:r>
              <a:rPr lang="en-US" altLang="zh-CN"/>
              <a:t>Global recruitment information- 20231207</a:t>
            </a:r>
            <a:endParaRPr lang="zh-CN" altLang="en-US"/>
          </a:p>
        </p:txBody>
      </p:sp>
      <p:sp>
        <p:nvSpPr>
          <p:cNvPr id="5" name="Text Placeholder 4">
            <a:extLst>
              <a:ext uri="{FF2B5EF4-FFF2-40B4-BE49-F238E27FC236}">
                <a16:creationId xmlns:a16="http://schemas.microsoft.com/office/drawing/2014/main" id="{14ED4B9E-B867-6B4F-638A-0BC4C4D2A7BB}"/>
              </a:ext>
            </a:extLst>
          </p:cNvPr>
          <p:cNvSpPr>
            <a:spLocks noGrp="1"/>
          </p:cNvSpPr>
          <p:nvPr>
            <p:ph type="body" sz="quarter" idx="13"/>
          </p:nvPr>
        </p:nvSpPr>
        <p:spPr/>
        <p:txBody>
          <a:bodyPr/>
          <a:lstStyle/>
          <a:p>
            <a:endParaRPr lang="zh-CN" altLang="en-US"/>
          </a:p>
        </p:txBody>
      </p:sp>
      <p:graphicFrame>
        <p:nvGraphicFramePr>
          <p:cNvPr id="6" name="表格 5">
            <a:extLst>
              <a:ext uri="{FF2B5EF4-FFF2-40B4-BE49-F238E27FC236}">
                <a16:creationId xmlns:a16="http://schemas.microsoft.com/office/drawing/2014/main" id="{127EE0F1-E4C5-159D-3810-21AA1F77D481}"/>
              </a:ext>
            </a:extLst>
          </p:cNvPr>
          <p:cNvGraphicFramePr>
            <a:graphicFrameLocks noGrp="1"/>
          </p:cNvGraphicFramePr>
          <p:nvPr/>
        </p:nvGraphicFramePr>
        <p:xfrm>
          <a:off x="1081685" y="3853811"/>
          <a:ext cx="6782949" cy="804198"/>
        </p:xfrm>
        <a:graphic>
          <a:graphicData uri="http://schemas.openxmlformats.org/drawingml/2006/table">
            <a:tbl>
              <a:tblPr/>
              <a:tblGrid>
                <a:gridCol w="1264617">
                  <a:extLst>
                    <a:ext uri="{9D8B030D-6E8A-4147-A177-3AD203B41FA5}">
                      <a16:colId xmlns:a16="http://schemas.microsoft.com/office/drawing/2014/main" val="464337323"/>
                    </a:ext>
                  </a:extLst>
                </a:gridCol>
                <a:gridCol w="459861">
                  <a:extLst>
                    <a:ext uri="{9D8B030D-6E8A-4147-A177-3AD203B41FA5}">
                      <a16:colId xmlns:a16="http://schemas.microsoft.com/office/drawing/2014/main" val="3428161696"/>
                    </a:ext>
                  </a:extLst>
                </a:gridCol>
                <a:gridCol w="459861">
                  <a:extLst>
                    <a:ext uri="{9D8B030D-6E8A-4147-A177-3AD203B41FA5}">
                      <a16:colId xmlns:a16="http://schemas.microsoft.com/office/drawing/2014/main" val="3454306809"/>
                    </a:ext>
                  </a:extLst>
                </a:gridCol>
                <a:gridCol w="459861">
                  <a:extLst>
                    <a:ext uri="{9D8B030D-6E8A-4147-A177-3AD203B41FA5}">
                      <a16:colId xmlns:a16="http://schemas.microsoft.com/office/drawing/2014/main" val="525327121"/>
                    </a:ext>
                  </a:extLst>
                </a:gridCol>
                <a:gridCol w="459861">
                  <a:extLst>
                    <a:ext uri="{9D8B030D-6E8A-4147-A177-3AD203B41FA5}">
                      <a16:colId xmlns:a16="http://schemas.microsoft.com/office/drawing/2014/main" val="451929451"/>
                    </a:ext>
                  </a:extLst>
                </a:gridCol>
                <a:gridCol w="459861">
                  <a:extLst>
                    <a:ext uri="{9D8B030D-6E8A-4147-A177-3AD203B41FA5}">
                      <a16:colId xmlns:a16="http://schemas.microsoft.com/office/drawing/2014/main" val="2873720552"/>
                    </a:ext>
                  </a:extLst>
                </a:gridCol>
                <a:gridCol w="459861">
                  <a:extLst>
                    <a:ext uri="{9D8B030D-6E8A-4147-A177-3AD203B41FA5}">
                      <a16:colId xmlns:a16="http://schemas.microsoft.com/office/drawing/2014/main" val="3794576006"/>
                    </a:ext>
                  </a:extLst>
                </a:gridCol>
                <a:gridCol w="459861">
                  <a:extLst>
                    <a:ext uri="{9D8B030D-6E8A-4147-A177-3AD203B41FA5}">
                      <a16:colId xmlns:a16="http://schemas.microsoft.com/office/drawing/2014/main" val="1029440302"/>
                    </a:ext>
                  </a:extLst>
                </a:gridCol>
                <a:gridCol w="459861">
                  <a:extLst>
                    <a:ext uri="{9D8B030D-6E8A-4147-A177-3AD203B41FA5}">
                      <a16:colId xmlns:a16="http://schemas.microsoft.com/office/drawing/2014/main" val="3436260831"/>
                    </a:ext>
                  </a:extLst>
                </a:gridCol>
                <a:gridCol w="459861">
                  <a:extLst>
                    <a:ext uri="{9D8B030D-6E8A-4147-A177-3AD203B41FA5}">
                      <a16:colId xmlns:a16="http://schemas.microsoft.com/office/drawing/2014/main" val="3632455501"/>
                    </a:ext>
                  </a:extLst>
                </a:gridCol>
                <a:gridCol w="459861">
                  <a:extLst>
                    <a:ext uri="{9D8B030D-6E8A-4147-A177-3AD203B41FA5}">
                      <a16:colId xmlns:a16="http://schemas.microsoft.com/office/drawing/2014/main" val="2552903348"/>
                    </a:ext>
                  </a:extLst>
                </a:gridCol>
                <a:gridCol w="459861">
                  <a:extLst>
                    <a:ext uri="{9D8B030D-6E8A-4147-A177-3AD203B41FA5}">
                      <a16:colId xmlns:a16="http://schemas.microsoft.com/office/drawing/2014/main" val="529111356"/>
                    </a:ext>
                  </a:extLst>
                </a:gridCol>
                <a:gridCol w="459861">
                  <a:extLst>
                    <a:ext uri="{9D8B030D-6E8A-4147-A177-3AD203B41FA5}">
                      <a16:colId xmlns:a16="http://schemas.microsoft.com/office/drawing/2014/main" val="3402152513"/>
                    </a:ext>
                  </a:extLst>
                </a:gridCol>
              </a:tblGrid>
              <a:tr h="95094">
                <a:tc>
                  <a:txBody>
                    <a:bodyPr/>
                    <a:lstStyle/>
                    <a:p>
                      <a:pPr algn="l" fontAlgn="ctr"/>
                      <a:r>
                        <a:rPr lang="en-US" sz="600" b="1" i="0" u="none" strike="noStrike">
                          <a:solidFill>
                            <a:srgbClr val="000000"/>
                          </a:solidFill>
                          <a:effectLst/>
                          <a:latin typeface="Calibri" panose="020F0502020204030204" pitchFamily="34" charset="0"/>
                          <a:ea typeface="等线" panose="02010600030101010101" pitchFamily="2" charset="-122"/>
                        </a:rPr>
                        <a:t>Global recruitment source data</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600" b="0" i="0" u="none" strike="noStrike">
                        <a:solidFill>
                          <a:srgbClr val="000000"/>
                        </a:solidFill>
                        <a:effectLst/>
                        <a:latin typeface="等线" panose="02010600030101010101" pitchFamily="2" charset="-122"/>
                        <a:ea typeface="等线" panose="02010600030101010101" pitchFamily="2" charset="-122"/>
                      </a:endParaRPr>
                    </a:p>
                  </a:txBody>
                  <a:tcPr marL="3037" marR="3037" marT="3037" marB="0">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4236049"/>
                  </a:ext>
                </a:extLst>
              </a:tr>
              <a:tr h="95094">
                <a:tc>
                  <a:txBody>
                    <a:bodyPr/>
                    <a:lstStyle/>
                    <a:p>
                      <a:pPr algn="l" fontAlgn="ctr"/>
                      <a:r>
                        <a:rPr lang="en-US" sz="600" b="0" i="0" u="none" strike="noStrike">
                          <a:solidFill>
                            <a:srgbClr val="000000"/>
                          </a:solidFill>
                          <a:effectLst/>
                          <a:latin typeface="Calibri" panose="020F0502020204030204" pitchFamily="34" charset="0"/>
                          <a:ea typeface="等线" panose="02010600030101010101" pitchFamily="2" charset="-122"/>
                        </a:rPr>
                        <a:t> Months</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Sep-22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Oct-22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Nov-22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Dec-22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Jan-23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Feb-23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Mar-23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Apr-23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May-23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Jun-23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Jul-23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panose="020F0502020204030204" pitchFamily="34" charset="0"/>
                          <a:ea typeface="等线" panose="02010600030101010101" pitchFamily="2" charset="-122"/>
                        </a:rPr>
                        <a:t>Aug-23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301837005"/>
                  </a:ext>
                </a:extLst>
              </a:tr>
              <a:tr h="186970">
                <a:tc>
                  <a:txBody>
                    <a:bodyPr/>
                    <a:lstStyle/>
                    <a:p>
                      <a:pPr algn="l" fontAlgn="ctr"/>
                      <a:r>
                        <a:rPr lang="en-US" sz="600" b="1" i="0" u="none" strike="noStrike">
                          <a:solidFill>
                            <a:srgbClr val="000000"/>
                          </a:solidFill>
                          <a:effectLst/>
                          <a:latin typeface="Calibri" panose="020F0502020204030204" pitchFamily="34" charset="0"/>
                          <a:ea typeface="等线" panose="02010600030101010101" pitchFamily="2" charset="-122"/>
                        </a:rPr>
                        <a:t>Patients Enrolled/Randomized (Actual)</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0</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4</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5</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69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221</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369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574</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905</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1124</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1177</a:t>
                      </a:r>
                      <a:r>
                        <a:rPr lang="zh-CN" altLang="en-US" sz="600" b="0" i="0" u="none" strike="noStrike">
                          <a:solidFill>
                            <a:srgbClr val="000000"/>
                          </a:solidFill>
                          <a:effectLst/>
                          <a:latin typeface="Calibri" panose="020F0502020204030204" pitchFamily="34" charset="0"/>
                          <a:ea typeface="等线" panose="02010600030101010101" pitchFamily="2" charset="-122"/>
                        </a:rPr>
                        <a:t>　</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336134448"/>
                  </a:ext>
                </a:extLst>
              </a:tr>
              <a:tr h="186970">
                <a:tc>
                  <a:txBody>
                    <a:bodyPr/>
                    <a:lstStyle/>
                    <a:p>
                      <a:pPr algn="l" fontAlgn="ctr"/>
                      <a:r>
                        <a:rPr lang="en-US" sz="600" b="1" i="0" u="none" strike="noStrike">
                          <a:solidFill>
                            <a:srgbClr val="000000"/>
                          </a:solidFill>
                          <a:effectLst/>
                          <a:latin typeface="Calibri" panose="020F0502020204030204" pitchFamily="34" charset="0"/>
                          <a:ea typeface="等线" panose="02010600030101010101" pitchFamily="2" charset="-122"/>
                        </a:rPr>
                        <a:t>Patients Enrolled/Randomized (Planned)</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0</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6</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76</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167</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265</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364</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473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585</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686</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780</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894916212"/>
                  </a:ext>
                </a:extLst>
              </a:tr>
              <a:tr h="120035">
                <a:tc>
                  <a:txBody>
                    <a:bodyPr/>
                    <a:lstStyle/>
                    <a:p>
                      <a:pPr algn="l" fontAlgn="ctr"/>
                      <a:r>
                        <a:rPr lang="en-US" sz="600" b="1" i="0" u="none" strike="noStrike">
                          <a:solidFill>
                            <a:srgbClr val="000000"/>
                          </a:solidFill>
                          <a:effectLst/>
                          <a:latin typeface="Calibri" panose="020F0502020204030204" pitchFamily="34" charset="0"/>
                          <a:ea typeface="等线" panose="02010600030101010101" pitchFamily="2" charset="-122"/>
                        </a:rPr>
                        <a:t>Patient Screened(Actual)</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0</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6</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30</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124</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295</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609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852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1399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1720</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1720</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1720</a:t>
                      </a:r>
                      <a:endParaRPr lang="zh-CN" altLang="en-US" sz="600" b="0" i="0" u="none" strike="noStrike">
                        <a:solidFill>
                          <a:srgbClr val="000000"/>
                        </a:solidFill>
                        <a:effectLst/>
                        <a:latin typeface="Calibri" panose="020F0502020204030204" pitchFamily="34" charset="0"/>
                        <a:ea typeface="等线" panose="02010600030101010101" pitchFamily="2" charset="-122"/>
                      </a:endParaRP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46895224"/>
                  </a:ext>
                </a:extLst>
              </a:tr>
              <a:tr h="120035">
                <a:tc>
                  <a:txBody>
                    <a:bodyPr/>
                    <a:lstStyle/>
                    <a:p>
                      <a:pPr algn="l" fontAlgn="ctr"/>
                      <a:r>
                        <a:rPr lang="en-US" sz="600" b="1" i="0" u="none" strike="noStrike">
                          <a:solidFill>
                            <a:srgbClr val="000000"/>
                          </a:solidFill>
                          <a:effectLst/>
                          <a:latin typeface="Calibri" panose="020F0502020204030204" pitchFamily="34" charset="0"/>
                          <a:ea typeface="等线" panose="02010600030101010101" pitchFamily="2" charset="-122"/>
                        </a:rPr>
                        <a:t>Patient Screened(Planned)</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31</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91</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173</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299</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432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568</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702</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830</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rgbClr val="000000"/>
                          </a:solidFill>
                          <a:effectLst/>
                          <a:latin typeface="Calibri" panose="020F0502020204030204" pitchFamily="34" charset="0"/>
                          <a:ea typeface="等线" panose="02010600030101010101" pitchFamily="2" charset="-122"/>
                          <a:cs typeface="+mn-cs"/>
                        </a:rPr>
                        <a:t>960</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panose="020F0502020204030204" pitchFamily="34" charset="0"/>
                          <a:ea typeface="等线" panose="02010600030101010101" pitchFamily="2" charset="-122"/>
                        </a:rPr>
                        <a:t>1084</a:t>
                      </a:r>
                    </a:p>
                  </a:txBody>
                  <a:tcPr marL="3037" marR="3037" marT="30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00018321"/>
                  </a:ext>
                </a:extLst>
              </a:tr>
            </a:tbl>
          </a:graphicData>
        </a:graphic>
      </p:graphicFrame>
      <p:graphicFrame>
        <p:nvGraphicFramePr>
          <p:cNvPr id="7" name="图表 6">
            <a:extLst>
              <a:ext uri="{FF2B5EF4-FFF2-40B4-BE49-F238E27FC236}">
                <a16:creationId xmlns:a16="http://schemas.microsoft.com/office/drawing/2014/main" id="{143855D3-70B4-468D-8667-5579C14069D1}"/>
              </a:ext>
            </a:extLst>
          </p:cNvPr>
          <p:cNvGraphicFramePr>
            <a:graphicFrameLocks/>
          </p:cNvGraphicFramePr>
          <p:nvPr/>
        </p:nvGraphicFramePr>
        <p:xfrm>
          <a:off x="1081685" y="645351"/>
          <a:ext cx="6831017" cy="306616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5">
            <a:extLst>
              <a:ext uri="{FF2B5EF4-FFF2-40B4-BE49-F238E27FC236}">
                <a16:creationId xmlns:a16="http://schemas.microsoft.com/office/drawing/2014/main" id="{D16F02DF-6F54-6E5F-D83B-849964119C59}"/>
              </a:ext>
            </a:extLst>
          </p:cNvPr>
          <p:cNvSpPr/>
          <p:nvPr/>
        </p:nvSpPr>
        <p:spPr>
          <a:xfrm>
            <a:off x="1647335" y="1078633"/>
            <a:ext cx="1337913" cy="649640"/>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224147">
              <a:defRPr/>
            </a:pPr>
            <a:r>
              <a:rPr lang="en-US" sz="638">
                <a:solidFill>
                  <a:srgbClr val="000000"/>
                </a:solidFill>
                <a:latin typeface="BISansOpti"/>
              </a:rPr>
              <a:t>Total Screened = 1720+16 rescreen</a:t>
            </a:r>
          </a:p>
          <a:p>
            <a:pPr defTabSz="224147">
              <a:defRPr/>
            </a:pPr>
            <a:r>
              <a:rPr lang="en-US" sz="638">
                <a:solidFill>
                  <a:srgbClr val="000000"/>
                </a:solidFill>
                <a:latin typeface="BISansOpti"/>
              </a:rPr>
              <a:t>Total Randomized =  1177</a:t>
            </a:r>
          </a:p>
          <a:p>
            <a:pPr defTabSz="224147">
              <a:defRPr/>
            </a:pPr>
            <a:r>
              <a:rPr lang="en-US" altLang="zh-CN" sz="638">
                <a:solidFill>
                  <a:srgbClr val="000000"/>
                </a:solidFill>
                <a:latin typeface="BISansCond"/>
              </a:rPr>
              <a:t>Total Screen failure = 559</a:t>
            </a:r>
          </a:p>
          <a:p>
            <a:pPr defTabSz="224147">
              <a:defRPr/>
            </a:pPr>
            <a:r>
              <a:rPr lang="en-US" altLang="zh-CN" sz="638">
                <a:solidFill>
                  <a:srgbClr val="000000"/>
                </a:solidFill>
                <a:latin typeface="BISansOpti"/>
              </a:rPr>
              <a:t>Screen failure rate = 32%</a:t>
            </a:r>
          </a:p>
          <a:p>
            <a:pPr defTabSz="224147">
              <a:defRPr/>
            </a:pPr>
            <a:r>
              <a:rPr lang="en-US" altLang="zh-CN" sz="638">
                <a:solidFill>
                  <a:srgbClr val="000000"/>
                </a:solidFill>
                <a:latin typeface="BISansOpti"/>
              </a:rPr>
              <a:t>Early discontinuation=90</a:t>
            </a:r>
            <a:r>
              <a:rPr lang="zh-CN" altLang="en-US" sz="638" b="1">
                <a:solidFill>
                  <a:srgbClr val="FF0000"/>
                </a:solidFill>
                <a:latin typeface="BISansOpti"/>
              </a:rPr>
              <a:t>→111</a:t>
            </a:r>
            <a:r>
              <a:rPr lang="en-US" altLang="zh-CN" sz="638" b="1">
                <a:solidFill>
                  <a:srgbClr val="FF0000"/>
                </a:solidFill>
                <a:latin typeface="BISansOpti"/>
              </a:rPr>
              <a:t> (9%)</a:t>
            </a:r>
          </a:p>
        </p:txBody>
      </p:sp>
      <p:sp>
        <p:nvSpPr>
          <p:cNvPr id="3" name="TextBox 2">
            <a:extLst>
              <a:ext uri="{FF2B5EF4-FFF2-40B4-BE49-F238E27FC236}">
                <a16:creationId xmlns:a16="http://schemas.microsoft.com/office/drawing/2014/main" id="{B26E41C7-1C3A-9067-4B72-E2E6093FC594}"/>
              </a:ext>
            </a:extLst>
          </p:cNvPr>
          <p:cNvSpPr txBox="1"/>
          <p:nvPr/>
        </p:nvSpPr>
        <p:spPr bwMode="gray">
          <a:xfrm>
            <a:off x="3188403" y="1284903"/>
            <a:ext cx="1550104" cy="138499"/>
          </a:xfrm>
          <a:prstGeom prst="rect">
            <a:avLst/>
          </a:prstGeom>
          <a:ln/>
        </p:spPr>
        <p:style>
          <a:lnRef idx="2">
            <a:schemeClr val="accent6"/>
          </a:lnRef>
          <a:fillRef idx="1">
            <a:schemeClr val="lt1"/>
          </a:fillRef>
          <a:effectRef idx="0">
            <a:schemeClr val="accent6"/>
          </a:effectRef>
          <a:fontRef idx="minor">
            <a:schemeClr val="dk1"/>
          </a:fontRef>
        </p:style>
        <p:txBody>
          <a:bodyPr wrap="square" lIns="0" tIns="0" rIns="0" bIns="0" rtlCol="0">
            <a:spAutoFit/>
          </a:bodyPr>
          <a:lstStyle>
            <a:defPPr>
              <a:defRPr lang="de-DE"/>
            </a:defPPr>
            <a:lvl1pPr marL="285743" indent="-285743" defTabSz="914378">
              <a:buFont typeface="Arial" panose="020B0604020202020204" pitchFamily="34" charset="0"/>
              <a:buChar char="•"/>
              <a:defRPr sz="900">
                <a:solidFill>
                  <a:prstClr val="black"/>
                </a:solidFill>
                <a:latin typeface="Boehringer Forward Text"/>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285736" indent="-285736" defTabSz="914355"/>
            <a:r>
              <a:rPr lang="en-US" altLang="zh-CN"/>
              <a:t>TLR planned 9Sep2024</a:t>
            </a:r>
            <a:endParaRPr lang="zh-CN" altLang="en-US"/>
          </a:p>
        </p:txBody>
      </p:sp>
    </p:spTree>
    <p:extLst>
      <p:ext uri="{BB962C8B-B14F-4D97-AF65-F5344CB8AC3E}">
        <p14:creationId xmlns:p14="http://schemas.microsoft.com/office/powerpoint/2010/main" val="3195558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E9FD5-14F4-46B5-85BD-4B2D5616E6A9}"/>
              </a:ext>
            </a:extLst>
          </p:cNvPr>
          <p:cNvSpPr>
            <a:spLocks noGrp="1"/>
          </p:cNvSpPr>
          <p:nvPr>
            <p:ph type="title"/>
          </p:nvPr>
        </p:nvSpPr>
        <p:spPr/>
        <p:txBody>
          <a:bodyPr>
            <a:noAutofit/>
          </a:bodyPr>
          <a:lstStyle/>
          <a:p>
            <a:r>
              <a:rPr lang="en-US" altLang="zh-CN" sz="1800" err="1"/>
              <a:t>Fibroneer</a:t>
            </a:r>
            <a:r>
              <a:rPr lang="en-US" altLang="zh-CN" sz="1800"/>
              <a:t>-IPF 1305-0014 China recruitment information- 20231207</a:t>
            </a:r>
            <a:endParaRPr lang="zh-CN" altLang="en-US" sz="1800"/>
          </a:p>
        </p:txBody>
      </p:sp>
      <p:sp>
        <p:nvSpPr>
          <p:cNvPr id="4" name="Text Placeholder 3">
            <a:extLst>
              <a:ext uri="{FF2B5EF4-FFF2-40B4-BE49-F238E27FC236}">
                <a16:creationId xmlns:a16="http://schemas.microsoft.com/office/drawing/2014/main" id="{48421772-394F-79C0-6D05-88E75F120827}"/>
              </a:ext>
            </a:extLst>
          </p:cNvPr>
          <p:cNvSpPr>
            <a:spLocks noGrp="1"/>
          </p:cNvSpPr>
          <p:nvPr>
            <p:ph type="body" sz="quarter" idx="13"/>
          </p:nvPr>
        </p:nvSpPr>
        <p:spPr/>
        <p:txBody>
          <a:bodyPr/>
          <a:lstStyle/>
          <a:p>
            <a:endParaRPr lang="zh-CN" altLang="en-US"/>
          </a:p>
        </p:txBody>
      </p:sp>
      <p:graphicFrame>
        <p:nvGraphicFramePr>
          <p:cNvPr id="6" name="表格 5">
            <a:extLst>
              <a:ext uri="{FF2B5EF4-FFF2-40B4-BE49-F238E27FC236}">
                <a16:creationId xmlns:a16="http://schemas.microsoft.com/office/drawing/2014/main" id="{ACE9568A-0306-B17E-7AC4-F0F3B8460C99}"/>
              </a:ext>
            </a:extLst>
          </p:cNvPr>
          <p:cNvGraphicFramePr>
            <a:graphicFrameLocks noGrp="1"/>
          </p:cNvGraphicFramePr>
          <p:nvPr/>
        </p:nvGraphicFramePr>
        <p:xfrm>
          <a:off x="1106051" y="4179751"/>
          <a:ext cx="6765370" cy="673178"/>
        </p:xfrm>
        <a:graphic>
          <a:graphicData uri="http://schemas.openxmlformats.org/drawingml/2006/table">
            <a:tbl>
              <a:tblPr/>
              <a:tblGrid>
                <a:gridCol w="1583386">
                  <a:extLst>
                    <a:ext uri="{9D8B030D-6E8A-4147-A177-3AD203B41FA5}">
                      <a16:colId xmlns:a16="http://schemas.microsoft.com/office/drawing/2014/main" val="492702422"/>
                    </a:ext>
                  </a:extLst>
                </a:gridCol>
                <a:gridCol w="575776">
                  <a:extLst>
                    <a:ext uri="{9D8B030D-6E8A-4147-A177-3AD203B41FA5}">
                      <a16:colId xmlns:a16="http://schemas.microsoft.com/office/drawing/2014/main" val="1588625483"/>
                    </a:ext>
                  </a:extLst>
                </a:gridCol>
                <a:gridCol w="575776">
                  <a:extLst>
                    <a:ext uri="{9D8B030D-6E8A-4147-A177-3AD203B41FA5}">
                      <a16:colId xmlns:a16="http://schemas.microsoft.com/office/drawing/2014/main" val="2715868156"/>
                    </a:ext>
                  </a:extLst>
                </a:gridCol>
                <a:gridCol w="575776">
                  <a:extLst>
                    <a:ext uri="{9D8B030D-6E8A-4147-A177-3AD203B41FA5}">
                      <a16:colId xmlns:a16="http://schemas.microsoft.com/office/drawing/2014/main" val="731922117"/>
                    </a:ext>
                  </a:extLst>
                </a:gridCol>
                <a:gridCol w="575776">
                  <a:extLst>
                    <a:ext uri="{9D8B030D-6E8A-4147-A177-3AD203B41FA5}">
                      <a16:colId xmlns:a16="http://schemas.microsoft.com/office/drawing/2014/main" val="19781725"/>
                    </a:ext>
                  </a:extLst>
                </a:gridCol>
                <a:gridCol w="575776">
                  <a:extLst>
                    <a:ext uri="{9D8B030D-6E8A-4147-A177-3AD203B41FA5}">
                      <a16:colId xmlns:a16="http://schemas.microsoft.com/office/drawing/2014/main" val="1288760038"/>
                    </a:ext>
                  </a:extLst>
                </a:gridCol>
                <a:gridCol w="575776">
                  <a:extLst>
                    <a:ext uri="{9D8B030D-6E8A-4147-A177-3AD203B41FA5}">
                      <a16:colId xmlns:a16="http://schemas.microsoft.com/office/drawing/2014/main" val="1132817140"/>
                    </a:ext>
                  </a:extLst>
                </a:gridCol>
                <a:gridCol w="575776">
                  <a:extLst>
                    <a:ext uri="{9D8B030D-6E8A-4147-A177-3AD203B41FA5}">
                      <a16:colId xmlns:a16="http://schemas.microsoft.com/office/drawing/2014/main" val="245786500"/>
                    </a:ext>
                  </a:extLst>
                </a:gridCol>
                <a:gridCol w="575776">
                  <a:extLst>
                    <a:ext uri="{9D8B030D-6E8A-4147-A177-3AD203B41FA5}">
                      <a16:colId xmlns:a16="http://schemas.microsoft.com/office/drawing/2014/main" val="1663255071"/>
                    </a:ext>
                  </a:extLst>
                </a:gridCol>
                <a:gridCol w="575776">
                  <a:extLst>
                    <a:ext uri="{9D8B030D-6E8A-4147-A177-3AD203B41FA5}">
                      <a16:colId xmlns:a16="http://schemas.microsoft.com/office/drawing/2014/main" val="3552326075"/>
                    </a:ext>
                  </a:extLst>
                </a:gridCol>
              </a:tblGrid>
              <a:tr h="95054">
                <a:tc>
                  <a:txBody>
                    <a:bodyPr/>
                    <a:lstStyle/>
                    <a:p>
                      <a:pPr algn="l" fontAlgn="ctr"/>
                      <a:r>
                        <a:rPr lang="en-US" sz="600" b="0" i="0" u="none" strike="noStrike">
                          <a:solidFill>
                            <a:srgbClr val="000000"/>
                          </a:solidFill>
                          <a:effectLst/>
                          <a:latin typeface="Calibri"/>
                          <a:ea typeface="等线"/>
                        </a:rPr>
                        <a:t> Months</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sz="600" b="1" i="0" u="none" strike="noStrike">
                          <a:solidFill>
                            <a:srgbClr val="000000"/>
                          </a:solidFill>
                          <a:effectLst/>
                          <a:latin typeface="Calibri"/>
                          <a:ea typeface="等线"/>
                        </a:rPr>
                        <a:t>Dec-22</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Jan-23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Feb-23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Mar-23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Apr-23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May-23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5-Jun-23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Jul-23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600" b="1" i="0" u="none" strike="noStrike">
                          <a:solidFill>
                            <a:srgbClr val="000000"/>
                          </a:solidFill>
                          <a:effectLst/>
                          <a:latin typeface="Calibri"/>
                          <a:ea typeface="等线"/>
                        </a:rPr>
                        <a:t>7- Aug-23</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3371526869"/>
                  </a:ext>
                </a:extLst>
              </a:tr>
              <a:tr h="102568">
                <a:tc>
                  <a:txBody>
                    <a:bodyPr/>
                    <a:lstStyle/>
                    <a:p>
                      <a:pPr algn="l" fontAlgn="ctr"/>
                      <a:r>
                        <a:rPr lang="en-US" sz="600" b="1" i="0" u="none" strike="noStrike">
                          <a:solidFill>
                            <a:srgbClr val="000000"/>
                          </a:solidFill>
                          <a:effectLst/>
                          <a:latin typeface="Calibri"/>
                          <a:ea typeface="等线"/>
                        </a:rPr>
                        <a:t>Patients Enrolled/Randomized (Actual)</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2 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20 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chemeClr val="tx1"/>
                          </a:solidFill>
                          <a:effectLst/>
                          <a:latin typeface="Calibri"/>
                          <a:ea typeface="等线"/>
                        </a:rPr>
                        <a:t>46</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76 </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96 </a:t>
                      </a:r>
                    </a:p>
                  </a:txBody>
                  <a:tcPr marL="5159" marR="5159" marT="51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a:ea typeface="等线"/>
                        </a:rPr>
                        <a:t>97</a:t>
                      </a:r>
                      <a:r>
                        <a:rPr lang="zh-CN" altLang="en-US" sz="600" b="0" i="0" u="none" strike="noStrike">
                          <a:solidFill>
                            <a:srgbClr val="000000"/>
                          </a:solidFill>
                          <a:effectLst/>
                          <a:latin typeface="Calibri"/>
                          <a:ea typeface="等线"/>
                        </a:rPr>
                        <a:t>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78306848"/>
                  </a:ext>
                </a:extLst>
              </a:tr>
              <a:tr h="186494">
                <a:tc>
                  <a:txBody>
                    <a:bodyPr/>
                    <a:lstStyle/>
                    <a:p>
                      <a:pPr algn="l" fontAlgn="ctr"/>
                      <a:r>
                        <a:rPr lang="en-US" sz="600" b="1" i="0" u="none" strike="noStrike">
                          <a:solidFill>
                            <a:srgbClr val="000000"/>
                          </a:solidFill>
                          <a:effectLst/>
                          <a:latin typeface="Calibri"/>
                          <a:ea typeface="等线"/>
                        </a:rPr>
                        <a:t>Patients Enrolled/Randomized (</a:t>
                      </a:r>
                      <a:r>
                        <a:rPr lang="en-US" sz="600" b="1" i="0" u="none" strike="noStrike">
                          <a:solidFill>
                            <a:schemeClr val="tx1">
                              <a:lumMod val="85000"/>
                              <a:lumOff val="15000"/>
                            </a:schemeClr>
                          </a:solidFill>
                          <a:effectLst/>
                          <a:latin typeface="Calibri"/>
                          <a:ea typeface="等线"/>
                        </a:rPr>
                        <a:t>Re-Planned base on global best case)</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2 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20 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chemeClr val="tx1"/>
                          </a:solidFill>
                          <a:effectLst/>
                          <a:latin typeface="Calibri"/>
                          <a:ea typeface="等线"/>
                        </a:rPr>
                        <a:t>45 </a:t>
                      </a:r>
                      <a:endParaRPr lang="en-US" altLang="zh-CN" sz="600" b="0" i="0" u="none" strike="noStrike">
                        <a:solidFill>
                          <a:schemeClr val="tx1"/>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   75 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105 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a:ea typeface="等线"/>
                        </a:rPr>
                        <a:t>135 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18797156"/>
                  </a:ext>
                </a:extLst>
              </a:tr>
              <a:tr h="102568">
                <a:tc>
                  <a:txBody>
                    <a:bodyPr/>
                    <a:lstStyle/>
                    <a:p>
                      <a:pPr algn="l" fontAlgn="ctr"/>
                      <a:r>
                        <a:rPr lang="en-US" sz="600" b="1" i="0" u="none" strike="noStrike">
                          <a:solidFill>
                            <a:srgbClr val="000000"/>
                          </a:solidFill>
                          <a:effectLst/>
                          <a:latin typeface="Calibri"/>
                          <a:ea typeface="等线"/>
                        </a:rPr>
                        <a:t>Patient Screened(Actual)</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8 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39 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75 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chemeClr val="tx1"/>
                          </a:solidFill>
                          <a:effectLst/>
                          <a:latin typeface="Calibri"/>
                          <a:ea typeface="等线"/>
                        </a:rPr>
                        <a:t>141</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   168</a:t>
                      </a:r>
                      <a:r>
                        <a:rPr lang="zh-CN" altLang="en-US" sz="600" b="0" i="0" u="none" strike="noStrike" kern="1200">
                          <a:solidFill>
                            <a:schemeClr val="tx1"/>
                          </a:solidFill>
                          <a:effectLst/>
                          <a:latin typeface="Calibri"/>
                          <a:ea typeface="等线"/>
                          <a:cs typeface="+mn-cs"/>
                        </a:rPr>
                        <a:t>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ctr" latinLnBrk="0" hangingPunct="1"/>
                      <a:r>
                        <a:rPr lang="en-US" altLang="zh-CN" sz="600" b="0" i="0" u="none" strike="noStrike" kern="1200">
                          <a:solidFill>
                            <a:schemeClr val="tx1"/>
                          </a:solidFill>
                          <a:effectLst/>
                          <a:latin typeface="Calibri"/>
                          <a:ea typeface="等线"/>
                          <a:cs typeface="+mn-cs"/>
                        </a:rPr>
                        <a:t>168</a:t>
                      </a:r>
                      <a:r>
                        <a:rPr lang="zh-CN" altLang="en-US" sz="600" b="0" i="0" u="none" strike="noStrike" kern="1200">
                          <a:solidFill>
                            <a:schemeClr val="tx1"/>
                          </a:solidFill>
                          <a:effectLst/>
                          <a:latin typeface="Calibri"/>
                          <a:ea typeface="等线"/>
                          <a:cs typeface="+mn-cs"/>
                        </a:rPr>
                        <a:t>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a:ea typeface="等线"/>
                        </a:rPr>
                        <a:t>168</a:t>
                      </a:r>
                      <a:r>
                        <a:rPr lang="zh-CN" altLang="en-US" sz="600" b="0" i="0" u="none" strike="noStrike">
                          <a:solidFill>
                            <a:srgbClr val="000000"/>
                          </a:solidFill>
                          <a:effectLst/>
                          <a:latin typeface="Calibri"/>
                          <a:ea typeface="等线"/>
                        </a:rPr>
                        <a:t>　</a:t>
                      </a: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935874719"/>
                  </a:ext>
                </a:extLst>
              </a:tr>
              <a:tr h="186494">
                <a:tc>
                  <a:txBody>
                    <a:bodyPr/>
                    <a:lstStyle/>
                    <a:p>
                      <a:pPr algn="l" fontAlgn="ctr"/>
                      <a:r>
                        <a:rPr lang="en-US" sz="600" b="1" i="0" u="none" strike="noStrike">
                          <a:solidFill>
                            <a:srgbClr val="000000"/>
                          </a:solidFill>
                          <a:effectLst/>
                          <a:latin typeface="Calibri"/>
                          <a:ea typeface="等线"/>
                        </a:rPr>
                        <a:t>Patient Screened</a:t>
                      </a:r>
                      <a:r>
                        <a:rPr lang="en-US" altLang="zh-CN" sz="600" b="1" i="0" u="none" strike="noStrike">
                          <a:solidFill>
                            <a:schemeClr val="tx1">
                              <a:lumMod val="85000"/>
                              <a:lumOff val="15000"/>
                            </a:schemeClr>
                          </a:solidFill>
                          <a:effectLst/>
                          <a:latin typeface="Calibri"/>
                          <a:ea typeface="等线"/>
                        </a:rPr>
                        <a:t>(Re-Planned base on global best case)</a:t>
                      </a:r>
                      <a:endParaRPr lang="en-US" sz="600" b="1" i="0" u="none" strike="noStrike">
                        <a:solidFill>
                          <a:schemeClr val="tx1">
                            <a:lumMod val="85000"/>
                            <a:lumOff val="15000"/>
                          </a:schemeClr>
                        </a:solidFill>
                        <a:effectLst/>
                        <a:latin typeface="Calibri"/>
                        <a:ea typeface="等线"/>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0 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8 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39 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effectLst/>
                          <a:latin typeface="Calibri"/>
                          <a:ea typeface="等线"/>
                        </a:rPr>
                        <a:t>75 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chemeClr val="tx1"/>
                          </a:solidFill>
                          <a:effectLst/>
                          <a:latin typeface="Calibri"/>
                          <a:ea typeface="等线"/>
                        </a:rPr>
                        <a:t>115 </a:t>
                      </a:r>
                      <a:endParaRPr lang="en-US" altLang="zh-CN" sz="600" b="0" i="0" u="none" strike="noStrike">
                        <a:solidFill>
                          <a:schemeClr val="tx1"/>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chemeClr val="tx1"/>
                          </a:solidFill>
                          <a:effectLst/>
                          <a:latin typeface="Calibri"/>
                          <a:ea typeface="等线"/>
                        </a:rPr>
                        <a:t>    176 </a:t>
                      </a:r>
                      <a:endParaRPr lang="en-US" altLang="zh-CN" sz="600" b="0" i="0" u="none" strike="noStrike">
                        <a:solidFill>
                          <a:schemeClr val="tx1"/>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a:ea typeface="等线"/>
                        </a:rPr>
                        <a:t>176 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600" b="0" i="0" u="none" strike="noStrike">
                          <a:solidFill>
                            <a:srgbClr val="000000"/>
                          </a:solidFill>
                          <a:effectLst/>
                          <a:latin typeface="Calibri"/>
                          <a:ea typeface="等线"/>
                        </a:rPr>
                        <a:t>176 </a:t>
                      </a:r>
                      <a:endParaRPr lang="en-US" altLang="zh-CN" sz="600" b="0" i="0" u="none" strike="noStrike">
                        <a:solidFill>
                          <a:srgbClr val="000000"/>
                        </a:solidFill>
                        <a:effectLst/>
                        <a:latin typeface="Calibri" panose="020F0502020204030204" pitchFamily="34" charset="0"/>
                        <a:ea typeface="等线" panose="02010600030101010101" pitchFamily="2" charset="-122"/>
                      </a:endParaRPr>
                    </a:p>
                  </a:txBody>
                  <a:tcPr marL="3614" marR="3614" marT="361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522842852"/>
                  </a:ext>
                </a:extLst>
              </a:tr>
            </a:tbl>
          </a:graphicData>
        </a:graphic>
      </p:graphicFrame>
      <p:graphicFrame>
        <p:nvGraphicFramePr>
          <p:cNvPr id="8" name="Chart 6">
            <a:extLst>
              <a:ext uri="{FF2B5EF4-FFF2-40B4-BE49-F238E27FC236}">
                <a16:creationId xmlns:a16="http://schemas.microsoft.com/office/drawing/2014/main" id="{73207099-613B-4188-B37D-91BA5B30A0AB}"/>
              </a:ext>
            </a:extLst>
          </p:cNvPr>
          <p:cNvGraphicFramePr>
            <a:graphicFrameLocks/>
          </p:cNvGraphicFramePr>
          <p:nvPr/>
        </p:nvGraphicFramePr>
        <p:xfrm>
          <a:off x="1024571" y="746913"/>
          <a:ext cx="7181850" cy="3248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717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ED313FD7-3429-45C7-99CF-22A9E776C723}"/>
              </a:ext>
            </a:extLst>
          </p:cNvPr>
          <p:cNvSpPr>
            <a:spLocks noGrp="1"/>
          </p:cNvSpPr>
          <p:nvPr>
            <p:ph type="title"/>
          </p:nvPr>
        </p:nvSpPr>
        <p:spPr/>
        <p:txBody>
          <a:bodyPr>
            <a:normAutofit/>
          </a:bodyPr>
          <a:lstStyle/>
          <a:p>
            <a:r>
              <a:rPr lang="en-US" altLang="zh-CN" sz="2000"/>
              <a:t>1</a:t>
            </a:r>
            <a:r>
              <a:rPr lang="en-US" altLang="zh-TW" sz="2000"/>
              <a:t>305-0014</a:t>
            </a:r>
            <a:r>
              <a:rPr lang="en-US" altLang="zh-CN" sz="2000"/>
              <a:t> </a:t>
            </a:r>
            <a:r>
              <a:rPr lang="en-US" altLang="zh-TW" sz="2000"/>
              <a:t>Taiwan</a:t>
            </a:r>
            <a:r>
              <a:rPr lang="en-US" altLang="zh-CN" sz="2000"/>
              <a:t> recruitment status (Cut off date: 5 Sep 2023) </a:t>
            </a:r>
            <a:br>
              <a:rPr lang="en-US" altLang="zh-CN" sz="1000">
                <a:highlight>
                  <a:srgbClr val="FFFF00"/>
                </a:highlight>
              </a:rPr>
            </a:br>
            <a:r>
              <a:rPr lang="en-US" altLang="zh-CN" sz="1000"/>
              <a:t>Recruitment completed; Global LSR: 7 Aug 2023, Local LSR: 27 July 2023  </a:t>
            </a:r>
            <a:endParaRPr lang="zh-CN" altLang="en-US" sz="2000"/>
          </a:p>
        </p:txBody>
      </p:sp>
      <p:sp>
        <p:nvSpPr>
          <p:cNvPr id="3" name="Text Placeholder 2">
            <a:extLst>
              <a:ext uri="{FF2B5EF4-FFF2-40B4-BE49-F238E27FC236}">
                <a16:creationId xmlns:a16="http://schemas.microsoft.com/office/drawing/2014/main" id="{6F1081E0-6F9A-96E2-0B09-B1476DCE256E}"/>
              </a:ext>
            </a:extLst>
          </p:cNvPr>
          <p:cNvSpPr>
            <a:spLocks noGrp="1"/>
          </p:cNvSpPr>
          <p:nvPr>
            <p:ph type="body" sz="quarter" idx="13"/>
          </p:nvPr>
        </p:nvSpPr>
        <p:spPr/>
        <p:txBody>
          <a:bodyPr/>
          <a:lstStyle/>
          <a:p>
            <a:endParaRPr lang="zh-CN" altLang="en-US"/>
          </a:p>
        </p:txBody>
      </p:sp>
      <p:sp>
        <p:nvSpPr>
          <p:cNvPr id="4" name="灯片编号占位符 3">
            <a:extLst>
              <a:ext uri="{FF2B5EF4-FFF2-40B4-BE49-F238E27FC236}">
                <a16:creationId xmlns:a16="http://schemas.microsoft.com/office/drawing/2014/main" id="{B28A2B5A-F8D4-4C59-958C-AAB76EA608B2}"/>
              </a:ext>
            </a:extLst>
          </p:cNvPr>
          <p:cNvSpPr>
            <a:spLocks noGrp="1"/>
          </p:cNvSpPr>
          <p:nvPr>
            <p:ph type="sldNum" sz="quarter" idx="20"/>
          </p:nvPr>
        </p:nvSpPr>
        <p:spPr/>
        <p:txBody>
          <a:bodyPr/>
          <a:lstStyle/>
          <a:p>
            <a:pPr defTabSz="514325">
              <a:defRPr/>
            </a:pPr>
            <a:fld id="{143B55C4-4F5A-416B-997D-6CE47EB0A945}" type="slidenum">
              <a:rPr lang="en-GB" sz="750">
                <a:solidFill>
                  <a:srgbClr val="FFFFFF">
                    <a:lumMod val="50000"/>
                  </a:srgbClr>
                </a:solidFill>
                <a:latin typeface="BISansCond" panose="02000006050000020004" pitchFamily="2" charset="0"/>
              </a:rPr>
              <a:pPr defTabSz="514325">
                <a:defRPr/>
              </a:pPr>
              <a:t>10</a:t>
            </a:fld>
            <a:endParaRPr lang="en-GB" sz="750">
              <a:solidFill>
                <a:srgbClr val="FFFFFF">
                  <a:lumMod val="50000"/>
                </a:srgbClr>
              </a:solidFill>
              <a:latin typeface="BISansCond" panose="02000006050000020004" pitchFamily="2" charset="0"/>
            </a:endParaRPr>
          </a:p>
        </p:txBody>
      </p:sp>
      <p:graphicFrame>
        <p:nvGraphicFramePr>
          <p:cNvPr id="6" name="Chart 6">
            <a:extLst>
              <a:ext uri="{FF2B5EF4-FFF2-40B4-BE49-F238E27FC236}">
                <a16:creationId xmlns:a16="http://schemas.microsoft.com/office/drawing/2014/main" id="{94042870-F804-472F-AC80-F078786A8059}"/>
              </a:ext>
            </a:extLst>
          </p:cNvPr>
          <p:cNvGraphicFramePr>
            <a:graphicFrameLocks noGrp="1"/>
          </p:cNvGraphicFramePr>
          <p:nvPr/>
        </p:nvGraphicFramePr>
        <p:xfrm>
          <a:off x="521861" y="771694"/>
          <a:ext cx="8022123" cy="2888252"/>
        </p:xfrm>
        <a:graphic>
          <a:graphicData uri="http://schemas.openxmlformats.org/drawingml/2006/chart">
            <c:chart xmlns:c="http://schemas.openxmlformats.org/drawingml/2006/chart" xmlns:r="http://schemas.openxmlformats.org/officeDocument/2006/relationships" r:id="rId2"/>
          </a:graphicData>
        </a:graphic>
      </p:graphicFrame>
      <p:sp>
        <p:nvSpPr>
          <p:cNvPr id="9" name="灯片编号占位符 3">
            <a:extLst>
              <a:ext uri="{FF2B5EF4-FFF2-40B4-BE49-F238E27FC236}">
                <a16:creationId xmlns:a16="http://schemas.microsoft.com/office/drawing/2014/main" id="{9DE55E73-7519-42D7-AF5A-19A1B14DE162}"/>
              </a:ext>
            </a:extLst>
          </p:cNvPr>
          <p:cNvSpPr txBox="1">
            <a:spLocks/>
          </p:cNvSpPr>
          <p:nvPr/>
        </p:nvSpPr>
        <p:spPr>
          <a:xfrm>
            <a:off x="9383858" y="5767961"/>
            <a:ext cx="128240" cy="153888"/>
          </a:xfrm>
          <a:prstGeom prst="rect">
            <a:avLst/>
          </a:prstGeom>
        </p:spPr>
        <p:txBody>
          <a:bodyPr vert="horz" wrap="none" lIns="0" tIns="0" rIns="0" bIns="0" rtlCol="0" anchor="ctr">
            <a:spAutoFit/>
          </a:bodyPr>
          <a:lstStyle>
            <a:defPPr>
              <a:defRPr lang="en-US"/>
            </a:defPPr>
            <a:lvl1pPr marL="0" algn="r" defTabSz="914400" rtl="0" eaLnBrk="1" latinLnBrk="0" hangingPunct="1">
              <a:defRPr sz="1000" b="0" i="0" kern="1200">
                <a:solidFill>
                  <a:schemeClr val="bg1">
                    <a:lumMod val="50000"/>
                  </a:schemeClr>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49">
              <a:defRPr/>
            </a:pPr>
            <a:fld id="{143B55C4-4F5A-416B-997D-6CE47EB0A945}" type="slidenum">
              <a:rPr lang="en-GB">
                <a:solidFill>
                  <a:srgbClr val="FFFFFF">
                    <a:lumMod val="50000"/>
                  </a:srgbClr>
                </a:solidFill>
              </a:rPr>
              <a:pPr defTabSz="685749">
                <a:defRPr/>
              </a:pPr>
              <a:t>10</a:t>
            </a:fld>
            <a:endParaRPr lang="en-GB">
              <a:solidFill>
                <a:srgbClr val="FFFFFF">
                  <a:lumMod val="50000"/>
                </a:srgbClr>
              </a:solidFill>
            </a:endParaRPr>
          </a:p>
        </p:txBody>
      </p:sp>
      <p:graphicFrame>
        <p:nvGraphicFramePr>
          <p:cNvPr id="10" name="表格 6">
            <a:extLst>
              <a:ext uri="{FF2B5EF4-FFF2-40B4-BE49-F238E27FC236}">
                <a16:creationId xmlns:a16="http://schemas.microsoft.com/office/drawing/2014/main" id="{E40AA420-8AA8-47DC-81DD-D65CDDA6BD5A}"/>
              </a:ext>
            </a:extLst>
          </p:cNvPr>
          <p:cNvGraphicFramePr>
            <a:graphicFrameLocks noGrp="1"/>
          </p:cNvGraphicFramePr>
          <p:nvPr/>
        </p:nvGraphicFramePr>
        <p:xfrm>
          <a:off x="1075200" y="3799982"/>
          <a:ext cx="7493243" cy="1051977"/>
        </p:xfrm>
        <a:graphic>
          <a:graphicData uri="http://schemas.openxmlformats.org/drawingml/2006/table">
            <a:tbl>
              <a:tblPr/>
              <a:tblGrid>
                <a:gridCol w="1804418">
                  <a:extLst>
                    <a:ext uri="{9D8B030D-6E8A-4147-A177-3AD203B41FA5}">
                      <a16:colId xmlns:a16="http://schemas.microsoft.com/office/drawing/2014/main" val="3473625976"/>
                    </a:ext>
                  </a:extLst>
                </a:gridCol>
                <a:gridCol w="583749">
                  <a:extLst>
                    <a:ext uri="{9D8B030D-6E8A-4147-A177-3AD203B41FA5}">
                      <a16:colId xmlns:a16="http://schemas.microsoft.com/office/drawing/2014/main" val="2511394184"/>
                    </a:ext>
                  </a:extLst>
                </a:gridCol>
                <a:gridCol w="627435">
                  <a:extLst>
                    <a:ext uri="{9D8B030D-6E8A-4147-A177-3AD203B41FA5}">
                      <a16:colId xmlns:a16="http://schemas.microsoft.com/office/drawing/2014/main" val="1006931387"/>
                    </a:ext>
                  </a:extLst>
                </a:gridCol>
                <a:gridCol w="655964">
                  <a:extLst>
                    <a:ext uri="{9D8B030D-6E8A-4147-A177-3AD203B41FA5}">
                      <a16:colId xmlns:a16="http://schemas.microsoft.com/office/drawing/2014/main" val="1580186530"/>
                    </a:ext>
                  </a:extLst>
                </a:gridCol>
                <a:gridCol w="655964">
                  <a:extLst>
                    <a:ext uri="{9D8B030D-6E8A-4147-A177-3AD203B41FA5}">
                      <a16:colId xmlns:a16="http://schemas.microsoft.com/office/drawing/2014/main" val="2077854728"/>
                    </a:ext>
                  </a:extLst>
                </a:gridCol>
                <a:gridCol w="627435">
                  <a:extLst>
                    <a:ext uri="{9D8B030D-6E8A-4147-A177-3AD203B41FA5}">
                      <a16:colId xmlns:a16="http://schemas.microsoft.com/office/drawing/2014/main" val="1923209731"/>
                    </a:ext>
                  </a:extLst>
                </a:gridCol>
                <a:gridCol w="627435">
                  <a:extLst>
                    <a:ext uri="{9D8B030D-6E8A-4147-A177-3AD203B41FA5}">
                      <a16:colId xmlns:a16="http://schemas.microsoft.com/office/drawing/2014/main" val="1904945596"/>
                    </a:ext>
                  </a:extLst>
                </a:gridCol>
                <a:gridCol w="627435">
                  <a:extLst>
                    <a:ext uri="{9D8B030D-6E8A-4147-A177-3AD203B41FA5}">
                      <a16:colId xmlns:a16="http://schemas.microsoft.com/office/drawing/2014/main" val="3832727492"/>
                    </a:ext>
                  </a:extLst>
                </a:gridCol>
                <a:gridCol w="627448">
                  <a:extLst>
                    <a:ext uri="{9D8B030D-6E8A-4147-A177-3AD203B41FA5}">
                      <a16:colId xmlns:a16="http://schemas.microsoft.com/office/drawing/2014/main" val="3120066975"/>
                    </a:ext>
                  </a:extLst>
                </a:gridCol>
                <a:gridCol w="655960">
                  <a:extLst>
                    <a:ext uri="{9D8B030D-6E8A-4147-A177-3AD203B41FA5}">
                      <a16:colId xmlns:a16="http://schemas.microsoft.com/office/drawing/2014/main" val="3924652231"/>
                    </a:ext>
                  </a:extLst>
                </a:gridCol>
              </a:tblGrid>
              <a:tr h="338687">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l" fontAlgn="t"/>
                      <a:r>
                        <a:rPr lang="en-US" sz="800" b="1" u="none" strike="noStrike">
                          <a:solidFill>
                            <a:schemeClr val="tx1">
                              <a:lumMod val="75000"/>
                            </a:schemeClr>
                          </a:solidFill>
                          <a:effectLst/>
                          <a:latin typeface="+mj-lt"/>
                          <a:cs typeface="Aldhabi" panose="020B0604020202020204" pitchFamily="2" charset="-78"/>
                        </a:rPr>
                        <a:t> Months</a:t>
                      </a:r>
                      <a:endParaRPr lang="en-US" sz="800" b="1" i="0" u="none" strike="noStrike">
                        <a:solidFill>
                          <a:schemeClr val="tx1">
                            <a:lumMod val="75000"/>
                          </a:schemeClr>
                        </a:solidFill>
                        <a:effectLst/>
                        <a:latin typeface="+mj-lt"/>
                        <a:ea typeface="等线" panose="02010600030101010101" pitchFamily="2" charset="-122"/>
                        <a:cs typeface="Aldhabi" panose="020B0604020202020204" pitchFamily="2" charset="-78"/>
                      </a:endParaRPr>
                    </a:p>
                  </a:txBody>
                  <a:tcPr marL="1703" marR="1703" marT="1703"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2021-12</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2023-1</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2023-2</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2023-3</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2023-4</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2023-5</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2023-6</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2023-7</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tx1">
                              <a:lumMod val="75000"/>
                            </a:schemeClr>
                          </a:solidFill>
                          <a:effectLst/>
                          <a:latin typeface="+mj-lt"/>
                          <a:ea typeface="新細明體" panose="02020500000000000000" pitchFamily="18" charset="-120"/>
                          <a:cs typeface="Aldhabi" panose="020B0604020202020204" pitchFamily="2" charset="-78"/>
                        </a:rPr>
                        <a:t>2023-8</a:t>
                      </a:r>
                    </a:p>
                  </a:txBody>
                  <a:tcPr marL="3407" marR="3407" marT="3407"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191805895"/>
                  </a:ext>
                </a:extLst>
              </a:tr>
              <a:tr h="19047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800" u="none" strike="noStrike" kern="1200">
                          <a:solidFill>
                            <a:schemeClr val="tx1">
                              <a:lumMod val="75000"/>
                            </a:schemeClr>
                          </a:solidFill>
                          <a:effectLst/>
                          <a:latin typeface="+mn-lt"/>
                          <a:ea typeface="+mn-ea"/>
                          <a:cs typeface="Aldhabi" panose="020B0604020202020204" pitchFamily="2" charset="-78"/>
                        </a:rPr>
                        <a:t>Screening (re-projected plan)</a:t>
                      </a:r>
                      <a:endParaRPr lang="zh-CN" altLang="en-US" sz="800" u="none" strike="noStrike" kern="1200">
                        <a:solidFill>
                          <a:schemeClr val="tx1">
                            <a:lumMod val="75000"/>
                          </a:schemeClr>
                        </a:solidFill>
                        <a:effectLst/>
                        <a:latin typeface="+mn-lt"/>
                        <a:ea typeface="+mn-ea"/>
                        <a:cs typeface="Aldhabi" panose="020B0604020202020204" pitchFamily="2" charset="-78"/>
                      </a:endParaRPr>
                    </a:p>
                  </a:txBody>
                  <a:tcPr marL="1703" marR="1703" marT="1703" marB="0">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0</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2</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6</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10</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14</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26</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p>
                      <a:pPr algn="ctr" fontAlgn="t"/>
                      <a:r>
                        <a:rPr lang="en-US" altLang="zh-TW" sz="800" b="1" i="0" u="none" strike="noStrike">
                          <a:solidFill>
                            <a:schemeClr val="accent3">
                              <a:lumMod val="75000"/>
                            </a:schemeClr>
                          </a:solidFill>
                          <a:effectLst/>
                          <a:latin typeface="+mj-lt"/>
                          <a:ea typeface="新細明體" panose="02020500000000000000" pitchFamily="18" charset="-120"/>
                          <a:cs typeface="Aldhabi" panose="020B0604020202020204" pitchFamily="2" charset="-78"/>
                        </a:rPr>
                        <a:t>33</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rowSpan="2" gridSpan="2">
                  <a:txBody>
                    <a:body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Global LPS in Jun</a:t>
                      </a:r>
                      <a:r>
                        <a:rPr lang="en-US" altLang="zh-TW" sz="800" b="0" i="0" u="none" strike="noStrike" kern="1200">
                          <a:solidFill>
                            <a:srgbClr val="000000"/>
                          </a:solidFill>
                          <a:effectLst/>
                          <a:latin typeface="+mj-lt"/>
                          <a:ea typeface="新細明體" panose="02020500000000000000" pitchFamily="18" charset="-120"/>
                          <a:cs typeface="Aldhabi" panose="020B0604020202020204" pitchFamily="2" charset="-78"/>
                        </a:rPr>
                        <a:t> 23</a:t>
                      </a:r>
                      <a:endParaRPr lang="en-US" altLang="zh-TW" sz="800" b="0" i="0" u="none" strike="noStrike">
                        <a:solidFill>
                          <a:srgbClr val="000000"/>
                        </a:solidFill>
                        <a:effectLst/>
                        <a:latin typeface="+mj-lt"/>
                        <a:ea typeface="新細明體" panose="02020500000000000000" pitchFamily="18" charset="-120"/>
                        <a:cs typeface="Aldhabi" panose="020B0604020202020204" pitchFamily="2" charset="-78"/>
                      </a:endParaRPr>
                    </a:p>
                  </a:txBody>
                  <a:tcPr marL="3144" marR="3144" marT="3144"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rowSpan="2" hMerge="1">
                  <a:txBody>
                    <a:bodyPr/>
                    <a:lstStyle/>
                    <a:p>
                      <a:pPr marL="0" algn="ctr" defTabSz="914400" rtl="0" eaLnBrk="1" fontAlgn="t" latinLnBrk="0" hangingPunct="1"/>
                      <a:r>
                        <a:rPr lang="en-US" altLang="zh-TW" sz="800" b="0" i="0" u="none" strike="noStrike" kern="1200">
                          <a:solidFill>
                            <a:srgbClr val="000000"/>
                          </a:solidFill>
                          <a:effectLst/>
                          <a:latin typeface="+mj-lt"/>
                          <a:ea typeface="新細明體" panose="02020500000000000000" pitchFamily="18" charset="-120"/>
                          <a:cs typeface="Aldhabi" panose="020B0604020202020204" pitchFamily="2" charset="-78"/>
                        </a:rPr>
                        <a:t>-</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extLst>
                  <a:ext uri="{0D108BD9-81ED-4DB2-BD59-A6C34878D82A}">
                    <a16:rowId xmlns:a16="http://schemas.microsoft.com/office/drawing/2014/main" val="3019259740"/>
                  </a:ext>
                </a:extLst>
              </a:tr>
              <a:tr h="190470">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r>
                        <a:rPr lang="en-US" altLang="zh-CN" sz="800" u="none" strike="noStrike" kern="1200">
                          <a:solidFill>
                            <a:schemeClr val="tx1">
                              <a:lumMod val="75000"/>
                            </a:schemeClr>
                          </a:solidFill>
                          <a:effectLst/>
                          <a:latin typeface="+mj-lt"/>
                          <a:ea typeface="+mn-ea"/>
                          <a:cs typeface="Aldhabi" panose="020B0604020202020204" pitchFamily="2" charset="-78"/>
                        </a:rPr>
                        <a:t>Screening (Actual)</a:t>
                      </a:r>
                      <a:endParaRPr lang="zh-CN" altLang="en-US" sz="800" u="none" strike="noStrike" kern="1200">
                        <a:solidFill>
                          <a:schemeClr val="tx1">
                            <a:lumMod val="75000"/>
                          </a:schemeClr>
                        </a:solidFill>
                        <a:effectLst/>
                        <a:latin typeface="+mj-lt"/>
                        <a:ea typeface="+mn-ea"/>
                        <a:cs typeface="Aldhabi" panose="020B0604020202020204" pitchFamily="2" charset="-78"/>
                      </a:endParaRPr>
                    </a:p>
                  </a:txBody>
                  <a:tcPr marL="1703" marR="1703" marT="1703"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0</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0</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2</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14</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18</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37</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41</a:t>
                      </a:r>
                    </a:p>
                  </a:txBody>
                  <a:tcPr marL="3144" marR="3144" marT="3144"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tc gridSpan="2" vMerge="1">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a:t>
                      </a:r>
                    </a:p>
                  </a:txBody>
                  <a:tcPr marL="3144" marR="3144" marT="3144"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tc hMerge="1" vMerge="1">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marL="0" algn="ctr" defTabSz="914400" rtl="0" eaLnBrk="1" fontAlgn="t" latinLnBrk="0" hangingPunct="1"/>
                      <a:r>
                        <a:rPr lang="en-US" altLang="zh-TW" sz="800" b="0" i="0" u="none" strike="noStrike" kern="1200">
                          <a:solidFill>
                            <a:srgbClr val="000000"/>
                          </a:solidFill>
                          <a:effectLst/>
                          <a:latin typeface="+mj-lt"/>
                          <a:ea typeface="新細明體" panose="02020500000000000000" pitchFamily="18" charset="-120"/>
                          <a:cs typeface="Aldhabi" panose="020B0604020202020204" pitchFamily="2" charset="-78"/>
                        </a:rPr>
                        <a:t>-</a:t>
                      </a:r>
                    </a:p>
                  </a:txBody>
                  <a:tcPr marL="3144" marR="3144" marT="3144"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extLst>
                  <a:ext uri="{0D108BD9-81ED-4DB2-BD59-A6C34878D82A}">
                    <a16:rowId xmlns:a16="http://schemas.microsoft.com/office/drawing/2014/main" val="1893102915"/>
                  </a:ext>
                </a:extLst>
              </a:tr>
              <a:tr h="161566">
                <a:tc>
                  <a:txBody>
                    <a:bodyPr/>
                    <a:lstStyle/>
                    <a:p>
                      <a:pPr marL="0" marR="0" lvl="0" indent="0" algn="l" defTabSz="914377" rtl="0" eaLnBrk="1" fontAlgn="t" latinLnBrk="0" hangingPunct="1">
                        <a:lnSpc>
                          <a:spcPct val="100000"/>
                        </a:lnSpc>
                        <a:spcBef>
                          <a:spcPts val="0"/>
                        </a:spcBef>
                        <a:spcAft>
                          <a:spcPts val="0"/>
                        </a:spcAft>
                        <a:buClrTx/>
                        <a:buSzTx/>
                        <a:buFontTx/>
                        <a:buNone/>
                        <a:tabLst/>
                        <a:defRPr/>
                      </a:pPr>
                      <a:r>
                        <a:rPr lang="en-US" altLang="zh-TW" sz="800" u="none" strike="noStrike" kern="1200">
                          <a:solidFill>
                            <a:schemeClr val="tx1">
                              <a:lumMod val="75000"/>
                            </a:schemeClr>
                          </a:solidFill>
                          <a:effectLst/>
                          <a:latin typeface="+mn-lt"/>
                          <a:ea typeface="+mn-ea"/>
                          <a:cs typeface="Aldhabi" panose="020B0604020202020204" pitchFamily="2" charset="-78"/>
                        </a:rPr>
                        <a:t>Randomized (re-projected plan)</a:t>
                      </a:r>
                      <a:endParaRPr lang="en-US" altLang="zh-TW" sz="800" b="1" i="0" u="none" strike="noStrike" kern="1200">
                        <a:solidFill>
                          <a:schemeClr val="tx1">
                            <a:lumMod val="75000"/>
                          </a:schemeClr>
                        </a:solidFill>
                        <a:effectLst/>
                        <a:latin typeface="+mn-lt"/>
                        <a:ea typeface="等线" panose="02010600030101010101" pitchFamily="2" charset="-122"/>
                        <a:cs typeface="Aldhabi" panose="020B0604020202020204" pitchFamily="2" charset="-78"/>
                      </a:endParaRPr>
                    </a:p>
                  </a:txBody>
                  <a:tcPr marL="1703" marR="1703" marT="1703" marB="0">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0</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0</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0</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1</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7</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9</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1" i="0" u="none" strike="noStrike">
                          <a:solidFill>
                            <a:schemeClr val="accent6">
                              <a:lumMod val="75000"/>
                            </a:schemeClr>
                          </a:solidFill>
                          <a:effectLst/>
                          <a:latin typeface="+mj-lt"/>
                          <a:ea typeface="新細明體" panose="02020500000000000000" pitchFamily="18" charset="-120"/>
                          <a:cs typeface="Aldhabi" panose="020B0604020202020204" pitchFamily="2" charset="-78"/>
                        </a:rPr>
                        <a:t>14</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p>
                      <a:pPr marL="0" algn="ctr" defTabSz="685800" rtl="0" eaLnBrk="1" fontAlgn="t" latinLnBrk="0" hangingPunct="1"/>
                      <a:r>
                        <a:rPr lang="en-US" altLang="zh-TW" sz="800" b="1" i="0" u="none" strike="noStrike" kern="1200">
                          <a:solidFill>
                            <a:schemeClr val="accent6">
                              <a:lumMod val="75000"/>
                            </a:schemeClr>
                          </a:solidFill>
                          <a:effectLst/>
                          <a:latin typeface="+mj-lt"/>
                          <a:ea typeface="新細明體" panose="02020500000000000000" pitchFamily="18" charset="-120"/>
                          <a:cs typeface="Aldhabi" panose="020B0604020202020204" pitchFamily="2" charset="-78"/>
                        </a:rPr>
                        <a:t>18</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tc>
                  <a:txBody>
                    <a:bodyPr/>
                    <a:lstStyle/>
                    <a:p>
                      <a:pPr marL="0" algn="ctr" defTabSz="685800" rtl="0" eaLnBrk="1" fontAlgn="t" latinLnBrk="0" hangingPunct="1"/>
                      <a:r>
                        <a:rPr lang="en-US" altLang="zh-TW" sz="800" b="1" i="0" u="none" strike="noStrike" kern="1200">
                          <a:solidFill>
                            <a:schemeClr val="accent6">
                              <a:lumMod val="75000"/>
                            </a:schemeClr>
                          </a:solidFill>
                          <a:effectLst/>
                          <a:latin typeface="+mj-lt"/>
                          <a:ea typeface="新細明體" panose="02020500000000000000" pitchFamily="18" charset="-120"/>
                          <a:cs typeface="Aldhabi" panose="020B0604020202020204" pitchFamily="2" charset="-78"/>
                        </a:rPr>
                        <a:t>23</a:t>
                      </a:r>
                    </a:p>
                  </a:txBody>
                  <a:tcPr marL="3144" marR="3144" marT="3144"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123563">
                        <a:tint val="20000"/>
                      </a:srgbClr>
                    </a:solidFill>
                  </a:tcPr>
                </a:tc>
                <a:extLst>
                  <a:ext uri="{0D108BD9-81ED-4DB2-BD59-A6C34878D82A}">
                    <a16:rowId xmlns:a16="http://schemas.microsoft.com/office/drawing/2014/main" val="1047990608"/>
                  </a:ext>
                </a:extLst>
              </a:tr>
              <a:tr h="170784">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l" fontAlgn="t"/>
                      <a:r>
                        <a:rPr lang="en-US" sz="800" u="none" strike="noStrike">
                          <a:solidFill>
                            <a:schemeClr val="tx1">
                              <a:lumMod val="75000"/>
                            </a:schemeClr>
                          </a:solidFill>
                          <a:effectLst/>
                          <a:latin typeface="+mj-lt"/>
                          <a:cs typeface="Aldhabi" panose="020B0604020202020204" pitchFamily="2" charset="-78"/>
                        </a:rPr>
                        <a:t>Randomized (Actual)</a:t>
                      </a:r>
                      <a:endParaRPr lang="en-US" sz="800" b="1" i="0" u="none" strike="noStrike">
                        <a:solidFill>
                          <a:schemeClr val="tx1">
                            <a:lumMod val="75000"/>
                          </a:schemeClr>
                        </a:solidFill>
                        <a:effectLst/>
                        <a:latin typeface="+mj-lt"/>
                        <a:ea typeface="等线" panose="02010600030101010101" pitchFamily="2" charset="-122"/>
                        <a:cs typeface="Aldhabi" panose="020B0604020202020204" pitchFamily="2" charset="-78"/>
                      </a:endParaRPr>
                    </a:p>
                  </a:txBody>
                  <a:tcPr marL="1703" marR="1703" marT="1703"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0</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0</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rgbClr val="000000"/>
                          </a:solidFill>
                          <a:effectLst/>
                          <a:latin typeface="+mj-lt"/>
                          <a:ea typeface="新細明體" panose="02020500000000000000" pitchFamily="18" charset="-120"/>
                          <a:cs typeface="Aldhabi" panose="020B0604020202020204" pitchFamily="2" charset="-78"/>
                        </a:rPr>
                        <a:t>0</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1</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4</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9</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14</a:t>
                      </a:r>
                    </a:p>
                  </a:txBody>
                  <a:tcPr marL="3144" marR="3144" marT="3144" marB="0">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algn="ctr" fontAlgn="t"/>
                      <a:r>
                        <a:rPr lang="en-US" altLang="zh-TW" sz="800" b="0" i="0" u="none" strike="noStrike">
                          <a:solidFill>
                            <a:schemeClr val="tx1"/>
                          </a:solidFill>
                          <a:effectLst/>
                          <a:latin typeface="+mj-lt"/>
                          <a:ea typeface="新細明體" panose="02020500000000000000" pitchFamily="18" charset="-120"/>
                          <a:cs typeface="Aldhabi" panose="020B0604020202020204" pitchFamily="2" charset="-78"/>
                        </a:rPr>
                        <a:t>22</a:t>
                      </a:r>
                    </a:p>
                  </a:txBody>
                  <a:tcPr marL="3144" marR="3144" marT="3144"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tc>
                  <a:txBody>
                    <a:bodyPr/>
                    <a:lstStyle>
                      <a:lvl1pPr marL="0" algn="l" defTabSz="685800" rtl="0" eaLnBrk="1" latinLnBrk="0" hangingPunct="1">
                        <a:defRPr sz="1350" kern="1200">
                          <a:solidFill>
                            <a:schemeClr val="dk1"/>
                          </a:solidFill>
                          <a:latin typeface="BISansOpti"/>
                        </a:defRPr>
                      </a:lvl1pPr>
                      <a:lvl2pPr marL="342900" algn="l" defTabSz="685800" rtl="0" eaLnBrk="1" latinLnBrk="0" hangingPunct="1">
                        <a:defRPr sz="1350" kern="1200">
                          <a:solidFill>
                            <a:schemeClr val="dk1"/>
                          </a:solidFill>
                          <a:latin typeface="BISansOpti"/>
                        </a:defRPr>
                      </a:lvl2pPr>
                      <a:lvl3pPr marL="685800" algn="l" defTabSz="685800" rtl="0" eaLnBrk="1" latinLnBrk="0" hangingPunct="1">
                        <a:defRPr sz="1350" kern="1200">
                          <a:solidFill>
                            <a:schemeClr val="dk1"/>
                          </a:solidFill>
                          <a:latin typeface="BISansOpti"/>
                        </a:defRPr>
                      </a:lvl3pPr>
                      <a:lvl4pPr marL="1028700" algn="l" defTabSz="685800" rtl="0" eaLnBrk="1" latinLnBrk="0" hangingPunct="1">
                        <a:defRPr sz="1350" kern="1200">
                          <a:solidFill>
                            <a:schemeClr val="dk1"/>
                          </a:solidFill>
                          <a:latin typeface="BISansOpti"/>
                        </a:defRPr>
                      </a:lvl4pPr>
                      <a:lvl5pPr marL="1371600" algn="l" defTabSz="685800" rtl="0" eaLnBrk="1" latinLnBrk="0" hangingPunct="1">
                        <a:defRPr sz="1350" kern="1200">
                          <a:solidFill>
                            <a:schemeClr val="dk1"/>
                          </a:solidFill>
                          <a:latin typeface="BISansOpti"/>
                        </a:defRPr>
                      </a:lvl5pPr>
                      <a:lvl6pPr marL="1714500" algn="l" defTabSz="685800" rtl="0" eaLnBrk="1" latinLnBrk="0" hangingPunct="1">
                        <a:defRPr sz="1350" kern="1200">
                          <a:solidFill>
                            <a:schemeClr val="dk1"/>
                          </a:solidFill>
                          <a:latin typeface="BISansOpti"/>
                        </a:defRPr>
                      </a:lvl6pPr>
                      <a:lvl7pPr marL="2057400" algn="l" defTabSz="685800" rtl="0" eaLnBrk="1" latinLnBrk="0" hangingPunct="1">
                        <a:defRPr sz="1350" kern="1200">
                          <a:solidFill>
                            <a:schemeClr val="dk1"/>
                          </a:solidFill>
                          <a:latin typeface="BISansOpti"/>
                        </a:defRPr>
                      </a:lvl7pPr>
                      <a:lvl8pPr marL="2400300" algn="l" defTabSz="685800" rtl="0" eaLnBrk="1" latinLnBrk="0" hangingPunct="1">
                        <a:defRPr sz="1350" kern="1200">
                          <a:solidFill>
                            <a:schemeClr val="dk1"/>
                          </a:solidFill>
                          <a:latin typeface="BISansOpti"/>
                        </a:defRPr>
                      </a:lvl8pPr>
                      <a:lvl9pPr marL="2743200" algn="l" defTabSz="685800" rtl="0" eaLnBrk="1" latinLnBrk="0" hangingPunct="1">
                        <a:defRPr sz="1350" kern="1200">
                          <a:solidFill>
                            <a:schemeClr val="dk1"/>
                          </a:solidFill>
                          <a:latin typeface="BISansOpti"/>
                        </a:defRPr>
                      </a:lvl9pPr>
                    </a:lstStyle>
                    <a:p>
                      <a:pPr marL="0" algn="ctr" defTabSz="914400" rtl="0" eaLnBrk="1" fontAlgn="t" latinLnBrk="0" hangingPunct="1"/>
                      <a:r>
                        <a:rPr lang="en-US" altLang="zh-TW" sz="800" b="0" i="0" u="none" strike="noStrike" kern="1200">
                          <a:solidFill>
                            <a:srgbClr val="000000"/>
                          </a:solidFill>
                          <a:effectLst/>
                          <a:latin typeface="+mj-lt"/>
                          <a:ea typeface="新細明體" panose="02020500000000000000" pitchFamily="18" charset="-120"/>
                          <a:cs typeface="Aldhabi" panose="020B0604020202020204" pitchFamily="2" charset="-78"/>
                        </a:rPr>
                        <a:t>LPR in July 23</a:t>
                      </a:r>
                    </a:p>
                  </a:txBody>
                  <a:tcPr marL="3144" marR="3144" marT="3144"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123563">
                        <a:tint val="20000"/>
                      </a:srgbClr>
                    </a:solidFill>
                  </a:tcPr>
                </a:tc>
                <a:extLst>
                  <a:ext uri="{0D108BD9-81ED-4DB2-BD59-A6C34878D82A}">
                    <a16:rowId xmlns:a16="http://schemas.microsoft.com/office/drawing/2014/main" val="2468033553"/>
                  </a:ext>
                </a:extLst>
              </a:tr>
            </a:tbl>
          </a:graphicData>
        </a:graphic>
      </p:graphicFrame>
      <p:sp>
        <p:nvSpPr>
          <p:cNvPr id="11" name="Rectangle 5">
            <a:extLst>
              <a:ext uri="{FF2B5EF4-FFF2-40B4-BE49-F238E27FC236}">
                <a16:creationId xmlns:a16="http://schemas.microsoft.com/office/drawing/2014/main" id="{6D9E3815-FD13-463D-95BE-F776DC416B70}"/>
              </a:ext>
            </a:extLst>
          </p:cNvPr>
          <p:cNvSpPr/>
          <p:nvPr/>
        </p:nvSpPr>
        <p:spPr>
          <a:xfrm>
            <a:off x="1409733" y="1080568"/>
            <a:ext cx="1348837" cy="825072"/>
          </a:xfrm>
          <a:prstGeom prst="rect">
            <a:avLst/>
          </a:prstGeom>
          <a:solidFill>
            <a:srgbClr val="C73635">
              <a:lumMod val="20000"/>
              <a:lumOff val="80000"/>
            </a:srgbClr>
          </a:solidFill>
          <a:ln w="12700" cap="flat" cmpd="sng" algn="ctr">
            <a:solidFill>
              <a:srgbClr val="003366"/>
            </a:solidFill>
            <a:prstDash val="solid"/>
          </a:ln>
          <a:effectLst/>
        </p:spPr>
        <p:txBody>
          <a:bodyPr lIns="38619" tIns="38619" rIns="38619" bIns="38619" rtlCol="0" anchor="ctr"/>
          <a:lstStyle/>
          <a:p>
            <a:pPr defTabSz="490414">
              <a:defRPr/>
            </a:pPr>
            <a:r>
              <a:rPr lang="en-US" sz="825" kern="0">
                <a:solidFill>
                  <a:srgbClr val="000000"/>
                </a:solidFill>
                <a:latin typeface="BISansOpti"/>
              </a:rPr>
              <a:t>Total Screened = 41</a:t>
            </a:r>
          </a:p>
          <a:p>
            <a:pPr defTabSz="490414">
              <a:defRPr/>
            </a:pPr>
            <a:r>
              <a:rPr lang="en-US" sz="800" kern="0">
                <a:solidFill>
                  <a:srgbClr val="000000"/>
                </a:solidFill>
                <a:latin typeface="BISansOpti"/>
              </a:rPr>
              <a:t>Total Randomized =  22</a:t>
            </a:r>
          </a:p>
          <a:p>
            <a:pPr defTabSz="490414">
              <a:defRPr/>
            </a:pPr>
            <a:r>
              <a:rPr lang="en-US" sz="825" kern="0">
                <a:solidFill>
                  <a:srgbClr val="000000"/>
                </a:solidFill>
                <a:latin typeface="BISansOpti"/>
              </a:rPr>
              <a:t>Total in Screening = 0</a:t>
            </a:r>
          </a:p>
          <a:p>
            <a:pPr defTabSz="490414">
              <a:defRPr/>
            </a:pPr>
            <a:r>
              <a:rPr lang="en-US" sz="825" kern="0">
                <a:solidFill>
                  <a:srgbClr val="000000"/>
                </a:solidFill>
                <a:latin typeface="BISansOpti"/>
              </a:rPr>
              <a:t>Total Screen failure  = 19</a:t>
            </a:r>
          </a:p>
          <a:p>
            <a:pPr defTabSz="367829">
              <a:defRPr/>
            </a:pPr>
            <a:r>
              <a:rPr lang="en-US" altLang="zh-CN" sz="800">
                <a:solidFill>
                  <a:srgbClr val="000000"/>
                </a:solidFill>
                <a:latin typeface="BISansOpti"/>
              </a:rPr>
              <a:t>Screen failure rate = 46%</a:t>
            </a:r>
          </a:p>
          <a:p>
            <a:pPr defTabSz="490414">
              <a:defRPr/>
            </a:pPr>
            <a:r>
              <a:rPr lang="en-US" altLang="zh-CN" sz="800">
                <a:solidFill>
                  <a:srgbClr val="000000"/>
                </a:solidFill>
                <a:latin typeface="BISansOpti"/>
              </a:rPr>
              <a:t>Early discontinuation= 2, 9%</a:t>
            </a:r>
            <a:endParaRPr lang="en-US" sz="825" kern="0">
              <a:solidFill>
                <a:srgbClr val="FF0000"/>
              </a:solidFill>
              <a:latin typeface="BISansOpti"/>
            </a:endParaRPr>
          </a:p>
        </p:txBody>
      </p:sp>
    </p:spTree>
    <p:extLst>
      <p:ext uri="{BB962C8B-B14F-4D97-AF65-F5344CB8AC3E}">
        <p14:creationId xmlns:p14="http://schemas.microsoft.com/office/powerpoint/2010/main" val="358086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E9FD5-14F4-46B5-85BD-4B2D5616E6A9}"/>
              </a:ext>
            </a:extLst>
          </p:cNvPr>
          <p:cNvSpPr>
            <a:spLocks noGrp="1"/>
          </p:cNvSpPr>
          <p:nvPr>
            <p:ph type="title"/>
          </p:nvPr>
        </p:nvSpPr>
        <p:spPr/>
        <p:txBody>
          <a:bodyPr>
            <a:noAutofit/>
          </a:bodyPr>
          <a:lstStyle/>
          <a:p>
            <a:r>
              <a:rPr lang="en-US" altLang="zh-CN" err="1"/>
              <a:t>Fibroneer</a:t>
            </a:r>
            <a:r>
              <a:rPr lang="en-US" altLang="zh-CN"/>
              <a:t>-ILD </a:t>
            </a:r>
            <a:r>
              <a:rPr lang="en-US" altLang="zh-CN" sz="1625"/>
              <a:t>1305-0023</a:t>
            </a:r>
            <a:r>
              <a:rPr lang="zh-CN" altLang="en-US" sz="1625"/>
              <a:t> </a:t>
            </a:r>
            <a:r>
              <a:rPr lang="en-US" altLang="zh-CN" sz="1625"/>
              <a:t>Global recruitment information- 20231215</a:t>
            </a:r>
            <a:endParaRPr lang="zh-CN" altLang="en-US" sz="1625"/>
          </a:p>
        </p:txBody>
      </p:sp>
      <p:graphicFrame>
        <p:nvGraphicFramePr>
          <p:cNvPr id="3" name="表格 2">
            <a:extLst>
              <a:ext uri="{FF2B5EF4-FFF2-40B4-BE49-F238E27FC236}">
                <a16:creationId xmlns:a16="http://schemas.microsoft.com/office/drawing/2014/main" id="{38BC0603-425D-345B-3228-EA1FEC8A72B8}"/>
              </a:ext>
            </a:extLst>
          </p:cNvPr>
          <p:cNvGraphicFramePr>
            <a:graphicFrameLocks noGrp="1"/>
          </p:cNvGraphicFramePr>
          <p:nvPr/>
        </p:nvGraphicFramePr>
        <p:xfrm>
          <a:off x="1148669" y="4182725"/>
          <a:ext cx="6839236" cy="744456"/>
        </p:xfrm>
        <a:graphic>
          <a:graphicData uri="http://schemas.openxmlformats.org/drawingml/2006/table">
            <a:tbl>
              <a:tblPr/>
              <a:tblGrid>
                <a:gridCol w="1000404">
                  <a:extLst>
                    <a:ext uri="{9D8B030D-6E8A-4147-A177-3AD203B41FA5}">
                      <a16:colId xmlns:a16="http://schemas.microsoft.com/office/drawing/2014/main" val="134554547"/>
                    </a:ext>
                  </a:extLst>
                </a:gridCol>
                <a:gridCol w="364927">
                  <a:extLst>
                    <a:ext uri="{9D8B030D-6E8A-4147-A177-3AD203B41FA5}">
                      <a16:colId xmlns:a16="http://schemas.microsoft.com/office/drawing/2014/main" val="3128049000"/>
                    </a:ext>
                  </a:extLst>
                </a:gridCol>
                <a:gridCol w="364927">
                  <a:extLst>
                    <a:ext uri="{9D8B030D-6E8A-4147-A177-3AD203B41FA5}">
                      <a16:colId xmlns:a16="http://schemas.microsoft.com/office/drawing/2014/main" val="3009880768"/>
                    </a:ext>
                  </a:extLst>
                </a:gridCol>
                <a:gridCol w="364927">
                  <a:extLst>
                    <a:ext uri="{9D8B030D-6E8A-4147-A177-3AD203B41FA5}">
                      <a16:colId xmlns:a16="http://schemas.microsoft.com/office/drawing/2014/main" val="4168062141"/>
                    </a:ext>
                  </a:extLst>
                </a:gridCol>
                <a:gridCol w="364927">
                  <a:extLst>
                    <a:ext uri="{9D8B030D-6E8A-4147-A177-3AD203B41FA5}">
                      <a16:colId xmlns:a16="http://schemas.microsoft.com/office/drawing/2014/main" val="164073688"/>
                    </a:ext>
                  </a:extLst>
                </a:gridCol>
                <a:gridCol w="364927">
                  <a:extLst>
                    <a:ext uri="{9D8B030D-6E8A-4147-A177-3AD203B41FA5}">
                      <a16:colId xmlns:a16="http://schemas.microsoft.com/office/drawing/2014/main" val="2631612628"/>
                    </a:ext>
                  </a:extLst>
                </a:gridCol>
                <a:gridCol w="364927">
                  <a:extLst>
                    <a:ext uri="{9D8B030D-6E8A-4147-A177-3AD203B41FA5}">
                      <a16:colId xmlns:a16="http://schemas.microsoft.com/office/drawing/2014/main" val="3441012961"/>
                    </a:ext>
                  </a:extLst>
                </a:gridCol>
                <a:gridCol w="364927">
                  <a:extLst>
                    <a:ext uri="{9D8B030D-6E8A-4147-A177-3AD203B41FA5}">
                      <a16:colId xmlns:a16="http://schemas.microsoft.com/office/drawing/2014/main" val="827936293"/>
                    </a:ext>
                  </a:extLst>
                </a:gridCol>
                <a:gridCol w="364927">
                  <a:extLst>
                    <a:ext uri="{9D8B030D-6E8A-4147-A177-3AD203B41FA5}">
                      <a16:colId xmlns:a16="http://schemas.microsoft.com/office/drawing/2014/main" val="844696708"/>
                    </a:ext>
                  </a:extLst>
                </a:gridCol>
                <a:gridCol w="364927">
                  <a:extLst>
                    <a:ext uri="{9D8B030D-6E8A-4147-A177-3AD203B41FA5}">
                      <a16:colId xmlns:a16="http://schemas.microsoft.com/office/drawing/2014/main" val="1010094880"/>
                    </a:ext>
                  </a:extLst>
                </a:gridCol>
                <a:gridCol w="364927">
                  <a:extLst>
                    <a:ext uri="{9D8B030D-6E8A-4147-A177-3AD203B41FA5}">
                      <a16:colId xmlns:a16="http://schemas.microsoft.com/office/drawing/2014/main" val="3427642342"/>
                    </a:ext>
                  </a:extLst>
                </a:gridCol>
                <a:gridCol w="364927">
                  <a:extLst>
                    <a:ext uri="{9D8B030D-6E8A-4147-A177-3AD203B41FA5}">
                      <a16:colId xmlns:a16="http://schemas.microsoft.com/office/drawing/2014/main" val="3295532188"/>
                    </a:ext>
                  </a:extLst>
                </a:gridCol>
                <a:gridCol w="364927">
                  <a:extLst>
                    <a:ext uri="{9D8B030D-6E8A-4147-A177-3AD203B41FA5}">
                      <a16:colId xmlns:a16="http://schemas.microsoft.com/office/drawing/2014/main" val="2807368135"/>
                    </a:ext>
                  </a:extLst>
                </a:gridCol>
                <a:gridCol w="364927">
                  <a:extLst>
                    <a:ext uri="{9D8B030D-6E8A-4147-A177-3AD203B41FA5}">
                      <a16:colId xmlns:a16="http://schemas.microsoft.com/office/drawing/2014/main" val="3576743484"/>
                    </a:ext>
                  </a:extLst>
                </a:gridCol>
                <a:gridCol w="364927">
                  <a:extLst>
                    <a:ext uri="{9D8B030D-6E8A-4147-A177-3AD203B41FA5}">
                      <a16:colId xmlns:a16="http://schemas.microsoft.com/office/drawing/2014/main" val="3084518598"/>
                    </a:ext>
                  </a:extLst>
                </a:gridCol>
                <a:gridCol w="364927">
                  <a:extLst>
                    <a:ext uri="{9D8B030D-6E8A-4147-A177-3AD203B41FA5}">
                      <a16:colId xmlns:a16="http://schemas.microsoft.com/office/drawing/2014/main" val="1775118929"/>
                    </a:ext>
                  </a:extLst>
                </a:gridCol>
                <a:gridCol w="364927">
                  <a:extLst>
                    <a:ext uri="{9D8B030D-6E8A-4147-A177-3AD203B41FA5}">
                      <a16:colId xmlns:a16="http://schemas.microsoft.com/office/drawing/2014/main" val="2750401545"/>
                    </a:ext>
                  </a:extLst>
                </a:gridCol>
              </a:tblGrid>
              <a:tr h="88626">
                <a:tc>
                  <a:txBody>
                    <a:bodyPr/>
                    <a:lstStyle/>
                    <a:p>
                      <a:pPr algn="l" fontAlgn="t"/>
                      <a:r>
                        <a:rPr lang="en-US" sz="500" b="1" i="0" u="none" strike="noStrike">
                          <a:solidFill>
                            <a:srgbClr val="000000"/>
                          </a:solidFill>
                          <a:effectLst/>
                          <a:latin typeface="Calibri" panose="020F0502020204030204" pitchFamily="34" charset="0"/>
                          <a:ea typeface="等线" panose="02010600030101010101" pitchFamily="2" charset="-122"/>
                        </a:rPr>
                        <a:t>Global recruitment source data</a:t>
                      </a:r>
                    </a:p>
                  </a:txBody>
                  <a:tcPr marL="3143" marR="3143" marT="31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等线" panose="02010600030101010101" pitchFamily="2" charset="-122"/>
                        <a:ea typeface="等线" panose="02010600030101010101" pitchFamily="2" charset="-122"/>
                      </a:endParaRPr>
                    </a:p>
                  </a:txBody>
                  <a:tcPr marL="3143" marR="3143" marT="3143" marB="0">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5705390"/>
                  </a:ext>
                </a:extLst>
              </a:tr>
              <a:tr h="88626">
                <a:tc>
                  <a:txBody>
                    <a:bodyPr/>
                    <a:lstStyle/>
                    <a:p>
                      <a:pPr algn="l" fontAlgn="t"/>
                      <a:r>
                        <a:rPr lang="en-US" sz="500" b="0" i="0" u="none" strike="noStrike">
                          <a:solidFill>
                            <a:srgbClr val="000000"/>
                          </a:solidFill>
                          <a:effectLst/>
                          <a:latin typeface="Calibri" panose="020F0502020204030204" pitchFamily="34" charset="0"/>
                          <a:ea typeface="等线" panose="02010600030101010101" pitchFamily="2" charset="-122"/>
                        </a:rPr>
                        <a:t> Months</a:t>
                      </a:r>
                    </a:p>
                  </a:txBody>
                  <a:tcPr marL="3143" marR="3143" marT="31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Sep-22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Oct-22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Nov-22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Dec-22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Jan-23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Feb-23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Mar-23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Apr-23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May-23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Jun-23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Jul-23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Aug-23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Sep-23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Oct-23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Nov-23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500" b="1" i="0" u="none" strike="noStrike">
                          <a:solidFill>
                            <a:srgbClr val="000000"/>
                          </a:solidFill>
                          <a:effectLst/>
                          <a:latin typeface="Calibri" panose="020F0502020204030204" pitchFamily="34" charset="0"/>
                          <a:ea typeface="等线" panose="02010600030101010101" pitchFamily="2" charset="-122"/>
                        </a:rPr>
                        <a:t>Dec-23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103245762"/>
                  </a:ext>
                </a:extLst>
              </a:tr>
              <a:tr h="177251">
                <a:tc>
                  <a:txBody>
                    <a:bodyPr/>
                    <a:lstStyle/>
                    <a:p>
                      <a:pPr algn="l" fontAlgn="t"/>
                      <a:r>
                        <a:rPr lang="en-US" sz="500" b="1" i="0" u="none" strike="noStrike">
                          <a:solidFill>
                            <a:srgbClr val="000000"/>
                          </a:solidFill>
                          <a:effectLst/>
                          <a:latin typeface="Calibri" panose="020F0502020204030204" pitchFamily="34" charset="0"/>
                          <a:ea typeface="等线" panose="02010600030101010101" pitchFamily="2" charset="-122"/>
                        </a:rPr>
                        <a:t>Patients Enrolled/Randomized (Actual)</a:t>
                      </a:r>
                    </a:p>
                  </a:txBody>
                  <a:tcPr marL="3143" marR="3143" marT="31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55</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126</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196</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287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392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572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713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931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1008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1178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76137443"/>
                  </a:ext>
                </a:extLst>
              </a:tr>
              <a:tr h="177251">
                <a:tc>
                  <a:txBody>
                    <a:bodyPr/>
                    <a:lstStyle/>
                    <a:p>
                      <a:pPr algn="l" fontAlgn="t"/>
                      <a:r>
                        <a:rPr lang="en-US" sz="500" b="1" i="0" u="none" strike="noStrike">
                          <a:solidFill>
                            <a:srgbClr val="000000"/>
                          </a:solidFill>
                          <a:effectLst/>
                          <a:latin typeface="Calibri" panose="020F0502020204030204" pitchFamily="34" charset="0"/>
                          <a:ea typeface="等线" panose="02010600030101010101" pitchFamily="2" charset="-122"/>
                        </a:rPr>
                        <a:t>Patients Enrolled/Randomized (Planned)</a:t>
                      </a:r>
                    </a:p>
                  </a:txBody>
                  <a:tcPr marL="3143" marR="3143" marT="314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85</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158</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259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368</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482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594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709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809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919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1033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1129</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1129</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328861716"/>
                  </a:ext>
                </a:extLst>
              </a:tr>
              <a:tr h="106351">
                <a:tc>
                  <a:txBody>
                    <a:bodyPr/>
                    <a:lstStyle/>
                    <a:p>
                      <a:pPr algn="l" fontAlgn="ctr"/>
                      <a:r>
                        <a:rPr lang="en-US" sz="500" b="1" i="0" u="none" strike="noStrike">
                          <a:solidFill>
                            <a:srgbClr val="000000"/>
                          </a:solidFill>
                          <a:effectLst/>
                          <a:latin typeface="Calibri" panose="020F0502020204030204" pitchFamily="34" charset="0"/>
                          <a:ea typeface="等线" panose="02010600030101010101" pitchFamily="2" charset="-122"/>
                        </a:rPr>
                        <a:t>Patient Screened(Actual)</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5</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204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314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447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674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910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1133</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1420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1785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1785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84219087"/>
                  </a:ext>
                </a:extLst>
              </a:tr>
              <a:tr h="106351">
                <a:tc>
                  <a:txBody>
                    <a:bodyPr/>
                    <a:lstStyle/>
                    <a:p>
                      <a:pPr algn="l" fontAlgn="ctr"/>
                      <a:r>
                        <a:rPr lang="en-US" sz="500" b="1" i="0" u="none" strike="noStrike">
                          <a:solidFill>
                            <a:srgbClr val="000000"/>
                          </a:solidFill>
                          <a:effectLst/>
                          <a:latin typeface="Calibri" panose="020F0502020204030204" pitchFamily="34" charset="0"/>
                          <a:ea typeface="等线" panose="02010600030101010101" pitchFamily="2" charset="-122"/>
                        </a:rPr>
                        <a:t>Patient Screened(Planned)</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0</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26</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81</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161</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269</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414</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561</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717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897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1097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1297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effectLst/>
                          <a:latin typeface="Calibri" panose="020F0502020204030204" pitchFamily="34" charset="0"/>
                          <a:ea typeface="等线" panose="02010600030101010101" pitchFamily="2" charset="-122"/>
                        </a:rPr>
                        <a:t>1497</a:t>
                      </a:r>
                    </a:p>
                  </a:txBody>
                  <a:tcPr marL="3143" marR="3143" marT="31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zh-CN" sz="500" b="0" i="0" u="none" strike="noStrike" kern="1200">
                          <a:solidFill>
                            <a:srgbClr val="000000"/>
                          </a:solidFill>
                          <a:effectLst/>
                          <a:latin typeface="Calibri" panose="020F0502020204030204" pitchFamily="34" charset="0"/>
                          <a:ea typeface="等线" panose="02010600030101010101" pitchFamily="2" charset="-122"/>
                          <a:cs typeface="+mn-cs"/>
                        </a:rPr>
                        <a:t>1700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34526593"/>
                  </a:ext>
                </a:extLst>
              </a:tr>
            </a:tbl>
          </a:graphicData>
        </a:graphic>
      </p:graphicFrame>
      <p:graphicFrame>
        <p:nvGraphicFramePr>
          <p:cNvPr id="5" name="图表 4">
            <a:extLst>
              <a:ext uri="{FF2B5EF4-FFF2-40B4-BE49-F238E27FC236}">
                <a16:creationId xmlns:a16="http://schemas.microsoft.com/office/drawing/2014/main" id="{F5547939-5DC5-422D-B4B1-55428A5FBE1A}"/>
              </a:ext>
            </a:extLst>
          </p:cNvPr>
          <p:cNvGraphicFramePr>
            <a:graphicFrameLocks/>
          </p:cNvGraphicFramePr>
          <p:nvPr/>
        </p:nvGraphicFramePr>
        <p:xfrm>
          <a:off x="534221" y="746691"/>
          <a:ext cx="7579329" cy="3332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32703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E9FD5-14F4-46B5-85BD-4B2D5616E6A9}"/>
              </a:ext>
            </a:extLst>
          </p:cNvPr>
          <p:cNvSpPr>
            <a:spLocks noGrp="1"/>
          </p:cNvSpPr>
          <p:nvPr>
            <p:ph type="title"/>
          </p:nvPr>
        </p:nvSpPr>
        <p:spPr/>
        <p:txBody>
          <a:bodyPr>
            <a:normAutofit/>
          </a:bodyPr>
          <a:lstStyle/>
          <a:p>
            <a:r>
              <a:rPr lang="en-US" altLang="zh-CN" sz="1950" err="1">
                <a:latin typeface="BISansOptiCond"/>
              </a:rPr>
              <a:t>Fibroneer</a:t>
            </a:r>
            <a:r>
              <a:rPr lang="en-US" altLang="zh-CN" sz="1950">
                <a:latin typeface="BISansOptiCond"/>
              </a:rPr>
              <a:t>-ILD 1305-0023 China recruitment information- 20231207</a:t>
            </a:r>
            <a:endParaRPr lang="zh-CN" altLang="en-US" sz="2438"/>
          </a:p>
        </p:txBody>
      </p:sp>
      <p:graphicFrame>
        <p:nvGraphicFramePr>
          <p:cNvPr id="3" name="表格 2">
            <a:extLst>
              <a:ext uri="{FF2B5EF4-FFF2-40B4-BE49-F238E27FC236}">
                <a16:creationId xmlns:a16="http://schemas.microsoft.com/office/drawing/2014/main" id="{4A5B1D3F-314E-C928-E3D8-7C02B17414E0}"/>
              </a:ext>
            </a:extLst>
          </p:cNvPr>
          <p:cNvGraphicFramePr>
            <a:graphicFrameLocks noGrp="1"/>
          </p:cNvGraphicFramePr>
          <p:nvPr/>
        </p:nvGraphicFramePr>
        <p:xfrm>
          <a:off x="320440" y="3832792"/>
          <a:ext cx="8407406" cy="877790"/>
        </p:xfrm>
        <a:graphic>
          <a:graphicData uri="http://schemas.openxmlformats.org/drawingml/2006/table">
            <a:tbl>
              <a:tblPr/>
              <a:tblGrid>
                <a:gridCol w="1464158">
                  <a:extLst>
                    <a:ext uri="{9D8B030D-6E8A-4147-A177-3AD203B41FA5}">
                      <a16:colId xmlns:a16="http://schemas.microsoft.com/office/drawing/2014/main" val="2895797703"/>
                    </a:ext>
                  </a:extLst>
                </a:gridCol>
                <a:gridCol w="534096">
                  <a:extLst>
                    <a:ext uri="{9D8B030D-6E8A-4147-A177-3AD203B41FA5}">
                      <a16:colId xmlns:a16="http://schemas.microsoft.com/office/drawing/2014/main" val="969810392"/>
                    </a:ext>
                  </a:extLst>
                </a:gridCol>
                <a:gridCol w="534096">
                  <a:extLst>
                    <a:ext uri="{9D8B030D-6E8A-4147-A177-3AD203B41FA5}">
                      <a16:colId xmlns:a16="http://schemas.microsoft.com/office/drawing/2014/main" val="3125592743"/>
                    </a:ext>
                  </a:extLst>
                </a:gridCol>
                <a:gridCol w="534096">
                  <a:extLst>
                    <a:ext uri="{9D8B030D-6E8A-4147-A177-3AD203B41FA5}">
                      <a16:colId xmlns:a16="http://schemas.microsoft.com/office/drawing/2014/main" val="2152143275"/>
                    </a:ext>
                  </a:extLst>
                </a:gridCol>
                <a:gridCol w="534096">
                  <a:extLst>
                    <a:ext uri="{9D8B030D-6E8A-4147-A177-3AD203B41FA5}">
                      <a16:colId xmlns:a16="http://schemas.microsoft.com/office/drawing/2014/main" val="813393998"/>
                    </a:ext>
                  </a:extLst>
                </a:gridCol>
                <a:gridCol w="534096">
                  <a:extLst>
                    <a:ext uri="{9D8B030D-6E8A-4147-A177-3AD203B41FA5}">
                      <a16:colId xmlns:a16="http://schemas.microsoft.com/office/drawing/2014/main" val="1601150727"/>
                    </a:ext>
                  </a:extLst>
                </a:gridCol>
                <a:gridCol w="534096">
                  <a:extLst>
                    <a:ext uri="{9D8B030D-6E8A-4147-A177-3AD203B41FA5}">
                      <a16:colId xmlns:a16="http://schemas.microsoft.com/office/drawing/2014/main" val="960879867"/>
                    </a:ext>
                  </a:extLst>
                </a:gridCol>
                <a:gridCol w="534096">
                  <a:extLst>
                    <a:ext uri="{9D8B030D-6E8A-4147-A177-3AD203B41FA5}">
                      <a16:colId xmlns:a16="http://schemas.microsoft.com/office/drawing/2014/main" val="1899711427"/>
                    </a:ext>
                  </a:extLst>
                </a:gridCol>
                <a:gridCol w="534096">
                  <a:extLst>
                    <a:ext uri="{9D8B030D-6E8A-4147-A177-3AD203B41FA5}">
                      <a16:colId xmlns:a16="http://schemas.microsoft.com/office/drawing/2014/main" val="1164776288"/>
                    </a:ext>
                  </a:extLst>
                </a:gridCol>
                <a:gridCol w="534096">
                  <a:extLst>
                    <a:ext uri="{9D8B030D-6E8A-4147-A177-3AD203B41FA5}">
                      <a16:colId xmlns:a16="http://schemas.microsoft.com/office/drawing/2014/main" val="1029799236"/>
                    </a:ext>
                  </a:extLst>
                </a:gridCol>
                <a:gridCol w="534096">
                  <a:extLst>
                    <a:ext uri="{9D8B030D-6E8A-4147-A177-3AD203B41FA5}">
                      <a16:colId xmlns:a16="http://schemas.microsoft.com/office/drawing/2014/main" val="181514426"/>
                    </a:ext>
                  </a:extLst>
                </a:gridCol>
                <a:gridCol w="534096">
                  <a:extLst>
                    <a:ext uri="{9D8B030D-6E8A-4147-A177-3AD203B41FA5}">
                      <a16:colId xmlns:a16="http://schemas.microsoft.com/office/drawing/2014/main" val="3469342423"/>
                    </a:ext>
                  </a:extLst>
                </a:gridCol>
                <a:gridCol w="534096">
                  <a:extLst>
                    <a:ext uri="{9D8B030D-6E8A-4147-A177-3AD203B41FA5}">
                      <a16:colId xmlns:a16="http://schemas.microsoft.com/office/drawing/2014/main" val="2199066865"/>
                    </a:ext>
                  </a:extLst>
                </a:gridCol>
                <a:gridCol w="534096">
                  <a:extLst>
                    <a:ext uri="{9D8B030D-6E8A-4147-A177-3AD203B41FA5}">
                      <a16:colId xmlns:a16="http://schemas.microsoft.com/office/drawing/2014/main" val="217643576"/>
                    </a:ext>
                  </a:extLst>
                </a:gridCol>
              </a:tblGrid>
              <a:tr h="130334">
                <a:tc>
                  <a:txBody>
                    <a:bodyPr/>
                    <a:lstStyle/>
                    <a:p>
                      <a:pPr algn="l" fontAlgn="t"/>
                      <a:r>
                        <a:rPr lang="en-US" sz="700" b="1" i="0" u="none" strike="noStrike">
                          <a:solidFill>
                            <a:srgbClr val="000000"/>
                          </a:solidFill>
                          <a:effectLst/>
                          <a:latin typeface="Calibri" panose="020F0502020204030204" pitchFamily="34" charset="0"/>
                          <a:ea typeface="等线" panose="02010600030101010101" pitchFamily="2" charset="-122"/>
                        </a:rPr>
                        <a:t>China recruitment source data</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700" b="0" i="0" u="none" strike="noStrike">
                        <a:solidFill>
                          <a:srgbClr val="000000"/>
                        </a:solidFill>
                        <a:effectLst/>
                        <a:latin typeface="等线" panose="02010600030101010101" pitchFamily="2" charset="-122"/>
                        <a:ea typeface="等线" panose="02010600030101010101" pitchFamily="2" charset="-122"/>
                      </a:endParaRPr>
                    </a:p>
                  </a:txBody>
                  <a:tcPr marL="4604" marR="4604" marT="4604" marB="0">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0447455"/>
                  </a:ext>
                </a:extLst>
              </a:tr>
              <a:tr h="128920">
                <a:tc>
                  <a:txBody>
                    <a:bodyPr/>
                    <a:lstStyle/>
                    <a:p>
                      <a:pPr algn="l" fontAlgn="t"/>
                      <a:r>
                        <a:rPr lang="en-US" sz="700" b="0" i="0" u="none" strike="noStrike">
                          <a:solidFill>
                            <a:srgbClr val="000000"/>
                          </a:solidFill>
                          <a:effectLst/>
                          <a:latin typeface="Calibri" panose="020F0502020204030204" pitchFamily="34" charset="0"/>
                          <a:ea typeface="等线" panose="02010600030101010101" pitchFamily="2" charset="-122"/>
                        </a:rPr>
                        <a:t> Months</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Dec-22</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Jan-23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Feb-23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Mar-23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Apr-23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May-23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Jun-23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Jul-23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Aug-23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Sep-23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Oct-23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Nov-23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700" b="1" i="0" u="none" strike="noStrike">
                          <a:solidFill>
                            <a:srgbClr val="000000"/>
                          </a:solidFill>
                          <a:effectLst/>
                          <a:latin typeface="Calibri" panose="020F0502020204030204" pitchFamily="34" charset="0"/>
                          <a:ea typeface="等线" panose="02010600030101010101" pitchFamily="2" charset="-122"/>
                        </a:rPr>
                        <a:t>Dec-23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3250552709"/>
                  </a:ext>
                </a:extLst>
              </a:tr>
              <a:tr h="133524">
                <a:tc>
                  <a:txBody>
                    <a:bodyPr/>
                    <a:lstStyle/>
                    <a:p>
                      <a:pPr algn="l" fontAlgn="t"/>
                      <a:r>
                        <a:rPr lang="en-US" sz="700" b="1" i="0" u="none" strike="noStrike">
                          <a:solidFill>
                            <a:srgbClr val="000000"/>
                          </a:solidFill>
                          <a:effectLst/>
                          <a:latin typeface="Calibri" panose="020F0502020204030204" pitchFamily="34" charset="0"/>
                          <a:ea typeface="等线" panose="02010600030101010101" pitchFamily="2" charset="-122"/>
                        </a:rPr>
                        <a:t>Patients Enrolled/Randomized (Actual)</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38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57</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90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114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132</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chemeClr val="tx1"/>
                          </a:solidFill>
                          <a:effectLst/>
                          <a:latin typeface="Calibri" panose="020F0502020204030204" pitchFamily="34" charset="0"/>
                          <a:ea typeface="等线" panose="02010600030101010101" pitchFamily="2" charset="-122"/>
                        </a:rPr>
                        <a:t>154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155</a:t>
                      </a:r>
                      <a:r>
                        <a:rPr lang="zh-CN" altLang="en-US" sz="800" b="0" i="0" u="none" strike="noStrike">
                          <a:solidFill>
                            <a:srgbClr val="000000"/>
                          </a:solidFill>
                          <a:effectLst/>
                          <a:latin typeface="Calibri" panose="020F0502020204030204" pitchFamily="34" charset="0"/>
                          <a:ea typeface="等线" panose="02010600030101010101" pitchFamily="2" charset="-122"/>
                        </a:rPr>
                        <a:t>　</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180855204"/>
                  </a:ext>
                </a:extLst>
              </a:tr>
              <a:tr h="217964">
                <a:tc>
                  <a:txBody>
                    <a:bodyPr/>
                    <a:lstStyle/>
                    <a:p>
                      <a:pPr algn="l" fontAlgn="t"/>
                      <a:r>
                        <a:rPr lang="en-US" sz="700" b="1" i="0" u="none" strike="noStrike">
                          <a:solidFill>
                            <a:srgbClr val="000000"/>
                          </a:solidFill>
                          <a:effectLst/>
                          <a:latin typeface="Calibri" panose="020F0502020204030204" pitchFamily="34" charset="0"/>
                          <a:ea typeface="等线" panose="02010600030101010101" pitchFamily="2" charset="-122"/>
                        </a:rPr>
                        <a:t>Patients Enrolled/Randomized (Planned)</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22</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38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54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74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94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114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chemeClr val="tx1"/>
                          </a:solidFill>
                          <a:effectLst/>
                          <a:latin typeface="Calibri" panose="020F0502020204030204" pitchFamily="34" charset="0"/>
                          <a:ea typeface="等线" panose="02010600030101010101" pitchFamily="2" charset="-122"/>
                        </a:rPr>
                        <a:t>134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149</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94807084"/>
                  </a:ext>
                </a:extLst>
              </a:tr>
              <a:tr h="133524">
                <a:tc>
                  <a:txBody>
                    <a:bodyPr/>
                    <a:lstStyle/>
                    <a:p>
                      <a:pPr algn="l" fontAlgn="t"/>
                      <a:r>
                        <a:rPr lang="en-US" sz="700" b="1" i="0" u="none" strike="noStrike">
                          <a:solidFill>
                            <a:srgbClr val="000000"/>
                          </a:solidFill>
                          <a:effectLst/>
                          <a:latin typeface="Calibri" panose="020F0502020204030204" pitchFamily="34" charset="0"/>
                          <a:ea typeface="等线" panose="02010600030101010101" pitchFamily="2" charset="-122"/>
                        </a:rPr>
                        <a:t>Patient Screened(Actual)</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3</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40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66</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108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150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186</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231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251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chemeClr val="tx1"/>
                          </a:solidFill>
                          <a:effectLst/>
                          <a:latin typeface="Calibri" panose="020F0502020204030204" pitchFamily="34" charset="0"/>
                          <a:ea typeface="等线" panose="02010600030101010101" pitchFamily="2" charset="-122"/>
                        </a:rPr>
                        <a:t>251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251</a:t>
                      </a:r>
                      <a:r>
                        <a:rPr lang="zh-CN" altLang="en-US" sz="800" b="0" i="0" u="none" strike="noStrike">
                          <a:solidFill>
                            <a:srgbClr val="000000"/>
                          </a:solidFill>
                          <a:effectLst/>
                          <a:latin typeface="Calibri" panose="020F0502020204030204" pitchFamily="34" charset="0"/>
                          <a:ea typeface="等线" panose="02010600030101010101" pitchFamily="2" charset="-122"/>
                        </a:rPr>
                        <a:t>　</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4754833"/>
                  </a:ext>
                </a:extLst>
              </a:tr>
              <a:tr h="133524">
                <a:tc>
                  <a:txBody>
                    <a:bodyPr/>
                    <a:lstStyle/>
                    <a:p>
                      <a:pPr algn="l" fontAlgn="t"/>
                      <a:r>
                        <a:rPr lang="en-US" sz="700" b="1" i="0" u="none" strike="noStrike">
                          <a:solidFill>
                            <a:srgbClr val="000000"/>
                          </a:solidFill>
                          <a:effectLst/>
                          <a:latin typeface="Calibri" panose="020F0502020204030204" pitchFamily="34" charset="0"/>
                          <a:ea typeface="等线" panose="02010600030101010101" pitchFamily="2" charset="-122"/>
                        </a:rPr>
                        <a:t>Patient Screened(Planned)</a:t>
                      </a:r>
                    </a:p>
                  </a:txBody>
                  <a:tcPr marL="4604" marR="4604" marT="460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6</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21</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42</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66</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94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134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174</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220</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248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800" b="0" i="0" u="none" strike="noStrike">
                          <a:solidFill>
                            <a:schemeClr val="tx1"/>
                          </a:solidFill>
                          <a:effectLst/>
                          <a:latin typeface="Calibri" panose="020F0502020204030204" pitchFamily="34" charset="0"/>
                          <a:ea typeface="等线" panose="02010600030101010101" pitchFamily="2" charset="-122"/>
                        </a:rPr>
                        <a:t>248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800" b="0" i="0" u="none" strike="noStrike">
                          <a:solidFill>
                            <a:srgbClr val="000000"/>
                          </a:solidFill>
                          <a:effectLst/>
                          <a:latin typeface="Calibri" panose="020F0502020204030204" pitchFamily="34" charset="0"/>
                          <a:ea typeface="等线" panose="02010600030101010101" pitchFamily="2" charset="-122"/>
                        </a:rPr>
                        <a:t>248</a:t>
                      </a:r>
                    </a:p>
                  </a:txBody>
                  <a:tcPr marL="4604" marR="4604" marT="4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73403347"/>
                  </a:ext>
                </a:extLst>
              </a:tr>
            </a:tbl>
          </a:graphicData>
        </a:graphic>
      </p:graphicFrame>
      <p:graphicFrame>
        <p:nvGraphicFramePr>
          <p:cNvPr id="4" name="Chart 6">
            <a:extLst>
              <a:ext uri="{FF2B5EF4-FFF2-40B4-BE49-F238E27FC236}">
                <a16:creationId xmlns:a16="http://schemas.microsoft.com/office/drawing/2014/main" id="{20806502-DC4C-4CEE-81EC-B542BA6F783E}"/>
              </a:ext>
            </a:extLst>
          </p:cNvPr>
          <p:cNvGraphicFramePr>
            <a:graphicFrameLocks/>
          </p:cNvGraphicFramePr>
          <p:nvPr/>
        </p:nvGraphicFramePr>
        <p:xfrm>
          <a:off x="203797" y="807411"/>
          <a:ext cx="8407405" cy="2764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3722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标题 4">
            <a:extLst>
              <a:ext uri="{FF2B5EF4-FFF2-40B4-BE49-F238E27FC236}">
                <a16:creationId xmlns:a16="http://schemas.microsoft.com/office/drawing/2014/main" id="{F4C6B61C-982F-46D1-BDD3-32EC9C1D272D}"/>
              </a:ext>
            </a:extLst>
          </p:cNvPr>
          <p:cNvSpPr>
            <a:spLocks noGrp="1"/>
          </p:cNvSpPr>
          <p:nvPr>
            <p:ph type="title"/>
          </p:nvPr>
        </p:nvSpPr>
        <p:spPr/>
        <p:txBody>
          <a:bodyPr>
            <a:noAutofit/>
          </a:bodyPr>
          <a:lstStyle/>
          <a:p>
            <a:r>
              <a:rPr lang="en-US" altLang="zh-CN" sz="1600" err="1"/>
              <a:t>Fibroneer</a:t>
            </a:r>
            <a:r>
              <a:rPr lang="en-US" altLang="zh-CN" sz="1600"/>
              <a:t>-ILD 1</a:t>
            </a:r>
            <a:r>
              <a:rPr lang="en-US" altLang="zh-TW" sz="1600"/>
              <a:t>305-0023</a:t>
            </a:r>
            <a:r>
              <a:rPr lang="en-US" altLang="zh-CN" sz="1600"/>
              <a:t> </a:t>
            </a:r>
            <a:r>
              <a:rPr lang="en-US" altLang="zh-TW" sz="1600"/>
              <a:t>Taiwan</a:t>
            </a:r>
            <a:r>
              <a:rPr lang="en-US" altLang="zh-CN" sz="1600"/>
              <a:t> recruitment status (Cut off date: 12 Dec 2023) </a:t>
            </a:r>
            <a:endParaRPr lang="zh-CN" altLang="en-US" sz="1600"/>
          </a:p>
        </p:txBody>
      </p:sp>
      <p:sp>
        <p:nvSpPr>
          <p:cNvPr id="3" name="Text Placeholder 2">
            <a:extLst>
              <a:ext uri="{FF2B5EF4-FFF2-40B4-BE49-F238E27FC236}">
                <a16:creationId xmlns:a16="http://schemas.microsoft.com/office/drawing/2014/main" id="{712BF5DB-B72A-4F5A-6E9A-D43C767D3945}"/>
              </a:ext>
            </a:extLst>
          </p:cNvPr>
          <p:cNvSpPr>
            <a:spLocks noGrp="1"/>
          </p:cNvSpPr>
          <p:nvPr>
            <p:ph type="body" sz="quarter" idx="13"/>
          </p:nvPr>
        </p:nvSpPr>
        <p:spPr/>
        <p:txBody>
          <a:bodyPr/>
          <a:lstStyle/>
          <a:p>
            <a:endParaRPr lang="zh-CN" altLang="en-US"/>
          </a:p>
        </p:txBody>
      </p:sp>
      <p:sp>
        <p:nvSpPr>
          <p:cNvPr id="4" name="頁尾版面配置區 3">
            <a:extLst>
              <a:ext uri="{FF2B5EF4-FFF2-40B4-BE49-F238E27FC236}">
                <a16:creationId xmlns:a16="http://schemas.microsoft.com/office/drawing/2014/main" id="{A22CAF9A-5350-4B77-91DD-02935F55B4B8}"/>
              </a:ext>
            </a:extLst>
          </p:cNvPr>
          <p:cNvSpPr>
            <a:spLocks noGrp="1"/>
          </p:cNvSpPr>
          <p:nvPr>
            <p:ph type="ftr" sz="quarter" idx="19"/>
          </p:nvPr>
        </p:nvSpPr>
        <p:spPr/>
        <p:txBody>
          <a:bodyPr/>
          <a:lstStyle/>
          <a:p>
            <a:pPr algn="l" defTabSz="914310">
              <a:spcAft>
                <a:spcPts val="0"/>
              </a:spcAft>
              <a:defRPr/>
            </a:pPr>
            <a:r>
              <a:rPr lang="en-GB" sz="750">
                <a:solidFill>
                  <a:srgbClr val="FFFFFF">
                    <a:lumMod val="50000"/>
                  </a:srgbClr>
                </a:solidFill>
                <a:latin typeface="BISansCond" panose="02000006050000020004" pitchFamily="2" charset="0"/>
              </a:rPr>
              <a:t>1305-0014 &amp; 1305-0023</a:t>
            </a:r>
          </a:p>
        </p:txBody>
      </p:sp>
      <p:sp>
        <p:nvSpPr>
          <p:cNvPr id="5" name="投影片編號版面配置區 4">
            <a:extLst>
              <a:ext uri="{FF2B5EF4-FFF2-40B4-BE49-F238E27FC236}">
                <a16:creationId xmlns:a16="http://schemas.microsoft.com/office/drawing/2014/main" id="{6F9A3E96-A4AE-4912-B1E2-7AABB444143C}"/>
              </a:ext>
            </a:extLst>
          </p:cNvPr>
          <p:cNvSpPr>
            <a:spLocks noGrp="1"/>
          </p:cNvSpPr>
          <p:nvPr>
            <p:ph type="sldNum" sz="quarter" idx="20"/>
          </p:nvPr>
        </p:nvSpPr>
        <p:spPr/>
        <p:txBody>
          <a:bodyPr/>
          <a:lstStyle/>
          <a:p>
            <a:pPr defTabSz="914310">
              <a:defRPr/>
            </a:pPr>
            <a:fld id="{143B55C4-4F5A-416B-997D-6CE47EB0A945}" type="slidenum">
              <a:rPr lang="en-GB" sz="750">
                <a:solidFill>
                  <a:srgbClr val="FFFFFF">
                    <a:lumMod val="50000"/>
                  </a:srgbClr>
                </a:solidFill>
                <a:latin typeface="BISansCond" panose="02000006050000020004" pitchFamily="2" charset="0"/>
              </a:rPr>
              <a:pPr defTabSz="914310">
                <a:defRPr/>
              </a:pPr>
              <a:t>13</a:t>
            </a:fld>
            <a:endParaRPr lang="en-GB" sz="750">
              <a:solidFill>
                <a:srgbClr val="FFFFFF">
                  <a:lumMod val="50000"/>
                </a:srgbClr>
              </a:solidFill>
              <a:latin typeface="BISansCond" panose="02000006050000020004" pitchFamily="2" charset="0"/>
            </a:endParaRPr>
          </a:p>
        </p:txBody>
      </p:sp>
      <p:sp>
        <p:nvSpPr>
          <p:cNvPr id="11" name="頁尾版面配置區 3">
            <a:extLst>
              <a:ext uri="{FF2B5EF4-FFF2-40B4-BE49-F238E27FC236}">
                <a16:creationId xmlns:a16="http://schemas.microsoft.com/office/drawing/2014/main" id="{4876AF23-EAE1-4AF7-9617-90CF11F0E9C6}"/>
              </a:ext>
            </a:extLst>
          </p:cNvPr>
          <p:cNvSpPr txBox="1">
            <a:spLocks/>
          </p:cNvSpPr>
          <p:nvPr/>
        </p:nvSpPr>
        <p:spPr>
          <a:xfrm>
            <a:off x="3025129" y="6540095"/>
            <a:ext cx="6962939" cy="153888"/>
          </a:xfrm>
          <a:prstGeom prst="rect">
            <a:avLst/>
          </a:prstGeom>
        </p:spPr>
        <p:txBody>
          <a:bodyPr vert="horz" wrap="square" lIns="0" tIns="0" rIns="0" bIns="0" rtlCol="0" anchor="ctr">
            <a:spAutoFit/>
          </a:bodyPr>
          <a:lstStyle>
            <a:defPPr>
              <a:defRPr lang="de-DE"/>
            </a:defPPr>
            <a:lvl1pPr marL="0" algn="l" defTabSz="914400" rtl="0" eaLnBrk="1" latinLnBrk="0" hangingPunct="1">
              <a:defRPr sz="750" kern="1200">
                <a:solidFill>
                  <a:schemeClr val="bg1">
                    <a:lumMod val="50000"/>
                  </a:schemeClr>
                </a:solidFill>
                <a:latin typeface="BISansCond" panose="0200000605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10">
              <a:defRPr/>
            </a:pPr>
            <a:r>
              <a:rPr lang="en-GB" sz="1000">
                <a:solidFill>
                  <a:srgbClr val="FFFFFF">
                    <a:lumMod val="50000"/>
                  </a:srgbClr>
                </a:solidFill>
                <a:latin typeface="BISansOptiCond"/>
              </a:rPr>
              <a:t>1305-0014 &amp; 1305-0023</a:t>
            </a:r>
          </a:p>
        </p:txBody>
      </p:sp>
      <p:sp>
        <p:nvSpPr>
          <p:cNvPr id="12" name="投影片編號版面配置區 4">
            <a:extLst>
              <a:ext uri="{FF2B5EF4-FFF2-40B4-BE49-F238E27FC236}">
                <a16:creationId xmlns:a16="http://schemas.microsoft.com/office/drawing/2014/main" id="{716A3D91-C5DC-4E19-AC8E-E7973D16E388}"/>
              </a:ext>
            </a:extLst>
          </p:cNvPr>
          <p:cNvSpPr txBox="1">
            <a:spLocks/>
          </p:cNvSpPr>
          <p:nvPr/>
        </p:nvSpPr>
        <p:spPr>
          <a:xfrm>
            <a:off x="11647363" y="6463151"/>
            <a:ext cx="54538" cy="307777"/>
          </a:xfrm>
          <a:prstGeom prst="rect">
            <a:avLst/>
          </a:prstGeom>
        </p:spPr>
        <p:txBody>
          <a:bodyPr vert="horz" wrap="square" lIns="0" tIns="0" rIns="0" bIns="0" rtlCol="0" anchor="ctr">
            <a:spAutoFit/>
          </a:bodyPr>
          <a:lstStyle>
            <a:defPPr>
              <a:defRPr lang="de-DE"/>
            </a:defPPr>
            <a:lvl1pPr marL="0" algn="r" defTabSz="914400" rtl="0" eaLnBrk="1" latinLnBrk="0" hangingPunct="1">
              <a:defRPr sz="750" kern="1200">
                <a:solidFill>
                  <a:schemeClr val="bg1">
                    <a:lumMod val="50000"/>
                  </a:schemeClr>
                </a:solidFill>
                <a:latin typeface="BISansCond" panose="0200000605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10">
              <a:defRPr/>
            </a:pPr>
            <a:fld id="{143B55C4-4F5A-416B-997D-6CE47EB0A945}" type="slidenum">
              <a:rPr lang="en-GB" sz="1000">
                <a:solidFill>
                  <a:srgbClr val="FFFFFF">
                    <a:lumMod val="50000"/>
                  </a:srgbClr>
                </a:solidFill>
                <a:latin typeface="BISansOptiCond"/>
              </a:rPr>
              <a:pPr defTabSz="914310">
                <a:defRPr/>
              </a:pPr>
              <a:t>13</a:t>
            </a:fld>
            <a:endParaRPr lang="en-GB" sz="1000">
              <a:solidFill>
                <a:srgbClr val="FFFFFF">
                  <a:lumMod val="50000"/>
                </a:srgbClr>
              </a:solidFill>
              <a:latin typeface="BISansOptiCond"/>
            </a:endParaRPr>
          </a:p>
        </p:txBody>
      </p:sp>
      <p:graphicFrame>
        <p:nvGraphicFramePr>
          <p:cNvPr id="13" name="圖表 12">
            <a:extLst>
              <a:ext uri="{FF2B5EF4-FFF2-40B4-BE49-F238E27FC236}">
                <a16:creationId xmlns:a16="http://schemas.microsoft.com/office/drawing/2014/main" id="{779DED3A-A01F-43F4-B60E-D88F4A90D038}"/>
              </a:ext>
            </a:extLst>
          </p:cNvPr>
          <p:cNvGraphicFramePr>
            <a:graphicFrameLocks/>
          </p:cNvGraphicFramePr>
          <p:nvPr/>
        </p:nvGraphicFramePr>
        <p:xfrm>
          <a:off x="523877" y="731520"/>
          <a:ext cx="7766685" cy="33283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表格 6">
            <a:extLst>
              <a:ext uri="{FF2B5EF4-FFF2-40B4-BE49-F238E27FC236}">
                <a16:creationId xmlns:a16="http://schemas.microsoft.com/office/drawing/2014/main" id="{EDD0C612-9FC3-4827-990B-BA2E67AB108F}"/>
              </a:ext>
            </a:extLst>
          </p:cNvPr>
          <p:cNvGraphicFramePr>
            <a:graphicFrameLocks noGrp="1"/>
          </p:cNvGraphicFramePr>
          <p:nvPr/>
        </p:nvGraphicFramePr>
        <p:xfrm>
          <a:off x="471705" y="4059871"/>
          <a:ext cx="8200590" cy="988921"/>
        </p:xfrm>
        <a:graphic>
          <a:graphicData uri="http://schemas.openxmlformats.org/drawingml/2006/table">
            <a:tbl>
              <a:tblPr>
                <a:tableStyleId>{5C22544A-7EE6-4342-B048-85BDC9FD1C3A}</a:tableStyleId>
              </a:tblPr>
              <a:tblGrid>
                <a:gridCol w="1508179">
                  <a:extLst>
                    <a:ext uri="{9D8B030D-6E8A-4147-A177-3AD203B41FA5}">
                      <a16:colId xmlns:a16="http://schemas.microsoft.com/office/drawing/2014/main" val="3473625976"/>
                    </a:ext>
                  </a:extLst>
                </a:gridCol>
                <a:gridCol w="487911">
                  <a:extLst>
                    <a:ext uri="{9D8B030D-6E8A-4147-A177-3AD203B41FA5}">
                      <a16:colId xmlns:a16="http://schemas.microsoft.com/office/drawing/2014/main" val="2511394184"/>
                    </a:ext>
                  </a:extLst>
                </a:gridCol>
                <a:gridCol w="524426">
                  <a:extLst>
                    <a:ext uri="{9D8B030D-6E8A-4147-A177-3AD203B41FA5}">
                      <a16:colId xmlns:a16="http://schemas.microsoft.com/office/drawing/2014/main" val="1006931387"/>
                    </a:ext>
                  </a:extLst>
                </a:gridCol>
                <a:gridCol w="548269">
                  <a:extLst>
                    <a:ext uri="{9D8B030D-6E8A-4147-A177-3AD203B41FA5}">
                      <a16:colId xmlns:a16="http://schemas.microsoft.com/office/drawing/2014/main" val="1580186530"/>
                    </a:ext>
                  </a:extLst>
                </a:gridCol>
                <a:gridCol w="548269">
                  <a:extLst>
                    <a:ext uri="{9D8B030D-6E8A-4147-A177-3AD203B41FA5}">
                      <a16:colId xmlns:a16="http://schemas.microsoft.com/office/drawing/2014/main" val="2077854728"/>
                    </a:ext>
                  </a:extLst>
                </a:gridCol>
                <a:gridCol w="524426">
                  <a:extLst>
                    <a:ext uri="{9D8B030D-6E8A-4147-A177-3AD203B41FA5}">
                      <a16:colId xmlns:a16="http://schemas.microsoft.com/office/drawing/2014/main" val="1923209731"/>
                    </a:ext>
                  </a:extLst>
                </a:gridCol>
                <a:gridCol w="524426">
                  <a:extLst>
                    <a:ext uri="{9D8B030D-6E8A-4147-A177-3AD203B41FA5}">
                      <a16:colId xmlns:a16="http://schemas.microsoft.com/office/drawing/2014/main" val="1904945596"/>
                    </a:ext>
                  </a:extLst>
                </a:gridCol>
                <a:gridCol w="524426">
                  <a:extLst>
                    <a:ext uri="{9D8B030D-6E8A-4147-A177-3AD203B41FA5}">
                      <a16:colId xmlns:a16="http://schemas.microsoft.com/office/drawing/2014/main" val="3832727492"/>
                    </a:ext>
                  </a:extLst>
                </a:gridCol>
                <a:gridCol w="524437">
                  <a:extLst>
                    <a:ext uri="{9D8B030D-6E8A-4147-A177-3AD203B41FA5}">
                      <a16:colId xmlns:a16="http://schemas.microsoft.com/office/drawing/2014/main" val="3120066975"/>
                    </a:ext>
                  </a:extLst>
                </a:gridCol>
                <a:gridCol w="548267">
                  <a:extLst>
                    <a:ext uri="{9D8B030D-6E8A-4147-A177-3AD203B41FA5}">
                      <a16:colId xmlns:a16="http://schemas.microsoft.com/office/drawing/2014/main" val="3924652231"/>
                    </a:ext>
                  </a:extLst>
                </a:gridCol>
                <a:gridCol w="572106">
                  <a:extLst>
                    <a:ext uri="{9D8B030D-6E8A-4147-A177-3AD203B41FA5}">
                      <a16:colId xmlns:a16="http://schemas.microsoft.com/office/drawing/2014/main" val="139508724"/>
                    </a:ext>
                  </a:extLst>
                </a:gridCol>
                <a:gridCol w="624776">
                  <a:extLst>
                    <a:ext uri="{9D8B030D-6E8A-4147-A177-3AD203B41FA5}">
                      <a16:colId xmlns:a16="http://schemas.microsoft.com/office/drawing/2014/main" val="1582784343"/>
                    </a:ext>
                  </a:extLst>
                </a:gridCol>
                <a:gridCol w="740672">
                  <a:extLst>
                    <a:ext uri="{9D8B030D-6E8A-4147-A177-3AD203B41FA5}">
                      <a16:colId xmlns:a16="http://schemas.microsoft.com/office/drawing/2014/main" val="4187133416"/>
                    </a:ext>
                  </a:extLst>
                </a:gridCol>
              </a:tblGrid>
              <a:tr h="186287">
                <a:tc>
                  <a:txBody>
                    <a:bodyPr/>
                    <a:lstStyle/>
                    <a:p>
                      <a:pPr algn="l" fontAlgn="t"/>
                      <a:r>
                        <a:rPr lang="en-US" sz="1200" b="1" u="none" strike="noStrike">
                          <a:solidFill>
                            <a:schemeClr val="tx1">
                              <a:lumMod val="75000"/>
                            </a:schemeClr>
                          </a:solidFill>
                          <a:effectLst/>
                          <a:latin typeface="Arial Narrow"/>
                        </a:rPr>
                        <a:t> Months</a:t>
                      </a:r>
                      <a:endParaRPr lang="en-US" sz="1200" b="1" i="0" u="none" strike="noStrike">
                        <a:solidFill>
                          <a:schemeClr val="tx1">
                            <a:lumMod val="75000"/>
                          </a:schemeClr>
                        </a:solidFill>
                        <a:effectLst/>
                        <a:latin typeface="Arial Narrow"/>
                        <a:ea typeface="等线" panose="02010600030101010101" pitchFamily="2" charset="-122"/>
                      </a:endParaRPr>
                    </a:p>
                  </a:txBody>
                  <a:tcPr marL="1703" marR="1703" marT="1703"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2021-12</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2023-1</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2023-2</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2023-3</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2023-4</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2023-5</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2023-6</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2023-7</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2023-8</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2023-9</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2023-10</a:t>
                      </a:r>
                    </a:p>
                  </a:txBody>
                  <a:tcPr marL="3407" marR="3407" marT="3407" marB="0">
                    <a:solidFill>
                      <a:srgbClr val="92D050"/>
                    </a:solidFill>
                  </a:tcPr>
                </a:tc>
                <a:tc>
                  <a:txBody>
                    <a:bodyPr/>
                    <a:lstStyle/>
                    <a:p>
                      <a:pPr algn="ctr" fontAlgn="t"/>
                      <a:r>
                        <a:rPr lang="en-US" altLang="zh-TW" sz="1200" b="1" i="0" u="none" strike="noStrike">
                          <a:solidFill>
                            <a:schemeClr val="tx1">
                              <a:lumMod val="75000"/>
                            </a:schemeClr>
                          </a:solidFill>
                          <a:effectLst/>
                          <a:latin typeface="Arial Narrow"/>
                          <a:ea typeface="新細明體"/>
                        </a:rPr>
                        <a:t>2023-11</a:t>
                      </a:r>
                    </a:p>
                  </a:txBody>
                  <a:tcPr marL="3407" marR="3407" marT="3407" marB="0">
                    <a:solidFill>
                      <a:srgbClr val="92D050"/>
                    </a:solidFill>
                  </a:tcPr>
                </a:tc>
                <a:extLst>
                  <a:ext uri="{0D108BD9-81ED-4DB2-BD59-A6C34878D82A}">
                    <a16:rowId xmlns:a16="http://schemas.microsoft.com/office/drawing/2014/main" val="2191805895"/>
                  </a:ext>
                </a:extLst>
              </a:tr>
              <a:tr h="244562">
                <a:tc>
                  <a:txBody>
                    <a:bodyPr/>
                    <a:lstStyle/>
                    <a:p>
                      <a:pPr marL="0" algn="l" defTabSz="914400" rtl="0" eaLnBrk="1" fontAlgn="t" latinLnBrk="0" hangingPunct="1"/>
                      <a:r>
                        <a:rPr lang="en-US" altLang="zh-CN" sz="1200" u="none" strike="noStrike" kern="1200">
                          <a:solidFill>
                            <a:schemeClr val="tx1">
                              <a:lumMod val="75000"/>
                            </a:schemeClr>
                          </a:solidFill>
                          <a:effectLst/>
                          <a:latin typeface="Arial Narrow"/>
                          <a:ea typeface="+mn-ea"/>
                          <a:cs typeface="+mn-cs"/>
                        </a:rPr>
                        <a:t>Screening (planned)</a:t>
                      </a:r>
                      <a:endParaRPr lang="zh-CN" altLang="en-US" sz="1200" u="none" strike="noStrike" kern="1200">
                        <a:solidFill>
                          <a:schemeClr val="tx1">
                            <a:lumMod val="75000"/>
                          </a:schemeClr>
                        </a:solidFill>
                        <a:effectLst/>
                        <a:latin typeface="Arial Narrow"/>
                        <a:ea typeface="+mn-ea"/>
                        <a:cs typeface="+mn-cs"/>
                      </a:endParaRPr>
                    </a:p>
                  </a:txBody>
                  <a:tcPr marL="1703" marR="1703" marT="1703"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2</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4</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7</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10</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13</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17</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20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23</a:t>
                      </a:r>
                    </a:p>
                  </a:txBody>
                  <a:tcPr marL="3144" marR="3144" marT="3144" marB="0"/>
                </a:tc>
                <a:tc>
                  <a:txBody>
                    <a:bodyPr/>
                    <a:lstStyle/>
                    <a:p>
                      <a:pPr algn="ctr" fontAlgn="t"/>
                      <a:r>
                        <a:rPr lang="en-US" altLang="zh-TW" sz="1200" b="0" i="0" u="none" strike="noStrike">
                          <a:solidFill>
                            <a:schemeClr val="tx1">
                              <a:lumMod val="50000"/>
                            </a:schemeClr>
                          </a:solidFill>
                          <a:effectLst/>
                          <a:latin typeface="Arial Narrow"/>
                          <a:ea typeface="新細明體"/>
                        </a:rPr>
                        <a:t>26</a:t>
                      </a:r>
                    </a:p>
                  </a:txBody>
                  <a:tcPr marL="3144" marR="3144" marT="3144" marB="0"/>
                </a:tc>
                <a:tc>
                  <a:txBody>
                    <a:bodyPr/>
                    <a:lstStyle/>
                    <a:p>
                      <a:pPr algn="ctr" fontAlgn="t"/>
                      <a:r>
                        <a:rPr lang="en-US" altLang="zh-TW" sz="1200" b="0" i="0" u="none" strike="noStrike">
                          <a:solidFill>
                            <a:schemeClr val="tx1">
                              <a:lumMod val="50000"/>
                            </a:schemeClr>
                          </a:solidFill>
                          <a:effectLst/>
                          <a:latin typeface="Arial Narrow"/>
                          <a:ea typeface="新細明體"/>
                        </a:rPr>
                        <a:t>28</a:t>
                      </a:r>
                    </a:p>
                  </a:txBody>
                  <a:tcPr marL="3144" marR="3144" marT="3144" marB="0"/>
                </a:tc>
                <a:tc>
                  <a:txBody>
                    <a:bodyPr/>
                    <a:lstStyle/>
                    <a:p>
                      <a:pPr algn="ctr" fontAlgn="t"/>
                      <a:r>
                        <a:rPr lang="en-US" altLang="zh-TW" sz="1200" b="0" i="0" u="none" strike="noStrike">
                          <a:solidFill>
                            <a:schemeClr val="tx1">
                              <a:lumMod val="50000"/>
                            </a:schemeClr>
                          </a:solidFill>
                          <a:effectLst/>
                          <a:latin typeface="Arial Narrow"/>
                          <a:ea typeface="新細明體"/>
                        </a:rPr>
                        <a:t>28</a:t>
                      </a:r>
                    </a:p>
                  </a:txBody>
                  <a:tcPr marL="3144" marR="3144" marT="3144" marB="0"/>
                </a:tc>
                <a:extLst>
                  <a:ext uri="{0D108BD9-81ED-4DB2-BD59-A6C34878D82A}">
                    <a16:rowId xmlns:a16="http://schemas.microsoft.com/office/drawing/2014/main" val="890073539"/>
                  </a:ext>
                </a:extLst>
              </a:tr>
              <a:tr h="186024">
                <a:tc>
                  <a:txBody>
                    <a:bodyPr/>
                    <a:lstStyle/>
                    <a:p>
                      <a:r>
                        <a:rPr lang="en-US" altLang="zh-CN" sz="1200" u="none" strike="noStrike" kern="1200">
                          <a:solidFill>
                            <a:schemeClr val="tx1">
                              <a:lumMod val="75000"/>
                            </a:schemeClr>
                          </a:solidFill>
                          <a:effectLst/>
                          <a:latin typeface="Arial Narrow"/>
                          <a:ea typeface="+mn-ea"/>
                          <a:cs typeface="+mn-cs"/>
                        </a:rPr>
                        <a:t>Screening (Actual)</a:t>
                      </a:r>
                      <a:endParaRPr lang="zh-CN" altLang="en-US" sz="1200" u="none" strike="noStrike" kern="1200">
                        <a:solidFill>
                          <a:schemeClr val="tx1">
                            <a:lumMod val="75000"/>
                          </a:schemeClr>
                        </a:solidFill>
                        <a:effectLst/>
                        <a:latin typeface="Arial Narrow"/>
                        <a:ea typeface="+mn-ea"/>
                        <a:cs typeface="+mn-cs"/>
                      </a:endParaRPr>
                    </a:p>
                  </a:txBody>
                  <a:tcPr marL="1703" marR="1703" marT="1703"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2</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3</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5</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10</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14</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18</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26</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33</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37</a:t>
                      </a:r>
                      <a:endParaRPr lang="en-US" altLang="zh-TW" sz="1200" b="0" i="0" u="none" strike="noStrike" kern="1200">
                        <a:solidFill>
                          <a:schemeClr val="tx1"/>
                        </a:solidFill>
                        <a:effectLst/>
                        <a:latin typeface="Arial Narrow" panose="020B0606020202030204" pitchFamily="34" charset="0"/>
                        <a:ea typeface="新細明體" panose="02020500000000000000" pitchFamily="18" charset="-120"/>
                        <a:cs typeface="+mn-cs"/>
                      </a:endParaRPr>
                    </a:p>
                  </a:txBody>
                  <a:tcPr marL="3144" marR="3144" marT="3144" marB="0"/>
                </a:tc>
                <a:tc>
                  <a:txBody>
                    <a:bodyPr/>
                    <a:lstStyle/>
                    <a:p>
                      <a:pPr algn="ctr" fontAlgn="t"/>
                      <a:r>
                        <a:rPr lang="en-US" altLang="zh-TW" sz="1200" b="0" i="0" u="none" strike="noStrike">
                          <a:solidFill>
                            <a:srgbClr val="FF0000"/>
                          </a:solidFill>
                          <a:effectLst/>
                          <a:latin typeface="Arial Narrow"/>
                          <a:ea typeface="新細明體"/>
                        </a:rPr>
                        <a:t>LPS in Oct</a:t>
                      </a:r>
                    </a:p>
                  </a:txBody>
                  <a:tcPr marL="3144" marR="3144" marT="3144" marB="0"/>
                </a:tc>
                <a:extLst>
                  <a:ext uri="{0D108BD9-81ED-4DB2-BD59-A6C34878D82A}">
                    <a16:rowId xmlns:a16="http://schemas.microsoft.com/office/drawing/2014/main" val="1893102915"/>
                  </a:ext>
                </a:extLst>
              </a:tr>
              <a:tr h="186024">
                <a:tc>
                  <a:txBody>
                    <a:bodyPr/>
                    <a:lstStyle/>
                    <a:p>
                      <a:pPr algn="l" fontAlgn="t"/>
                      <a:r>
                        <a:rPr lang="en-US" sz="1200" u="none" strike="noStrike">
                          <a:solidFill>
                            <a:schemeClr val="tx1">
                              <a:lumMod val="75000"/>
                            </a:schemeClr>
                          </a:solidFill>
                          <a:effectLst/>
                          <a:latin typeface="Arial Narrow"/>
                        </a:rPr>
                        <a:t>Randomized (Planned)</a:t>
                      </a:r>
                      <a:endParaRPr lang="en-US" sz="1200" b="1" i="0" u="none" strike="noStrike">
                        <a:solidFill>
                          <a:schemeClr val="tx1">
                            <a:lumMod val="75000"/>
                          </a:schemeClr>
                        </a:solidFill>
                        <a:effectLst/>
                        <a:latin typeface="Arial Narrow"/>
                        <a:ea typeface="等线" panose="02010600030101010101" pitchFamily="2" charset="-122"/>
                      </a:endParaRPr>
                    </a:p>
                  </a:txBody>
                  <a:tcPr marL="1703" marR="1703" marT="1703"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1</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4</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7</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9</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11</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13</a:t>
                      </a:r>
                    </a:p>
                  </a:txBody>
                  <a:tcPr marL="3144" marR="3144" marT="3144" marB="0"/>
                </a:tc>
                <a:tc>
                  <a:txBody>
                    <a:bodyPr/>
                    <a:lstStyle/>
                    <a:p>
                      <a:pPr marL="0" algn="ctr" defTabSz="914400" rtl="0" eaLnBrk="1" fontAlgn="t" latinLnBrk="0" hangingPunct="1"/>
                      <a:r>
                        <a:rPr lang="en-US" altLang="zh-TW" sz="1200" b="0" i="0" u="none" strike="noStrike" kern="1200">
                          <a:solidFill>
                            <a:srgbClr val="000000"/>
                          </a:solidFill>
                          <a:effectLst/>
                          <a:latin typeface="Arial Narrow"/>
                          <a:ea typeface="新細明體"/>
                          <a:cs typeface="+mn-cs"/>
                        </a:rPr>
                        <a:t>15</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17</a:t>
                      </a:r>
                    </a:p>
                  </a:txBody>
                  <a:tcPr marL="3144" marR="3144" marT="3144" marB="0"/>
                </a:tc>
                <a:tc>
                  <a:txBody>
                    <a:bodyPr/>
                    <a:lstStyle/>
                    <a:p>
                      <a:pPr marL="0" lvl="0" algn="ctr" defTabSz="914400" rtl="0">
                        <a:buNone/>
                      </a:pPr>
                      <a:r>
                        <a:rPr lang="en-US" altLang="zh-TW" sz="1200" b="0" i="0" u="none" strike="noStrike" kern="1200">
                          <a:solidFill>
                            <a:schemeClr val="tx1"/>
                          </a:solidFill>
                          <a:effectLst/>
                          <a:latin typeface="Arial Narrow"/>
                          <a:ea typeface="新細明體"/>
                          <a:cs typeface="+mn-cs"/>
                        </a:rPr>
                        <a:t>19</a:t>
                      </a:r>
                      <a:endParaRPr lang="zh-TW" altLang="en-US" sz="1800">
                        <a:solidFill>
                          <a:schemeClr val="tx1"/>
                        </a:solidFill>
                      </a:endParaRP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20</a:t>
                      </a:r>
                    </a:p>
                  </a:txBody>
                  <a:tcPr marL="3144" marR="3144" marT="3144" marB="0"/>
                </a:tc>
                <a:extLst>
                  <a:ext uri="{0D108BD9-81ED-4DB2-BD59-A6C34878D82A}">
                    <a16:rowId xmlns:a16="http://schemas.microsoft.com/office/drawing/2014/main" val="898496749"/>
                  </a:ext>
                </a:extLst>
              </a:tr>
              <a:tr h="186024">
                <a:tc>
                  <a:txBody>
                    <a:bodyPr/>
                    <a:lstStyle/>
                    <a:p>
                      <a:pPr algn="l" fontAlgn="t"/>
                      <a:r>
                        <a:rPr lang="en-US" sz="1200" u="none" strike="noStrike">
                          <a:solidFill>
                            <a:schemeClr val="tx1">
                              <a:lumMod val="75000"/>
                            </a:schemeClr>
                          </a:solidFill>
                          <a:effectLst/>
                          <a:latin typeface="Arial Narrow"/>
                        </a:rPr>
                        <a:t>Randomized (Actual)</a:t>
                      </a:r>
                      <a:endParaRPr lang="en-US" sz="1200" b="1" i="0" u="none" strike="noStrike">
                        <a:solidFill>
                          <a:schemeClr val="tx1">
                            <a:lumMod val="75000"/>
                          </a:schemeClr>
                        </a:solidFill>
                        <a:effectLst/>
                        <a:latin typeface="Arial Narrow"/>
                        <a:ea typeface="等线" panose="02010600030101010101" pitchFamily="2" charset="-122"/>
                      </a:endParaRPr>
                    </a:p>
                  </a:txBody>
                  <a:tcPr marL="1703" marR="1703" marT="1703"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rgbClr val="000000"/>
                          </a:solidFill>
                          <a:effectLst/>
                          <a:latin typeface="Arial Narrow"/>
                          <a:ea typeface="新細明體"/>
                        </a:rPr>
                        <a:t>0</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1</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2</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2</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6</a:t>
                      </a:r>
                    </a:p>
                  </a:txBody>
                  <a:tcPr marL="3144" marR="3144" marT="3144" marB="0"/>
                </a:tc>
                <a:tc>
                  <a:txBody>
                    <a:bodyPr/>
                    <a:lstStyle/>
                    <a:p>
                      <a:pPr algn="ctr" fontAlgn="t"/>
                      <a:r>
                        <a:rPr lang="en-US" altLang="zh-TW" sz="1200" b="0" i="0" u="none" strike="noStrike">
                          <a:solidFill>
                            <a:schemeClr val="tx1"/>
                          </a:solidFill>
                          <a:effectLst/>
                          <a:latin typeface="Arial Narrow"/>
                          <a:ea typeface="新細明體"/>
                        </a:rPr>
                        <a:t>9</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13</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19</a:t>
                      </a:r>
                    </a:p>
                  </a:txBody>
                  <a:tcPr marL="3144" marR="3144" marT="3144" marB="0"/>
                </a:tc>
                <a:tc>
                  <a:txBody>
                    <a:bodyPr/>
                    <a:lstStyle/>
                    <a:p>
                      <a:pPr marL="0" algn="ctr" defTabSz="914400" rtl="0" eaLnBrk="1" fontAlgn="t" latinLnBrk="0" hangingPunct="1"/>
                      <a:r>
                        <a:rPr lang="en-US" altLang="zh-TW" sz="1200" b="0" i="0" u="none" strike="noStrike" kern="1200">
                          <a:solidFill>
                            <a:schemeClr val="tx1"/>
                          </a:solidFill>
                          <a:effectLst/>
                          <a:latin typeface="Arial Narrow"/>
                          <a:ea typeface="新細明體"/>
                          <a:cs typeface="+mn-cs"/>
                        </a:rPr>
                        <a:t>22</a:t>
                      </a:r>
                      <a:endParaRPr lang="en-US" altLang="zh-TW" sz="1200" b="0" i="0" u="none" strike="noStrike" kern="1200">
                        <a:solidFill>
                          <a:schemeClr val="tx1"/>
                        </a:solidFill>
                        <a:effectLst/>
                        <a:latin typeface="Arial Narrow" panose="020B0606020202030204" pitchFamily="34" charset="0"/>
                        <a:ea typeface="新細明體" panose="02020500000000000000" pitchFamily="18" charset="-120"/>
                        <a:cs typeface="+mn-cs"/>
                      </a:endParaRPr>
                    </a:p>
                  </a:txBody>
                  <a:tcPr marL="3144" marR="3144" marT="3144" marB="0"/>
                </a:tc>
                <a:tc>
                  <a:txBody>
                    <a:bodyPr/>
                    <a:lstStyle/>
                    <a:p>
                      <a:pPr algn="ctr" fontAlgn="t"/>
                      <a:r>
                        <a:rPr lang="en-US" altLang="zh-TW" sz="1200" b="0" i="0" u="none" strike="noStrike">
                          <a:solidFill>
                            <a:srgbClr val="FF0000"/>
                          </a:solidFill>
                          <a:effectLst/>
                          <a:latin typeface="Arial Narrow"/>
                          <a:ea typeface="新細明體"/>
                        </a:rPr>
                        <a:t>28 (LPI)</a:t>
                      </a:r>
                    </a:p>
                  </a:txBody>
                  <a:tcPr marL="3144" marR="3144" marT="3144" marB="0"/>
                </a:tc>
                <a:extLst>
                  <a:ext uri="{0D108BD9-81ED-4DB2-BD59-A6C34878D82A}">
                    <a16:rowId xmlns:a16="http://schemas.microsoft.com/office/drawing/2014/main" val="2468033553"/>
                  </a:ext>
                </a:extLst>
              </a:tr>
            </a:tbl>
          </a:graphicData>
        </a:graphic>
      </p:graphicFrame>
      <p:sp>
        <p:nvSpPr>
          <p:cNvPr id="15" name="Rectangle 5">
            <a:extLst>
              <a:ext uri="{FF2B5EF4-FFF2-40B4-BE49-F238E27FC236}">
                <a16:creationId xmlns:a16="http://schemas.microsoft.com/office/drawing/2014/main" id="{4F538F6E-73BA-4846-A30A-B92A98AC7F0F}"/>
              </a:ext>
            </a:extLst>
          </p:cNvPr>
          <p:cNvSpPr/>
          <p:nvPr/>
        </p:nvSpPr>
        <p:spPr>
          <a:xfrm>
            <a:off x="1399526" y="1237913"/>
            <a:ext cx="1625603" cy="85982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p>
            <a:pPr defTabSz="490402">
              <a:defRPr/>
            </a:pPr>
            <a:r>
              <a:rPr lang="en-US" sz="900">
                <a:solidFill>
                  <a:srgbClr val="000000"/>
                </a:solidFill>
                <a:latin typeface="BISansOpti"/>
              </a:rPr>
              <a:t>Total Screened = 37</a:t>
            </a:r>
          </a:p>
          <a:p>
            <a:pPr defTabSz="490402">
              <a:defRPr/>
            </a:pPr>
            <a:r>
              <a:rPr lang="en-US" sz="900">
                <a:solidFill>
                  <a:srgbClr val="000000"/>
                </a:solidFill>
                <a:latin typeface="BISansOpti"/>
              </a:rPr>
              <a:t>Total Randomized =  28</a:t>
            </a:r>
          </a:p>
          <a:p>
            <a:pPr defTabSz="490402">
              <a:defRPr/>
            </a:pPr>
            <a:r>
              <a:rPr lang="en-US" sz="900">
                <a:solidFill>
                  <a:srgbClr val="000000"/>
                </a:solidFill>
                <a:latin typeface="BISansOpti"/>
              </a:rPr>
              <a:t>Total Screen failure  = 9</a:t>
            </a:r>
          </a:p>
          <a:p>
            <a:pPr defTabSz="490402">
              <a:defRPr/>
            </a:pPr>
            <a:r>
              <a:rPr lang="en-US" altLang="zh-CN" sz="900">
                <a:solidFill>
                  <a:srgbClr val="000000"/>
                </a:solidFill>
                <a:latin typeface="BISansOpti"/>
              </a:rPr>
              <a:t>Screen failure rate = 24%</a:t>
            </a:r>
            <a:endParaRPr lang="en-US" sz="900">
              <a:solidFill>
                <a:srgbClr val="000000"/>
              </a:solidFill>
              <a:latin typeface="BISansOpti"/>
            </a:endParaRPr>
          </a:p>
          <a:p>
            <a:pPr defTabSz="490402">
              <a:defRPr/>
            </a:pPr>
            <a:r>
              <a:rPr lang="en-US" altLang="zh-CN" sz="900">
                <a:solidFill>
                  <a:srgbClr val="000000"/>
                </a:solidFill>
                <a:latin typeface="BISansOpti"/>
              </a:rPr>
              <a:t>Early discontinuation= 0, 0</a:t>
            </a:r>
            <a:r>
              <a:rPr lang="en-US" sz="900">
                <a:solidFill>
                  <a:srgbClr val="000000"/>
                </a:solidFill>
                <a:latin typeface="BISansOpti"/>
              </a:rPr>
              <a:t>%</a:t>
            </a:r>
          </a:p>
        </p:txBody>
      </p:sp>
    </p:spTree>
    <p:extLst>
      <p:ext uri="{BB962C8B-B14F-4D97-AF65-F5344CB8AC3E}">
        <p14:creationId xmlns:p14="http://schemas.microsoft.com/office/powerpoint/2010/main" val="1948529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F7D8BECA-1889-26B0-4D0F-C2B6320D4C37}"/>
              </a:ext>
            </a:extLst>
          </p:cNvPr>
          <p:cNvSpPr/>
          <p:nvPr/>
        </p:nvSpPr>
        <p:spPr bwMode="gray">
          <a:xfrm>
            <a:off x="0" y="0"/>
            <a:ext cx="9144000" cy="51435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200">
              <a:solidFill>
                <a:schemeClr val="tx1"/>
              </a:solidFill>
            </a:endParaRPr>
          </a:p>
        </p:txBody>
      </p:sp>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p:txBody>
          <a:bodyPr/>
          <a:lstStyle/>
          <a:p>
            <a:r>
              <a:rPr lang="en-US" altLang="zh-CN"/>
              <a:t>1305-0014 Early Discontinue Patient Status</a:t>
            </a:r>
            <a:r>
              <a:rPr lang="zh-CN" altLang="en-US"/>
              <a:t>：</a:t>
            </a:r>
            <a:r>
              <a:rPr lang="en-US" altLang="zh-CN">
                <a:solidFill>
                  <a:schemeClr val="tx1"/>
                </a:solidFill>
              </a:rPr>
              <a:t>CHN1</a:t>
            </a:r>
            <a:r>
              <a:rPr lang="en-US" altLang="zh-CN">
                <a:solidFill>
                  <a:srgbClr val="FF0000"/>
                </a:solidFill>
              </a:rPr>
              <a:t> </a:t>
            </a:r>
            <a:r>
              <a:rPr lang="en-US" altLang="zh-CN"/>
              <a:t>cut off 15Apr2024</a:t>
            </a:r>
            <a:r>
              <a:rPr lang="en-US" altLang="zh-CN">
                <a:solidFill>
                  <a:srgbClr val="FF0000"/>
                </a:solidFill>
              </a:rPr>
              <a:t> </a:t>
            </a:r>
            <a:endParaRPr lang="en-US">
              <a:solidFill>
                <a:srgbClr val="076D7E"/>
              </a:solidFill>
            </a:endParaRPr>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6"/>
          </p:nvPr>
        </p:nvSpPr>
        <p:spPr/>
        <p:txBody>
          <a:bodyPr/>
          <a:lstStyle/>
          <a:p>
            <a:r>
              <a:rPr lang="en-US"/>
              <a:t>Slide library    |     ONLY FOR INTERNAL USE</a:t>
            </a:r>
          </a:p>
        </p:txBody>
      </p:sp>
      <p:sp>
        <p:nvSpPr>
          <p:cNvPr id="4" name="Foliennummernplatzhalter 3">
            <a:extLst>
              <a:ext uri="{FF2B5EF4-FFF2-40B4-BE49-F238E27FC236}">
                <a16:creationId xmlns:a16="http://schemas.microsoft.com/office/drawing/2014/main" id="{AB19DF5B-FEEE-82FF-2A6C-E234DBFCA6D9}"/>
              </a:ext>
            </a:extLst>
          </p:cNvPr>
          <p:cNvSpPr>
            <a:spLocks noGrp="1"/>
          </p:cNvSpPr>
          <p:nvPr>
            <p:ph type="sldNum" sz="quarter" idx="17"/>
          </p:nvPr>
        </p:nvSpPr>
        <p:spPr/>
        <p:txBody>
          <a:bodyPr/>
          <a:lstStyle/>
          <a:p>
            <a:fld id="{8FF9B0DE-3FEB-4AA0-B465-B80EF7C1333D}" type="slidenum">
              <a:rPr lang="en-US" smtClean="0"/>
              <a:pPr/>
              <a:t>14</a:t>
            </a:fld>
            <a:endParaRPr lang="en-US"/>
          </a:p>
        </p:txBody>
      </p:sp>
      <p:pic>
        <p:nvPicPr>
          <p:cNvPr id="7" name="Grafik 6">
            <a:extLst>
              <a:ext uri="{FF2B5EF4-FFF2-40B4-BE49-F238E27FC236}">
                <a16:creationId xmlns:a16="http://schemas.microsoft.com/office/drawing/2014/main" id="{2BAF6D72-10EB-7290-F185-2059655262B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359568" y="4623751"/>
            <a:ext cx="926100" cy="279545"/>
          </a:xfrm>
          <a:prstGeom prst="rect">
            <a:avLst/>
          </a:prstGeom>
        </p:spPr>
      </p:pic>
      <p:graphicFrame>
        <p:nvGraphicFramePr>
          <p:cNvPr id="11" name="表格 7">
            <a:extLst>
              <a:ext uri="{FF2B5EF4-FFF2-40B4-BE49-F238E27FC236}">
                <a16:creationId xmlns:a16="http://schemas.microsoft.com/office/drawing/2014/main" id="{BE95F518-5D14-2955-42EE-578FFD86D803}"/>
              </a:ext>
            </a:extLst>
          </p:cNvPr>
          <p:cNvGraphicFramePr>
            <a:graphicFrameLocks noGrp="1"/>
          </p:cNvGraphicFramePr>
          <p:nvPr/>
        </p:nvGraphicFramePr>
        <p:xfrm>
          <a:off x="367574" y="823481"/>
          <a:ext cx="8161648" cy="681990"/>
        </p:xfrm>
        <a:graphic>
          <a:graphicData uri="http://schemas.openxmlformats.org/drawingml/2006/table">
            <a:tbl>
              <a:tblPr firstRow="1" bandRow="1">
                <a:tableStyleId>{5C22544A-7EE6-4342-B048-85BDC9FD1C3A}</a:tableStyleId>
              </a:tblPr>
              <a:tblGrid>
                <a:gridCol w="2040412">
                  <a:extLst>
                    <a:ext uri="{9D8B030D-6E8A-4147-A177-3AD203B41FA5}">
                      <a16:colId xmlns:a16="http://schemas.microsoft.com/office/drawing/2014/main" val="2981425235"/>
                    </a:ext>
                  </a:extLst>
                </a:gridCol>
                <a:gridCol w="2040412">
                  <a:extLst>
                    <a:ext uri="{9D8B030D-6E8A-4147-A177-3AD203B41FA5}">
                      <a16:colId xmlns:a16="http://schemas.microsoft.com/office/drawing/2014/main" val="250153006"/>
                    </a:ext>
                  </a:extLst>
                </a:gridCol>
                <a:gridCol w="2040412">
                  <a:extLst>
                    <a:ext uri="{9D8B030D-6E8A-4147-A177-3AD203B41FA5}">
                      <a16:colId xmlns:a16="http://schemas.microsoft.com/office/drawing/2014/main" val="534711629"/>
                    </a:ext>
                  </a:extLst>
                </a:gridCol>
                <a:gridCol w="2040412">
                  <a:extLst>
                    <a:ext uri="{9D8B030D-6E8A-4147-A177-3AD203B41FA5}">
                      <a16:colId xmlns:a16="http://schemas.microsoft.com/office/drawing/2014/main" val="1605301354"/>
                    </a:ext>
                  </a:extLst>
                </a:gridCol>
              </a:tblGrid>
              <a:tr h="388620">
                <a:tc>
                  <a:txBody>
                    <a:bodyPr/>
                    <a:lstStyle/>
                    <a:p>
                      <a:r>
                        <a:rPr lang="en-US" altLang="zh-CN" sz="1100"/>
                        <a:t>Total EOT</a:t>
                      </a:r>
                      <a:endParaRPr lang="zh-CN" altLang="en-US" sz="1100"/>
                    </a:p>
                  </a:txBody>
                  <a:tcPr marL="68580" marR="68580" marT="34290" marB="34290"/>
                </a:tc>
                <a:tc>
                  <a:txBody>
                    <a:bodyPr/>
                    <a:lstStyle/>
                    <a:p>
                      <a:r>
                        <a:rPr lang="en-US" altLang="zh-CN" sz="1100"/>
                        <a:t>Death </a:t>
                      </a:r>
                      <a:endParaRPr lang="zh-CN" altLang="en-US" sz="1100"/>
                    </a:p>
                  </a:txBody>
                  <a:tcPr marL="68580" marR="68580" marT="34290" marB="34290"/>
                </a:tc>
                <a:tc>
                  <a:txBody>
                    <a:bodyPr/>
                    <a:lstStyle/>
                    <a:p>
                      <a:r>
                        <a:rPr lang="en-US" altLang="zh-CN" sz="1100"/>
                        <a:t>Agreed to come back in 52 week</a:t>
                      </a:r>
                      <a:endParaRPr lang="zh-CN" altLang="en-US" sz="1100"/>
                    </a:p>
                  </a:txBody>
                  <a:tcPr marL="68580" marR="68580" marT="34290" marB="3429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a:t>Not agreed to come back in 52 week</a:t>
                      </a:r>
                      <a:endParaRPr lang="zh-CN" altLang="en-US" sz="1100"/>
                    </a:p>
                  </a:txBody>
                  <a:tcPr marL="68580" marR="68580" marT="34290" marB="34290"/>
                </a:tc>
                <a:extLst>
                  <a:ext uri="{0D108BD9-81ED-4DB2-BD59-A6C34878D82A}">
                    <a16:rowId xmlns:a16="http://schemas.microsoft.com/office/drawing/2014/main" val="3583324636"/>
                  </a:ext>
                </a:extLst>
              </a:tr>
              <a:tr h="278130">
                <a:tc>
                  <a:txBody>
                    <a:bodyPr/>
                    <a:lstStyle/>
                    <a:p>
                      <a:r>
                        <a:rPr lang="en-US" altLang="zh-CN" sz="1000"/>
                        <a:t>7 (out of 7)</a:t>
                      </a:r>
                      <a:endParaRPr lang="zh-CN" altLang="en-US" sz="1000"/>
                    </a:p>
                  </a:txBody>
                  <a:tcPr marL="68580" marR="68580" marT="34290" marB="34290"/>
                </a:tc>
                <a:tc>
                  <a:txBody>
                    <a:bodyPr/>
                    <a:lstStyle/>
                    <a:p>
                      <a:r>
                        <a:rPr lang="en-US" altLang="zh-CN" sz="1000"/>
                        <a:t>0</a:t>
                      </a:r>
                      <a:endParaRPr lang="zh-CN" altLang="en-US" sz="1000"/>
                    </a:p>
                  </a:txBody>
                  <a:tcPr marL="68580" marR="68580" marT="34290" marB="34290"/>
                </a:tc>
                <a:tc>
                  <a:txBody>
                    <a:bodyPr/>
                    <a:lstStyle/>
                    <a:p>
                      <a:pPr lvl="0">
                        <a:buNone/>
                      </a:pPr>
                      <a:r>
                        <a:rPr lang="en-US" altLang="zh-CN" sz="1000">
                          <a:solidFill>
                            <a:srgbClr val="FF0000"/>
                          </a:solidFill>
                        </a:rPr>
                        <a:t>1</a:t>
                      </a:r>
                    </a:p>
                  </a:txBody>
                  <a:tcPr marL="68580" marR="68580" marT="34290" marB="34290"/>
                </a:tc>
                <a:tc>
                  <a:txBody>
                    <a:bodyPr/>
                    <a:lstStyle/>
                    <a:p>
                      <a:r>
                        <a:rPr lang="en-US" altLang="zh-CN" sz="1000">
                          <a:solidFill>
                            <a:srgbClr val="FF0000"/>
                          </a:solidFill>
                        </a:rPr>
                        <a:t>6</a:t>
                      </a:r>
                      <a:endParaRPr lang="zh-CN" altLang="en-US" sz="1000">
                        <a:solidFill>
                          <a:srgbClr val="FF0000"/>
                        </a:solidFill>
                      </a:endParaRPr>
                    </a:p>
                  </a:txBody>
                  <a:tcPr marL="68580" marR="68580" marT="34290" marB="34290"/>
                </a:tc>
                <a:extLst>
                  <a:ext uri="{0D108BD9-81ED-4DB2-BD59-A6C34878D82A}">
                    <a16:rowId xmlns:a16="http://schemas.microsoft.com/office/drawing/2014/main" val="3452527754"/>
                  </a:ext>
                </a:extLst>
              </a:tr>
            </a:tbl>
          </a:graphicData>
        </a:graphic>
      </p:graphicFrame>
      <p:graphicFrame>
        <p:nvGraphicFramePr>
          <p:cNvPr id="12" name="表格 11">
            <a:extLst>
              <a:ext uri="{FF2B5EF4-FFF2-40B4-BE49-F238E27FC236}">
                <a16:creationId xmlns:a16="http://schemas.microsoft.com/office/drawing/2014/main" id="{1C5295DF-083B-E575-2523-BDC602A0BDFB}"/>
              </a:ext>
            </a:extLst>
          </p:cNvPr>
          <p:cNvGraphicFramePr>
            <a:graphicFrameLocks noGrp="1"/>
          </p:cNvGraphicFramePr>
          <p:nvPr/>
        </p:nvGraphicFramePr>
        <p:xfrm>
          <a:off x="367575" y="1650133"/>
          <a:ext cx="8161646" cy="2191704"/>
        </p:xfrm>
        <a:graphic>
          <a:graphicData uri="http://schemas.openxmlformats.org/drawingml/2006/table">
            <a:tbl>
              <a:tblPr/>
              <a:tblGrid>
                <a:gridCol w="424006">
                  <a:extLst>
                    <a:ext uri="{9D8B030D-6E8A-4147-A177-3AD203B41FA5}">
                      <a16:colId xmlns:a16="http://schemas.microsoft.com/office/drawing/2014/main" val="1900101771"/>
                    </a:ext>
                  </a:extLst>
                </a:gridCol>
                <a:gridCol w="747068">
                  <a:extLst>
                    <a:ext uri="{9D8B030D-6E8A-4147-A177-3AD203B41FA5}">
                      <a16:colId xmlns:a16="http://schemas.microsoft.com/office/drawing/2014/main" val="157162835"/>
                    </a:ext>
                  </a:extLst>
                </a:gridCol>
                <a:gridCol w="869432">
                  <a:extLst>
                    <a:ext uri="{9D8B030D-6E8A-4147-A177-3AD203B41FA5}">
                      <a16:colId xmlns:a16="http://schemas.microsoft.com/office/drawing/2014/main" val="2144139534"/>
                    </a:ext>
                  </a:extLst>
                </a:gridCol>
                <a:gridCol w="647640">
                  <a:extLst>
                    <a:ext uri="{9D8B030D-6E8A-4147-A177-3AD203B41FA5}">
                      <a16:colId xmlns:a16="http://schemas.microsoft.com/office/drawing/2014/main" val="3707636500"/>
                    </a:ext>
                  </a:extLst>
                </a:gridCol>
                <a:gridCol w="2272364">
                  <a:extLst>
                    <a:ext uri="{9D8B030D-6E8A-4147-A177-3AD203B41FA5}">
                      <a16:colId xmlns:a16="http://schemas.microsoft.com/office/drawing/2014/main" val="276771802"/>
                    </a:ext>
                  </a:extLst>
                </a:gridCol>
                <a:gridCol w="1657452">
                  <a:extLst>
                    <a:ext uri="{9D8B030D-6E8A-4147-A177-3AD203B41FA5}">
                      <a16:colId xmlns:a16="http://schemas.microsoft.com/office/drawing/2014/main" val="3858554114"/>
                    </a:ext>
                  </a:extLst>
                </a:gridCol>
                <a:gridCol w="771842">
                  <a:extLst>
                    <a:ext uri="{9D8B030D-6E8A-4147-A177-3AD203B41FA5}">
                      <a16:colId xmlns:a16="http://schemas.microsoft.com/office/drawing/2014/main" val="4121491411"/>
                    </a:ext>
                  </a:extLst>
                </a:gridCol>
                <a:gridCol w="771842">
                  <a:extLst>
                    <a:ext uri="{9D8B030D-6E8A-4147-A177-3AD203B41FA5}">
                      <a16:colId xmlns:a16="http://schemas.microsoft.com/office/drawing/2014/main" val="2256410645"/>
                    </a:ext>
                  </a:extLst>
                </a:gridCol>
              </a:tblGrid>
              <a:tr h="339334">
                <a:tc>
                  <a:txBody>
                    <a:bodyPr/>
                    <a:lstStyle/>
                    <a:p>
                      <a:pPr algn="ctr" fontAlgn="ctr"/>
                      <a:r>
                        <a:rPr lang="en-US" sz="700" b="1" i="0" u="none" strike="noStrike">
                          <a:solidFill>
                            <a:schemeClr val="bg1"/>
                          </a:solidFill>
                          <a:effectLst/>
                          <a:latin typeface="等线" panose="02010600030101010101" pitchFamily="2" charset="-122"/>
                          <a:ea typeface="等线" panose="02010600030101010101" pitchFamily="2" charset="-122"/>
                        </a:rPr>
                        <a:t>N</a:t>
                      </a:r>
                      <a:r>
                        <a:rPr lang="en-US" altLang="zh-CN" sz="700" b="1" i="0" u="none" strike="noStrike">
                          <a:solidFill>
                            <a:schemeClr val="bg1"/>
                          </a:solidFill>
                          <a:effectLst/>
                          <a:latin typeface="等线" panose="02010600030101010101" pitchFamily="2" charset="-122"/>
                          <a:ea typeface="等线" panose="02010600030101010101" pitchFamily="2" charset="-122"/>
                        </a:rPr>
                        <a:t>o.</a:t>
                      </a:r>
                      <a:endParaRPr lang="en-US" sz="700" b="1" i="0" u="none" strike="noStrike">
                        <a:solidFill>
                          <a:schemeClr val="bg1"/>
                        </a:solidFill>
                        <a:effectLst/>
                        <a:latin typeface="等线" panose="02010600030101010101" pitchFamily="2" charset="-122"/>
                        <a:ea typeface="等线" panose="02010600030101010101" pitchFamily="2" charset="-122"/>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panose="02010600030101010101" pitchFamily="2" charset="-122"/>
                          <a:ea typeface="等线" panose="02010600030101010101" pitchFamily="2" charset="-122"/>
                        </a:rPr>
                        <a:t>Subject ID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panose="02010600030101010101" pitchFamily="2" charset="-122"/>
                          <a:ea typeface="等线" panose="02010600030101010101" pitchFamily="2" charset="-122"/>
                        </a:rPr>
                        <a:t>Subject Status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panose="02010600030101010101" pitchFamily="2" charset="-122"/>
                          <a:ea typeface="等线" panose="02010600030101010101" pitchFamily="2" charset="-122"/>
                        </a:rPr>
                        <a:t>EOT- Discontinue Date </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panose="02010600030101010101" pitchFamily="2" charset="-122"/>
                          <a:ea typeface="等线" panose="02010600030101010101" pitchFamily="2" charset="-122"/>
                        </a:rPr>
                        <a:t>Discontinue Reason</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700" b="1" i="0" u="none" strike="noStrike">
                          <a:solidFill>
                            <a:schemeClr val="bg1"/>
                          </a:solidFill>
                          <a:effectLst/>
                          <a:latin typeface="等线" panose="02010600030101010101" pitchFamily="2" charset="-122"/>
                          <a:ea typeface="等线" panose="02010600030101010101" pitchFamily="2" charset="-122"/>
                        </a:rPr>
                        <a:t>if </a:t>
                      </a:r>
                      <a:r>
                        <a:rPr lang="en-US" altLang="zh-CN" sz="700">
                          <a:solidFill>
                            <a:schemeClr val="bg1"/>
                          </a:solidFill>
                        </a:rPr>
                        <a:t>Agreed to come back in 52 week</a:t>
                      </a:r>
                      <a:r>
                        <a:rPr lang="en-US" altLang="zh-CN" sz="700" b="1" i="0" u="none" strike="noStrike">
                          <a:solidFill>
                            <a:schemeClr val="bg1"/>
                          </a:solidFill>
                          <a:effectLst/>
                          <a:latin typeface="等线" panose="02010600030101010101" pitchFamily="2" charset="-122"/>
                          <a:ea typeface="等线" panose="02010600030101010101" pitchFamily="2" charset="-122"/>
                        </a:rPr>
                        <a:t>?</a:t>
                      </a:r>
                      <a:endParaRPr lang="zh-CN" altLang="en-US" sz="700">
                        <a:solidFill>
                          <a:schemeClr val="bg1"/>
                        </a:solidFill>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panose="02010600030101010101" pitchFamily="2" charset="-122"/>
                          <a:ea typeface="等线" panose="02010600030101010101" pitchFamily="2" charset="-122"/>
                        </a:rPr>
                        <a:t>52 Weeks visit date</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panose="02010600030101010101" pitchFamily="2" charset="-122"/>
                          <a:ea typeface="等线" panose="02010600030101010101" pitchFamily="2" charset="-122"/>
                        </a:rPr>
                        <a:t>EOS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753042562"/>
                  </a:ext>
                </a:extLst>
              </a:tr>
              <a:tr h="228902">
                <a:tc>
                  <a:txBody>
                    <a:bodyPr/>
                    <a:lstStyle/>
                    <a:p>
                      <a:pPr algn="ctr" fontAlgn="ctr"/>
                      <a:r>
                        <a:rPr lang="en-US" altLang="zh-CN" sz="600" b="0" i="0" u="none" strike="noStrike" kern="1200">
                          <a:solidFill>
                            <a:schemeClr val="tx1"/>
                          </a:solidFill>
                          <a:effectLst/>
                          <a:latin typeface="Arial"/>
                          <a:ea typeface="+mn-ea"/>
                          <a:cs typeface="+mn-cs"/>
                        </a:rPr>
                        <a:t>1</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kumimoji="0" lang="en-US" sz="600" b="0" i="0" u="none" strike="noStrike" kern="1200" cap="none" spc="0" normalizeH="0" baseline="0">
                          <a:ln>
                            <a:noFill/>
                          </a:ln>
                          <a:solidFill>
                            <a:prstClr val="black"/>
                          </a:solidFill>
                          <a:effectLst/>
                          <a:uLnTx/>
                          <a:uFillTx/>
                          <a:latin typeface="Arial"/>
                          <a:ea typeface="+mn-ea"/>
                          <a:cs typeface="+mn-cs"/>
                        </a:rPr>
                        <a:t>1415600101</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0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2023-12-18</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Patient decision</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500" b="0" i="0" u="none" strike="noStrike" kern="1200" noProof="0">
                          <a:solidFill>
                            <a:srgbClr val="FF0000"/>
                          </a:solidFill>
                          <a:effectLst/>
                          <a:latin typeface="Arial"/>
                        </a:rPr>
                        <a:t>N – only agree the remote visit, planned on 18Apr2024</a:t>
                      </a:r>
                      <a:endParaRPr lang="en-US" sz="1000"/>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highlight>
                            <a:srgbClr val="FFFF00"/>
                          </a:highlight>
                          <a:latin typeface="Arial"/>
                          <a:ea typeface="+mn-ea"/>
                          <a:cs typeface="+mn-cs"/>
                        </a:rPr>
                        <a:t>18-Apr-24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11714"/>
                  </a:ext>
                </a:extLst>
              </a:tr>
              <a:tr h="262724">
                <a:tc>
                  <a:txBody>
                    <a:bodyPr/>
                    <a:lstStyle/>
                    <a:p>
                      <a:pPr algn="ctr" fontAlgn="ctr"/>
                      <a:r>
                        <a:rPr lang="en-US" altLang="zh-CN" sz="600" b="0" i="0" u="none" strike="noStrike" kern="1200">
                          <a:solidFill>
                            <a:schemeClr val="tx1"/>
                          </a:solidFill>
                          <a:effectLst/>
                          <a:latin typeface="Arial"/>
                          <a:ea typeface="+mn-ea"/>
                          <a:cs typeface="+mn-cs"/>
                        </a:rPr>
                        <a:t>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600" b="0" i="0" u="none" strike="noStrike" kern="1200" cap="none" spc="0" normalizeH="0" baseline="0">
                          <a:ln>
                            <a:noFill/>
                          </a:ln>
                          <a:solidFill>
                            <a:prstClr val="black"/>
                          </a:solidFill>
                          <a:effectLst/>
                          <a:uLnTx/>
                          <a:uFillTx/>
                          <a:latin typeface="Arial"/>
                          <a:ea typeface="+mn-ea"/>
                          <a:cs typeface="+mn-cs"/>
                        </a:rPr>
                        <a:t>1415600104</a:t>
                      </a:r>
                      <a:endParaRPr kumimoji="0" lang="zh-CN" altLang="zh-CN"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2023-10-11</a:t>
                      </a:r>
                      <a:endParaRPr kumimoji="0" lang="zh-CN" altLang="zh-CN"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Patient lost to follow up on 18Aug2023, investigator contacted him several times and confirmed EOT on 11Oct2023</a:t>
                      </a:r>
                      <a:endParaRPr kumimoji="0" lang="zh-CN" altLang="zh-CN"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kumimoji="0" lang="en-US" sz="500" b="0" i="0" u="none" strike="noStrike" kern="1200" cap="none" spc="0" normalizeH="0" baseline="0" noProof="0">
                          <a:ln>
                            <a:noFill/>
                          </a:ln>
                          <a:solidFill>
                            <a:srgbClr val="FF0000"/>
                          </a:solidFill>
                          <a:effectLst/>
                          <a:uLnTx/>
                          <a:uFillTx/>
                          <a:latin typeface="Arial"/>
                        </a:rPr>
                        <a:t>N</a:t>
                      </a:r>
                      <a:r>
                        <a:rPr lang="en-US" sz="500" b="0" i="0" u="none" strike="noStrike" kern="1200" cap="none" spc="0" normalizeH="0" baseline="0" noProof="0">
                          <a:ln>
                            <a:noFill/>
                          </a:ln>
                          <a:solidFill>
                            <a:srgbClr val="FF0000"/>
                          </a:solidFill>
                          <a:effectLst/>
                          <a:uLnTx/>
                          <a:uFillTx/>
                          <a:latin typeface="Arial"/>
                        </a:rPr>
                        <a:t> – only agree the remote visit, planned on 18Apr2024</a:t>
                      </a:r>
                      <a:endParaRPr lang="en-US" sz="1000"/>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highlight>
                            <a:srgbClr val="FFFF00"/>
                          </a:highlight>
                          <a:latin typeface="Arial"/>
                          <a:ea typeface="+mn-ea"/>
                          <a:cs typeface="+mn-cs"/>
                        </a:rPr>
                        <a:t>12-Apr-24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9588014"/>
                  </a:ext>
                </a:extLst>
              </a:tr>
              <a:tr h="228902">
                <a:tc>
                  <a:txBody>
                    <a:bodyPr/>
                    <a:lstStyle/>
                    <a:p>
                      <a:pPr algn="ctr" fontAlgn="ctr"/>
                      <a:r>
                        <a:rPr lang="en-US" altLang="zh-CN" sz="600" b="0" i="0" u="none" strike="noStrike" kern="1200">
                          <a:solidFill>
                            <a:schemeClr val="tx1"/>
                          </a:solidFill>
                          <a:effectLst/>
                          <a:latin typeface="Arial"/>
                          <a:ea typeface="+mn-ea"/>
                          <a:cs typeface="+mn-cs"/>
                        </a:rPr>
                        <a:t>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kumimoji="0" lang="en-US" sz="600" b="0" i="0" u="none" strike="noStrike" kern="1200" cap="none" spc="0" normalizeH="0" baseline="0">
                          <a:ln>
                            <a:noFill/>
                          </a:ln>
                          <a:solidFill>
                            <a:prstClr val="black"/>
                          </a:solidFill>
                          <a:effectLst/>
                          <a:uLnTx/>
                          <a:uFillTx/>
                          <a:latin typeface="Arial"/>
                          <a:ea typeface="+mn-ea"/>
                          <a:cs typeface="+mn-cs"/>
                        </a:rPr>
                        <a:t>1415600105</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0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2023-12-12 </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Investigator decision</a:t>
                      </a:r>
                      <a:endParaRPr kumimoji="0" lang="zh-CN" altLang="zh-CN"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500" b="0" i="0" u="none" strike="noStrike" kern="1200" cap="none" spc="0" normalizeH="0" baseline="0" noProof="0">
                          <a:ln>
                            <a:noFill/>
                          </a:ln>
                          <a:solidFill>
                            <a:srgbClr val="FF0000"/>
                          </a:solidFill>
                          <a:effectLst/>
                          <a:uLnTx/>
                          <a:uFillTx/>
                          <a:latin typeface="Arial"/>
                        </a:rPr>
                        <a:t>Y – On site visit on 16Apr2024，and will complete FVC on 29Apr2024.</a:t>
                      </a:r>
                      <a:endParaRPr lang="ja-JP" altLang="en-US" sz="500" b="0" i="0" u="none" strike="noStrike" kern="1200" cap="none" spc="0" normalizeH="0" baseline="0" noProof="0">
                        <a:ln>
                          <a:noFill/>
                        </a:ln>
                        <a:solidFill>
                          <a:srgbClr val="FF0000"/>
                        </a:solidFill>
                        <a:effectLst/>
                        <a:uLnTx/>
                        <a:uFillTx/>
                        <a:latin typeface="Arial"/>
                      </a:endParaRP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highlight>
                            <a:srgbClr val="FFFF00"/>
                          </a:highlight>
                          <a:latin typeface="Arial"/>
                          <a:ea typeface="+mn-ea"/>
                          <a:cs typeface="+mn-cs"/>
                        </a:rPr>
                        <a:t>22-Apr-24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384741"/>
                  </a:ext>
                </a:extLst>
              </a:tr>
              <a:tr h="228902">
                <a:tc>
                  <a:txBody>
                    <a:bodyPr/>
                    <a:lstStyle/>
                    <a:p>
                      <a:pPr algn="ctr" fontAlgn="ctr"/>
                      <a:r>
                        <a:rPr lang="en-US" altLang="zh-CN" sz="600" b="0" i="0" u="none" strike="noStrike" kern="1200">
                          <a:solidFill>
                            <a:schemeClr val="tx1"/>
                          </a:solidFill>
                          <a:effectLst/>
                          <a:latin typeface="Arial"/>
                          <a:ea typeface="+mn-ea"/>
                          <a:cs typeface="+mn-cs"/>
                        </a:rPr>
                        <a:t>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kumimoji="0" lang="en-US" sz="600" b="0" i="0" u="none" strike="noStrike" kern="1200" cap="none" spc="0" normalizeH="0" baseline="0">
                          <a:ln>
                            <a:noFill/>
                          </a:ln>
                          <a:solidFill>
                            <a:prstClr val="black"/>
                          </a:solidFill>
                          <a:effectLst/>
                          <a:uLnTx/>
                          <a:uFillTx/>
                          <a:latin typeface="Arial"/>
                          <a:ea typeface="+mn-ea"/>
                          <a:cs typeface="+mn-cs"/>
                        </a:rPr>
                        <a:t>1415600106</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0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2023-12-4  </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Patient decision-lack of efficacy</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endParaRPr kumimoji="0" lang="en-US" altLang="zh-CN" sz="600">
                        <a:solidFill>
                          <a:schemeClr val="tx1"/>
                        </a:solidFill>
                        <a:ea typeface="+mn-ea"/>
                        <a:cs typeface="+mn-cs"/>
                      </a:endParaRP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panose="020B0604020202020204" pitchFamily="34" charset="0"/>
                          <a:ea typeface="+mn-ea"/>
                          <a:cs typeface="+mn-cs"/>
                        </a:rPr>
                        <a:t>4-May-24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7415102"/>
                  </a:ext>
                </a:extLst>
              </a:tr>
              <a:tr h="228902">
                <a:tc>
                  <a:txBody>
                    <a:bodyPr/>
                    <a:lstStyle/>
                    <a:p>
                      <a:pPr algn="ctr" fontAlgn="ctr"/>
                      <a:r>
                        <a:rPr lang="en-US" altLang="zh-CN" sz="600" b="0" i="0" u="none" strike="noStrike" kern="1200">
                          <a:solidFill>
                            <a:schemeClr val="tx1"/>
                          </a:solidFill>
                          <a:effectLst/>
                          <a:latin typeface="Arial"/>
                          <a:ea typeface="+mn-ea"/>
                          <a:cs typeface="+mn-cs"/>
                        </a:rPr>
                        <a:t>5</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kumimoji="0" lang="en-US" sz="600" b="0" i="0" u="none" strike="noStrike" kern="1200" cap="none" spc="0" normalizeH="0" baseline="0">
                          <a:ln>
                            <a:noFill/>
                          </a:ln>
                          <a:solidFill>
                            <a:prstClr val="black"/>
                          </a:solidFill>
                          <a:effectLst/>
                          <a:uLnTx/>
                          <a:uFillTx/>
                          <a:latin typeface="Arial"/>
                          <a:ea typeface="+mn-ea"/>
                          <a:cs typeface="+mn-cs"/>
                        </a:rPr>
                        <a:t>1415600110</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0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2023-12-26</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Patient decision-decreased of pulmonary function</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lang="en-US" altLang="zh-CN" sz="600" b="0" i="0" u="none" strike="noStrike" kern="1200" cap="none" spc="0" normalizeH="0" baseline="0" noProof="0">
                          <a:ln>
                            <a:noFill/>
                          </a:ln>
                          <a:solidFill>
                            <a:schemeClr val="tx1"/>
                          </a:solidFill>
                          <a:effectLst/>
                          <a:uLnTx/>
                          <a:uFillTx/>
                          <a:latin typeface="Arial"/>
                          <a:ea typeface="+mn-ea"/>
                          <a:cs typeface="+mn-cs"/>
                        </a:rPr>
                        <a:t>N</a:t>
                      </a:r>
                      <a:endParaRPr kumimoji="0" lang="en-US" sz="1000">
                        <a:solidFill>
                          <a:schemeClr val="tx1"/>
                        </a:solidFill>
                      </a:endParaRP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panose="020B0604020202020204" pitchFamily="34" charset="0"/>
                          <a:ea typeface="+mn-ea"/>
                          <a:cs typeface="+mn-cs"/>
                        </a:rPr>
                        <a:t>14-Jun-24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3305674"/>
                  </a:ext>
                </a:extLst>
              </a:tr>
              <a:tr h="399884">
                <a:tc>
                  <a:txBody>
                    <a:bodyPr/>
                    <a:lstStyle/>
                    <a:p>
                      <a:pPr algn="ctr" fontAlgn="ctr"/>
                      <a:r>
                        <a:rPr lang="en-US" altLang="zh-CN" sz="600" b="0" i="0" u="none" strike="noStrike" kern="1200">
                          <a:solidFill>
                            <a:schemeClr val="tx1"/>
                          </a:solidFill>
                          <a:effectLst/>
                          <a:latin typeface="Arial"/>
                          <a:ea typeface="+mn-ea"/>
                          <a:cs typeface="+mn-cs"/>
                        </a:rPr>
                        <a:t>6</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lnSpc>
                          <a:spcPct val="150000"/>
                        </a:lnSpc>
                      </a:pPr>
                      <a:r>
                        <a:rPr kumimoji="0" lang="en-US" sz="600" b="0" i="0" u="none" strike="noStrike" kern="1200" cap="none" spc="0" normalizeH="0" baseline="0">
                          <a:ln>
                            <a:noFill/>
                          </a:ln>
                          <a:solidFill>
                            <a:prstClr val="black"/>
                          </a:solidFill>
                          <a:effectLst/>
                          <a:uLnTx/>
                          <a:uFillTx/>
                          <a:latin typeface="Arial"/>
                          <a:ea typeface="+mn-ea"/>
                          <a:cs typeface="+mn-cs"/>
                        </a:rPr>
                        <a:t>1415600111</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0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2023-11-21</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The symptom of </a:t>
                      </a:r>
                      <a:endParaRPr kumimoji="0" lang="zh-CN" altLang="zh-CN"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cough and shortness of breath increased, and early discontinue from the study was recommended by investigator</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panose="020B0604020202020204" pitchFamily="34" charset="0"/>
                          <a:ea typeface="+mn-ea"/>
                          <a:cs typeface="+mn-cs"/>
                        </a:rPr>
                        <a:t>3-Jul-24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9788160"/>
                  </a:ext>
                </a:extLst>
              </a:tr>
              <a:tr h="262724">
                <a:tc>
                  <a:txBody>
                    <a:bodyPr/>
                    <a:lstStyle/>
                    <a:p>
                      <a:pPr algn="ctr" fontAlgn="ctr"/>
                      <a:r>
                        <a:rPr lang="en-US" altLang="zh-CN" sz="600" b="0" i="0" u="none" strike="noStrike" kern="1200">
                          <a:solidFill>
                            <a:schemeClr val="tx1"/>
                          </a:solidFill>
                          <a:effectLst/>
                          <a:latin typeface="Arial"/>
                          <a:ea typeface="+mn-ea"/>
                          <a:cs typeface="+mn-cs"/>
                        </a:rPr>
                        <a:t>7</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600" b="0" i="0" u="none" strike="noStrike" kern="1200" cap="none" spc="0" normalizeH="0" baseline="0">
                          <a:ln>
                            <a:noFill/>
                          </a:ln>
                          <a:solidFill>
                            <a:prstClr val="black"/>
                          </a:solidFill>
                          <a:effectLst/>
                          <a:uLnTx/>
                          <a:uFillTx/>
                          <a:latin typeface="Arial"/>
                          <a:ea typeface="+mn-ea"/>
                          <a:cs typeface="+mn-cs"/>
                        </a:rPr>
                        <a:t>1415600112</a:t>
                      </a:r>
                      <a:endParaRPr kumimoji="0" lang="zh-CN" altLang="zh-CN"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a:ea typeface="+mn-ea"/>
                          <a:cs typeface="+mn-cs"/>
                        </a:rPr>
                        <a:t>2023-10-24</a:t>
                      </a:r>
                      <a:endParaRPr kumimoji="0" lang="zh-CN" altLang="en-US" sz="600" b="0" i="0" u="none" strike="noStrike" kern="1200" cap="none" spc="0" normalizeH="0" baseline="0">
                        <a:ln>
                          <a:noFill/>
                        </a:ln>
                        <a:solidFill>
                          <a:prstClr val="black"/>
                        </a:solidFill>
                        <a:effectLst/>
                        <a:uLnTx/>
                        <a:uFillTx/>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kumimoji="0" lang="en-US" altLang="zh-CN" sz="600" b="0" i="0" u="none" strike="noStrike" kern="1200" cap="none" spc="0" normalizeH="0" baseline="0">
                          <a:ln>
                            <a:noFill/>
                          </a:ln>
                          <a:solidFill>
                            <a:prstClr val="black"/>
                          </a:solidFill>
                          <a:effectLst/>
                          <a:uLnTx/>
                          <a:uFillTx/>
                          <a:latin typeface="Arial" panose="020B0604020202020204" pitchFamily="34" charset="0"/>
                          <a:ea typeface="+mn-ea"/>
                          <a:cs typeface="+mn-cs"/>
                        </a:rPr>
                        <a:t>Patient decision- due to AE </a:t>
                      </a:r>
                      <a:r>
                        <a:rPr kumimoji="0" lang="en-US" altLang="zh-CN" sz="600" b="0" i="0" u="none" strike="noStrike" kern="1200" cap="none" spc="0" normalizeH="0" baseline="0" noProof="0">
                          <a:ln>
                            <a:noFill/>
                          </a:ln>
                          <a:solidFill>
                            <a:prstClr val="black"/>
                          </a:solidFill>
                          <a:effectLst/>
                          <a:uLnTx/>
                          <a:uFillTx/>
                          <a:latin typeface="Arial" panose="020B0604020202020204" pitchFamily="34" charset="0"/>
                          <a:ea typeface="+mn-ea"/>
                          <a:cs typeface="+mn-cs"/>
                        </a:rPr>
                        <a:t>Insomnia, night sweats since 20Sep2023</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panose="020B0604020202020204" pitchFamily="34" charset="0"/>
                          <a:ea typeface="+mn-ea"/>
                          <a:cs typeface="+mn-cs"/>
                        </a:rPr>
                        <a:t>3-Jul-24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2182472"/>
                  </a:ext>
                </a:extLst>
              </a:tr>
            </a:tbl>
          </a:graphicData>
        </a:graphic>
      </p:graphicFrame>
    </p:spTree>
    <p:extLst>
      <p:ext uri="{BB962C8B-B14F-4D97-AF65-F5344CB8AC3E}">
        <p14:creationId xmlns:p14="http://schemas.microsoft.com/office/powerpoint/2010/main" val="1932188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F7D8BECA-1889-26B0-4D0F-C2B6320D4C37}"/>
              </a:ext>
            </a:extLst>
          </p:cNvPr>
          <p:cNvSpPr/>
          <p:nvPr/>
        </p:nvSpPr>
        <p:spPr bwMode="gray">
          <a:xfrm>
            <a:off x="0" y="0"/>
            <a:ext cx="9144000" cy="514350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200">
              <a:solidFill>
                <a:schemeClr val="tx1"/>
              </a:solidFill>
            </a:endParaRPr>
          </a:p>
        </p:txBody>
      </p:sp>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p:txBody>
          <a:bodyPr/>
          <a:lstStyle/>
          <a:p>
            <a:r>
              <a:rPr lang="en-US" altLang="zh-CN"/>
              <a:t>1305-0014 Early Discontinue Patient Status</a:t>
            </a:r>
            <a:r>
              <a:rPr lang="zh-CN" altLang="en-US"/>
              <a:t>：</a:t>
            </a:r>
            <a:r>
              <a:rPr lang="en-US" altLang="zh-CN">
                <a:solidFill>
                  <a:schemeClr val="tx1"/>
                </a:solidFill>
              </a:rPr>
              <a:t>10</a:t>
            </a:r>
            <a:r>
              <a:rPr lang="en-US" altLang="zh-CN"/>
              <a:t> cut off 15Apr2024</a:t>
            </a:r>
            <a:endParaRPr lang="en-US">
              <a:solidFill>
                <a:srgbClr val="076D7E"/>
              </a:solidFill>
            </a:endParaRPr>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6"/>
          </p:nvPr>
        </p:nvSpPr>
        <p:spPr/>
        <p:txBody>
          <a:bodyPr/>
          <a:lstStyle/>
          <a:p>
            <a:r>
              <a:rPr lang="en-US"/>
              <a:t>Slide library    |     ONLY FOR INTERNAL USE</a:t>
            </a:r>
          </a:p>
        </p:txBody>
      </p:sp>
      <p:sp>
        <p:nvSpPr>
          <p:cNvPr id="4" name="Foliennummernplatzhalter 3">
            <a:extLst>
              <a:ext uri="{FF2B5EF4-FFF2-40B4-BE49-F238E27FC236}">
                <a16:creationId xmlns:a16="http://schemas.microsoft.com/office/drawing/2014/main" id="{AB19DF5B-FEEE-82FF-2A6C-E234DBFCA6D9}"/>
              </a:ext>
            </a:extLst>
          </p:cNvPr>
          <p:cNvSpPr>
            <a:spLocks noGrp="1"/>
          </p:cNvSpPr>
          <p:nvPr>
            <p:ph type="sldNum" sz="quarter" idx="17"/>
          </p:nvPr>
        </p:nvSpPr>
        <p:spPr/>
        <p:txBody>
          <a:bodyPr/>
          <a:lstStyle/>
          <a:p>
            <a:fld id="{8FF9B0DE-3FEB-4AA0-B465-B80EF7C1333D}" type="slidenum">
              <a:rPr lang="en-US" smtClean="0"/>
              <a:pPr/>
              <a:t>15</a:t>
            </a:fld>
            <a:endParaRPr lang="en-US"/>
          </a:p>
        </p:txBody>
      </p:sp>
      <p:pic>
        <p:nvPicPr>
          <p:cNvPr id="7" name="Grafik 6">
            <a:extLst>
              <a:ext uri="{FF2B5EF4-FFF2-40B4-BE49-F238E27FC236}">
                <a16:creationId xmlns:a16="http://schemas.microsoft.com/office/drawing/2014/main" id="{2BAF6D72-10EB-7290-F185-2059655262B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359568" y="4623751"/>
            <a:ext cx="926100" cy="279545"/>
          </a:xfrm>
          <a:prstGeom prst="rect">
            <a:avLst/>
          </a:prstGeom>
        </p:spPr>
      </p:pic>
      <p:graphicFrame>
        <p:nvGraphicFramePr>
          <p:cNvPr id="11" name="表格 7">
            <a:extLst>
              <a:ext uri="{FF2B5EF4-FFF2-40B4-BE49-F238E27FC236}">
                <a16:creationId xmlns:a16="http://schemas.microsoft.com/office/drawing/2014/main" id="{BE95F518-5D14-2955-42EE-578FFD86D803}"/>
              </a:ext>
            </a:extLst>
          </p:cNvPr>
          <p:cNvGraphicFramePr>
            <a:graphicFrameLocks noGrp="1"/>
          </p:cNvGraphicFramePr>
          <p:nvPr/>
        </p:nvGraphicFramePr>
        <p:xfrm>
          <a:off x="367574" y="823481"/>
          <a:ext cx="8161648" cy="681990"/>
        </p:xfrm>
        <a:graphic>
          <a:graphicData uri="http://schemas.openxmlformats.org/drawingml/2006/table">
            <a:tbl>
              <a:tblPr firstRow="1" bandRow="1">
                <a:tableStyleId>{5C22544A-7EE6-4342-B048-85BDC9FD1C3A}</a:tableStyleId>
              </a:tblPr>
              <a:tblGrid>
                <a:gridCol w="2040412">
                  <a:extLst>
                    <a:ext uri="{9D8B030D-6E8A-4147-A177-3AD203B41FA5}">
                      <a16:colId xmlns:a16="http://schemas.microsoft.com/office/drawing/2014/main" val="2981425235"/>
                    </a:ext>
                  </a:extLst>
                </a:gridCol>
                <a:gridCol w="2040412">
                  <a:extLst>
                    <a:ext uri="{9D8B030D-6E8A-4147-A177-3AD203B41FA5}">
                      <a16:colId xmlns:a16="http://schemas.microsoft.com/office/drawing/2014/main" val="250153006"/>
                    </a:ext>
                  </a:extLst>
                </a:gridCol>
                <a:gridCol w="2040412">
                  <a:extLst>
                    <a:ext uri="{9D8B030D-6E8A-4147-A177-3AD203B41FA5}">
                      <a16:colId xmlns:a16="http://schemas.microsoft.com/office/drawing/2014/main" val="534711629"/>
                    </a:ext>
                  </a:extLst>
                </a:gridCol>
                <a:gridCol w="2040412">
                  <a:extLst>
                    <a:ext uri="{9D8B030D-6E8A-4147-A177-3AD203B41FA5}">
                      <a16:colId xmlns:a16="http://schemas.microsoft.com/office/drawing/2014/main" val="1605301354"/>
                    </a:ext>
                  </a:extLst>
                </a:gridCol>
              </a:tblGrid>
              <a:tr h="388620">
                <a:tc>
                  <a:txBody>
                    <a:bodyPr/>
                    <a:lstStyle/>
                    <a:p>
                      <a:r>
                        <a:rPr lang="en-US" altLang="zh-CN" sz="1100"/>
                        <a:t>Total EOT</a:t>
                      </a:r>
                      <a:endParaRPr lang="zh-CN" altLang="en-US" sz="1100"/>
                    </a:p>
                  </a:txBody>
                  <a:tcPr marL="68580" marR="68580" marT="34290" marB="34290"/>
                </a:tc>
                <a:tc>
                  <a:txBody>
                    <a:bodyPr/>
                    <a:lstStyle/>
                    <a:p>
                      <a:r>
                        <a:rPr lang="en-US" altLang="zh-CN" sz="1100"/>
                        <a:t>Death </a:t>
                      </a:r>
                      <a:endParaRPr lang="zh-CN" altLang="en-US" sz="1100"/>
                    </a:p>
                  </a:txBody>
                  <a:tcPr marL="68580" marR="68580" marT="34290" marB="34290"/>
                </a:tc>
                <a:tc>
                  <a:txBody>
                    <a:bodyPr/>
                    <a:lstStyle/>
                    <a:p>
                      <a:r>
                        <a:rPr lang="en-US" altLang="zh-CN" sz="1100"/>
                        <a:t>Agreed to come back in 52 week</a:t>
                      </a:r>
                      <a:endParaRPr lang="zh-CN" altLang="en-US" sz="1100"/>
                    </a:p>
                  </a:txBody>
                  <a:tcPr marL="68580" marR="68580" marT="34290" marB="3429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a:t>Not agreed to come back in 52 week</a:t>
                      </a:r>
                      <a:endParaRPr lang="zh-CN" altLang="en-US" sz="1100"/>
                    </a:p>
                  </a:txBody>
                  <a:tcPr marL="68580" marR="68580" marT="34290" marB="34290"/>
                </a:tc>
                <a:extLst>
                  <a:ext uri="{0D108BD9-81ED-4DB2-BD59-A6C34878D82A}">
                    <a16:rowId xmlns:a16="http://schemas.microsoft.com/office/drawing/2014/main" val="3583324636"/>
                  </a:ext>
                </a:extLst>
              </a:tr>
              <a:tr h="278130">
                <a:tc>
                  <a:txBody>
                    <a:bodyPr/>
                    <a:lstStyle/>
                    <a:p>
                      <a:r>
                        <a:rPr lang="en-US" altLang="zh-CN" sz="1000"/>
                        <a:t>10</a:t>
                      </a:r>
                      <a:endParaRPr lang="zh-CN" altLang="en-US" sz="1000"/>
                    </a:p>
                  </a:txBody>
                  <a:tcPr marL="68580" marR="68580" marT="34290" marB="34290"/>
                </a:tc>
                <a:tc>
                  <a:txBody>
                    <a:bodyPr/>
                    <a:lstStyle/>
                    <a:p>
                      <a:r>
                        <a:rPr lang="en-US" altLang="zh-CN" sz="1000"/>
                        <a:t>2</a:t>
                      </a:r>
                      <a:endParaRPr lang="zh-CN" altLang="en-US" sz="1000"/>
                    </a:p>
                  </a:txBody>
                  <a:tcPr marL="68580" marR="68580" marT="34290" marB="34290"/>
                </a:tc>
                <a:tc>
                  <a:txBody>
                    <a:bodyPr/>
                    <a:lstStyle/>
                    <a:p>
                      <a:r>
                        <a:rPr lang="en-US" altLang="zh-CN" sz="1000"/>
                        <a:t>7</a:t>
                      </a:r>
                      <a:endParaRPr lang="zh-CN" altLang="en-US" sz="1000"/>
                    </a:p>
                  </a:txBody>
                  <a:tcPr marL="68580" marR="68580" marT="34290" marB="34290"/>
                </a:tc>
                <a:tc>
                  <a:txBody>
                    <a:bodyPr/>
                    <a:lstStyle/>
                    <a:p>
                      <a:r>
                        <a:rPr lang="en-US" altLang="zh-CN" sz="1000"/>
                        <a:t>1</a:t>
                      </a:r>
                      <a:endParaRPr lang="zh-CN" altLang="en-US" sz="1000"/>
                    </a:p>
                  </a:txBody>
                  <a:tcPr marL="68580" marR="68580" marT="34290" marB="34290"/>
                </a:tc>
                <a:extLst>
                  <a:ext uri="{0D108BD9-81ED-4DB2-BD59-A6C34878D82A}">
                    <a16:rowId xmlns:a16="http://schemas.microsoft.com/office/drawing/2014/main" val="3452527754"/>
                  </a:ext>
                </a:extLst>
              </a:tr>
            </a:tbl>
          </a:graphicData>
        </a:graphic>
      </p:graphicFrame>
      <p:graphicFrame>
        <p:nvGraphicFramePr>
          <p:cNvPr id="12" name="表格 11">
            <a:extLst>
              <a:ext uri="{FF2B5EF4-FFF2-40B4-BE49-F238E27FC236}">
                <a16:creationId xmlns:a16="http://schemas.microsoft.com/office/drawing/2014/main" id="{1C5295DF-083B-E575-2523-BDC602A0BDFB}"/>
              </a:ext>
            </a:extLst>
          </p:cNvPr>
          <p:cNvGraphicFramePr>
            <a:graphicFrameLocks noGrp="1"/>
          </p:cNvGraphicFramePr>
          <p:nvPr/>
        </p:nvGraphicFramePr>
        <p:xfrm>
          <a:off x="367575" y="1518654"/>
          <a:ext cx="8161646" cy="2671539"/>
        </p:xfrm>
        <a:graphic>
          <a:graphicData uri="http://schemas.openxmlformats.org/drawingml/2006/table">
            <a:tbl>
              <a:tblPr/>
              <a:tblGrid>
                <a:gridCol w="424006">
                  <a:extLst>
                    <a:ext uri="{9D8B030D-6E8A-4147-A177-3AD203B41FA5}">
                      <a16:colId xmlns:a16="http://schemas.microsoft.com/office/drawing/2014/main" val="1900101771"/>
                    </a:ext>
                  </a:extLst>
                </a:gridCol>
                <a:gridCol w="747068">
                  <a:extLst>
                    <a:ext uri="{9D8B030D-6E8A-4147-A177-3AD203B41FA5}">
                      <a16:colId xmlns:a16="http://schemas.microsoft.com/office/drawing/2014/main" val="157162835"/>
                    </a:ext>
                  </a:extLst>
                </a:gridCol>
                <a:gridCol w="869432">
                  <a:extLst>
                    <a:ext uri="{9D8B030D-6E8A-4147-A177-3AD203B41FA5}">
                      <a16:colId xmlns:a16="http://schemas.microsoft.com/office/drawing/2014/main" val="2144139534"/>
                    </a:ext>
                  </a:extLst>
                </a:gridCol>
                <a:gridCol w="647640">
                  <a:extLst>
                    <a:ext uri="{9D8B030D-6E8A-4147-A177-3AD203B41FA5}">
                      <a16:colId xmlns:a16="http://schemas.microsoft.com/office/drawing/2014/main" val="3707636500"/>
                    </a:ext>
                  </a:extLst>
                </a:gridCol>
                <a:gridCol w="1845327">
                  <a:extLst>
                    <a:ext uri="{9D8B030D-6E8A-4147-A177-3AD203B41FA5}">
                      <a16:colId xmlns:a16="http://schemas.microsoft.com/office/drawing/2014/main" val="276771802"/>
                    </a:ext>
                  </a:extLst>
                </a:gridCol>
                <a:gridCol w="2084489">
                  <a:extLst>
                    <a:ext uri="{9D8B030D-6E8A-4147-A177-3AD203B41FA5}">
                      <a16:colId xmlns:a16="http://schemas.microsoft.com/office/drawing/2014/main" val="3858554114"/>
                    </a:ext>
                  </a:extLst>
                </a:gridCol>
                <a:gridCol w="771842">
                  <a:extLst>
                    <a:ext uri="{9D8B030D-6E8A-4147-A177-3AD203B41FA5}">
                      <a16:colId xmlns:a16="http://schemas.microsoft.com/office/drawing/2014/main" val="4121491411"/>
                    </a:ext>
                  </a:extLst>
                </a:gridCol>
                <a:gridCol w="771842">
                  <a:extLst>
                    <a:ext uri="{9D8B030D-6E8A-4147-A177-3AD203B41FA5}">
                      <a16:colId xmlns:a16="http://schemas.microsoft.com/office/drawing/2014/main" val="2256410645"/>
                    </a:ext>
                  </a:extLst>
                </a:gridCol>
              </a:tblGrid>
              <a:tr h="339334">
                <a:tc>
                  <a:txBody>
                    <a:bodyPr/>
                    <a:lstStyle/>
                    <a:p>
                      <a:pPr algn="ctr" fontAlgn="ctr"/>
                      <a:r>
                        <a:rPr lang="en-US" sz="700" b="1" i="0" u="none" strike="noStrike">
                          <a:solidFill>
                            <a:schemeClr val="bg1"/>
                          </a:solidFill>
                          <a:effectLst/>
                          <a:latin typeface="等线"/>
                          <a:ea typeface="等线"/>
                        </a:rPr>
                        <a:t>N</a:t>
                      </a:r>
                      <a:r>
                        <a:rPr lang="en-US" altLang="zh-CN" sz="700" b="1" i="0" u="none" strike="noStrike">
                          <a:solidFill>
                            <a:schemeClr val="bg1"/>
                          </a:solidFill>
                          <a:effectLst/>
                          <a:latin typeface="等线"/>
                          <a:ea typeface="等线"/>
                        </a:rPr>
                        <a:t>o.</a:t>
                      </a:r>
                      <a:endParaRPr lang="en-US" sz="700" b="1" i="0" u="none" strike="noStrike">
                        <a:solidFill>
                          <a:schemeClr val="bg1"/>
                        </a:solidFill>
                        <a:effectLst/>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ID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Status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EOT- Discontinue Date </a:t>
                      </a:r>
                      <a:endParaRPr lang="en-US" sz="700" b="1" i="0" u="none" strike="noStrike">
                        <a:solidFill>
                          <a:schemeClr val="bg1"/>
                        </a:solidFill>
                        <a:effectLst/>
                        <a:latin typeface="等线" panose="02010600030101010101" pitchFamily="2" charset="-122"/>
                        <a:ea typeface="等线" panose="02010600030101010101" pitchFamily="2" charset="-122"/>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Discontinue Reason</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700" b="1" i="0" u="none" strike="noStrike">
                          <a:solidFill>
                            <a:schemeClr val="bg1"/>
                          </a:solidFill>
                          <a:effectLst/>
                          <a:latin typeface="等线"/>
                          <a:ea typeface="等线"/>
                        </a:rPr>
                        <a:t>if </a:t>
                      </a:r>
                      <a:r>
                        <a:rPr lang="en-US" altLang="zh-CN" sz="700">
                          <a:solidFill>
                            <a:schemeClr val="bg1"/>
                          </a:solidFill>
                        </a:rPr>
                        <a:t>Agreed to come back in 52 week</a:t>
                      </a:r>
                      <a:r>
                        <a:rPr lang="en-US" altLang="zh-CN" sz="700" b="1" i="0" u="none" strike="noStrike">
                          <a:solidFill>
                            <a:schemeClr val="bg1"/>
                          </a:solidFill>
                          <a:effectLst/>
                          <a:latin typeface="等线"/>
                          <a:ea typeface="等线"/>
                        </a:rPr>
                        <a:t>?</a:t>
                      </a:r>
                      <a:endParaRPr lang="zh-CN" altLang="en-US" sz="700">
                        <a:solidFill>
                          <a:schemeClr val="bg1"/>
                        </a:solidFill>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52 Weeks visit date</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753042562"/>
                  </a:ext>
                </a:extLst>
              </a:tr>
              <a:tr h="255969">
                <a:tc>
                  <a:txBody>
                    <a:bodyPr/>
                    <a:lstStyle/>
                    <a:p>
                      <a:pPr algn="ctr" fontAlgn="ctr"/>
                      <a:r>
                        <a:rPr lang="en-US" altLang="zh-CN" sz="600" b="0" i="0" u="none" strike="noStrike" kern="1200">
                          <a:solidFill>
                            <a:schemeClr val="tx1"/>
                          </a:solidFill>
                          <a:effectLst/>
                          <a:latin typeface="Arial"/>
                          <a:ea typeface="+mn-ea"/>
                          <a:cs typeface="+mn-cs"/>
                        </a:rPr>
                        <a:t>1</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a:ea typeface="+mn-ea"/>
                          <a:cs typeface="+mn-cs"/>
                        </a:rPr>
                        <a:t>1415604201</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kern="1200">
                          <a:solidFill>
                            <a:schemeClr val="tx1"/>
                          </a:solidFill>
                          <a:effectLst/>
                          <a:latin typeface="Arial"/>
                          <a:ea typeface="+mn-ea"/>
                          <a:cs typeface="+mn-cs"/>
                        </a:rPr>
                        <a:t>23-May-23</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a:ea typeface="+mn-ea"/>
                          <a:cs typeface="+mn-cs"/>
                        </a:rPr>
                        <a:t>Adverse Event</a:t>
                      </a:r>
                      <a:endParaRPr lang="zh-CN" altLang="en-US" sz="600" b="0" i="0" u="none" strike="noStrike" kern="1200">
                        <a:solidFill>
                          <a:schemeClr val="tx1"/>
                        </a:solidFill>
                        <a:effectLst/>
                        <a:latin typeface="Arial"/>
                        <a:ea typeface="+mn-ea"/>
                        <a:cs typeface="+mn-cs"/>
                      </a:endParaRP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rtl="0" eaLnBrk="1" fontAlgn="b" latinLnBrk="0" hangingPunct="1">
                        <a:lnSpc>
                          <a:spcPct val="100000"/>
                        </a:lnSpc>
                        <a:spcBef>
                          <a:spcPts val="0"/>
                        </a:spcBef>
                        <a:spcAft>
                          <a:spcPts val="0"/>
                        </a:spcAft>
                        <a:buClrTx/>
                        <a:buSzTx/>
                        <a:buFontTx/>
                        <a:buNone/>
                      </a:pPr>
                      <a:r>
                        <a:rPr lang="en-US" sz="500" b="0" i="0" u="none" strike="noStrike" kern="1200" noProof="0">
                          <a:solidFill>
                            <a:srgbClr val="FF0000"/>
                          </a:solidFill>
                          <a:effectLst/>
                          <a:latin typeface="Arial"/>
                        </a:rPr>
                        <a:t>Y – Patient is currently hospitalized, so V10 is postponed</a:t>
                      </a:r>
                      <a:endParaRPr lang="en-US" altLang="zh-CN" sz="600" b="0" i="0" u="none" strike="noStrike" kern="1200" noProof="0">
                        <a:solidFill>
                          <a:schemeClr val="tx1"/>
                        </a:solidFill>
                        <a:effectLst/>
                        <a:latin typeface="Arial" panose="020B0604020202020204" pitchFamily="34" charset="0"/>
                        <a:ea typeface="+mn-ea"/>
                        <a:cs typeface="+mn-cs"/>
                      </a:endParaRP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kern="1200">
                          <a:solidFill>
                            <a:schemeClr val="tx1"/>
                          </a:solidFill>
                          <a:effectLst/>
                          <a:highlight>
                            <a:srgbClr val="FFFF00"/>
                          </a:highlight>
                          <a:latin typeface="Arial"/>
                          <a:ea typeface="+mn-ea"/>
                          <a:cs typeface="+mn-cs"/>
                        </a:rPr>
                        <a:t>29-Mar-24</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7875774"/>
                  </a:ext>
                </a:extLst>
              </a:tr>
              <a:tr h="130493">
                <a:tc>
                  <a:txBody>
                    <a:bodyPr/>
                    <a:lstStyle/>
                    <a:p>
                      <a:pPr algn="ctr" fontAlgn="ctr"/>
                      <a:r>
                        <a:rPr lang="en-US" altLang="zh-CN" sz="600" b="0" i="0" u="none" strike="noStrike" kern="1200">
                          <a:solidFill>
                            <a:schemeClr val="tx1"/>
                          </a:solidFill>
                          <a:effectLst/>
                          <a:latin typeface="Arial"/>
                          <a:ea typeface="+mn-ea"/>
                          <a:cs typeface="+mn-cs"/>
                        </a:rPr>
                        <a:t>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a:ea typeface="+mn-ea"/>
                          <a:cs typeface="+mn-cs"/>
                        </a:rPr>
                        <a:t>1415601212</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kern="1200">
                          <a:solidFill>
                            <a:schemeClr val="tx1"/>
                          </a:solidFill>
                          <a:effectLst/>
                          <a:latin typeface="Arial"/>
                          <a:ea typeface="+mn-ea"/>
                          <a:cs typeface="+mn-cs"/>
                        </a:rPr>
                        <a:t>4-Aug-23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a:ea typeface="+mn-ea"/>
                          <a:cs typeface="+mn-cs"/>
                        </a:rPr>
                        <a:t>Subject Decision-AE</a:t>
                      </a:r>
                      <a:endParaRPr lang="zh-CN" altLang="en-US" sz="600" b="0" i="0" u="none" strike="noStrike" kern="1200">
                        <a:solidFill>
                          <a:schemeClr val="tx1"/>
                        </a:solidFill>
                        <a:effectLst/>
                        <a:latin typeface="Arial"/>
                        <a:ea typeface="+mn-ea"/>
                        <a:cs typeface="+mn-cs"/>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600" b="0" i="0" u="none" strike="noStrike" kern="1200" noProof="0">
                          <a:solidFill>
                            <a:schemeClr val="tx1"/>
                          </a:solidFill>
                          <a:effectLst/>
                          <a:latin typeface="Arial"/>
                          <a:ea typeface="+mn-ea"/>
                          <a:cs typeface="+mn-cs"/>
                        </a:rPr>
                        <a:t>Y</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kern="1200">
                          <a:solidFill>
                            <a:schemeClr val="tx1"/>
                          </a:solidFill>
                          <a:effectLst/>
                          <a:latin typeface="Arial"/>
                          <a:ea typeface="+mn-ea"/>
                          <a:cs typeface="+mn-cs"/>
                        </a:rPr>
                        <a:t>10-Jul-24</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9227270"/>
                  </a:ext>
                </a:extLst>
              </a:tr>
              <a:tr h="164417">
                <a:tc>
                  <a:txBody>
                    <a:bodyPr/>
                    <a:lstStyle/>
                    <a:p>
                      <a:pPr algn="ctr" fontAlgn="ctr"/>
                      <a:r>
                        <a:rPr lang="en-US" altLang="zh-CN" sz="600" b="0" i="0" u="none" strike="noStrike">
                          <a:effectLst/>
                          <a:latin typeface="Arial"/>
                        </a:rPr>
                        <a:t>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CN" sz="600" b="0" i="0" u="none" strike="noStrike">
                          <a:solidFill>
                            <a:srgbClr val="333333"/>
                          </a:solidFill>
                          <a:effectLst/>
                          <a:latin typeface="Arial"/>
                        </a:rPr>
                        <a:t>1415601703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a:effectLst/>
                          <a:latin typeface="Arial"/>
                        </a:rPr>
                        <a:t>2-Aug-23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effectLst/>
                          <a:latin typeface="Arial"/>
                        </a:rPr>
                        <a:t>Subject decision</a:t>
                      </a:r>
                      <a:endParaRPr lang="zh-CN" altLang="en-US" sz="600" b="0" i="0" u="none" strike="noStrike">
                        <a:effectLst/>
                        <a:latin typeface="Arial"/>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600" b="0" i="0" u="none" strike="noStrike" kern="1200" noProof="0">
                          <a:solidFill>
                            <a:schemeClr val="tx1"/>
                          </a:solidFill>
                          <a:effectLst/>
                          <a:latin typeface="Arial"/>
                          <a:ea typeface="+mn-ea"/>
                          <a:cs typeface="+mn-cs"/>
                        </a:rPr>
                        <a:t>Y</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600" b="0" i="0" u="none" strike="noStrike" kern="1200">
                          <a:solidFill>
                            <a:schemeClr val="tx1"/>
                          </a:solidFill>
                          <a:effectLst/>
                          <a:latin typeface="Arial"/>
                          <a:ea typeface="+mn-ea"/>
                          <a:cs typeface="+mn-cs"/>
                        </a:rPr>
                        <a:t>31-Jul-24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8936162"/>
                  </a:ext>
                </a:extLst>
              </a:tr>
              <a:tr h="396484">
                <a:tc>
                  <a:txBody>
                    <a:bodyPr/>
                    <a:lstStyle/>
                    <a:p>
                      <a:pPr algn="ctr" fontAlgn="ctr"/>
                      <a:r>
                        <a:rPr lang="en-US" altLang="zh-CN" sz="600" b="0" i="0" u="none" strike="noStrike">
                          <a:effectLst/>
                          <a:latin typeface="Arial"/>
                        </a:rPr>
                        <a:t>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a:solidFill>
                            <a:srgbClr val="333333"/>
                          </a:solidFill>
                          <a:effectLst/>
                          <a:latin typeface="Arial"/>
                        </a:rPr>
                        <a:t>1415604402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700" b="0" i="0" u="none" strike="noStrike">
                          <a:effectLst/>
                          <a:latin typeface="等线"/>
                          <a:ea typeface="等线"/>
                        </a:rPr>
                        <a:t>Study Discontinued - fetal</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algn="ctr" fontAlgn="ctr"/>
                      <a:r>
                        <a:rPr lang="en-US" altLang="zh-CN" sz="600" b="0" i="0" u="none" strike="noStrike">
                          <a:effectLst/>
                          <a:latin typeface="Arial"/>
                        </a:rPr>
                        <a:t>Unknown </a:t>
                      </a:r>
                      <a:endParaRPr lang="zh-CN" alt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lvl="0" algn="l">
                        <a:buNone/>
                      </a:pPr>
                      <a:r>
                        <a:rPr lang="zh-CN" sz="600" b="0" i="0" u="none" strike="noStrike" noProof="0">
                          <a:effectLst/>
                        </a:rPr>
                        <a:t>The patient has been lost to follow-up. </a:t>
                      </a:r>
                      <a:r>
                        <a:rPr lang="en-US" altLang="zh-CN" sz="600" b="0" i="0" u="none" strike="noStrike" noProof="0">
                          <a:effectLst/>
                        </a:rPr>
                        <a:t>Site</a:t>
                      </a:r>
                      <a:r>
                        <a:rPr lang="zh-CN" sz="600" b="0" i="0" u="none" strike="noStrike" noProof="0">
                          <a:effectLst/>
                        </a:rPr>
                        <a:t> contacted the patient on August </a:t>
                      </a:r>
                      <a:r>
                        <a:rPr lang="en-US" altLang="zh-CN" sz="600" b="0" i="0" u="none" strike="noStrike" noProof="0">
                          <a:effectLst/>
                        </a:rPr>
                        <a:t>9</a:t>
                      </a:r>
                      <a:r>
                        <a:rPr lang="zh-CN" sz="600" b="0" i="0" u="none" strike="noStrike" noProof="0">
                          <a:effectLst/>
                        </a:rPr>
                        <a:t> and learned through the patient's family that the patient had passed away. The specific time is unknown.</a:t>
                      </a:r>
                      <a:endParaRPr lang="en-US" sz="1000"/>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algn="ctr" fontAlgn="ctr"/>
                      <a:r>
                        <a:rPr lang="zh-CN" altLang="en-US" sz="600" b="0" i="0" u="none" strike="noStrike" kern="1200">
                          <a:solidFill>
                            <a:schemeClr val="tx1"/>
                          </a:solidFill>
                          <a:effectLst/>
                          <a:latin typeface="Arial"/>
                          <a:ea typeface="+mn-ea"/>
                          <a:cs typeface="+mn-cs"/>
                        </a:rPr>
                        <a:t>NA</a:t>
                      </a: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algn="ctr" fontAlgn="ctr"/>
                      <a:r>
                        <a:rPr lang="zh-CN" altLang="en-US" sz="600" b="0" i="0" u="none" strike="noStrike" kern="1200">
                          <a:solidFill>
                            <a:schemeClr val="tx1"/>
                          </a:solidFill>
                          <a:effectLst/>
                          <a:latin typeface="Arial"/>
                          <a:ea typeface="+mn-ea"/>
                          <a:cs typeface="+mn-cs"/>
                        </a:rPr>
                        <a:t>NA</a:t>
                      </a: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tc>
                  <a:txBody>
                    <a:bodyPr/>
                    <a:lstStyle/>
                    <a:p>
                      <a:pPr algn="ctr" fontAlgn="ctr"/>
                      <a:r>
                        <a:rPr lang="zh-CN" altLang="en-US" sz="600" b="0" i="0" u="none" strike="noStrike">
                          <a:effectLst/>
                          <a:latin typeface="Arial"/>
                        </a:rPr>
                        <a:t>NA</a:t>
                      </a:r>
                      <a:endParaRPr lang="zh-CN" alt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8C8C8"/>
                    </a:solidFill>
                  </a:tcPr>
                </a:tc>
                <a:extLst>
                  <a:ext uri="{0D108BD9-81ED-4DB2-BD59-A6C34878D82A}">
                    <a16:rowId xmlns:a16="http://schemas.microsoft.com/office/drawing/2014/main" val="566633447"/>
                  </a:ext>
                </a:extLst>
              </a:tr>
              <a:tr h="228902">
                <a:tc>
                  <a:txBody>
                    <a:bodyPr/>
                    <a:lstStyle/>
                    <a:p>
                      <a:pPr algn="ctr" fontAlgn="ctr"/>
                      <a:r>
                        <a:rPr lang="en-US" altLang="zh-CN" sz="600" b="0" i="0" u="none" strike="noStrike" kern="1200">
                          <a:solidFill>
                            <a:schemeClr val="tx1"/>
                          </a:solidFill>
                          <a:effectLst/>
                          <a:latin typeface="Arial"/>
                          <a:ea typeface="+mn-ea"/>
                          <a:cs typeface="+mn-cs"/>
                        </a:rPr>
                        <a:t>5</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90576" rtl="0" eaLnBrk="1" fontAlgn="ctr" latinLnBrk="0" hangingPunct="1"/>
                      <a:r>
                        <a:rPr lang="en-US" altLang="zh-CN" sz="600" b="0" i="0" u="none" strike="noStrike" kern="1200">
                          <a:solidFill>
                            <a:schemeClr val="tx1"/>
                          </a:solidFill>
                          <a:effectLst/>
                          <a:latin typeface="Arial"/>
                          <a:ea typeface="+mn-ea"/>
                          <a:cs typeface="+mn-cs"/>
                        </a:rPr>
                        <a:t>1415601802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90576" rtl="0" eaLnBrk="1" fontAlgn="ctr" latinLnBrk="0" hangingPunct="1"/>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a:ea typeface="+mn-ea"/>
                          <a:cs typeface="+mn-cs"/>
                        </a:rPr>
                        <a:t>16-Oct-23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Subject Decision</a:t>
                      </a:r>
                      <a:endParaRPr lang="zh-CN" altLang="en-US" sz="600" b="0" i="0" u="none" strike="noStrike" kern="1200">
                        <a:solidFill>
                          <a:schemeClr val="tx1"/>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600" b="0" i="0" u="none" strike="noStrike" kern="1200" noProof="0">
                          <a:solidFill>
                            <a:schemeClr val="tx1"/>
                          </a:solidFill>
                          <a:effectLst/>
                          <a:latin typeface="Arial"/>
                          <a:ea typeface="+mn-ea"/>
                          <a:cs typeface="+mn-cs"/>
                        </a:rPr>
                        <a: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kern="1200">
                          <a:solidFill>
                            <a:schemeClr val="tx1"/>
                          </a:solidFill>
                          <a:effectLst/>
                          <a:latin typeface="Arial"/>
                          <a:ea typeface="+mn-ea"/>
                          <a:cs typeface="+mn-cs"/>
                        </a:rPr>
                        <a:t>27-Jun-24</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169614"/>
                  </a:ext>
                </a:extLst>
              </a:tr>
              <a:tr h="228902">
                <a:tc>
                  <a:txBody>
                    <a:bodyPr/>
                    <a:lstStyle/>
                    <a:p>
                      <a:pPr algn="ctr" fontAlgn="ctr"/>
                      <a:r>
                        <a:rPr lang="en-US" altLang="zh-CN" sz="600" b="0" i="0" u="none" strike="noStrike" kern="1200">
                          <a:solidFill>
                            <a:schemeClr val="tx1"/>
                          </a:solidFill>
                          <a:effectLst/>
                          <a:latin typeface="Arial"/>
                          <a:ea typeface="+mn-ea"/>
                          <a:cs typeface="+mn-cs"/>
                        </a:rPr>
                        <a:t>6</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1415602001</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a:ea typeface="+mn-ea"/>
                          <a:cs typeface="+mn-cs"/>
                        </a:rPr>
                        <a:t>23-Oct-23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600" b="0" i="0" u="none" strike="noStrike" kern="1200" noProof="0">
                          <a:solidFill>
                            <a:schemeClr val="tx1"/>
                          </a:solidFill>
                          <a:effectLst/>
                          <a:latin typeface="Arial"/>
                          <a:ea typeface="+mn-ea"/>
                          <a:cs typeface="+mn-cs"/>
                        </a:rPr>
                        <a:t>Y</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kern="1200">
                          <a:solidFill>
                            <a:schemeClr val="tx1"/>
                          </a:solidFill>
                          <a:effectLst/>
                          <a:latin typeface="Arial"/>
                          <a:ea typeface="+mn-ea"/>
                          <a:cs typeface="+mn-cs"/>
                        </a:rPr>
                        <a:t>7-Jun-24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167404"/>
                  </a:ext>
                </a:extLst>
              </a:tr>
              <a:tr h="228902">
                <a:tc>
                  <a:txBody>
                    <a:bodyPr/>
                    <a:lstStyle/>
                    <a:p>
                      <a:pPr algn="ctr" fontAlgn="ctr"/>
                      <a:r>
                        <a:rPr lang="en-US" altLang="zh-CN" sz="600" b="0" i="0" u="none" strike="noStrike" kern="1200">
                          <a:solidFill>
                            <a:schemeClr val="tx1"/>
                          </a:solidFill>
                          <a:effectLst/>
                          <a:latin typeface="Arial"/>
                          <a:ea typeface="+mn-ea"/>
                          <a:cs typeface="+mn-cs"/>
                        </a:rPr>
                        <a:t>7</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1415605305</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Study Discontinued - fetal</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fontAlgn="ctr" latinLnBrk="0" hangingPunct="1"/>
                      <a:r>
                        <a:rPr lang="en-US" altLang="zh-CN" sz="600" b="0" i="0" u="none" strike="noStrike" kern="1200">
                          <a:solidFill>
                            <a:schemeClr val="tx1"/>
                          </a:solidFill>
                          <a:effectLst/>
                          <a:latin typeface="Arial"/>
                          <a:ea typeface="+mn-ea"/>
                          <a:cs typeface="+mn-cs"/>
                        </a:rPr>
                        <a:t>15-Nov-23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altLang="zh-CN" sz="600" b="0" i="0" u="none" strike="noStrike" kern="1200">
                          <a:solidFill>
                            <a:schemeClr val="tx1"/>
                          </a:solidFill>
                          <a:effectLst/>
                          <a:latin typeface="Arial"/>
                          <a:ea typeface="+mn-ea"/>
                          <a:cs typeface="+mn-cs"/>
                        </a:rPr>
                        <a:t>The patient died on November 16, 2023</a:t>
                      </a:r>
                      <a:endParaRPr lang="zh-CN" altLang="en-US" sz="600" b="0" i="0" u="none" strike="noStrike" kern="1200">
                        <a:solidFill>
                          <a:schemeClr val="tx1"/>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r>
                        <a:rPr lang="en-US" sz="600" b="0" i="0" u="none" strike="noStrike" kern="1200">
                          <a:solidFill>
                            <a:schemeClr val="tx1"/>
                          </a:solidFill>
                          <a:effectLst/>
                          <a:latin typeface="Arial"/>
                          <a:ea typeface="+mn-ea"/>
                          <a:cs typeface="+mn-cs"/>
                        </a:rPr>
                        <a:t>NA</a:t>
                      </a:r>
                      <a:endParaRPr lang="en-US" sz="600" b="0" i="0" u="none" strike="noStrike" kern="1200">
                        <a:solidFill>
                          <a:schemeClr val="tx1"/>
                        </a:solidFill>
                        <a:effectLst/>
                        <a:latin typeface="Arial" panose="020B0604020202020204" pitchFamily="34" charset="0"/>
                        <a:ea typeface="+mn-ea"/>
                        <a:cs typeface="+mn-cs"/>
                      </a:endParaRP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en-US" sz="600" b="0" i="0" u="none" strike="noStrike" kern="1200">
                          <a:solidFill>
                            <a:schemeClr val="tx1"/>
                          </a:solidFill>
                          <a:effectLst/>
                          <a:latin typeface="Arial"/>
                          <a:ea typeface="+mn-ea"/>
                          <a:cs typeface="+mn-cs"/>
                        </a:rPr>
                        <a:t>NA</a:t>
                      </a:r>
                      <a:endParaRPr lang="en-US" sz="600" b="0" i="0" u="none" strike="noStrike" kern="1200">
                        <a:solidFill>
                          <a:schemeClr val="tx1"/>
                        </a:solidFill>
                        <a:effectLst/>
                        <a:latin typeface="Arial" panose="020B0604020202020204" pitchFamily="34" charset="0"/>
                        <a:ea typeface="+mn-ea"/>
                        <a:cs typeface="+mn-cs"/>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lang="zh-CN" altLang="en-US" sz="600" b="0" i="0" u="none" strike="noStrike" kern="1200">
                          <a:solidFill>
                            <a:schemeClr val="tx1"/>
                          </a:solidFill>
                          <a:effectLst/>
                          <a:latin typeface="Arial"/>
                          <a:ea typeface="+mn-ea"/>
                          <a:cs typeface="+mn-cs"/>
                        </a:rPr>
                        <a:t>NA</a:t>
                      </a: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50935684"/>
                  </a:ext>
                </a:extLst>
              </a:tr>
              <a:tr h="228902">
                <a:tc>
                  <a:txBody>
                    <a:bodyPr/>
                    <a:lstStyle/>
                    <a:p>
                      <a:pPr algn="ctr" fontAlgn="ctr"/>
                      <a:r>
                        <a:rPr lang="en-US" altLang="zh-CN" sz="600" b="0" i="0" u="none" strike="noStrike" kern="1200">
                          <a:solidFill>
                            <a:schemeClr val="tx1"/>
                          </a:solidFill>
                          <a:effectLst/>
                          <a:latin typeface="Arial"/>
                          <a:ea typeface="+mn-ea"/>
                          <a:cs typeface="+mn-cs"/>
                        </a:rPr>
                        <a:t>8</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1415601208</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a:ea typeface="+mn-ea"/>
                          <a:cs typeface="+mn-cs"/>
                        </a:rPr>
                        <a:t>5-Dec-23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 AE</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600" b="0" i="0" u="none" strike="noStrike" kern="1200">
                          <a:solidFill>
                            <a:schemeClr val="tx1"/>
                          </a:solidFill>
                          <a:effectLst/>
                          <a:latin typeface="Arial"/>
                          <a:ea typeface="+mn-ea"/>
                          <a:cs typeface="+mn-cs"/>
                        </a:rPr>
                        <a:t>N-Refuse to answer the phone, </a:t>
                      </a:r>
                      <a:r>
                        <a:rPr lang="en-US" altLang="zh-CN" sz="600" b="0" i="0" u="none" strike="noStrike" kern="1200">
                          <a:solidFill>
                            <a:schemeClr val="tx1"/>
                          </a:solidFill>
                          <a:effectLst/>
                          <a:latin typeface="Arial"/>
                          <a:ea typeface="+mn-ea"/>
                          <a:cs typeface="+mn-cs"/>
                        </a:rPr>
                        <a:t>site</a:t>
                      </a:r>
                      <a:r>
                        <a:rPr lang="en-US" sz="600" b="0" i="0" u="none" strike="noStrike" kern="1200">
                          <a:solidFill>
                            <a:schemeClr val="tx1"/>
                          </a:solidFill>
                          <a:effectLst/>
                          <a:latin typeface="Arial"/>
                          <a:ea typeface="+mn-ea"/>
                          <a:cs typeface="+mn-cs"/>
                        </a:rPr>
                        <a:t> will be contacted regularly according to the visit plan</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kern="1200">
                          <a:solidFill>
                            <a:schemeClr val="tx1"/>
                          </a:solidFill>
                          <a:effectLst/>
                          <a:latin typeface="Arial"/>
                          <a:ea typeface="+mn-ea"/>
                          <a:cs typeface="+mn-cs"/>
                        </a:rPr>
                        <a:t>1-Jul-24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2363791"/>
                  </a:ext>
                </a:extLst>
              </a:tr>
              <a:tr h="228902">
                <a:tc>
                  <a:txBody>
                    <a:bodyPr/>
                    <a:lstStyle/>
                    <a:p>
                      <a:pPr algn="ctr" fontAlgn="ctr"/>
                      <a:r>
                        <a:rPr lang="en-US" altLang="zh-CN" sz="600" b="0" i="0" u="none" strike="noStrike" kern="1200">
                          <a:solidFill>
                            <a:schemeClr val="tx1"/>
                          </a:solidFill>
                          <a:effectLst/>
                          <a:latin typeface="Arial"/>
                          <a:ea typeface="+mn-ea"/>
                          <a:cs typeface="+mn-cs"/>
                        </a:rPr>
                        <a:t>9</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1415601801</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a:ea typeface="+mn-ea"/>
                          <a:cs typeface="+mn-cs"/>
                        </a:rPr>
                        <a:t>22-Dec-23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effectLst/>
                          <a:latin typeface="Calibri"/>
                        </a:rPr>
                        <a:t>Y</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600" b="0" i="0" u="none" strike="noStrike" kern="1200">
                          <a:solidFill>
                            <a:schemeClr val="tx1"/>
                          </a:solidFill>
                          <a:effectLst/>
                          <a:latin typeface="Arial"/>
                          <a:ea typeface="+mn-ea"/>
                          <a:cs typeface="+mn-cs"/>
                        </a:rPr>
                        <a:t>20-May-24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3081554"/>
                  </a:ext>
                </a:extLst>
              </a:tr>
              <a:tr h="228902">
                <a:tc>
                  <a:txBody>
                    <a:bodyPr/>
                    <a:lstStyle/>
                    <a:p>
                      <a:pPr algn="ctr" fontAlgn="ctr"/>
                      <a:r>
                        <a:rPr lang="en-US" altLang="zh-CN" sz="600" b="0" i="0" u="none" strike="noStrike" kern="1200">
                          <a:solidFill>
                            <a:schemeClr val="tx1"/>
                          </a:solidFill>
                          <a:effectLst/>
                          <a:latin typeface="Arial"/>
                          <a:ea typeface="+mn-ea"/>
                          <a:cs typeface="+mn-cs"/>
                        </a:rPr>
                        <a:t>10</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1415601201</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600" b="0" i="0" u="none" strike="noStrike" kern="1200">
                          <a:solidFill>
                            <a:schemeClr val="tx1"/>
                          </a:solidFill>
                          <a:effectLst/>
                          <a:latin typeface="Arial"/>
                          <a:ea typeface="+mn-ea"/>
                          <a:cs typeface="+mn-cs"/>
                        </a:rPr>
                        <a:t>17-Jan-24</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Subject decision</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effectLst/>
                          <a:latin typeface="Calibri"/>
                        </a:rPr>
                        <a:t>Y</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600" b="0" i="0" u="none" strike="noStrike" kern="1200">
                          <a:solidFill>
                            <a:schemeClr val="tx1"/>
                          </a:solidFill>
                          <a:effectLst/>
                          <a:latin typeface="Arial"/>
                          <a:ea typeface="+mn-ea"/>
                          <a:cs typeface="+mn-cs"/>
                        </a:rPr>
                        <a:t>10-May-24</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3799242"/>
                  </a:ext>
                </a:extLst>
              </a:tr>
            </a:tbl>
          </a:graphicData>
        </a:graphic>
      </p:graphicFrame>
    </p:spTree>
    <p:extLst>
      <p:ext uri="{BB962C8B-B14F-4D97-AF65-F5344CB8AC3E}">
        <p14:creationId xmlns:p14="http://schemas.microsoft.com/office/powerpoint/2010/main" val="406485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5423A6C-0447-C730-C54A-7D3F3E304205}"/>
              </a:ext>
            </a:extLst>
          </p:cNvPr>
          <p:cNvSpPr/>
          <p:nvPr/>
        </p:nvSpPr>
        <p:spPr bwMode="gray">
          <a:xfrm>
            <a:off x="0" y="0"/>
            <a:ext cx="9144000" cy="5143500"/>
          </a:xfrm>
          <a:prstGeom prst="rect">
            <a:avLst/>
          </a:prstGeom>
          <a:solidFill>
            <a:srgbClr val="F5CD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200">
              <a:solidFill>
                <a:schemeClr val="tx1"/>
              </a:solidFill>
            </a:endParaRPr>
          </a:p>
        </p:txBody>
      </p:sp>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bwMode="gray"/>
        <p:txBody>
          <a:bodyPr/>
          <a:lstStyle/>
          <a:p>
            <a:r>
              <a:rPr lang="en-US" altLang="zh-CN"/>
              <a:t>1305-0023 Early Discontinue Patient Status</a:t>
            </a:r>
            <a:r>
              <a:rPr lang="zh-CN" altLang="en-US"/>
              <a:t>：</a:t>
            </a:r>
            <a:r>
              <a:rPr lang="en-US" altLang="zh-CN">
                <a:solidFill>
                  <a:srgbClr val="FF0000"/>
                </a:solidFill>
              </a:rPr>
              <a:t> </a:t>
            </a:r>
            <a:r>
              <a:rPr lang="en-US" altLang="zh-CN">
                <a:solidFill>
                  <a:schemeClr val="tx1"/>
                </a:solidFill>
              </a:rPr>
              <a:t>CHN1</a:t>
            </a:r>
            <a:r>
              <a:rPr lang="en-US" altLang="zh-CN">
                <a:solidFill>
                  <a:srgbClr val="FF0000"/>
                </a:solidFill>
              </a:rPr>
              <a:t> </a:t>
            </a:r>
            <a:r>
              <a:rPr lang="en-US" altLang="zh-CN"/>
              <a:t>cut off 15Apr2024</a:t>
            </a:r>
            <a:r>
              <a:rPr lang="en-US" altLang="zh-CN">
                <a:solidFill>
                  <a:srgbClr val="FF0000"/>
                </a:solidFill>
              </a:rPr>
              <a:t> </a:t>
            </a:r>
            <a:endParaRPr lang="en-US">
              <a:solidFill>
                <a:srgbClr val="86251B"/>
              </a:solidFill>
            </a:endParaRPr>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6"/>
          </p:nvPr>
        </p:nvSpPr>
        <p:spPr bwMode="gray"/>
        <p:txBody>
          <a:bodyPr/>
          <a:lstStyle/>
          <a:p>
            <a:r>
              <a:rPr lang="en-US"/>
              <a:t>Slide library    |     ONLY FOR INTERNAL USE</a:t>
            </a:r>
          </a:p>
        </p:txBody>
      </p:sp>
      <p:sp>
        <p:nvSpPr>
          <p:cNvPr id="3" name="Foliennummernplatzhalter 2">
            <a:extLst>
              <a:ext uri="{FF2B5EF4-FFF2-40B4-BE49-F238E27FC236}">
                <a16:creationId xmlns:a16="http://schemas.microsoft.com/office/drawing/2014/main" id="{089E4C2B-51CE-CCE2-8A13-A6C1BA5DDBFA}"/>
              </a:ext>
            </a:extLst>
          </p:cNvPr>
          <p:cNvSpPr>
            <a:spLocks noGrp="1"/>
          </p:cNvSpPr>
          <p:nvPr>
            <p:ph type="sldNum" sz="quarter" idx="17"/>
          </p:nvPr>
        </p:nvSpPr>
        <p:spPr bwMode="gray"/>
        <p:txBody>
          <a:bodyPr/>
          <a:lstStyle/>
          <a:p>
            <a:fld id="{8FF9B0DE-3FEB-4AA0-B465-B80EF7C1333D}" type="slidenum">
              <a:rPr lang="en-US" smtClean="0"/>
              <a:pPr/>
              <a:t>16</a:t>
            </a:fld>
            <a:endParaRPr lang="en-US"/>
          </a:p>
        </p:txBody>
      </p:sp>
      <p:pic>
        <p:nvPicPr>
          <p:cNvPr id="6" name="Grafik 5">
            <a:extLst>
              <a:ext uri="{FF2B5EF4-FFF2-40B4-BE49-F238E27FC236}">
                <a16:creationId xmlns:a16="http://schemas.microsoft.com/office/drawing/2014/main" id="{7E66B297-A356-054D-A178-41107F38E85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359568" y="4623751"/>
            <a:ext cx="926100" cy="279545"/>
          </a:xfrm>
          <a:prstGeom prst="rect">
            <a:avLst/>
          </a:prstGeom>
        </p:spPr>
      </p:pic>
      <p:graphicFrame>
        <p:nvGraphicFramePr>
          <p:cNvPr id="11" name="表格 7">
            <a:extLst>
              <a:ext uri="{FF2B5EF4-FFF2-40B4-BE49-F238E27FC236}">
                <a16:creationId xmlns:a16="http://schemas.microsoft.com/office/drawing/2014/main" id="{5DD270D9-E18E-BAEE-FF75-38F985B076F2}"/>
              </a:ext>
            </a:extLst>
          </p:cNvPr>
          <p:cNvGraphicFramePr>
            <a:graphicFrameLocks noGrp="1"/>
          </p:cNvGraphicFramePr>
          <p:nvPr/>
        </p:nvGraphicFramePr>
        <p:xfrm>
          <a:off x="367574" y="823481"/>
          <a:ext cx="8161648" cy="681990"/>
        </p:xfrm>
        <a:graphic>
          <a:graphicData uri="http://schemas.openxmlformats.org/drawingml/2006/table">
            <a:tbl>
              <a:tblPr firstRow="1" bandRow="1">
                <a:tableStyleId>{5C22544A-7EE6-4342-B048-85BDC9FD1C3A}</a:tableStyleId>
              </a:tblPr>
              <a:tblGrid>
                <a:gridCol w="2040412">
                  <a:extLst>
                    <a:ext uri="{9D8B030D-6E8A-4147-A177-3AD203B41FA5}">
                      <a16:colId xmlns:a16="http://schemas.microsoft.com/office/drawing/2014/main" val="2981425235"/>
                    </a:ext>
                  </a:extLst>
                </a:gridCol>
                <a:gridCol w="2040412">
                  <a:extLst>
                    <a:ext uri="{9D8B030D-6E8A-4147-A177-3AD203B41FA5}">
                      <a16:colId xmlns:a16="http://schemas.microsoft.com/office/drawing/2014/main" val="250153006"/>
                    </a:ext>
                  </a:extLst>
                </a:gridCol>
                <a:gridCol w="2040412">
                  <a:extLst>
                    <a:ext uri="{9D8B030D-6E8A-4147-A177-3AD203B41FA5}">
                      <a16:colId xmlns:a16="http://schemas.microsoft.com/office/drawing/2014/main" val="534711629"/>
                    </a:ext>
                  </a:extLst>
                </a:gridCol>
                <a:gridCol w="2040412">
                  <a:extLst>
                    <a:ext uri="{9D8B030D-6E8A-4147-A177-3AD203B41FA5}">
                      <a16:colId xmlns:a16="http://schemas.microsoft.com/office/drawing/2014/main" val="1605301354"/>
                    </a:ext>
                  </a:extLst>
                </a:gridCol>
              </a:tblGrid>
              <a:tr h="388620">
                <a:tc>
                  <a:txBody>
                    <a:bodyPr/>
                    <a:lstStyle/>
                    <a:p>
                      <a:r>
                        <a:rPr lang="en-US" altLang="zh-CN" sz="1100"/>
                        <a:t>Total EOT</a:t>
                      </a:r>
                      <a:endParaRPr lang="zh-CN" altLang="en-US" sz="1100"/>
                    </a:p>
                  </a:txBody>
                  <a:tcPr marL="68580" marR="68580" marT="34290" marB="34290"/>
                </a:tc>
                <a:tc>
                  <a:txBody>
                    <a:bodyPr/>
                    <a:lstStyle/>
                    <a:p>
                      <a:r>
                        <a:rPr lang="en-US" altLang="zh-CN" sz="1100"/>
                        <a:t>Death </a:t>
                      </a:r>
                      <a:endParaRPr lang="zh-CN" altLang="en-US" sz="1100"/>
                    </a:p>
                  </a:txBody>
                  <a:tcPr marL="68580" marR="68580" marT="34290" marB="34290"/>
                </a:tc>
                <a:tc>
                  <a:txBody>
                    <a:bodyPr/>
                    <a:lstStyle/>
                    <a:p>
                      <a:r>
                        <a:rPr lang="en-US" altLang="zh-CN" sz="1100"/>
                        <a:t>Agreed to come back in 52 week</a:t>
                      </a:r>
                      <a:endParaRPr lang="zh-CN" altLang="en-US" sz="1100"/>
                    </a:p>
                  </a:txBody>
                  <a:tcPr marL="68580" marR="68580" marT="34290" marB="3429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a:t>Not agreed to come back in 52 week</a:t>
                      </a:r>
                      <a:endParaRPr lang="zh-CN" altLang="en-US" sz="1100"/>
                    </a:p>
                  </a:txBody>
                  <a:tcPr marL="68580" marR="68580" marT="34290" marB="34290"/>
                </a:tc>
                <a:extLst>
                  <a:ext uri="{0D108BD9-81ED-4DB2-BD59-A6C34878D82A}">
                    <a16:rowId xmlns:a16="http://schemas.microsoft.com/office/drawing/2014/main" val="3583324636"/>
                  </a:ext>
                </a:extLst>
              </a:tr>
              <a:tr h="278130">
                <a:tc>
                  <a:txBody>
                    <a:bodyPr/>
                    <a:lstStyle/>
                    <a:p>
                      <a:r>
                        <a:rPr lang="en-US" altLang="zh-CN" sz="1000"/>
                        <a:t>6 (out of 13)</a:t>
                      </a:r>
                      <a:endParaRPr lang="zh-CN" altLang="en-US" sz="1000"/>
                    </a:p>
                  </a:txBody>
                  <a:tcPr marL="68580" marR="68580" marT="34290" marB="34290"/>
                </a:tc>
                <a:tc>
                  <a:txBody>
                    <a:bodyPr/>
                    <a:lstStyle/>
                    <a:p>
                      <a:r>
                        <a:rPr lang="en-US" altLang="zh-CN" sz="1000"/>
                        <a:t>0</a:t>
                      </a:r>
                      <a:endParaRPr lang="zh-CN" altLang="en-US" sz="1000"/>
                    </a:p>
                  </a:txBody>
                  <a:tcPr marL="68580" marR="68580" marT="34290" marB="34290"/>
                </a:tc>
                <a:tc>
                  <a:txBody>
                    <a:bodyPr/>
                    <a:lstStyle/>
                    <a:p>
                      <a:r>
                        <a:rPr lang="en-US" altLang="zh-CN" sz="1000"/>
                        <a:t>0</a:t>
                      </a:r>
                      <a:endParaRPr lang="zh-CN" altLang="en-US" sz="1000"/>
                    </a:p>
                  </a:txBody>
                  <a:tcPr marL="68580" marR="68580" marT="34290" marB="34290"/>
                </a:tc>
                <a:tc>
                  <a:txBody>
                    <a:bodyPr/>
                    <a:lstStyle/>
                    <a:p>
                      <a:r>
                        <a:rPr lang="en-US" altLang="zh-CN" sz="1000"/>
                        <a:t>6</a:t>
                      </a:r>
                      <a:endParaRPr lang="zh-CN" altLang="en-US" sz="1000"/>
                    </a:p>
                  </a:txBody>
                  <a:tcPr marL="68580" marR="68580" marT="34290" marB="34290"/>
                </a:tc>
                <a:extLst>
                  <a:ext uri="{0D108BD9-81ED-4DB2-BD59-A6C34878D82A}">
                    <a16:rowId xmlns:a16="http://schemas.microsoft.com/office/drawing/2014/main" val="3452527754"/>
                  </a:ext>
                </a:extLst>
              </a:tr>
            </a:tbl>
          </a:graphicData>
        </a:graphic>
      </p:graphicFrame>
      <p:graphicFrame>
        <p:nvGraphicFramePr>
          <p:cNvPr id="13" name="表格 12">
            <a:extLst>
              <a:ext uri="{FF2B5EF4-FFF2-40B4-BE49-F238E27FC236}">
                <a16:creationId xmlns:a16="http://schemas.microsoft.com/office/drawing/2014/main" id="{A60C003A-3148-0443-7756-5B6AB9666BD0}"/>
              </a:ext>
            </a:extLst>
          </p:cNvPr>
          <p:cNvGraphicFramePr>
            <a:graphicFrameLocks noGrp="1"/>
          </p:cNvGraphicFramePr>
          <p:nvPr/>
        </p:nvGraphicFramePr>
        <p:xfrm>
          <a:off x="367575" y="1632403"/>
          <a:ext cx="8161646" cy="2687615"/>
        </p:xfrm>
        <a:graphic>
          <a:graphicData uri="http://schemas.openxmlformats.org/drawingml/2006/table">
            <a:tbl>
              <a:tblPr/>
              <a:tblGrid>
                <a:gridCol w="424006">
                  <a:extLst>
                    <a:ext uri="{9D8B030D-6E8A-4147-A177-3AD203B41FA5}">
                      <a16:colId xmlns:a16="http://schemas.microsoft.com/office/drawing/2014/main" val="1900101771"/>
                    </a:ext>
                  </a:extLst>
                </a:gridCol>
                <a:gridCol w="747068">
                  <a:extLst>
                    <a:ext uri="{9D8B030D-6E8A-4147-A177-3AD203B41FA5}">
                      <a16:colId xmlns:a16="http://schemas.microsoft.com/office/drawing/2014/main" val="157162835"/>
                    </a:ext>
                  </a:extLst>
                </a:gridCol>
                <a:gridCol w="869432">
                  <a:extLst>
                    <a:ext uri="{9D8B030D-6E8A-4147-A177-3AD203B41FA5}">
                      <a16:colId xmlns:a16="http://schemas.microsoft.com/office/drawing/2014/main" val="2144139534"/>
                    </a:ext>
                  </a:extLst>
                </a:gridCol>
                <a:gridCol w="647640">
                  <a:extLst>
                    <a:ext uri="{9D8B030D-6E8A-4147-A177-3AD203B41FA5}">
                      <a16:colId xmlns:a16="http://schemas.microsoft.com/office/drawing/2014/main" val="3707636500"/>
                    </a:ext>
                  </a:extLst>
                </a:gridCol>
                <a:gridCol w="1845327">
                  <a:extLst>
                    <a:ext uri="{9D8B030D-6E8A-4147-A177-3AD203B41FA5}">
                      <a16:colId xmlns:a16="http://schemas.microsoft.com/office/drawing/2014/main" val="276771802"/>
                    </a:ext>
                  </a:extLst>
                </a:gridCol>
                <a:gridCol w="2084489">
                  <a:extLst>
                    <a:ext uri="{9D8B030D-6E8A-4147-A177-3AD203B41FA5}">
                      <a16:colId xmlns:a16="http://schemas.microsoft.com/office/drawing/2014/main" val="3858554114"/>
                    </a:ext>
                  </a:extLst>
                </a:gridCol>
                <a:gridCol w="771842">
                  <a:extLst>
                    <a:ext uri="{9D8B030D-6E8A-4147-A177-3AD203B41FA5}">
                      <a16:colId xmlns:a16="http://schemas.microsoft.com/office/drawing/2014/main" val="4121491411"/>
                    </a:ext>
                  </a:extLst>
                </a:gridCol>
                <a:gridCol w="771842">
                  <a:extLst>
                    <a:ext uri="{9D8B030D-6E8A-4147-A177-3AD203B41FA5}">
                      <a16:colId xmlns:a16="http://schemas.microsoft.com/office/drawing/2014/main" val="2256410645"/>
                    </a:ext>
                  </a:extLst>
                </a:gridCol>
              </a:tblGrid>
              <a:tr h="400728">
                <a:tc>
                  <a:txBody>
                    <a:bodyPr/>
                    <a:lstStyle/>
                    <a:p>
                      <a:pPr algn="ctr" fontAlgn="ctr"/>
                      <a:r>
                        <a:rPr lang="en-US" sz="700" b="1" i="0" u="none" strike="noStrike">
                          <a:solidFill>
                            <a:schemeClr val="bg1"/>
                          </a:solidFill>
                          <a:effectLst/>
                          <a:latin typeface="等线"/>
                          <a:ea typeface="等线"/>
                        </a:rPr>
                        <a:t>N</a:t>
                      </a:r>
                      <a:r>
                        <a:rPr lang="en-US" altLang="zh-CN" sz="700" b="1" i="0" u="none" strike="noStrike">
                          <a:solidFill>
                            <a:schemeClr val="bg1"/>
                          </a:solidFill>
                          <a:effectLst/>
                          <a:latin typeface="等线"/>
                          <a:ea typeface="等线"/>
                        </a:rPr>
                        <a:t>o.</a:t>
                      </a:r>
                      <a:endParaRPr lang="en-US" sz="700" b="1" i="0" u="none" strike="noStrike">
                        <a:solidFill>
                          <a:schemeClr val="bg1"/>
                        </a:solidFill>
                        <a:effectLst/>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ID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Status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EOT- Discontinue Date </a:t>
                      </a:r>
                      <a:endParaRPr lang="en-US" sz="700" b="1" i="0" u="none" strike="noStrike">
                        <a:solidFill>
                          <a:schemeClr val="bg1"/>
                        </a:solidFill>
                        <a:effectLst/>
                        <a:latin typeface="等线" panose="02010600030101010101" pitchFamily="2" charset="-122"/>
                        <a:ea typeface="等线" panose="02010600030101010101" pitchFamily="2" charset="-122"/>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Discontinue Reason</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700" b="1" i="0" u="none" strike="noStrike">
                          <a:solidFill>
                            <a:schemeClr val="bg1"/>
                          </a:solidFill>
                          <a:effectLst/>
                          <a:latin typeface="等线"/>
                          <a:ea typeface="等线"/>
                        </a:rPr>
                        <a:t>if </a:t>
                      </a:r>
                      <a:r>
                        <a:rPr lang="en-US" altLang="zh-CN" sz="700">
                          <a:solidFill>
                            <a:schemeClr val="bg1"/>
                          </a:solidFill>
                        </a:rPr>
                        <a:t>Agreed to come back in 52 week</a:t>
                      </a:r>
                      <a:r>
                        <a:rPr lang="en-US" altLang="zh-CN" sz="700" b="1" i="0" u="none" strike="noStrike">
                          <a:solidFill>
                            <a:schemeClr val="bg1"/>
                          </a:solidFill>
                          <a:effectLst/>
                          <a:latin typeface="等线"/>
                          <a:ea typeface="等线"/>
                        </a:rPr>
                        <a:t>?</a:t>
                      </a:r>
                      <a:endParaRPr lang="zh-CN" altLang="en-US" sz="700">
                        <a:solidFill>
                          <a:schemeClr val="bg1"/>
                        </a:solidFill>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52 Weeks visit date</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753042562"/>
                  </a:ext>
                </a:extLst>
              </a:tr>
              <a:tr h="330279">
                <a:tc>
                  <a:txBody>
                    <a:bodyPr/>
                    <a:lstStyle/>
                    <a:p>
                      <a:pPr algn="ctr" fontAlgn="ctr"/>
                      <a:r>
                        <a:rPr lang="en-US" altLang="zh-CN" sz="600" b="0" i="0" u="none" strike="noStrike" kern="1200">
                          <a:solidFill>
                            <a:schemeClr val="tx1"/>
                          </a:solidFill>
                          <a:effectLst/>
                          <a:latin typeface="Arial"/>
                          <a:ea typeface="+mn-ea"/>
                          <a:cs typeface="+mn-cs"/>
                        </a:rPr>
                        <a:t>1</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lnSpc>
                          <a:spcPct val="150000"/>
                        </a:lnSpc>
                      </a:pPr>
                      <a:r>
                        <a:rPr lang="en-US" altLang="zh-CN" sz="600" b="0" i="0" u="none" strike="noStrike" kern="1200">
                          <a:solidFill>
                            <a:schemeClr val="tx1"/>
                          </a:solidFill>
                          <a:effectLst/>
                          <a:latin typeface="Arial"/>
                          <a:ea typeface="+mn-ea"/>
                          <a:cs typeface="+mn-cs"/>
                        </a:rPr>
                        <a:t>2315600102</a:t>
                      </a:r>
                      <a:endParaRPr lang="zh-CN" altLang="en-US"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l" defTabSz="914400" rtl="0" eaLnBrk="1" latinLnBrk="0" hangingPunct="1">
                        <a:lnSpc>
                          <a:spcPct val="150000"/>
                        </a:lnSpc>
                      </a:pPr>
                      <a:r>
                        <a:rPr lang="en-US" altLang="zh-CN" sz="600" b="0" i="0" u="none" strike="noStrike" kern="1200">
                          <a:solidFill>
                            <a:schemeClr val="tx1"/>
                          </a:solidFill>
                          <a:effectLst/>
                          <a:latin typeface="Arial"/>
                          <a:ea typeface="+mn-ea"/>
                          <a:cs typeface="+mn-cs"/>
                        </a:rPr>
                        <a:t>2024-1-9</a:t>
                      </a:r>
                      <a:endParaRPr lang="zh-CN" altLang="en-US"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noProof="0">
                          <a:ln>
                            <a:noFill/>
                          </a:ln>
                          <a:solidFill>
                            <a:prstClr val="black"/>
                          </a:solidFill>
                          <a:effectLst/>
                          <a:uLnTx/>
                          <a:uFillTx/>
                          <a:latin typeface="Arial"/>
                          <a:ea typeface="+mn-ea"/>
                          <a:cs typeface="+mn-cs"/>
                        </a:rPr>
                        <a:t>2024-1- 6 CT scan showed aggravation, the patient considered to enroll in other trials and asked to early discontinue from this trial.</a:t>
                      </a:r>
                      <a:r>
                        <a:rPr lang="en-US" altLang="zh-CN" sz="600" b="0" i="0" u="none" strike="noStrike" kern="1200" cap="none" spc="0" normalizeH="0" baseline="0" noProof="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lang="en-US" sz="600" b="0" i="0" u="none" strike="noStrike" kern="1200">
                          <a:solidFill>
                            <a:srgbClr val="FF0000"/>
                          </a:solidFill>
                          <a:effectLst/>
                          <a:latin typeface="Arial"/>
                          <a:ea typeface="+mn-ea"/>
                          <a:cs typeface="+mn-cs"/>
                        </a:rPr>
                        <a:t>N </a:t>
                      </a:r>
                      <a:r>
                        <a:rPr lang="en-US" sz="500" b="0" i="0" u="none" strike="noStrike" kern="1200" noProof="0">
                          <a:solidFill>
                            <a:srgbClr val="FF0000"/>
                          </a:solidFill>
                          <a:effectLst/>
                          <a:latin typeface="Arial"/>
                        </a:rPr>
                        <a:t>– only agree the remote visit, planned on 18Apr2024</a:t>
                      </a:r>
                      <a:endParaRPr lang="en-US" sz="600" b="0" i="0" u="none" strike="noStrike" kern="1200">
                        <a:solidFill>
                          <a:srgbClr val="FF0000"/>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b" latinLnBrk="0" hangingPunct="1">
                        <a:lnSpc>
                          <a:spcPct val="150000"/>
                        </a:lnSpc>
                      </a:pPr>
                      <a:r>
                        <a:rPr lang="en-US" sz="600" b="0" i="0" u="none" strike="noStrike" kern="1200">
                          <a:solidFill>
                            <a:schemeClr val="tx1"/>
                          </a:solidFill>
                          <a:effectLst/>
                          <a:highlight>
                            <a:srgbClr val="FFFF00"/>
                          </a:highlight>
                          <a:latin typeface="Arial"/>
                          <a:ea typeface="+mn-ea"/>
                          <a:cs typeface="+mn-cs"/>
                        </a:rPr>
                        <a:t>17-Apr-24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7875774"/>
                  </a:ext>
                </a:extLst>
              </a:tr>
              <a:tr h="546248">
                <a:tc>
                  <a:txBody>
                    <a:bodyPr/>
                    <a:lstStyle/>
                    <a:p>
                      <a:pPr algn="ctr" fontAlgn="ctr"/>
                      <a:r>
                        <a:rPr lang="en-US" altLang="zh-CN" sz="600" b="0" i="0" u="none" strike="noStrike" kern="1200">
                          <a:solidFill>
                            <a:schemeClr val="tx1"/>
                          </a:solidFill>
                          <a:effectLst/>
                          <a:latin typeface="Arial"/>
                          <a:ea typeface="+mn-ea"/>
                          <a:cs typeface="+mn-cs"/>
                        </a:rPr>
                        <a:t>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lnSpc>
                          <a:spcPct val="150000"/>
                        </a:lnSpc>
                      </a:pPr>
                      <a:r>
                        <a:rPr lang="en-US" sz="600" b="0" i="0" u="none" strike="noStrike" kern="1200">
                          <a:solidFill>
                            <a:schemeClr val="tx1"/>
                          </a:solidFill>
                          <a:effectLst/>
                          <a:latin typeface="Arial"/>
                          <a:ea typeface="+mn-ea"/>
                          <a:cs typeface="+mn-cs"/>
                        </a:rPr>
                        <a:t>2315600105</a:t>
                      </a:r>
                      <a:endParaRPr lang="zh-CN" altLang="en-US"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lang="en-US" altLang="zh-CN" sz="600" b="0" i="0" u="none" strike="noStrike" kern="1200">
                          <a:solidFill>
                            <a:schemeClr val="tx1"/>
                          </a:solidFill>
                          <a:effectLst/>
                          <a:latin typeface="Arial"/>
                          <a:ea typeface="+mn-ea"/>
                          <a:cs typeface="+mn-cs"/>
                        </a:rPr>
                        <a:t>2023-12-12</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a:ln>
                            <a:noFill/>
                          </a:ln>
                          <a:solidFill>
                            <a:prstClr val="black"/>
                          </a:solidFill>
                          <a:effectLst/>
                          <a:uLnTx/>
                          <a:uFillTx/>
                          <a:latin typeface="Arial"/>
                          <a:ea typeface="+mn-ea"/>
                          <a:cs typeface="+mn-cs"/>
                        </a:rPr>
                        <a:t>Patients enrolled for half a year, symptoms did not change significantly, FVC, DLCO significantly decreased in October compared with Mar2023, it is recommended to early discontinue.</a:t>
                      </a:r>
                      <a:r>
                        <a:rPr lang="en-US" altLang="zh-CN" sz="600" b="0" i="0" u="none" strike="noStrike" kern="1200" cap="none" spc="0" normalizeH="0" baseline="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lnSpc>
                          <a:spcPct val="150000"/>
                        </a:lnSpc>
                      </a:pPr>
                      <a:r>
                        <a:rPr lang="en-US" sz="600" b="0" i="0" u="none" strike="noStrike" kern="1200">
                          <a:solidFill>
                            <a:schemeClr val="tx1"/>
                          </a:solidFill>
                          <a:effectLst/>
                          <a:latin typeface="Arial"/>
                          <a:ea typeface="+mn-ea"/>
                          <a:cs typeface="+mn-cs"/>
                        </a:rPr>
                        <a:t>17-May-24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9227270"/>
                  </a:ext>
                </a:extLst>
              </a:tr>
              <a:tr h="330279">
                <a:tc>
                  <a:txBody>
                    <a:bodyPr/>
                    <a:lstStyle/>
                    <a:p>
                      <a:pPr algn="ctr" fontAlgn="ctr"/>
                      <a:r>
                        <a:rPr lang="en-US" altLang="zh-CN" sz="600" b="0" i="0" u="none" strike="noStrike">
                          <a:effectLst/>
                          <a:latin typeface="Arial"/>
                        </a:rPr>
                        <a:t>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lnSpc>
                          <a:spcPct val="150000"/>
                        </a:lnSpc>
                      </a:pPr>
                      <a:r>
                        <a:rPr lang="en-US" altLang="zh-CN" sz="600" b="0" i="0" u="none" strike="noStrike" kern="1200">
                          <a:solidFill>
                            <a:schemeClr val="tx1"/>
                          </a:solidFill>
                          <a:effectLst/>
                          <a:latin typeface="Arial"/>
                          <a:ea typeface="+mn-ea"/>
                          <a:cs typeface="+mn-cs"/>
                        </a:rPr>
                        <a:t>2315600109</a:t>
                      </a:r>
                      <a:endParaRPr lang="zh-CN" altLang="zh-CN"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lnSpc>
                          <a:spcPct val="150000"/>
                        </a:lnSpc>
                        <a:buFont typeface="Arial" panose="020B0604020202020204" pitchFamily="34" charset="0"/>
                        <a:buNone/>
                      </a:pPr>
                      <a:r>
                        <a:rPr lang="en-US" altLang="zh-CN" sz="600" b="0" i="0" u="none" strike="noStrike" kern="1200">
                          <a:solidFill>
                            <a:schemeClr val="tx1"/>
                          </a:solidFill>
                          <a:effectLst/>
                          <a:latin typeface="Arial"/>
                          <a:ea typeface="+mn-ea"/>
                          <a:cs typeface="+mn-cs"/>
                        </a:rPr>
                        <a:t>2023-12-11</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a:ln>
                            <a:noFill/>
                          </a:ln>
                          <a:solidFill>
                            <a:prstClr val="black"/>
                          </a:solidFill>
                          <a:effectLst/>
                          <a:uLnTx/>
                          <a:uFillTx/>
                          <a:latin typeface="Arial"/>
                          <a:ea typeface="+mn-ea"/>
                          <a:cs typeface="+mn-cs"/>
                        </a:rPr>
                        <a:t>Based on the 2023-12-5 CT results, the patient was recommended to enroll in another trial.</a:t>
                      </a:r>
                      <a:r>
                        <a:rPr lang="en-US" altLang="zh-CN" sz="600" b="0" i="0" u="none" strike="noStrike" kern="1200" cap="none" spc="0" normalizeH="0" baseline="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b" latinLnBrk="0" hangingPunct="1">
                        <a:lnSpc>
                          <a:spcPct val="150000"/>
                        </a:lnSpc>
                      </a:pPr>
                      <a:r>
                        <a:rPr lang="en-US" sz="600" b="0" i="0" u="none" strike="noStrike" kern="1200">
                          <a:solidFill>
                            <a:schemeClr val="tx1"/>
                          </a:solidFill>
                          <a:effectLst/>
                          <a:latin typeface="Arial"/>
                          <a:ea typeface="+mn-ea"/>
                          <a:cs typeface="+mn-cs"/>
                        </a:rPr>
                        <a:t>12-Jul-24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8936162"/>
                  </a:ext>
                </a:extLst>
              </a:tr>
              <a:tr h="311539">
                <a:tc>
                  <a:txBody>
                    <a:bodyPr/>
                    <a:lstStyle/>
                    <a:p>
                      <a:pPr algn="ctr" fontAlgn="ctr"/>
                      <a:r>
                        <a:rPr lang="en-US" altLang="zh-CN" sz="600" b="0" i="0" u="none" strike="noStrike">
                          <a:effectLst/>
                          <a:latin typeface="Arial"/>
                        </a:rPr>
                        <a:t>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2315600110</a:t>
                      </a:r>
                      <a:endParaRPr lang="zh-CN" altLang="zh-CN"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l" defTabSz="914400" rtl="0" eaLnBrk="1" latinLnBrk="0" hangingPunct="1">
                        <a:lnSpc>
                          <a:spcPct val="150000"/>
                        </a:lnSpc>
                        <a:buFont typeface="Arial" panose="020B0604020202020204" pitchFamily="34" charset="0"/>
                        <a:buNone/>
                      </a:pPr>
                      <a:r>
                        <a:rPr lang="en-US" altLang="zh-CN" sz="600" b="0" i="0" u="none" strike="noStrike" kern="1200">
                          <a:solidFill>
                            <a:schemeClr val="tx1"/>
                          </a:solidFill>
                          <a:effectLst/>
                          <a:latin typeface="Arial"/>
                          <a:ea typeface="+mn-ea"/>
                          <a:cs typeface="+mn-cs"/>
                        </a:rPr>
                        <a:t>2023-9-21</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a:ln>
                            <a:noFill/>
                          </a:ln>
                          <a:solidFill>
                            <a:prstClr val="black"/>
                          </a:solidFill>
                          <a:effectLst/>
                          <a:uLnTx/>
                          <a:uFillTx/>
                          <a:latin typeface="Arial"/>
                          <a:ea typeface="+mn-ea"/>
                          <a:cs typeface="+mn-cs"/>
                        </a:rPr>
                        <a:t>Patient thought he took the placeable and rejected to do any further visit since 21Sep2023.</a:t>
                      </a:r>
                      <a:r>
                        <a:rPr lang="en-US" altLang="zh-CN" sz="600" b="0" i="0" u="none" strike="noStrike" kern="1200" cap="none" spc="0" normalizeH="0" baseline="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lnSpc>
                          <a:spcPct val="150000"/>
                        </a:lnSpc>
                      </a:pPr>
                      <a:r>
                        <a:rPr lang="en-US" sz="600" b="0" i="0" u="none" strike="noStrike" kern="1200">
                          <a:solidFill>
                            <a:schemeClr val="tx1"/>
                          </a:solidFill>
                          <a:effectLst/>
                          <a:latin typeface="Arial"/>
                          <a:ea typeface="+mn-ea"/>
                          <a:cs typeface="+mn-cs"/>
                        </a:rPr>
                        <a:t>24-Jul-24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6633447"/>
                  </a:ext>
                </a:extLst>
              </a:tr>
              <a:tr h="438263">
                <a:tc>
                  <a:txBody>
                    <a:bodyPr/>
                    <a:lstStyle/>
                    <a:p>
                      <a:pPr algn="ctr" fontAlgn="ctr"/>
                      <a:r>
                        <a:rPr lang="en-US" altLang="zh-CN" sz="600" b="0" i="0" u="none" strike="noStrike" kern="1200">
                          <a:solidFill>
                            <a:schemeClr val="tx1"/>
                          </a:solidFill>
                          <a:effectLst/>
                          <a:latin typeface="Arial"/>
                          <a:ea typeface="+mn-ea"/>
                          <a:cs typeface="+mn-cs"/>
                        </a:rPr>
                        <a:t>5</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a:lnSpc>
                          <a:spcPct val="150000"/>
                        </a:lnSpc>
                      </a:pPr>
                      <a:r>
                        <a:rPr lang="en-US" altLang="zh-CN" sz="600" b="0" i="0" u="none" strike="noStrike" kern="1200">
                          <a:solidFill>
                            <a:schemeClr val="tx1"/>
                          </a:solidFill>
                          <a:effectLst/>
                          <a:latin typeface="Arial"/>
                          <a:ea typeface="+mn-ea"/>
                          <a:cs typeface="+mn-cs"/>
                        </a:rPr>
                        <a:t>2315600113</a:t>
                      </a:r>
                      <a:endParaRPr lang="zh-CN" altLang="zh-CN"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latinLnBrk="0" hangingPunct="1">
                        <a:lnSpc>
                          <a:spcPct val="150000"/>
                        </a:lnSpc>
                      </a:pPr>
                      <a:r>
                        <a:rPr lang="en-US" altLang="zh-CN" sz="600" b="0" i="0" u="none" strike="noStrike" kern="1200">
                          <a:solidFill>
                            <a:schemeClr val="tx1"/>
                          </a:solidFill>
                          <a:effectLst/>
                          <a:latin typeface="Arial"/>
                          <a:ea typeface="+mn-ea"/>
                          <a:cs typeface="+mn-cs"/>
                        </a:rPr>
                        <a:t>2023-12-12</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a:ln>
                            <a:noFill/>
                          </a:ln>
                          <a:solidFill>
                            <a:prstClr val="black"/>
                          </a:solidFill>
                          <a:effectLst/>
                          <a:uLnTx/>
                          <a:uFillTx/>
                          <a:latin typeface="Arial"/>
                          <a:ea typeface="+mn-ea"/>
                          <a:cs typeface="+mn-cs"/>
                        </a:rPr>
                        <a:t>The patient's symptoms did not improve significantly, and he agreed to early discontinue from this trial.</a:t>
                      </a:r>
                      <a:r>
                        <a:rPr lang="en-US" altLang="zh-CN" sz="600" b="0" i="0" u="none" strike="noStrike" kern="1200" cap="none" spc="0" normalizeH="0" baseline="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lnSpc>
                          <a:spcPct val="150000"/>
                        </a:lnSpc>
                      </a:pPr>
                      <a:r>
                        <a:rPr lang="en-US" sz="600" b="0" i="0" u="none" strike="noStrike" kern="1200">
                          <a:solidFill>
                            <a:schemeClr val="tx1"/>
                          </a:solidFill>
                          <a:effectLst/>
                          <a:latin typeface="Arial"/>
                          <a:ea typeface="+mn-ea"/>
                          <a:cs typeface="+mn-cs"/>
                        </a:rPr>
                        <a:t>26-Aug-24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11714"/>
                  </a:ext>
                </a:extLst>
              </a:tr>
              <a:tr h="330279">
                <a:tc>
                  <a:txBody>
                    <a:bodyPr/>
                    <a:lstStyle/>
                    <a:p>
                      <a:pPr algn="ctr" fontAlgn="ctr"/>
                      <a:r>
                        <a:rPr lang="en-US" altLang="zh-CN" sz="600" b="0" i="0" u="none" strike="noStrike" kern="1200">
                          <a:solidFill>
                            <a:schemeClr val="tx1"/>
                          </a:solidFill>
                          <a:effectLst/>
                          <a:latin typeface="Arial"/>
                          <a:ea typeface="+mn-ea"/>
                          <a:cs typeface="+mn-cs"/>
                        </a:rPr>
                        <a:t>6</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a:lnSpc>
                          <a:spcPct val="150000"/>
                        </a:lnSpc>
                      </a:pPr>
                      <a:r>
                        <a:rPr lang="en-US" altLang="zh-CN" sz="600" b="0" i="0" u="none" strike="noStrike" kern="1200">
                          <a:solidFill>
                            <a:schemeClr val="tx1"/>
                          </a:solidFill>
                          <a:effectLst/>
                          <a:latin typeface="Arial"/>
                          <a:ea typeface="+mn-ea"/>
                          <a:cs typeface="+mn-cs"/>
                        </a:rPr>
                        <a:t>2315600116</a:t>
                      </a:r>
                      <a:endParaRPr lang="zh-CN" altLang="zh-CN" sz="600" b="0" i="0" u="none" strike="noStrike" kern="1200">
                        <a:solidFill>
                          <a:schemeClr val="tx1"/>
                        </a:solidFill>
                        <a:effectLst/>
                        <a:latin typeface="Arial"/>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black"/>
                          </a:solidFill>
                          <a:effectLst/>
                          <a:uLnTx/>
                          <a:uFillTx/>
                          <a:latin typeface="Arial"/>
                          <a:ea typeface="+mn-ea"/>
                          <a:cs typeface="+mn-cs"/>
                        </a:rPr>
                        <a:t>Study Discontinued</a:t>
                      </a: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rtl="0" eaLnBrk="1" latinLnBrk="0" hangingPunct="1">
                        <a:lnSpc>
                          <a:spcPct val="150000"/>
                        </a:lnSpc>
                      </a:pPr>
                      <a:r>
                        <a:rPr lang="en-US" altLang="zh-CN" sz="600" b="0" i="0" u="none" strike="noStrike" kern="1200">
                          <a:solidFill>
                            <a:schemeClr val="tx1"/>
                          </a:solidFill>
                          <a:effectLst/>
                          <a:latin typeface="Arial"/>
                          <a:ea typeface="+mn-ea"/>
                          <a:cs typeface="+mn-cs"/>
                        </a:rPr>
                        <a:t>2023-12-5 </a:t>
                      </a:r>
                      <a:endParaRPr lang="en-US" altLang="zh-CN" sz="600" b="0" i="0" u="none" strike="noStrike" kern="1200">
                        <a:solidFill>
                          <a:schemeClr val="tx1"/>
                        </a:solidFill>
                        <a:effectLst/>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eaLnBrk="1" fontAlgn="ctr" latinLnBrk="0" hangingPunct="1">
                        <a:lnSpc>
                          <a:spcPct val="100000"/>
                        </a:lnSpc>
                        <a:spcBef>
                          <a:spcPts val="0"/>
                        </a:spcBef>
                        <a:spcAft>
                          <a:spcPts val="0"/>
                        </a:spcAft>
                        <a:buClrTx/>
                        <a:buSzTx/>
                        <a:buFontTx/>
                        <a:buNone/>
                      </a:pPr>
                      <a:r>
                        <a:rPr kumimoji="0" lang="en-US" altLang="zh-CN" sz="600" b="0" i="0" u="none" strike="noStrike" kern="1200" cap="none" spc="0" normalizeH="0" baseline="0">
                          <a:ln>
                            <a:noFill/>
                          </a:ln>
                          <a:solidFill>
                            <a:prstClr val="black"/>
                          </a:solidFill>
                          <a:effectLst/>
                          <a:uLnTx/>
                          <a:uFillTx/>
                          <a:latin typeface="Arial"/>
                          <a:ea typeface="+mn-ea"/>
                          <a:cs typeface="+mn-cs"/>
                        </a:rPr>
                        <a:t>Patient feel that symptoms are aggravated, and high-dose hormone therapy is prescribed.</a:t>
                      </a:r>
                      <a:r>
                        <a:rPr lang="en-US" altLang="zh-CN" sz="600" b="0" i="0" u="none" strike="noStrike" kern="1200" cap="none" spc="0" normalizeH="0" baseline="0">
                          <a:ln>
                            <a:noFill/>
                          </a:ln>
                          <a:solidFill>
                            <a:prstClr val="black"/>
                          </a:solidFill>
                          <a:effectLst/>
                          <a:uLnTx/>
                          <a:uFillTx/>
                          <a:latin typeface="Arial"/>
                          <a:ea typeface="+mn-ea"/>
                          <a:cs typeface="+mn-cs"/>
                        </a:rPr>
                        <a:t> </a:t>
                      </a:r>
                      <a:endParaRPr kumimoji="0" lang="zh-CN" altLang="en-US" sz="600" b="0" i="0" u="none" strike="noStrike" kern="1200" cap="none" spc="0" normalizeH="0" baseline="0">
                        <a:ln>
                          <a:noFill/>
                        </a:ln>
                        <a:solidFill>
                          <a:prstClr val="black"/>
                        </a:solidFill>
                        <a:effectLst/>
                        <a:uLnTx/>
                        <a:uFillTx/>
                        <a:latin typeface="Arial" panose="020B0604020202020204" pitchFamily="34" charset="0"/>
                        <a:ea typeface="+mn-ea"/>
                        <a:cs typeface="+mn-cs"/>
                      </a:endParaRPr>
                    </a:p>
                  </a:txBody>
                  <a:tcPr marL="26789" marR="26789" marT="53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chemeClr val="tx1"/>
                          </a:solidFill>
                          <a:effectLst/>
                          <a:uLnTx/>
                          <a:uFillTx/>
                          <a:latin typeface="Arial"/>
                          <a:ea typeface="+mn-ea"/>
                          <a:cs typeface="+mn-cs"/>
                        </a:rPr>
                        <a:t>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lnSpc>
                          <a:spcPct val="150000"/>
                        </a:lnSpc>
                      </a:pPr>
                      <a:r>
                        <a:rPr lang="en-US" sz="600" b="0" i="0" u="none" strike="noStrike" kern="1200">
                          <a:solidFill>
                            <a:schemeClr val="tx1"/>
                          </a:solidFill>
                          <a:effectLst/>
                          <a:latin typeface="Arial"/>
                          <a:ea typeface="+mn-ea"/>
                          <a:cs typeface="+mn-cs"/>
                        </a:rPr>
                        <a:t>30-Jul-24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169614"/>
                  </a:ext>
                </a:extLst>
              </a:tr>
            </a:tbl>
          </a:graphicData>
        </a:graphic>
      </p:graphicFrame>
    </p:spTree>
    <p:extLst>
      <p:ext uri="{BB962C8B-B14F-4D97-AF65-F5344CB8AC3E}">
        <p14:creationId xmlns:p14="http://schemas.microsoft.com/office/powerpoint/2010/main" val="2102404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5423A6C-0447-C730-C54A-7D3F3E304205}"/>
              </a:ext>
            </a:extLst>
          </p:cNvPr>
          <p:cNvSpPr/>
          <p:nvPr/>
        </p:nvSpPr>
        <p:spPr bwMode="gray">
          <a:xfrm>
            <a:off x="-3711" y="0"/>
            <a:ext cx="9143999" cy="5143500"/>
          </a:xfrm>
          <a:prstGeom prst="rect">
            <a:avLst/>
          </a:prstGeom>
          <a:solidFill>
            <a:srgbClr val="F5CD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975">
              <a:solidFill>
                <a:schemeClr val="tx1"/>
              </a:solidFill>
            </a:endParaRPr>
          </a:p>
        </p:txBody>
      </p:sp>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bwMode="gray"/>
        <p:txBody>
          <a:bodyPr/>
          <a:lstStyle/>
          <a:p>
            <a:r>
              <a:rPr lang="en-US" altLang="zh-CN"/>
              <a:t>1305-0023 Early Discontinue Patient Status</a:t>
            </a:r>
            <a:r>
              <a:rPr lang="zh-CN" altLang="en-US"/>
              <a:t>：</a:t>
            </a:r>
            <a:r>
              <a:rPr lang="en-US" altLang="zh-CN">
                <a:solidFill>
                  <a:srgbClr val="FF0000"/>
                </a:solidFill>
              </a:rPr>
              <a:t>17</a:t>
            </a:r>
            <a:r>
              <a:rPr lang="en-US" altLang="zh-CN"/>
              <a:t> cut off 15Apr2024</a:t>
            </a:r>
            <a:endParaRPr lang="en-US">
              <a:solidFill>
                <a:srgbClr val="86251B"/>
              </a:solidFill>
            </a:endParaRPr>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6"/>
          </p:nvPr>
        </p:nvSpPr>
        <p:spPr bwMode="gray"/>
        <p:txBody>
          <a:bodyPr/>
          <a:lstStyle/>
          <a:p>
            <a:r>
              <a:rPr lang="en-US"/>
              <a:t>Slide library    |     ONLY FOR INTERNAL USE</a:t>
            </a:r>
          </a:p>
        </p:txBody>
      </p:sp>
      <p:sp>
        <p:nvSpPr>
          <p:cNvPr id="3" name="Foliennummernplatzhalter 2">
            <a:extLst>
              <a:ext uri="{FF2B5EF4-FFF2-40B4-BE49-F238E27FC236}">
                <a16:creationId xmlns:a16="http://schemas.microsoft.com/office/drawing/2014/main" id="{089E4C2B-51CE-CCE2-8A13-A6C1BA5DDBFA}"/>
              </a:ext>
            </a:extLst>
          </p:cNvPr>
          <p:cNvSpPr>
            <a:spLocks noGrp="1"/>
          </p:cNvSpPr>
          <p:nvPr>
            <p:ph type="sldNum" sz="quarter" idx="17"/>
          </p:nvPr>
        </p:nvSpPr>
        <p:spPr bwMode="gray"/>
        <p:txBody>
          <a:bodyPr/>
          <a:lstStyle/>
          <a:p>
            <a:fld id="{8FF9B0DE-3FEB-4AA0-B465-B80EF7C1333D}" type="slidenum">
              <a:rPr lang="en-US" smtClean="0"/>
              <a:pPr/>
              <a:t>17</a:t>
            </a:fld>
            <a:endParaRPr lang="en-US"/>
          </a:p>
        </p:txBody>
      </p:sp>
      <p:pic>
        <p:nvPicPr>
          <p:cNvPr id="6" name="Grafik 5">
            <a:extLst>
              <a:ext uri="{FF2B5EF4-FFF2-40B4-BE49-F238E27FC236}">
                <a16:creationId xmlns:a16="http://schemas.microsoft.com/office/drawing/2014/main" id="{7E66B297-A356-054D-A178-41107F38E85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1149391" y="4685128"/>
            <a:ext cx="752456" cy="227131"/>
          </a:xfrm>
          <a:prstGeom prst="rect">
            <a:avLst/>
          </a:prstGeom>
        </p:spPr>
      </p:pic>
      <p:graphicFrame>
        <p:nvGraphicFramePr>
          <p:cNvPr id="4" name="表格 7">
            <a:extLst>
              <a:ext uri="{FF2B5EF4-FFF2-40B4-BE49-F238E27FC236}">
                <a16:creationId xmlns:a16="http://schemas.microsoft.com/office/drawing/2014/main" id="{CC50291A-DE82-DE1D-45B5-26F2B400212C}"/>
              </a:ext>
            </a:extLst>
          </p:cNvPr>
          <p:cNvGraphicFramePr>
            <a:graphicFrameLocks noGrp="1"/>
          </p:cNvGraphicFramePr>
          <p:nvPr/>
        </p:nvGraphicFramePr>
        <p:xfrm>
          <a:off x="341415" y="809006"/>
          <a:ext cx="8155740" cy="660257"/>
        </p:xfrm>
        <a:graphic>
          <a:graphicData uri="http://schemas.openxmlformats.org/drawingml/2006/table">
            <a:tbl>
              <a:tblPr firstRow="1" bandRow="1">
                <a:tableStyleId>{5C22544A-7EE6-4342-B048-85BDC9FD1C3A}</a:tableStyleId>
              </a:tblPr>
              <a:tblGrid>
                <a:gridCol w="2038935">
                  <a:extLst>
                    <a:ext uri="{9D8B030D-6E8A-4147-A177-3AD203B41FA5}">
                      <a16:colId xmlns:a16="http://schemas.microsoft.com/office/drawing/2014/main" val="2981425235"/>
                    </a:ext>
                  </a:extLst>
                </a:gridCol>
                <a:gridCol w="2038935">
                  <a:extLst>
                    <a:ext uri="{9D8B030D-6E8A-4147-A177-3AD203B41FA5}">
                      <a16:colId xmlns:a16="http://schemas.microsoft.com/office/drawing/2014/main" val="250153006"/>
                    </a:ext>
                  </a:extLst>
                </a:gridCol>
                <a:gridCol w="2038935">
                  <a:extLst>
                    <a:ext uri="{9D8B030D-6E8A-4147-A177-3AD203B41FA5}">
                      <a16:colId xmlns:a16="http://schemas.microsoft.com/office/drawing/2014/main" val="534711629"/>
                    </a:ext>
                  </a:extLst>
                </a:gridCol>
                <a:gridCol w="2038935">
                  <a:extLst>
                    <a:ext uri="{9D8B030D-6E8A-4147-A177-3AD203B41FA5}">
                      <a16:colId xmlns:a16="http://schemas.microsoft.com/office/drawing/2014/main" val="1605301354"/>
                    </a:ext>
                  </a:extLst>
                </a:gridCol>
              </a:tblGrid>
              <a:tr h="388620">
                <a:tc>
                  <a:txBody>
                    <a:bodyPr/>
                    <a:lstStyle/>
                    <a:p>
                      <a:r>
                        <a:rPr lang="en-US" altLang="zh-CN" sz="1100"/>
                        <a:t>Total EOT</a:t>
                      </a:r>
                      <a:endParaRPr lang="zh-CN" altLang="en-US" sz="1100"/>
                    </a:p>
                  </a:txBody>
                  <a:tcPr marL="68580" marR="68580" marT="34290" marB="34290"/>
                </a:tc>
                <a:tc>
                  <a:txBody>
                    <a:bodyPr/>
                    <a:lstStyle/>
                    <a:p>
                      <a:r>
                        <a:rPr lang="en-US" altLang="zh-CN" sz="1100"/>
                        <a:t>Death </a:t>
                      </a:r>
                      <a:endParaRPr lang="zh-CN" altLang="en-US" sz="1100"/>
                    </a:p>
                  </a:txBody>
                  <a:tcPr marL="68580" marR="68580" marT="34290" marB="34290"/>
                </a:tc>
                <a:tc>
                  <a:txBody>
                    <a:bodyPr/>
                    <a:lstStyle/>
                    <a:p>
                      <a:r>
                        <a:rPr lang="en-US" altLang="zh-CN" sz="1100"/>
                        <a:t>Agreed to come back in 52 week</a:t>
                      </a:r>
                      <a:endParaRPr lang="zh-CN" altLang="en-US" sz="1100"/>
                    </a:p>
                  </a:txBody>
                  <a:tcPr marL="68580" marR="68580" marT="34290" marB="3429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a:t>Not agreed to come back in 52 week</a:t>
                      </a:r>
                      <a:endParaRPr lang="zh-CN" altLang="en-US" sz="1100"/>
                    </a:p>
                  </a:txBody>
                  <a:tcPr marL="68580" marR="68580" marT="34290" marB="34290"/>
                </a:tc>
                <a:extLst>
                  <a:ext uri="{0D108BD9-81ED-4DB2-BD59-A6C34878D82A}">
                    <a16:rowId xmlns:a16="http://schemas.microsoft.com/office/drawing/2014/main" val="3583324636"/>
                  </a:ext>
                </a:extLst>
              </a:tr>
              <a:tr h="256397">
                <a:tc>
                  <a:txBody>
                    <a:bodyPr/>
                    <a:lstStyle/>
                    <a:p>
                      <a:r>
                        <a:rPr lang="en-US" altLang="zh-CN" sz="1000">
                          <a:solidFill>
                            <a:srgbClr val="FF0000"/>
                          </a:solidFill>
                        </a:rPr>
                        <a:t>17</a:t>
                      </a:r>
                      <a:endParaRPr lang="zh-CN" altLang="en-US" sz="1000">
                        <a:solidFill>
                          <a:srgbClr val="FF0000"/>
                        </a:solidFill>
                      </a:endParaRPr>
                    </a:p>
                  </a:txBody>
                  <a:tcPr marL="68580" marR="68580" marT="34290" marB="34290"/>
                </a:tc>
                <a:tc>
                  <a:txBody>
                    <a:bodyPr/>
                    <a:lstStyle/>
                    <a:p>
                      <a:r>
                        <a:rPr lang="en-US" altLang="zh-CN" sz="1000">
                          <a:solidFill>
                            <a:schemeClr val="tx1"/>
                          </a:solidFill>
                        </a:rPr>
                        <a:t>1</a:t>
                      </a:r>
                      <a:endParaRPr lang="zh-CN" altLang="en-US" sz="1000">
                        <a:solidFill>
                          <a:schemeClr val="tx1"/>
                        </a:solidFill>
                      </a:endParaRPr>
                    </a:p>
                  </a:txBody>
                  <a:tcPr marL="68580" marR="68580" marT="34290" marB="34290"/>
                </a:tc>
                <a:tc>
                  <a:txBody>
                    <a:bodyPr/>
                    <a:lstStyle/>
                    <a:p>
                      <a:r>
                        <a:rPr lang="en-US" altLang="zh-CN" sz="1000">
                          <a:solidFill>
                            <a:srgbClr val="FF0000"/>
                          </a:solidFill>
                        </a:rPr>
                        <a:t>6</a:t>
                      </a:r>
                      <a:endParaRPr lang="zh-CN" altLang="en-US" sz="1000">
                        <a:solidFill>
                          <a:srgbClr val="FF0000"/>
                        </a:solidFill>
                      </a:endParaRPr>
                    </a:p>
                  </a:txBody>
                  <a:tcPr marL="68580" marR="68580" marT="34290" marB="34290"/>
                </a:tc>
                <a:tc>
                  <a:txBody>
                    <a:bodyPr/>
                    <a:lstStyle/>
                    <a:p>
                      <a:r>
                        <a:rPr lang="en-US" altLang="zh-CN" sz="1000">
                          <a:solidFill>
                            <a:srgbClr val="FF0000"/>
                          </a:solidFill>
                        </a:rPr>
                        <a:t>10</a:t>
                      </a:r>
                      <a:endParaRPr lang="zh-CN" altLang="en-US" sz="1000">
                        <a:solidFill>
                          <a:srgbClr val="FF0000"/>
                        </a:solidFill>
                      </a:endParaRPr>
                    </a:p>
                  </a:txBody>
                  <a:tcPr marL="68580" marR="68580" marT="34290" marB="34290"/>
                </a:tc>
                <a:extLst>
                  <a:ext uri="{0D108BD9-81ED-4DB2-BD59-A6C34878D82A}">
                    <a16:rowId xmlns:a16="http://schemas.microsoft.com/office/drawing/2014/main" val="3452527754"/>
                  </a:ext>
                </a:extLst>
              </a:tr>
            </a:tbl>
          </a:graphicData>
        </a:graphic>
      </p:graphicFrame>
      <p:graphicFrame>
        <p:nvGraphicFramePr>
          <p:cNvPr id="7" name="表格 6">
            <a:extLst>
              <a:ext uri="{FF2B5EF4-FFF2-40B4-BE49-F238E27FC236}">
                <a16:creationId xmlns:a16="http://schemas.microsoft.com/office/drawing/2014/main" id="{03F03F2B-C1B8-C2B2-B431-3E37731A7D42}"/>
              </a:ext>
            </a:extLst>
          </p:cNvPr>
          <p:cNvGraphicFramePr>
            <a:graphicFrameLocks noGrp="1"/>
          </p:cNvGraphicFramePr>
          <p:nvPr/>
        </p:nvGraphicFramePr>
        <p:xfrm>
          <a:off x="333993" y="1543792"/>
          <a:ext cx="8155798" cy="2867777"/>
        </p:xfrm>
        <a:graphic>
          <a:graphicData uri="http://schemas.openxmlformats.org/drawingml/2006/table">
            <a:tbl>
              <a:tblPr/>
              <a:tblGrid>
                <a:gridCol w="423702">
                  <a:extLst>
                    <a:ext uri="{9D8B030D-6E8A-4147-A177-3AD203B41FA5}">
                      <a16:colId xmlns:a16="http://schemas.microsoft.com/office/drawing/2014/main" val="1900101771"/>
                    </a:ext>
                  </a:extLst>
                </a:gridCol>
                <a:gridCol w="746533">
                  <a:extLst>
                    <a:ext uri="{9D8B030D-6E8A-4147-A177-3AD203B41FA5}">
                      <a16:colId xmlns:a16="http://schemas.microsoft.com/office/drawing/2014/main" val="157162835"/>
                    </a:ext>
                  </a:extLst>
                </a:gridCol>
                <a:gridCol w="868809">
                  <a:extLst>
                    <a:ext uri="{9D8B030D-6E8A-4147-A177-3AD203B41FA5}">
                      <a16:colId xmlns:a16="http://schemas.microsoft.com/office/drawing/2014/main" val="2144139534"/>
                    </a:ext>
                  </a:extLst>
                </a:gridCol>
                <a:gridCol w="647176">
                  <a:extLst>
                    <a:ext uri="{9D8B030D-6E8A-4147-A177-3AD203B41FA5}">
                      <a16:colId xmlns:a16="http://schemas.microsoft.com/office/drawing/2014/main" val="3707636500"/>
                    </a:ext>
                  </a:extLst>
                </a:gridCol>
                <a:gridCol w="1844005">
                  <a:extLst>
                    <a:ext uri="{9D8B030D-6E8A-4147-A177-3AD203B41FA5}">
                      <a16:colId xmlns:a16="http://schemas.microsoft.com/office/drawing/2014/main" val="276771802"/>
                    </a:ext>
                  </a:extLst>
                </a:gridCol>
                <a:gridCol w="2082995">
                  <a:extLst>
                    <a:ext uri="{9D8B030D-6E8A-4147-A177-3AD203B41FA5}">
                      <a16:colId xmlns:a16="http://schemas.microsoft.com/office/drawing/2014/main" val="3858554114"/>
                    </a:ext>
                  </a:extLst>
                </a:gridCol>
                <a:gridCol w="771289">
                  <a:extLst>
                    <a:ext uri="{9D8B030D-6E8A-4147-A177-3AD203B41FA5}">
                      <a16:colId xmlns:a16="http://schemas.microsoft.com/office/drawing/2014/main" val="4121491411"/>
                    </a:ext>
                  </a:extLst>
                </a:gridCol>
                <a:gridCol w="771289">
                  <a:extLst>
                    <a:ext uri="{9D8B030D-6E8A-4147-A177-3AD203B41FA5}">
                      <a16:colId xmlns:a16="http://schemas.microsoft.com/office/drawing/2014/main" val="2256410645"/>
                    </a:ext>
                  </a:extLst>
                </a:gridCol>
              </a:tblGrid>
              <a:tr h="432242">
                <a:tc>
                  <a:txBody>
                    <a:bodyPr/>
                    <a:lstStyle/>
                    <a:p>
                      <a:pPr algn="ctr" fontAlgn="ctr"/>
                      <a:r>
                        <a:rPr lang="en-US" sz="700" b="1" i="0" u="none" strike="noStrike">
                          <a:solidFill>
                            <a:schemeClr val="bg1"/>
                          </a:solidFill>
                          <a:effectLst/>
                          <a:latin typeface="等线"/>
                          <a:ea typeface="等线"/>
                        </a:rPr>
                        <a:t>N</a:t>
                      </a:r>
                      <a:r>
                        <a:rPr lang="en-US" altLang="zh-CN" sz="700" b="1" i="0" u="none" strike="noStrike">
                          <a:solidFill>
                            <a:schemeClr val="bg1"/>
                          </a:solidFill>
                          <a:effectLst/>
                          <a:latin typeface="等线"/>
                          <a:ea typeface="等线"/>
                        </a:rPr>
                        <a:t>o.</a:t>
                      </a:r>
                      <a:endParaRPr lang="en-US" sz="700" b="1" i="0" u="none" strike="noStrike">
                        <a:solidFill>
                          <a:schemeClr val="bg1"/>
                        </a:solidFill>
                        <a:effectLst/>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ID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Status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EOT- Discontinue Date </a:t>
                      </a:r>
                      <a:endParaRPr lang="en-US" sz="700" b="1" i="0" u="none" strike="noStrike">
                        <a:solidFill>
                          <a:schemeClr val="bg1"/>
                        </a:solidFill>
                        <a:effectLst/>
                        <a:latin typeface="等线" panose="02010600030101010101" pitchFamily="2" charset="-122"/>
                        <a:ea typeface="等线" panose="02010600030101010101" pitchFamily="2" charset="-122"/>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Discontinue Reason</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700" b="1" i="0" u="none" strike="noStrike">
                          <a:solidFill>
                            <a:schemeClr val="bg1"/>
                          </a:solidFill>
                          <a:effectLst/>
                          <a:latin typeface="等线"/>
                          <a:ea typeface="等线"/>
                        </a:rPr>
                        <a:t>if </a:t>
                      </a:r>
                      <a:r>
                        <a:rPr lang="en-US" altLang="zh-CN" sz="700">
                          <a:solidFill>
                            <a:schemeClr val="bg1"/>
                          </a:solidFill>
                        </a:rPr>
                        <a:t>Agreed to come back in 52 week</a:t>
                      </a:r>
                      <a:r>
                        <a:rPr lang="en-US" altLang="zh-CN" sz="700" b="1" i="0" u="none" strike="noStrike">
                          <a:solidFill>
                            <a:schemeClr val="bg1"/>
                          </a:solidFill>
                          <a:effectLst/>
                          <a:latin typeface="等线"/>
                          <a:ea typeface="等线"/>
                        </a:rPr>
                        <a:t>?</a:t>
                      </a:r>
                      <a:endParaRPr lang="zh-CN" altLang="en-US" sz="700">
                        <a:solidFill>
                          <a:schemeClr val="bg1"/>
                        </a:solidFill>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52 Weeks visit date</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753042562"/>
                  </a:ext>
                </a:extLst>
              </a:tr>
              <a:tr h="274320">
                <a:tc>
                  <a:txBody>
                    <a:bodyPr/>
                    <a:lstStyle/>
                    <a:p>
                      <a:pPr algn="ctr" fontAlgn="ctr"/>
                      <a:r>
                        <a:rPr lang="en-US" altLang="zh-CN" sz="600" b="0" i="0" u="none" strike="noStrike" kern="1200">
                          <a:solidFill>
                            <a:schemeClr val="tx1"/>
                          </a:solidFill>
                          <a:effectLst/>
                          <a:latin typeface="Arial"/>
                          <a:ea typeface="+mn-ea"/>
                          <a:cs typeface="+mn-cs"/>
                        </a:rPr>
                        <a:t>1</a:t>
                      </a: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panose="020B0604020202020204" pitchFamily="34" charset="0"/>
                          <a:ea typeface="+mn-ea"/>
                          <a:cs typeface="+mn-cs"/>
                        </a:rPr>
                        <a:t>2315601303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14-Jun-23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Subject decision-Perceived Lack of Efficacy </a:t>
                      </a:r>
                      <a:endParaRPr 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N-Patient only receives remote visits. Due to his serious condition (currently receiving oxygen 24 hours a day), he cannot go out.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US" sz="600" b="0" i="0" u="none" strike="noStrike" kern="1200" noProof="0">
                          <a:solidFill>
                            <a:srgbClr val="FF0000"/>
                          </a:solidFill>
                          <a:effectLst/>
                          <a:latin typeface="Arial"/>
                        </a:rPr>
                        <a:t>20-Mar-24/</a:t>
                      </a:r>
                      <a:endParaRPr lang="en-US" sz="1000">
                        <a:solidFill>
                          <a:srgbClr val="FF0000"/>
                        </a:solidFill>
                      </a:endParaRPr>
                    </a:p>
                    <a:p>
                      <a:pPr lvl="0" algn="ctr">
                        <a:lnSpc>
                          <a:spcPct val="100000"/>
                        </a:lnSpc>
                        <a:spcBef>
                          <a:spcPts val="0"/>
                        </a:spcBef>
                        <a:spcAft>
                          <a:spcPts val="0"/>
                        </a:spcAft>
                        <a:buNone/>
                      </a:pPr>
                      <a:r>
                        <a:rPr lang="en-US" sz="600" b="0" i="0" u="none" strike="noStrike" kern="1200" noProof="0">
                          <a:solidFill>
                            <a:srgbClr val="FF0000"/>
                          </a:solidFill>
                          <a:effectLst/>
                          <a:latin typeface="Arial"/>
                        </a:rPr>
                        <a:t>19-Mar-24(a)</a:t>
                      </a:r>
                      <a:endParaRPr lang="en-US" sz="1000">
                        <a:solidFill>
                          <a:srgbClr val="FF0000"/>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4612" marR="4612" marT="4612" marB="33203"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7875774"/>
                  </a:ext>
                </a:extLst>
              </a:tr>
              <a:tr h="234437">
                <a:tc>
                  <a:txBody>
                    <a:bodyPr/>
                    <a:lstStyle/>
                    <a:p>
                      <a:pPr algn="ctr" fontAlgn="ctr"/>
                      <a:r>
                        <a:rPr lang="en-US" altLang="zh-CN" sz="600" b="0" i="0" u="none" strike="noStrike" kern="1200">
                          <a:solidFill>
                            <a:schemeClr val="tx1"/>
                          </a:solidFill>
                          <a:effectLst/>
                          <a:latin typeface="Arial"/>
                          <a:ea typeface="+mn-ea"/>
                          <a:cs typeface="+mn-cs"/>
                        </a:rPr>
                        <a:t>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panose="020B0604020202020204" pitchFamily="34" charset="0"/>
                          <a:ea typeface="+mn-ea"/>
                          <a:cs typeface="+mn-cs"/>
                        </a:rPr>
                        <a:t>2315602901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600" b="0" i="0" u="none" strike="noStrike" kern="1200">
                          <a:solidFill>
                            <a:schemeClr val="tx1"/>
                          </a:solidFill>
                          <a:effectLst/>
                          <a:latin typeface="Arial" panose="020B0604020202020204" pitchFamily="34" charset="0"/>
                          <a:ea typeface="+mn-ea"/>
                          <a:cs typeface="+mn-cs"/>
                        </a:rPr>
                        <a:t>Study Discontinued - fetal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18-Jun-23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r>
                        <a:rPr lang="en-US" sz="600" b="0" i="0" u="none" strike="noStrike" kern="1200">
                          <a:solidFill>
                            <a:schemeClr val="tx1"/>
                          </a:solidFill>
                          <a:effectLst/>
                          <a:latin typeface="Arial"/>
                          <a:ea typeface="+mn-ea"/>
                          <a:cs typeface="+mn-cs"/>
                        </a:rPr>
                        <a:t>Death </a:t>
                      </a:r>
                      <a:endParaRPr 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fontAlgn="ctr" latinLnBrk="0" hangingPunct="1"/>
                      <a:endParaRPr 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NA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l" fontAlgn="ctr"/>
                      <a:endParaRPr 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69227270"/>
                  </a:ext>
                </a:extLst>
              </a:tr>
              <a:tr h="234437">
                <a:tc>
                  <a:txBody>
                    <a:bodyPr/>
                    <a:lstStyle/>
                    <a:p>
                      <a:pPr algn="ctr" fontAlgn="ctr"/>
                      <a:r>
                        <a:rPr lang="en-US" altLang="zh-CN" sz="600" b="0" i="0" u="none" strike="noStrike">
                          <a:effectLst/>
                          <a:latin typeface="Arial"/>
                        </a:rPr>
                        <a:t>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kern="1200">
                          <a:solidFill>
                            <a:schemeClr val="tx1"/>
                          </a:solidFill>
                          <a:effectLst/>
                          <a:latin typeface="Arial" panose="020B0604020202020204" pitchFamily="34" charset="0"/>
                          <a:ea typeface="+mn-ea"/>
                          <a:cs typeface="+mn-cs"/>
                        </a:rPr>
                        <a:t>2315601801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18-Aug-23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600" b="0" i="0" u="none" strike="noStrike" kern="1200">
                          <a:solidFill>
                            <a:schemeClr val="tx1"/>
                          </a:solidFill>
                          <a:effectLst/>
                          <a:latin typeface="Arial"/>
                          <a:ea typeface="+mn-ea"/>
                          <a:cs typeface="+mn-cs"/>
                        </a:rPr>
                        <a:t>Other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600" b="0" i="0" u="none" strike="noStrike" kern="1200">
                          <a:solidFill>
                            <a:schemeClr val="tx1"/>
                          </a:solidFill>
                          <a:effectLst/>
                          <a:latin typeface="Arial" panose="020B0604020202020204" pitchFamily="34" charset="0"/>
                          <a:ea typeface="+mn-ea"/>
                          <a:cs typeface="+mn-cs"/>
                        </a:rPr>
                        <a:t>N-Patient clearly expressed his unwillingness to accept any form of follow-up and to come to the hospital at 52 weeks</a:t>
                      </a:r>
                      <a:endParaRPr 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25-Jul-24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600" b="0" i="0" u="none" strike="noStrike">
                        <a:effectLst/>
                        <a:latin typeface="Arial" panose="020B0604020202020204" pitchFamily="34" charset="0"/>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8936162"/>
                  </a:ext>
                </a:extLst>
              </a:tr>
              <a:tr h="241763">
                <a:tc>
                  <a:txBody>
                    <a:bodyPr/>
                    <a:lstStyle/>
                    <a:p>
                      <a:pPr algn="ctr" fontAlgn="ctr"/>
                      <a:r>
                        <a:rPr lang="en-US" altLang="zh-CN" sz="600" b="0" i="0" u="none" strike="noStrike" kern="1200">
                          <a:solidFill>
                            <a:schemeClr val="tx1"/>
                          </a:solidFill>
                          <a:effectLst/>
                          <a:latin typeface="Arial"/>
                          <a:ea typeface="+mn-ea"/>
                          <a:cs typeface="+mn-cs"/>
                        </a:rPr>
                        <a:t>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panose="020B0604020202020204" pitchFamily="34" charset="0"/>
                          <a:ea typeface="+mn-ea"/>
                          <a:cs typeface="+mn-cs"/>
                        </a:rPr>
                        <a:t>2315600202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27-Sep-23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panose="020B0604020202020204" pitchFamily="34" charset="0"/>
                          <a:ea typeface="+mn-ea"/>
                          <a:cs typeface="+mn-cs"/>
                        </a:rPr>
                        <a:t>Acute ILD Exacerbation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5-Jul-24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11714"/>
                  </a:ext>
                </a:extLst>
              </a:tr>
              <a:tr h="241763">
                <a:tc>
                  <a:txBody>
                    <a:bodyPr/>
                    <a:lstStyle/>
                    <a:p>
                      <a:pPr algn="ctr" fontAlgn="ctr"/>
                      <a:r>
                        <a:rPr lang="en-US" altLang="zh-CN" sz="600" b="0" i="0" u="none" strike="noStrike" kern="1200">
                          <a:solidFill>
                            <a:schemeClr val="tx1"/>
                          </a:solidFill>
                          <a:effectLst/>
                          <a:latin typeface="Arial"/>
                          <a:ea typeface="+mn-ea"/>
                          <a:cs typeface="+mn-cs"/>
                        </a:rPr>
                        <a:t>5</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2315602302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18-Oct-23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Other-</a:t>
                      </a:r>
                      <a:r>
                        <a:rPr lang="en-US" altLang="zh-CN" sz="600" b="0" i="0" u="none" strike="noStrike" kern="1200">
                          <a:solidFill>
                            <a:schemeClr val="tx1"/>
                          </a:solidFill>
                          <a:effectLst/>
                          <a:latin typeface="Arial"/>
                          <a:ea typeface="+mn-ea"/>
                          <a:cs typeface="+mn-cs"/>
                        </a:rPr>
                        <a:t>Perceived Lack of Efficacy </a:t>
                      </a:r>
                      <a:endParaRPr 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600" b="0" i="0" u="none" strike="noStrike" kern="1200">
                          <a:solidFill>
                            <a:schemeClr val="tx1"/>
                          </a:solidFill>
                          <a:effectLst/>
                          <a:latin typeface="Arial" panose="020B0604020202020204" pitchFamily="34" charset="0"/>
                          <a:ea typeface="+mn-ea"/>
                          <a:cs typeface="+mn-cs"/>
                        </a:rPr>
                        <a: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25-May-24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169614"/>
                  </a:ext>
                </a:extLst>
              </a:tr>
              <a:tr h="241763">
                <a:tc>
                  <a:txBody>
                    <a:bodyPr/>
                    <a:lstStyle/>
                    <a:p>
                      <a:pPr algn="ctr" fontAlgn="ctr"/>
                      <a:r>
                        <a:rPr lang="en-US" altLang="zh-CN" sz="600" b="0" i="0" u="none" strike="noStrike" kern="1200">
                          <a:solidFill>
                            <a:schemeClr val="tx1"/>
                          </a:solidFill>
                          <a:effectLst/>
                          <a:latin typeface="Arial"/>
                          <a:ea typeface="+mn-ea"/>
                          <a:cs typeface="+mn-cs"/>
                        </a:rPr>
                        <a:t>6</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2315605505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28-Oct-23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N-The patient is in serious condition and cannot come to site. He agreed to collect the survival status after 52 weeks.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26-Sep-24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167404"/>
                  </a:ext>
                </a:extLst>
              </a:tr>
              <a:tr h="241763">
                <a:tc>
                  <a:txBody>
                    <a:bodyPr/>
                    <a:lstStyle/>
                    <a:p>
                      <a:pPr algn="ctr" fontAlgn="ctr"/>
                      <a:r>
                        <a:rPr lang="en-US" altLang="zh-CN" sz="600" b="0" i="0" u="none" strike="noStrike" kern="1200">
                          <a:solidFill>
                            <a:schemeClr val="tx1"/>
                          </a:solidFill>
                          <a:effectLst/>
                          <a:latin typeface="Arial"/>
                          <a:ea typeface="+mn-ea"/>
                          <a:cs typeface="+mn-cs"/>
                        </a:rPr>
                        <a:t>7</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2315600911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7-Nov-23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Other-</a:t>
                      </a:r>
                      <a:r>
                        <a:rPr lang="en-US" altLang="zh-CN" sz="600" b="0" i="0" u="none" strike="noStrike" kern="1200">
                          <a:solidFill>
                            <a:schemeClr val="tx1"/>
                          </a:solidFill>
                          <a:effectLst/>
                          <a:latin typeface="Arial"/>
                          <a:ea typeface="+mn-ea"/>
                          <a:cs typeface="+mn-cs"/>
                        </a:rPr>
                        <a:t>Patient didn’t meet in/ex criteria.</a:t>
                      </a:r>
                      <a:endParaRPr lang="en-US" sz="600" b="0" i="0" u="none" strike="noStrike" kern="1200">
                        <a:solidFill>
                          <a:schemeClr val="tx1"/>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7-Oct-24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401691"/>
                  </a:ext>
                </a:extLst>
              </a:tr>
              <a:tr h="241763">
                <a:tc>
                  <a:txBody>
                    <a:bodyPr/>
                    <a:lstStyle/>
                    <a:p>
                      <a:pPr algn="ctr" fontAlgn="ctr"/>
                      <a:r>
                        <a:rPr lang="en-US" altLang="zh-CN" sz="600" b="0" i="0" u="none" strike="noStrike" kern="1200">
                          <a:solidFill>
                            <a:schemeClr val="tx1"/>
                          </a:solidFill>
                          <a:effectLst/>
                          <a:latin typeface="Arial"/>
                          <a:ea typeface="+mn-ea"/>
                          <a:cs typeface="+mn-cs"/>
                        </a:rPr>
                        <a:t>8</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2315604801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21-Nov-23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N-subject refused follow-up visits and W52 visits, and only accepted telephone follow-up.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6-Jun-24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9588014"/>
                  </a:ext>
                </a:extLst>
              </a:tr>
              <a:tr h="241763">
                <a:tc>
                  <a:txBody>
                    <a:bodyPr/>
                    <a:lstStyle/>
                    <a:p>
                      <a:pPr algn="ctr" fontAlgn="ctr"/>
                      <a:r>
                        <a:rPr lang="en-US" altLang="zh-CN" sz="600" b="0" i="0" u="none" strike="noStrike" kern="1200">
                          <a:solidFill>
                            <a:schemeClr val="tx1"/>
                          </a:solidFill>
                          <a:effectLst/>
                          <a:latin typeface="Arial"/>
                          <a:ea typeface="+mn-ea"/>
                          <a:cs typeface="+mn-cs"/>
                        </a:rPr>
                        <a:t>9</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2315601210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13-Dec-23</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Subject decision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600" b="0" i="0" u="none" strike="noStrike" kern="1200">
                          <a:solidFill>
                            <a:schemeClr val="tx1"/>
                          </a:solidFill>
                          <a:effectLst/>
                          <a:latin typeface="Arial" panose="020B0604020202020204" pitchFamily="34" charset="0"/>
                          <a:ea typeface="+mn-ea"/>
                          <a:cs typeface="+mn-cs"/>
                        </a:rPr>
                        <a:t>N-subject refused follow-up visits and W52 visits, and only accepted telephone follow-up.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effectLst/>
                          <a:latin typeface="Calibri"/>
                        </a:rPr>
                        <a:t>28-Aug-24</a:t>
                      </a:r>
                    </a:p>
                  </a:txBody>
                  <a:tcPr marL="4763" marR="4763" marT="4763" marB="3429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0935684"/>
                  </a:ext>
                </a:extLst>
              </a:tr>
              <a:tr h="241763">
                <a:tc>
                  <a:txBody>
                    <a:bodyPr/>
                    <a:lstStyle/>
                    <a:p>
                      <a:pPr algn="ctr" fontAlgn="ctr"/>
                      <a:r>
                        <a:rPr lang="en-US" altLang="zh-CN" sz="600" b="0" i="0" u="none" strike="noStrike" kern="1200">
                          <a:solidFill>
                            <a:schemeClr val="tx1"/>
                          </a:solidFill>
                          <a:effectLst/>
                          <a:latin typeface="Arial"/>
                          <a:ea typeface="+mn-ea"/>
                          <a:cs typeface="+mn-cs"/>
                        </a:rPr>
                        <a:t>10</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2315603011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20-Dec-23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panose="020B0604020202020204" pitchFamily="34" charset="0"/>
                          <a:ea typeface="+mn-ea"/>
                          <a:cs typeface="+mn-cs"/>
                        </a:rPr>
                        <a:t>N-subject refused follow-up visits and W52 visits, and only accepted telephone follow-up.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28-Oct-24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4027945"/>
                  </a:ext>
                </a:extLst>
              </a:tr>
            </a:tbl>
          </a:graphicData>
        </a:graphic>
      </p:graphicFrame>
    </p:spTree>
    <p:extLst>
      <p:ext uri="{BB962C8B-B14F-4D97-AF65-F5344CB8AC3E}">
        <p14:creationId xmlns:p14="http://schemas.microsoft.com/office/powerpoint/2010/main" val="1819596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B5423A6C-0447-C730-C54A-7D3F3E304205}"/>
              </a:ext>
            </a:extLst>
          </p:cNvPr>
          <p:cNvSpPr/>
          <p:nvPr/>
        </p:nvSpPr>
        <p:spPr bwMode="gray">
          <a:xfrm>
            <a:off x="0" y="0"/>
            <a:ext cx="9144000" cy="5143500"/>
          </a:xfrm>
          <a:prstGeom prst="rect">
            <a:avLst/>
          </a:prstGeom>
          <a:solidFill>
            <a:srgbClr val="F5CD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200">
              <a:solidFill>
                <a:schemeClr val="tx1"/>
              </a:solidFill>
            </a:endParaRPr>
          </a:p>
        </p:txBody>
      </p:sp>
      <p:sp>
        <p:nvSpPr>
          <p:cNvPr id="8" name="Titel 7">
            <a:extLst>
              <a:ext uri="{FF2B5EF4-FFF2-40B4-BE49-F238E27FC236}">
                <a16:creationId xmlns:a16="http://schemas.microsoft.com/office/drawing/2014/main" id="{7867D6EB-FB6D-CD8E-1EAB-2C7733796DE0}"/>
              </a:ext>
            </a:extLst>
          </p:cNvPr>
          <p:cNvSpPr>
            <a:spLocks noGrp="1"/>
          </p:cNvSpPr>
          <p:nvPr>
            <p:ph type="title"/>
          </p:nvPr>
        </p:nvSpPr>
        <p:spPr bwMode="gray"/>
        <p:txBody>
          <a:bodyPr/>
          <a:lstStyle/>
          <a:p>
            <a:r>
              <a:rPr lang="en-US" altLang="zh-CN"/>
              <a:t>1305-0023 Early Discontinue Patient Status</a:t>
            </a:r>
            <a:r>
              <a:rPr lang="zh-CN" altLang="en-US"/>
              <a:t>：</a:t>
            </a:r>
            <a:r>
              <a:rPr lang="en-US" altLang="zh-CN">
                <a:solidFill>
                  <a:srgbClr val="FF0000"/>
                </a:solidFill>
              </a:rPr>
              <a:t>17</a:t>
            </a:r>
            <a:r>
              <a:rPr lang="en-US" altLang="zh-CN"/>
              <a:t> cut off 15Apr2024</a:t>
            </a:r>
            <a:endParaRPr lang="en-US">
              <a:solidFill>
                <a:srgbClr val="86251B"/>
              </a:solidFill>
            </a:endParaRPr>
          </a:p>
        </p:txBody>
      </p:sp>
      <p:sp>
        <p:nvSpPr>
          <p:cNvPr id="5" name="Fußzeilenplatzhalter 4">
            <a:extLst>
              <a:ext uri="{FF2B5EF4-FFF2-40B4-BE49-F238E27FC236}">
                <a16:creationId xmlns:a16="http://schemas.microsoft.com/office/drawing/2014/main" id="{8B00B131-A0A4-3024-CF0D-C1EBA8B5C475}"/>
              </a:ext>
            </a:extLst>
          </p:cNvPr>
          <p:cNvSpPr>
            <a:spLocks noGrp="1"/>
          </p:cNvSpPr>
          <p:nvPr>
            <p:ph type="ftr" sz="quarter" idx="16"/>
          </p:nvPr>
        </p:nvSpPr>
        <p:spPr bwMode="gray"/>
        <p:txBody>
          <a:bodyPr/>
          <a:lstStyle/>
          <a:p>
            <a:r>
              <a:rPr lang="en-US"/>
              <a:t>Slide library    |     ONLY FOR INTERNAL USE</a:t>
            </a:r>
          </a:p>
        </p:txBody>
      </p:sp>
      <p:sp>
        <p:nvSpPr>
          <p:cNvPr id="3" name="Foliennummernplatzhalter 2">
            <a:extLst>
              <a:ext uri="{FF2B5EF4-FFF2-40B4-BE49-F238E27FC236}">
                <a16:creationId xmlns:a16="http://schemas.microsoft.com/office/drawing/2014/main" id="{089E4C2B-51CE-CCE2-8A13-A6C1BA5DDBFA}"/>
              </a:ext>
            </a:extLst>
          </p:cNvPr>
          <p:cNvSpPr>
            <a:spLocks noGrp="1"/>
          </p:cNvSpPr>
          <p:nvPr>
            <p:ph type="sldNum" sz="quarter" idx="17"/>
          </p:nvPr>
        </p:nvSpPr>
        <p:spPr bwMode="gray"/>
        <p:txBody>
          <a:bodyPr/>
          <a:lstStyle/>
          <a:p>
            <a:fld id="{8FF9B0DE-3FEB-4AA0-B465-B80EF7C1333D}" type="slidenum">
              <a:rPr lang="en-US" smtClean="0"/>
              <a:pPr/>
              <a:t>18</a:t>
            </a:fld>
            <a:endParaRPr lang="en-US"/>
          </a:p>
        </p:txBody>
      </p:sp>
      <p:pic>
        <p:nvPicPr>
          <p:cNvPr id="6" name="Grafik 5">
            <a:extLst>
              <a:ext uri="{FF2B5EF4-FFF2-40B4-BE49-F238E27FC236}">
                <a16:creationId xmlns:a16="http://schemas.microsoft.com/office/drawing/2014/main" id="{7E66B297-A356-054D-A178-41107F38E851}"/>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359568" y="4623751"/>
            <a:ext cx="926100" cy="279545"/>
          </a:xfrm>
          <a:prstGeom prst="rect">
            <a:avLst/>
          </a:prstGeom>
        </p:spPr>
      </p:pic>
      <p:graphicFrame>
        <p:nvGraphicFramePr>
          <p:cNvPr id="11" name="表格 7">
            <a:extLst>
              <a:ext uri="{FF2B5EF4-FFF2-40B4-BE49-F238E27FC236}">
                <a16:creationId xmlns:a16="http://schemas.microsoft.com/office/drawing/2014/main" id="{5DD270D9-E18E-BAEE-FF75-38F985B076F2}"/>
              </a:ext>
            </a:extLst>
          </p:cNvPr>
          <p:cNvGraphicFramePr>
            <a:graphicFrameLocks noGrp="1"/>
          </p:cNvGraphicFramePr>
          <p:nvPr/>
        </p:nvGraphicFramePr>
        <p:xfrm>
          <a:off x="367574" y="823481"/>
          <a:ext cx="8161648" cy="681990"/>
        </p:xfrm>
        <a:graphic>
          <a:graphicData uri="http://schemas.openxmlformats.org/drawingml/2006/table">
            <a:tbl>
              <a:tblPr firstRow="1" bandRow="1">
                <a:tableStyleId>{5C22544A-7EE6-4342-B048-85BDC9FD1C3A}</a:tableStyleId>
              </a:tblPr>
              <a:tblGrid>
                <a:gridCol w="2040412">
                  <a:extLst>
                    <a:ext uri="{9D8B030D-6E8A-4147-A177-3AD203B41FA5}">
                      <a16:colId xmlns:a16="http://schemas.microsoft.com/office/drawing/2014/main" val="2981425235"/>
                    </a:ext>
                  </a:extLst>
                </a:gridCol>
                <a:gridCol w="2040412">
                  <a:extLst>
                    <a:ext uri="{9D8B030D-6E8A-4147-A177-3AD203B41FA5}">
                      <a16:colId xmlns:a16="http://schemas.microsoft.com/office/drawing/2014/main" val="250153006"/>
                    </a:ext>
                  </a:extLst>
                </a:gridCol>
                <a:gridCol w="2040412">
                  <a:extLst>
                    <a:ext uri="{9D8B030D-6E8A-4147-A177-3AD203B41FA5}">
                      <a16:colId xmlns:a16="http://schemas.microsoft.com/office/drawing/2014/main" val="534711629"/>
                    </a:ext>
                  </a:extLst>
                </a:gridCol>
                <a:gridCol w="2040412">
                  <a:extLst>
                    <a:ext uri="{9D8B030D-6E8A-4147-A177-3AD203B41FA5}">
                      <a16:colId xmlns:a16="http://schemas.microsoft.com/office/drawing/2014/main" val="1605301354"/>
                    </a:ext>
                  </a:extLst>
                </a:gridCol>
              </a:tblGrid>
              <a:tr h="388620">
                <a:tc>
                  <a:txBody>
                    <a:bodyPr/>
                    <a:lstStyle/>
                    <a:p>
                      <a:r>
                        <a:rPr lang="en-US" altLang="zh-CN" sz="1100"/>
                        <a:t>Total EOT</a:t>
                      </a:r>
                      <a:endParaRPr lang="zh-CN" altLang="en-US" sz="1100"/>
                    </a:p>
                  </a:txBody>
                  <a:tcPr marL="68580" marR="68580" marT="34290" marB="34290"/>
                </a:tc>
                <a:tc>
                  <a:txBody>
                    <a:bodyPr/>
                    <a:lstStyle/>
                    <a:p>
                      <a:r>
                        <a:rPr lang="en-US" altLang="zh-CN" sz="1100"/>
                        <a:t>Death </a:t>
                      </a:r>
                      <a:endParaRPr lang="zh-CN" altLang="en-US" sz="1100"/>
                    </a:p>
                  </a:txBody>
                  <a:tcPr marL="68580" marR="68580" marT="34290" marB="34290"/>
                </a:tc>
                <a:tc>
                  <a:txBody>
                    <a:bodyPr/>
                    <a:lstStyle/>
                    <a:p>
                      <a:r>
                        <a:rPr lang="en-US" altLang="zh-CN" sz="1100"/>
                        <a:t>Agreed to come back in 52 week</a:t>
                      </a:r>
                      <a:endParaRPr lang="zh-CN" altLang="en-US" sz="1100"/>
                    </a:p>
                  </a:txBody>
                  <a:tcPr marL="68580" marR="68580" marT="34290" marB="3429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100"/>
                        <a:t>Not agreed to come back in 52 week</a:t>
                      </a:r>
                      <a:endParaRPr lang="zh-CN" altLang="en-US" sz="1100"/>
                    </a:p>
                  </a:txBody>
                  <a:tcPr marL="68580" marR="68580" marT="34290" marB="34290"/>
                </a:tc>
                <a:extLst>
                  <a:ext uri="{0D108BD9-81ED-4DB2-BD59-A6C34878D82A}">
                    <a16:rowId xmlns:a16="http://schemas.microsoft.com/office/drawing/2014/main" val="3583324636"/>
                  </a:ext>
                </a:extLst>
              </a:tr>
              <a:tr h="278130">
                <a:tc>
                  <a:txBody>
                    <a:bodyPr/>
                    <a:lstStyle/>
                    <a:p>
                      <a:r>
                        <a:rPr lang="en-US" altLang="zh-CN" sz="1000">
                          <a:solidFill>
                            <a:srgbClr val="FF0000"/>
                          </a:solidFill>
                        </a:rPr>
                        <a:t>17</a:t>
                      </a:r>
                    </a:p>
                  </a:txBody>
                  <a:tcPr marL="68580" marR="68580" marT="34290" marB="34290"/>
                </a:tc>
                <a:tc>
                  <a:txBody>
                    <a:bodyPr/>
                    <a:lstStyle/>
                    <a:p>
                      <a:r>
                        <a:rPr lang="en-US" altLang="zh-CN" sz="1000"/>
                        <a:t>1</a:t>
                      </a:r>
                      <a:endParaRPr lang="zh-CN" altLang="en-US" sz="1000"/>
                    </a:p>
                  </a:txBody>
                  <a:tcPr marL="68580" marR="68580" marT="34290" marB="34290"/>
                </a:tc>
                <a:tc>
                  <a:txBody>
                    <a:bodyPr/>
                    <a:lstStyle/>
                    <a:p>
                      <a:r>
                        <a:rPr lang="en-US" altLang="zh-CN" sz="1000">
                          <a:solidFill>
                            <a:srgbClr val="FF0000"/>
                          </a:solidFill>
                        </a:rPr>
                        <a:t>6</a:t>
                      </a:r>
                      <a:endParaRPr lang="zh-CN" altLang="en-US" sz="1000">
                        <a:solidFill>
                          <a:srgbClr val="FF0000"/>
                        </a:solidFill>
                      </a:endParaRPr>
                    </a:p>
                  </a:txBody>
                  <a:tcPr marL="68580" marR="68580" marT="34290" marB="34290"/>
                </a:tc>
                <a:tc>
                  <a:txBody>
                    <a:bodyPr/>
                    <a:lstStyle/>
                    <a:p>
                      <a:r>
                        <a:rPr lang="en-US" altLang="zh-CN" sz="1000">
                          <a:solidFill>
                            <a:srgbClr val="FF0000"/>
                          </a:solidFill>
                        </a:rPr>
                        <a:t>10</a:t>
                      </a:r>
                    </a:p>
                  </a:txBody>
                  <a:tcPr marL="68580" marR="68580" marT="34290" marB="34290"/>
                </a:tc>
                <a:extLst>
                  <a:ext uri="{0D108BD9-81ED-4DB2-BD59-A6C34878D82A}">
                    <a16:rowId xmlns:a16="http://schemas.microsoft.com/office/drawing/2014/main" val="3452527754"/>
                  </a:ext>
                </a:extLst>
              </a:tr>
            </a:tbl>
          </a:graphicData>
        </a:graphic>
      </p:graphicFrame>
      <p:graphicFrame>
        <p:nvGraphicFramePr>
          <p:cNvPr id="13" name="表格 12">
            <a:extLst>
              <a:ext uri="{FF2B5EF4-FFF2-40B4-BE49-F238E27FC236}">
                <a16:creationId xmlns:a16="http://schemas.microsoft.com/office/drawing/2014/main" id="{A60C003A-3148-0443-7756-5B6AB9666BD0}"/>
              </a:ext>
            </a:extLst>
          </p:cNvPr>
          <p:cNvGraphicFramePr>
            <a:graphicFrameLocks noGrp="1"/>
          </p:cNvGraphicFramePr>
          <p:nvPr/>
        </p:nvGraphicFramePr>
        <p:xfrm>
          <a:off x="367574" y="1518655"/>
          <a:ext cx="8161645" cy="2553720"/>
        </p:xfrm>
        <a:graphic>
          <a:graphicData uri="http://schemas.openxmlformats.org/drawingml/2006/table">
            <a:tbl>
              <a:tblPr/>
              <a:tblGrid>
                <a:gridCol w="424006">
                  <a:extLst>
                    <a:ext uri="{9D8B030D-6E8A-4147-A177-3AD203B41FA5}">
                      <a16:colId xmlns:a16="http://schemas.microsoft.com/office/drawing/2014/main" val="1900101771"/>
                    </a:ext>
                  </a:extLst>
                </a:gridCol>
                <a:gridCol w="747068">
                  <a:extLst>
                    <a:ext uri="{9D8B030D-6E8A-4147-A177-3AD203B41FA5}">
                      <a16:colId xmlns:a16="http://schemas.microsoft.com/office/drawing/2014/main" val="157162835"/>
                    </a:ext>
                  </a:extLst>
                </a:gridCol>
                <a:gridCol w="869432">
                  <a:extLst>
                    <a:ext uri="{9D8B030D-6E8A-4147-A177-3AD203B41FA5}">
                      <a16:colId xmlns:a16="http://schemas.microsoft.com/office/drawing/2014/main" val="2144139534"/>
                    </a:ext>
                  </a:extLst>
                </a:gridCol>
                <a:gridCol w="647640">
                  <a:extLst>
                    <a:ext uri="{9D8B030D-6E8A-4147-A177-3AD203B41FA5}">
                      <a16:colId xmlns:a16="http://schemas.microsoft.com/office/drawing/2014/main" val="3707636500"/>
                    </a:ext>
                  </a:extLst>
                </a:gridCol>
                <a:gridCol w="1845327">
                  <a:extLst>
                    <a:ext uri="{9D8B030D-6E8A-4147-A177-3AD203B41FA5}">
                      <a16:colId xmlns:a16="http://schemas.microsoft.com/office/drawing/2014/main" val="276771802"/>
                    </a:ext>
                  </a:extLst>
                </a:gridCol>
                <a:gridCol w="2084488">
                  <a:extLst>
                    <a:ext uri="{9D8B030D-6E8A-4147-A177-3AD203B41FA5}">
                      <a16:colId xmlns:a16="http://schemas.microsoft.com/office/drawing/2014/main" val="3858554114"/>
                    </a:ext>
                  </a:extLst>
                </a:gridCol>
                <a:gridCol w="771842">
                  <a:extLst>
                    <a:ext uri="{9D8B030D-6E8A-4147-A177-3AD203B41FA5}">
                      <a16:colId xmlns:a16="http://schemas.microsoft.com/office/drawing/2014/main" val="4121491411"/>
                    </a:ext>
                  </a:extLst>
                </a:gridCol>
                <a:gridCol w="771842">
                  <a:extLst>
                    <a:ext uri="{9D8B030D-6E8A-4147-A177-3AD203B41FA5}">
                      <a16:colId xmlns:a16="http://schemas.microsoft.com/office/drawing/2014/main" val="2256410645"/>
                    </a:ext>
                  </a:extLst>
                </a:gridCol>
              </a:tblGrid>
              <a:tr h="422150">
                <a:tc>
                  <a:txBody>
                    <a:bodyPr/>
                    <a:lstStyle/>
                    <a:p>
                      <a:pPr algn="ctr" fontAlgn="ctr"/>
                      <a:r>
                        <a:rPr lang="en-US" sz="700" b="1" i="0" u="none" strike="noStrike">
                          <a:solidFill>
                            <a:schemeClr val="bg1"/>
                          </a:solidFill>
                          <a:effectLst/>
                          <a:latin typeface="等线"/>
                          <a:ea typeface="等线"/>
                        </a:rPr>
                        <a:t>N</a:t>
                      </a:r>
                      <a:r>
                        <a:rPr lang="en-US" altLang="zh-CN" sz="700" b="1" i="0" u="none" strike="noStrike">
                          <a:solidFill>
                            <a:schemeClr val="bg1"/>
                          </a:solidFill>
                          <a:effectLst/>
                          <a:latin typeface="等线"/>
                          <a:ea typeface="等线"/>
                        </a:rPr>
                        <a:t>o.</a:t>
                      </a:r>
                      <a:endParaRPr lang="en-US" sz="700" b="1" i="0" u="none" strike="noStrike">
                        <a:solidFill>
                          <a:schemeClr val="bg1"/>
                        </a:solidFill>
                        <a:effectLst/>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ID</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fontAlgn="ctr"/>
                      <a:r>
                        <a:rPr lang="en-US" sz="700" b="1" i="0" u="none" strike="noStrike">
                          <a:solidFill>
                            <a:schemeClr val="bg1"/>
                          </a:solidFill>
                          <a:effectLst/>
                          <a:latin typeface="等线"/>
                          <a:ea typeface="等线"/>
                        </a:rPr>
                        <a:t>Subject Status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EOT- Discontinue Date </a:t>
                      </a:r>
                      <a:endParaRPr lang="en-US" sz="700" b="1" i="0" u="none" strike="noStrike">
                        <a:solidFill>
                          <a:schemeClr val="bg1"/>
                        </a:solidFill>
                        <a:effectLst/>
                        <a:latin typeface="等线" panose="02010600030101010101" pitchFamily="2" charset="-122"/>
                        <a:ea typeface="等线" panose="02010600030101010101" pitchFamily="2" charset="-122"/>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Discontinue Reason</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sz="700" b="1" i="0" u="none" strike="noStrike">
                          <a:solidFill>
                            <a:schemeClr val="bg1"/>
                          </a:solidFill>
                          <a:effectLst/>
                          <a:latin typeface="等线"/>
                          <a:ea typeface="等线"/>
                        </a:rPr>
                        <a:t>if </a:t>
                      </a:r>
                      <a:r>
                        <a:rPr lang="en-US" altLang="zh-CN" sz="700">
                          <a:solidFill>
                            <a:schemeClr val="bg1"/>
                          </a:solidFill>
                        </a:rPr>
                        <a:t>Agreed to come back in 52 week</a:t>
                      </a:r>
                      <a:r>
                        <a:rPr lang="en-US" altLang="zh-CN" sz="700" b="1" i="0" u="none" strike="noStrike">
                          <a:solidFill>
                            <a:schemeClr val="bg1"/>
                          </a:solidFill>
                          <a:effectLst/>
                          <a:latin typeface="等线"/>
                          <a:ea typeface="等线"/>
                        </a:rPr>
                        <a:t>?</a:t>
                      </a:r>
                      <a:endParaRPr lang="zh-CN" altLang="en-US" sz="700">
                        <a:solidFill>
                          <a:schemeClr val="bg1"/>
                        </a:solidFill>
                        <a:latin typeface="等线"/>
                        <a:ea typeface="等线"/>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52 Weeks visit date</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fontAlgn="ctr"/>
                      <a:r>
                        <a:rPr lang="en-US" sz="700" b="1" i="0" u="none" strike="noStrike">
                          <a:solidFill>
                            <a:schemeClr val="bg1"/>
                          </a:solidFill>
                          <a:effectLst/>
                          <a:latin typeface="等线"/>
                          <a:ea typeface="等线"/>
                        </a:rPr>
                        <a:t>EOS</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2753042562"/>
                  </a:ext>
                </a:extLst>
              </a:tr>
              <a:tr h="284766">
                <a:tc>
                  <a:txBody>
                    <a:bodyPr/>
                    <a:lstStyle/>
                    <a:p>
                      <a:pPr algn="ctr" fontAlgn="ctr"/>
                      <a:r>
                        <a:rPr lang="en-US" altLang="zh-CN" sz="600" b="0" i="0" u="none" strike="noStrike" kern="1200">
                          <a:solidFill>
                            <a:schemeClr val="tx1"/>
                          </a:solidFill>
                          <a:effectLst/>
                          <a:latin typeface="Arial"/>
                          <a:ea typeface="+mn-ea"/>
                          <a:cs typeface="+mn-cs"/>
                        </a:rPr>
                        <a:t>11</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CN" sz="600" b="0" i="0" u="none" strike="noStrike" kern="1200">
                          <a:solidFill>
                            <a:schemeClr val="tx1"/>
                          </a:solidFill>
                          <a:effectLst/>
                          <a:latin typeface="Arial"/>
                          <a:ea typeface="+mn-ea"/>
                          <a:cs typeface="+mn-cs"/>
                        </a:rPr>
                        <a:t>2315601802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22-Dec-23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Subject decision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sz="600" b="0" i="0" u="none" strike="noStrike" kern="1200">
                          <a:solidFill>
                            <a:schemeClr val="tx1"/>
                          </a:solidFill>
                          <a:effectLst/>
                          <a:latin typeface="Arial"/>
                          <a:ea typeface="+mn-ea"/>
                          <a:cs typeface="+mn-cs"/>
                        </a:rPr>
                        <a:t>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600" b="0" i="0" u="none" strike="noStrike" kern="1200">
                          <a:solidFill>
                            <a:schemeClr val="tx1"/>
                          </a:solidFill>
                          <a:effectLst/>
                          <a:latin typeface="Arial"/>
                          <a:ea typeface="+mn-ea"/>
                          <a:cs typeface="+mn-cs"/>
                        </a:rPr>
                        <a:t>1-Oct-24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384741"/>
                  </a:ext>
                </a:extLst>
              </a:tr>
              <a:tr h="284766">
                <a:tc>
                  <a:txBody>
                    <a:bodyPr/>
                    <a:lstStyle/>
                    <a:p>
                      <a:pPr algn="ctr" fontAlgn="ctr"/>
                      <a:r>
                        <a:rPr lang="en-US" altLang="zh-CN" sz="600" b="0" i="0" u="none" strike="noStrike" kern="1200">
                          <a:solidFill>
                            <a:schemeClr val="tx1"/>
                          </a:solidFill>
                          <a:effectLst/>
                          <a:latin typeface="Arial"/>
                          <a:ea typeface="+mn-ea"/>
                          <a:cs typeface="+mn-cs"/>
                        </a:rPr>
                        <a:t>12</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2315604501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kern="1200">
                          <a:solidFill>
                            <a:schemeClr val="tx1"/>
                          </a:solidFill>
                          <a:effectLst/>
                          <a:latin typeface="Arial"/>
                          <a:ea typeface="+mn-ea"/>
                          <a:cs typeface="+mn-cs"/>
                        </a:rPr>
                        <a:t>28-Dec-23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rtl="0" eaLnBrk="1" fontAlgn="ctr" latinLnBrk="0" hangingPunct="1"/>
                      <a:r>
                        <a:rPr lang="en-US" altLang="zh-CN" sz="600" b="0" i="0" u="none" strike="noStrike" kern="1200">
                          <a:solidFill>
                            <a:schemeClr val="tx1"/>
                          </a:solidFill>
                          <a:effectLst/>
                          <a:latin typeface="Arial"/>
                          <a:ea typeface="+mn-ea"/>
                          <a:cs typeface="+mn-cs"/>
                        </a:rPr>
                        <a:t>Subject decision-Perceived Lack of Efficacy </a:t>
                      </a:r>
                      <a:endParaRPr lang="zh-CN" altLang="en-US" sz="600" b="0" i="0" u="none" strike="noStrike" kern="1200">
                        <a:solidFill>
                          <a:schemeClr val="tx1"/>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600" b="0" i="0" u="none" strike="noStrike" kern="1200">
                          <a:solidFill>
                            <a:schemeClr val="tx1"/>
                          </a:solidFill>
                          <a:effectLst/>
                          <a:latin typeface="Arial" panose="020B0604020202020204" pitchFamily="34" charset="0"/>
                          <a:ea typeface="+mn-ea"/>
                          <a:cs typeface="+mn-cs"/>
                        </a:rPr>
                        <a:t>N-subject refused follow-up visits and W52 visits, and only accepted telephone follow-up.</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600" b="0" i="0" u="none" strike="noStrike" kern="1200">
                          <a:solidFill>
                            <a:schemeClr val="tx1"/>
                          </a:solidFill>
                          <a:effectLst/>
                          <a:latin typeface="Arial"/>
                          <a:ea typeface="+mn-ea"/>
                          <a:cs typeface="+mn-cs"/>
                        </a:rPr>
                        <a:t>25-O</a:t>
                      </a:r>
                      <a:r>
                        <a:rPr lang="en-US" altLang="zh-CN" sz="600" b="0" i="0" u="none" strike="noStrike" kern="1200">
                          <a:solidFill>
                            <a:schemeClr val="tx1"/>
                          </a:solidFill>
                          <a:effectLst/>
                          <a:latin typeface="Arial"/>
                          <a:ea typeface="+mn-ea"/>
                          <a:cs typeface="+mn-cs"/>
                        </a:rPr>
                        <a:t>ct-24</a:t>
                      </a:r>
                      <a:endParaRPr lang="en-US" sz="600" b="0" i="0" u="none" strike="noStrike" kern="1200">
                        <a:solidFill>
                          <a:schemeClr val="tx1"/>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2363791"/>
                  </a:ext>
                </a:extLst>
              </a:tr>
              <a:tr h="313373">
                <a:tc>
                  <a:txBody>
                    <a:bodyPr/>
                    <a:lstStyle/>
                    <a:p>
                      <a:pPr algn="ctr" fontAlgn="ctr"/>
                      <a:r>
                        <a:rPr lang="en-US" altLang="zh-CN" sz="600" b="0" i="0" u="none" strike="noStrike" kern="1200">
                          <a:solidFill>
                            <a:schemeClr val="tx1"/>
                          </a:solidFill>
                          <a:effectLst/>
                          <a:latin typeface="Arial"/>
                          <a:ea typeface="+mn-ea"/>
                          <a:cs typeface="+mn-cs"/>
                        </a:rPr>
                        <a:t>13</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2315600804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sz="600" b="0" i="0" u="none" strike="noStrike" kern="1200">
                          <a:solidFill>
                            <a:schemeClr val="tx1"/>
                          </a:solidFill>
                          <a:effectLst/>
                          <a:latin typeface="Arial"/>
                          <a:ea typeface="+mn-ea"/>
                          <a:cs typeface="+mn-cs"/>
                        </a:rPr>
                        <a:t>31-Jan-24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Acute ILD Exacerbation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r>
                        <a:rPr lang="zh-CN" altLang="en-US" sz="600" b="0" i="0" u="none" strike="noStrike" kern="1200">
                          <a:solidFill>
                            <a:schemeClr val="tx1"/>
                          </a:solidFill>
                          <a:effectLst/>
                          <a:latin typeface="Arial"/>
                          <a:ea typeface="+mn-ea"/>
                          <a:cs typeface="+mn-cs"/>
                        </a:rPr>
                        <a:t>N- </a:t>
                      </a:r>
                      <a:r>
                        <a:rPr lang="en-US" altLang="zh-CN" sz="600" b="0" i="0" u="none" strike="noStrike" kern="1200">
                          <a:solidFill>
                            <a:schemeClr val="tx1"/>
                          </a:solidFill>
                          <a:effectLst/>
                          <a:latin typeface="Arial"/>
                          <a:ea typeface="+mn-ea"/>
                          <a:cs typeface="+mn-cs"/>
                        </a:rPr>
                        <a:t>The patient</a:t>
                      </a:r>
                      <a:r>
                        <a:rPr lang="zh-CN" altLang="en-US" sz="600" b="0" i="0" u="none" strike="noStrike" kern="1200">
                          <a:solidFill>
                            <a:schemeClr val="tx1"/>
                          </a:solidFill>
                          <a:effectLst/>
                          <a:latin typeface="Arial"/>
                          <a:ea typeface="+mn-ea"/>
                          <a:cs typeface="+mn-cs"/>
                        </a:rPr>
                        <a:t>‘</a:t>
                      </a:r>
                      <a:r>
                        <a:rPr lang="en-US" altLang="zh-CN" sz="600" b="0" i="0" u="none" strike="noStrike" kern="1200">
                          <a:solidFill>
                            <a:schemeClr val="tx1"/>
                          </a:solidFill>
                          <a:effectLst/>
                          <a:latin typeface="Arial"/>
                          <a:ea typeface="+mn-ea"/>
                          <a:cs typeface="+mn-cs"/>
                        </a:rPr>
                        <a:t>s condition worsened acutely. The patient is currently in critical condition and unable to cooperate in completing any follow-up monitoring.</a:t>
                      </a:r>
                      <a:endParaRPr lang="en-US" sz="1000">
                        <a:solidFill>
                          <a:schemeClr val="tx1"/>
                        </a:solidFill>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377" rtl="0" eaLnBrk="1" fontAlgn="b" latinLnBrk="0" hangingPunct="1"/>
                      <a:r>
                        <a:rPr kumimoji="1" lang="en-US" sz="600" b="0" i="0" u="none" strike="noStrike" kern="1200">
                          <a:solidFill>
                            <a:schemeClr val="tx1"/>
                          </a:solidFill>
                          <a:effectLst/>
                          <a:latin typeface="Arial"/>
                          <a:ea typeface="+mn-ea"/>
                          <a:cs typeface="+mn-cs"/>
                        </a:rPr>
                        <a:t>30-Aug-24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3932117"/>
                  </a:ext>
                </a:extLst>
              </a:tr>
              <a:tr h="284766">
                <a:tc>
                  <a:txBody>
                    <a:bodyPr/>
                    <a:lstStyle/>
                    <a:p>
                      <a:pPr algn="ctr" fontAlgn="ctr"/>
                      <a:r>
                        <a:rPr lang="en-US" altLang="zh-CN" sz="600" b="0" i="0" u="none" strike="noStrike" kern="1200">
                          <a:solidFill>
                            <a:schemeClr val="tx1"/>
                          </a:solidFill>
                          <a:effectLst/>
                          <a:latin typeface="Arial"/>
                          <a:ea typeface="+mn-ea"/>
                          <a:cs typeface="+mn-cs"/>
                        </a:rPr>
                        <a:t>14</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CN" sz="600" b="0" i="0" u="none" strike="noStrike" kern="1200">
                          <a:solidFill>
                            <a:schemeClr val="tx1"/>
                          </a:solidFill>
                          <a:effectLst/>
                          <a:latin typeface="Arial"/>
                          <a:ea typeface="+mn-ea"/>
                          <a:cs typeface="+mn-cs"/>
                        </a:rPr>
                        <a:t>2315606302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chemeClr val="tx1"/>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zh-CN" sz="600" b="0" i="0" u="none" strike="noStrike" kern="1200">
                          <a:solidFill>
                            <a:schemeClr val="tx1"/>
                          </a:solidFill>
                          <a:effectLst/>
                          <a:latin typeface="Arial"/>
                          <a:ea typeface="+mn-ea"/>
                          <a:cs typeface="+mn-cs"/>
                        </a:rPr>
                        <a:t>31-Jan-24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r>
                        <a:rPr kumimoji="1" lang="en-US" altLang="zh-CN" sz="600" b="0" i="0" u="none" strike="noStrike" kern="1200">
                          <a:solidFill>
                            <a:schemeClr val="tx1"/>
                          </a:solidFill>
                          <a:effectLst/>
                          <a:latin typeface="Arial"/>
                          <a:ea typeface="+mn-ea"/>
                          <a:cs typeface="+mn-cs"/>
                        </a:rPr>
                        <a:t>Lung transplant</a:t>
                      </a:r>
                      <a:endParaRPr kumimoji="1" lang="zh-CN" altLang="en-US" sz="600" b="0" i="0" u="none" strike="noStrike" kern="1200">
                        <a:solidFill>
                          <a:schemeClr val="tx1"/>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r>
                        <a:rPr lang="zh-CN" altLang="en-US" sz="600" b="0" i="0" u="none" strike="noStrike" kern="1200">
                          <a:solidFill>
                            <a:schemeClr val="tx1"/>
                          </a:solidFill>
                          <a:effectLst/>
                          <a:latin typeface="Arial"/>
                          <a:ea typeface="+mn-ea"/>
                          <a:cs typeface="+mn-cs"/>
                        </a:rPr>
                        <a:t>N- </a:t>
                      </a:r>
                      <a:r>
                        <a:rPr lang="en-US" altLang="zh-CN" sz="600" b="0" i="0" u="none" strike="noStrike" kern="1200">
                          <a:solidFill>
                            <a:schemeClr val="tx1"/>
                          </a:solidFill>
                          <a:effectLst/>
                          <a:latin typeface="Arial"/>
                          <a:ea typeface="+mn-ea"/>
                          <a:cs typeface="+mn-cs"/>
                        </a:rPr>
                        <a:t>The patient refused to come to the hospital for fear of increasing the risk of lung infection.</a:t>
                      </a:r>
                      <a:endParaRPr lang="en-US" sz="1000">
                        <a:solidFill>
                          <a:schemeClr val="tx1"/>
                        </a:solidFill>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kumimoji="1" lang="en-US" altLang="zh-CN" sz="600" b="0" i="0" u="none" strike="noStrike" kern="1200">
                          <a:solidFill>
                            <a:schemeClr val="tx1"/>
                          </a:solidFill>
                          <a:effectLst/>
                          <a:latin typeface="Arial"/>
                          <a:ea typeface="+mn-ea"/>
                          <a:cs typeface="+mn-cs"/>
                        </a:rPr>
                        <a:t>15-Aug-24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4079317"/>
                  </a:ext>
                </a:extLst>
              </a:tr>
              <a:tr h="284766">
                <a:tc>
                  <a:txBody>
                    <a:bodyPr/>
                    <a:lstStyle/>
                    <a:p>
                      <a:pPr algn="ctr" fontAlgn="ctr"/>
                      <a:r>
                        <a:rPr kumimoji="1" lang="en-US" altLang="zh-CN" sz="600" b="0" i="0" u="none" strike="noStrike" kern="1200">
                          <a:solidFill>
                            <a:srgbClr val="FF0000"/>
                          </a:solidFill>
                          <a:effectLst/>
                          <a:latin typeface="Arial"/>
                          <a:ea typeface="+mn-ea"/>
                          <a:cs typeface="+mn-cs"/>
                        </a:rPr>
                        <a:t>15</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kumimoji="1" lang="en-US" altLang="zh-CN" sz="600" b="0" i="0" u="none" strike="noStrike" kern="1200">
                          <a:solidFill>
                            <a:srgbClr val="FF0000"/>
                          </a:solidFill>
                          <a:effectLst/>
                          <a:latin typeface="Arial"/>
                          <a:ea typeface="+mn-ea"/>
                          <a:cs typeface="+mn-cs"/>
                        </a:rPr>
                        <a:t>2315601310</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en-US" altLang="zh-CN" sz="600" b="0" i="0" u="none" strike="noStrike" kern="1200" noProof="0">
                          <a:solidFill>
                            <a:srgbClr val="FF0000"/>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zh-CN" sz="600" b="0" i="0" u="none" strike="noStrike" kern="1200">
                          <a:solidFill>
                            <a:srgbClr val="FF0000"/>
                          </a:solidFill>
                          <a:effectLst/>
                          <a:latin typeface="Arial"/>
                          <a:ea typeface="+mn-ea"/>
                          <a:cs typeface="+mn-cs"/>
                        </a:rPr>
                        <a:t>20-Mar-24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defTabSz="914400" rtl="0" eaLnBrk="1" fontAlgn="ctr" latinLnBrk="0" hangingPunct="1"/>
                      <a:r>
                        <a:rPr lang="en-US" altLang="zh-CN" sz="600" b="0" i="0" u="none" strike="noStrike" kern="1200">
                          <a:solidFill>
                            <a:srgbClr val="FF0000"/>
                          </a:solidFill>
                          <a:effectLst/>
                          <a:latin typeface="Arial"/>
                          <a:ea typeface="+mn-ea"/>
                          <a:cs typeface="+mn-cs"/>
                        </a:rPr>
                        <a:t>Malignancy(</a:t>
                      </a:r>
                      <a:r>
                        <a:rPr lang="zh-CN" altLang="en-US" sz="600" b="0" i="0" u="none" strike="noStrike" kern="1200">
                          <a:solidFill>
                            <a:srgbClr val="FF0000"/>
                          </a:solidFill>
                          <a:effectLst/>
                          <a:latin typeface="Arial"/>
                          <a:ea typeface="+mn-ea"/>
                          <a:cs typeface="+mn-cs"/>
                        </a:rPr>
                        <a:t>骨髓增殖性肿瘤</a:t>
                      </a:r>
                      <a:r>
                        <a:rPr lang="en-US" altLang="zh-CN" sz="600" b="0" i="0" u="none" strike="noStrike" kern="1200">
                          <a:solidFill>
                            <a:srgbClr val="FF0000"/>
                          </a:solidFill>
                          <a:effectLst/>
                          <a:latin typeface="Arial"/>
                          <a:ea typeface="+mn-ea"/>
                          <a:cs typeface="+mn-cs"/>
                        </a:rPr>
                        <a:t>-</a:t>
                      </a:r>
                      <a:r>
                        <a:rPr lang="zh-CN" altLang="en-US" sz="600" b="0" i="0" u="none" strike="noStrike" kern="1200">
                          <a:solidFill>
                            <a:srgbClr val="FF0000"/>
                          </a:solidFill>
                          <a:effectLst/>
                          <a:latin typeface="Arial"/>
                          <a:ea typeface="+mn-ea"/>
                          <a:cs typeface="+mn-cs"/>
                        </a:rPr>
                        <a:t>原发性血小板增多症</a:t>
                      </a:r>
                      <a:r>
                        <a:rPr lang="en-US" altLang="zh-CN" sz="600" b="0" i="0" u="none" strike="noStrike" kern="1200">
                          <a:solidFill>
                            <a:srgbClr val="FF0000"/>
                          </a:solidFill>
                          <a:effectLst/>
                          <a:latin typeface="Arial"/>
                          <a:ea typeface="+mn-ea"/>
                          <a:cs typeface="+mn-cs"/>
                        </a:rPr>
                        <a:t>)</a:t>
                      </a:r>
                      <a:endParaRPr lang="zh-CN" altLang="en-US" sz="600" b="0" i="0" u="none" strike="noStrike" kern="1200">
                        <a:solidFill>
                          <a:srgbClr val="FF0000"/>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600" b="0" i="0" u="none" strike="noStrike" kern="1200">
                          <a:solidFill>
                            <a:srgbClr val="FF0000"/>
                          </a:solidFill>
                          <a:effectLst/>
                          <a:latin typeface="Arial"/>
                          <a:ea typeface="+mn-ea"/>
                          <a:cs typeface="+mn-cs"/>
                        </a:rPr>
                        <a:t>Y</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zh-CN" sz="600" b="0" i="0" u="none" strike="noStrike" kern="1200">
                          <a:solidFill>
                            <a:srgbClr val="FF0000"/>
                          </a:solidFill>
                          <a:effectLst/>
                          <a:latin typeface="Arial"/>
                          <a:ea typeface="+mn-ea"/>
                          <a:cs typeface="+mn-cs"/>
                        </a:rPr>
                        <a:t>24-Sep-24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2895105"/>
                  </a:ext>
                </a:extLst>
              </a:tr>
              <a:tr h="313373">
                <a:tc>
                  <a:txBody>
                    <a:bodyPr/>
                    <a:lstStyle/>
                    <a:p>
                      <a:pPr algn="ctr" fontAlgn="ctr"/>
                      <a:r>
                        <a:rPr kumimoji="1" lang="en-US" altLang="zh-CN" sz="600" b="0" i="0" u="none" strike="noStrike" kern="1200">
                          <a:solidFill>
                            <a:srgbClr val="FF0000"/>
                          </a:solidFill>
                          <a:effectLst/>
                          <a:latin typeface="Arial"/>
                          <a:ea typeface="+mn-ea"/>
                          <a:cs typeface="+mn-cs"/>
                        </a:rPr>
                        <a:t>16</a:t>
                      </a: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kumimoji="1" lang="en-US" altLang="zh-CN" sz="600" b="0" i="0" u="none" strike="noStrike" kern="1200">
                          <a:solidFill>
                            <a:srgbClr val="FF0000"/>
                          </a:solidFill>
                          <a:effectLst/>
                          <a:latin typeface="Arial"/>
                          <a:ea typeface="+mn-ea"/>
                          <a:cs typeface="+mn-cs"/>
                        </a:rPr>
                        <a:t>2315600201</a:t>
                      </a: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en-US" altLang="zh-CN" sz="600" b="0" i="0" u="none" strike="noStrike" kern="1200" noProof="0">
                          <a:solidFill>
                            <a:srgbClr val="FF0000"/>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zh-CN" sz="600" b="0" i="0" u="none" strike="noStrike" kern="1200" noProof="0">
                          <a:solidFill>
                            <a:srgbClr val="FF0000"/>
                          </a:solidFill>
                          <a:effectLst/>
                          <a:latin typeface="Arial"/>
                          <a:ea typeface="+mn-ea"/>
                          <a:cs typeface="+mn-cs"/>
                        </a:rPr>
                        <a:t>28-Mar-24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en-US" altLang="zh-CN" sz="600" b="0" i="0" u="none" strike="noStrike" kern="1200" noProof="0">
                          <a:solidFill>
                            <a:srgbClr val="FF0000"/>
                          </a:solidFill>
                          <a:effectLst/>
                          <a:latin typeface="Arial"/>
                          <a:ea typeface="+mn-ea"/>
                          <a:cs typeface="+mn-cs"/>
                        </a:rPr>
                        <a:t>Acute ILD Exacerbation</a:t>
                      </a:r>
                      <a:endParaRPr kumimoji="1" lang="en-US" altLang="zh-CN" sz="600" b="0" i="0" u="none" strike="noStrike" kern="1200">
                        <a:solidFill>
                          <a:srgbClr val="FF0000"/>
                        </a:solidFill>
                        <a:effectLst/>
                        <a:latin typeface="Arial"/>
                        <a:ea typeface="+mn-ea"/>
                        <a:cs typeface="+mn-cs"/>
                      </a:endParaRPr>
                    </a:p>
                    <a:p>
                      <a:pPr marL="0" lvl="0" algn="l" defTabSz="914400">
                        <a:buNone/>
                      </a:pPr>
                      <a:endParaRPr kumimoji="1" lang="zh-CN" altLang="en-US" sz="600" b="0" i="0" u="none" strike="noStrike" kern="1200">
                        <a:solidFill>
                          <a:srgbClr val="FF0000"/>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ctr" latinLnBrk="0" hangingPunct="1"/>
                      <a:r>
                        <a:rPr lang="en-US" altLang="zh-CN" sz="600" b="0" i="0" u="none" strike="noStrike" kern="1200">
                          <a:solidFill>
                            <a:srgbClr val="FF0000"/>
                          </a:solidFill>
                          <a:effectLst/>
                          <a:latin typeface="Arial"/>
                          <a:ea typeface="+mn-ea"/>
                          <a:cs typeface="+mn-cs"/>
                        </a:rPr>
                        <a:t>N-His physical condition is very poor. He continues to take oxygen and cannot go out. His home and site are not in the same city.</a:t>
                      </a:r>
                      <a:endParaRPr kumimoji="1" lang="en-US" altLang="zh-CN" sz="600" b="0" i="0" u="none" strike="noStrike" kern="1200">
                        <a:solidFill>
                          <a:srgbClr val="FF0000"/>
                        </a:solidFill>
                        <a:effectLst/>
                        <a:latin typeface="Arial"/>
                        <a:ea typeface="+mn-ea"/>
                        <a:cs typeface="+mn-cs"/>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600" b="0" i="0" u="none" strike="noStrike" kern="1200" noProof="0">
                          <a:solidFill>
                            <a:srgbClr val="FF0000"/>
                          </a:solidFill>
                          <a:effectLst/>
                          <a:latin typeface="Arial"/>
                        </a:rPr>
                        <a:t>2-Jul-24</a:t>
                      </a:r>
                      <a:endParaRPr lang="en-US" sz="1000">
                        <a:solidFill>
                          <a:srgbClr val="FF0000"/>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1909601"/>
                  </a:ext>
                </a:extLst>
              </a:tr>
              <a:tr h="365760">
                <a:tc>
                  <a:txBody>
                    <a:bodyPr/>
                    <a:lstStyle/>
                    <a:p>
                      <a:pPr lvl="0" algn="ctr">
                        <a:buNone/>
                      </a:pPr>
                      <a:r>
                        <a:rPr kumimoji="1" lang="en-US" altLang="zh-CN" sz="600" b="0" i="0" u="none" strike="noStrike" kern="1200">
                          <a:solidFill>
                            <a:srgbClr val="FF0000"/>
                          </a:solidFill>
                          <a:effectLst/>
                          <a:latin typeface="Arial"/>
                          <a:ea typeface="+mn-ea"/>
                          <a:cs typeface="+mn-cs"/>
                        </a:rPr>
                        <a:t>17</a:t>
                      </a:r>
                      <a:endParaRPr kumimoji="1" lang="en-US" sz="600" b="0" i="0" u="none" strike="noStrike" kern="1200">
                        <a:solidFill>
                          <a:srgbClr val="FF0000"/>
                        </a:solidFill>
                        <a:effectLst/>
                        <a:latin typeface="Arial"/>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kumimoji="1" lang="en-US" altLang="zh-CN" sz="600" b="0" i="0" u="none" strike="noStrike" kern="1200">
                          <a:solidFill>
                            <a:srgbClr val="FF0000"/>
                          </a:solidFill>
                          <a:effectLst/>
                          <a:latin typeface="Arial"/>
                          <a:ea typeface="+mn-ea"/>
                          <a:cs typeface="+mn-cs"/>
                        </a:rPr>
                        <a:t>2315606305</a:t>
                      </a:r>
                      <a:endParaRPr kumimoji="1" lang="en-US" sz="600" b="0" i="0" u="none" strike="noStrike" kern="1200">
                        <a:solidFill>
                          <a:srgbClr val="FF0000"/>
                        </a:solidFill>
                        <a:effectLst/>
                        <a:latin typeface="Arial"/>
                        <a:ea typeface="+mn-ea"/>
                        <a:cs typeface="+mn-cs"/>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377" rtl="0">
                        <a:lnSpc>
                          <a:spcPct val="100000"/>
                        </a:lnSpc>
                        <a:spcBef>
                          <a:spcPts val="0"/>
                        </a:spcBef>
                        <a:spcAft>
                          <a:spcPts val="0"/>
                        </a:spcAft>
                        <a:buClrTx/>
                        <a:buSzTx/>
                        <a:buFontTx/>
                        <a:buNone/>
                        <a:tabLst/>
                        <a:defRPr/>
                      </a:pPr>
                      <a:r>
                        <a:rPr kumimoji="1" lang="en-US" altLang="zh-CN" sz="600" b="0" i="0" u="none" strike="noStrike" kern="1200" noProof="0">
                          <a:solidFill>
                            <a:srgbClr val="FF0000"/>
                          </a:solidFill>
                          <a:effectLst/>
                          <a:latin typeface="Arial"/>
                          <a:ea typeface="+mn-ea"/>
                          <a:cs typeface="+mn-cs"/>
                        </a:rPr>
                        <a:t>Study Discontinued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Tx/>
                        <a:buNone/>
                      </a:pPr>
                      <a:r>
                        <a:rPr kumimoji="1" lang="en-US" altLang="zh-CN" sz="600" b="0" i="0" u="none" strike="noStrike" kern="1200" noProof="0">
                          <a:solidFill>
                            <a:srgbClr val="FF0000"/>
                          </a:solidFill>
                          <a:effectLst/>
                          <a:latin typeface="Arial"/>
                          <a:ea typeface="+mn-ea"/>
                          <a:cs typeface="+mn-cs"/>
                        </a:rPr>
                        <a:t>28-Mar-24</a:t>
                      </a:r>
                      <a:endParaRPr kumimoji="1" lang="en-US" sz="600" b="0" i="0" u="none" strike="noStrike" kern="1200">
                        <a:solidFill>
                          <a:srgbClr val="FF0000"/>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en-US" altLang="zh-CN" sz="600" b="0" i="0" u="none" strike="noStrike" kern="1200" noProof="0">
                          <a:solidFill>
                            <a:srgbClr val="FF0000"/>
                          </a:solidFill>
                          <a:effectLst/>
                          <a:latin typeface="Arial"/>
                          <a:ea typeface="+mn-ea"/>
                          <a:cs typeface="+mn-cs"/>
                        </a:rPr>
                        <a:t>Subject decision - The patient's dyspnea worsened, and the pain in his lower back was not relieved after being hospitalized. He started taking pirfenidone on his own from 20Mar2024.</a:t>
                      </a:r>
                      <a:endParaRPr kumimoji="1" lang="en-US" altLang="zh-CN" sz="600" b="0" i="0" u="none" strike="noStrike" kern="1200">
                        <a:solidFill>
                          <a:srgbClr val="FF0000"/>
                        </a:solidFill>
                        <a:effectLst/>
                        <a:latin typeface="Arial"/>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lvl="0" algn="ctr" rtl="0">
                        <a:buNone/>
                      </a:pPr>
                      <a:r>
                        <a:rPr lang="en-US" altLang="zh-CN" sz="600" b="0" i="0" u="none" strike="noStrike" kern="1200">
                          <a:solidFill>
                            <a:srgbClr val="FF0000"/>
                          </a:solidFill>
                          <a:effectLst/>
                          <a:latin typeface="Arial"/>
                          <a:ea typeface="+mn-ea"/>
                          <a:cs typeface="+mn-cs"/>
                        </a:rPr>
                        <a:t>Y</a:t>
                      </a:r>
                      <a:endParaRPr kumimoji="1" lang="en-US" altLang="zh-CN" sz="600" b="0" i="0" u="none" strike="noStrike" kern="1200">
                        <a:solidFill>
                          <a:srgbClr val="FF0000"/>
                        </a:solidFill>
                        <a:effectLst/>
                        <a:latin typeface="Arial"/>
                        <a:ea typeface="+mn-ea"/>
                        <a:cs typeface="+mn-cs"/>
                      </a:endParaRPr>
                    </a:p>
                  </a:txBody>
                  <a:tcPr marL="4763" marR="4763" marT="4763" marB="3429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600" b="0" i="0" u="none" strike="noStrike" kern="1200" noProof="0">
                          <a:solidFill>
                            <a:srgbClr val="FF0000"/>
                          </a:solidFill>
                          <a:effectLst/>
                          <a:latin typeface="Arial"/>
                        </a:rPr>
                        <a:t>22-Oct-24</a:t>
                      </a:r>
                      <a:endParaRPr lang="en-US" sz="1000">
                        <a:solidFill>
                          <a:srgbClr val="FF0000"/>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zh-CN" altLang="en-US" sz="600" b="0" i="0" u="none" strike="noStrike" kern="1200">
                        <a:solidFill>
                          <a:schemeClr val="tx1"/>
                        </a:solidFill>
                        <a:effectLst/>
                        <a:latin typeface="Arial" panose="020B0604020202020204" pitchFamily="34" charset="0"/>
                        <a:ea typeface="+mn-ea"/>
                        <a:cs typeface="+mn-cs"/>
                      </a:endParaRPr>
                    </a:p>
                  </a:txBody>
                  <a:tcPr marL="3747" marR="3747" marT="3747" marB="26977"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7609904"/>
                  </a:ext>
                </a:extLst>
              </a:tr>
            </a:tbl>
          </a:graphicData>
        </a:graphic>
      </p:graphicFrame>
    </p:spTree>
    <p:extLst>
      <p:ext uri="{BB962C8B-B14F-4D97-AF65-F5344CB8AC3E}">
        <p14:creationId xmlns:p14="http://schemas.microsoft.com/office/powerpoint/2010/main" val="3276089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359137" y="294731"/>
            <a:ext cx="8424863" cy="540000"/>
          </a:xfrm>
        </p:spPr>
        <p:txBody>
          <a:bodyPr>
            <a:normAutofit/>
          </a:bodyPr>
          <a:lstStyle/>
          <a:p>
            <a:r>
              <a:rPr lang="en-US" altLang="zh-CN" sz="1600" u="sng">
                <a:latin typeface="+mn-ea"/>
                <a:ea typeface="+mn-ea"/>
                <a:cs typeface="Calibri" panose="020F0502020204030204" pitchFamily="34" charset="0"/>
              </a:rPr>
              <a:t>Next wave: </a:t>
            </a:r>
            <a:r>
              <a:rPr lang="en-US" altLang="zh-CN" sz="1400">
                <a:latin typeface="+mn-ea"/>
                <a:ea typeface="+mn-ea"/>
                <a:cs typeface="Calibri" panose="020F0502020204030204" pitchFamily="34" charset="0"/>
              </a:rPr>
              <a:t>BI 1015550 (PDE4b inhibitor)</a:t>
            </a:r>
            <a:br>
              <a:rPr lang="en-US" altLang="zh-CN" sz="1400">
                <a:latin typeface="+mn-ea"/>
                <a:ea typeface="+mn-ea"/>
                <a:cs typeface="Calibri" panose="020F0502020204030204" pitchFamily="34" charset="0"/>
              </a:rPr>
            </a:br>
            <a:r>
              <a:rPr lang="en-US" altLang="zh-CN" sz="1400">
                <a:latin typeface="+mn-ea"/>
                <a:ea typeface="+mn-ea"/>
                <a:cs typeface="Calibri" panose="020F0502020204030204" pitchFamily="34" charset="0"/>
              </a:rPr>
              <a:t>SSc</a:t>
            </a:r>
            <a:endParaRPr lang="zh-CN" altLang="en-US" sz="1600">
              <a:latin typeface="+mn-ea"/>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9000" y="2792415"/>
            <a:ext cx="9126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274540" y="790213"/>
          <a:ext cx="8775060" cy="514350"/>
        </p:xfrm>
        <a:graphic>
          <a:graphicData uri="http://schemas.openxmlformats.org/drawingml/2006/table">
            <a:tbl>
              <a:tblPr firstRow="1" bandRow="1"/>
              <a:tblGrid>
                <a:gridCol w="313395">
                  <a:extLst>
                    <a:ext uri="{9D8B030D-6E8A-4147-A177-3AD203B41FA5}">
                      <a16:colId xmlns:a16="http://schemas.microsoft.com/office/drawing/2014/main" val="3411862845"/>
                    </a:ext>
                  </a:extLst>
                </a:gridCol>
                <a:gridCol w="313395">
                  <a:extLst>
                    <a:ext uri="{9D8B030D-6E8A-4147-A177-3AD203B41FA5}">
                      <a16:colId xmlns:a16="http://schemas.microsoft.com/office/drawing/2014/main" val="2851474774"/>
                    </a:ext>
                  </a:extLst>
                </a:gridCol>
                <a:gridCol w="313395">
                  <a:extLst>
                    <a:ext uri="{9D8B030D-6E8A-4147-A177-3AD203B41FA5}">
                      <a16:colId xmlns:a16="http://schemas.microsoft.com/office/drawing/2014/main" val="107595344"/>
                    </a:ext>
                  </a:extLst>
                </a:gridCol>
                <a:gridCol w="313395">
                  <a:extLst>
                    <a:ext uri="{9D8B030D-6E8A-4147-A177-3AD203B41FA5}">
                      <a16:colId xmlns:a16="http://schemas.microsoft.com/office/drawing/2014/main" val="1666999431"/>
                    </a:ext>
                  </a:extLst>
                </a:gridCol>
                <a:gridCol w="313395">
                  <a:extLst>
                    <a:ext uri="{9D8B030D-6E8A-4147-A177-3AD203B41FA5}">
                      <a16:colId xmlns:a16="http://schemas.microsoft.com/office/drawing/2014/main" val="3696607442"/>
                    </a:ext>
                  </a:extLst>
                </a:gridCol>
                <a:gridCol w="313395">
                  <a:extLst>
                    <a:ext uri="{9D8B030D-6E8A-4147-A177-3AD203B41FA5}">
                      <a16:colId xmlns:a16="http://schemas.microsoft.com/office/drawing/2014/main" val="223989776"/>
                    </a:ext>
                  </a:extLst>
                </a:gridCol>
                <a:gridCol w="313395">
                  <a:extLst>
                    <a:ext uri="{9D8B030D-6E8A-4147-A177-3AD203B41FA5}">
                      <a16:colId xmlns:a16="http://schemas.microsoft.com/office/drawing/2014/main" val="124731204"/>
                    </a:ext>
                  </a:extLst>
                </a:gridCol>
                <a:gridCol w="313395">
                  <a:extLst>
                    <a:ext uri="{9D8B030D-6E8A-4147-A177-3AD203B41FA5}">
                      <a16:colId xmlns:a16="http://schemas.microsoft.com/office/drawing/2014/main" val="3066978585"/>
                    </a:ext>
                  </a:extLst>
                </a:gridCol>
                <a:gridCol w="313395">
                  <a:extLst>
                    <a:ext uri="{9D8B030D-6E8A-4147-A177-3AD203B41FA5}">
                      <a16:colId xmlns:a16="http://schemas.microsoft.com/office/drawing/2014/main" val="1064917641"/>
                    </a:ext>
                  </a:extLst>
                </a:gridCol>
                <a:gridCol w="313395">
                  <a:extLst>
                    <a:ext uri="{9D8B030D-6E8A-4147-A177-3AD203B41FA5}">
                      <a16:colId xmlns:a16="http://schemas.microsoft.com/office/drawing/2014/main" val="4221117315"/>
                    </a:ext>
                  </a:extLst>
                </a:gridCol>
                <a:gridCol w="313395">
                  <a:extLst>
                    <a:ext uri="{9D8B030D-6E8A-4147-A177-3AD203B41FA5}">
                      <a16:colId xmlns:a16="http://schemas.microsoft.com/office/drawing/2014/main" val="3266065341"/>
                    </a:ext>
                  </a:extLst>
                </a:gridCol>
                <a:gridCol w="313395">
                  <a:extLst>
                    <a:ext uri="{9D8B030D-6E8A-4147-A177-3AD203B41FA5}">
                      <a16:colId xmlns:a16="http://schemas.microsoft.com/office/drawing/2014/main" val="2374051224"/>
                    </a:ext>
                  </a:extLst>
                </a:gridCol>
                <a:gridCol w="313395">
                  <a:extLst>
                    <a:ext uri="{9D8B030D-6E8A-4147-A177-3AD203B41FA5}">
                      <a16:colId xmlns:a16="http://schemas.microsoft.com/office/drawing/2014/main" val="1840388365"/>
                    </a:ext>
                  </a:extLst>
                </a:gridCol>
                <a:gridCol w="313395">
                  <a:extLst>
                    <a:ext uri="{9D8B030D-6E8A-4147-A177-3AD203B41FA5}">
                      <a16:colId xmlns:a16="http://schemas.microsoft.com/office/drawing/2014/main" val="267750830"/>
                    </a:ext>
                  </a:extLst>
                </a:gridCol>
                <a:gridCol w="313395">
                  <a:extLst>
                    <a:ext uri="{9D8B030D-6E8A-4147-A177-3AD203B41FA5}">
                      <a16:colId xmlns:a16="http://schemas.microsoft.com/office/drawing/2014/main" val="3966469970"/>
                    </a:ext>
                  </a:extLst>
                </a:gridCol>
                <a:gridCol w="313395">
                  <a:extLst>
                    <a:ext uri="{9D8B030D-6E8A-4147-A177-3AD203B41FA5}">
                      <a16:colId xmlns:a16="http://schemas.microsoft.com/office/drawing/2014/main" val="2522973146"/>
                    </a:ext>
                  </a:extLst>
                </a:gridCol>
                <a:gridCol w="313395">
                  <a:extLst>
                    <a:ext uri="{9D8B030D-6E8A-4147-A177-3AD203B41FA5}">
                      <a16:colId xmlns:a16="http://schemas.microsoft.com/office/drawing/2014/main" val="3852236956"/>
                    </a:ext>
                  </a:extLst>
                </a:gridCol>
                <a:gridCol w="313395">
                  <a:extLst>
                    <a:ext uri="{9D8B030D-6E8A-4147-A177-3AD203B41FA5}">
                      <a16:colId xmlns:a16="http://schemas.microsoft.com/office/drawing/2014/main" val="2684703990"/>
                    </a:ext>
                  </a:extLst>
                </a:gridCol>
                <a:gridCol w="313395">
                  <a:extLst>
                    <a:ext uri="{9D8B030D-6E8A-4147-A177-3AD203B41FA5}">
                      <a16:colId xmlns:a16="http://schemas.microsoft.com/office/drawing/2014/main" val="493228184"/>
                    </a:ext>
                  </a:extLst>
                </a:gridCol>
                <a:gridCol w="313395">
                  <a:extLst>
                    <a:ext uri="{9D8B030D-6E8A-4147-A177-3AD203B41FA5}">
                      <a16:colId xmlns:a16="http://schemas.microsoft.com/office/drawing/2014/main" val="1381913138"/>
                    </a:ext>
                  </a:extLst>
                </a:gridCol>
                <a:gridCol w="313395">
                  <a:extLst>
                    <a:ext uri="{9D8B030D-6E8A-4147-A177-3AD203B41FA5}">
                      <a16:colId xmlns:a16="http://schemas.microsoft.com/office/drawing/2014/main" val="2981130253"/>
                    </a:ext>
                  </a:extLst>
                </a:gridCol>
                <a:gridCol w="313395">
                  <a:extLst>
                    <a:ext uri="{9D8B030D-6E8A-4147-A177-3AD203B41FA5}">
                      <a16:colId xmlns:a16="http://schemas.microsoft.com/office/drawing/2014/main" val="1079565870"/>
                    </a:ext>
                  </a:extLst>
                </a:gridCol>
                <a:gridCol w="313395">
                  <a:extLst>
                    <a:ext uri="{9D8B030D-6E8A-4147-A177-3AD203B41FA5}">
                      <a16:colId xmlns:a16="http://schemas.microsoft.com/office/drawing/2014/main" val="3858798142"/>
                    </a:ext>
                  </a:extLst>
                </a:gridCol>
                <a:gridCol w="313395">
                  <a:extLst>
                    <a:ext uri="{9D8B030D-6E8A-4147-A177-3AD203B41FA5}">
                      <a16:colId xmlns:a16="http://schemas.microsoft.com/office/drawing/2014/main" val="3644221336"/>
                    </a:ext>
                  </a:extLst>
                </a:gridCol>
                <a:gridCol w="313395">
                  <a:extLst>
                    <a:ext uri="{9D8B030D-6E8A-4147-A177-3AD203B41FA5}">
                      <a16:colId xmlns:a16="http://schemas.microsoft.com/office/drawing/2014/main" val="2294277384"/>
                    </a:ext>
                  </a:extLst>
                </a:gridCol>
                <a:gridCol w="313395">
                  <a:extLst>
                    <a:ext uri="{9D8B030D-6E8A-4147-A177-3AD203B41FA5}">
                      <a16:colId xmlns:a16="http://schemas.microsoft.com/office/drawing/2014/main" val="3507583475"/>
                    </a:ext>
                  </a:extLst>
                </a:gridCol>
                <a:gridCol w="313395">
                  <a:extLst>
                    <a:ext uri="{9D8B030D-6E8A-4147-A177-3AD203B41FA5}">
                      <a16:colId xmlns:a16="http://schemas.microsoft.com/office/drawing/2014/main" val="886327182"/>
                    </a:ext>
                  </a:extLst>
                </a:gridCol>
                <a:gridCol w="313395">
                  <a:extLst>
                    <a:ext uri="{9D8B030D-6E8A-4147-A177-3AD203B41FA5}">
                      <a16:colId xmlns:a16="http://schemas.microsoft.com/office/drawing/2014/main" val="1377691189"/>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2026</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2030</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76131" y="955211"/>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51" name="Isosceles Triangle 50"/>
          <p:cNvSpPr/>
          <p:nvPr/>
        </p:nvSpPr>
        <p:spPr>
          <a:xfrm rot="5400000">
            <a:off x="8868876" y="94099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44" name="TextBox 43"/>
          <p:cNvSpPr txBox="1"/>
          <p:nvPr/>
        </p:nvSpPr>
        <p:spPr>
          <a:xfrm>
            <a:off x="-2637" y="1574376"/>
            <a:ext cx="429683" cy="246221"/>
          </a:xfrm>
          <a:prstGeom prst="rect">
            <a:avLst/>
          </a:prstGeom>
          <a:noFill/>
          <a:ln>
            <a:solidFill>
              <a:schemeClr val="accent1"/>
            </a:solidFill>
          </a:ln>
        </p:spPr>
        <p:txBody>
          <a:bodyPr wrap="square" lIns="0" tIns="0" rIns="0" bIns="0" rtlCol="0">
            <a:spAutoFit/>
          </a:bodyPr>
          <a:lstStyle/>
          <a:p>
            <a:pPr algn="ctr" defTabSz="914333">
              <a:defRPr/>
            </a:pPr>
            <a:r>
              <a:rPr lang="en-US" sz="800" b="1">
                <a:solidFill>
                  <a:srgbClr val="0066CC"/>
                </a:solidFill>
                <a:latin typeface="Calibri" panose="020F0502020204030204" pitchFamily="34" charset="0"/>
                <a:cs typeface="Calibri" panose="020F0502020204030204" pitchFamily="34" charset="0"/>
              </a:rPr>
              <a:t>Ph2b-1305.40</a:t>
            </a:r>
          </a:p>
        </p:txBody>
      </p:sp>
      <p:sp>
        <p:nvSpPr>
          <p:cNvPr id="45" name="TextBox 44"/>
          <p:cNvSpPr txBox="1"/>
          <p:nvPr/>
        </p:nvSpPr>
        <p:spPr>
          <a:xfrm>
            <a:off x="24838" y="3029452"/>
            <a:ext cx="464405" cy="246221"/>
          </a:xfrm>
          <a:prstGeom prst="rect">
            <a:avLst/>
          </a:prstGeom>
          <a:noFill/>
          <a:ln>
            <a:solidFill>
              <a:schemeClr val="accent1"/>
            </a:solidFill>
          </a:ln>
        </p:spPr>
        <p:txBody>
          <a:bodyPr wrap="square" lIns="0" tIns="0" rIns="0" bIns="0" rtlCol="0">
            <a:spAutoFit/>
          </a:bodyPr>
          <a:lstStyle/>
          <a:p>
            <a:pPr algn="ctr" defTabSz="914333">
              <a:defRPr/>
            </a:pPr>
            <a:r>
              <a:rPr lang="en-US" sz="800" b="1">
                <a:solidFill>
                  <a:srgbClr val="0066CC"/>
                </a:solidFill>
                <a:latin typeface="Calibri" panose="020F0502020204030204" pitchFamily="34" charset="0"/>
                <a:cs typeface="Calibri" panose="020F0502020204030204" pitchFamily="34" charset="0"/>
              </a:rPr>
              <a:t>Ph3-</a:t>
            </a:r>
          </a:p>
          <a:p>
            <a:pPr algn="ctr" defTabSz="914333">
              <a:defRPr/>
            </a:pPr>
            <a:r>
              <a:rPr lang="en-US" sz="800" b="1">
                <a:solidFill>
                  <a:srgbClr val="0066CC"/>
                </a:solidFill>
                <a:latin typeface="Calibri" panose="020F0502020204030204" pitchFamily="34" charset="0"/>
                <a:cs typeface="Calibri" panose="020F0502020204030204" pitchFamily="34" charset="0"/>
              </a:rPr>
              <a:t>1305.52</a:t>
            </a:r>
          </a:p>
        </p:txBody>
      </p:sp>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935084" y="1579245"/>
            <a:ext cx="429683" cy="21460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33" eaLnBrk="0" fontAlgn="base" hangingPunct="0">
              <a:spcBef>
                <a:spcPct val="0"/>
              </a:spcBef>
              <a:spcAft>
                <a:spcPct val="0"/>
              </a:spcAft>
              <a:defRPr/>
            </a:pPr>
            <a:endParaRPr lang="zh-CN" altLang="en-US" sz="750" b="1">
              <a:solidFill>
                <a:srgbClr val="000000"/>
              </a:solidFill>
              <a:latin typeface="Calibri" panose="020F0502020204030204" pitchFamily="34" charset="0"/>
              <a:cs typeface="Calibri" panose="020F0502020204030204" pitchFamily="34" charset="0"/>
            </a:endParaRPr>
          </a:p>
        </p:txBody>
      </p:sp>
      <p:sp>
        <p:nvSpPr>
          <p:cNvPr id="47" name="Star: 4 Points 143">
            <a:extLst>
              <a:ext uri="{FF2B5EF4-FFF2-40B4-BE49-F238E27FC236}">
                <a16:creationId xmlns:a16="http://schemas.microsoft.com/office/drawing/2014/main" id="{B361C849-6669-4EC4-A9AD-EB1BCC463147}"/>
              </a:ext>
            </a:extLst>
          </p:cNvPr>
          <p:cNvSpPr/>
          <p:nvPr/>
        </p:nvSpPr>
        <p:spPr bwMode="auto">
          <a:xfrm>
            <a:off x="878971" y="172317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53" name="Rectangle 52"/>
          <p:cNvSpPr/>
          <p:nvPr/>
        </p:nvSpPr>
        <p:spPr>
          <a:xfrm>
            <a:off x="770231" y="1823637"/>
            <a:ext cx="319318" cy="207749"/>
          </a:xfrm>
          <a:prstGeom prst="rect">
            <a:avLst/>
          </a:prstGeom>
        </p:spPr>
        <p:txBody>
          <a:bodyPr wrap="none">
            <a:spAutoFit/>
          </a:bodyPr>
          <a:lstStyle/>
          <a:p>
            <a:pPr algn="ctr" defTabSz="914333">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6937646" y="2161061"/>
            <a:ext cx="511967" cy="107722"/>
          </a:xfrm>
          <a:prstGeom prst="rect">
            <a:avLst/>
          </a:prstGeom>
          <a:noFill/>
        </p:spPr>
        <p:txBody>
          <a:bodyPr vert="horz" wrap="square" lIns="0" tIns="0" rIns="0" bIns="0" rtlCol="0" anchor="ctr" anchorCtr="0">
            <a:spAutoFit/>
          </a:bodyPr>
          <a:lstStyle/>
          <a:p>
            <a:pPr algn="ctr" defTabSz="914333">
              <a:defRPr/>
            </a:pPr>
            <a:r>
              <a:rPr lang="en-US" altLang="zh-CN" sz="700" b="1">
                <a:solidFill>
                  <a:srgbClr val="44546A"/>
                </a:solidFill>
                <a:latin typeface="Calibri" panose="020F0502020204030204" pitchFamily="34" charset="0"/>
                <a:cs typeface="Calibri" panose="020F0502020204030204" pitchFamily="34" charset="0"/>
              </a:rPr>
              <a:t>Jun2029</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74" name="Rectangle 37"/>
          <p:cNvSpPr/>
          <p:nvPr/>
        </p:nvSpPr>
        <p:spPr>
          <a:xfrm>
            <a:off x="7274629" y="2461060"/>
            <a:ext cx="694290" cy="207749"/>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US NDA Sub </a:t>
            </a:r>
          </a:p>
          <a:p>
            <a:pPr algn="ctr" defTabSz="914333">
              <a:defRPr/>
            </a:pPr>
            <a:r>
              <a:rPr lang="en-US" altLang="zh-CN" sz="675" b="1">
                <a:solidFill>
                  <a:srgbClr val="44546A"/>
                </a:solidFill>
                <a:latin typeface="Calibri" panose="020F0502020204030204" pitchFamily="34" charset="0"/>
                <a:cs typeface="Calibri" panose="020F0502020204030204" pitchFamily="34" charset="0"/>
              </a:rPr>
              <a:t>Oct 2029</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76" name="Rectangle 37"/>
          <p:cNvSpPr/>
          <p:nvPr/>
        </p:nvSpPr>
        <p:spPr>
          <a:xfrm>
            <a:off x="8415313" y="2476943"/>
            <a:ext cx="1017365" cy="207749"/>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US NDA appr.</a:t>
            </a:r>
          </a:p>
          <a:p>
            <a:pPr algn="ctr" defTabSz="914333">
              <a:defRPr/>
            </a:pPr>
            <a:r>
              <a:rPr lang="en-US" altLang="zh-CN" sz="675" b="1">
                <a:solidFill>
                  <a:srgbClr val="44546A"/>
                </a:solidFill>
                <a:latin typeface="Calibri" panose="020F0502020204030204" pitchFamily="34" charset="0"/>
                <a:cs typeface="Calibri" panose="020F0502020204030204" pitchFamily="34" charset="0"/>
              </a:rPr>
              <a:t>AUG 2030</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24920" y="2743163"/>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defTabSz="914333" eaLnBrk="0" fontAlgn="base" hangingPunct="0">
              <a:spcBef>
                <a:spcPct val="0"/>
              </a:spcBef>
              <a:spcAft>
                <a:spcPct val="0"/>
              </a:spcAft>
              <a:defRPr/>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13053" y="2670908"/>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33">
              <a:defRPr/>
            </a:pPr>
            <a:endParaRPr lang="en-US" sz="1050" err="1">
              <a:solidFill>
                <a:srgbClr val="FFFFFF"/>
              </a:solidFill>
              <a:latin typeface="BISans" panose="02000503040000020004"/>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216" y="2698070"/>
            <a:ext cx="281099" cy="2810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13"/>
          <a:stretch>
            <a:fillRect/>
          </a:stretch>
        </p:blipFill>
        <p:spPr>
          <a:xfrm>
            <a:off x="-122252" y="1223375"/>
            <a:ext cx="641217" cy="313787"/>
          </a:xfrm>
          <a:prstGeom prst="rect">
            <a:avLst/>
          </a:prstGeom>
        </p:spPr>
      </p:pic>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3"/>
            </p:custDataLst>
          </p:nvPr>
        </p:nvSpPr>
        <p:spPr bwMode="auto">
          <a:xfrm>
            <a:off x="3522541" y="2264746"/>
            <a:ext cx="3752088" cy="226649"/>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33" eaLnBrk="0" fontAlgn="base" hangingPunct="0">
              <a:spcBef>
                <a:spcPct val="0"/>
              </a:spcBef>
              <a:spcAft>
                <a:spcPct val="0"/>
              </a:spcAft>
              <a:defRPr/>
            </a:pPr>
            <a:r>
              <a:rPr lang="en-US" altLang="zh-CN" sz="750" b="1">
                <a:solidFill>
                  <a:srgbClr val="000000"/>
                </a:solidFill>
                <a:latin typeface="Calibri" panose="020F0502020204030204" pitchFamily="34" charset="0"/>
                <a:cs typeface="Calibri" panose="020F0502020204030204" pitchFamily="34" charset="0"/>
              </a:rPr>
              <a:t>SSc Ph3</a:t>
            </a:r>
            <a:endParaRPr lang="zh-CN" altLang="en-US" sz="750" b="1">
              <a:solidFill>
                <a:srgbClr val="000000"/>
              </a:solidFill>
              <a:latin typeface="Calibri" panose="020F0502020204030204" pitchFamily="34" charset="0"/>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3453449" y="236836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34" name="TextBox 133">
            <a:extLst>
              <a:ext uri="{FF2B5EF4-FFF2-40B4-BE49-F238E27FC236}">
                <a16:creationId xmlns:a16="http://schemas.microsoft.com/office/drawing/2014/main" id="{E6DC675E-0C04-4313-97B8-84D2678DBE97}"/>
              </a:ext>
            </a:extLst>
          </p:cNvPr>
          <p:cNvSpPr txBox="1"/>
          <p:nvPr/>
        </p:nvSpPr>
        <p:spPr>
          <a:xfrm>
            <a:off x="19517" y="2277917"/>
            <a:ext cx="429684" cy="246221"/>
          </a:xfrm>
          <a:prstGeom prst="rect">
            <a:avLst/>
          </a:prstGeom>
          <a:noFill/>
          <a:ln>
            <a:solidFill>
              <a:schemeClr val="accent1"/>
            </a:solidFill>
          </a:ln>
        </p:spPr>
        <p:txBody>
          <a:bodyPr wrap="square" lIns="0" tIns="0" rIns="0" bIns="0" rtlCol="0">
            <a:spAutoFit/>
          </a:bodyPr>
          <a:lstStyle/>
          <a:p>
            <a:pPr algn="ctr" defTabSz="914333">
              <a:defRPr/>
            </a:pPr>
            <a:r>
              <a:rPr lang="en-US" sz="800" b="1">
                <a:solidFill>
                  <a:srgbClr val="0066CC"/>
                </a:solidFill>
                <a:latin typeface="Calibri" panose="020F0502020204030204" pitchFamily="34" charset="0"/>
                <a:cs typeface="Calibri" panose="020F0502020204030204" pitchFamily="34" charset="0"/>
              </a:rPr>
              <a:t>Ph3-1305.52</a:t>
            </a:r>
          </a:p>
        </p:txBody>
      </p:sp>
      <p:sp>
        <p:nvSpPr>
          <p:cNvPr id="177" name="矩形 20">
            <a:extLst>
              <a:ext uri="{FF2B5EF4-FFF2-40B4-BE49-F238E27FC236}">
                <a16:creationId xmlns:a16="http://schemas.microsoft.com/office/drawing/2014/main" id="{718BFF50-FC3B-4CF8-8EB0-766A236EDC49}"/>
              </a:ext>
            </a:extLst>
          </p:cNvPr>
          <p:cNvSpPr/>
          <p:nvPr/>
        </p:nvSpPr>
        <p:spPr>
          <a:xfrm>
            <a:off x="1357354" y="1601109"/>
            <a:ext cx="2466574" cy="169220"/>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378">
              <a:defRPr/>
            </a:pPr>
            <a:endParaRPr lang="en-US" altLang="zh-CN" sz="700" b="1" spc="-5">
              <a:solidFill>
                <a:srgbClr val="000000"/>
              </a:solidFill>
              <a:latin typeface="Calibri" panose="020F0502020204030204" pitchFamily="34" charset="0"/>
              <a:ea typeface="等线" panose="02010600030101010101" pitchFamily="2" charset="-122"/>
            </a:endParaRPr>
          </a:p>
        </p:txBody>
      </p:sp>
      <p:sp>
        <p:nvSpPr>
          <p:cNvPr id="206" name="五角星 55">
            <a:extLst>
              <a:ext uri="{FF2B5EF4-FFF2-40B4-BE49-F238E27FC236}">
                <a16:creationId xmlns:a16="http://schemas.microsoft.com/office/drawing/2014/main" id="{B5E91E3E-1E01-43EF-9E8C-7C6A6F4DA617}"/>
              </a:ext>
            </a:extLst>
          </p:cNvPr>
          <p:cNvSpPr>
            <a:spLocks noChangeAspect="1"/>
          </p:cNvSpPr>
          <p:nvPr/>
        </p:nvSpPr>
        <p:spPr bwMode="auto">
          <a:xfrm>
            <a:off x="2913896" y="2343329"/>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33" eaLnBrk="0" hangingPunct="0">
              <a:defRPr/>
            </a:pPr>
            <a:endParaRPr lang="zh-CN" altLang="en-US">
              <a:solidFill>
                <a:srgbClr val="FF0000"/>
              </a:solidFill>
              <a:latin typeface="BISansOpti"/>
            </a:endParaRPr>
          </a:p>
        </p:txBody>
      </p:sp>
      <p:sp>
        <p:nvSpPr>
          <p:cNvPr id="7" name="TextBox 6">
            <a:extLst>
              <a:ext uri="{FF2B5EF4-FFF2-40B4-BE49-F238E27FC236}">
                <a16:creationId xmlns:a16="http://schemas.microsoft.com/office/drawing/2014/main" id="{E9DC4527-9B66-4450-86F5-689D3C73A610}"/>
              </a:ext>
            </a:extLst>
          </p:cNvPr>
          <p:cNvSpPr txBox="1"/>
          <p:nvPr/>
        </p:nvSpPr>
        <p:spPr>
          <a:xfrm>
            <a:off x="7968707" y="4309741"/>
            <a:ext cx="1136530" cy="830997"/>
          </a:xfrm>
          <a:prstGeom prst="rect">
            <a:avLst/>
          </a:prstGeom>
          <a:noFill/>
        </p:spPr>
        <p:txBody>
          <a:bodyPr wrap="none" lIns="0" tIns="0" rIns="0" bIns="0" rtlCol="0">
            <a:spAutoFit/>
          </a:bodyPr>
          <a:lstStyle/>
          <a:p>
            <a:pPr defTabSz="914378">
              <a:defRPr/>
            </a:pPr>
            <a:r>
              <a:rPr lang="en-US" altLang="zh-CN" sz="600">
                <a:solidFill>
                  <a:srgbClr val="FFFFFF">
                    <a:lumMod val="50000"/>
                  </a:srgbClr>
                </a:solidFill>
                <a:latin typeface="BISansCond"/>
              </a:rPr>
              <a:t>WRO: written response only</a:t>
            </a:r>
          </a:p>
          <a:p>
            <a:pPr defTabSz="914378">
              <a:defRPr/>
            </a:pPr>
            <a:r>
              <a:rPr lang="en-US" altLang="zh-CN" sz="600">
                <a:solidFill>
                  <a:srgbClr val="FFFFFF">
                    <a:lumMod val="50000"/>
                  </a:srgbClr>
                </a:solidFill>
                <a:latin typeface="BISansCond"/>
              </a:rPr>
              <a:t>LSS: Last subject screening</a:t>
            </a:r>
          </a:p>
          <a:p>
            <a:pPr defTabSz="914378">
              <a:defRPr/>
            </a:pPr>
            <a:r>
              <a:rPr lang="en-US" altLang="zh-CN" sz="600">
                <a:solidFill>
                  <a:srgbClr val="FFFFFF">
                    <a:lumMod val="50000"/>
                  </a:srgbClr>
                </a:solidFill>
                <a:latin typeface="BISansCond"/>
              </a:rPr>
              <a:t>LSC: Last subject complete</a:t>
            </a:r>
          </a:p>
          <a:p>
            <a:pPr defTabSz="914378">
              <a:defRPr/>
            </a:pPr>
            <a:r>
              <a:rPr lang="en-US" altLang="zh-CN" sz="600">
                <a:solidFill>
                  <a:srgbClr val="FFFFFF">
                    <a:lumMod val="50000"/>
                  </a:srgbClr>
                </a:solidFill>
                <a:latin typeface="BISansCond"/>
              </a:rPr>
              <a:t>SQV: Site Qualification Visit</a:t>
            </a:r>
          </a:p>
          <a:p>
            <a:pPr defTabSz="914378">
              <a:defRPr/>
            </a:pPr>
            <a:r>
              <a:rPr lang="en-US" altLang="zh-CN" sz="600">
                <a:solidFill>
                  <a:srgbClr val="FFFFFF">
                    <a:lumMod val="50000"/>
                  </a:srgbClr>
                </a:solidFill>
                <a:latin typeface="BISansCond"/>
              </a:rPr>
              <a:t>FDC: Fixed dose combination</a:t>
            </a:r>
          </a:p>
          <a:p>
            <a:pPr defTabSz="914378">
              <a:defRPr/>
            </a:pPr>
            <a:r>
              <a:rPr lang="en-US" altLang="zh-CN" sz="600">
                <a:solidFill>
                  <a:srgbClr val="FFFFFF">
                    <a:lumMod val="50000"/>
                  </a:srgbClr>
                </a:solidFill>
                <a:latin typeface="BISansCond"/>
              </a:rPr>
              <a:t>COC: Certificate of Conformance</a:t>
            </a:r>
          </a:p>
          <a:p>
            <a:pPr defTabSz="914378">
              <a:defRPr/>
            </a:pPr>
            <a:r>
              <a:rPr lang="en-US" altLang="zh-CN" sz="600">
                <a:solidFill>
                  <a:srgbClr val="FFFFFF">
                    <a:lumMod val="50000"/>
                  </a:srgbClr>
                </a:solidFill>
                <a:latin typeface="BISansCond"/>
              </a:rPr>
              <a:t>IMP: Investigational medicinal product</a:t>
            </a:r>
          </a:p>
          <a:p>
            <a:pPr defTabSz="914378">
              <a:defRPr/>
            </a:pPr>
            <a:r>
              <a:rPr lang="en-US" altLang="zh-CN" sz="600">
                <a:solidFill>
                  <a:srgbClr val="FFFFFF">
                    <a:lumMod val="50000"/>
                  </a:srgbClr>
                </a:solidFill>
                <a:latin typeface="BISansCond"/>
              </a:rPr>
              <a:t>DBL: database lock</a:t>
            </a:r>
          </a:p>
          <a:p>
            <a:pPr defTabSz="914378">
              <a:defRPr/>
            </a:pPr>
            <a:r>
              <a:rPr lang="en-US" altLang="zh-CN" sz="600">
                <a:solidFill>
                  <a:srgbClr val="FFFFFF">
                    <a:lumMod val="50000"/>
                  </a:srgbClr>
                </a:solidFill>
                <a:latin typeface="BISansCond"/>
              </a:rPr>
              <a:t>CTP</a:t>
            </a:r>
            <a:r>
              <a:rPr lang="zh-CN" altLang="en-US" sz="600">
                <a:solidFill>
                  <a:srgbClr val="FFFFFF">
                    <a:lumMod val="50000"/>
                  </a:srgbClr>
                </a:solidFill>
                <a:latin typeface="BISansCond"/>
              </a:rPr>
              <a:t>： </a:t>
            </a:r>
            <a:r>
              <a:rPr lang="en-US" altLang="zh-CN" sz="600">
                <a:solidFill>
                  <a:srgbClr val="FFFFFF">
                    <a:lumMod val="50000"/>
                  </a:srgbClr>
                </a:solidFill>
                <a:latin typeface="BISansCond"/>
              </a:rPr>
              <a:t>Clinical trial protocol</a:t>
            </a:r>
            <a:endParaRPr lang="zh-CN" altLang="en-US" sz="600">
              <a:solidFill>
                <a:srgbClr val="FFFFFF">
                  <a:lumMod val="50000"/>
                </a:srgbClr>
              </a:solidFill>
              <a:latin typeface="BISansCond"/>
            </a:endParaRPr>
          </a:p>
        </p:txBody>
      </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4"/>
            </p:custDataLst>
          </p:nvPr>
        </p:nvSpPr>
        <p:spPr>
          <a:xfrm>
            <a:off x="3419040" y="2194123"/>
            <a:ext cx="265990" cy="103875"/>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Jul </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F420ADC8-AA2E-5293-DFFA-CAC8A7ACE401}"/>
              </a:ext>
            </a:extLst>
          </p:cNvPr>
          <p:cNvSpPr/>
          <p:nvPr/>
        </p:nvSpPr>
        <p:spPr>
          <a:xfrm>
            <a:off x="1194650" y="1798927"/>
            <a:ext cx="355776" cy="207749"/>
          </a:xfrm>
          <a:prstGeom prst="rect">
            <a:avLst/>
          </a:prstGeom>
        </p:spPr>
        <p:txBody>
          <a:bodyPr wrap="square">
            <a:spAutoFit/>
          </a:bodyPr>
          <a:lstStyle/>
          <a:p>
            <a:pPr algn="ctr" defTabSz="914333">
              <a:defRPr/>
            </a:pPr>
            <a:r>
              <a:rPr lang="en-US" altLang="zh-CN" sz="750" b="1">
                <a:solidFill>
                  <a:srgbClr val="44546A"/>
                </a:solidFill>
                <a:latin typeface="Calibri" panose="020F0502020204030204" pitchFamily="34" charset="0"/>
                <a:cs typeface="Calibri" panose="020F0502020204030204" pitchFamily="34" charset="0"/>
              </a:rPr>
              <a:t>LSS</a:t>
            </a:r>
            <a:endParaRPr lang="zh-CN" altLang="en-US" sz="750" b="1">
              <a:solidFill>
                <a:srgbClr val="44546A"/>
              </a:solidFill>
              <a:latin typeface="Calibri" panose="020F0502020204030204" pitchFamily="34" charset="0"/>
              <a:cs typeface="Calibri" panose="020F0502020204030204" pitchFamily="34" charset="0"/>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87014" y="2491395"/>
            <a:ext cx="145920" cy="14592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3601768" y="171576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30" name="Isosceles Triangle 29">
            <a:extLst>
              <a:ext uri="{FF2B5EF4-FFF2-40B4-BE49-F238E27FC236}">
                <a16:creationId xmlns:a16="http://schemas.microsoft.com/office/drawing/2014/main" id="{9C0271C8-4168-3528-2FC4-765E04CC3CE8}"/>
              </a:ext>
            </a:extLst>
          </p:cNvPr>
          <p:cNvSpPr/>
          <p:nvPr/>
        </p:nvSpPr>
        <p:spPr bwMode="gray">
          <a:xfrm>
            <a:off x="2397807" y="1814186"/>
            <a:ext cx="97956" cy="91394"/>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200">
              <a:solidFill>
                <a:schemeClr val="tx1"/>
              </a:solidFill>
            </a:endParaRPr>
          </a:p>
        </p:txBody>
      </p:sp>
      <p:sp>
        <p:nvSpPr>
          <p:cNvPr id="31" name="Rectangle 37">
            <a:extLst>
              <a:ext uri="{FF2B5EF4-FFF2-40B4-BE49-F238E27FC236}">
                <a16:creationId xmlns:a16="http://schemas.microsoft.com/office/drawing/2014/main" id="{3B6F82DE-F9AC-578D-C45F-342300A4C34B}"/>
              </a:ext>
            </a:extLst>
          </p:cNvPr>
          <p:cNvSpPr/>
          <p:nvPr/>
        </p:nvSpPr>
        <p:spPr>
          <a:xfrm>
            <a:off x="2121314" y="1468435"/>
            <a:ext cx="694290" cy="121252"/>
          </a:xfrm>
          <a:prstGeom prst="rect">
            <a:avLst/>
          </a:prstGeom>
          <a:noFill/>
        </p:spPr>
        <p:txBody>
          <a:bodyPr vert="horz" wrap="square" lIns="0" tIns="0" rIns="0" bIns="0" rtlCol="0" anchor="ctr" anchorCtr="0">
            <a:spAutoFit/>
          </a:bodyPr>
          <a:lstStyle/>
          <a:p>
            <a:pPr algn="ctr" defTabSz="914333">
              <a:defRPr/>
            </a:pPr>
            <a:r>
              <a:rPr lang="en-US" altLang="zh-CN" sz="788" b="1">
                <a:solidFill>
                  <a:srgbClr val="44546A"/>
                </a:solidFill>
                <a:latin typeface="Calibri" panose="020F0502020204030204" pitchFamily="34" charset="0"/>
                <a:cs typeface="Calibri" panose="020F0502020204030204" pitchFamily="34" charset="0"/>
              </a:rPr>
              <a:t>IA Sep 2025</a:t>
            </a:r>
            <a:endParaRPr lang="zh-CN" altLang="en-US" sz="788" b="1">
              <a:solidFill>
                <a:srgbClr val="44546A"/>
              </a:solidFill>
              <a:latin typeface="Calibri" panose="020F0502020204030204" pitchFamily="34" charset="0"/>
              <a:cs typeface="Calibri" panose="020F0502020204030204" pitchFamily="34" charset="0"/>
            </a:endParaRPr>
          </a:p>
        </p:txBody>
      </p:sp>
      <p:sp>
        <p:nvSpPr>
          <p:cNvPr id="73"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795382" y="1649435"/>
            <a:ext cx="3064325" cy="103875"/>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000000"/>
                </a:solidFill>
                <a:latin typeface="Calibri" panose="020F0502020204030204" pitchFamily="34" charset="0"/>
                <a:cs typeface="Calibri" panose="020F0502020204030204" pitchFamily="34" charset="0"/>
              </a:rPr>
              <a:t>Conquest </a:t>
            </a:r>
          </a:p>
        </p:txBody>
      </p:sp>
      <p:sp>
        <p:nvSpPr>
          <p:cNvPr id="36" name="Rectangle 37">
            <a:extLst>
              <a:ext uri="{FF2B5EF4-FFF2-40B4-BE49-F238E27FC236}">
                <a16:creationId xmlns:a16="http://schemas.microsoft.com/office/drawing/2014/main" id="{8C1717B8-EAD0-3EA6-6D22-540178F02D0F}"/>
              </a:ext>
            </a:extLst>
          </p:cNvPr>
          <p:cNvSpPr/>
          <p:nvPr/>
        </p:nvSpPr>
        <p:spPr>
          <a:xfrm>
            <a:off x="2645752" y="2208975"/>
            <a:ext cx="694290" cy="103875"/>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CTA Feb 2026</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41" name="OTLSHAPE_T_5a934a26f311425e8ebaa0f45e6533ad_Shape">
            <a:extLst>
              <a:ext uri="{FF2B5EF4-FFF2-40B4-BE49-F238E27FC236}">
                <a16:creationId xmlns:a16="http://schemas.microsoft.com/office/drawing/2014/main" id="{B1E308F7-A38B-1D2A-DF17-49FBF403CD3E}"/>
              </a:ext>
            </a:extLst>
          </p:cNvPr>
          <p:cNvSpPr/>
          <p:nvPr>
            <p:custDataLst>
              <p:tags r:id="rId6"/>
            </p:custDataLst>
          </p:nvPr>
        </p:nvSpPr>
        <p:spPr bwMode="auto">
          <a:xfrm>
            <a:off x="3746192" y="3241261"/>
            <a:ext cx="3528437" cy="3420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33" eaLnBrk="0" fontAlgn="base" hangingPunct="0">
              <a:spcBef>
                <a:spcPct val="0"/>
              </a:spcBef>
              <a:spcAft>
                <a:spcPct val="0"/>
              </a:spcAft>
              <a:defRPr/>
            </a:pPr>
            <a:r>
              <a:rPr lang="en-US" altLang="zh-CN" sz="750" b="1">
                <a:solidFill>
                  <a:srgbClr val="000000"/>
                </a:solidFill>
                <a:latin typeface="Calibri" panose="020F0502020204030204" pitchFamily="34" charset="0"/>
                <a:cs typeface="Calibri" panose="020F0502020204030204" pitchFamily="34" charset="0"/>
              </a:rPr>
              <a:t>SSc Ph3</a:t>
            </a:r>
          </a:p>
        </p:txBody>
      </p:sp>
      <p:sp>
        <p:nvSpPr>
          <p:cNvPr id="56" name="OTLSHAPE_T_e17f3958430f4cff8650518c93c7635e_Shape">
            <a:extLst>
              <a:ext uri="{FF2B5EF4-FFF2-40B4-BE49-F238E27FC236}">
                <a16:creationId xmlns:a16="http://schemas.microsoft.com/office/drawing/2014/main" id="{89EC848D-4DDB-B637-2798-3F464776049A}"/>
              </a:ext>
            </a:extLst>
          </p:cNvPr>
          <p:cNvSpPr/>
          <p:nvPr>
            <p:custDataLst>
              <p:tags r:id="rId7"/>
            </p:custDataLst>
          </p:nvPr>
        </p:nvSpPr>
        <p:spPr bwMode="auto">
          <a:xfrm>
            <a:off x="2982561" y="3241261"/>
            <a:ext cx="799748" cy="328823"/>
          </a:xfrm>
          <a:prstGeom prst="roundRect">
            <a:avLst>
              <a:gd name="adj" fmla="val 16667"/>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33" eaLnBrk="0" fontAlgn="base" hangingPunct="0">
              <a:spcBef>
                <a:spcPct val="0"/>
              </a:spcBef>
              <a:spcAft>
                <a:spcPct val="0"/>
              </a:spcAft>
              <a:defRPr/>
            </a:pPr>
            <a:r>
              <a:rPr lang="en-US" altLang="zh-CN" sz="525" b="1">
                <a:solidFill>
                  <a:srgbClr val="000000"/>
                </a:solidFill>
                <a:latin typeface="Calibri" panose="020F0502020204030204" pitchFamily="34" charset="0"/>
                <a:cs typeface="Calibri" panose="020F0502020204030204" pitchFamily="34" charset="0"/>
              </a:rPr>
              <a:t>CTA Review + EC + HGRAC + 1</a:t>
            </a:r>
            <a:r>
              <a:rPr lang="en-US" altLang="zh-CN" sz="525" b="1" baseline="30000">
                <a:solidFill>
                  <a:srgbClr val="000000"/>
                </a:solidFill>
                <a:latin typeface="Calibri" panose="020F0502020204030204" pitchFamily="34" charset="0"/>
                <a:cs typeface="Calibri" panose="020F0502020204030204" pitchFamily="34" charset="0"/>
              </a:rPr>
              <a:t>st</a:t>
            </a:r>
            <a:r>
              <a:rPr lang="en-US" altLang="zh-CN" sz="525" b="1">
                <a:solidFill>
                  <a:srgbClr val="000000"/>
                </a:solidFill>
                <a:latin typeface="Calibri" panose="020F0502020204030204" pitchFamily="34" charset="0"/>
                <a:cs typeface="Calibri" panose="020F0502020204030204" pitchFamily="34" charset="0"/>
              </a:rPr>
              <a:t> SIV (6 M)</a:t>
            </a:r>
            <a:endParaRPr lang="zh-CN" altLang="en-US" sz="525" b="1">
              <a:solidFill>
                <a:srgbClr val="000000"/>
              </a:solidFill>
              <a:latin typeface="Calibri" panose="020F0502020204030204" pitchFamily="34" charset="0"/>
              <a:cs typeface="Calibri" panose="020F0502020204030204" pitchFamily="34" charset="0"/>
            </a:endParaRPr>
          </a:p>
        </p:txBody>
      </p:sp>
      <p:sp>
        <p:nvSpPr>
          <p:cNvPr id="57" name="Star: 4 Points 143">
            <a:extLst>
              <a:ext uri="{FF2B5EF4-FFF2-40B4-BE49-F238E27FC236}">
                <a16:creationId xmlns:a16="http://schemas.microsoft.com/office/drawing/2014/main" id="{CF507245-926C-D0E1-3A88-9F0B8D07799D}"/>
              </a:ext>
            </a:extLst>
          </p:cNvPr>
          <p:cNvSpPr/>
          <p:nvPr/>
        </p:nvSpPr>
        <p:spPr bwMode="auto">
          <a:xfrm>
            <a:off x="3688432" y="3467210"/>
            <a:ext cx="138182" cy="19202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cxnSp>
        <p:nvCxnSpPr>
          <p:cNvPr id="65" name="Straight Arrow Connector 64">
            <a:extLst>
              <a:ext uri="{FF2B5EF4-FFF2-40B4-BE49-F238E27FC236}">
                <a16:creationId xmlns:a16="http://schemas.microsoft.com/office/drawing/2014/main" id="{A25F883F-9BF3-7C7F-FAA3-6936D611E32E}"/>
              </a:ext>
            </a:extLst>
          </p:cNvPr>
          <p:cNvCxnSpPr>
            <a:cxnSpLocks/>
          </p:cNvCxnSpPr>
          <p:nvPr/>
        </p:nvCxnSpPr>
        <p:spPr>
          <a:xfrm flipV="1">
            <a:off x="2979449" y="3492202"/>
            <a:ext cx="4851" cy="142043"/>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66" name="OTLSHAPE_T_e17f3958430f4cff8650518c93c7635e_StartDate">
            <a:extLst>
              <a:ext uri="{FF2B5EF4-FFF2-40B4-BE49-F238E27FC236}">
                <a16:creationId xmlns:a16="http://schemas.microsoft.com/office/drawing/2014/main" id="{B269AF80-0CF3-223F-2132-F8EC2C0C16E4}"/>
              </a:ext>
            </a:extLst>
          </p:cNvPr>
          <p:cNvSpPr txBox="1"/>
          <p:nvPr>
            <p:custDataLst>
              <p:tags r:id="rId8"/>
            </p:custDataLst>
          </p:nvPr>
        </p:nvSpPr>
        <p:spPr>
          <a:xfrm>
            <a:off x="3649314" y="3097424"/>
            <a:ext cx="265990" cy="103875"/>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Aug </a:t>
            </a:r>
            <a:endParaRPr lang="zh-CN" altLang="en-US" sz="675" b="1" strike="sngStrike">
              <a:solidFill>
                <a:srgbClr val="44546A"/>
              </a:solidFill>
              <a:latin typeface="Calibri" panose="020F0502020204030204" pitchFamily="34" charset="0"/>
              <a:cs typeface="Calibri" panose="020F0502020204030204" pitchFamily="34" charset="0"/>
            </a:endParaRPr>
          </a:p>
        </p:txBody>
      </p:sp>
      <p:sp>
        <p:nvSpPr>
          <p:cNvPr id="68" name="五角星 55">
            <a:extLst>
              <a:ext uri="{FF2B5EF4-FFF2-40B4-BE49-F238E27FC236}">
                <a16:creationId xmlns:a16="http://schemas.microsoft.com/office/drawing/2014/main" id="{CC709E3D-6EB6-EFE5-6A60-08E4FBDBB0B5}"/>
              </a:ext>
            </a:extLst>
          </p:cNvPr>
          <p:cNvSpPr>
            <a:spLocks noChangeAspect="1"/>
          </p:cNvSpPr>
          <p:nvPr/>
        </p:nvSpPr>
        <p:spPr bwMode="auto">
          <a:xfrm>
            <a:off x="7600178" y="2378804"/>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33" eaLnBrk="0" hangingPunct="0">
              <a:defRPr/>
            </a:pPr>
            <a:endParaRPr lang="zh-CN" altLang="en-US">
              <a:solidFill>
                <a:srgbClr val="FF0000"/>
              </a:solidFill>
              <a:latin typeface="BISansOpti"/>
            </a:endParaRPr>
          </a:p>
        </p:txBody>
      </p:sp>
      <p:sp>
        <p:nvSpPr>
          <p:cNvPr id="70" name="Rectangle 37">
            <a:extLst>
              <a:ext uri="{FF2B5EF4-FFF2-40B4-BE49-F238E27FC236}">
                <a16:creationId xmlns:a16="http://schemas.microsoft.com/office/drawing/2014/main" id="{9C44927C-B0F2-F829-0974-DDE58573E96D}"/>
              </a:ext>
            </a:extLst>
          </p:cNvPr>
          <p:cNvSpPr/>
          <p:nvPr/>
        </p:nvSpPr>
        <p:spPr>
          <a:xfrm>
            <a:off x="7381046" y="3347868"/>
            <a:ext cx="694290" cy="207749"/>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China NDA Sub </a:t>
            </a:r>
          </a:p>
          <a:p>
            <a:pPr algn="ctr" defTabSz="914333">
              <a:defRPr/>
            </a:pPr>
            <a:r>
              <a:rPr lang="en-US" altLang="zh-CN" sz="675" b="1">
                <a:solidFill>
                  <a:srgbClr val="44546A"/>
                </a:solidFill>
                <a:latin typeface="Calibri" panose="020F0502020204030204" pitchFamily="34" charset="0"/>
                <a:cs typeface="Calibri" panose="020F0502020204030204" pitchFamily="34" charset="0"/>
              </a:rPr>
              <a:t>Nov 2029</a:t>
            </a:r>
            <a:endParaRPr lang="zh-CN" altLang="en-US" sz="675" b="1">
              <a:solidFill>
                <a:srgbClr val="44546A"/>
              </a:solidFill>
              <a:latin typeface="Calibri" panose="020F0502020204030204" pitchFamily="34" charset="0"/>
              <a:cs typeface="Calibri" panose="020F0502020204030204" pitchFamily="34" charset="0"/>
            </a:endParaRPr>
          </a:p>
        </p:txBody>
      </p:sp>
      <p:pic>
        <p:nvPicPr>
          <p:cNvPr id="81" name="Graphic 80" descr="Flag with solid fill">
            <a:extLst>
              <a:ext uri="{FF2B5EF4-FFF2-40B4-BE49-F238E27FC236}">
                <a16:creationId xmlns:a16="http://schemas.microsoft.com/office/drawing/2014/main" id="{128A88A2-37A9-01C9-C115-7EB79723494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53807" y="3274907"/>
            <a:ext cx="145920" cy="145920"/>
          </a:xfrm>
          <a:prstGeom prst="rect">
            <a:avLst/>
          </a:prstGeom>
        </p:spPr>
      </p:pic>
      <p:sp>
        <p:nvSpPr>
          <p:cNvPr id="86" name="五角星 55">
            <a:extLst>
              <a:ext uri="{FF2B5EF4-FFF2-40B4-BE49-F238E27FC236}">
                <a16:creationId xmlns:a16="http://schemas.microsoft.com/office/drawing/2014/main" id="{08F3E73E-2376-95A3-2678-E55C4143DB2B}"/>
              </a:ext>
            </a:extLst>
          </p:cNvPr>
          <p:cNvSpPr>
            <a:spLocks noChangeAspect="1"/>
          </p:cNvSpPr>
          <p:nvPr/>
        </p:nvSpPr>
        <p:spPr bwMode="auto">
          <a:xfrm>
            <a:off x="7706595" y="3265612"/>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33" eaLnBrk="0" hangingPunct="0">
              <a:defRPr/>
            </a:pPr>
            <a:endParaRPr lang="zh-CN" altLang="en-US">
              <a:solidFill>
                <a:srgbClr val="FF0000"/>
              </a:solidFill>
              <a:latin typeface="BISansOpti"/>
            </a:endParaRPr>
          </a:p>
        </p:txBody>
      </p:sp>
      <p:sp>
        <p:nvSpPr>
          <p:cNvPr id="89" name="Rectangle 37">
            <a:extLst>
              <a:ext uri="{FF2B5EF4-FFF2-40B4-BE49-F238E27FC236}">
                <a16:creationId xmlns:a16="http://schemas.microsoft.com/office/drawing/2014/main" id="{4030344B-944E-38BC-ABFC-BC9FF7686C6F}"/>
              </a:ext>
            </a:extLst>
          </p:cNvPr>
          <p:cNvSpPr/>
          <p:nvPr/>
        </p:nvSpPr>
        <p:spPr>
          <a:xfrm>
            <a:off x="8348310" y="3375533"/>
            <a:ext cx="1017365" cy="207749"/>
          </a:xfrm>
          <a:prstGeom prst="rect">
            <a:avLst/>
          </a:prstGeom>
          <a:noFill/>
        </p:spPr>
        <p:txBody>
          <a:bodyPr vert="horz" wrap="square" lIns="0" tIns="0" rIns="0" bIns="0" rtlCol="0" anchor="ctr" anchorCtr="0">
            <a:spAutoFit/>
          </a:bodyPr>
          <a:lstStyle/>
          <a:p>
            <a:pPr algn="ctr" defTabSz="914333">
              <a:defRPr/>
            </a:pPr>
            <a:r>
              <a:rPr lang="en-US" altLang="zh-CN" sz="675" b="1">
                <a:solidFill>
                  <a:srgbClr val="44546A"/>
                </a:solidFill>
                <a:latin typeface="Calibri" panose="020F0502020204030204" pitchFamily="34" charset="0"/>
                <a:cs typeface="Calibri" panose="020F0502020204030204" pitchFamily="34" charset="0"/>
              </a:rPr>
              <a:t>CN NDA appr.</a:t>
            </a:r>
          </a:p>
          <a:p>
            <a:pPr algn="ctr" defTabSz="914333">
              <a:defRPr/>
            </a:pPr>
            <a:r>
              <a:rPr lang="en-US" altLang="zh-CN" sz="675" b="1">
                <a:solidFill>
                  <a:srgbClr val="44546A"/>
                </a:solidFill>
                <a:latin typeface="Calibri" panose="020F0502020204030204" pitchFamily="34" charset="0"/>
                <a:cs typeface="Calibri" panose="020F0502020204030204" pitchFamily="34" charset="0"/>
              </a:rPr>
              <a:t>Feb 2031</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617F5821-6204-96A0-0496-51C04921EC49}"/>
              </a:ext>
            </a:extLst>
          </p:cNvPr>
          <p:cNvGrpSpPr/>
          <p:nvPr/>
        </p:nvGrpSpPr>
        <p:grpSpPr>
          <a:xfrm>
            <a:off x="752669" y="1179112"/>
            <a:ext cx="546747" cy="3957010"/>
            <a:chOff x="2124759" y="1204307"/>
            <a:chExt cx="546747" cy="3957008"/>
          </a:xfrm>
        </p:grpSpPr>
        <p:cxnSp>
          <p:nvCxnSpPr>
            <p:cNvPr id="5" name="Straight Connector 4">
              <a:extLst>
                <a:ext uri="{FF2B5EF4-FFF2-40B4-BE49-F238E27FC236}">
                  <a16:creationId xmlns:a16="http://schemas.microsoft.com/office/drawing/2014/main" id="{6D4CE5F4-855A-A1A9-6E07-E09C6FB11AC0}"/>
                </a:ext>
              </a:extLst>
            </p:cNvPr>
            <p:cNvCxnSpPr>
              <a:cxnSpLocks/>
            </p:cNvCxnSpPr>
            <p:nvPr/>
          </p:nvCxnSpPr>
          <p:spPr bwMode="auto">
            <a:xfrm flipV="1">
              <a:off x="2450655" y="1386342"/>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4C312F06-6870-7A4E-55B9-E66F21E62F02}"/>
                </a:ext>
              </a:extLst>
            </p:cNvPr>
            <p:cNvSpPr txBox="1"/>
            <p:nvPr>
              <p:custDataLst>
                <p:tags r:id="rId9"/>
              </p:custDataLst>
            </p:nvPr>
          </p:nvSpPr>
          <p:spPr>
            <a:xfrm>
              <a:off x="2124759" y="1204307"/>
              <a:ext cx="546747" cy="246221"/>
            </a:xfrm>
            <a:prstGeom prst="rect">
              <a:avLst/>
            </a:prstGeom>
            <a:noFill/>
            <a:ln w="12700">
              <a:noFill/>
            </a:ln>
          </p:spPr>
          <p:txBody>
            <a:bodyPr vert="horz" wrap="square" lIns="0" tIns="0" rIns="0" bIns="0" rtlCol="0" anchor="ctr" anchorCtr="0">
              <a:spAutoFit/>
            </a:bodyPr>
            <a:lstStyle/>
            <a:p>
              <a:pPr algn="ctr" defTabSz="914355">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
        <p:nvSpPr>
          <p:cNvPr id="10" name="Rectangle 37">
            <a:extLst>
              <a:ext uri="{FF2B5EF4-FFF2-40B4-BE49-F238E27FC236}">
                <a16:creationId xmlns:a16="http://schemas.microsoft.com/office/drawing/2014/main" id="{FC77A308-A3B4-CBD7-F1F8-0A2F4CFF5C9E}"/>
              </a:ext>
            </a:extLst>
          </p:cNvPr>
          <p:cNvSpPr/>
          <p:nvPr/>
        </p:nvSpPr>
        <p:spPr>
          <a:xfrm>
            <a:off x="648293" y="1440755"/>
            <a:ext cx="694290" cy="121252"/>
          </a:xfrm>
          <a:prstGeom prst="rect">
            <a:avLst/>
          </a:prstGeom>
          <a:noFill/>
        </p:spPr>
        <p:txBody>
          <a:bodyPr vert="horz" wrap="square" lIns="0" tIns="0" rIns="0" bIns="0" rtlCol="0" anchor="ctr" anchorCtr="0">
            <a:spAutoFit/>
          </a:bodyPr>
          <a:lstStyle/>
          <a:p>
            <a:pPr algn="ctr" defTabSz="914333">
              <a:defRPr/>
            </a:pPr>
            <a:r>
              <a:rPr lang="en-US" altLang="zh-CN" sz="788" b="1" strike="sngStrike">
                <a:solidFill>
                  <a:srgbClr val="FF0000"/>
                </a:solidFill>
                <a:latin typeface="Calibri" panose="020F0502020204030204" pitchFamily="34" charset="0"/>
                <a:cs typeface="Calibri" panose="020F0502020204030204" pitchFamily="34" charset="0"/>
              </a:rPr>
              <a:t>Mar</a:t>
            </a:r>
            <a:r>
              <a:rPr lang="en-US" altLang="zh-CN" sz="788" b="1">
                <a:solidFill>
                  <a:srgbClr val="FF0000"/>
                </a:solidFill>
                <a:latin typeface="Calibri" panose="020F0502020204030204" pitchFamily="34" charset="0"/>
                <a:cs typeface="Calibri" panose="020F0502020204030204" pitchFamily="34" charset="0"/>
              </a:rPr>
              <a:t> Jun </a:t>
            </a:r>
            <a:r>
              <a:rPr lang="en-US" altLang="zh-CN" sz="788" b="1">
                <a:solidFill>
                  <a:srgbClr val="44546A"/>
                </a:solidFill>
                <a:latin typeface="Calibri" panose="020F0502020204030204" pitchFamily="34" charset="0"/>
                <a:cs typeface="Calibri" panose="020F0502020204030204" pitchFamily="34" charset="0"/>
              </a:rPr>
              <a:t>2024</a:t>
            </a:r>
            <a:endParaRPr lang="zh-CN" altLang="en-US" sz="788" b="1">
              <a:solidFill>
                <a:srgbClr val="44546A"/>
              </a:solidFill>
              <a:latin typeface="Calibri" panose="020F0502020204030204" pitchFamily="34" charset="0"/>
              <a:cs typeface="Calibri" panose="020F0502020204030204" pitchFamily="34" charset="0"/>
            </a:endParaRPr>
          </a:p>
        </p:txBody>
      </p:sp>
      <p:sp>
        <p:nvSpPr>
          <p:cNvPr id="11" name="文本框 5">
            <a:extLst>
              <a:ext uri="{FF2B5EF4-FFF2-40B4-BE49-F238E27FC236}">
                <a16:creationId xmlns:a16="http://schemas.microsoft.com/office/drawing/2014/main" id="{DB68E11A-5C84-B71A-8215-119959F9B980}"/>
              </a:ext>
            </a:extLst>
          </p:cNvPr>
          <p:cNvSpPr txBox="1"/>
          <p:nvPr/>
        </p:nvSpPr>
        <p:spPr>
          <a:xfrm>
            <a:off x="2645752" y="4280268"/>
            <a:ext cx="3537611" cy="215444"/>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defTabSz="1219049">
              <a:spcBef>
                <a:spcPts val="0"/>
              </a:spcBef>
              <a:defRPr/>
            </a:pPr>
            <a:r>
              <a:rPr lang="en-US" altLang="zh-CN">
                <a:solidFill>
                  <a:prstClr val="black"/>
                </a:solidFill>
              </a:rPr>
              <a:t>FSI moved from Mar to Jun 2024</a:t>
            </a:r>
          </a:p>
          <a:p>
            <a:pPr defTabSz="1219049">
              <a:spcBef>
                <a:spcPts val="0"/>
              </a:spcBef>
              <a:defRPr/>
            </a:pPr>
            <a:r>
              <a:rPr lang="en-US" altLang="zh-CN" b="1">
                <a:solidFill>
                  <a:prstClr val="black"/>
                </a:solidFill>
              </a:rPr>
              <a:t>Ph3 decision will be based on combined results from Conquest and PPF Ph3 results. </a:t>
            </a:r>
            <a:endParaRPr lang="en-US" altLang="zh-CN" b="1">
              <a:solidFill>
                <a:srgbClr val="FF0000"/>
              </a:solidFill>
            </a:endParaRPr>
          </a:p>
        </p:txBody>
      </p:sp>
    </p:spTree>
    <p:extLst>
      <p:ext uri="{BB962C8B-B14F-4D97-AF65-F5344CB8AC3E}">
        <p14:creationId xmlns:p14="http://schemas.microsoft.com/office/powerpoint/2010/main" val="4107091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itle 3">
            <a:extLst>
              <a:ext uri="{FF2B5EF4-FFF2-40B4-BE49-F238E27FC236}">
                <a16:creationId xmlns:a16="http://schemas.microsoft.com/office/drawing/2014/main" id="{E8AE3E22-1A63-909A-C6E9-C945AB73E27A}"/>
              </a:ext>
            </a:extLst>
          </p:cNvPr>
          <p:cNvSpPr txBox="1">
            <a:spLocks/>
          </p:cNvSpPr>
          <p:nvPr/>
        </p:nvSpPr>
        <p:spPr bwMode="gray">
          <a:xfrm>
            <a:off x="241807" y="170714"/>
            <a:ext cx="8424863" cy="54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r>
              <a:rPr lang="en-US" altLang="zh-CN" sz="1500" u="sng">
                <a:latin typeface="+mn-ea"/>
                <a:ea typeface="+mn-ea"/>
                <a:cs typeface="Calibri" panose="020F0502020204030204" pitchFamily="34" charset="0"/>
              </a:rPr>
              <a:t>Under Evaluation: </a:t>
            </a:r>
            <a:r>
              <a:rPr lang="en-US" altLang="zh-CN" sz="1500" err="1">
                <a:latin typeface="+mn-ea"/>
                <a:ea typeface="+mn-ea"/>
                <a:cs typeface="Calibri" panose="020F0502020204030204" pitchFamily="34" charset="0"/>
              </a:rPr>
              <a:t>Nerandomilast</a:t>
            </a:r>
            <a:r>
              <a:rPr lang="en-US" altLang="zh-CN" sz="1500">
                <a:latin typeface="+mn-ea"/>
                <a:ea typeface="+mn-ea"/>
                <a:cs typeface="Calibri" panose="020F0502020204030204" pitchFamily="34" charset="0"/>
              </a:rPr>
              <a:t> (PDE4b inhibitor)</a:t>
            </a:r>
            <a:br>
              <a:rPr lang="en-US" altLang="zh-CN" sz="1500">
                <a:latin typeface="+mn-ea"/>
                <a:ea typeface="+mn-ea"/>
                <a:cs typeface="Calibri" panose="020F0502020204030204" pitchFamily="34" charset="0"/>
              </a:rPr>
            </a:br>
            <a:r>
              <a:rPr lang="en-US" altLang="zh-CN" sz="1500">
                <a:latin typeface="+mn-ea"/>
                <a:ea typeface="+mn-ea"/>
                <a:cs typeface="Calibri" panose="020F0502020204030204" pitchFamily="34" charset="0"/>
              </a:rPr>
              <a:t>Connective Tissue Disease-associated Interstitial Lung Diseases (CTD-ILD)</a:t>
            </a:r>
            <a:endParaRPr lang="zh-CN" altLang="en-US" sz="1500">
              <a:latin typeface="+mn-ea"/>
              <a:ea typeface="+mn-ea"/>
              <a:cs typeface="Calibri" panose="020F0502020204030204" pitchFamily="34" charset="0"/>
            </a:endParaRPr>
          </a:p>
        </p:txBody>
      </p:sp>
      <p:cxnSp>
        <p:nvCxnSpPr>
          <p:cNvPr id="121" name="Straight Connector 120">
            <a:extLst>
              <a:ext uri="{FF2B5EF4-FFF2-40B4-BE49-F238E27FC236}">
                <a16:creationId xmlns:a16="http://schemas.microsoft.com/office/drawing/2014/main" id="{DE4EEFD2-FE59-2953-9D81-E8615B8A9749}"/>
              </a:ext>
            </a:extLst>
          </p:cNvPr>
          <p:cNvCxnSpPr>
            <a:cxnSpLocks/>
          </p:cNvCxnSpPr>
          <p:nvPr/>
        </p:nvCxnSpPr>
        <p:spPr bwMode="auto">
          <a:xfrm flipH="1">
            <a:off x="18000" y="3070095"/>
            <a:ext cx="9126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graphicFrame>
        <p:nvGraphicFramePr>
          <p:cNvPr id="123" name="Table 122">
            <a:extLst>
              <a:ext uri="{FF2B5EF4-FFF2-40B4-BE49-F238E27FC236}">
                <a16:creationId xmlns:a16="http://schemas.microsoft.com/office/drawing/2014/main" id="{B0A0F24A-E5B2-D7AD-5771-3C4CADE3707B}"/>
              </a:ext>
            </a:extLst>
          </p:cNvPr>
          <p:cNvGraphicFramePr>
            <a:graphicFrameLocks noGrp="1"/>
          </p:cNvGraphicFramePr>
          <p:nvPr/>
        </p:nvGraphicFramePr>
        <p:xfrm>
          <a:off x="183023" y="800115"/>
          <a:ext cx="8771113" cy="514350"/>
        </p:xfrm>
        <a:graphic>
          <a:graphicData uri="http://schemas.openxmlformats.org/drawingml/2006/table">
            <a:tbl>
              <a:tblPr firstRow="1" bandRow="1"/>
              <a:tblGrid>
                <a:gridCol w="674701">
                  <a:extLst>
                    <a:ext uri="{9D8B030D-6E8A-4147-A177-3AD203B41FA5}">
                      <a16:colId xmlns:a16="http://schemas.microsoft.com/office/drawing/2014/main" val="1781013567"/>
                    </a:ext>
                  </a:extLst>
                </a:gridCol>
                <a:gridCol w="674701">
                  <a:extLst>
                    <a:ext uri="{9D8B030D-6E8A-4147-A177-3AD203B41FA5}">
                      <a16:colId xmlns:a16="http://schemas.microsoft.com/office/drawing/2014/main" val="1064917641"/>
                    </a:ext>
                  </a:extLst>
                </a:gridCol>
                <a:gridCol w="674701">
                  <a:extLst>
                    <a:ext uri="{9D8B030D-6E8A-4147-A177-3AD203B41FA5}">
                      <a16:colId xmlns:a16="http://schemas.microsoft.com/office/drawing/2014/main" val="4221117315"/>
                    </a:ext>
                  </a:extLst>
                </a:gridCol>
                <a:gridCol w="674701">
                  <a:extLst>
                    <a:ext uri="{9D8B030D-6E8A-4147-A177-3AD203B41FA5}">
                      <a16:colId xmlns:a16="http://schemas.microsoft.com/office/drawing/2014/main" val="3266065341"/>
                    </a:ext>
                  </a:extLst>
                </a:gridCol>
                <a:gridCol w="674701">
                  <a:extLst>
                    <a:ext uri="{9D8B030D-6E8A-4147-A177-3AD203B41FA5}">
                      <a16:colId xmlns:a16="http://schemas.microsoft.com/office/drawing/2014/main" val="2374051224"/>
                    </a:ext>
                  </a:extLst>
                </a:gridCol>
                <a:gridCol w="674701">
                  <a:extLst>
                    <a:ext uri="{9D8B030D-6E8A-4147-A177-3AD203B41FA5}">
                      <a16:colId xmlns:a16="http://schemas.microsoft.com/office/drawing/2014/main" val="1840388365"/>
                    </a:ext>
                  </a:extLst>
                </a:gridCol>
                <a:gridCol w="674701">
                  <a:extLst>
                    <a:ext uri="{9D8B030D-6E8A-4147-A177-3AD203B41FA5}">
                      <a16:colId xmlns:a16="http://schemas.microsoft.com/office/drawing/2014/main" val="267750830"/>
                    </a:ext>
                  </a:extLst>
                </a:gridCol>
                <a:gridCol w="674701">
                  <a:extLst>
                    <a:ext uri="{9D8B030D-6E8A-4147-A177-3AD203B41FA5}">
                      <a16:colId xmlns:a16="http://schemas.microsoft.com/office/drawing/2014/main" val="3966469970"/>
                    </a:ext>
                  </a:extLst>
                </a:gridCol>
                <a:gridCol w="674701">
                  <a:extLst>
                    <a:ext uri="{9D8B030D-6E8A-4147-A177-3AD203B41FA5}">
                      <a16:colId xmlns:a16="http://schemas.microsoft.com/office/drawing/2014/main" val="2522973146"/>
                    </a:ext>
                  </a:extLst>
                </a:gridCol>
                <a:gridCol w="674701">
                  <a:extLst>
                    <a:ext uri="{9D8B030D-6E8A-4147-A177-3AD203B41FA5}">
                      <a16:colId xmlns:a16="http://schemas.microsoft.com/office/drawing/2014/main" val="3852236956"/>
                    </a:ext>
                  </a:extLst>
                </a:gridCol>
                <a:gridCol w="674701">
                  <a:extLst>
                    <a:ext uri="{9D8B030D-6E8A-4147-A177-3AD203B41FA5}">
                      <a16:colId xmlns:a16="http://schemas.microsoft.com/office/drawing/2014/main" val="493228184"/>
                    </a:ext>
                  </a:extLst>
                </a:gridCol>
                <a:gridCol w="674701">
                  <a:extLst>
                    <a:ext uri="{9D8B030D-6E8A-4147-A177-3AD203B41FA5}">
                      <a16:colId xmlns:a16="http://schemas.microsoft.com/office/drawing/2014/main" val="2981130253"/>
                    </a:ext>
                  </a:extLst>
                </a:gridCol>
                <a:gridCol w="674701">
                  <a:extLst>
                    <a:ext uri="{9D8B030D-6E8A-4147-A177-3AD203B41FA5}">
                      <a16:colId xmlns:a16="http://schemas.microsoft.com/office/drawing/2014/main" val="1463185388"/>
                    </a:ext>
                  </a:extLst>
                </a:gridCol>
              </a:tblGrid>
              <a:tr h="194310">
                <a:tc>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2023</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extLst>
                  <a:ext uri="{0D108BD9-81ED-4DB2-BD59-A6C34878D82A}">
                    <a16:rowId xmlns:a16="http://schemas.microsoft.com/office/drawing/2014/main" val="2722476245"/>
                  </a:ext>
                </a:extLst>
              </a:tr>
            </a:tbl>
          </a:graphicData>
        </a:graphic>
      </p:graphicFrame>
      <p:sp>
        <p:nvSpPr>
          <p:cNvPr id="124" name="Isosceles Triangle 123">
            <a:extLst>
              <a:ext uri="{FF2B5EF4-FFF2-40B4-BE49-F238E27FC236}">
                <a16:creationId xmlns:a16="http://schemas.microsoft.com/office/drawing/2014/main" id="{91A44D40-0B6E-69D5-75E5-21FA2CA2A481}"/>
              </a:ext>
            </a:extLst>
          </p:cNvPr>
          <p:cNvSpPr/>
          <p:nvPr/>
        </p:nvSpPr>
        <p:spPr>
          <a:xfrm rot="16200000" flipH="1">
            <a:off x="-147073" y="972036"/>
            <a:ext cx="486295" cy="170512"/>
          </a:xfrm>
          <a:prstGeom prst="triangle">
            <a:avLst/>
          </a:prstGeom>
          <a:solidFill>
            <a:sysClr val="window" lastClr="FFFFFF"/>
          </a:solidFill>
          <a:ln w="12700" cap="flat" cmpd="sng" algn="ctr">
            <a:solidFill>
              <a:srgbClr val="003366"/>
            </a:solidFill>
            <a:prstDash val="solid"/>
            <a:miter lim="800000"/>
          </a:ln>
          <a:effectLst/>
        </p:spPr>
        <p:txBody>
          <a:bodyPr lIns="72000" tIns="72000" rIns="72000" bIns="72000" rtlCol="0" anchor="ctr"/>
          <a:lstStyle/>
          <a:p>
            <a:pPr algn="ctr" defTabSz="914288">
              <a:defRPr/>
            </a:pPr>
            <a:endParaRPr lang="en-US" sz="1400" kern="0" err="1">
              <a:solidFill>
                <a:srgbClr val="000000"/>
              </a:solidFill>
              <a:latin typeface="BISansOpti"/>
            </a:endParaRPr>
          </a:p>
        </p:txBody>
      </p:sp>
      <p:sp>
        <p:nvSpPr>
          <p:cNvPr id="125" name="Isosceles Triangle 124">
            <a:extLst>
              <a:ext uri="{FF2B5EF4-FFF2-40B4-BE49-F238E27FC236}">
                <a16:creationId xmlns:a16="http://schemas.microsoft.com/office/drawing/2014/main" id="{9B0D002A-341E-EDDF-AF04-8BAD2D714C84}"/>
              </a:ext>
            </a:extLst>
          </p:cNvPr>
          <p:cNvSpPr/>
          <p:nvPr/>
        </p:nvSpPr>
        <p:spPr>
          <a:xfrm rot="5400000">
            <a:off x="8797935" y="972036"/>
            <a:ext cx="486295" cy="170512"/>
          </a:xfrm>
          <a:prstGeom prst="triangle">
            <a:avLst/>
          </a:prstGeom>
          <a:solidFill>
            <a:sysClr val="window" lastClr="FFFFFF"/>
          </a:solidFill>
          <a:ln w="12700" cap="flat" cmpd="sng" algn="ctr">
            <a:solidFill>
              <a:srgbClr val="003366"/>
            </a:solidFill>
            <a:prstDash val="solid"/>
            <a:miter lim="800000"/>
          </a:ln>
          <a:effectLst/>
        </p:spPr>
        <p:txBody>
          <a:bodyPr lIns="72000" tIns="72000" rIns="72000" bIns="72000" rtlCol="0" anchor="ctr"/>
          <a:lstStyle/>
          <a:p>
            <a:pPr algn="ctr" defTabSz="914288">
              <a:defRPr/>
            </a:pPr>
            <a:endParaRPr lang="en-US" sz="1400" kern="0" err="1">
              <a:solidFill>
                <a:srgbClr val="000000"/>
              </a:solidFill>
              <a:latin typeface="BISansOpti"/>
            </a:endParaRPr>
          </a:p>
        </p:txBody>
      </p:sp>
      <p:sp>
        <p:nvSpPr>
          <p:cNvPr id="126" name="TextBox 125">
            <a:extLst>
              <a:ext uri="{FF2B5EF4-FFF2-40B4-BE49-F238E27FC236}">
                <a16:creationId xmlns:a16="http://schemas.microsoft.com/office/drawing/2014/main" id="{D4A7622B-BB78-05EE-E8A4-C48732B5A633}"/>
              </a:ext>
            </a:extLst>
          </p:cNvPr>
          <p:cNvSpPr txBox="1"/>
          <p:nvPr/>
        </p:nvSpPr>
        <p:spPr>
          <a:xfrm>
            <a:off x="222743" y="1918367"/>
            <a:ext cx="579789" cy="300749"/>
          </a:xfrm>
          <a:prstGeom prst="rect">
            <a:avLst/>
          </a:prstGeom>
          <a:noFill/>
          <a:ln>
            <a:solidFill>
              <a:srgbClr val="08312A"/>
            </a:solidFill>
          </a:ln>
        </p:spPr>
        <p:txBody>
          <a:bodyPr wrap="square" lIns="54000" tIns="27000" rIns="54000" bIns="27000" rtlCol="0">
            <a:spAutoFit/>
          </a:bodyPr>
          <a:lstStyle/>
          <a:p>
            <a:pPr algn="ctr" defTabSz="914288">
              <a:defRPr/>
            </a:pPr>
            <a:r>
              <a:rPr lang="en-US" sz="800" b="1" kern="0">
                <a:solidFill>
                  <a:srgbClr val="0066CC"/>
                </a:solidFill>
                <a:cs typeface="Calibri" panose="020F0502020204030204" pitchFamily="34" charset="0"/>
              </a:rPr>
              <a:t>Ph3b-1305.46</a:t>
            </a:r>
          </a:p>
        </p:txBody>
      </p:sp>
      <p:sp>
        <p:nvSpPr>
          <p:cNvPr id="127" name="TextBox 126">
            <a:extLst>
              <a:ext uri="{FF2B5EF4-FFF2-40B4-BE49-F238E27FC236}">
                <a16:creationId xmlns:a16="http://schemas.microsoft.com/office/drawing/2014/main" id="{7A314EA0-A6B9-0057-C073-A8C9EF8D4881}"/>
              </a:ext>
            </a:extLst>
          </p:cNvPr>
          <p:cNvSpPr txBox="1"/>
          <p:nvPr/>
        </p:nvSpPr>
        <p:spPr>
          <a:xfrm>
            <a:off x="188497" y="3575024"/>
            <a:ext cx="626641" cy="300749"/>
          </a:xfrm>
          <a:prstGeom prst="rect">
            <a:avLst/>
          </a:prstGeom>
          <a:noFill/>
          <a:ln>
            <a:solidFill>
              <a:srgbClr val="08312A"/>
            </a:solidFill>
          </a:ln>
        </p:spPr>
        <p:txBody>
          <a:bodyPr wrap="square" lIns="54000" tIns="27000" rIns="54000" bIns="27000" rtlCol="0">
            <a:spAutoFit/>
          </a:bodyPr>
          <a:lstStyle/>
          <a:p>
            <a:pPr algn="ctr" defTabSz="914288">
              <a:defRPr/>
            </a:pPr>
            <a:r>
              <a:rPr lang="en-US" altLang="zh-CN" sz="800" b="1" kern="0">
                <a:solidFill>
                  <a:srgbClr val="0066CC"/>
                </a:solidFill>
                <a:cs typeface="Calibri" panose="020F0502020204030204" pitchFamily="34" charset="0"/>
              </a:rPr>
              <a:t>Ph3b-1305.46</a:t>
            </a:r>
          </a:p>
        </p:txBody>
      </p:sp>
      <p:sp>
        <p:nvSpPr>
          <p:cNvPr id="128" name="OTLSHAPE_T_e17f3958430f4cff8650518c93c7635e_Shape">
            <a:extLst>
              <a:ext uri="{FF2B5EF4-FFF2-40B4-BE49-F238E27FC236}">
                <a16:creationId xmlns:a16="http://schemas.microsoft.com/office/drawing/2014/main" id="{628A634B-2A11-4794-E361-38E8E4F2585C}"/>
              </a:ext>
            </a:extLst>
          </p:cNvPr>
          <p:cNvSpPr/>
          <p:nvPr>
            <p:custDataLst>
              <p:tags r:id="rId1"/>
            </p:custDataLst>
          </p:nvPr>
        </p:nvSpPr>
        <p:spPr bwMode="auto">
          <a:xfrm>
            <a:off x="3739969" y="1943652"/>
            <a:ext cx="3296102"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750" b="1">
              <a:solidFill>
                <a:srgbClr val="000000"/>
              </a:solidFill>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8DA8DBF8-FB19-788C-8BA3-1CFB27A06BA0}"/>
              </a:ext>
            </a:extLst>
          </p:cNvPr>
          <p:cNvSpPr txBox="1"/>
          <p:nvPr>
            <p:custDataLst>
              <p:tags r:id="rId2"/>
            </p:custDataLst>
          </p:nvPr>
        </p:nvSpPr>
        <p:spPr>
          <a:xfrm>
            <a:off x="4187224" y="1947779"/>
            <a:ext cx="2401595" cy="207749"/>
          </a:xfrm>
          <a:prstGeom prst="rect">
            <a:avLst/>
          </a:prstGeom>
          <a:noFill/>
        </p:spPr>
        <p:txBody>
          <a:bodyPr vert="horz" wrap="square" lIns="0" tIns="0" rIns="0" bIns="0" rtlCol="0" anchor="ctr" anchorCtr="0">
            <a:spAutoFit/>
          </a:bodyPr>
          <a:lstStyle/>
          <a:p>
            <a:pPr algn="ctr" defTabSz="914288">
              <a:defRPr/>
            </a:pPr>
            <a:r>
              <a:rPr lang="en-US" altLang="zh-CN" sz="675" b="1">
                <a:solidFill>
                  <a:srgbClr val="000000"/>
                </a:solidFill>
                <a:cs typeface="Calibri" panose="020F0502020204030204" pitchFamily="34" charset="0"/>
              </a:rPr>
              <a:t>Recruitment window = 17-18 M </a:t>
            </a:r>
          </a:p>
          <a:p>
            <a:pPr algn="ctr" defTabSz="914288">
              <a:defRPr/>
            </a:pPr>
            <a:r>
              <a:rPr lang="en-US" altLang="zh-CN" sz="675" b="1">
                <a:solidFill>
                  <a:srgbClr val="000000"/>
                </a:solidFill>
                <a:cs typeface="Calibri" panose="020F0502020204030204" pitchFamily="34" charset="0"/>
              </a:rPr>
              <a:t>150 sites, N = 400 </a:t>
            </a:r>
          </a:p>
        </p:txBody>
      </p:sp>
      <p:pic>
        <p:nvPicPr>
          <p:cNvPr id="146" name="Picture 145">
            <a:extLst>
              <a:ext uri="{FF2B5EF4-FFF2-40B4-BE49-F238E27FC236}">
                <a16:creationId xmlns:a16="http://schemas.microsoft.com/office/drawing/2014/main" id="{77E4FDDE-AC3E-4F50-F68B-7A6E65BE26E3}"/>
              </a:ext>
            </a:extLst>
          </p:cNvPr>
          <p:cNvPicPr>
            <a:picLocks noChangeAspect="1"/>
          </p:cNvPicPr>
          <p:nvPr/>
        </p:nvPicPr>
        <p:blipFill>
          <a:blip r:embed="rId12"/>
          <a:stretch>
            <a:fillRect/>
          </a:stretch>
        </p:blipFill>
        <p:spPr>
          <a:xfrm>
            <a:off x="133459" y="1377537"/>
            <a:ext cx="810000" cy="396383"/>
          </a:xfrm>
          <a:prstGeom prst="rect">
            <a:avLst/>
          </a:prstGeom>
        </p:spPr>
      </p:pic>
      <p:sp>
        <p:nvSpPr>
          <p:cNvPr id="170" name="矩形 20">
            <a:extLst>
              <a:ext uri="{FF2B5EF4-FFF2-40B4-BE49-F238E27FC236}">
                <a16:creationId xmlns:a16="http://schemas.microsoft.com/office/drawing/2014/main" id="{931FEFFC-F1AE-5712-E05A-C01AD6C769C2}"/>
              </a:ext>
            </a:extLst>
          </p:cNvPr>
          <p:cNvSpPr/>
          <p:nvPr/>
        </p:nvSpPr>
        <p:spPr>
          <a:xfrm>
            <a:off x="7036076" y="1943652"/>
            <a:ext cx="719301" cy="216000"/>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333">
              <a:defRPr/>
            </a:pPr>
            <a:endParaRPr lang="en-US" altLang="zh-CN" sz="700" b="1" kern="0" spc="-5">
              <a:solidFill>
                <a:srgbClr val="000000"/>
              </a:solidFill>
            </a:endParaRPr>
          </a:p>
        </p:txBody>
      </p:sp>
      <p:sp>
        <p:nvSpPr>
          <p:cNvPr id="184" name="TextBox 183">
            <a:extLst>
              <a:ext uri="{FF2B5EF4-FFF2-40B4-BE49-F238E27FC236}">
                <a16:creationId xmlns:a16="http://schemas.microsoft.com/office/drawing/2014/main" id="{9AFBFB24-CA76-B7D0-4561-478551BC4351}"/>
              </a:ext>
            </a:extLst>
          </p:cNvPr>
          <p:cNvSpPr txBox="1"/>
          <p:nvPr/>
        </p:nvSpPr>
        <p:spPr>
          <a:xfrm>
            <a:off x="8343556" y="4737878"/>
            <a:ext cx="881753" cy="369332"/>
          </a:xfrm>
          <a:prstGeom prst="rect">
            <a:avLst/>
          </a:prstGeom>
          <a:noFill/>
        </p:spPr>
        <p:txBody>
          <a:bodyPr wrap="square" lIns="0" tIns="0" rIns="0" bIns="0" rtlCol="0">
            <a:spAutoFit/>
          </a:bodyPr>
          <a:lstStyle/>
          <a:p>
            <a:pPr defTabSz="914333">
              <a:defRPr/>
            </a:pPr>
            <a:r>
              <a:rPr lang="en-US" altLang="zh-CN" sz="600">
                <a:solidFill>
                  <a:srgbClr val="FFFFFF">
                    <a:lumMod val="50000"/>
                  </a:srgbClr>
                </a:solidFill>
                <a:latin typeface="BISansCond"/>
              </a:rPr>
              <a:t>TDO: trial design outline</a:t>
            </a:r>
          </a:p>
          <a:p>
            <a:pPr defTabSz="914333">
              <a:defRPr/>
            </a:pPr>
            <a:r>
              <a:rPr lang="en-US" altLang="zh-CN" sz="600">
                <a:solidFill>
                  <a:srgbClr val="FFFFFF">
                    <a:lumMod val="50000"/>
                  </a:srgbClr>
                </a:solidFill>
                <a:latin typeface="BISansCond"/>
              </a:rPr>
              <a:t>FSS: first subject screen</a:t>
            </a:r>
          </a:p>
          <a:p>
            <a:pPr defTabSz="914333">
              <a:defRPr/>
            </a:pPr>
            <a:r>
              <a:rPr lang="en-US" altLang="zh-CN" sz="600">
                <a:solidFill>
                  <a:srgbClr val="FFFFFF">
                    <a:lumMod val="50000"/>
                  </a:srgbClr>
                </a:solidFill>
                <a:latin typeface="BISansCond"/>
              </a:rPr>
              <a:t>LSS: last subject screen</a:t>
            </a:r>
          </a:p>
          <a:p>
            <a:pPr defTabSz="914333">
              <a:defRPr/>
            </a:pPr>
            <a:r>
              <a:rPr lang="en-US" altLang="zh-CN" sz="600">
                <a:solidFill>
                  <a:srgbClr val="FFFFFF">
                    <a:lumMod val="50000"/>
                  </a:srgbClr>
                </a:solidFill>
                <a:latin typeface="BISansCond"/>
              </a:rPr>
              <a:t>LPO: last patient out</a:t>
            </a:r>
          </a:p>
        </p:txBody>
      </p:sp>
      <p:grpSp>
        <p:nvGrpSpPr>
          <p:cNvPr id="186" name="Group 185">
            <a:extLst>
              <a:ext uri="{FF2B5EF4-FFF2-40B4-BE49-F238E27FC236}">
                <a16:creationId xmlns:a16="http://schemas.microsoft.com/office/drawing/2014/main" id="{A4AAF355-03F2-FB8C-0C00-ACD2633C7AEF}"/>
              </a:ext>
            </a:extLst>
          </p:cNvPr>
          <p:cNvGrpSpPr/>
          <p:nvPr/>
        </p:nvGrpSpPr>
        <p:grpSpPr>
          <a:xfrm>
            <a:off x="1282733" y="1152507"/>
            <a:ext cx="546747" cy="3954704"/>
            <a:chOff x="1956799" y="1213992"/>
            <a:chExt cx="546747" cy="3954702"/>
          </a:xfrm>
        </p:grpSpPr>
        <p:cxnSp>
          <p:nvCxnSpPr>
            <p:cNvPr id="187" name="Straight Connector 186">
              <a:extLst>
                <a:ext uri="{FF2B5EF4-FFF2-40B4-BE49-F238E27FC236}">
                  <a16:creationId xmlns:a16="http://schemas.microsoft.com/office/drawing/2014/main" id="{0F7FE632-D42B-04CB-031C-44E9CB8A6708}"/>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188" name="OTLSHAPE_T_e17f3958430f4cff8650518c93c7635e_StartDate">
              <a:extLst>
                <a:ext uri="{FF2B5EF4-FFF2-40B4-BE49-F238E27FC236}">
                  <a16:creationId xmlns:a16="http://schemas.microsoft.com/office/drawing/2014/main" id="{05AF66A4-BCB8-6FEA-E1B5-445C2E8CC141}"/>
                </a:ext>
              </a:extLst>
            </p:cNvPr>
            <p:cNvSpPr txBox="1"/>
            <p:nvPr>
              <p:custDataLst>
                <p:tags r:id="rId9"/>
              </p:custDataLst>
            </p:nvPr>
          </p:nvSpPr>
          <p:spPr>
            <a:xfrm>
              <a:off x="1956799" y="1213992"/>
              <a:ext cx="546747" cy="246221"/>
            </a:xfrm>
            <a:prstGeom prst="rect">
              <a:avLst/>
            </a:prstGeom>
            <a:noFill/>
            <a:ln w="12700">
              <a:noFill/>
            </a:ln>
          </p:spPr>
          <p:txBody>
            <a:bodyPr vert="horz" wrap="square" lIns="0" tIns="0" rIns="0" bIns="0" rtlCol="0" anchor="ctr" anchorCtr="0">
              <a:spAutoFit/>
            </a:bodyPr>
            <a:lstStyle/>
            <a:p>
              <a:pPr algn="ctr" defTabSz="914333">
                <a:defRPr/>
              </a:pPr>
              <a:r>
                <a:rPr lang="en-US" altLang="zh-CN" sz="800" b="1" kern="0">
                  <a:solidFill>
                    <a:srgbClr val="FF0000"/>
                  </a:solidFill>
                  <a:cs typeface="Calibri" panose="020F0502020204030204" pitchFamily="34" charset="0"/>
                </a:rPr>
                <a:t>We are here</a:t>
              </a:r>
              <a:endParaRPr lang="zh-CN" altLang="en-US" sz="800" b="1" kern="0">
                <a:solidFill>
                  <a:srgbClr val="FF0000"/>
                </a:solidFill>
                <a:cs typeface="Calibri" panose="020F0502020204030204" pitchFamily="34" charset="0"/>
              </a:endParaRPr>
            </a:p>
          </p:txBody>
        </p:sp>
      </p:grpSp>
      <p:sp>
        <p:nvSpPr>
          <p:cNvPr id="221" name="Rectangle 220">
            <a:extLst>
              <a:ext uri="{FF2B5EF4-FFF2-40B4-BE49-F238E27FC236}">
                <a16:creationId xmlns:a16="http://schemas.microsoft.com/office/drawing/2014/main" id="{19606966-EC6D-CB08-A94E-4D6125CD5727}"/>
              </a:ext>
            </a:extLst>
          </p:cNvPr>
          <p:cNvSpPr/>
          <p:nvPr/>
        </p:nvSpPr>
        <p:spPr>
          <a:xfrm>
            <a:off x="7548689" y="2145769"/>
            <a:ext cx="43234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LPO</a:t>
            </a:r>
            <a:endParaRPr lang="zh-CN" altLang="en-US" sz="750" b="1">
              <a:solidFill>
                <a:srgbClr val="44546A"/>
              </a:solidFill>
              <a:cs typeface="Calibri" panose="020F0502020204030204" pitchFamily="34" charset="0"/>
            </a:endParaRPr>
          </a:p>
        </p:txBody>
      </p:sp>
      <p:sp>
        <p:nvSpPr>
          <p:cNvPr id="231" name="Star: 4 Points 143">
            <a:extLst>
              <a:ext uri="{FF2B5EF4-FFF2-40B4-BE49-F238E27FC236}">
                <a16:creationId xmlns:a16="http://schemas.microsoft.com/office/drawing/2014/main" id="{4E987752-1CDE-9FA9-2048-E1539A32944C}"/>
              </a:ext>
            </a:extLst>
          </p:cNvPr>
          <p:cNvSpPr/>
          <p:nvPr/>
        </p:nvSpPr>
        <p:spPr bwMode="auto">
          <a:xfrm>
            <a:off x="7692076" y="208599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pic>
        <p:nvPicPr>
          <p:cNvPr id="236" name="Picture 235">
            <a:extLst>
              <a:ext uri="{FF2B5EF4-FFF2-40B4-BE49-F238E27FC236}">
                <a16:creationId xmlns:a16="http://schemas.microsoft.com/office/drawing/2014/main" id="{7A218752-4CA1-E134-453F-E9F1EC44ECF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3933" y="3081057"/>
            <a:ext cx="810000" cy="399214"/>
          </a:xfrm>
          <a:prstGeom prst="rect">
            <a:avLst/>
          </a:prstGeom>
        </p:spPr>
      </p:pic>
      <p:sp>
        <p:nvSpPr>
          <p:cNvPr id="237" name="Rectangle 236">
            <a:extLst>
              <a:ext uri="{FF2B5EF4-FFF2-40B4-BE49-F238E27FC236}">
                <a16:creationId xmlns:a16="http://schemas.microsoft.com/office/drawing/2014/main" id="{45BB3579-2C21-5EC8-B9F8-9EC3532E85B2}"/>
              </a:ext>
            </a:extLst>
          </p:cNvPr>
          <p:cNvSpPr/>
          <p:nvPr/>
        </p:nvSpPr>
        <p:spPr>
          <a:xfrm>
            <a:off x="7428496" y="177624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Feb 2027</a:t>
            </a:r>
            <a:endParaRPr lang="zh-CN" altLang="en-US" sz="750" b="1">
              <a:solidFill>
                <a:srgbClr val="44546A"/>
              </a:solidFill>
              <a:cs typeface="Calibri" panose="020F0502020204030204" pitchFamily="34" charset="0"/>
            </a:endParaRPr>
          </a:p>
        </p:txBody>
      </p:sp>
      <p:sp>
        <p:nvSpPr>
          <p:cNvPr id="238" name="Rectangle 237">
            <a:extLst>
              <a:ext uri="{FF2B5EF4-FFF2-40B4-BE49-F238E27FC236}">
                <a16:creationId xmlns:a16="http://schemas.microsoft.com/office/drawing/2014/main" id="{BBE43476-27BA-68AB-1DFD-AB5886839650}"/>
              </a:ext>
            </a:extLst>
          </p:cNvPr>
          <p:cNvSpPr/>
          <p:nvPr/>
        </p:nvSpPr>
        <p:spPr>
          <a:xfrm>
            <a:off x="6824228" y="2145770"/>
            <a:ext cx="43234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LSS</a:t>
            </a:r>
            <a:endParaRPr lang="zh-CN" altLang="en-US" sz="750" b="1">
              <a:solidFill>
                <a:srgbClr val="44546A"/>
              </a:solidFill>
              <a:cs typeface="Calibri" panose="020F0502020204030204" pitchFamily="34" charset="0"/>
            </a:endParaRPr>
          </a:p>
        </p:txBody>
      </p:sp>
      <p:sp>
        <p:nvSpPr>
          <p:cNvPr id="239" name="Star: 4 Points 143">
            <a:extLst>
              <a:ext uri="{FF2B5EF4-FFF2-40B4-BE49-F238E27FC236}">
                <a16:creationId xmlns:a16="http://schemas.microsoft.com/office/drawing/2014/main" id="{C9126692-E2AE-2A6E-41D7-65B17D998B80}"/>
              </a:ext>
            </a:extLst>
          </p:cNvPr>
          <p:cNvSpPr/>
          <p:nvPr/>
        </p:nvSpPr>
        <p:spPr bwMode="auto">
          <a:xfrm>
            <a:off x="6967615" y="207231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40" name="Rectangle 239">
            <a:extLst>
              <a:ext uri="{FF2B5EF4-FFF2-40B4-BE49-F238E27FC236}">
                <a16:creationId xmlns:a16="http://schemas.microsoft.com/office/drawing/2014/main" id="{29EA71A0-3AB4-9540-AA3A-508F57A6CBAB}"/>
              </a:ext>
            </a:extLst>
          </p:cNvPr>
          <p:cNvSpPr/>
          <p:nvPr/>
        </p:nvSpPr>
        <p:spPr>
          <a:xfrm>
            <a:off x="6704035" y="177624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Jul 2026</a:t>
            </a:r>
            <a:endParaRPr lang="zh-CN" altLang="en-US" sz="750" b="1">
              <a:solidFill>
                <a:srgbClr val="44546A"/>
              </a:solidFill>
              <a:cs typeface="Calibri" panose="020F0502020204030204" pitchFamily="34" charset="0"/>
            </a:endParaRPr>
          </a:p>
        </p:txBody>
      </p:sp>
      <p:sp>
        <p:nvSpPr>
          <p:cNvPr id="241" name="Rectangle 240">
            <a:extLst>
              <a:ext uri="{FF2B5EF4-FFF2-40B4-BE49-F238E27FC236}">
                <a16:creationId xmlns:a16="http://schemas.microsoft.com/office/drawing/2014/main" id="{CA64818A-7781-CDE9-6472-23C443A159E5}"/>
              </a:ext>
            </a:extLst>
          </p:cNvPr>
          <p:cNvSpPr/>
          <p:nvPr/>
        </p:nvSpPr>
        <p:spPr>
          <a:xfrm>
            <a:off x="3540476" y="2145769"/>
            <a:ext cx="41160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FSS</a:t>
            </a:r>
            <a:endParaRPr lang="zh-CN" altLang="en-US" sz="750" b="1">
              <a:solidFill>
                <a:srgbClr val="44546A"/>
              </a:solidFill>
              <a:cs typeface="Calibri" panose="020F0502020204030204" pitchFamily="34" charset="0"/>
            </a:endParaRPr>
          </a:p>
        </p:txBody>
      </p:sp>
      <p:sp>
        <p:nvSpPr>
          <p:cNvPr id="242" name="Star: 4 Points 143">
            <a:extLst>
              <a:ext uri="{FF2B5EF4-FFF2-40B4-BE49-F238E27FC236}">
                <a16:creationId xmlns:a16="http://schemas.microsoft.com/office/drawing/2014/main" id="{71F718C8-1C01-2362-6DFE-23AA9FAF36C2}"/>
              </a:ext>
            </a:extLst>
          </p:cNvPr>
          <p:cNvSpPr/>
          <p:nvPr/>
        </p:nvSpPr>
        <p:spPr bwMode="auto">
          <a:xfrm>
            <a:off x="3676663" y="207983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43" name="Rectangle 242">
            <a:extLst>
              <a:ext uri="{FF2B5EF4-FFF2-40B4-BE49-F238E27FC236}">
                <a16:creationId xmlns:a16="http://schemas.microsoft.com/office/drawing/2014/main" id="{B8F454CB-123A-06AE-BE99-63C5B130BC33}"/>
              </a:ext>
            </a:extLst>
          </p:cNvPr>
          <p:cNvSpPr/>
          <p:nvPr/>
        </p:nvSpPr>
        <p:spPr>
          <a:xfrm>
            <a:off x="3413084" y="1776240"/>
            <a:ext cx="622783" cy="323165"/>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Jan/Feb 2025</a:t>
            </a:r>
            <a:endParaRPr lang="zh-CN" altLang="en-US" sz="750" b="1">
              <a:solidFill>
                <a:srgbClr val="44546A"/>
              </a:solidFill>
              <a:cs typeface="Calibri" panose="020F0502020204030204" pitchFamily="34" charset="0"/>
            </a:endParaRPr>
          </a:p>
        </p:txBody>
      </p:sp>
      <p:sp>
        <p:nvSpPr>
          <p:cNvPr id="244" name="5-Point Star 5">
            <a:extLst>
              <a:ext uri="{FF2B5EF4-FFF2-40B4-BE49-F238E27FC236}">
                <a16:creationId xmlns:a16="http://schemas.microsoft.com/office/drawing/2014/main" id="{B15045EE-A89C-B2A7-99C7-8C985F903D7F}"/>
              </a:ext>
            </a:extLst>
          </p:cNvPr>
          <p:cNvSpPr/>
          <p:nvPr/>
        </p:nvSpPr>
        <p:spPr>
          <a:xfrm>
            <a:off x="2508497" y="1975751"/>
            <a:ext cx="115504" cy="120107"/>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45" name="OTLSHAPE_T_e17f3958430f4cff8650518c93c7635e_StartDate">
            <a:extLst>
              <a:ext uri="{FF2B5EF4-FFF2-40B4-BE49-F238E27FC236}">
                <a16:creationId xmlns:a16="http://schemas.microsoft.com/office/drawing/2014/main" id="{FA4C2FB3-88B8-AE9B-2C85-3621CC3510F6}"/>
              </a:ext>
            </a:extLst>
          </p:cNvPr>
          <p:cNvSpPr txBox="1"/>
          <p:nvPr>
            <p:custDataLst>
              <p:tags r:id="rId3"/>
            </p:custDataLst>
          </p:nvPr>
        </p:nvSpPr>
        <p:spPr>
          <a:xfrm>
            <a:off x="2226879" y="2145769"/>
            <a:ext cx="678740" cy="207749"/>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r>
              <a:rPr lang="en-US" altLang="zh-CN" sz="750"/>
              <a:t>CTA Sub</a:t>
            </a:r>
            <a:endParaRPr lang="zh-CN" altLang="en-US" sz="750"/>
          </a:p>
        </p:txBody>
      </p:sp>
      <p:sp>
        <p:nvSpPr>
          <p:cNvPr id="246" name="Rectangle 245">
            <a:extLst>
              <a:ext uri="{FF2B5EF4-FFF2-40B4-BE49-F238E27FC236}">
                <a16:creationId xmlns:a16="http://schemas.microsoft.com/office/drawing/2014/main" id="{EBB22C6C-29C0-80A7-B925-4C8B9215065A}"/>
              </a:ext>
            </a:extLst>
          </p:cNvPr>
          <p:cNvSpPr/>
          <p:nvPr/>
        </p:nvSpPr>
        <p:spPr>
          <a:xfrm>
            <a:off x="2248441" y="1776240"/>
            <a:ext cx="629199"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Aug 2024</a:t>
            </a:r>
            <a:endParaRPr lang="zh-CN" altLang="en-US" sz="750" b="1">
              <a:solidFill>
                <a:srgbClr val="44546A"/>
              </a:solidFill>
              <a:cs typeface="Calibri" panose="020F0502020204030204" pitchFamily="34" charset="0"/>
            </a:endParaRPr>
          </a:p>
        </p:txBody>
      </p:sp>
      <p:sp>
        <p:nvSpPr>
          <p:cNvPr id="247" name="5-Point Star 5">
            <a:extLst>
              <a:ext uri="{FF2B5EF4-FFF2-40B4-BE49-F238E27FC236}">
                <a16:creationId xmlns:a16="http://schemas.microsoft.com/office/drawing/2014/main" id="{CB7C49C6-147B-4D68-CD95-94D6B0E01CDD}"/>
              </a:ext>
            </a:extLst>
          </p:cNvPr>
          <p:cNvSpPr/>
          <p:nvPr/>
        </p:nvSpPr>
        <p:spPr>
          <a:xfrm>
            <a:off x="1854884" y="1991307"/>
            <a:ext cx="115504" cy="120107"/>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48" name="OTLSHAPE_T_e17f3958430f4cff8650518c93c7635e_StartDate">
            <a:extLst>
              <a:ext uri="{FF2B5EF4-FFF2-40B4-BE49-F238E27FC236}">
                <a16:creationId xmlns:a16="http://schemas.microsoft.com/office/drawing/2014/main" id="{0F78323F-6A87-2B7F-BCA5-3B9879186326}"/>
              </a:ext>
            </a:extLst>
          </p:cNvPr>
          <p:cNvSpPr txBox="1"/>
          <p:nvPr>
            <p:custDataLst>
              <p:tags r:id="rId4"/>
            </p:custDataLst>
          </p:nvPr>
        </p:nvSpPr>
        <p:spPr>
          <a:xfrm>
            <a:off x="1648176" y="2145769"/>
            <a:ext cx="678740" cy="207749"/>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r>
              <a:rPr lang="en-US" altLang="zh-CN" sz="750"/>
              <a:t>Final TDO</a:t>
            </a:r>
            <a:endParaRPr lang="zh-CN" altLang="en-US" sz="750"/>
          </a:p>
        </p:txBody>
      </p:sp>
      <p:sp>
        <p:nvSpPr>
          <p:cNvPr id="249" name="Rectangle 248">
            <a:extLst>
              <a:ext uri="{FF2B5EF4-FFF2-40B4-BE49-F238E27FC236}">
                <a16:creationId xmlns:a16="http://schemas.microsoft.com/office/drawing/2014/main" id="{7E9A8A2D-CAB1-85AE-E7ED-997912074959}"/>
              </a:ext>
            </a:extLst>
          </p:cNvPr>
          <p:cNvSpPr/>
          <p:nvPr/>
        </p:nvSpPr>
        <p:spPr>
          <a:xfrm>
            <a:off x="1669740" y="1776240"/>
            <a:ext cx="65686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May 2024</a:t>
            </a:r>
            <a:endParaRPr lang="zh-CN" altLang="en-US" sz="750" b="1">
              <a:solidFill>
                <a:srgbClr val="44546A"/>
              </a:solidFill>
              <a:cs typeface="Calibri" panose="020F0502020204030204" pitchFamily="34" charset="0"/>
            </a:endParaRPr>
          </a:p>
        </p:txBody>
      </p:sp>
      <p:sp>
        <p:nvSpPr>
          <p:cNvPr id="253" name="OTLSHAPE_T_e17f3958430f4cff8650518c93c7635e_Shape">
            <a:extLst>
              <a:ext uri="{FF2B5EF4-FFF2-40B4-BE49-F238E27FC236}">
                <a16:creationId xmlns:a16="http://schemas.microsoft.com/office/drawing/2014/main" id="{F81314E4-3460-685F-09F4-D8B5AC912C10}"/>
              </a:ext>
            </a:extLst>
          </p:cNvPr>
          <p:cNvSpPr/>
          <p:nvPr>
            <p:custDataLst>
              <p:tags r:id="rId5"/>
            </p:custDataLst>
          </p:nvPr>
        </p:nvSpPr>
        <p:spPr bwMode="auto">
          <a:xfrm>
            <a:off x="3897466" y="3594635"/>
            <a:ext cx="3193679" cy="22212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750" b="1">
              <a:solidFill>
                <a:srgbClr val="000000"/>
              </a:solidFill>
              <a:cs typeface="Calibri" panose="020F0502020204030204" pitchFamily="34" charset="0"/>
            </a:endParaRPr>
          </a:p>
        </p:txBody>
      </p:sp>
      <p:sp>
        <p:nvSpPr>
          <p:cNvPr id="255" name="矩形 20">
            <a:extLst>
              <a:ext uri="{FF2B5EF4-FFF2-40B4-BE49-F238E27FC236}">
                <a16:creationId xmlns:a16="http://schemas.microsoft.com/office/drawing/2014/main" id="{6B2FE7D0-2A11-AB5A-ED17-34DF69E56CA1}"/>
              </a:ext>
            </a:extLst>
          </p:cNvPr>
          <p:cNvSpPr/>
          <p:nvPr/>
        </p:nvSpPr>
        <p:spPr>
          <a:xfrm>
            <a:off x="7091150" y="3597697"/>
            <a:ext cx="719301" cy="216000"/>
          </a:xfrm>
          <a:prstGeom prst="rect">
            <a:avLst/>
          </a:prstGeom>
          <a:pattFill prst="pct25">
            <a:fgClr>
              <a:srgbClr val="6AD2E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333">
              <a:defRPr/>
            </a:pPr>
            <a:endParaRPr lang="en-US" altLang="zh-CN" sz="700" b="1" kern="0" spc="-5">
              <a:solidFill>
                <a:srgbClr val="000000"/>
              </a:solidFill>
            </a:endParaRPr>
          </a:p>
        </p:txBody>
      </p:sp>
      <p:sp>
        <p:nvSpPr>
          <p:cNvPr id="278" name="Rectangle 277">
            <a:extLst>
              <a:ext uri="{FF2B5EF4-FFF2-40B4-BE49-F238E27FC236}">
                <a16:creationId xmlns:a16="http://schemas.microsoft.com/office/drawing/2014/main" id="{F8961C28-740C-70D9-576D-3322D0A5AD7B}"/>
              </a:ext>
            </a:extLst>
          </p:cNvPr>
          <p:cNvSpPr/>
          <p:nvPr/>
        </p:nvSpPr>
        <p:spPr>
          <a:xfrm>
            <a:off x="8185107" y="2145769"/>
            <a:ext cx="43234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CTR</a:t>
            </a:r>
            <a:endParaRPr lang="zh-CN" altLang="en-US" sz="750" b="1">
              <a:solidFill>
                <a:srgbClr val="44546A"/>
              </a:solidFill>
              <a:cs typeface="Calibri" panose="020F0502020204030204" pitchFamily="34" charset="0"/>
            </a:endParaRPr>
          </a:p>
        </p:txBody>
      </p:sp>
      <p:sp>
        <p:nvSpPr>
          <p:cNvPr id="279" name="Star: 4 Points 143">
            <a:extLst>
              <a:ext uri="{FF2B5EF4-FFF2-40B4-BE49-F238E27FC236}">
                <a16:creationId xmlns:a16="http://schemas.microsoft.com/office/drawing/2014/main" id="{ADB8E1C6-6246-173C-D302-FC86BB4CE91B}"/>
              </a:ext>
            </a:extLst>
          </p:cNvPr>
          <p:cNvSpPr/>
          <p:nvPr/>
        </p:nvSpPr>
        <p:spPr bwMode="auto">
          <a:xfrm>
            <a:off x="8340529" y="1975053"/>
            <a:ext cx="121500" cy="121500"/>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endParaRPr lang="zh-CN" altLang="en-US" sz="1400">
              <a:solidFill>
                <a:srgbClr val="000000"/>
              </a:solidFill>
              <a:latin typeface="BISansOpti"/>
            </a:endParaRPr>
          </a:p>
        </p:txBody>
      </p:sp>
      <p:sp>
        <p:nvSpPr>
          <p:cNvPr id="280" name="Rectangle 279">
            <a:extLst>
              <a:ext uri="{FF2B5EF4-FFF2-40B4-BE49-F238E27FC236}">
                <a16:creationId xmlns:a16="http://schemas.microsoft.com/office/drawing/2014/main" id="{19548AEB-0AC1-E13A-1306-557E0EBF8929}"/>
              </a:ext>
            </a:extLst>
          </p:cNvPr>
          <p:cNvSpPr/>
          <p:nvPr/>
        </p:nvSpPr>
        <p:spPr>
          <a:xfrm>
            <a:off x="8064914" y="177624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Jul 2027</a:t>
            </a:r>
            <a:endParaRPr lang="zh-CN" altLang="en-US" sz="750" b="1">
              <a:solidFill>
                <a:srgbClr val="44546A"/>
              </a:solidFill>
              <a:cs typeface="Calibri" panose="020F0502020204030204" pitchFamily="34" charset="0"/>
            </a:endParaRPr>
          </a:p>
        </p:txBody>
      </p:sp>
      <p:sp>
        <p:nvSpPr>
          <p:cNvPr id="282" name="5-Point Star 5">
            <a:extLst>
              <a:ext uri="{FF2B5EF4-FFF2-40B4-BE49-F238E27FC236}">
                <a16:creationId xmlns:a16="http://schemas.microsoft.com/office/drawing/2014/main" id="{4BCE5392-ED30-BBD0-A879-05DB95F5D825}"/>
              </a:ext>
            </a:extLst>
          </p:cNvPr>
          <p:cNvSpPr/>
          <p:nvPr/>
        </p:nvSpPr>
        <p:spPr>
          <a:xfrm>
            <a:off x="1282734" y="1975751"/>
            <a:ext cx="115504" cy="120107"/>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83" name="OTLSHAPE_T_e17f3958430f4cff8650518c93c7635e_StartDate">
            <a:extLst>
              <a:ext uri="{FF2B5EF4-FFF2-40B4-BE49-F238E27FC236}">
                <a16:creationId xmlns:a16="http://schemas.microsoft.com/office/drawing/2014/main" id="{41832F71-124C-DCB5-1DD8-B042531B6986}"/>
              </a:ext>
            </a:extLst>
          </p:cNvPr>
          <p:cNvSpPr txBox="1"/>
          <p:nvPr>
            <p:custDataLst>
              <p:tags r:id="rId6"/>
            </p:custDataLst>
          </p:nvPr>
        </p:nvSpPr>
        <p:spPr>
          <a:xfrm>
            <a:off x="1001116" y="2145769"/>
            <a:ext cx="678740" cy="207749"/>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r>
              <a:rPr lang="en-US" altLang="zh-CN" sz="750"/>
              <a:t>Draft TDO</a:t>
            </a:r>
            <a:endParaRPr lang="zh-CN" altLang="en-US" sz="750"/>
          </a:p>
        </p:txBody>
      </p:sp>
      <p:sp>
        <p:nvSpPr>
          <p:cNvPr id="284" name="Rectangle 283">
            <a:extLst>
              <a:ext uri="{FF2B5EF4-FFF2-40B4-BE49-F238E27FC236}">
                <a16:creationId xmlns:a16="http://schemas.microsoft.com/office/drawing/2014/main" id="{0FC79D8A-DA0B-ED1F-655B-D982CE378338}"/>
              </a:ext>
            </a:extLst>
          </p:cNvPr>
          <p:cNvSpPr/>
          <p:nvPr/>
        </p:nvSpPr>
        <p:spPr>
          <a:xfrm>
            <a:off x="1022679" y="1776240"/>
            <a:ext cx="709685"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Mar 2024</a:t>
            </a:r>
            <a:endParaRPr lang="zh-CN" altLang="en-US" sz="750" b="1">
              <a:solidFill>
                <a:srgbClr val="44546A"/>
              </a:solidFill>
              <a:cs typeface="Calibri" panose="020F0502020204030204" pitchFamily="34" charset="0"/>
            </a:endParaRPr>
          </a:p>
        </p:txBody>
      </p:sp>
      <p:pic>
        <p:nvPicPr>
          <p:cNvPr id="285" name="Picture 284" descr="Traffic light - Simple English Wikipedia, the free ...">
            <a:extLst>
              <a:ext uri="{FF2B5EF4-FFF2-40B4-BE49-F238E27FC236}">
                <a16:creationId xmlns:a16="http://schemas.microsoft.com/office/drawing/2014/main" id="{C6E4CC40-BDBE-9979-D46B-8D0A1C779140}"/>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3" name="OTLSHAPE_T_e17f3958430f4cff8650518c93c7635e_Shape">
            <a:extLst>
              <a:ext uri="{FF2B5EF4-FFF2-40B4-BE49-F238E27FC236}">
                <a16:creationId xmlns:a16="http://schemas.microsoft.com/office/drawing/2014/main" id="{99D0953E-C60D-91F9-2D19-9892602304B8}"/>
              </a:ext>
            </a:extLst>
          </p:cNvPr>
          <p:cNvSpPr/>
          <p:nvPr>
            <p:custDataLst>
              <p:tags r:id="rId7"/>
            </p:custDataLst>
          </p:nvPr>
        </p:nvSpPr>
        <p:spPr bwMode="auto">
          <a:xfrm>
            <a:off x="2817008" y="3601058"/>
            <a:ext cx="1080458" cy="209279"/>
          </a:xfrm>
          <a:prstGeom prst="roundRect">
            <a:avLst>
              <a:gd name="adj" fmla="val 16667"/>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675" b="1">
                <a:solidFill>
                  <a:srgbClr val="000000"/>
                </a:solidFill>
                <a:latin typeface="Calibri" panose="020F0502020204030204" pitchFamily="34" charset="0"/>
                <a:cs typeface="Calibri" panose="020F0502020204030204" pitchFamily="34" charset="0"/>
              </a:rPr>
              <a:t>CTA Review + EC + HGRAC + 1</a:t>
            </a:r>
            <a:r>
              <a:rPr lang="en-US" altLang="zh-CN" sz="675" b="1" baseline="30000">
                <a:solidFill>
                  <a:srgbClr val="000000"/>
                </a:solidFill>
                <a:latin typeface="Calibri" panose="020F0502020204030204" pitchFamily="34" charset="0"/>
                <a:cs typeface="Calibri" panose="020F0502020204030204" pitchFamily="34" charset="0"/>
              </a:rPr>
              <a:t>st</a:t>
            </a:r>
            <a:r>
              <a:rPr lang="en-US" altLang="zh-CN" sz="675" b="1">
                <a:solidFill>
                  <a:srgbClr val="000000"/>
                </a:solidFill>
                <a:latin typeface="Calibri" panose="020F0502020204030204" pitchFamily="34" charset="0"/>
                <a:cs typeface="Calibri" panose="020F0502020204030204" pitchFamily="34" charset="0"/>
              </a:rPr>
              <a:t> SIV (6 M)</a:t>
            </a:r>
            <a:endParaRPr lang="zh-CN" altLang="en-US" sz="675" b="1">
              <a:solidFill>
                <a:srgbClr val="00000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D3AAD3AB-6306-FA76-26D3-41497B69A4B5}"/>
              </a:ext>
            </a:extLst>
          </p:cNvPr>
          <p:cNvSpPr/>
          <p:nvPr/>
        </p:nvSpPr>
        <p:spPr>
          <a:xfrm>
            <a:off x="2485239" y="3445053"/>
            <a:ext cx="629199"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Aug 2025</a:t>
            </a:r>
            <a:endParaRPr lang="zh-CN" altLang="en-US" sz="750" b="1">
              <a:solidFill>
                <a:srgbClr val="44546A"/>
              </a:solidFill>
              <a:cs typeface="Calibri" panose="020F0502020204030204" pitchFamily="34" charset="0"/>
            </a:endParaRPr>
          </a:p>
        </p:txBody>
      </p:sp>
      <p:sp>
        <p:nvSpPr>
          <p:cNvPr id="10" name="5-Point Star 5">
            <a:extLst>
              <a:ext uri="{FF2B5EF4-FFF2-40B4-BE49-F238E27FC236}">
                <a16:creationId xmlns:a16="http://schemas.microsoft.com/office/drawing/2014/main" id="{588D91E2-5055-7479-DF06-7B521C375017}"/>
              </a:ext>
            </a:extLst>
          </p:cNvPr>
          <p:cNvSpPr/>
          <p:nvPr/>
        </p:nvSpPr>
        <p:spPr>
          <a:xfrm>
            <a:off x="2766857" y="3742434"/>
            <a:ext cx="115504" cy="120107"/>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11" name="OTLSHAPE_T_e17f3958430f4cff8650518c93c7635e_StartDate">
            <a:extLst>
              <a:ext uri="{FF2B5EF4-FFF2-40B4-BE49-F238E27FC236}">
                <a16:creationId xmlns:a16="http://schemas.microsoft.com/office/drawing/2014/main" id="{43E90281-F9A1-4BB6-9A9E-890712863B6A}"/>
              </a:ext>
            </a:extLst>
          </p:cNvPr>
          <p:cNvSpPr txBox="1"/>
          <p:nvPr>
            <p:custDataLst>
              <p:tags r:id="rId8"/>
            </p:custDataLst>
          </p:nvPr>
        </p:nvSpPr>
        <p:spPr>
          <a:xfrm>
            <a:off x="2485239" y="3840414"/>
            <a:ext cx="678740" cy="207749"/>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r>
              <a:rPr lang="en-US" altLang="zh-CN" sz="750"/>
              <a:t>CTA Sub</a:t>
            </a:r>
            <a:endParaRPr lang="zh-CN" altLang="en-US" sz="750"/>
          </a:p>
        </p:txBody>
      </p:sp>
      <p:sp>
        <p:nvSpPr>
          <p:cNvPr id="12" name="Rectangle 11">
            <a:extLst>
              <a:ext uri="{FF2B5EF4-FFF2-40B4-BE49-F238E27FC236}">
                <a16:creationId xmlns:a16="http://schemas.microsoft.com/office/drawing/2014/main" id="{E245984B-6187-3494-5ABB-B8AF31113848}"/>
              </a:ext>
            </a:extLst>
          </p:cNvPr>
          <p:cNvSpPr/>
          <p:nvPr/>
        </p:nvSpPr>
        <p:spPr>
          <a:xfrm>
            <a:off x="3684679" y="3840414"/>
            <a:ext cx="41160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FSS</a:t>
            </a:r>
            <a:endParaRPr lang="zh-CN" altLang="en-US" sz="750" b="1">
              <a:solidFill>
                <a:srgbClr val="44546A"/>
              </a:solidFill>
              <a:cs typeface="Calibri" panose="020F0502020204030204" pitchFamily="34" charset="0"/>
            </a:endParaRPr>
          </a:p>
        </p:txBody>
      </p:sp>
      <p:sp>
        <p:nvSpPr>
          <p:cNvPr id="13" name="Star: 4 Points 143">
            <a:extLst>
              <a:ext uri="{FF2B5EF4-FFF2-40B4-BE49-F238E27FC236}">
                <a16:creationId xmlns:a16="http://schemas.microsoft.com/office/drawing/2014/main" id="{736DE054-5A16-8956-6E31-1168F8292663}"/>
              </a:ext>
            </a:extLst>
          </p:cNvPr>
          <p:cNvSpPr/>
          <p:nvPr/>
        </p:nvSpPr>
        <p:spPr bwMode="auto">
          <a:xfrm>
            <a:off x="3820866" y="374243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14" name="Rectangle 13">
            <a:extLst>
              <a:ext uri="{FF2B5EF4-FFF2-40B4-BE49-F238E27FC236}">
                <a16:creationId xmlns:a16="http://schemas.microsoft.com/office/drawing/2014/main" id="{0184FFE5-C912-A181-C012-D5E42ADFF62C}"/>
              </a:ext>
            </a:extLst>
          </p:cNvPr>
          <p:cNvSpPr/>
          <p:nvPr/>
        </p:nvSpPr>
        <p:spPr>
          <a:xfrm>
            <a:off x="3557286" y="3445053"/>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Feb 2025</a:t>
            </a:r>
            <a:endParaRPr lang="zh-CN" altLang="en-US" sz="750" b="1">
              <a:solidFill>
                <a:srgbClr val="44546A"/>
              </a:solidFill>
              <a:cs typeface="Calibri" panose="020F0502020204030204" pitchFamily="34" charset="0"/>
            </a:endParaRPr>
          </a:p>
        </p:txBody>
      </p:sp>
      <p:sp>
        <p:nvSpPr>
          <p:cNvPr id="22" name="Rectangle 21">
            <a:extLst>
              <a:ext uri="{FF2B5EF4-FFF2-40B4-BE49-F238E27FC236}">
                <a16:creationId xmlns:a16="http://schemas.microsoft.com/office/drawing/2014/main" id="{E75D2188-FEF6-437C-73F9-650E186E2A11}"/>
              </a:ext>
            </a:extLst>
          </p:cNvPr>
          <p:cNvSpPr/>
          <p:nvPr/>
        </p:nvSpPr>
        <p:spPr>
          <a:xfrm>
            <a:off x="6884456" y="3840414"/>
            <a:ext cx="43234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LSS</a:t>
            </a:r>
            <a:endParaRPr lang="zh-CN" altLang="en-US" sz="750" b="1">
              <a:solidFill>
                <a:srgbClr val="44546A"/>
              </a:solidFill>
              <a:cs typeface="Calibri" panose="020F0502020204030204" pitchFamily="34" charset="0"/>
            </a:endParaRPr>
          </a:p>
        </p:txBody>
      </p:sp>
      <p:sp>
        <p:nvSpPr>
          <p:cNvPr id="23" name="Star: 4 Points 143">
            <a:extLst>
              <a:ext uri="{FF2B5EF4-FFF2-40B4-BE49-F238E27FC236}">
                <a16:creationId xmlns:a16="http://schemas.microsoft.com/office/drawing/2014/main" id="{65652BE7-3581-0389-D90F-CF3F2040E6F9}"/>
              </a:ext>
            </a:extLst>
          </p:cNvPr>
          <p:cNvSpPr/>
          <p:nvPr/>
        </p:nvSpPr>
        <p:spPr bwMode="auto">
          <a:xfrm>
            <a:off x="7027843" y="37335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4" name="Rectangle 23">
            <a:extLst>
              <a:ext uri="{FF2B5EF4-FFF2-40B4-BE49-F238E27FC236}">
                <a16:creationId xmlns:a16="http://schemas.microsoft.com/office/drawing/2014/main" id="{623A8FAF-7CF6-209D-37A8-0115C0FEB72A}"/>
              </a:ext>
            </a:extLst>
          </p:cNvPr>
          <p:cNvSpPr/>
          <p:nvPr/>
        </p:nvSpPr>
        <p:spPr>
          <a:xfrm>
            <a:off x="6764263" y="3445053"/>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Jul 2026</a:t>
            </a:r>
            <a:endParaRPr lang="zh-CN" altLang="en-US" sz="750" b="1">
              <a:solidFill>
                <a:srgbClr val="44546A"/>
              </a:solidFill>
              <a:cs typeface="Calibri" panose="020F0502020204030204" pitchFamily="34" charset="0"/>
            </a:endParaRPr>
          </a:p>
        </p:txBody>
      </p:sp>
      <p:sp>
        <p:nvSpPr>
          <p:cNvPr id="25" name="Rectangle 24">
            <a:extLst>
              <a:ext uri="{FF2B5EF4-FFF2-40B4-BE49-F238E27FC236}">
                <a16:creationId xmlns:a16="http://schemas.microsoft.com/office/drawing/2014/main" id="{40DF0293-A40D-9E12-8B69-01F3CDE32A6B}"/>
              </a:ext>
            </a:extLst>
          </p:cNvPr>
          <p:cNvSpPr/>
          <p:nvPr/>
        </p:nvSpPr>
        <p:spPr>
          <a:xfrm>
            <a:off x="7603763" y="3840414"/>
            <a:ext cx="432347"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LPO</a:t>
            </a:r>
            <a:endParaRPr lang="zh-CN" altLang="en-US" sz="750" b="1">
              <a:solidFill>
                <a:srgbClr val="44546A"/>
              </a:solidFill>
              <a:cs typeface="Calibri" panose="020F0502020204030204" pitchFamily="34" charset="0"/>
            </a:endParaRPr>
          </a:p>
        </p:txBody>
      </p:sp>
      <p:sp>
        <p:nvSpPr>
          <p:cNvPr id="26" name="Star: 4 Points 143">
            <a:extLst>
              <a:ext uri="{FF2B5EF4-FFF2-40B4-BE49-F238E27FC236}">
                <a16:creationId xmlns:a16="http://schemas.microsoft.com/office/drawing/2014/main" id="{F6269EC8-4A51-D636-BA01-43E1A2FFAB9B}"/>
              </a:ext>
            </a:extLst>
          </p:cNvPr>
          <p:cNvSpPr/>
          <p:nvPr/>
        </p:nvSpPr>
        <p:spPr bwMode="auto">
          <a:xfrm>
            <a:off x="7747150" y="373319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7" name="Rectangle 26">
            <a:extLst>
              <a:ext uri="{FF2B5EF4-FFF2-40B4-BE49-F238E27FC236}">
                <a16:creationId xmlns:a16="http://schemas.microsoft.com/office/drawing/2014/main" id="{1EE2488E-900C-2BFB-F6D4-AA6E5B2BA5BC}"/>
              </a:ext>
            </a:extLst>
          </p:cNvPr>
          <p:cNvSpPr/>
          <p:nvPr/>
        </p:nvSpPr>
        <p:spPr>
          <a:xfrm>
            <a:off x="7483570" y="3445053"/>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Feb 2027</a:t>
            </a:r>
            <a:endParaRPr lang="zh-CN" altLang="en-US" sz="750" b="1">
              <a:solidFill>
                <a:srgbClr val="44546A"/>
              </a:solidFill>
              <a:cs typeface="Calibri" panose="020F0502020204030204" pitchFamily="34" charset="0"/>
            </a:endParaRPr>
          </a:p>
        </p:txBody>
      </p:sp>
      <p:sp>
        <p:nvSpPr>
          <p:cNvPr id="2" name="文本框 5">
            <a:extLst>
              <a:ext uri="{FF2B5EF4-FFF2-40B4-BE49-F238E27FC236}">
                <a16:creationId xmlns:a16="http://schemas.microsoft.com/office/drawing/2014/main" id="{91B71626-502A-220A-C0CA-5DCF5E720A28}"/>
              </a:ext>
            </a:extLst>
          </p:cNvPr>
          <p:cNvSpPr txBox="1"/>
          <p:nvPr/>
        </p:nvSpPr>
        <p:spPr>
          <a:xfrm>
            <a:off x="2561202" y="4235775"/>
            <a:ext cx="4085503" cy="269971"/>
          </a:xfrm>
          <a:prstGeom prst="rect">
            <a:avLst/>
          </a:prstGeom>
          <a:solidFill>
            <a:sysClr val="window" lastClr="FFFFFF"/>
          </a:solidFill>
          <a:ln w="12700" cap="flat" cmpd="sng" algn="ctr">
            <a:solidFill>
              <a:srgbClr val="00E47C"/>
            </a:solidFill>
            <a:prstDash val="solid"/>
            <a:miter lim="800000"/>
          </a:ln>
          <a:effectLst/>
        </p:spPr>
        <p:txBody>
          <a:bodyPr wrap="square" lIns="54000" tIns="27000" rIns="54000" bIns="2700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9987" indent="-179987" defTabSz="1219079">
              <a:spcBef>
                <a:spcPts val="0"/>
              </a:spcBef>
              <a:defRPr/>
            </a:pPr>
            <a:r>
              <a:rPr lang="en-US" altLang="zh-CN" kern="0">
                <a:solidFill>
                  <a:prstClr val="black"/>
                </a:solidFill>
                <a:latin typeface="+mn-lt"/>
              </a:rPr>
              <a:t>Country feasibility survey (6 sites) was completed on 12Apr2024.</a:t>
            </a:r>
          </a:p>
          <a:p>
            <a:pPr marL="179987" indent="-179987" defTabSz="1219079">
              <a:spcBef>
                <a:spcPts val="0"/>
              </a:spcBef>
              <a:defRPr/>
            </a:pPr>
            <a:r>
              <a:rPr lang="en-US" altLang="zh-CN" kern="0">
                <a:solidFill>
                  <a:prstClr val="black"/>
                </a:solidFill>
                <a:latin typeface="+mn-lt"/>
              </a:rPr>
              <a:t>China team aligned to propose </a:t>
            </a:r>
            <a:r>
              <a:rPr lang="zh-CN" altLang="en-US" kern="0">
                <a:solidFill>
                  <a:prstClr val="black"/>
                </a:solidFill>
                <a:latin typeface="+mn-lt"/>
              </a:rPr>
              <a:t> </a:t>
            </a:r>
            <a:r>
              <a:rPr lang="en-US" altLang="zh-CN" kern="0">
                <a:solidFill>
                  <a:prstClr val="black"/>
                </a:solidFill>
                <a:latin typeface="+mn-lt"/>
              </a:rPr>
              <a:t>at least 36 Chinese patients (16 sites) to join this study. </a:t>
            </a:r>
          </a:p>
        </p:txBody>
      </p:sp>
      <p:sp>
        <p:nvSpPr>
          <p:cNvPr id="4" name="文本框 5">
            <a:extLst>
              <a:ext uri="{FF2B5EF4-FFF2-40B4-BE49-F238E27FC236}">
                <a16:creationId xmlns:a16="http://schemas.microsoft.com/office/drawing/2014/main" id="{833B0583-F578-B2F4-DF2C-34F56401C4F0}"/>
              </a:ext>
            </a:extLst>
          </p:cNvPr>
          <p:cNvSpPr txBox="1"/>
          <p:nvPr/>
        </p:nvSpPr>
        <p:spPr>
          <a:xfrm>
            <a:off x="2561201" y="2639243"/>
            <a:ext cx="4085503" cy="162249"/>
          </a:xfrm>
          <a:prstGeom prst="rect">
            <a:avLst/>
          </a:prstGeom>
          <a:solidFill>
            <a:sysClr val="window" lastClr="FFFFFF"/>
          </a:solidFill>
          <a:ln w="12700" cap="flat" cmpd="sng" algn="ctr">
            <a:solidFill>
              <a:srgbClr val="00E47C"/>
            </a:solidFill>
            <a:prstDash val="solid"/>
            <a:miter lim="800000"/>
          </a:ln>
          <a:effectLst/>
        </p:spPr>
        <p:txBody>
          <a:bodyPr wrap="square" lIns="54000" tIns="27000" rIns="54000" bIns="2700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9987" indent="-179987" defTabSz="1219079">
              <a:spcBef>
                <a:spcPts val="0"/>
              </a:spcBef>
              <a:defRPr/>
            </a:pPr>
            <a:r>
              <a:rPr lang="en-US" altLang="zh-CN" kern="0">
                <a:solidFill>
                  <a:prstClr val="black"/>
                </a:solidFill>
                <a:latin typeface="+mn-lt"/>
              </a:rPr>
              <a:t>Final TDO will be ready on 09 May 2024.  </a:t>
            </a:r>
          </a:p>
        </p:txBody>
      </p:sp>
    </p:spTree>
    <p:extLst>
      <p:ext uri="{BB962C8B-B14F-4D97-AF65-F5344CB8AC3E}">
        <p14:creationId xmlns:p14="http://schemas.microsoft.com/office/powerpoint/2010/main" val="3157137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ACE20E0-8DAA-8E38-0AEF-9D3CFB582420}"/>
              </a:ext>
            </a:extLst>
          </p:cNvPr>
          <p:cNvSpPr>
            <a:spLocks noGrp="1"/>
          </p:cNvSpPr>
          <p:nvPr>
            <p:ph type="body" sz="quarter" idx="13"/>
          </p:nvPr>
        </p:nvSpPr>
        <p:spPr/>
        <p:txBody>
          <a:bodyPr/>
          <a:lstStyle/>
          <a:p>
            <a:endParaRPr lang="zh-CN" altLang="en-US"/>
          </a:p>
        </p:txBody>
      </p:sp>
      <p:sp>
        <p:nvSpPr>
          <p:cNvPr id="4" name="标题 3">
            <a:extLst>
              <a:ext uri="{FF2B5EF4-FFF2-40B4-BE49-F238E27FC236}">
                <a16:creationId xmlns:a16="http://schemas.microsoft.com/office/drawing/2014/main" id="{CCBA7BE5-5D25-1981-2C03-350AD7BD537C}"/>
              </a:ext>
            </a:extLst>
          </p:cNvPr>
          <p:cNvSpPr>
            <a:spLocks noGrp="1"/>
          </p:cNvSpPr>
          <p:nvPr>
            <p:ph type="title"/>
          </p:nvPr>
        </p:nvSpPr>
        <p:spPr>
          <a:xfrm>
            <a:off x="359569" y="229491"/>
            <a:ext cx="8424863" cy="269713"/>
          </a:xfrm>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tLang="zh-CN"/>
              <a:t>China Sample size - preserve effect</a:t>
            </a:r>
            <a:endParaRPr lang="zh-CN" altLang="en-US"/>
          </a:p>
        </p:txBody>
      </p:sp>
      <p:sp>
        <p:nvSpPr>
          <p:cNvPr id="5" name="Content Placeholder 1">
            <a:extLst>
              <a:ext uri="{FF2B5EF4-FFF2-40B4-BE49-F238E27FC236}">
                <a16:creationId xmlns:a16="http://schemas.microsoft.com/office/drawing/2014/main" id="{FB670A92-2DD2-ECE0-85D5-FBE5BB345F41}"/>
              </a:ext>
            </a:extLst>
          </p:cNvPr>
          <p:cNvSpPr txBox="1">
            <a:spLocks/>
          </p:cNvSpPr>
          <p:nvPr/>
        </p:nvSpPr>
        <p:spPr>
          <a:xfrm>
            <a:off x="153126" y="802368"/>
            <a:ext cx="8076474" cy="3538764"/>
          </a:xfrm>
          <a:prstGeom prst="rect">
            <a:avLst/>
          </a:prstGeom>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82576" lvl="2" defTabSz="914378"/>
            <a:r>
              <a:rPr lang="en-US" altLang="zh-CN" sz="1800">
                <a:solidFill>
                  <a:prstClr val="black"/>
                </a:solidFill>
                <a:latin typeface="Boehringer Text"/>
              </a:rPr>
              <a:t>Power=80%; alpha=10% two-sided, </a:t>
            </a:r>
            <a:r>
              <a:rPr lang="en-US" altLang="zh-CN" sz="1800" err="1">
                <a:solidFill>
                  <a:prstClr val="black"/>
                </a:solidFill>
                <a:latin typeface="Boehringer Text"/>
              </a:rPr>
              <a:t>Active:Placebo</a:t>
            </a:r>
            <a:r>
              <a:rPr lang="en-US" altLang="zh-CN" sz="1800">
                <a:solidFill>
                  <a:prstClr val="black"/>
                </a:solidFill>
                <a:latin typeface="Boehringer Text"/>
              </a:rPr>
              <a:t>=1:1, 5% drop out</a:t>
            </a:r>
          </a:p>
          <a:p>
            <a:pPr marL="482576" lvl="2" defTabSz="914378"/>
            <a:r>
              <a:rPr lang="en-US" altLang="zh-CN" sz="1800">
                <a:solidFill>
                  <a:prstClr val="black"/>
                </a:solidFill>
                <a:latin typeface="Boehringer Text"/>
              </a:rPr>
              <a:t>N=400 (200 per arm), mean difference=-1.79%, </a:t>
            </a:r>
            <a:r>
              <a:rPr lang="en-US" altLang="zh-CN" sz="1800" err="1">
                <a:solidFill>
                  <a:prstClr val="black"/>
                </a:solidFill>
                <a:latin typeface="Boehringer Text"/>
              </a:rPr>
              <a:t>sd</a:t>
            </a:r>
            <a:r>
              <a:rPr lang="en-US" altLang="zh-CN" sz="1800">
                <a:solidFill>
                  <a:prstClr val="black"/>
                </a:solidFill>
                <a:latin typeface="Boehringer Text"/>
              </a:rPr>
              <a:t>=7%</a:t>
            </a:r>
          </a:p>
          <a:p>
            <a:pPr marL="482576" lvl="2" defTabSz="914378"/>
            <a:endParaRPr lang="en-US" altLang="zh-CN">
              <a:solidFill>
                <a:prstClr val="black"/>
              </a:solidFill>
              <a:latin typeface="Boehringer Text"/>
            </a:endParaRPr>
          </a:p>
          <a:p>
            <a:pPr marL="245521" lvl="1" defTabSz="914378"/>
            <a:endParaRPr lang="en-US">
              <a:solidFill>
                <a:prstClr val="black"/>
              </a:solidFill>
              <a:latin typeface="Boehringer Text"/>
            </a:endParaRPr>
          </a:p>
        </p:txBody>
      </p:sp>
      <p:graphicFrame>
        <p:nvGraphicFramePr>
          <p:cNvPr id="6" name="表格 5">
            <a:extLst>
              <a:ext uri="{FF2B5EF4-FFF2-40B4-BE49-F238E27FC236}">
                <a16:creationId xmlns:a16="http://schemas.microsoft.com/office/drawing/2014/main" id="{15289CB9-54F6-ED32-31D8-3FD4384B303C}"/>
              </a:ext>
            </a:extLst>
          </p:cNvPr>
          <p:cNvGraphicFramePr>
            <a:graphicFrameLocks noGrp="1"/>
          </p:cNvGraphicFramePr>
          <p:nvPr/>
        </p:nvGraphicFramePr>
        <p:xfrm>
          <a:off x="653920" y="1586756"/>
          <a:ext cx="7484241" cy="2549740"/>
        </p:xfrm>
        <a:graphic>
          <a:graphicData uri="http://schemas.openxmlformats.org/drawingml/2006/table">
            <a:tbl>
              <a:tblPr firstRow="1" bandRow="1">
                <a:tableStyleId>{5C22544A-7EE6-4342-B048-85BDC9FD1C3A}</a:tableStyleId>
              </a:tblPr>
              <a:tblGrid>
                <a:gridCol w="2642096">
                  <a:extLst>
                    <a:ext uri="{9D8B030D-6E8A-4147-A177-3AD203B41FA5}">
                      <a16:colId xmlns:a16="http://schemas.microsoft.com/office/drawing/2014/main" val="249109890"/>
                    </a:ext>
                  </a:extLst>
                </a:gridCol>
                <a:gridCol w="968429">
                  <a:extLst>
                    <a:ext uri="{9D8B030D-6E8A-4147-A177-3AD203B41FA5}">
                      <a16:colId xmlns:a16="http://schemas.microsoft.com/office/drawing/2014/main" val="777322694"/>
                    </a:ext>
                  </a:extLst>
                </a:gridCol>
                <a:gridCol w="968429">
                  <a:extLst>
                    <a:ext uri="{9D8B030D-6E8A-4147-A177-3AD203B41FA5}">
                      <a16:colId xmlns:a16="http://schemas.microsoft.com/office/drawing/2014/main" val="351494533"/>
                    </a:ext>
                  </a:extLst>
                </a:gridCol>
                <a:gridCol w="968429">
                  <a:extLst>
                    <a:ext uri="{9D8B030D-6E8A-4147-A177-3AD203B41FA5}">
                      <a16:colId xmlns:a16="http://schemas.microsoft.com/office/drawing/2014/main" val="3231437713"/>
                    </a:ext>
                  </a:extLst>
                </a:gridCol>
                <a:gridCol w="968429">
                  <a:extLst>
                    <a:ext uri="{9D8B030D-6E8A-4147-A177-3AD203B41FA5}">
                      <a16:colId xmlns:a16="http://schemas.microsoft.com/office/drawing/2014/main" val="4016212521"/>
                    </a:ext>
                  </a:extLst>
                </a:gridCol>
                <a:gridCol w="968429">
                  <a:extLst>
                    <a:ext uri="{9D8B030D-6E8A-4147-A177-3AD203B41FA5}">
                      <a16:colId xmlns:a16="http://schemas.microsoft.com/office/drawing/2014/main" val="1725494259"/>
                    </a:ext>
                  </a:extLst>
                </a:gridCol>
              </a:tblGrid>
              <a:tr h="629500">
                <a:tc>
                  <a:txBody>
                    <a:bodyPr/>
                    <a:lstStyle/>
                    <a:p>
                      <a:r>
                        <a:rPr lang="zh-CN" altLang="en-US" sz="1400"/>
                        <a:t>China </a:t>
                      </a:r>
                      <a:r>
                        <a:rPr lang="en-US" altLang="zh-CN" sz="1400"/>
                        <a:t>f</a:t>
                      </a:r>
                      <a:r>
                        <a:rPr lang="zh-CN" altLang="en-US" sz="1400"/>
                        <a:t>raction</a:t>
                      </a:r>
                      <a:r>
                        <a:rPr lang="en-US" altLang="zh-CN" sz="1400"/>
                        <a:t>/</a:t>
                      </a:r>
                    </a:p>
                    <a:p>
                      <a:r>
                        <a:rPr lang="en-US" altLang="zh-CN" sz="1400"/>
                        <a:t>Total pts number</a:t>
                      </a:r>
                      <a:endParaRPr lang="zh-CN" altLang="en-US" sz="1400"/>
                    </a:p>
                  </a:txBody>
                  <a:tcPr/>
                </a:tc>
                <a:tc>
                  <a:txBody>
                    <a:bodyPr/>
                    <a:lstStyle/>
                    <a:p>
                      <a:pPr lvl="0">
                        <a:buNone/>
                      </a:pPr>
                      <a:r>
                        <a:rPr lang="en-US" altLang="zh-CN" sz="1400"/>
                        <a:t>6.5%/</a:t>
                      </a:r>
                    </a:p>
                    <a:p>
                      <a:pPr lvl="0">
                        <a:buNone/>
                      </a:pPr>
                      <a:r>
                        <a:rPr lang="en-US" altLang="zh-CN" sz="1400"/>
                        <a:t>N=26</a:t>
                      </a:r>
                      <a:endParaRPr lang="zh-CN" altLang="en-US" sz="1400"/>
                    </a:p>
                  </a:txBody>
                  <a:tcPr/>
                </a:tc>
                <a:tc>
                  <a:txBody>
                    <a:bodyPr/>
                    <a:lstStyle/>
                    <a:p>
                      <a:pPr lvl="0">
                        <a:buNone/>
                      </a:pPr>
                      <a:r>
                        <a:rPr lang="en-US" altLang="zh-CN" sz="1400"/>
                        <a:t>9%/</a:t>
                      </a:r>
                    </a:p>
                    <a:p>
                      <a:pPr lvl="0">
                        <a:buNone/>
                      </a:pPr>
                      <a:r>
                        <a:rPr lang="en-US" altLang="zh-CN" sz="1400"/>
                        <a:t>n=36</a:t>
                      </a:r>
                      <a:endParaRPr lang="zh-CN" altLang="en-US" sz="1400"/>
                    </a:p>
                  </a:txBody>
                  <a:tcPr/>
                </a:tc>
                <a:tc>
                  <a:txBody>
                    <a:bodyPr/>
                    <a:lstStyle/>
                    <a:p>
                      <a:r>
                        <a:rPr lang="en-US" altLang="zh-CN" sz="1400"/>
                        <a:t>15</a:t>
                      </a:r>
                      <a:r>
                        <a:rPr lang="zh-CN" altLang="en-US" sz="1400"/>
                        <a:t>%</a:t>
                      </a:r>
                      <a:r>
                        <a:rPr lang="en-US" altLang="zh-CN" sz="1400"/>
                        <a:t>/</a:t>
                      </a:r>
                      <a:endParaRPr lang="zh-CN" altLang="en-US" sz="1400"/>
                    </a:p>
                    <a:p>
                      <a:pPr lvl="0">
                        <a:buNone/>
                      </a:pPr>
                      <a:r>
                        <a:rPr lang="zh-CN" altLang="en-US" sz="1400"/>
                        <a:t>n=</a:t>
                      </a:r>
                      <a:r>
                        <a:rPr lang="en-US" altLang="zh-CN" sz="1400"/>
                        <a:t>60</a:t>
                      </a:r>
                      <a:endParaRPr lang="zh-CN" altLang="en-US" sz="1400"/>
                    </a:p>
                  </a:txBody>
                  <a:tcPr/>
                </a:tc>
                <a:tc>
                  <a:txBody>
                    <a:bodyPr/>
                    <a:lstStyle/>
                    <a:p>
                      <a:pPr lvl="0">
                        <a:buNone/>
                      </a:pPr>
                      <a:r>
                        <a:rPr lang="en-US" altLang="zh-CN" sz="1400"/>
                        <a:t>20%/</a:t>
                      </a:r>
                    </a:p>
                    <a:p>
                      <a:pPr lvl="0">
                        <a:buNone/>
                      </a:pPr>
                      <a:r>
                        <a:rPr lang="en-US" altLang="zh-CN" sz="1400"/>
                        <a:t>n=80</a:t>
                      </a:r>
                      <a:endParaRPr lang="zh-CN" altLang="en-US" sz="1400"/>
                    </a:p>
                  </a:txBody>
                  <a:tcPr/>
                </a:tc>
                <a:tc>
                  <a:txBody>
                    <a:bodyPr/>
                    <a:lstStyle/>
                    <a:p>
                      <a:pPr lvl="0">
                        <a:buNone/>
                      </a:pPr>
                      <a:r>
                        <a:rPr lang="en-US" altLang="zh-CN" sz="1400"/>
                        <a:t>28%/</a:t>
                      </a:r>
                    </a:p>
                    <a:p>
                      <a:pPr lvl="0">
                        <a:buNone/>
                      </a:pPr>
                      <a:r>
                        <a:rPr lang="en-US" altLang="zh-CN" sz="1400"/>
                        <a:t>n=112</a:t>
                      </a:r>
                      <a:endParaRPr lang="zh-CN" altLang="en-US" sz="1400"/>
                    </a:p>
                  </a:txBody>
                  <a:tcPr/>
                </a:tc>
                <a:extLst>
                  <a:ext uri="{0D108BD9-81ED-4DB2-BD59-A6C34878D82A}">
                    <a16:rowId xmlns:a16="http://schemas.microsoft.com/office/drawing/2014/main" val="2068310066"/>
                  </a:ext>
                </a:extLst>
              </a:tr>
              <a:tr h="960120">
                <a:tc>
                  <a:txBody>
                    <a:bodyPr/>
                    <a:lstStyle/>
                    <a:p>
                      <a:pPr lvl="0" algn="l">
                        <a:lnSpc>
                          <a:spcPct val="100000"/>
                        </a:lnSpc>
                        <a:spcBef>
                          <a:spcPts val="0"/>
                        </a:spcBef>
                        <a:spcAft>
                          <a:spcPts val="0"/>
                        </a:spcAft>
                        <a:buNone/>
                      </a:pPr>
                      <a:r>
                        <a:rPr lang="en-US" sz="1400" b="1" i="0" u="none" strike="noStrike" noProof="0">
                          <a:latin typeface="BISansOpti"/>
                        </a:rPr>
                        <a:t>M</a:t>
                      </a:r>
                      <a:r>
                        <a:rPr lang="en-US" altLang="zh-CN" sz="1400" b="1" i="0" u="none" strike="noStrike" noProof="0">
                          <a:latin typeface="BISansOpti"/>
                        </a:rPr>
                        <a:t>ethod</a:t>
                      </a:r>
                      <a:r>
                        <a:rPr lang="zh-CN" altLang="en-US" sz="1400" b="1" i="0" u="none" strike="noStrike" noProof="0">
                          <a:latin typeface="BISansOpti"/>
                        </a:rPr>
                        <a:t> </a:t>
                      </a:r>
                      <a:r>
                        <a:rPr lang="en-US" sz="1400" b="1" i="0" u="none" strike="noStrike" noProof="0">
                          <a:latin typeface="BISansOpti"/>
                        </a:rPr>
                        <a:t>1</a:t>
                      </a:r>
                      <a:endParaRPr lang="en-US" sz="1400" b="0" i="0" u="none" strike="noStrike" noProof="0"/>
                    </a:p>
                    <a:p>
                      <a:pPr lvl="0" algn="l">
                        <a:lnSpc>
                          <a:spcPct val="100000"/>
                        </a:lnSpc>
                        <a:spcBef>
                          <a:spcPts val="0"/>
                        </a:spcBef>
                        <a:spcAft>
                          <a:spcPts val="0"/>
                        </a:spcAft>
                        <a:buNone/>
                      </a:pPr>
                      <a:r>
                        <a:rPr lang="en-US" sz="1400" b="1" i="0" u="none" strike="noStrike" noProof="0" err="1">
                          <a:latin typeface="BISansOpti"/>
                        </a:rPr>
                        <a:t>Pr</a:t>
                      </a:r>
                      <a:r>
                        <a:rPr lang="en-US" sz="1400" b="1" i="0" u="none" strike="noStrike" noProof="0">
                          <a:latin typeface="BISansOpti"/>
                        </a:rPr>
                        <a:t> (</a:t>
                      </a:r>
                      <a:r>
                        <a:rPr lang="en-US" sz="1400" b="1" i="0" u="none" strike="noStrike" noProof="0" err="1">
                          <a:latin typeface="BISansOpti"/>
                        </a:rPr>
                        <a:t>ΔChina</a:t>
                      </a:r>
                      <a:r>
                        <a:rPr lang="en-US" sz="1400" b="1" i="0" u="none" strike="noStrike" noProof="0">
                          <a:latin typeface="BISansOpti"/>
                        </a:rPr>
                        <a:t> / </a:t>
                      </a:r>
                      <a:r>
                        <a:rPr lang="en-US" sz="1400" b="1" i="0" u="none" strike="noStrike" noProof="0" err="1">
                          <a:latin typeface="BISansOpti"/>
                        </a:rPr>
                        <a:t>ΔAll</a:t>
                      </a:r>
                      <a:r>
                        <a:rPr lang="en-US" sz="1400" b="1" i="0" u="none" strike="noStrike" noProof="0">
                          <a:latin typeface="BISansOpti"/>
                        </a:rPr>
                        <a:t> &gt;0.5 | Significance in entire population)</a:t>
                      </a:r>
                      <a:endParaRPr lang="en-US" sz="1400"/>
                    </a:p>
                  </a:txBody>
                  <a:tcPr/>
                </a:tc>
                <a:tc>
                  <a:txBody>
                    <a:bodyPr/>
                    <a:lstStyle/>
                    <a:p>
                      <a:pPr lvl="0">
                        <a:buNone/>
                      </a:pPr>
                      <a:r>
                        <a:rPr lang="en-US" altLang="zh-CN" sz="1400" kern="1200">
                          <a:solidFill>
                            <a:schemeClr val="dk1"/>
                          </a:solidFill>
                          <a:latin typeface="+mn-lt"/>
                          <a:ea typeface="+mn-ea"/>
                          <a:cs typeface="+mn-cs"/>
                        </a:rPr>
                        <a:t>65.32</a:t>
                      </a:r>
                      <a:endParaRPr lang="zh-CN" altLang="en-US" sz="1400"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66.61</a:t>
                      </a:r>
                      <a:endParaRPr lang="zh-CN" altLang="en-US" sz="1400"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72.43</a:t>
                      </a:r>
                      <a:endParaRPr lang="zh-CN" altLang="en-US" sz="1400"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76.01</a:t>
                      </a:r>
                      <a:endParaRPr lang="zh-CN" altLang="en-US" sz="1400" kern="1200">
                        <a:solidFill>
                          <a:schemeClr val="dk1"/>
                        </a:solidFill>
                        <a:latin typeface="+mn-lt"/>
                        <a:ea typeface="+mn-ea"/>
                        <a:cs typeface="+mn-cs"/>
                      </a:endParaRPr>
                    </a:p>
                  </a:txBody>
                  <a:tcPr/>
                </a:tc>
                <a:tc>
                  <a:txBody>
                    <a:bodyPr/>
                    <a:lstStyle/>
                    <a:p>
                      <a:pPr lvl="0">
                        <a:buNone/>
                      </a:pPr>
                      <a:r>
                        <a:rPr lang="en-US" altLang="zh-CN" sz="1400" b="1" kern="1200">
                          <a:solidFill>
                            <a:schemeClr val="dk1"/>
                          </a:solidFill>
                          <a:latin typeface="+mn-lt"/>
                          <a:ea typeface="+mn-ea"/>
                          <a:cs typeface="+mn-cs"/>
                        </a:rPr>
                        <a:t>80.04</a:t>
                      </a:r>
                      <a:endParaRPr lang="zh-CN" altLang="en-US" sz="1400" b="1" kern="1200">
                        <a:solidFill>
                          <a:schemeClr val="dk1"/>
                        </a:solidFill>
                        <a:latin typeface="+mn-lt"/>
                        <a:ea typeface="+mn-ea"/>
                        <a:cs typeface="+mn-cs"/>
                      </a:endParaRPr>
                    </a:p>
                  </a:txBody>
                  <a:tcPr/>
                </a:tc>
                <a:extLst>
                  <a:ext uri="{0D108BD9-81ED-4DB2-BD59-A6C34878D82A}">
                    <a16:rowId xmlns:a16="http://schemas.microsoft.com/office/drawing/2014/main" val="2592394913"/>
                  </a:ext>
                </a:extLst>
              </a:tr>
              <a:tr h="960120">
                <a:tc>
                  <a:txBody>
                    <a:bodyPr/>
                    <a:lstStyle/>
                    <a:p>
                      <a:pPr lvl="0" algn="l">
                        <a:lnSpc>
                          <a:spcPct val="100000"/>
                        </a:lnSpc>
                        <a:spcBef>
                          <a:spcPts val="0"/>
                        </a:spcBef>
                        <a:spcAft>
                          <a:spcPts val="0"/>
                        </a:spcAft>
                        <a:buNone/>
                      </a:pPr>
                      <a:r>
                        <a:rPr lang="en-US" sz="1400" b="1" i="0" u="none" strike="noStrike" noProof="0">
                          <a:latin typeface="BISansOpti"/>
                        </a:rPr>
                        <a:t>Method</a:t>
                      </a:r>
                      <a:r>
                        <a:rPr lang="zh-CN" altLang="en-US" sz="1400" b="1" i="0" u="none" strike="noStrike" noProof="0">
                          <a:latin typeface="BISansOpti"/>
                        </a:rPr>
                        <a:t> 2</a:t>
                      </a:r>
                      <a:endParaRPr lang="en-US" sz="1400" b="1" i="0" u="none" strike="noStrike" noProof="0">
                        <a:latin typeface="BISansOpti"/>
                      </a:endParaRPr>
                    </a:p>
                    <a:p>
                      <a:pPr lvl="0" algn="l">
                        <a:lnSpc>
                          <a:spcPct val="100000"/>
                        </a:lnSpc>
                        <a:spcBef>
                          <a:spcPts val="0"/>
                        </a:spcBef>
                        <a:spcAft>
                          <a:spcPts val="0"/>
                        </a:spcAft>
                        <a:buNone/>
                      </a:pPr>
                      <a:r>
                        <a:rPr lang="en-US" sz="1400" b="1" i="0" u="none" strike="noStrike" noProof="0" err="1">
                          <a:latin typeface="BISansOpti"/>
                        </a:rPr>
                        <a:t>Pr</a:t>
                      </a:r>
                      <a:r>
                        <a:rPr lang="en-US" sz="1400" b="1" i="0" u="none" strike="noStrike" noProof="0">
                          <a:latin typeface="BISansOpti"/>
                        </a:rPr>
                        <a:t> (</a:t>
                      </a:r>
                      <a:r>
                        <a:rPr lang="en-US" sz="1400" b="1" i="0" u="none" strike="noStrike" noProof="0" err="1">
                          <a:latin typeface="BISansOpti"/>
                        </a:rPr>
                        <a:t>ΔChina</a:t>
                      </a:r>
                      <a:r>
                        <a:rPr lang="en-US" sz="1400" b="1" i="0" u="none" strike="noStrike" noProof="0">
                          <a:latin typeface="BISansOpti"/>
                        </a:rPr>
                        <a:t> &lt; 0 &amp; </a:t>
                      </a:r>
                      <a:r>
                        <a:rPr lang="en-US" sz="1400" b="1" i="0" u="none" strike="noStrike" noProof="0" err="1">
                          <a:latin typeface="BISansOpti"/>
                        </a:rPr>
                        <a:t>Δex</a:t>
                      </a:r>
                      <a:r>
                        <a:rPr lang="en-US" sz="1400" b="1" i="0" u="none" strike="noStrike" noProof="0">
                          <a:latin typeface="BISansOpti"/>
                        </a:rPr>
                        <a:t>-China &lt; 0 | Significance in entire population)</a:t>
                      </a:r>
                      <a:endParaRPr lang="en-US" sz="1400" b="0" i="0" u="none" strike="noStrike" noProof="0"/>
                    </a:p>
                  </a:txBody>
                  <a:tcPr/>
                </a:tc>
                <a:tc>
                  <a:txBody>
                    <a:bodyPr/>
                    <a:lstStyle/>
                    <a:p>
                      <a:pPr lvl="0">
                        <a:buNone/>
                      </a:pPr>
                      <a:r>
                        <a:rPr lang="en-US" altLang="zh-CN" sz="1400" kern="1200">
                          <a:solidFill>
                            <a:schemeClr val="dk1"/>
                          </a:solidFill>
                          <a:latin typeface="+mn-lt"/>
                          <a:ea typeface="+mn-ea"/>
                          <a:cs typeface="+mn-cs"/>
                        </a:rPr>
                        <a:t>77.55</a:t>
                      </a:r>
                      <a:endParaRPr lang="zh-CN" altLang="en-US" sz="1400" kern="1200">
                        <a:solidFill>
                          <a:schemeClr val="dk1"/>
                        </a:solidFill>
                        <a:latin typeface="+mn-lt"/>
                        <a:ea typeface="+mn-ea"/>
                        <a:cs typeface="+mn-cs"/>
                      </a:endParaRPr>
                    </a:p>
                  </a:txBody>
                  <a:tcPr/>
                </a:tc>
                <a:tc>
                  <a:txBody>
                    <a:bodyPr/>
                    <a:lstStyle/>
                    <a:p>
                      <a:pPr lvl="0">
                        <a:buNone/>
                      </a:pPr>
                      <a:r>
                        <a:rPr lang="en-US" altLang="zh-CN" sz="1400" b="1" kern="1200">
                          <a:solidFill>
                            <a:schemeClr val="dk1"/>
                          </a:solidFill>
                          <a:latin typeface="+mn-lt"/>
                          <a:ea typeface="+mn-ea"/>
                          <a:cs typeface="+mn-cs"/>
                        </a:rPr>
                        <a:t>80.71</a:t>
                      </a:r>
                      <a:endParaRPr lang="zh-CN" altLang="en-US" sz="1400" b="1"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87.93</a:t>
                      </a:r>
                      <a:endParaRPr lang="zh-CN" altLang="en-US" sz="1400"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91.30</a:t>
                      </a:r>
                      <a:endParaRPr lang="zh-CN" altLang="en-US" sz="1400" kern="1200">
                        <a:solidFill>
                          <a:schemeClr val="dk1"/>
                        </a:solidFill>
                        <a:latin typeface="+mn-lt"/>
                        <a:ea typeface="+mn-ea"/>
                        <a:cs typeface="+mn-cs"/>
                      </a:endParaRPr>
                    </a:p>
                  </a:txBody>
                  <a:tcPr/>
                </a:tc>
                <a:tc>
                  <a:txBody>
                    <a:bodyPr/>
                    <a:lstStyle/>
                    <a:p>
                      <a:pPr lvl="0">
                        <a:buNone/>
                      </a:pPr>
                      <a:r>
                        <a:rPr lang="en-US" altLang="zh-CN" sz="1400" kern="1200">
                          <a:solidFill>
                            <a:schemeClr val="dk1"/>
                          </a:solidFill>
                          <a:latin typeface="+mn-lt"/>
                          <a:ea typeface="+mn-ea"/>
                          <a:cs typeface="+mn-cs"/>
                        </a:rPr>
                        <a:t>94.29</a:t>
                      </a:r>
                      <a:endParaRPr lang="zh-CN" altLang="en-US" sz="1400" kern="1200">
                        <a:solidFill>
                          <a:schemeClr val="dk1"/>
                        </a:solidFill>
                        <a:latin typeface="+mn-lt"/>
                        <a:ea typeface="+mn-ea"/>
                        <a:cs typeface="+mn-cs"/>
                      </a:endParaRPr>
                    </a:p>
                  </a:txBody>
                  <a:tcPr/>
                </a:tc>
                <a:extLst>
                  <a:ext uri="{0D108BD9-81ED-4DB2-BD59-A6C34878D82A}">
                    <a16:rowId xmlns:a16="http://schemas.microsoft.com/office/drawing/2014/main" val="4240348169"/>
                  </a:ext>
                </a:extLst>
              </a:tr>
            </a:tbl>
          </a:graphicData>
        </a:graphic>
      </p:graphicFrame>
      <p:sp>
        <p:nvSpPr>
          <p:cNvPr id="2" name="Rectangle: Rounded Corners 1">
            <a:extLst>
              <a:ext uri="{FF2B5EF4-FFF2-40B4-BE49-F238E27FC236}">
                <a16:creationId xmlns:a16="http://schemas.microsoft.com/office/drawing/2014/main" id="{F6716030-26DD-F3D9-B664-0EC8701B7FC0}"/>
              </a:ext>
            </a:extLst>
          </p:cNvPr>
          <p:cNvSpPr/>
          <p:nvPr/>
        </p:nvSpPr>
        <p:spPr>
          <a:xfrm>
            <a:off x="4204731" y="1513802"/>
            <a:ext cx="960534" cy="269564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78"/>
            <a:endParaRPr lang="zh-CN" altLang="en-US" sz="1400" err="1">
              <a:solidFill>
                <a:prstClr val="black"/>
              </a:solidFill>
              <a:latin typeface="Boehringer Text"/>
            </a:endParaRPr>
          </a:p>
        </p:txBody>
      </p:sp>
    </p:spTree>
    <p:extLst>
      <p:ext uri="{BB962C8B-B14F-4D97-AF65-F5344CB8AC3E}">
        <p14:creationId xmlns:p14="http://schemas.microsoft.com/office/powerpoint/2010/main" val="1958350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B1227CB4-6CF5-0FFD-10A5-4301FC06536B}"/>
              </a:ext>
            </a:extLst>
          </p:cNvPr>
          <p:cNvSpPr txBox="1">
            <a:spLocks/>
          </p:cNvSpPr>
          <p:nvPr/>
        </p:nvSpPr>
        <p:spPr bwMode="gray">
          <a:xfrm>
            <a:off x="241807" y="170714"/>
            <a:ext cx="8424863" cy="54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r>
              <a:rPr lang="en-US" altLang="zh-CN" sz="1500" u="sng">
                <a:latin typeface="+mn-ea"/>
                <a:ea typeface="+mn-ea"/>
                <a:cs typeface="Calibri" panose="020F0502020204030204" pitchFamily="34" charset="0"/>
              </a:rPr>
              <a:t>Under Evaluation: </a:t>
            </a:r>
            <a:r>
              <a:rPr lang="en-US" altLang="zh-CN" sz="1500" err="1">
                <a:latin typeface="+mn-ea"/>
                <a:ea typeface="+mn-ea"/>
                <a:cs typeface="Calibri" panose="020F0502020204030204" pitchFamily="34" charset="0"/>
              </a:rPr>
              <a:t>Nerandomilast</a:t>
            </a:r>
            <a:r>
              <a:rPr lang="en-US" altLang="zh-CN" sz="1500">
                <a:latin typeface="+mn-ea"/>
                <a:ea typeface="+mn-ea"/>
                <a:cs typeface="Calibri" panose="020F0502020204030204" pitchFamily="34" charset="0"/>
              </a:rPr>
              <a:t> (PDE4b inhibitor)</a:t>
            </a:r>
            <a:br>
              <a:rPr lang="en-US" altLang="zh-CN" sz="1500">
                <a:latin typeface="+mn-ea"/>
                <a:ea typeface="+mn-ea"/>
                <a:cs typeface="Calibri" panose="020F0502020204030204" pitchFamily="34" charset="0"/>
              </a:rPr>
            </a:br>
            <a:r>
              <a:rPr lang="en-US" altLang="zh-CN" sz="1500">
                <a:latin typeface="+mn-ea"/>
                <a:ea typeface="+mn-ea"/>
                <a:cs typeface="Calibri" panose="020F0502020204030204" pitchFamily="34" charset="0"/>
              </a:rPr>
              <a:t>Pediatric Fibrosing Interstitial Lung Diseases (ILD)</a:t>
            </a:r>
            <a:endParaRPr lang="zh-CN" altLang="en-US" sz="1500">
              <a:latin typeface="+mn-ea"/>
              <a:ea typeface="+mn-ea"/>
              <a:cs typeface="Calibri" panose="020F0502020204030204" pitchFamily="34" charset="0"/>
            </a:endParaRPr>
          </a:p>
        </p:txBody>
      </p:sp>
      <p:graphicFrame>
        <p:nvGraphicFramePr>
          <p:cNvPr id="9" name="Table 8">
            <a:extLst>
              <a:ext uri="{FF2B5EF4-FFF2-40B4-BE49-F238E27FC236}">
                <a16:creationId xmlns:a16="http://schemas.microsoft.com/office/drawing/2014/main" id="{AAA011CC-9750-10FA-C822-1547F535AA33}"/>
              </a:ext>
            </a:extLst>
          </p:cNvPr>
          <p:cNvGraphicFramePr>
            <a:graphicFrameLocks noGrp="1"/>
          </p:cNvGraphicFramePr>
          <p:nvPr/>
        </p:nvGraphicFramePr>
        <p:xfrm>
          <a:off x="183021" y="800115"/>
          <a:ext cx="8772800" cy="514350"/>
        </p:xfrm>
        <a:graphic>
          <a:graphicData uri="http://schemas.openxmlformats.org/drawingml/2006/table">
            <a:tbl>
              <a:tblPr firstRow="1" bandRow="1"/>
              <a:tblGrid>
                <a:gridCol w="548300">
                  <a:extLst>
                    <a:ext uri="{9D8B030D-6E8A-4147-A177-3AD203B41FA5}">
                      <a16:colId xmlns:a16="http://schemas.microsoft.com/office/drawing/2014/main" val="1064917641"/>
                    </a:ext>
                  </a:extLst>
                </a:gridCol>
                <a:gridCol w="548300">
                  <a:extLst>
                    <a:ext uri="{9D8B030D-6E8A-4147-A177-3AD203B41FA5}">
                      <a16:colId xmlns:a16="http://schemas.microsoft.com/office/drawing/2014/main" val="4221117315"/>
                    </a:ext>
                  </a:extLst>
                </a:gridCol>
                <a:gridCol w="548300">
                  <a:extLst>
                    <a:ext uri="{9D8B030D-6E8A-4147-A177-3AD203B41FA5}">
                      <a16:colId xmlns:a16="http://schemas.microsoft.com/office/drawing/2014/main" val="3266065341"/>
                    </a:ext>
                  </a:extLst>
                </a:gridCol>
                <a:gridCol w="548300">
                  <a:extLst>
                    <a:ext uri="{9D8B030D-6E8A-4147-A177-3AD203B41FA5}">
                      <a16:colId xmlns:a16="http://schemas.microsoft.com/office/drawing/2014/main" val="2374051224"/>
                    </a:ext>
                  </a:extLst>
                </a:gridCol>
                <a:gridCol w="548300">
                  <a:extLst>
                    <a:ext uri="{9D8B030D-6E8A-4147-A177-3AD203B41FA5}">
                      <a16:colId xmlns:a16="http://schemas.microsoft.com/office/drawing/2014/main" val="1840388365"/>
                    </a:ext>
                  </a:extLst>
                </a:gridCol>
                <a:gridCol w="548300">
                  <a:extLst>
                    <a:ext uri="{9D8B030D-6E8A-4147-A177-3AD203B41FA5}">
                      <a16:colId xmlns:a16="http://schemas.microsoft.com/office/drawing/2014/main" val="3966469970"/>
                    </a:ext>
                  </a:extLst>
                </a:gridCol>
                <a:gridCol w="548300">
                  <a:extLst>
                    <a:ext uri="{9D8B030D-6E8A-4147-A177-3AD203B41FA5}">
                      <a16:colId xmlns:a16="http://schemas.microsoft.com/office/drawing/2014/main" val="3852236956"/>
                    </a:ext>
                  </a:extLst>
                </a:gridCol>
                <a:gridCol w="548300">
                  <a:extLst>
                    <a:ext uri="{9D8B030D-6E8A-4147-A177-3AD203B41FA5}">
                      <a16:colId xmlns:a16="http://schemas.microsoft.com/office/drawing/2014/main" val="493228184"/>
                    </a:ext>
                  </a:extLst>
                </a:gridCol>
                <a:gridCol w="548300">
                  <a:extLst>
                    <a:ext uri="{9D8B030D-6E8A-4147-A177-3AD203B41FA5}">
                      <a16:colId xmlns:a16="http://schemas.microsoft.com/office/drawing/2014/main" val="2981130253"/>
                    </a:ext>
                  </a:extLst>
                </a:gridCol>
                <a:gridCol w="548300">
                  <a:extLst>
                    <a:ext uri="{9D8B030D-6E8A-4147-A177-3AD203B41FA5}">
                      <a16:colId xmlns:a16="http://schemas.microsoft.com/office/drawing/2014/main" val="1463185388"/>
                    </a:ext>
                  </a:extLst>
                </a:gridCol>
                <a:gridCol w="548300">
                  <a:extLst>
                    <a:ext uri="{9D8B030D-6E8A-4147-A177-3AD203B41FA5}">
                      <a16:colId xmlns:a16="http://schemas.microsoft.com/office/drawing/2014/main" val="2909608629"/>
                    </a:ext>
                  </a:extLst>
                </a:gridCol>
                <a:gridCol w="548300">
                  <a:extLst>
                    <a:ext uri="{9D8B030D-6E8A-4147-A177-3AD203B41FA5}">
                      <a16:colId xmlns:a16="http://schemas.microsoft.com/office/drawing/2014/main" val="139152288"/>
                    </a:ext>
                  </a:extLst>
                </a:gridCol>
                <a:gridCol w="548300">
                  <a:extLst>
                    <a:ext uri="{9D8B030D-6E8A-4147-A177-3AD203B41FA5}">
                      <a16:colId xmlns:a16="http://schemas.microsoft.com/office/drawing/2014/main" val="1146681596"/>
                    </a:ext>
                  </a:extLst>
                </a:gridCol>
                <a:gridCol w="548300">
                  <a:extLst>
                    <a:ext uri="{9D8B030D-6E8A-4147-A177-3AD203B41FA5}">
                      <a16:colId xmlns:a16="http://schemas.microsoft.com/office/drawing/2014/main" val="1817915287"/>
                    </a:ext>
                  </a:extLst>
                </a:gridCol>
                <a:gridCol w="548300">
                  <a:extLst>
                    <a:ext uri="{9D8B030D-6E8A-4147-A177-3AD203B41FA5}">
                      <a16:colId xmlns:a16="http://schemas.microsoft.com/office/drawing/2014/main" val="1020917369"/>
                    </a:ext>
                  </a:extLst>
                </a:gridCol>
                <a:gridCol w="548300">
                  <a:extLst>
                    <a:ext uri="{9D8B030D-6E8A-4147-A177-3AD203B41FA5}">
                      <a16:colId xmlns:a16="http://schemas.microsoft.com/office/drawing/2014/main" val="4111695533"/>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2030</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2031</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tc>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8312A">
                        <a:lumMod val="40000"/>
                        <a:lumOff val="60000"/>
                      </a:srgb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AAAD43C2-8BDE-CC06-4A88-8128C38A3059}"/>
              </a:ext>
            </a:extLst>
          </p:cNvPr>
          <p:cNvSpPr/>
          <p:nvPr/>
        </p:nvSpPr>
        <p:spPr>
          <a:xfrm rot="16200000" flipH="1">
            <a:off x="-147073" y="972036"/>
            <a:ext cx="486295" cy="170512"/>
          </a:xfrm>
          <a:prstGeom prst="triangle">
            <a:avLst/>
          </a:prstGeom>
          <a:solidFill>
            <a:sysClr val="window" lastClr="FFFFFF"/>
          </a:solidFill>
          <a:ln w="12700" cap="flat" cmpd="sng" algn="ctr">
            <a:solidFill>
              <a:srgbClr val="003366"/>
            </a:solidFill>
            <a:prstDash val="solid"/>
            <a:miter lim="800000"/>
          </a:ln>
          <a:effectLst/>
        </p:spPr>
        <p:txBody>
          <a:bodyPr lIns="72000" tIns="72000" rIns="72000" bIns="72000" rtlCol="0" anchor="ctr"/>
          <a:lstStyle/>
          <a:p>
            <a:pPr algn="ctr" defTabSz="914288">
              <a:defRPr/>
            </a:pPr>
            <a:endParaRPr lang="en-US" sz="1400" kern="0" err="1">
              <a:solidFill>
                <a:srgbClr val="000000"/>
              </a:solidFill>
              <a:latin typeface="BISansOpti"/>
            </a:endParaRPr>
          </a:p>
        </p:txBody>
      </p:sp>
      <p:sp>
        <p:nvSpPr>
          <p:cNvPr id="11" name="Isosceles Triangle 10">
            <a:extLst>
              <a:ext uri="{FF2B5EF4-FFF2-40B4-BE49-F238E27FC236}">
                <a16:creationId xmlns:a16="http://schemas.microsoft.com/office/drawing/2014/main" id="{61583A89-EA01-F11A-9111-F14DDCF2DC21}"/>
              </a:ext>
            </a:extLst>
          </p:cNvPr>
          <p:cNvSpPr/>
          <p:nvPr/>
        </p:nvSpPr>
        <p:spPr>
          <a:xfrm rot="5400000">
            <a:off x="8797935" y="972036"/>
            <a:ext cx="486295" cy="170512"/>
          </a:xfrm>
          <a:prstGeom prst="triangle">
            <a:avLst/>
          </a:prstGeom>
          <a:solidFill>
            <a:sysClr val="window" lastClr="FFFFFF"/>
          </a:solidFill>
          <a:ln w="12700" cap="flat" cmpd="sng" algn="ctr">
            <a:solidFill>
              <a:srgbClr val="003366"/>
            </a:solidFill>
            <a:prstDash val="solid"/>
            <a:miter lim="800000"/>
          </a:ln>
          <a:effectLst/>
        </p:spPr>
        <p:txBody>
          <a:bodyPr lIns="72000" tIns="72000" rIns="72000" bIns="72000" rtlCol="0" anchor="ctr"/>
          <a:lstStyle/>
          <a:p>
            <a:pPr algn="ctr" defTabSz="914288">
              <a:defRPr/>
            </a:pPr>
            <a:endParaRPr lang="en-US" sz="1400" kern="0" err="1">
              <a:solidFill>
                <a:srgbClr val="000000"/>
              </a:solidFill>
              <a:latin typeface="BISansOpti"/>
            </a:endParaRPr>
          </a:p>
        </p:txBody>
      </p:sp>
      <p:sp>
        <p:nvSpPr>
          <p:cNvPr id="12" name="TextBox 11">
            <a:extLst>
              <a:ext uri="{FF2B5EF4-FFF2-40B4-BE49-F238E27FC236}">
                <a16:creationId xmlns:a16="http://schemas.microsoft.com/office/drawing/2014/main" id="{50A9A686-8527-30C0-D951-302BC0DD5C7C}"/>
              </a:ext>
            </a:extLst>
          </p:cNvPr>
          <p:cNvSpPr txBox="1"/>
          <p:nvPr/>
        </p:nvSpPr>
        <p:spPr>
          <a:xfrm>
            <a:off x="222743" y="1813394"/>
            <a:ext cx="579789" cy="300749"/>
          </a:xfrm>
          <a:prstGeom prst="rect">
            <a:avLst/>
          </a:prstGeom>
          <a:noFill/>
          <a:ln>
            <a:solidFill>
              <a:srgbClr val="08312A"/>
            </a:solidFill>
          </a:ln>
        </p:spPr>
        <p:txBody>
          <a:bodyPr wrap="square" lIns="54000" tIns="27000" rIns="54000" bIns="27000" rtlCol="0">
            <a:spAutoFit/>
          </a:bodyPr>
          <a:lstStyle/>
          <a:p>
            <a:pPr algn="ctr" defTabSz="914288">
              <a:defRPr/>
            </a:pPr>
            <a:r>
              <a:rPr lang="en-US" sz="800" b="1" kern="0">
                <a:solidFill>
                  <a:srgbClr val="0066CC"/>
                </a:solidFill>
                <a:cs typeface="Calibri" panose="020F0502020204030204" pitchFamily="34" charset="0"/>
              </a:rPr>
              <a:t>Ph3-1305.22</a:t>
            </a:r>
          </a:p>
        </p:txBody>
      </p:sp>
      <p:sp>
        <p:nvSpPr>
          <p:cNvPr id="13" name="OTLSHAPE_T_e17f3958430f4cff8650518c93c7635e_Shape">
            <a:extLst>
              <a:ext uri="{FF2B5EF4-FFF2-40B4-BE49-F238E27FC236}">
                <a16:creationId xmlns:a16="http://schemas.microsoft.com/office/drawing/2014/main" id="{D70FF48F-E29F-0EB5-EAEC-4A538FF499FE}"/>
              </a:ext>
            </a:extLst>
          </p:cNvPr>
          <p:cNvSpPr/>
          <p:nvPr>
            <p:custDataLst>
              <p:tags r:id="rId1"/>
            </p:custDataLst>
          </p:nvPr>
        </p:nvSpPr>
        <p:spPr bwMode="auto">
          <a:xfrm>
            <a:off x="3284220" y="1801171"/>
            <a:ext cx="267462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750" b="1">
              <a:solidFill>
                <a:srgbClr val="000000"/>
              </a:solidFill>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F24201AC-5159-3DB0-C708-3C16FF694F8A}"/>
              </a:ext>
            </a:extLst>
          </p:cNvPr>
          <p:cNvSpPr txBox="1"/>
          <p:nvPr>
            <p:custDataLst>
              <p:tags r:id="rId2"/>
            </p:custDataLst>
          </p:nvPr>
        </p:nvSpPr>
        <p:spPr>
          <a:xfrm>
            <a:off x="3419042" y="1810567"/>
            <a:ext cx="2401595" cy="207749"/>
          </a:xfrm>
          <a:prstGeom prst="rect">
            <a:avLst/>
          </a:prstGeom>
          <a:noFill/>
        </p:spPr>
        <p:txBody>
          <a:bodyPr vert="horz" wrap="square" lIns="0" tIns="0" rIns="0" bIns="0" rtlCol="0" anchor="ctr" anchorCtr="0">
            <a:spAutoFit/>
          </a:bodyPr>
          <a:lstStyle/>
          <a:p>
            <a:pPr algn="ctr" defTabSz="914288">
              <a:defRPr/>
            </a:pPr>
            <a:r>
              <a:rPr lang="en-US" altLang="zh-CN" sz="675" b="1">
                <a:solidFill>
                  <a:srgbClr val="000000"/>
                </a:solidFill>
                <a:cs typeface="Calibri" panose="020F0502020204030204" pitchFamily="34" charset="0"/>
              </a:rPr>
              <a:t>Recruitment window = 30 M</a:t>
            </a:r>
          </a:p>
          <a:p>
            <a:pPr algn="ctr" defTabSz="914288">
              <a:defRPr/>
            </a:pPr>
            <a:r>
              <a:rPr lang="en-US" altLang="zh-CN" sz="675" b="1">
                <a:solidFill>
                  <a:srgbClr val="000000"/>
                </a:solidFill>
                <a:cs typeface="Calibri" panose="020F0502020204030204" pitchFamily="34" charset="0"/>
              </a:rPr>
              <a:t>N = 30</a:t>
            </a:r>
          </a:p>
        </p:txBody>
      </p:sp>
      <p:pic>
        <p:nvPicPr>
          <p:cNvPr id="15" name="Picture 14">
            <a:extLst>
              <a:ext uri="{FF2B5EF4-FFF2-40B4-BE49-F238E27FC236}">
                <a16:creationId xmlns:a16="http://schemas.microsoft.com/office/drawing/2014/main" id="{CF40DB0B-B1C1-2DFA-4608-4E5A107149C7}"/>
              </a:ext>
            </a:extLst>
          </p:cNvPr>
          <p:cNvPicPr>
            <a:picLocks noChangeAspect="1"/>
          </p:cNvPicPr>
          <p:nvPr/>
        </p:nvPicPr>
        <p:blipFill>
          <a:blip r:embed="rId8"/>
          <a:stretch>
            <a:fillRect/>
          </a:stretch>
        </p:blipFill>
        <p:spPr>
          <a:xfrm>
            <a:off x="133459" y="1349544"/>
            <a:ext cx="810000" cy="396383"/>
          </a:xfrm>
          <a:prstGeom prst="rect">
            <a:avLst/>
          </a:prstGeom>
        </p:spPr>
      </p:pic>
      <p:sp>
        <p:nvSpPr>
          <p:cNvPr id="16" name="矩形 20">
            <a:extLst>
              <a:ext uri="{FF2B5EF4-FFF2-40B4-BE49-F238E27FC236}">
                <a16:creationId xmlns:a16="http://schemas.microsoft.com/office/drawing/2014/main" id="{E5486938-7E2E-5FC9-1F5C-B3451E8B426A}"/>
              </a:ext>
            </a:extLst>
          </p:cNvPr>
          <p:cNvSpPr/>
          <p:nvPr/>
        </p:nvSpPr>
        <p:spPr>
          <a:xfrm>
            <a:off x="5953397" y="1801171"/>
            <a:ext cx="719301" cy="216000"/>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333">
              <a:defRPr/>
            </a:pPr>
            <a:endParaRPr lang="en-US" altLang="zh-CN" sz="700" b="1" kern="0" spc="-5">
              <a:solidFill>
                <a:srgbClr val="000000"/>
              </a:solidFill>
            </a:endParaRPr>
          </a:p>
        </p:txBody>
      </p:sp>
      <p:sp>
        <p:nvSpPr>
          <p:cNvPr id="17" name="Rectangle 16">
            <a:extLst>
              <a:ext uri="{FF2B5EF4-FFF2-40B4-BE49-F238E27FC236}">
                <a16:creationId xmlns:a16="http://schemas.microsoft.com/office/drawing/2014/main" id="{B07D7BDD-B215-8148-2AD4-202B0FC2CE59}"/>
              </a:ext>
            </a:extLst>
          </p:cNvPr>
          <p:cNvSpPr/>
          <p:nvPr/>
        </p:nvSpPr>
        <p:spPr>
          <a:xfrm>
            <a:off x="6420922" y="2095170"/>
            <a:ext cx="543299"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LPO</a:t>
            </a:r>
            <a:endParaRPr lang="zh-CN" altLang="en-US" sz="750" b="1">
              <a:solidFill>
                <a:srgbClr val="44546A"/>
              </a:solidFill>
              <a:cs typeface="Calibri" panose="020F0502020204030204" pitchFamily="34" charset="0"/>
            </a:endParaRPr>
          </a:p>
        </p:txBody>
      </p:sp>
      <p:sp>
        <p:nvSpPr>
          <p:cNvPr id="18" name="Star: 4 Points 143">
            <a:extLst>
              <a:ext uri="{FF2B5EF4-FFF2-40B4-BE49-F238E27FC236}">
                <a16:creationId xmlns:a16="http://schemas.microsoft.com/office/drawing/2014/main" id="{12D7516C-523C-9EE6-AF76-57C21CF477A0}"/>
              </a:ext>
            </a:extLst>
          </p:cNvPr>
          <p:cNvSpPr/>
          <p:nvPr/>
        </p:nvSpPr>
        <p:spPr bwMode="auto">
          <a:xfrm>
            <a:off x="6609397" y="195412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19" name="Rectangle 18">
            <a:extLst>
              <a:ext uri="{FF2B5EF4-FFF2-40B4-BE49-F238E27FC236}">
                <a16:creationId xmlns:a16="http://schemas.microsoft.com/office/drawing/2014/main" id="{9040287B-0203-389C-16BF-2260CC072452}"/>
              </a:ext>
            </a:extLst>
          </p:cNvPr>
          <p:cNvSpPr/>
          <p:nvPr/>
        </p:nvSpPr>
        <p:spPr>
          <a:xfrm>
            <a:off x="6345817" y="159777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Sep 2028</a:t>
            </a:r>
            <a:endParaRPr lang="zh-CN" altLang="en-US" sz="750" b="1">
              <a:solidFill>
                <a:srgbClr val="44546A"/>
              </a:solidFill>
              <a:cs typeface="Calibri" panose="020F0502020204030204" pitchFamily="34" charset="0"/>
            </a:endParaRPr>
          </a:p>
        </p:txBody>
      </p:sp>
      <p:sp>
        <p:nvSpPr>
          <p:cNvPr id="20" name="Rectangle 19">
            <a:extLst>
              <a:ext uri="{FF2B5EF4-FFF2-40B4-BE49-F238E27FC236}">
                <a16:creationId xmlns:a16="http://schemas.microsoft.com/office/drawing/2014/main" id="{99A64D4B-F519-9A21-A35E-E23DBF8ECFAA}"/>
              </a:ext>
            </a:extLst>
          </p:cNvPr>
          <p:cNvSpPr/>
          <p:nvPr/>
        </p:nvSpPr>
        <p:spPr>
          <a:xfrm>
            <a:off x="5770989" y="2095170"/>
            <a:ext cx="473788"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LSS</a:t>
            </a:r>
            <a:endParaRPr lang="zh-CN" altLang="en-US" sz="750" b="1">
              <a:solidFill>
                <a:srgbClr val="44546A"/>
              </a:solidFill>
              <a:cs typeface="Calibri" panose="020F0502020204030204" pitchFamily="34" charset="0"/>
            </a:endParaRPr>
          </a:p>
        </p:txBody>
      </p:sp>
      <p:sp>
        <p:nvSpPr>
          <p:cNvPr id="21" name="Star: 4 Points 143">
            <a:extLst>
              <a:ext uri="{FF2B5EF4-FFF2-40B4-BE49-F238E27FC236}">
                <a16:creationId xmlns:a16="http://schemas.microsoft.com/office/drawing/2014/main" id="{A29A452C-3DE6-69D0-5486-4072597FD100}"/>
              </a:ext>
            </a:extLst>
          </p:cNvPr>
          <p:cNvSpPr/>
          <p:nvPr/>
        </p:nvSpPr>
        <p:spPr bwMode="auto">
          <a:xfrm>
            <a:off x="5885575" y="194045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2" name="Rectangle 21">
            <a:extLst>
              <a:ext uri="{FF2B5EF4-FFF2-40B4-BE49-F238E27FC236}">
                <a16:creationId xmlns:a16="http://schemas.microsoft.com/office/drawing/2014/main" id="{ABE1765F-2E26-E4A9-8EFA-D5A00D0DD458}"/>
              </a:ext>
            </a:extLst>
          </p:cNvPr>
          <p:cNvSpPr/>
          <p:nvPr/>
        </p:nvSpPr>
        <p:spPr>
          <a:xfrm>
            <a:off x="5525477" y="1597770"/>
            <a:ext cx="719301"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Mar 2028</a:t>
            </a:r>
            <a:endParaRPr lang="zh-CN" altLang="en-US" sz="750" b="1">
              <a:solidFill>
                <a:srgbClr val="44546A"/>
              </a:solidFill>
              <a:cs typeface="Calibri" panose="020F0502020204030204" pitchFamily="34" charset="0"/>
            </a:endParaRPr>
          </a:p>
        </p:txBody>
      </p:sp>
      <p:sp>
        <p:nvSpPr>
          <p:cNvPr id="23" name="Rectangle 22">
            <a:extLst>
              <a:ext uri="{FF2B5EF4-FFF2-40B4-BE49-F238E27FC236}">
                <a16:creationId xmlns:a16="http://schemas.microsoft.com/office/drawing/2014/main" id="{131A21EB-B1CF-ADFA-7D9C-4CB0821F91BB}"/>
              </a:ext>
            </a:extLst>
          </p:cNvPr>
          <p:cNvSpPr/>
          <p:nvPr/>
        </p:nvSpPr>
        <p:spPr>
          <a:xfrm>
            <a:off x="3097257" y="2095170"/>
            <a:ext cx="473789"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FSS</a:t>
            </a:r>
            <a:endParaRPr lang="zh-CN" altLang="en-US" sz="750" b="1">
              <a:solidFill>
                <a:srgbClr val="44546A"/>
              </a:solidFill>
              <a:cs typeface="Calibri" panose="020F0502020204030204" pitchFamily="34" charset="0"/>
            </a:endParaRPr>
          </a:p>
        </p:txBody>
      </p:sp>
      <p:sp>
        <p:nvSpPr>
          <p:cNvPr id="24" name="Star: 4 Points 143">
            <a:extLst>
              <a:ext uri="{FF2B5EF4-FFF2-40B4-BE49-F238E27FC236}">
                <a16:creationId xmlns:a16="http://schemas.microsoft.com/office/drawing/2014/main" id="{3B9B96A0-BADB-9133-95BE-2E411DC0C716}"/>
              </a:ext>
            </a:extLst>
          </p:cNvPr>
          <p:cNvSpPr/>
          <p:nvPr/>
        </p:nvSpPr>
        <p:spPr bwMode="auto">
          <a:xfrm>
            <a:off x="3211843" y="194796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cs typeface="Calibri" panose="020F0502020204030204" pitchFamily="34" charset="0"/>
            </a:endParaRPr>
          </a:p>
        </p:txBody>
      </p:sp>
      <p:sp>
        <p:nvSpPr>
          <p:cNvPr id="25" name="Rectangle 24">
            <a:extLst>
              <a:ext uri="{FF2B5EF4-FFF2-40B4-BE49-F238E27FC236}">
                <a16:creationId xmlns:a16="http://schemas.microsoft.com/office/drawing/2014/main" id="{D5C2B10E-2CAB-4CFF-E90E-CFFDCFBEF4AE}"/>
              </a:ext>
            </a:extLst>
          </p:cNvPr>
          <p:cNvSpPr/>
          <p:nvPr/>
        </p:nvSpPr>
        <p:spPr>
          <a:xfrm>
            <a:off x="2948264" y="159777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Sep 2025</a:t>
            </a:r>
            <a:endParaRPr lang="zh-CN" altLang="en-US" sz="750" b="1">
              <a:solidFill>
                <a:srgbClr val="44546A"/>
              </a:solidFill>
              <a:cs typeface="Calibri" panose="020F0502020204030204" pitchFamily="34" charset="0"/>
            </a:endParaRPr>
          </a:p>
        </p:txBody>
      </p:sp>
      <p:sp>
        <p:nvSpPr>
          <p:cNvPr id="30" name="5-Point Star 5">
            <a:extLst>
              <a:ext uri="{FF2B5EF4-FFF2-40B4-BE49-F238E27FC236}">
                <a16:creationId xmlns:a16="http://schemas.microsoft.com/office/drawing/2014/main" id="{956DF200-8841-75DF-FA89-0FD87711E6BD}"/>
              </a:ext>
            </a:extLst>
          </p:cNvPr>
          <p:cNvSpPr/>
          <p:nvPr/>
        </p:nvSpPr>
        <p:spPr>
          <a:xfrm>
            <a:off x="2478978" y="1958341"/>
            <a:ext cx="115504" cy="120107"/>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1" name="OTLSHAPE_T_e17f3958430f4cff8650518c93c7635e_StartDate">
            <a:extLst>
              <a:ext uri="{FF2B5EF4-FFF2-40B4-BE49-F238E27FC236}">
                <a16:creationId xmlns:a16="http://schemas.microsoft.com/office/drawing/2014/main" id="{15C5F894-78FB-37F5-6202-BA75BFA53B05}"/>
              </a:ext>
            </a:extLst>
          </p:cNvPr>
          <p:cNvSpPr txBox="1"/>
          <p:nvPr>
            <p:custDataLst>
              <p:tags r:id="rId3"/>
            </p:custDataLst>
          </p:nvPr>
        </p:nvSpPr>
        <p:spPr>
          <a:xfrm>
            <a:off x="2197360" y="2095170"/>
            <a:ext cx="678740" cy="207749"/>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r>
              <a:rPr lang="en-US" altLang="zh-CN" sz="750"/>
              <a:t>Final TDO</a:t>
            </a:r>
            <a:endParaRPr lang="zh-CN" altLang="en-US" sz="750"/>
          </a:p>
        </p:txBody>
      </p:sp>
      <p:sp>
        <p:nvSpPr>
          <p:cNvPr id="32" name="Rectangle 31">
            <a:extLst>
              <a:ext uri="{FF2B5EF4-FFF2-40B4-BE49-F238E27FC236}">
                <a16:creationId xmlns:a16="http://schemas.microsoft.com/office/drawing/2014/main" id="{B4F93FA6-41AF-E44F-4073-0A9AD4DD80A7}"/>
              </a:ext>
            </a:extLst>
          </p:cNvPr>
          <p:cNvSpPr/>
          <p:nvPr/>
        </p:nvSpPr>
        <p:spPr>
          <a:xfrm>
            <a:off x="2225339" y="1597770"/>
            <a:ext cx="622783" cy="207749"/>
          </a:xfrm>
          <a:prstGeom prst="rect">
            <a:avLst/>
          </a:prstGeom>
        </p:spPr>
        <p:txBody>
          <a:bodyPr wrap="square">
            <a:spAutoFit/>
          </a:bodyPr>
          <a:lstStyle/>
          <a:p>
            <a:pPr algn="ctr" defTabSz="914288">
              <a:defRPr/>
            </a:pPr>
            <a:r>
              <a:rPr lang="en-US" altLang="zh-CN" sz="750" b="1">
                <a:solidFill>
                  <a:srgbClr val="44546A"/>
                </a:solidFill>
                <a:cs typeface="Calibri" panose="020F0502020204030204" pitchFamily="34" charset="0"/>
              </a:rPr>
              <a:t>Jan 2025</a:t>
            </a:r>
            <a:endParaRPr lang="zh-CN" altLang="en-US" sz="750" b="1">
              <a:solidFill>
                <a:srgbClr val="44546A"/>
              </a:solidFill>
              <a:cs typeface="Calibri" panose="020F0502020204030204" pitchFamily="34" charset="0"/>
            </a:endParaRPr>
          </a:p>
        </p:txBody>
      </p:sp>
      <p:cxnSp>
        <p:nvCxnSpPr>
          <p:cNvPr id="37" name="Straight Connector 36">
            <a:extLst>
              <a:ext uri="{FF2B5EF4-FFF2-40B4-BE49-F238E27FC236}">
                <a16:creationId xmlns:a16="http://schemas.microsoft.com/office/drawing/2014/main" id="{FE155D56-3DAC-AF3B-F5D4-28BBC8D49DC0}"/>
              </a:ext>
            </a:extLst>
          </p:cNvPr>
          <p:cNvCxnSpPr>
            <a:cxnSpLocks/>
          </p:cNvCxnSpPr>
          <p:nvPr/>
        </p:nvCxnSpPr>
        <p:spPr bwMode="auto">
          <a:xfrm flipH="1">
            <a:off x="18000" y="2754858"/>
            <a:ext cx="9126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pic>
        <p:nvPicPr>
          <p:cNvPr id="38" name="Picture 37">
            <a:extLst>
              <a:ext uri="{FF2B5EF4-FFF2-40B4-BE49-F238E27FC236}">
                <a16:creationId xmlns:a16="http://schemas.microsoft.com/office/drawing/2014/main" id="{5A4A8143-6AAC-5F4D-DA77-CAF0042144E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933" y="2810919"/>
            <a:ext cx="810000" cy="399214"/>
          </a:xfrm>
          <a:prstGeom prst="rect">
            <a:avLst/>
          </a:prstGeom>
        </p:spPr>
      </p:pic>
      <p:sp>
        <p:nvSpPr>
          <p:cNvPr id="39" name="OTLSHAPE_T_e17f3958430f4cff8650518c93c7635e_Shape">
            <a:extLst>
              <a:ext uri="{FF2B5EF4-FFF2-40B4-BE49-F238E27FC236}">
                <a16:creationId xmlns:a16="http://schemas.microsoft.com/office/drawing/2014/main" id="{99B49C12-8C8C-2E4A-5C6F-3610308C27DE}"/>
              </a:ext>
            </a:extLst>
          </p:cNvPr>
          <p:cNvSpPr/>
          <p:nvPr>
            <p:custDataLst>
              <p:tags r:id="rId4"/>
            </p:custDataLst>
          </p:nvPr>
        </p:nvSpPr>
        <p:spPr bwMode="auto">
          <a:xfrm>
            <a:off x="3592705" y="3132230"/>
            <a:ext cx="3101653" cy="216000"/>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a:defRPr/>
            </a:pPr>
            <a:r>
              <a:rPr lang="en-US" altLang="zh-CN" sz="750" b="1" i="1">
                <a:solidFill>
                  <a:srgbClr val="000000"/>
                </a:solidFill>
                <a:cs typeface="Calibri" panose="020F0502020204030204" pitchFamily="34" charset="0"/>
              </a:rPr>
              <a:t>TBD</a:t>
            </a:r>
          </a:p>
        </p:txBody>
      </p:sp>
      <p:sp>
        <p:nvSpPr>
          <p:cNvPr id="51" name="TextBox 50">
            <a:extLst>
              <a:ext uri="{FF2B5EF4-FFF2-40B4-BE49-F238E27FC236}">
                <a16:creationId xmlns:a16="http://schemas.microsoft.com/office/drawing/2014/main" id="{C7BC2D38-4F04-2C2C-5BA5-65AAC6280301}"/>
              </a:ext>
            </a:extLst>
          </p:cNvPr>
          <p:cNvSpPr txBox="1"/>
          <p:nvPr/>
        </p:nvSpPr>
        <p:spPr>
          <a:xfrm>
            <a:off x="243302" y="3249556"/>
            <a:ext cx="579789" cy="300749"/>
          </a:xfrm>
          <a:prstGeom prst="rect">
            <a:avLst/>
          </a:prstGeom>
          <a:noFill/>
          <a:ln>
            <a:solidFill>
              <a:srgbClr val="08312A"/>
            </a:solidFill>
          </a:ln>
        </p:spPr>
        <p:txBody>
          <a:bodyPr wrap="square" lIns="54000" tIns="27000" rIns="54000" bIns="27000" rtlCol="0">
            <a:spAutoFit/>
          </a:bodyPr>
          <a:lstStyle/>
          <a:p>
            <a:pPr algn="ctr" defTabSz="914288">
              <a:defRPr/>
            </a:pPr>
            <a:r>
              <a:rPr lang="en-US" sz="800" b="1" kern="0">
                <a:solidFill>
                  <a:srgbClr val="0066CC"/>
                </a:solidFill>
                <a:cs typeface="Calibri" panose="020F0502020204030204" pitchFamily="34" charset="0"/>
              </a:rPr>
              <a:t>Ph3-1305.22</a:t>
            </a:r>
          </a:p>
        </p:txBody>
      </p:sp>
      <p:pic>
        <p:nvPicPr>
          <p:cNvPr id="53" name="Picture 52" descr="Traffic light - Simple English Wikipedia, the free ...">
            <a:extLst>
              <a:ext uri="{FF2B5EF4-FFF2-40B4-BE49-F238E27FC236}">
                <a16:creationId xmlns:a16="http://schemas.microsoft.com/office/drawing/2014/main" id="{5B5F077E-A269-F64D-B22F-373A323DF1F4}"/>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grpSp>
        <p:nvGrpSpPr>
          <p:cNvPr id="2" name="Group 1">
            <a:extLst>
              <a:ext uri="{FF2B5EF4-FFF2-40B4-BE49-F238E27FC236}">
                <a16:creationId xmlns:a16="http://schemas.microsoft.com/office/drawing/2014/main" id="{97798EDD-20EC-1CDD-8AC6-8D0011667439}"/>
              </a:ext>
            </a:extLst>
          </p:cNvPr>
          <p:cNvGrpSpPr/>
          <p:nvPr/>
        </p:nvGrpSpPr>
        <p:grpSpPr>
          <a:xfrm>
            <a:off x="496854" y="1126505"/>
            <a:ext cx="546747" cy="3954704"/>
            <a:chOff x="1956799" y="1213992"/>
            <a:chExt cx="546747" cy="3954702"/>
          </a:xfrm>
        </p:grpSpPr>
        <p:cxnSp>
          <p:nvCxnSpPr>
            <p:cNvPr id="3" name="Straight Connector 2">
              <a:extLst>
                <a:ext uri="{FF2B5EF4-FFF2-40B4-BE49-F238E27FC236}">
                  <a16:creationId xmlns:a16="http://schemas.microsoft.com/office/drawing/2014/main" id="{644A2777-C4E8-54D7-D341-4B39E97FC65F}"/>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4" name="OTLSHAPE_T_e17f3958430f4cff8650518c93c7635e_StartDate">
              <a:extLst>
                <a:ext uri="{FF2B5EF4-FFF2-40B4-BE49-F238E27FC236}">
                  <a16:creationId xmlns:a16="http://schemas.microsoft.com/office/drawing/2014/main" id="{1AE000BE-B659-FD51-698C-CBEA83EB52DA}"/>
                </a:ext>
              </a:extLst>
            </p:cNvPr>
            <p:cNvSpPr txBox="1"/>
            <p:nvPr>
              <p:custDataLst>
                <p:tags r:id="rId5"/>
              </p:custDataLst>
            </p:nvPr>
          </p:nvSpPr>
          <p:spPr>
            <a:xfrm>
              <a:off x="1956799" y="1213992"/>
              <a:ext cx="546747" cy="246221"/>
            </a:xfrm>
            <a:prstGeom prst="rect">
              <a:avLst/>
            </a:prstGeom>
            <a:noFill/>
            <a:ln w="12700">
              <a:noFill/>
            </a:ln>
          </p:spPr>
          <p:txBody>
            <a:bodyPr vert="horz" wrap="square" lIns="0" tIns="0" rIns="0" bIns="0" rtlCol="0" anchor="ctr" anchorCtr="0">
              <a:spAutoFit/>
            </a:bodyPr>
            <a:lstStyle/>
            <a:p>
              <a:pPr algn="ctr" defTabSz="914333">
                <a:defRPr/>
              </a:pPr>
              <a:r>
                <a:rPr lang="en-US" altLang="zh-CN" sz="800" b="1" kern="0">
                  <a:solidFill>
                    <a:srgbClr val="FF0000"/>
                  </a:solidFill>
                  <a:cs typeface="Calibri" panose="020F0502020204030204" pitchFamily="34" charset="0"/>
                </a:rPr>
                <a:t>We are here</a:t>
              </a:r>
              <a:endParaRPr lang="zh-CN" altLang="en-US" sz="800" b="1" kern="0">
                <a:solidFill>
                  <a:srgbClr val="FF0000"/>
                </a:solidFill>
                <a:cs typeface="Calibri" panose="020F0502020204030204" pitchFamily="34" charset="0"/>
              </a:endParaRPr>
            </a:p>
          </p:txBody>
        </p:sp>
      </p:grpSp>
      <p:sp>
        <p:nvSpPr>
          <p:cNvPr id="5" name="文本框 5">
            <a:extLst>
              <a:ext uri="{FF2B5EF4-FFF2-40B4-BE49-F238E27FC236}">
                <a16:creationId xmlns:a16="http://schemas.microsoft.com/office/drawing/2014/main" id="{221E1926-9858-CDC1-B1FE-8B5BFE34A4D4}"/>
              </a:ext>
            </a:extLst>
          </p:cNvPr>
          <p:cNvSpPr txBox="1"/>
          <p:nvPr/>
        </p:nvSpPr>
        <p:spPr>
          <a:xfrm>
            <a:off x="2626408" y="3811823"/>
            <a:ext cx="5488529" cy="708553"/>
          </a:xfrm>
          <a:prstGeom prst="rect">
            <a:avLst/>
          </a:prstGeom>
          <a:solidFill>
            <a:sysClr val="window" lastClr="FFFFFF"/>
          </a:solidFill>
          <a:ln w="12700" cap="flat" cmpd="sng" algn="ctr">
            <a:solidFill>
              <a:srgbClr val="00E47C"/>
            </a:solidFill>
            <a:prstDash val="solid"/>
            <a:miter lim="800000"/>
          </a:ln>
          <a:effectLst/>
        </p:spPr>
        <p:txBody>
          <a:bodyPr wrap="square" lIns="54000" tIns="27000" rIns="54000" bIns="2700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79987" indent="-179987" algn="l" defTabSz="1219079">
              <a:spcBef>
                <a:spcPts val="0"/>
              </a:spcBef>
              <a:spcAft>
                <a:spcPts val="450"/>
              </a:spcAft>
              <a:defRPr/>
            </a:pPr>
            <a:r>
              <a:rPr lang="en-US" altLang="zh-CN" sz="750" kern="0">
                <a:solidFill>
                  <a:schemeClr val="tx1"/>
                </a:solidFill>
                <a:latin typeface="+mn-lt"/>
              </a:rPr>
              <a:t>Business case: introduced at asset team China visit workshop . </a:t>
            </a:r>
          </a:p>
          <a:p>
            <a:pPr marL="179987" indent="-179987" algn="l" defTabSz="1219079">
              <a:spcBef>
                <a:spcPts val="0"/>
              </a:spcBef>
              <a:spcAft>
                <a:spcPts val="450"/>
              </a:spcAft>
              <a:defRPr/>
            </a:pPr>
            <a:r>
              <a:rPr lang="en-US" altLang="zh-CN" sz="750" kern="0">
                <a:solidFill>
                  <a:schemeClr val="tx1"/>
                </a:solidFill>
                <a:latin typeface="+mn-lt"/>
              </a:rPr>
              <a:t>Preliminary feasibility assessment :​</a:t>
            </a:r>
          </a:p>
          <a:p>
            <a:pPr lvl="1" algn="l" defTabSz="1219079">
              <a:spcAft>
                <a:spcPts val="450"/>
              </a:spcAft>
              <a:buFont typeface="Wingdings" panose="05000000000000000000" pitchFamily="2" charset="2"/>
              <a:buChar char="ü"/>
              <a:defRPr/>
            </a:pPr>
            <a:r>
              <a:rPr lang="en-US" altLang="zh-CN" sz="750" kern="0">
                <a:solidFill>
                  <a:schemeClr val="tx1"/>
                </a:solidFill>
                <a:latin typeface="+mn-lt"/>
              </a:rPr>
              <a:t>Children ILD patients mostly in Children's hospital</a:t>
            </a:r>
          </a:p>
          <a:p>
            <a:pPr lvl="1" algn="l" defTabSz="1219079">
              <a:spcAft>
                <a:spcPts val="450"/>
              </a:spcAft>
              <a:buFont typeface="Wingdings" panose="05000000000000000000" pitchFamily="2" charset="2"/>
              <a:buChar char="ü"/>
              <a:defRPr/>
            </a:pPr>
            <a:r>
              <a:rPr lang="en-US" altLang="zh-CN" sz="750" kern="0">
                <a:solidFill>
                  <a:schemeClr val="tx1"/>
                </a:solidFill>
                <a:latin typeface="+mn-lt"/>
              </a:rPr>
              <a:t>Beijing Children's Hospital : 5-10 children ILD patients/month from specialty outpatient clinic for pediatric ILD</a:t>
            </a:r>
          </a:p>
        </p:txBody>
      </p:sp>
      <p:sp>
        <p:nvSpPr>
          <p:cNvPr id="7" name="TextBox 6">
            <a:extLst>
              <a:ext uri="{FF2B5EF4-FFF2-40B4-BE49-F238E27FC236}">
                <a16:creationId xmlns:a16="http://schemas.microsoft.com/office/drawing/2014/main" id="{B9C85ADB-4D6A-E672-9DB3-599CFE681AB3}"/>
              </a:ext>
            </a:extLst>
          </p:cNvPr>
          <p:cNvSpPr txBox="1"/>
          <p:nvPr/>
        </p:nvSpPr>
        <p:spPr>
          <a:xfrm>
            <a:off x="8343556" y="4737878"/>
            <a:ext cx="881753" cy="369332"/>
          </a:xfrm>
          <a:prstGeom prst="rect">
            <a:avLst/>
          </a:prstGeom>
          <a:noFill/>
        </p:spPr>
        <p:txBody>
          <a:bodyPr wrap="square" lIns="0" tIns="0" rIns="0" bIns="0" rtlCol="0">
            <a:spAutoFit/>
          </a:bodyPr>
          <a:lstStyle/>
          <a:p>
            <a:pPr defTabSz="914333">
              <a:defRPr/>
            </a:pPr>
            <a:r>
              <a:rPr lang="en-US" altLang="zh-CN" sz="600">
                <a:solidFill>
                  <a:srgbClr val="FFFFFF">
                    <a:lumMod val="50000"/>
                  </a:srgbClr>
                </a:solidFill>
                <a:latin typeface="BISansCond"/>
              </a:rPr>
              <a:t>TDO: trial design outline</a:t>
            </a:r>
          </a:p>
          <a:p>
            <a:pPr defTabSz="914333">
              <a:defRPr/>
            </a:pPr>
            <a:r>
              <a:rPr lang="en-US" altLang="zh-CN" sz="600">
                <a:solidFill>
                  <a:srgbClr val="FFFFFF">
                    <a:lumMod val="50000"/>
                  </a:srgbClr>
                </a:solidFill>
                <a:latin typeface="BISansCond"/>
              </a:rPr>
              <a:t>FSS: first subject screen</a:t>
            </a:r>
          </a:p>
          <a:p>
            <a:pPr defTabSz="914333">
              <a:defRPr/>
            </a:pPr>
            <a:r>
              <a:rPr lang="en-US" altLang="zh-CN" sz="600">
                <a:solidFill>
                  <a:srgbClr val="FFFFFF">
                    <a:lumMod val="50000"/>
                  </a:srgbClr>
                </a:solidFill>
                <a:latin typeface="BISansCond"/>
              </a:rPr>
              <a:t>LSS: last subject screen</a:t>
            </a:r>
          </a:p>
          <a:p>
            <a:pPr defTabSz="914333">
              <a:defRPr/>
            </a:pPr>
            <a:r>
              <a:rPr lang="en-US" altLang="zh-CN" sz="600">
                <a:solidFill>
                  <a:srgbClr val="FFFFFF">
                    <a:lumMod val="50000"/>
                  </a:srgbClr>
                </a:solidFill>
                <a:latin typeface="BISansCond"/>
              </a:rPr>
              <a:t>LPO: last patient out</a:t>
            </a:r>
          </a:p>
        </p:txBody>
      </p:sp>
    </p:spTree>
    <p:extLst>
      <p:ext uri="{BB962C8B-B14F-4D97-AF65-F5344CB8AC3E}">
        <p14:creationId xmlns:p14="http://schemas.microsoft.com/office/powerpoint/2010/main" val="3618109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el 9">
            <a:extLst>
              <a:ext uri="{FF2B5EF4-FFF2-40B4-BE49-F238E27FC236}">
                <a16:creationId xmlns:a16="http://schemas.microsoft.com/office/drawing/2014/main" id="{89655048-4172-EA76-0D02-87E3138024D9}"/>
              </a:ext>
            </a:extLst>
          </p:cNvPr>
          <p:cNvSpPr txBox="1">
            <a:spLocks/>
          </p:cNvSpPr>
          <p:nvPr/>
        </p:nvSpPr>
        <p:spPr bwMode="gray">
          <a:xfrm>
            <a:off x="359569" y="357750"/>
            <a:ext cx="8424863" cy="54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defTabSz="685800">
              <a:lnSpc>
                <a:spcPct val="120000"/>
              </a:lnSpc>
            </a:pPr>
            <a:r>
              <a:rPr lang="en-US" sz="1875">
                <a:solidFill>
                  <a:srgbClr val="08312A"/>
                </a:solidFill>
                <a:latin typeface="Boehringer Forward Head"/>
              </a:rPr>
              <a:t>Consideration of China Joins Global </a:t>
            </a:r>
            <a:r>
              <a:rPr lang="en-US" sz="1875" err="1">
                <a:solidFill>
                  <a:srgbClr val="08312A"/>
                </a:solidFill>
                <a:latin typeface="Boehringer Forward Head"/>
              </a:rPr>
              <a:t>Nerandomilast</a:t>
            </a:r>
            <a:r>
              <a:rPr lang="en-US" sz="1875">
                <a:solidFill>
                  <a:srgbClr val="08312A"/>
                </a:solidFill>
                <a:latin typeface="Boehringer Forward Head"/>
              </a:rPr>
              <a:t> Pediatric Trial</a:t>
            </a:r>
            <a:br>
              <a:rPr lang="en-US" sz="1875">
                <a:solidFill>
                  <a:srgbClr val="08312A"/>
                </a:solidFill>
                <a:latin typeface="Boehringer Forward Head"/>
              </a:rPr>
            </a:br>
            <a:r>
              <a:rPr lang="en-US" sz="1500">
                <a:solidFill>
                  <a:srgbClr val="00E47C"/>
                </a:solidFill>
                <a:latin typeface="Boehringer Forward Head"/>
              </a:rPr>
              <a:t>Business Case</a:t>
            </a:r>
            <a:endParaRPr lang="en-US" sz="1875">
              <a:solidFill>
                <a:srgbClr val="00E47C"/>
              </a:solidFill>
              <a:latin typeface="Boehringer Forward Head"/>
            </a:endParaRPr>
          </a:p>
        </p:txBody>
      </p:sp>
      <p:sp>
        <p:nvSpPr>
          <p:cNvPr id="5" name="灯片编号占位符 4">
            <a:extLst>
              <a:ext uri="{FF2B5EF4-FFF2-40B4-BE49-F238E27FC236}">
                <a16:creationId xmlns:a16="http://schemas.microsoft.com/office/drawing/2014/main" id="{F15BD061-B020-50A4-5DEC-642EFB3C0763}"/>
              </a:ext>
            </a:extLst>
          </p:cNvPr>
          <p:cNvSpPr>
            <a:spLocks noGrp="1"/>
          </p:cNvSpPr>
          <p:nvPr>
            <p:ph type="sldNum" sz="quarter" idx="17"/>
          </p:nvPr>
        </p:nvSpPr>
        <p:spPr/>
        <p:txBody>
          <a:bodyPr/>
          <a:lstStyle/>
          <a:p>
            <a:pPr defTabSz="685800"/>
            <a:fld id="{8FF9B0DE-3FEB-4AA0-B465-B80EF7C1333D}" type="slidenum">
              <a:rPr lang="en-US">
                <a:solidFill>
                  <a:srgbClr val="08312A"/>
                </a:solidFill>
                <a:latin typeface="Boehringer Forward Text"/>
              </a:rPr>
              <a:pPr defTabSz="685800"/>
              <a:t>23</a:t>
            </a:fld>
            <a:endParaRPr lang="en-US">
              <a:solidFill>
                <a:srgbClr val="08312A"/>
              </a:solidFill>
              <a:latin typeface="Boehringer Forward Text"/>
            </a:endParaRPr>
          </a:p>
        </p:txBody>
      </p:sp>
      <p:sp>
        <p:nvSpPr>
          <p:cNvPr id="28" name="矩形 27">
            <a:extLst>
              <a:ext uri="{FF2B5EF4-FFF2-40B4-BE49-F238E27FC236}">
                <a16:creationId xmlns:a16="http://schemas.microsoft.com/office/drawing/2014/main" id="{D36FA703-B434-5963-C881-B40F17100991}"/>
              </a:ext>
            </a:extLst>
          </p:cNvPr>
          <p:cNvSpPr/>
          <p:nvPr/>
        </p:nvSpPr>
        <p:spPr bwMode="gray">
          <a:xfrm>
            <a:off x="726682" y="1051158"/>
            <a:ext cx="2875792" cy="470189"/>
          </a:xfrm>
          <a:prstGeom prst="rect">
            <a:avLst/>
          </a:prstGeom>
          <a:solidFill>
            <a:srgbClr val="00206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r>
              <a:rPr lang="en-US" altLang="zh-CN" sz="1050" b="1" err="1">
                <a:solidFill>
                  <a:prstClr val="white"/>
                </a:solidFill>
                <a:latin typeface="Boehringer Forward Text"/>
              </a:rPr>
              <a:t>chF</a:t>
            </a:r>
            <a:r>
              <a:rPr lang="en-US" altLang="zh-CN" sz="1050" b="1">
                <a:solidFill>
                  <a:prstClr val="white"/>
                </a:solidFill>
                <a:latin typeface="Boehringer Forward Text"/>
              </a:rPr>
              <a:t>-ILD China Patient Funnel (2030)</a:t>
            </a:r>
            <a:endParaRPr lang="zh-CN" altLang="en-US" sz="1050" b="1">
              <a:solidFill>
                <a:prstClr val="white"/>
              </a:solidFill>
              <a:latin typeface="Boehringer Forward Text"/>
            </a:endParaRPr>
          </a:p>
        </p:txBody>
      </p:sp>
      <p:grpSp>
        <p:nvGrpSpPr>
          <p:cNvPr id="2" name="Group 1">
            <a:extLst>
              <a:ext uri="{FF2B5EF4-FFF2-40B4-BE49-F238E27FC236}">
                <a16:creationId xmlns:a16="http://schemas.microsoft.com/office/drawing/2014/main" id="{F3BD4F5C-FB7A-BCCA-1685-B6B8568CBCF2}"/>
              </a:ext>
            </a:extLst>
          </p:cNvPr>
          <p:cNvGrpSpPr/>
          <p:nvPr/>
        </p:nvGrpSpPr>
        <p:grpSpPr>
          <a:xfrm>
            <a:off x="1" y="1802348"/>
            <a:ext cx="3490505" cy="2669180"/>
            <a:chOff x="0" y="2403131"/>
            <a:chExt cx="4654007" cy="3558906"/>
          </a:xfrm>
        </p:grpSpPr>
        <p:grpSp>
          <p:nvGrpSpPr>
            <p:cNvPr id="29" name="组合 28">
              <a:extLst>
                <a:ext uri="{FF2B5EF4-FFF2-40B4-BE49-F238E27FC236}">
                  <a16:creationId xmlns:a16="http://schemas.microsoft.com/office/drawing/2014/main" id="{280EDEC1-62DF-21E3-209D-8D5DD0D1A92E}"/>
                </a:ext>
              </a:extLst>
            </p:cNvPr>
            <p:cNvGrpSpPr/>
            <p:nvPr/>
          </p:nvGrpSpPr>
          <p:grpSpPr>
            <a:xfrm>
              <a:off x="1118200" y="2403131"/>
              <a:ext cx="3535807" cy="3558906"/>
              <a:chOff x="598002" y="2066411"/>
              <a:chExt cx="2924651" cy="3509286"/>
            </a:xfrm>
          </p:grpSpPr>
          <p:grpSp>
            <p:nvGrpSpPr>
              <p:cNvPr id="30" name="Group 174">
                <a:extLst>
                  <a:ext uri="{FF2B5EF4-FFF2-40B4-BE49-F238E27FC236}">
                    <a16:creationId xmlns:a16="http://schemas.microsoft.com/office/drawing/2014/main" id="{20ABE6F5-EA8A-7079-58C7-87D19DE25236}"/>
                  </a:ext>
                </a:extLst>
              </p:cNvPr>
              <p:cNvGrpSpPr/>
              <p:nvPr/>
            </p:nvGrpSpPr>
            <p:grpSpPr>
              <a:xfrm>
                <a:off x="598002" y="2066411"/>
                <a:ext cx="2924651" cy="810411"/>
                <a:chOff x="598002" y="1823034"/>
                <a:chExt cx="2924651" cy="869528"/>
              </a:xfrm>
            </p:grpSpPr>
            <p:sp>
              <p:nvSpPr>
                <p:cNvPr id="43" name="Trapezoid 5">
                  <a:extLst>
                    <a:ext uri="{FF2B5EF4-FFF2-40B4-BE49-F238E27FC236}">
                      <a16:creationId xmlns:a16="http://schemas.microsoft.com/office/drawing/2014/main" id="{00E3ECA5-BA3D-E49B-24B5-88B1BC71B264}"/>
                    </a:ext>
                  </a:extLst>
                </p:cNvPr>
                <p:cNvSpPr/>
                <p:nvPr/>
              </p:nvSpPr>
              <p:spPr>
                <a:xfrm rot="10800000">
                  <a:off x="598002" y="1823034"/>
                  <a:ext cx="2924651" cy="869528"/>
                </a:xfrm>
                <a:prstGeom prst="trapezoid">
                  <a:avLst>
                    <a:gd name="adj" fmla="val 27308"/>
                  </a:avLst>
                </a:prstGeom>
                <a:solidFill>
                  <a:srgbClr val="264C71"/>
                </a:solidFill>
                <a:ln w="9525" cap="flat" cmpd="sng" algn="ctr">
                  <a:noFill/>
                  <a:prstDash val="solid"/>
                </a:ln>
                <a:effectLst/>
              </p:spPr>
              <p:txBody>
                <a:bodyPr rtlCol="0" anchor="ctr"/>
                <a:lstStyle/>
                <a:p>
                  <a:pPr algn="ctr" defTabSz="514337">
                    <a:defRPr/>
                  </a:pPr>
                  <a:endParaRPr lang="zh-CN" altLang="en-US" sz="1125" kern="0">
                    <a:solidFill>
                      <a:prstClr val="white"/>
                    </a:solidFill>
                    <a:latin typeface="Boehringer Forward Text"/>
                    <a:sym typeface="+mn-lt"/>
                  </a:endParaRPr>
                </a:p>
              </p:txBody>
            </p:sp>
            <p:sp>
              <p:nvSpPr>
                <p:cNvPr id="44" name="TextBox 19">
                  <a:extLst>
                    <a:ext uri="{FF2B5EF4-FFF2-40B4-BE49-F238E27FC236}">
                      <a16:creationId xmlns:a16="http://schemas.microsoft.com/office/drawing/2014/main" id="{FABEDF75-0246-63AE-D636-0A08F0F6DA40}"/>
                    </a:ext>
                  </a:extLst>
                </p:cNvPr>
                <p:cNvSpPr txBox="1"/>
                <p:nvPr/>
              </p:nvSpPr>
              <p:spPr>
                <a:xfrm>
                  <a:off x="724143" y="1949114"/>
                  <a:ext cx="2728725" cy="617368"/>
                </a:xfrm>
                <a:prstGeom prst="rect">
                  <a:avLst/>
                </a:prstGeom>
                <a:noFill/>
                <a:ln>
                  <a:noFill/>
                </a:ln>
              </p:spPr>
              <p:txBody>
                <a:bodyPr wrap="square" lIns="0" tIns="0" rIns="0" bIns="0" rtlCol="0" anchor="ctr">
                  <a:noAutofit/>
                </a:bodyPr>
                <a:lstStyle/>
                <a:p>
                  <a:pPr algn="ctr" defTabSz="514337">
                    <a:spcBef>
                      <a:spcPts val="338"/>
                    </a:spcBef>
                    <a:defRPr/>
                  </a:pPr>
                  <a:r>
                    <a:rPr lang="en-US" altLang="zh-CN" sz="788" b="1" kern="0">
                      <a:solidFill>
                        <a:prstClr val="white"/>
                      </a:solidFill>
                      <a:latin typeface="Boehringer Forward Text"/>
                      <a:sym typeface="+mn-lt"/>
                    </a:rPr>
                    <a:t>2-17 years old population</a:t>
                  </a:r>
                  <a:r>
                    <a:rPr lang="en-US" altLang="zh-CN" sz="788" b="1" kern="0" baseline="30000">
                      <a:solidFill>
                        <a:prstClr val="white"/>
                      </a:solidFill>
                      <a:latin typeface="Boehringer Forward Text"/>
                      <a:sym typeface="+mn-lt"/>
                    </a:rPr>
                    <a:t>1</a:t>
                  </a:r>
                  <a:r>
                    <a:rPr lang="en-US" altLang="zh-CN" sz="788" b="1" kern="0">
                      <a:solidFill>
                        <a:prstClr val="white"/>
                      </a:solidFill>
                      <a:latin typeface="Boehringer Forward Text"/>
                      <a:sym typeface="+mn-lt"/>
                    </a:rPr>
                    <a:t> </a:t>
                  </a:r>
                </a:p>
                <a:p>
                  <a:pPr algn="ctr" defTabSz="514337">
                    <a:spcBef>
                      <a:spcPts val="338"/>
                    </a:spcBef>
                    <a:defRPr/>
                  </a:pPr>
                  <a:r>
                    <a:rPr lang="en-US" altLang="zh-CN" sz="1050" b="1" kern="0">
                      <a:solidFill>
                        <a:prstClr val="white"/>
                      </a:solidFill>
                      <a:latin typeface="Boehringer Forward Text"/>
                      <a:sym typeface="+mn-lt"/>
                    </a:rPr>
                    <a:t>219 Mn</a:t>
                  </a:r>
                </a:p>
              </p:txBody>
            </p:sp>
          </p:grpSp>
          <p:grpSp>
            <p:nvGrpSpPr>
              <p:cNvPr id="31" name="Group 173">
                <a:extLst>
                  <a:ext uri="{FF2B5EF4-FFF2-40B4-BE49-F238E27FC236}">
                    <a16:creationId xmlns:a16="http://schemas.microsoft.com/office/drawing/2014/main" id="{96BC8BFC-CF9F-6504-EF9F-C8654AE1F3EF}"/>
                  </a:ext>
                </a:extLst>
              </p:cNvPr>
              <p:cNvGrpSpPr/>
              <p:nvPr/>
            </p:nvGrpSpPr>
            <p:grpSpPr>
              <a:xfrm>
                <a:off x="876885" y="3042617"/>
                <a:ext cx="2369658" cy="717236"/>
                <a:chOff x="912914" y="3179213"/>
                <a:chExt cx="2369658" cy="769556"/>
              </a:xfrm>
            </p:grpSpPr>
            <p:sp>
              <p:nvSpPr>
                <p:cNvPr id="41" name="Trapezoid 6">
                  <a:extLst>
                    <a:ext uri="{FF2B5EF4-FFF2-40B4-BE49-F238E27FC236}">
                      <a16:creationId xmlns:a16="http://schemas.microsoft.com/office/drawing/2014/main" id="{B56E9AD6-CD86-4916-E4D2-EB74D373522D}"/>
                    </a:ext>
                  </a:extLst>
                </p:cNvPr>
                <p:cNvSpPr/>
                <p:nvPr/>
              </p:nvSpPr>
              <p:spPr>
                <a:xfrm rot="10800000">
                  <a:off x="912914" y="3179213"/>
                  <a:ext cx="2369658" cy="769556"/>
                </a:xfrm>
                <a:prstGeom prst="trapezoid">
                  <a:avLst/>
                </a:prstGeom>
                <a:solidFill>
                  <a:srgbClr val="076D7E"/>
                </a:solidFill>
                <a:ln w="9525" cap="flat" cmpd="sng" algn="ctr">
                  <a:noFill/>
                  <a:prstDash val="solid"/>
                </a:ln>
                <a:effectLst/>
              </p:spPr>
              <p:txBody>
                <a:bodyPr rtlCol="0" anchor="ctr"/>
                <a:lstStyle/>
                <a:p>
                  <a:pPr algn="ctr" defTabSz="514337">
                    <a:defRPr/>
                  </a:pPr>
                  <a:endParaRPr lang="zh-CN" altLang="en-US" sz="1125" kern="0">
                    <a:solidFill>
                      <a:prstClr val="white"/>
                    </a:solidFill>
                    <a:latin typeface="Boehringer Forward Text"/>
                    <a:sym typeface="+mn-lt"/>
                  </a:endParaRPr>
                </a:p>
              </p:txBody>
            </p:sp>
            <p:sp>
              <p:nvSpPr>
                <p:cNvPr id="42" name="TextBox 20">
                  <a:extLst>
                    <a:ext uri="{FF2B5EF4-FFF2-40B4-BE49-F238E27FC236}">
                      <a16:creationId xmlns:a16="http://schemas.microsoft.com/office/drawing/2014/main" id="{9CDCE4E4-F609-9751-22A1-29B686DD2B96}"/>
                    </a:ext>
                  </a:extLst>
                </p:cNvPr>
                <p:cNvSpPr txBox="1"/>
                <p:nvPr/>
              </p:nvSpPr>
              <p:spPr>
                <a:xfrm>
                  <a:off x="1307297" y="3269841"/>
                  <a:ext cx="1686363" cy="596041"/>
                </a:xfrm>
                <a:prstGeom prst="rect">
                  <a:avLst/>
                </a:prstGeom>
                <a:noFill/>
                <a:ln>
                  <a:noFill/>
                </a:ln>
              </p:spPr>
              <p:txBody>
                <a:bodyPr wrap="square" lIns="0" tIns="0" rIns="0" bIns="0" rtlCol="0" anchor="ctr">
                  <a:noAutofit/>
                </a:bodyPr>
                <a:lstStyle/>
                <a:p>
                  <a:pPr algn="ctr" defTabSz="514337">
                    <a:spcBef>
                      <a:spcPts val="338"/>
                    </a:spcBef>
                    <a:defRPr/>
                  </a:pPr>
                  <a:r>
                    <a:rPr lang="en-US" altLang="zh-CN" sz="788" b="1" kern="0">
                      <a:solidFill>
                        <a:prstClr val="white"/>
                      </a:solidFill>
                      <a:latin typeface="Boehringer Forward Text"/>
                      <a:sym typeface="+mn-lt"/>
                    </a:rPr>
                    <a:t>Urban 2-17 years old population</a:t>
                  </a:r>
                </a:p>
                <a:p>
                  <a:pPr algn="ctr" defTabSz="514337">
                    <a:spcBef>
                      <a:spcPts val="338"/>
                    </a:spcBef>
                    <a:defRPr/>
                  </a:pPr>
                  <a:r>
                    <a:rPr lang="en-US" altLang="zh-CN" sz="1050" b="1" kern="0">
                      <a:solidFill>
                        <a:prstClr val="white"/>
                      </a:solidFill>
                      <a:latin typeface="Boehringer Forward Text"/>
                      <a:sym typeface="+mn-lt"/>
                    </a:rPr>
                    <a:t>155 Mn</a:t>
                  </a:r>
                </a:p>
              </p:txBody>
            </p:sp>
          </p:grpSp>
          <p:grpSp>
            <p:nvGrpSpPr>
              <p:cNvPr id="32" name="Group 175">
                <a:extLst>
                  <a:ext uri="{FF2B5EF4-FFF2-40B4-BE49-F238E27FC236}">
                    <a16:creationId xmlns:a16="http://schemas.microsoft.com/office/drawing/2014/main" id="{D5736702-542A-4676-2FC5-B7614E701FB3}"/>
                  </a:ext>
                </a:extLst>
              </p:cNvPr>
              <p:cNvGrpSpPr/>
              <p:nvPr/>
            </p:nvGrpSpPr>
            <p:grpSpPr>
              <a:xfrm>
                <a:off x="1088887" y="3917367"/>
                <a:ext cx="1986100" cy="712829"/>
                <a:chOff x="1145449" y="3961381"/>
                <a:chExt cx="1986100" cy="764828"/>
              </a:xfrm>
            </p:grpSpPr>
            <p:sp>
              <p:nvSpPr>
                <p:cNvPr id="39" name="Trapezoid 6">
                  <a:extLst>
                    <a:ext uri="{FF2B5EF4-FFF2-40B4-BE49-F238E27FC236}">
                      <a16:creationId xmlns:a16="http://schemas.microsoft.com/office/drawing/2014/main" id="{570CC7BF-0F3B-001F-E5BF-0C1106A1CD14}"/>
                    </a:ext>
                  </a:extLst>
                </p:cNvPr>
                <p:cNvSpPr/>
                <p:nvPr/>
              </p:nvSpPr>
              <p:spPr>
                <a:xfrm rot="10800000">
                  <a:off x="1145449" y="3961381"/>
                  <a:ext cx="1986100" cy="764828"/>
                </a:xfrm>
                <a:prstGeom prst="trapezoid">
                  <a:avLst/>
                </a:prstGeom>
                <a:solidFill>
                  <a:srgbClr val="4FC392"/>
                </a:solidFill>
                <a:ln w="9525" cap="flat" cmpd="sng" algn="ctr">
                  <a:noFill/>
                  <a:prstDash val="solid"/>
                </a:ln>
                <a:effectLst/>
              </p:spPr>
              <p:txBody>
                <a:bodyPr rtlCol="0" anchor="ctr"/>
                <a:lstStyle/>
                <a:p>
                  <a:pPr algn="ctr" defTabSz="514337">
                    <a:defRPr/>
                  </a:pPr>
                  <a:endParaRPr lang="zh-CN" altLang="en-US" sz="1125" kern="0">
                    <a:solidFill>
                      <a:prstClr val="white"/>
                    </a:solidFill>
                    <a:latin typeface="Boehringer Forward Text"/>
                    <a:sym typeface="+mn-lt"/>
                  </a:endParaRPr>
                </a:p>
              </p:txBody>
            </p:sp>
            <p:sp>
              <p:nvSpPr>
                <p:cNvPr id="40" name="TextBox 21">
                  <a:extLst>
                    <a:ext uri="{FF2B5EF4-FFF2-40B4-BE49-F238E27FC236}">
                      <a16:creationId xmlns:a16="http://schemas.microsoft.com/office/drawing/2014/main" id="{B971A777-08E9-F5BB-9371-B4BDFFE7C74D}"/>
                    </a:ext>
                  </a:extLst>
                </p:cNvPr>
                <p:cNvSpPr txBox="1"/>
                <p:nvPr/>
              </p:nvSpPr>
              <p:spPr>
                <a:xfrm>
                  <a:off x="1353664" y="4147410"/>
                  <a:ext cx="1660529" cy="432172"/>
                </a:xfrm>
                <a:prstGeom prst="rect">
                  <a:avLst/>
                </a:prstGeom>
                <a:noFill/>
                <a:ln>
                  <a:noFill/>
                </a:ln>
              </p:spPr>
              <p:txBody>
                <a:bodyPr wrap="square" lIns="0" tIns="0" rIns="0" bIns="0" rtlCol="0" anchor="ctr">
                  <a:noAutofit/>
                </a:bodyPr>
                <a:lstStyle/>
                <a:p>
                  <a:pPr algn="ctr" defTabSz="514337">
                    <a:spcBef>
                      <a:spcPts val="338"/>
                    </a:spcBef>
                    <a:defRPr/>
                  </a:pPr>
                  <a:r>
                    <a:rPr lang="en-US" altLang="zh-CN" sz="788" b="1" kern="0">
                      <a:solidFill>
                        <a:prstClr val="white"/>
                      </a:solidFill>
                      <a:latin typeface="Boehringer Forward Text"/>
                      <a:sym typeface="+mn-lt"/>
                    </a:rPr>
                    <a:t>Diagnosed Prevalence </a:t>
                  </a:r>
                  <a:r>
                    <a:rPr lang="en-US" altLang="zh-CN" sz="788" b="1" kern="0" err="1">
                      <a:solidFill>
                        <a:prstClr val="white"/>
                      </a:solidFill>
                      <a:latin typeface="Boehringer Forward Text"/>
                      <a:sym typeface="+mn-lt"/>
                    </a:rPr>
                    <a:t>ch</a:t>
                  </a:r>
                  <a:r>
                    <a:rPr lang="en-US" altLang="zh-CN" sz="788" b="1" kern="0">
                      <a:solidFill>
                        <a:prstClr val="white"/>
                      </a:solidFill>
                      <a:latin typeface="Boehringer Forward Text"/>
                      <a:sym typeface="+mn-lt"/>
                    </a:rPr>
                    <a:t>-ILD pts</a:t>
                  </a:r>
                </a:p>
                <a:p>
                  <a:pPr algn="ctr" defTabSz="514337">
                    <a:spcBef>
                      <a:spcPts val="338"/>
                    </a:spcBef>
                    <a:defRPr/>
                  </a:pPr>
                  <a:r>
                    <a:rPr lang="en-US" altLang="zh-CN" sz="1050" b="1" kern="0">
                      <a:solidFill>
                        <a:prstClr val="white"/>
                      </a:solidFill>
                      <a:latin typeface="Boehringer Forward Text"/>
                      <a:sym typeface="+mn-lt"/>
                    </a:rPr>
                    <a:t>586</a:t>
                  </a:r>
                </a:p>
              </p:txBody>
            </p:sp>
          </p:grpSp>
          <p:grpSp>
            <p:nvGrpSpPr>
              <p:cNvPr id="33" name="Group 176">
                <a:extLst>
                  <a:ext uri="{FF2B5EF4-FFF2-40B4-BE49-F238E27FC236}">
                    <a16:creationId xmlns:a16="http://schemas.microsoft.com/office/drawing/2014/main" id="{E85546D1-864F-1CCD-B4C2-7D881AFD6E37}"/>
                  </a:ext>
                </a:extLst>
              </p:cNvPr>
              <p:cNvGrpSpPr/>
              <p:nvPr/>
            </p:nvGrpSpPr>
            <p:grpSpPr>
              <a:xfrm>
                <a:off x="1271267" y="4783078"/>
                <a:ext cx="1612692" cy="792619"/>
                <a:chOff x="1356110" y="4736270"/>
                <a:chExt cx="1612692" cy="850438"/>
              </a:xfrm>
            </p:grpSpPr>
            <p:sp>
              <p:nvSpPr>
                <p:cNvPr id="37" name="Trapezoid 6">
                  <a:extLst>
                    <a:ext uri="{FF2B5EF4-FFF2-40B4-BE49-F238E27FC236}">
                      <a16:creationId xmlns:a16="http://schemas.microsoft.com/office/drawing/2014/main" id="{51DAC487-08D5-780E-2299-729C26893F24}"/>
                    </a:ext>
                  </a:extLst>
                </p:cNvPr>
                <p:cNvSpPr/>
                <p:nvPr/>
              </p:nvSpPr>
              <p:spPr>
                <a:xfrm rot="10800000">
                  <a:off x="1356110" y="4736270"/>
                  <a:ext cx="1612692" cy="850438"/>
                </a:xfrm>
                <a:prstGeom prst="trapezoid">
                  <a:avLst/>
                </a:prstGeom>
                <a:solidFill>
                  <a:srgbClr val="7ADF93"/>
                </a:solidFill>
                <a:ln w="9525" cap="flat" cmpd="sng" algn="ctr">
                  <a:noFill/>
                  <a:prstDash val="solid"/>
                </a:ln>
                <a:effectLst/>
              </p:spPr>
              <p:txBody>
                <a:bodyPr rtlCol="0" anchor="ctr"/>
                <a:lstStyle/>
                <a:p>
                  <a:pPr algn="ctr" defTabSz="514337">
                    <a:defRPr/>
                  </a:pPr>
                  <a:endParaRPr lang="zh-CN" altLang="en-US" sz="1125" kern="0">
                    <a:solidFill>
                      <a:prstClr val="white"/>
                    </a:solidFill>
                    <a:latin typeface="Boehringer Forward Text"/>
                    <a:sym typeface="+mn-lt"/>
                  </a:endParaRPr>
                </a:p>
              </p:txBody>
            </p:sp>
            <p:sp>
              <p:nvSpPr>
                <p:cNvPr id="38" name="TextBox 21">
                  <a:extLst>
                    <a:ext uri="{FF2B5EF4-FFF2-40B4-BE49-F238E27FC236}">
                      <a16:creationId xmlns:a16="http://schemas.microsoft.com/office/drawing/2014/main" id="{A5B35334-B6A5-7E3F-0329-418A3A9F49B2}"/>
                    </a:ext>
                  </a:extLst>
                </p:cNvPr>
                <p:cNvSpPr txBox="1"/>
                <p:nvPr/>
              </p:nvSpPr>
              <p:spPr>
                <a:xfrm>
                  <a:off x="1520968" y="4897356"/>
                  <a:ext cx="1271400" cy="601403"/>
                </a:xfrm>
                <a:prstGeom prst="rect">
                  <a:avLst/>
                </a:prstGeom>
                <a:noFill/>
                <a:ln>
                  <a:noFill/>
                </a:ln>
              </p:spPr>
              <p:txBody>
                <a:bodyPr wrap="square" lIns="0" tIns="0" rIns="0" bIns="0" rtlCol="0" anchor="ctr">
                  <a:noAutofit/>
                </a:bodyPr>
                <a:lstStyle/>
                <a:p>
                  <a:pPr algn="ctr" defTabSz="514337">
                    <a:spcBef>
                      <a:spcPts val="338"/>
                    </a:spcBef>
                    <a:defRPr/>
                  </a:pPr>
                  <a:r>
                    <a:rPr lang="en-US" altLang="zh-CN" sz="675" b="1" kern="0">
                      <a:solidFill>
                        <a:prstClr val="white"/>
                      </a:solidFill>
                      <a:latin typeface="Boehringer Forward Text"/>
                      <a:sym typeface="+mn-lt"/>
                    </a:rPr>
                    <a:t>Diagnosed Prevalence </a:t>
                  </a:r>
                </a:p>
                <a:p>
                  <a:pPr algn="ctr" defTabSz="514337">
                    <a:spcBef>
                      <a:spcPts val="338"/>
                    </a:spcBef>
                    <a:defRPr/>
                  </a:pPr>
                  <a:r>
                    <a:rPr lang="en-US" altLang="zh-CN" sz="675" b="1" kern="0" err="1">
                      <a:solidFill>
                        <a:prstClr val="white"/>
                      </a:solidFill>
                      <a:latin typeface="Boehringer Forward Text"/>
                      <a:sym typeface="+mn-lt"/>
                    </a:rPr>
                    <a:t>chF</a:t>
                  </a:r>
                  <a:r>
                    <a:rPr lang="en-US" altLang="zh-CN" sz="675" b="1" kern="0">
                      <a:solidFill>
                        <a:prstClr val="white"/>
                      </a:solidFill>
                      <a:latin typeface="Boehringer Forward Text"/>
                      <a:sym typeface="+mn-lt"/>
                    </a:rPr>
                    <a:t>-ILD pts</a:t>
                  </a:r>
                </a:p>
                <a:p>
                  <a:pPr algn="ctr" defTabSz="514337">
                    <a:spcBef>
                      <a:spcPts val="338"/>
                    </a:spcBef>
                    <a:defRPr/>
                  </a:pPr>
                  <a:r>
                    <a:rPr lang="en-US" altLang="zh-CN" sz="1050" b="1" kern="0">
                      <a:solidFill>
                        <a:prstClr val="white"/>
                      </a:solidFill>
                      <a:latin typeface="Boehringer Forward Text"/>
                      <a:sym typeface="+mn-lt"/>
                    </a:rPr>
                    <a:t>41</a:t>
                  </a:r>
                </a:p>
              </p:txBody>
            </p:sp>
          </p:grpSp>
        </p:grpSp>
        <p:sp>
          <p:nvSpPr>
            <p:cNvPr id="48" name="Title 2">
              <a:extLst>
                <a:ext uri="{FF2B5EF4-FFF2-40B4-BE49-F238E27FC236}">
                  <a16:creationId xmlns:a16="http://schemas.microsoft.com/office/drawing/2014/main" id="{AAC31390-CFD2-8CBB-6F1C-E6BB0347CECE}"/>
                </a:ext>
              </a:extLst>
            </p:cNvPr>
            <p:cNvSpPr txBox="1">
              <a:spLocks/>
            </p:cNvSpPr>
            <p:nvPr/>
          </p:nvSpPr>
          <p:spPr>
            <a:xfrm>
              <a:off x="295351" y="4546138"/>
              <a:ext cx="1274432" cy="373894"/>
            </a:xfrm>
            <a:prstGeom prst="rect">
              <a:avLst/>
            </a:prstGeom>
          </p:spPr>
          <p:txBody>
            <a:bodyPr anchor="ctr" anchorCtr="0">
              <a:noAutofit/>
            </a:bodyPr>
            <a:lstStyle>
              <a:defPPr>
                <a:defRPr lang="en-US"/>
              </a:defPPr>
              <a:lvl1pPr>
                <a:lnSpc>
                  <a:spcPct val="90000"/>
                </a:lnSpc>
                <a:spcBef>
                  <a:spcPct val="0"/>
                </a:spcBef>
                <a:buNone/>
                <a:defRPr sz="2000" b="1">
                  <a:solidFill>
                    <a:schemeClr val="tx2"/>
                  </a:solidFill>
                  <a:latin typeface="+mj-lt"/>
                  <a:ea typeface="+mj-ea"/>
                  <a:cs typeface="+mj-cs"/>
                </a:defRPr>
              </a:lvl1pPr>
            </a:lstStyle>
            <a:p>
              <a:pPr algn="ctr" defTabSz="514337">
                <a:defRPr/>
              </a:pPr>
              <a:r>
                <a:rPr lang="en-US" altLang="zh-CN" sz="788">
                  <a:solidFill>
                    <a:srgbClr val="08312A"/>
                  </a:solidFill>
                  <a:latin typeface="Boehringer Forward Text"/>
                  <a:sym typeface="+mn-lt"/>
                </a:rPr>
                <a:t>0.36/100,000 </a:t>
              </a:r>
              <a:r>
                <a:rPr lang="en-US" altLang="zh-CN" sz="788" baseline="30000">
                  <a:solidFill>
                    <a:srgbClr val="08312A"/>
                  </a:solidFill>
                  <a:latin typeface="Boehringer Forward Text"/>
                  <a:sym typeface="+mn-lt"/>
                </a:rPr>
                <a:t>2,3</a:t>
              </a:r>
              <a:endParaRPr lang="en-US" sz="788" b="0" baseline="30000">
                <a:solidFill>
                  <a:srgbClr val="08312A"/>
                </a:solidFill>
                <a:latin typeface="Boehringer Forward Text"/>
                <a:sym typeface="+mn-lt"/>
              </a:endParaRPr>
            </a:p>
          </p:txBody>
        </p:sp>
        <p:sp>
          <p:nvSpPr>
            <p:cNvPr id="49" name="Title 2">
              <a:extLst>
                <a:ext uri="{FF2B5EF4-FFF2-40B4-BE49-F238E27FC236}">
                  <a16:creationId xmlns:a16="http://schemas.microsoft.com/office/drawing/2014/main" id="{8F36DF5E-B5D6-B5A7-9F50-525298EF5F0F}"/>
                </a:ext>
              </a:extLst>
            </p:cNvPr>
            <p:cNvSpPr txBox="1">
              <a:spLocks/>
            </p:cNvSpPr>
            <p:nvPr/>
          </p:nvSpPr>
          <p:spPr>
            <a:xfrm>
              <a:off x="470436" y="5429715"/>
              <a:ext cx="1039527" cy="373894"/>
            </a:xfrm>
            <a:prstGeom prst="rect">
              <a:avLst/>
            </a:prstGeom>
          </p:spPr>
          <p:txBody>
            <a:bodyPr anchor="ctr" anchorCtr="0">
              <a:noAutofit/>
            </a:bodyPr>
            <a:lstStyle>
              <a:defPPr>
                <a:defRPr lang="en-US"/>
              </a:defPPr>
              <a:lvl1pPr>
                <a:lnSpc>
                  <a:spcPct val="90000"/>
                </a:lnSpc>
                <a:spcBef>
                  <a:spcPct val="0"/>
                </a:spcBef>
                <a:buNone/>
                <a:defRPr sz="2000" b="1">
                  <a:solidFill>
                    <a:schemeClr val="tx2"/>
                  </a:solidFill>
                  <a:latin typeface="+mj-lt"/>
                  <a:ea typeface="+mj-ea"/>
                  <a:cs typeface="+mj-cs"/>
                </a:defRPr>
              </a:lvl1pPr>
            </a:lstStyle>
            <a:p>
              <a:pPr algn="ctr" defTabSz="514337">
                <a:defRPr/>
              </a:pPr>
              <a:r>
                <a:rPr lang="en-US" altLang="zh-CN" sz="788">
                  <a:solidFill>
                    <a:srgbClr val="08312A"/>
                  </a:solidFill>
                  <a:latin typeface="Boehringer Forward Text"/>
                  <a:sym typeface="+mn-lt"/>
                </a:rPr>
                <a:t>7% </a:t>
              </a:r>
              <a:r>
                <a:rPr lang="en-US" altLang="zh-CN" sz="788" baseline="30000">
                  <a:solidFill>
                    <a:srgbClr val="08312A"/>
                  </a:solidFill>
                  <a:latin typeface="Boehringer Forward Text"/>
                  <a:sym typeface="+mn-lt"/>
                </a:rPr>
                <a:t>4,5</a:t>
              </a:r>
              <a:endParaRPr lang="en-US" sz="788" b="0" baseline="30000">
                <a:solidFill>
                  <a:srgbClr val="08312A"/>
                </a:solidFill>
                <a:latin typeface="Boehringer Forward Text"/>
                <a:sym typeface="+mn-lt"/>
              </a:endParaRPr>
            </a:p>
          </p:txBody>
        </p:sp>
        <p:sp>
          <p:nvSpPr>
            <p:cNvPr id="50" name="Title 2">
              <a:extLst>
                <a:ext uri="{FF2B5EF4-FFF2-40B4-BE49-F238E27FC236}">
                  <a16:creationId xmlns:a16="http://schemas.microsoft.com/office/drawing/2014/main" id="{DF73A9F4-1885-8CA0-C8C3-862767BC6874}"/>
                </a:ext>
              </a:extLst>
            </p:cNvPr>
            <p:cNvSpPr txBox="1">
              <a:spLocks/>
            </p:cNvSpPr>
            <p:nvPr/>
          </p:nvSpPr>
          <p:spPr>
            <a:xfrm>
              <a:off x="310602" y="3568752"/>
              <a:ext cx="1027237" cy="373894"/>
            </a:xfrm>
            <a:prstGeom prst="rect">
              <a:avLst/>
            </a:prstGeom>
          </p:spPr>
          <p:txBody>
            <a:bodyPr anchor="ctr" anchorCtr="0">
              <a:noAutofit/>
            </a:bodyPr>
            <a:lstStyle>
              <a:defPPr>
                <a:defRPr lang="en-US"/>
              </a:defPPr>
              <a:lvl1pPr>
                <a:lnSpc>
                  <a:spcPct val="90000"/>
                </a:lnSpc>
                <a:spcBef>
                  <a:spcPct val="0"/>
                </a:spcBef>
                <a:buNone/>
                <a:defRPr sz="2000" b="1">
                  <a:solidFill>
                    <a:schemeClr val="tx2"/>
                  </a:solidFill>
                  <a:latin typeface="+mj-lt"/>
                  <a:ea typeface="+mj-ea"/>
                  <a:cs typeface="+mj-cs"/>
                </a:defRPr>
              </a:lvl1pPr>
            </a:lstStyle>
            <a:p>
              <a:pPr algn="ctr" defTabSz="514337">
                <a:defRPr/>
              </a:pPr>
              <a:r>
                <a:rPr lang="en-US" altLang="zh-CN" sz="788">
                  <a:solidFill>
                    <a:srgbClr val="08312A"/>
                  </a:solidFill>
                  <a:latin typeface="Boehringer Forward Text"/>
                  <a:sym typeface="+mn-lt"/>
                </a:rPr>
                <a:t>~71% </a:t>
              </a:r>
              <a:r>
                <a:rPr lang="en-US" altLang="zh-CN" sz="788" baseline="30000">
                  <a:solidFill>
                    <a:srgbClr val="08312A"/>
                  </a:solidFill>
                  <a:latin typeface="Boehringer Forward Text"/>
                  <a:sym typeface="+mn-lt"/>
                </a:rPr>
                <a:t>1</a:t>
              </a:r>
              <a:endParaRPr lang="en-US" sz="788" b="0" baseline="30000">
                <a:solidFill>
                  <a:srgbClr val="08312A"/>
                </a:solidFill>
                <a:latin typeface="Boehringer Forward Text"/>
                <a:sym typeface="+mn-lt"/>
              </a:endParaRPr>
            </a:p>
          </p:txBody>
        </p:sp>
        <p:sp>
          <p:nvSpPr>
            <p:cNvPr id="51" name="Title 2">
              <a:extLst>
                <a:ext uri="{FF2B5EF4-FFF2-40B4-BE49-F238E27FC236}">
                  <a16:creationId xmlns:a16="http://schemas.microsoft.com/office/drawing/2014/main" id="{731EDE0F-52AB-A954-6146-4AC2D95D8837}"/>
                </a:ext>
              </a:extLst>
            </p:cNvPr>
            <p:cNvSpPr txBox="1">
              <a:spLocks/>
            </p:cNvSpPr>
            <p:nvPr/>
          </p:nvSpPr>
          <p:spPr>
            <a:xfrm>
              <a:off x="0" y="2670517"/>
              <a:ext cx="1615745" cy="304953"/>
            </a:xfrm>
            <a:prstGeom prst="rect">
              <a:avLst/>
            </a:prstGeom>
          </p:spPr>
          <p:txBody>
            <a:bodyPr anchor="ctr" anchorCtr="0">
              <a:noAutofit/>
            </a:bodyPr>
            <a:lstStyle>
              <a:defPPr>
                <a:defRPr lang="en-US"/>
              </a:defPPr>
              <a:lvl1pPr>
                <a:lnSpc>
                  <a:spcPct val="90000"/>
                </a:lnSpc>
                <a:spcBef>
                  <a:spcPct val="0"/>
                </a:spcBef>
                <a:buNone/>
                <a:defRPr sz="2000" b="1">
                  <a:solidFill>
                    <a:schemeClr val="tx2"/>
                  </a:solidFill>
                  <a:latin typeface="+mj-lt"/>
                  <a:ea typeface="+mj-ea"/>
                  <a:cs typeface="+mj-cs"/>
                </a:defRPr>
              </a:lvl1pPr>
            </a:lstStyle>
            <a:p>
              <a:pPr algn="ctr" defTabSz="514337">
                <a:lnSpc>
                  <a:spcPct val="100000"/>
                </a:lnSpc>
                <a:spcAft>
                  <a:spcPts val="675"/>
                </a:spcAft>
                <a:defRPr/>
              </a:pPr>
              <a:r>
                <a:rPr lang="en-US" altLang="zh-CN" sz="1200">
                  <a:solidFill>
                    <a:srgbClr val="08312A"/>
                  </a:solidFill>
                  <a:latin typeface="Boehringer Forward Text"/>
                  <a:sym typeface="+mn-lt"/>
                </a:rPr>
                <a:t>Rate</a:t>
              </a:r>
              <a:r>
                <a:rPr lang="en-US" altLang="zh-CN" sz="1200" b="0">
                  <a:solidFill>
                    <a:srgbClr val="08312A"/>
                  </a:solidFill>
                  <a:latin typeface="Boehringer Forward Text"/>
                  <a:sym typeface="+mn-lt"/>
                </a:rPr>
                <a:t> </a:t>
              </a:r>
              <a:br>
                <a:rPr lang="en-US" altLang="zh-CN" sz="1200" b="0">
                  <a:solidFill>
                    <a:srgbClr val="08312A"/>
                  </a:solidFill>
                  <a:latin typeface="Boehringer Forward Text"/>
                  <a:sym typeface="+mn-lt"/>
                </a:rPr>
              </a:br>
              <a:r>
                <a:rPr lang="en-US" altLang="zh-CN" sz="900" b="0" i="1">
                  <a:solidFill>
                    <a:srgbClr val="08312A"/>
                  </a:solidFill>
                  <a:latin typeface="Boehringer Forward Text"/>
                  <a:sym typeface="+mn-lt"/>
                </a:rPr>
                <a:t>(2030 Est.)  </a:t>
              </a:r>
              <a:endParaRPr lang="en-US" sz="825" b="0" i="1">
                <a:solidFill>
                  <a:srgbClr val="08312A"/>
                </a:solidFill>
                <a:latin typeface="Boehringer Forward Text"/>
                <a:sym typeface="+mn-lt"/>
              </a:endParaRPr>
            </a:p>
          </p:txBody>
        </p:sp>
      </p:grpSp>
      <p:sp>
        <p:nvSpPr>
          <p:cNvPr id="55" name="文本占位符 3">
            <a:extLst>
              <a:ext uri="{FF2B5EF4-FFF2-40B4-BE49-F238E27FC236}">
                <a16:creationId xmlns:a16="http://schemas.microsoft.com/office/drawing/2014/main" id="{65EF78DD-3F2E-562C-A349-C90A26CA7857}"/>
              </a:ext>
            </a:extLst>
          </p:cNvPr>
          <p:cNvSpPr txBox="1">
            <a:spLocks/>
          </p:cNvSpPr>
          <p:nvPr/>
        </p:nvSpPr>
        <p:spPr>
          <a:xfrm>
            <a:off x="1400917" y="4580071"/>
            <a:ext cx="7233927" cy="414539"/>
          </a:xfrm>
          <a:prstGeom prst="rect">
            <a:avLst/>
          </a:prstGeom>
        </p:spPr>
        <p:txBody>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defTabSz="685800">
              <a:lnSpc>
                <a:spcPct val="100000"/>
              </a:lnSpc>
              <a:spcAft>
                <a:spcPts val="0"/>
              </a:spcAft>
              <a:buNone/>
            </a:pPr>
            <a:r>
              <a:rPr lang="en-US" altLang="zh-CN" sz="600" b="1" i="1" err="1">
                <a:solidFill>
                  <a:prstClr val="white">
                    <a:lumMod val="50000"/>
                  </a:prstClr>
                </a:solidFill>
                <a:latin typeface="Boehringer Forward Text"/>
              </a:rPr>
              <a:t>chILD</a:t>
            </a:r>
            <a:r>
              <a:rPr lang="en-US" altLang="zh-CN" sz="600" i="1">
                <a:solidFill>
                  <a:prstClr val="white">
                    <a:lumMod val="50000"/>
                  </a:prstClr>
                </a:solidFill>
                <a:latin typeface="Boehringer Forward Text"/>
              </a:rPr>
              <a:t>, Children Interstitial Lung </a:t>
            </a:r>
            <a:r>
              <a:rPr lang="en-US" altLang="zh-CN" sz="600" i="1" err="1">
                <a:solidFill>
                  <a:prstClr val="white">
                    <a:lumMod val="50000"/>
                  </a:prstClr>
                </a:solidFill>
                <a:latin typeface="Boehringer Forward Text"/>
              </a:rPr>
              <a:t>Diseas</a:t>
            </a:r>
            <a:r>
              <a:rPr lang="en-US" altLang="zh-CN" sz="600" i="1">
                <a:solidFill>
                  <a:prstClr val="white">
                    <a:lumMod val="50000"/>
                  </a:prstClr>
                </a:solidFill>
                <a:latin typeface="Boehringer Forward Text"/>
              </a:rPr>
              <a:t>; </a:t>
            </a:r>
            <a:r>
              <a:rPr lang="en-US" altLang="zh-CN" sz="600" b="1" i="1" err="1">
                <a:solidFill>
                  <a:prstClr val="white">
                    <a:lumMod val="50000"/>
                  </a:prstClr>
                </a:solidFill>
                <a:latin typeface="Boehringer Forward Text"/>
              </a:rPr>
              <a:t>chF</a:t>
            </a:r>
            <a:r>
              <a:rPr lang="en-US" altLang="zh-CN" sz="600" b="1" i="1">
                <a:solidFill>
                  <a:prstClr val="white">
                    <a:lumMod val="50000"/>
                  </a:prstClr>
                </a:solidFill>
                <a:latin typeface="Boehringer Forward Text"/>
              </a:rPr>
              <a:t>-ILD</a:t>
            </a:r>
            <a:r>
              <a:rPr lang="en-US" altLang="zh-CN" sz="600" i="1">
                <a:solidFill>
                  <a:prstClr val="white">
                    <a:lumMod val="50000"/>
                  </a:prstClr>
                </a:solidFill>
                <a:latin typeface="Boehringer Forward Text"/>
              </a:rPr>
              <a:t>, Children Fibrosing Interstitial Lung Disease; </a:t>
            </a:r>
            <a:r>
              <a:rPr lang="en-US" altLang="zh-CN" sz="600" b="1" i="1">
                <a:solidFill>
                  <a:prstClr val="white">
                    <a:lumMod val="50000"/>
                  </a:prstClr>
                </a:solidFill>
                <a:latin typeface="Boehringer Forward Text"/>
              </a:rPr>
              <a:t>Mn</a:t>
            </a:r>
            <a:r>
              <a:rPr lang="en-US" altLang="zh-CN" sz="600" i="1">
                <a:solidFill>
                  <a:prstClr val="white">
                    <a:lumMod val="50000"/>
                  </a:prstClr>
                </a:solidFill>
                <a:latin typeface="Boehringer Forward Text"/>
              </a:rPr>
              <a:t>, Million; </a:t>
            </a:r>
            <a:r>
              <a:rPr lang="en-US" altLang="zh-CN" sz="600" b="1" i="1">
                <a:solidFill>
                  <a:prstClr val="white">
                    <a:lumMod val="50000"/>
                  </a:prstClr>
                </a:solidFill>
                <a:latin typeface="Boehringer Forward Text"/>
              </a:rPr>
              <a:t>K EUR</a:t>
            </a:r>
            <a:r>
              <a:rPr lang="en-US" altLang="zh-CN" sz="600" i="1">
                <a:solidFill>
                  <a:prstClr val="white">
                    <a:lumMod val="50000"/>
                  </a:prstClr>
                </a:solidFill>
                <a:latin typeface="Boehringer Forward Text"/>
              </a:rPr>
              <a:t>, 1,000 Euro; </a:t>
            </a:r>
            <a:r>
              <a:rPr lang="en-US" altLang="zh-CN" sz="600" b="1" i="1">
                <a:solidFill>
                  <a:prstClr val="white">
                    <a:lumMod val="50000"/>
                  </a:prstClr>
                </a:solidFill>
                <a:latin typeface="Boehringer Forward Text"/>
              </a:rPr>
              <a:t>LOE</a:t>
            </a:r>
            <a:r>
              <a:rPr lang="en-US" altLang="zh-CN" sz="600" i="1">
                <a:solidFill>
                  <a:prstClr val="white">
                    <a:lumMod val="50000"/>
                  </a:prstClr>
                </a:solidFill>
                <a:latin typeface="Boehringer Forward Text"/>
              </a:rPr>
              <a:t>, Loss Of Exclusivity; </a:t>
            </a:r>
            <a:r>
              <a:rPr lang="en-US" altLang="zh-CN" sz="600" b="1" i="1">
                <a:solidFill>
                  <a:prstClr val="white">
                    <a:lumMod val="50000"/>
                  </a:prstClr>
                </a:solidFill>
                <a:latin typeface="Boehringer Forward Text"/>
              </a:rPr>
              <a:t>Est.</a:t>
            </a:r>
            <a:r>
              <a:rPr lang="en-US" altLang="zh-CN" sz="600" i="1">
                <a:solidFill>
                  <a:prstClr val="white">
                    <a:lumMod val="50000"/>
                  </a:prstClr>
                </a:solidFill>
                <a:latin typeface="Boehringer Forward Text"/>
              </a:rPr>
              <a:t>, Estimated; </a:t>
            </a:r>
            <a:r>
              <a:rPr lang="en-US" altLang="zh-CN" sz="600" b="1" i="1">
                <a:solidFill>
                  <a:prstClr val="white">
                    <a:lumMod val="50000"/>
                  </a:prstClr>
                </a:solidFill>
                <a:latin typeface="Boehringer Forward Text"/>
              </a:rPr>
              <a:t>pts</a:t>
            </a:r>
            <a:r>
              <a:rPr lang="en-US" altLang="zh-CN" sz="600" i="1">
                <a:solidFill>
                  <a:prstClr val="white">
                    <a:lumMod val="50000"/>
                  </a:prstClr>
                </a:solidFill>
                <a:latin typeface="Boehringer Forward Text"/>
              </a:rPr>
              <a:t>, patients.</a:t>
            </a:r>
            <a:endParaRPr lang="en-US" altLang="zh-CN" sz="600" b="1" i="1">
              <a:solidFill>
                <a:prstClr val="white">
                  <a:lumMod val="50000"/>
                </a:prstClr>
              </a:solidFill>
              <a:latin typeface="Boehringer Forward Text"/>
            </a:endParaRPr>
          </a:p>
          <a:p>
            <a:pPr marL="0" indent="0" defTabSz="685800">
              <a:lnSpc>
                <a:spcPct val="100000"/>
              </a:lnSpc>
              <a:spcAft>
                <a:spcPts val="0"/>
              </a:spcAft>
              <a:buNone/>
            </a:pPr>
            <a:r>
              <a:rPr lang="en-US" altLang="zh-CN" sz="600" b="1" i="1">
                <a:solidFill>
                  <a:prstClr val="white">
                    <a:lumMod val="50000"/>
                  </a:prstClr>
                </a:solidFill>
                <a:latin typeface="Boehringer Forward Text"/>
              </a:rPr>
              <a:t>1.</a:t>
            </a:r>
            <a:r>
              <a:rPr lang="en-US" altLang="zh-CN" sz="600" i="1">
                <a:solidFill>
                  <a:prstClr val="white">
                    <a:lumMod val="50000"/>
                  </a:prstClr>
                </a:solidFill>
                <a:latin typeface="Boehringer Forward Text"/>
              </a:rPr>
              <a:t> World Bank; </a:t>
            </a:r>
            <a:r>
              <a:rPr lang="en-US" altLang="zh-CN" sz="600" b="1" i="1">
                <a:solidFill>
                  <a:prstClr val="white">
                    <a:lumMod val="50000"/>
                  </a:prstClr>
                </a:solidFill>
                <a:latin typeface="Boehringer Forward Text"/>
              </a:rPr>
              <a:t>2.</a:t>
            </a:r>
            <a:r>
              <a:rPr lang="en-US" altLang="zh-CN" sz="600" i="1">
                <a:solidFill>
                  <a:prstClr val="white">
                    <a:lumMod val="50000"/>
                  </a:prstClr>
                </a:solidFill>
                <a:latin typeface="Boehringer Forward Text"/>
              </a:rPr>
              <a:t> Dinwiddie R, </a:t>
            </a:r>
            <a:r>
              <a:rPr lang="en-US" altLang="zh-CN" sz="600" i="1" err="1">
                <a:solidFill>
                  <a:prstClr val="white">
                    <a:lumMod val="50000"/>
                  </a:prstClr>
                </a:solidFill>
                <a:latin typeface="Boehringer Forward Text"/>
              </a:rPr>
              <a:t>Sharief</a:t>
            </a:r>
            <a:r>
              <a:rPr lang="en-US" altLang="zh-CN" sz="600" i="1">
                <a:solidFill>
                  <a:prstClr val="white">
                    <a:lumMod val="50000"/>
                  </a:prstClr>
                </a:solidFill>
                <a:latin typeface="Boehringer Forward Text"/>
              </a:rPr>
              <a:t> N, Crawford O. Idiopathic interstitial pneumonitis in children: a national survey in the United Kingdom and Ireland. </a:t>
            </a:r>
            <a:r>
              <a:rPr lang="en-US" altLang="zh-CN" sz="600" i="1" err="1">
                <a:solidFill>
                  <a:prstClr val="white">
                    <a:lumMod val="50000"/>
                  </a:prstClr>
                </a:solidFill>
                <a:latin typeface="Boehringer Forward Text"/>
              </a:rPr>
              <a:t>Pediatr</a:t>
            </a:r>
            <a:r>
              <a:rPr lang="en-US" altLang="zh-CN" sz="600" i="1">
                <a:solidFill>
                  <a:prstClr val="white">
                    <a:lumMod val="50000"/>
                  </a:prstClr>
                </a:solidFill>
                <a:latin typeface="Boehringer Forward Text"/>
              </a:rPr>
              <a:t> </a:t>
            </a:r>
            <a:r>
              <a:rPr lang="en-US" altLang="zh-CN" sz="600" i="1" err="1">
                <a:solidFill>
                  <a:prstClr val="white">
                    <a:lumMod val="50000"/>
                  </a:prstClr>
                </a:solidFill>
                <a:latin typeface="Boehringer Forward Text"/>
              </a:rPr>
              <a:t>Pulmonol</a:t>
            </a:r>
            <a:r>
              <a:rPr lang="en-US" altLang="zh-CN" sz="600" i="1">
                <a:solidFill>
                  <a:prstClr val="white">
                    <a:lumMod val="50000"/>
                  </a:prstClr>
                </a:solidFill>
                <a:latin typeface="Boehringer Forward Text"/>
              </a:rPr>
              <a:t>. 2002 Jul;34(1):23-9; </a:t>
            </a:r>
            <a:r>
              <a:rPr lang="en-US" altLang="zh-CN" sz="600" b="1" i="1">
                <a:solidFill>
                  <a:prstClr val="white">
                    <a:lumMod val="50000"/>
                  </a:prstClr>
                </a:solidFill>
                <a:latin typeface="Boehringer Forward Text"/>
              </a:rPr>
              <a:t>3.</a:t>
            </a:r>
            <a:r>
              <a:rPr lang="en-US" altLang="zh-CN" sz="600" i="1">
                <a:solidFill>
                  <a:prstClr val="white">
                    <a:lumMod val="50000"/>
                  </a:prstClr>
                </a:solidFill>
                <a:latin typeface="Boehringer Forward Text"/>
              </a:rPr>
              <a:t>*Prevalence by country for 2025; estimated proportion of individuals that manifest the disorder/disease during 2025 </a:t>
            </a:r>
            <a:r>
              <a:rPr lang="en-US" altLang="zh-CN" sz="600" i="1" err="1">
                <a:solidFill>
                  <a:prstClr val="white">
                    <a:lumMod val="50000"/>
                  </a:prstClr>
                </a:solidFill>
                <a:latin typeface="Boehringer Forward Text"/>
              </a:rPr>
              <a:t>chILD</a:t>
            </a:r>
            <a:r>
              <a:rPr lang="en-US" altLang="zh-CN" sz="600" i="1">
                <a:solidFill>
                  <a:prstClr val="white">
                    <a:lumMod val="50000"/>
                  </a:prstClr>
                </a:solidFill>
                <a:latin typeface="Boehringer Forward Text"/>
              </a:rPr>
              <a:t>, childhood interstitial lung disease Boehringer Ingelheim. OFEV Pediatric Forecast; </a:t>
            </a:r>
            <a:r>
              <a:rPr lang="en-US" altLang="zh-CN" sz="600" b="1" i="1">
                <a:solidFill>
                  <a:prstClr val="white">
                    <a:lumMod val="50000"/>
                  </a:prstClr>
                </a:solidFill>
                <a:latin typeface="Boehringer Forward Text"/>
              </a:rPr>
              <a:t>4.</a:t>
            </a:r>
            <a:r>
              <a:rPr lang="en-US" altLang="zh-CN" sz="600" i="1">
                <a:solidFill>
                  <a:prstClr val="white">
                    <a:lumMod val="50000"/>
                  </a:prstClr>
                </a:solidFill>
                <a:latin typeface="Boehringer Forward Text"/>
              </a:rPr>
              <a:t> Rice A et al. Histopathology 2013;63:743–55; </a:t>
            </a:r>
            <a:r>
              <a:rPr lang="en-US" altLang="zh-CN" sz="600" b="1" i="1">
                <a:solidFill>
                  <a:prstClr val="white">
                    <a:lumMod val="50000"/>
                  </a:prstClr>
                </a:solidFill>
                <a:latin typeface="Boehringer Forward Text"/>
              </a:rPr>
              <a:t>5.</a:t>
            </a:r>
            <a:r>
              <a:rPr lang="en-US" altLang="zh-CN" sz="600" i="1">
                <a:solidFill>
                  <a:prstClr val="white">
                    <a:lumMod val="50000"/>
                  </a:prstClr>
                </a:solidFill>
                <a:latin typeface="Boehringer Forward Text"/>
              </a:rPr>
              <a:t> Nathan N et al. J Clin Med 2019;8:1312.</a:t>
            </a:r>
          </a:p>
        </p:txBody>
      </p:sp>
      <p:graphicFrame>
        <p:nvGraphicFramePr>
          <p:cNvPr id="6" name="图表 16">
            <a:extLst>
              <a:ext uri="{FF2B5EF4-FFF2-40B4-BE49-F238E27FC236}">
                <a16:creationId xmlns:a16="http://schemas.microsoft.com/office/drawing/2014/main" id="{54AFD678-8D71-6A19-267F-BE8FCB49C614}"/>
              </a:ext>
            </a:extLst>
          </p:cNvPr>
          <p:cNvGraphicFramePr/>
          <p:nvPr/>
        </p:nvGraphicFramePr>
        <p:xfrm>
          <a:off x="3921438" y="889085"/>
          <a:ext cx="4963897" cy="3774840"/>
        </p:xfrm>
        <a:graphic>
          <a:graphicData uri="http://schemas.openxmlformats.org/drawingml/2006/chart">
            <c:chart xmlns:c="http://schemas.openxmlformats.org/drawingml/2006/chart" xmlns:r="http://schemas.openxmlformats.org/officeDocument/2006/relationships" r:id="rId2"/>
          </a:graphicData>
        </a:graphic>
      </p:graphicFrame>
      <p:sp>
        <p:nvSpPr>
          <p:cNvPr id="8" name="Title 2">
            <a:extLst>
              <a:ext uri="{FF2B5EF4-FFF2-40B4-BE49-F238E27FC236}">
                <a16:creationId xmlns:a16="http://schemas.microsoft.com/office/drawing/2014/main" id="{EC2B0C0D-9B3A-38E5-D982-07D6743118AB}"/>
              </a:ext>
            </a:extLst>
          </p:cNvPr>
          <p:cNvSpPr txBox="1">
            <a:spLocks/>
          </p:cNvSpPr>
          <p:nvPr/>
        </p:nvSpPr>
        <p:spPr>
          <a:xfrm>
            <a:off x="4044033" y="772161"/>
            <a:ext cx="1211809" cy="228715"/>
          </a:xfrm>
          <a:prstGeom prst="rect">
            <a:avLst/>
          </a:prstGeom>
        </p:spPr>
        <p:txBody>
          <a:bodyPr anchor="ctr" anchorCtr="0">
            <a:noAutofit/>
          </a:bodyPr>
          <a:lstStyle>
            <a:defPPr>
              <a:defRPr lang="en-US"/>
            </a:defPPr>
            <a:lvl1pPr>
              <a:lnSpc>
                <a:spcPct val="90000"/>
              </a:lnSpc>
              <a:spcBef>
                <a:spcPct val="0"/>
              </a:spcBef>
              <a:buNone/>
              <a:defRPr sz="2000" b="1">
                <a:solidFill>
                  <a:schemeClr val="tx2"/>
                </a:solidFill>
                <a:latin typeface="+mj-lt"/>
                <a:ea typeface="+mj-ea"/>
                <a:cs typeface="+mj-cs"/>
              </a:defRPr>
            </a:lvl1pPr>
          </a:lstStyle>
          <a:p>
            <a:pPr algn="ctr" defTabSz="514337">
              <a:lnSpc>
                <a:spcPct val="100000"/>
              </a:lnSpc>
              <a:spcAft>
                <a:spcPts val="675"/>
              </a:spcAft>
              <a:defRPr/>
            </a:pPr>
            <a:r>
              <a:rPr lang="en-US" altLang="zh-CN" sz="1200">
                <a:solidFill>
                  <a:srgbClr val="08312A"/>
                </a:solidFill>
                <a:latin typeface="Boehringer Forward Text"/>
                <a:sym typeface="+mn-lt"/>
              </a:rPr>
              <a:t>Unit: K Euro</a:t>
            </a:r>
            <a:endParaRPr lang="en-US" sz="825" b="0" i="1">
              <a:solidFill>
                <a:srgbClr val="08312A"/>
              </a:solidFill>
              <a:latin typeface="Boehringer Forward Text"/>
              <a:sym typeface="+mn-lt"/>
            </a:endParaRPr>
          </a:p>
        </p:txBody>
      </p:sp>
      <p:graphicFrame>
        <p:nvGraphicFramePr>
          <p:cNvPr id="371" name="Tabelle 1">
            <a:extLst>
              <a:ext uri="{FF2B5EF4-FFF2-40B4-BE49-F238E27FC236}">
                <a16:creationId xmlns:a16="http://schemas.microsoft.com/office/drawing/2014/main" id="{948C9A94-2A2C-0865-FD85-D57C701AE5FF}"/>
              </a:ext>
            </a:extLst>
          </p:cNvPr>
          <p:cNvGraphicFramePr>
            <a:graphicFrameLocks noGrp="1"/>
          </p:cNvGraphicFramePr>
          <p:nvPr/>
        </p:nvGraphicFramePr>
        <p:xfrm>
          <a:off x="5039303" y="2527738"/>
          <a:ext cx="1677072" cy="1512041"/>
        </p:xfrm>
        <a:graphic>
          <a:graphicData uri="http://schemas.openxmlformats.org/drawingml/2006/table">
            <a:tbl>
              <a:tblPr lastRow="1"/>
              <a:tblGrid>
                <a:gridCol w="1055697">
                  <a:extLst>
                    <a:ext uri="{9D8B030D-6E8A-4147-A177-3AD203B41FA5}">
                      <a16:colId xmlns:a16="http://schemas.microsoft.com/office/drawing/2014/main" val="3274373107"/>
                    </a:ext>
                  </a:extLst>
                </a:gridCol>
                <a:gridCol w="621375">
                  <a:extLst>
                    <a:ext uri="{9D8B030D-6E8A-4147-A177-3AD203B41FA5}">
                      <a16:colId xmlns:a16="http://schemas.microsoft.com/office/drawing/2014/main" val="666197702"/>
                    </a:ext>
                  </a:extLst>
                </a:gridCol>
              </a:tblGrid>
              <a:tr h="282727">
                <a:tc gridSpan="2">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altLang="zh-CN" sz="600" b="1" i="0" u="none" strike="noStrike" noProof="0">
                          <a:solidFill>
                            <a:srgbClr val="08312A"/>
                          </a:solidFill>
                          <a:effectLst/>
                          <a:latin typeface="Arial" panose="020B0604020202020204" pitchFamily="34" charset="0"/>
                          <a:cs typeface="Arial" panose="020B0604020202020204" pitchFamily="34" charset="0"/>
                        </a:rPr>
                        <a:t>Peak Year Assumption</a:t>
                      </a:r>
                    </a:p>
                  </a:txBody>
                  <a:tcPr marL="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altLang="zh-CN" sz="700" b="1" i="0" u="none" strike="noStrike" noProof="0">
                          <a:solidFill>
                            <a:schemeClr val="tx1"/>
                          </a:solidFill>
                          <a:effectLst/>
                          <a:latin typeface="Arial" panose="020B0604020202020204" pitchFamily="34" charset="0"/>
                          <a:cs typeface="Arial" panose="020B0604020202020204" pitchFamily="34" charset="0"/>
                        </a:rPr>
                        <a:t>Peak</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804821"/>
                  </a:ext>
                </a:extLst>
              </a:tr>
              <a:tr h="187445">
                <a:tc>
                  <a:txBody>
                    <a:bodyPr/>
                    <a:lstStyle/>
                    <a:p>
                      <a:pPr marL="36000" algn="ctr" fontAlgn="ctr"/>
                      <a:r>
                        <a:rPr lang="en-US" sz="600" b="1" i="1" u="sng" strike="noStrike" kern="1200" noProof="0">
                          <a:solidFill>
                            <a:srgbClr val="08312A"/>
                          </a:solidFill>
                          <a:effectLst/>
                          <a:latin typeface="Arial" panose="020B0604020202020204" pitchFamily="34" charset="0"/>
                          <a:ea typeface="+mn-ea"/>
                          <a:cs typeface="Arial" panose="020B0604020202020204" pitchFamily="34" charset="0"/>
                        </a:rPr>
                        <a:t>Year</a:t>
                      </a:r>
                    </a:p>
                  </a:txBody>
                  <a:tcPr marL="20713" marR="20713" marT="20713" marB="20713" anchor="ctr">
                    <a:lnL w="6350"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tc>
                  <a:txBody>
                    <a:bodyPr/>
                    <a:lstStyle/>
                    <a:p>
                      <a:pPr algn="ctr" fontAlgn="ctr"/>
                      <a:r>
                        <a:rPr lang="en-US" altLang="zh-CN" sz="600" b="0" i="0" u="none" strike="noStrike" noProof="0">
                          <a:solidFill>
                            <a:srgbClr val="08312A"/>
                          </a:solidFill>
                          <a:effectLst/>
                          <a:latin typeface="Arial" panose="020B0604020202020204" pitchFamily="34" charset="0"/>
                          <a:cs typeface="Arial" panose="020B0604020202020204" pitchFamily="34" charset="0"/>
                        </a:rPr>
                        <a:t>2032</a:t>
                      </a:r>
                    </a:p>
                  </a:txBody>
                  <a:tcPr marL="0" marR="0" marT="0" marB="0" anchor="ctr">
                    <a:lnL w="9525" cap="flat" cmpd="sng" algn="ctr">
                      <a:solidFill>
                        <a:schemeClr val="accent1"/>
                      </a:solid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extLst>
                  <a:ext uri="{0D108BD9-81ED-4DB2-BD59-A6C34878D82A}">
                    <a16:rowId xmlns:a16="http://schemas.microsoft.com/office/drawing/2014/main" val="3001347500"/>
                  </a:ext>
                </a:extLst>
              </a:tr>
              <a:tr h="206619">
                <a:tc>
                  <a:txBody>
                    <a:bodyPr/>
                    <a:lstStyle/>
                    <a:p>
                      <a:pPr marL="36000" algn="ctr" defTabSz="1219170" rtl="0" eaLnBrk="1" fontAlgn="ctr" latinLnBrk="0" hangingPunct="1"/>
                      <a:r>
                        <a:rPr lang="en-US" sz="600" b="1" i="0" u="none" strike="noStrike" kern="1200" noProof="0">
                          <a:solidFill>
                            <a:srgbClr val="08312A"/>
                          </a:solidFill>
                          <a:effectLst/>
                          <a:latin typeface="Arial" panose="020B0604020202020204" pitchFamily="34" charset="0"/>
                          <a:ea typeface="+mn-ea"/>
                          <a:cs typeface="Arial" panose="020B0604020202020204" pitchFamily="34" charset="0"/>
                        </a:rPr>
                        <a:t>Eligible patient number</a:t>
                      </a:r>
                    </a:p>
                  </a:txBody>
                  <a:tcPr marL="20713" marR="20713" marT="20713" marB="20713" anchor="ctr">
                    <a:lnL w="6350"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600" b="0" i="0" u="none" strike="noStrike">
                          <a:solidFill>
                            <a:srgbClr val="08312A"/>
                          </a:solidFill>
                          <a:effectLst/>
                          <a:latin typeface="Arial" panose="020B0604020202020204" pitchFamily="34" charset="0"/>
                          <a:ea typeface="等线" panose="02010600030101010101" pitchFamily="2" charset="-122"/>
                          <a:cs typeface="Arial" panose="020B0604020202020204" pitchFamily="34" charset="0"/>
                        </a:rPr>
                        <a:t>39</a:t>
                      </a:r>
                    </a:p>
                  </a:txBody>
                  <a:tcPr marL="0" marR="0" marT="0" marB="0" anchor="ctr">
                    <a:lnL w="9525"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5006003"/>
                  </a:ext>
                </a:extLst>
              </a:tr>
              <a:tr h="246755">
                <a:tc>
                  <a:txBody>
                    <a:bodyPr/>
                    <a:lstStyle/>
                    <a:p>
                      <a:pPr marL="36000" marR="0" lvl="0" indent="0" algn="ctr" defTabSz="1219170" rtl="0" eaLnBrk="1" fontAlgn="ctr" latinLnBrk="0" hangingPunct="1">
                        <a:lnSpc>
                          <a:spcPct val="100000"/>
                        </a:lnSpc>
                        <a:spcBef>
                          <a:spcPts val="0"/>
                        </a:spcBef>
                        <a:spcAft>
                          <a:spcPts val="0"/>
                        </a:spcAft>
                        <a:buClrTx/>
                        <a:buSzTx/>
                        <a:buFontTx/>
                        <a:buNone/>
                        <a:tabLst/>
                        <a:defRPr/>
                      </a:pPr>
                      <a:r>
                        <a:rPr lang="en-US" altLang="zh-CN" sz="600" b="1" i="0" u="none" strike="noStrike" kern="1200" noProof="0">
                          <a:solidFill>
                            <a:srgbClr val="08312A"/>
                          </a:solidFill>
                          <a:effectLst/>
                          <a:latin typeface="Arial" panose="020B0604020202020204" pitchFamily="34" charset="0"/>
                          <a:ea typeface="+mn-ea"/>
                          <a:cs typeface="Arial" panose="020B0604020202020204" pitchFamily="34" charset="0"/>
                        </a:rPr>
                        <a:t>Market share</a:t>
                      </a:r>
                    </a:p>
                  </a:txBody>
                  <a:tcPr marL="20713" marR="20713" marT="20713" marB="20713" anchor="ctr">
                    <a:lnL w="6350"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tc>
                  <a:txBody>
                    <a:bodyPr/>
                    <a:lstStyle/>
                    <a:p>
                      <a:pPr marL="0" algn="ctr" defTabSz="1219170" rtl="0" eaLnBrk="1" fontAlgn="ctr" latinLnBrk="0" hangingPunct="1"/>
                      <a:r>
                        <a:rPr lang="en-US" altLang="zh-CN" sz="600" b="1" i="0" u="none" strike="noStrike" kern="1200">
                          <a:solidFill>
                            <a:srgbClr val="08312A"/>
                          </a:solidFill>
                          <a:effectLst/>
                          <a:latin typeface="Arial" panose="020B0604020202020204" pitchFamily="34" charset="0"/>
                          <a:ea typeface="+mn-ea"/>
                          <a:cs typeface="Arial" panose="020B0604020202020204" pitchFamily="34" charset="0"/>
                        </a:rPr>
                        <a:t>100%</a:t>
                      </a:r>
                    </a:p>
                  </a:txBody>
                  <a:tcPr marL="0" marR="0" marT="0" marB="0" anchor="ctr">
                    <a:lnL w="9525"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extLst>
                  <a:ext uri="{0D108BD9-81ED-4DB2-BD59-A6C34878D82A}">
                    <a16:rowId xmlns:a16="http://schemas.microsoft.com/office/drawing/2014/main" val="1012967744"/>
                  </a:ext>
                </a:extLst>
              </a:tr>
              <a:tr h="203963">
                <a:tc>
                  <a:txBody>
                    <a:bodyPr/>
                    <a:lstStyle/>
                    <a:p>
                      <a:pPr marL="36000" marR="0" lvl="0" indent="0" algn="ctr" defTabSz="1219170" rtl="0" eaLnBrk="1" fontAlgn="ctr" latinLnBrk="0" hangingPunct="1">
                        <a:lnSpc>
                          <a:spcPct val="100000"/>
                        </a:lnSpc>
                        <a:spcBef>
                          <a:spcPts val="0"/>
                        </a:spcBef>
                        <a:spcAft>
                          <a:spcPts val="0"/>
                        </a:spcAft>
                        <a:buClrTx/>
                        <a:buSzTx/>
                        <a:buFontTx/>
                        <a:buNone/>
                        <a:tabLst/>
                        <a:defRPr/>
                      </a:pPr>
                      <a:r>
                        <a:rPr lang="en-US" altLang="zh-CN" sz="600" b="1" i="0" u="none" strike="noStrike" kern="1200" noProof="0">
                          <a:solidFill>
                            <a:srgbClr val="08312A"/>
                          </a:solidFill>
                          <a:effectLst/>
                          <a:latin typeface="Arial" panose="020B0604020202020204" pitchFamily="34" charset="0"/>
                          <a:ea typeface="+mn-ea"/>
                          <a:cs typeface="Arial" panose="020B0604020202020204" pitchFamily="34" charset="0"/>
                        </a:rPr>
                        <a:t>Compliance rate</a:t>
                      </a:r>
                    </a:p>
                  </a:txBody>
                  <a:tcPr marL="20713" marR="20713" marT="20713" marB="20713" anchor="ctr">
                    <a:lnL w="6350"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tc>
                  <a:txBody>
                    <a:bodyPr/>
                    <a:lstStyle/>
                    <a:p>
                      <a:pPr marL="0" marR="0" lvl="0" indent="0" algn="ctr" defTabSz="1219170" rtl="0" eaLnBrk="1" fontAlgn="ctr" latinLnBrk="0" hangingPunct="1">
                        <a:lnSpc>
                          <a:spcPct val="100000"/>
                        </a:lnSpc>
                        <a:spcBef>
                          <a:spcPts val="0"/>
                        </a:spcBef>
                        <a:spcAft>
                          <a:spcPts val="0"/>
                        </a:spcAft>
                        <a:buClrTx/>
                        <a:buSzTx/>
                        <a:buFontTx/>
                        <a:buNone/>
                        <a:tabLst/>
                        <a:defRPr/>
                      </a:pPr>
                      <a:r>
                        <a:rPr lang="en-US" altLang="zh-CN" sz="600" b="0" i="0" u="none" strike="noStrike" kern="1200">
                          <a:solidFill>
                            <a:srgbClr val="08312A"/>
                          </a:solidFill>
                          <a:effectLst/>
                          <a:latin typeface="Arial" panose="020B0604020202020204" pitchFamily="34" charset="0"/>
                          <a:ea typeface="+mn-ea"/>
                          <a:cs typeface="Arial" panose="020B0604020202020204" pitchFamily="34" charset="0"/>
                        </a:rPr>
                        <a:t>82%</a:t>
                      </a:r>
                    </a:p>
                  </a:txBody>
                  <a:tcPr marL="0" marR="0" marT="0" marB="0" anchor="ctr">
                    <a:lnL w="9525"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extLst>
                  <a:ext uri="{0D108BD9-81ED-4DB2-BD59-A6C34878D82A}">
                    <a16:rowId xmlns:a16="http://schemas.microsoft.com/office/drawing/2014/main" val="3847777949"/>
                  </a:ext>
                </a:extLst>
              </a:tr>
              <a:tr h="206619">
                <a:tc>
                  <a:txBody>
                    <a:bodyPr/>
                    <a:lstStyle/>
                    <a:p>
                      <a:pPr marL="36000" algn="ctr" defTabSz="1219170" rtl="0" eaLnBrk="1" fontAlgn="ctr" latinLnBrk="0" hangingPunct="1"/>
                      <a:r>
                        <a:rPr lang="en-US" sz="600" b="1" i="0" u="none" strike="noStrike" kern="1200" noProof="0">
                          <a:solidFill>
                            <a:srgbClr val="08312A"/>
                          </a:solidFill>
                          <a:effectLst/>
                          <a:latin typeface="Arial" panose="020B0604020202020204" pitchFamily="34" charset="0"/>
                          <a:ea typeface="+mn-ea"/>
                          <a:cs typeface="Arial" panose="020B0604020202020204" pitchFamily="34" charset="0"/>
                        </a:rPr>
                        <a:t>Net price (EUR/</a:t>
                      </a:r>
                      <a:r>
                        <a:rPr lang="en-US" altLang="zh-CN" sz="600" b="1" i="0" u="none" strike="noStrike" kern="1200" noProof="0">
                          <a:solidFill>
                            <a:srgbClr val="08312A"/>
                          </a:solidFill>
                          <a:effectLst/>
                          <a:latin typeface="Arial" panose="020B0604020202020204" pitchFamily="34" charset="0"/>
                          <a:ea typeface="+mn-ea"/>
                          <a:cs typeface="Arial" panose="020B0604020202020204" pitchFamily="34" charset="0"/>
                        </a:rPr>
                        <a:t>day</a:t>
                      </a:r>
                      <a:r>
                        <a:rPr lang="en-US" sz="600" b="1" i="0" u="none" strike="noStrike" kern="1200" noProof="0">
                          <a:solidFill>
                            <a:srgbClr val="08312A"/>
                          </a:solidFill>
                          <a:effectLst/>
                          <a:latin typeface="Arial" panose="020B0604020202020204" pitchFamily="34" charset="0"/>
                          <a:ea typeface="+mn-ea"/>
                          <a:cs typeface="Arial" panose="020B0604020202020204" pitchFamily="34" charset="0"/>
                        </a:rPr>
                        <a:t>)</a:t>
                      </a:r>
                    </a:p>
                  </a:txBody>
                  <a:tcPr marL="20713" marR="20713" marT="20713" marB="20713" anchor="ctr">
                    <a:lnL w="6350" cap="flat" cmpd="sng" algn="ctr">
                      <a:noFill/>
                      <a:prstDash val="solid"/>
                      <a:round/>
                      <a:headEnd type="none" w="med" len="med"/>
                      <a:tailEnd type="none" w="med" len="med"/>
                    </a:lnL>
                    <a:lnR w="6350" cap="flat" cmpd="sng" algn="ctr">
                      <a:solidFill>
                        <a:schemeClr val="accent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tc>
                  <a:txBody>
                    <a:bodyPr/>
                    <a:lstStyle/>
                    <a:p>
                      <a:pPr marL="0" algn="ctr" defTabSz="1219170" rtl="0" eaLnBrk="1" fontAlgn="ctr" latinLnBrk="0" hangingPunct="1"/>
                      <a:r>
                        <a:rPr lang="en-US" altLang="zh-CN" sz="600" b="0" i="0" u="none" strike="noStrike">
                          <a:solidFill>
                            <a:srgbClr val="08312A"/>
                          </a:solidFill>
                          <a:effectLst/>
                          <a:latin typeface="Arial" panose="020B0604020202020204" pitchFamily="34" charset="0"/>
                          <a:ea typeface="等线" panose="02010600030101010101" pitchFamily="2" charset="-122"/>
                          <a:cs typeface="Arial" panose="020B0604020202020204" pitchFamily="34" charset="0"/>
                        </a:rPr>
                        <a:t>20.7</a:t>
                      </a:r>
                      <a:endParaRPr lang="en-US" altLang="zh-CN" sz="600" b="0" i="0" u="none" strike="noStrike" kern="1200">
                        <a:solidFill>
                          <a:srgbClr val="08312A"/>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C7FFE5"/>
                    </a:solidFill>
                  </a:tcPr>
                </a:tc>
                <a:extLst>
                  <a:ext uri="{0D108BD9-81ED-4DB2-BD59-A6C34878D82A}">
                    <a16:rowId xmlns:a16="http://schemas.microsoft.com/office/drawing/2014/main" val="1297266183"/>
                  </a:ext>
                </a:extLst>
              </a:tr>
              <a:tr h="177913">
                <a:tc>
                  <a:txBody>
                    <a:bodyPr/>
                    <a:lstStyle/>
                    <a:p>
                      <a:pPr marL="36000" algn="ctr" defTabSz="1219170" rtl="0" eaLnBrk="1" fontAlgn="ctr" latinLnBrk="0" hangingPunct="1"/>
                      <a:r>
                        <a:rPr lang="en-US" sz="600" b="1" i="0" u="none" strike="noStrike" kern="1200" noProof="0">
                          <a:solidFill>
                            <a:srgbClr val="08312A"/>
                          </a:solidFill>
                          <a:effectLst/>
                          <a:latin typeface="Arial" panose="020B0604020202020204" pitchFamily="34" charset="0"/>
                          <a:ea typeface="+mn-ea"/>
                          <a:cs typeface="Arial" panose="020B0604020202020204" pitchFamily="34" charset="0"/>
                        </a:rPr>
                        <a:t>Net Revenue (K EUR)</a:t>
                      </a:r>
                    </a:p>
                  </a:txBody>
                  <a:tcPr marL="20713" marR="20713" marT="20713" marB="20713" anchor="ctr">
                    <a:lnL w="6350" cap="flat" cmpd="sng" algn="ctr">
                      <a:noFill/>
                      <a:prstDash val="solid"/>
                      <a:round/>
                      <a:headEnd type="none" w="med" len="med"/>
                      <a:tailEnd type="none" w="med" len="med"/>
                    </a:lnL>
                    <a:lnR w="6350" cap="flat" cmpd="sng" algn="ctr">
                      <a:solidFill>
                        <a:schemeClr val="accent1"/>
                      </a:solid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0" hangingPunct="1"/>
                      <a:r>
                        <a:rPr lang="en-US" altLang="zh-CN" sz="600" b="0" i="0" u="none" strike="noStrike" kern="1200">
                          <a:solidFill>
                            <a:srgbClr val="08312A"/>
                          </a:solidFill>
                          <a:effectLst/>
                          <a:latin typeface="Arial" panose="020B0604020202020204" pitchFamily="34" charset="0"/>
                          <a:ea typeface="等线" panose="02010600030101010101" pitchFamily="2" charset="-122"/>
                          <a:cs typeface="Arial" panose="020B0604020202020204" pitchFamily="34" charset="0"/>
                        </a:rPr>
                        <a:t>225</a:t>
                      </a:r>
                    </a:p>
                  </a:txBody>
                  <a:tcPr marL="0" marR="0" marT="0" marB="0" anchor="ctr">
                    <a:lnL w="635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026767"/>
                  </a:ext>
                </a:extLst>
              </a:tr>
            </a:tbl>
          </a:graphicData>
        </a:graphic>
      </p:graphicFrame>
      <p:cxnSp>
        <p:nvCxnSpPr>
          <p:cNvPr id="4" name="直接连接符 3">
            <a:extLst>
              <a:ext uri="{FF2B5EF4-FFF2-40B4-BE49-F238E27FC236}">
                <a16:creationId xmlns:a16="http://schemas.microsoft.com/office/drawing/2014/main" id="{802CAF3D-B905-2CE5-B22D-09A285AA7631}"/>
              </a:ext>
            </a:extLst>
          </p:cNvPr>
          <p:cNvCxnSpPr>
            <a:cxnSpLocks/>
          </p:cNvCxnSpPr>
          <p:nvPr/>
        </p:nvCxnSpPr>
        <p:spPr bwMode="gray">
          <a:xfrm>
            <a:off x="5606775" y="1313009"/>
            <a:ext cx="883387"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直接箭头连接符 8">
            <a:extLst>
              <a:ext uri="{FF2B5EF4-FFF2-40B4-BE49-F238E27FC236}">
                <a16:creationId xmlns:a16="http://schemas.microsoft.com/office/drawing/2014/main" id="{037354DC-DB00-6613-44B1-BA97B838955B}"/>
              </a:ext>
            </a:extLst>
          </p:cNvPr>
          <p:cNvCxnSpPr>
            <a:cxnSpLocks/>
          </p:cNvCxnSpPr>
          <p:nvPr/>
        </p:nvCxnSpPr>
        <p:spPr bwMode="gray">
          <a:xfrm flipV="1">
            <a:off x="6172200" y="1420056"/>
            <a:ext cx="0" cy="6015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5EDD6E84-AD1B-D475-03FF-BF1CC7E52B9F}"/>
              </a:ext>
            </a:extLst>
          </p:cNvPr>
          <p:cNvSpPr/>
          <p:nvPr/>
        </p:nvSpPr>
        <p:spPr bwMode="gray">
          <a:xfrm>
            <a:off x="6338363" y="1582657"/>
            <a:ext cx="2296481" cy="25520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r>
              <a:rPr lang="en-US" altLang="zh-CN" sz="1200">
                <a:solidFill>
                  <a:srgbClr val="08312A"/>
                </a:solidFill>
                <a:latin typeface="Boehringer Forward Text"/>
              </a:rPr>
              <a:t>With potential LOE extension</a:t>
            </a:r>
            <a:endParaRPr lang="zh-CN" altLang="en-US" sz="1200">
              <a:solidFill>
                <a:srgbClr val="08312A"/>
              </a:solidFill>
              <a:latin typeface="Boehringer Forward Text"/>
            </a:endParaRPr>
          </a:p>
        </p:txBody>
      </p:sp>
      <p:sp>
        <p:nvSpPr>
          <p:cNvPr id="14" name="椭圆 13">
            <a:extLst>
              <a:ext uri="{FF2B5EF4-FFF2-40B4-BE49-F238E27FC236}">
                <a16:creationId xmlns:a16="http://schemas.microsoft.com/office/drawing/2014/main" id="{14325EDE-8EED-2932-4C86-19D006CCEB7D}"/>
              </a:ext>
            </a:extLst>
          </p:cNvPr>
          <p:cNvSpPr/>
          <p:nvPr/>
        </p:nvSpPr>
        <p:spPr bwMode="gray">
          <a:xfrm>
            <a:off x="6144131" y="1322348"/>
            <a:ext cx="56138" cy="56138"/>
          </a:xfrm>
          <a:prstGeom prst="ellipse">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lang="zh-CN" altLang="en-US" sz="1200">
              <a:solidFill>
                <a:srgbClr val="08312A"/>
              </a:solidFill>
              <a:latin typeface="Boehringer Forward Text"/>
            </a:endParaRPr>
          </a:p>
        </p:txBody>
      </p:sp>
    </p:spTree>
    <p:extLst>
      <p:ext uri="{BB962C8B-B14F-4D97-AF65-F5344CB8AC3E}">
        <p14:creationId xmlns:p14="http://schemas.microsoft.com/office/powerpoint/2010/main" val="143060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par>
                                <p:cTn id="18" presetID="22" presetClass="entr" presetSubtype="8" fill="hold" nodeType="withEffect">
                                  <p:stCondLst>
                                    <p:cond delay="0"/>
                                  </p:stCondLst>
                                  <p:childTnLst>
                                    <p:set>
                                      <p:cBhvr>
                                        <p:cTn id="19" dur="1" fill="hold">
                                          <p:stCondLst>
                                            <p:cond delay="0"/>
                                          </p:stCondLst>
                                        </p:cTn>
                                        <p:tgtEl>
                                          <p:spTgt spid="371"/>
                                        </p:tgtEl>
                                        <p:attrNameLst>
                                          <p:attrName>style.visibility</p:attrName>
                                        </p:attrNameLst>
                                      </p:cBhvr>
                                      <p:to>
                                        <p:strVal val="visible"/>
                                      </p:to>
                                    </p:set>
                                    <p:animEffect transition="in" filter="wipe(left)">
                                      <p:cBhvr>
                                        <p:cTn id="20" dur="500"/>
                                        <p:tgtEl>
                                          <p:spTgt spid="371"/>
                                        </p:tgtEl>
                                      </p:cBhvr>
                                    </p:animEffect>
                                  </p:childTnLst>
                                </p:cTn>
                              </p:par>
                              <p:par>
                                <p:cTn id="21" presetID="22" presetClass="entr" presetSubtype="8"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par>
                                <p:cTn id="24" presetID="22" presetClass="entr" presetSubtype="8"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p:bldP spid="12"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9573" y="200439"/>
            <a:ext cx="8424863" cy="540000"/>
          </a:xfrm>
        </p:spPr>
        <p:txBody>
          <a:bodyPr anchor="b">
            <a:normAutofit fontScale="90000"/>
          </a:bodyPr>
          <a:lstStyle/>
          <a:p>
            <a:r>
              <a:rPr lang="en-US" altLang="zh-CN" sz="2000" u="sng">
                <a:latin typeface="Calibri" panose="020F0502020204030204" pitchFamily="34" charset="0"/>
                <a:cs typeface="Calibri" panose="020F0502020204030204" pitchFamily="34" charset="0"/>
              </a:rPr>
              <a:t>Ongoing:</a:t>
            </a:r>
            <a:br>
              <a:rPr lang="en-US" altLang="zh-CN" sz="2000">
                <a:latin typeface="Calibri" panose="020F0502020204030204" pitchFamily="34" charset="0"/>
                <a:cs typeface="Calibri" panose="020F0502020204030204" pitchFamily="34" charset="0"/>
              </a:rPr>
            </a:br>
            <a:r>
              <a:rPr lang="en-US" altLang="zh-CN" sz="1800">
                <a:latin typeface="Calibri" panose="020F0502020204030204" pitchFamily="34" charset="0"/>
                <a:cs typeface="Calibri" panose="020F0502020204030204" pitchFamily="34" charset="0"/>
              </a:rPr>
              <a:t>Nintedanib (TKI)1199-0434: </a:t>
            </a:r>
            <a:r>
              <a:rPr lang="en-US" altLang="zh-CN" sz="1600">
                <a:latin typeface="Calibri" panose="020F0502020204030204" pitchFamily="34" charset="0"/>
                <a:cs typeface="Calibri" panose="020F0502020204030204" pitchFamily="34" charset="0"/>
              </a:rPr>
              <a:t>Progressive Fibrosing Interstitial Lung Disease(PF-ILD)</a:t>
            </a:r>
            <a:endParaRPr lang="zh-CN" altLang="en-US" sz="1600">
              <a:latin typeface="Calibri" panose="020F0502020204030204" pitchFamily="34" charset="0"/>
              <a:cs typeface="Calibri" panose="020F0502020204030204" pitchFamily="34" charset="0"/>
            </a:endParaRPr>
          </a:p>
        </p:txBody>
      </p:sp>
      <p:sp>
        <p:nvSpPr>
          <p:cNvPr id="7" name="页脚占位符 6"/>
          <p:cNvSpPr>
            <a:spLocks noGrp="1"/>
          </p:cNvSpPr>
          <p:nvPr>
            <p:ph type="ftr" sz="quarter" idx="19"/>
          </p:nvPr>
        </p:nvSpPr>
        <p:spPr/>
        <p:txBody>
          <a:bodyPr/>
          <a:lstStyle/>
          <a:p>
            <a:pPr algn="ctr" defTabSz="914288">
              <a:spcAft>
                <a:spcPts val="0"/>
              </a:spcAft>
              <a:defRPr/>
            </a:pPr>
            <a:r>
              <a:rPr lang="en-US" sz="800">
                <a:solidFill>
                  <a:srgbClr val="7F7F7F"/>
                </a:solidFill>
                <a:latin typeface="BISans" panose="02000503040000020004" pitchFamily="2" charset="0"/>
              </a:rPr>
              <a:t>Confidential</a:t>
            </a:r>
            <a:endParaRPr lang="en-GB" sz="800">
              <a:solidFill>
                <a:srgbClr val="7F7F7F"/>
              </a:solidFill>
              <a:latin typeface="BISans" panose="02000503040000020004" pitchFamily="2" charset="0"/>
            </a:endParaRPr>
          </a:p>
        </p:txBody>
      </p:sp>
      <p:sp>
        <p:nvSpPr>
          <p:cNvPr id="3" name="Slide Number Placeholder 2"/>
          <p:cNvSpPr>
            <a:spLocks noGrp="1"/>
          </p:cNvSpPr>
          <p:nvPr>
            <p:ph type="sldNum" sz="quarter" idx="20"/>
          </p:nvPr>
        </p:nvSpPr>
        <p:spPr/>
        <p:txBody>
          <a:bodyPr/>
          <a:lstStyle/>
          <a:p>
            <a:pPr defTabSz="914288">
              <a:defRPr/>
            </a:pPr>
            <a:fld id="{143B55C4-4F5A-416B-997D-6CE47EB0A945}" type="slidenum">
              <a:rPr lang="en-GB" sz="800">
                <a:solidFill>
                  <a:srgbClr val="7F7F7F"/>
                </a:solidFill>
                <a:latin typeface="BISans" panose="02000503040000020004" pitchFamily="2" charset="0"/>
              </a:rPr>
              <a:pPr defTabSz="914288">
                <a:defRPr/>
              </a:pPr>
              <a:t>24</a:t>
            </a:fld>
            <a:endParaRPr lang="en-GB" sz="800">
              <a:solidFill>
                <a:srgbClr val="7F7F7F"/>
              </a:solidFill>
              <a:latin typeface="BISans" panose="02000503040000020004" pitchFamily="2" charset="0"/>
            </a:endParaRPr>
          </a:p>
        </p:txBody>
      </p:sp>
      <p:sp>
        <p:nvSpPr>
          <p:cNvPr id="6" name="日期占位符 5"/>
          <p:cNvSpPr>
            <a:spLocks noGrp="1"/>
          </p:cNvSpPr>
          <p:nvPr>
            <p:ph type="dt" sz="half" idx="4294967295"/>
          </p:nvPr>
        </p:nvSpPr>
        <p:spPr>
          <a:xfrm>
            <a:off x="0" y="0"/>
            <a:ext cx="0" cy="0"/>
          </a:xfrm>
        </p:spPr>
        <p:txBody>
          <a:bodyPr/>
          <a:lstStyle/>
          <a:p>
            <a:pPr algn="r" defTabSz="914288">
              <a:defRPr/>
            </a:pPr>
            <a:fld id="{9FB95A4F-5319-43DB-A1EC-FD823FC52440}" type="datetime1">
              <a:rPr lang="en-US" sz="800">
                <a:solidFill>
                  <a:srgbClr val="7F7F7F"/>
                </a:solidFill>
                <a:latin typeface="BISans" panose="02000503040000020004" pitchFamily="2" charset="0"/>
              </a:rPr>
              <a:pPr algn="r" defTabSz="914288">
                <a:defRPr/>
              </a:pPr>
              <a:t>9/11/2024</a:t>
            </a:fld>
            <a:endParaRPr lang="en-GB" sz="800">
              <a:solidFill>
                <a:srgbClr val="7F7F7F"/>
              </a:solidFill>
              <a:latin typeface="BISans" panose="02000503040000020004" pitchFamily="2"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9531" y="1911561"/>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cxnSp>
        <p:nvCxnSpPr>
          <p:cNvPr id="28" name="Straight Connector 27">
            <a:extLst>
              <a:ext uri="{FF2B5EF4-FFF2-40B4-BE49-F238E27FC236}">
                <a16:creationId xmlns:a16="http://schemas.microsoft.com/office/drawing/2014/main" id="{9C165100-0114-4167-8FF0-BFF01B293D04}"/>
              </a:ext>
            </a:extLst>
          </p:cNvPr>
          <p:cNvCxnSpPr>
            <a:cxnSpLocks/>
          </p:cNvCxnSpPr>
          <p:nvPr/>
        </p:nvCxnSpPr>
        <p:spPr bwMode="auto">
          <a:xfrm flipV="1">
            <a:off x="5858687" y="1460637"/>
            <a:ext cx="0" cy="3564120"/>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9"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5512853" y="1332315"/>
            <a:ext cx="546747" cy="12311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912809" y="791611"/>
          <a:ext cx="7944354" cy="522308"/>
        </p:xfrm>
        <a:graphic>
          <a:graphicData uri="http://schemas.openxmlformats.org/drawingml/2006/table">
            <a:tbl>
              <a:tblPr firstRow="1" bandRow="1"/>
              <a:tblGrid>
                <a:gridCol w="441353">
                  <a:extLst>
                    <a:ext uri="{9D8B030D-6E8A-4147-A177-3AD203B41FA5}">
                      <a16:colId xmlns:a16="http://schemas.microsoft.com/office/drawing/2014/main" val="3091663135"/>
                    </a:ext>
                  </a:extLst>
                </a:gridCol>
                <a:gridCol w="441353">
                  <a:extLst>
                    <a:ext uri="{9D8B030D-6E8A-4147-A177-3AD203B41FA5}">
                      <a16:colId xmlns:a16="http://schemas.microsoft.com/office/drawing/2014/main" val="2003423086"/>
                    </a:ext>
                  </a:extLst>
                </a:gridCol>
                <a:gridCol w="441353">
                  <a:extLst>
                    <a:ext uri="{9D8B030D-6E8A-4147-A177-3AD203B41FA5}">
                      <a16:colId xmlns:a16="http://schemas.microsoft.com/office/drawing/2014/main" val="2466911814"/>
                    </a:ext>
                  </a:extLst>
                </a:gridCol>
                <a:gridCol w="441353">
                  <a:extLst>
                    <a:ext uri="{9D8B030D-6E8A-4147-A177-3AD203B41FA5}">
                      <a16:colId xmlns:a16="http://schemas.microsoft.com/office/drawing/2014/main" val="3023231563"/>
                    </a:ext>
                  </a:extLst>
                </a:gridCol>
                <a:gridCol w="441353">
                  <a:extLst>
                    <a:ext uri="{9D8B030D-6E8A-4147-A177-3AD203B41FA5}">
                      <a16:colId xmlns:a16="http://schemas.microsoft.com/office/drawing/2014/main" val="3411862845"/>
                    </a:ext>
                  </a:extLst>
                </a:gridCol>
                <a:gridCol w="441353">
                  <a:extLst>
                    <a:ext uri="{9D8B030D-6E8A-4147-A177-3AD203B41FA5}">
                      <a16:colId xmlns:a16="http://schemas.microsoft.com/office/drawing/2014/main" val="2851474774"/>
                    </a:ext>
                  </a:extLst>
                </a:gridCol>
                <a:gridCol w="441353">
                  <a:extLst>
                    <a:ext uri="{9D8B030D-6E8A-4147-A177-3AD203B41FA5}">
                      <a16:colId xmlns:a16="http://schemas.microsoft.com/office/drawing/2014/main" val="3696607442"/>
                    </a:ext>
                  </a:extLst>
                </a:gridCol>
                <a:gridCol w="441353">
                  <a:extLst>
                    <a:ext uri="{9D8B030D-6E8A-4147-A177-3AD203B41FA5}">
                      <a16:colId xmlns:a16="http://schemas.microsoft.com/office/drawing/2014/main" val="223989776"/>
                    </a:ext>
                  </a:extLst>
                </a:gridCol>
                <a:gridCol w="441353">
                  <a:extLst>
                    <a:ext uri="{9D8B030D-6E8A-4147-A177-3AD203B41FA5}">
                      <a16:colId xmlns:a16="http://schemas.microsoft.com/office/drawing/2014/main" val="124731204"/>
                    </a:ext>
                  </a:extLst>
                </a:gridCol>
                <a:gridCol w="441353">
                  <a:extLst>
                    <a:ext uri="{9D8B030D-6E8A-4147-A177-3AD203B41FA5}">
                      <a16:colId xmlns:a16="http://schemas.microsoft.com/office/drawing/2014/main" val="3066978585"/>
                    </a:ext>
                  </a:extLst>
                </a:gridCol>
                <a:gridCol w="441353">
                  <a:extLst>
                    <a:ext uri="{9D8B030D-6E8A-4147-A177-3AD203B41FA5}">
                      <a16:colId xmlns:a16="http://schemas.microsoft.com/office/drawing/2014/main" val="1064917641"/>
                    </a:ext>
                  </a:extLst>
                </a:gridCol>
                <a:gridCol w="441353">
                  <a:extLst>
                    <a:ext uri="{9D8B030D-6E8A-4147-A177-3AD203B41FA5}">
                      <a16:colId xmlns:a16="http://schemas.microsoft.com/office/drawing/2014/main" val="4221117315"/>
                    </a:ext>
                  </a:extLst>
                </a:gridCol>
                <a:gridCol w="441353">
                  <a:extLst>
                    <a:ext uri="{9D8B030D-6E8A-4147-A177-3AD203B41FA5}">
                      <a16:colId xmlns:a16="http://schemas.microsoft.com/office/drawing/2014/main" val="3266065341"/>
                    </a:ext>
                  </a:extLst>
                </a:gridCol>
                <a:gridCol w="441353">
                  <a:extLst>
                    <a:ext uri="{9D8B030D-6E8A-4147-A177-3AD203B41FA5}">
                      <a16:colId xmlns:a16="http://schemas.microsoft.com/office/drawing/2014/main" val="2374051224"/>
                    </a:ext>
                  </a:extLst>
                </a:gridCol>
                <a:gridCol w="441353">
                  <a:extLst>
                    <a:ext uri="{9D8B030D-6E8A-4147-A177-3AD203B41FA5}">
                      <a16:colId xmlns:a16="http://schemas.microsoft.com/office/drawing/2014/main" val="1840388365"/>
                    </a:ext>
                  </a:extLst>
                </a:gridCol>
                <a:gridCol w="441353">
                  <a:extLst>
                    <a:ext uri="{9D8B030D-6E8A-4147-A177-3AD203B41FA5}">
                      <a16:colId xmlns:a16="http://schemas.microsoft.com/office/drawing/2014/main" val="267750830"/>
                    </a:ext>
                  </a:extLst>
                </a:gridCol>
                <a:gridCol w="441353">
                  <a:extLst>
                    <a:ext uri="{9D8B030D-6E8A-4147-A177-3AD203B41FA5}">
                      <a16:colId xmlns:a16="http://schemas.microsoft.com/office/drawing/2014/main" val="3966469970"/>
                    </a:ext>
                  </a:extLst>
                </a:gridCol>
                <a:gridCol w="441353">
                  <a:extLst>
                    <a:ext uri="{9D8B030D-6E8A-4147-A177-3AD203B41FA5}">
                      <a16:colId xmlns:a16="http://schemas.microsoft.com/office/drawing/2014/main" val="2522973146"/>
                    </a:ext>
                  </a:extLst>
                </a:gridCol>
              </a:tblGrid>
              <a:tr h="202268">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2020</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2021</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2022</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2023</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2024</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en-US" altLang="zh-CN"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en-US" altLang="zh-CN"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h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708307683"/>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chemeClr val="tx1"/>
                          </a:solidFill>
                          <a:latin typeface="Arial" panose="020B0604020202020204" pitchFamily="34" charset="0"/>
                          <a:cs typeface="Arial" panose="020B0604020202020204" pitchFamily="34" charset="0"/>
                        </a:rPr>
                        <a:t>H1</a:t>
                      </a:r>
                      <a:endParaRPr lang="zh-CN" altLang="en-US" sz="800" b="1">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chemeClr val="tx1"/>
                          </a:solidFill>
                          <a:latin typeface="Arial" panose="020B0604020202020204" pitchFamily="34" charset="0"/>
                          <a:cs typeface="Arial" panose="020B0604020202020204" pitchFamily="34" charset="0"/>
                        </a:rPr>
                        <a:t>H2</a:t>
                      </a:r>
                      <a:endParaRPr lang="zh-CN" altLang="en-US" sz="800" b="1">
                        <a:solidFill>
                          <a:schemeClr val="tx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582502" y="943932"/>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51" name="Isosceles Triangle 50"/>
          <p:cNvSpPr/>
          <p:nvPr/>
        </p:nvSpPr>
        <p:spPr>
          <a:xfrm rot="5400000">
            <a:off x="8742369" y="95275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74" name="TextBox 73"/>
          <p:cNvSpPr txBox="1"/>
          <p:nvPr/>
        </p:nvSpPr>
        <p:spPr>
          <a:xfrm>
            <a:off x="293759" y="2439659"/>
            <a:ext cx="464405" cy="12311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PF-ILD</a:t>
            </a:r>
          </a:p>
        </p:txBody>
      </p:sp>
      <p:sp>
        <p:nvSpPr>
          <p:cNvPr id="76" name="Rectangle 75"/>
          <p:cNvSpPr/>
          <p:nvPr/>
        </p:nvSpPr>
        <p:spPr>
          <a:xfrm>
            <a:off x="898133" y="1668937"/>
            <a:ext cx="824265" cy="323165"/>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PF-ILD NDA App</a:t>
            </a:r>
          </a:p>
          <a:p>
            <a:pPr algn="ctr" defTabSz="914288">
              <a:defRPr/>
            </a:pPr>
            <a:r>
              <a:rPr lang="en-US" altLang="zh-CN" sz="750" b="1">
                <a:solidFill>
                  <a:srgbClr val="44546A"/>
                </a:solidFill>
                <a:latin typeface="Calibri" panose="020F0502020204030204" pitchFamily="34" charset="0"/>
                <a:cs typeface="Calibri" panose="020F0502020204030204" pitchFamily="34" charset="0"/>
              </a:rPr>
              <a:t>9 Mar 2020</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0" name="OTLSHAPE_T_e17f3958430f4cff8650518c93c7635e_Shape">
            <a:extLst>
              <a:ext uri="{FF2B5EF4-FFF2-40B4-BE49-F238E27FC236}">
                <a16:creationId xmlns:a16="http://schemas.microsoft.com/office/drawing/2014/main" id="{BB8CA441-CAF3-49DE-9132-10328C7407DA}"/>
              </a:ext>
            </a:extLst>
          </p:cNvPr>
          <p:cNvSpPr/>
          <p:nvPr>
            <p:custDataLst>
              <p:tags r:id="rId2"/>
            </p:custDataLst>
          </p:nvPr>
        </p:nvSpPr>
        <p:spPr bwMode="auto">
          <a:xfrm>
            <a:off x="630558" y="2765512"/>
            <a:ext cx="1087079" cy="203666"/>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650" b="1">
                <a:solidFill>
                  <a:srgbClr val="000000"/>
                </a:solidFill>
                <a:latin typeface="Calibri" panose="020F0502020204030204" pitchFamily="34" charset="0"/>
                <a:cs typeface="Calibri" panose="020F0502020204030204" pitchFamily="34" charset="0"/>
              </a:rPr>
              <a:t>NDA review</a:t>
            </a:r>
            <a:endParaRPr lang="zh-CN" altLang="en-US" sz="650" b="1">
              <a:solidFill>
                <a:srgbClr val="000000"/>
              </a:solidFill>
              <a:latin typeface="Calibri" panose="020F0502020204030204" pitchFamily="34" charset="0"/>
              <a:cs typeface="Calibri" panose="020F0502020204030204" pitchFamily="34" charset="0"/>
            </a:endParaRPr>
          </a:p>
        </p:txBody>
      </p:sp>
      <p:sp>
        <p:nvSpPr>
          <p:cNvPr id="101" name="Rectangle 37"/>
          <p:cNvSpPr/>
          <p:nvPr/>
        </p:nvSpPr>
        <p:spPr>
          <a:xfrm>
            <a:off x="366898" y="2546224"/>
            <a:ext cx="61908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9 Dec 2019</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2" name="OTLSHAPE_M_39ea6ebc19a94c9fab6ef5006c31df58_Shape">
            <a:extLst>
              <a:ext uri="{FF2B5EF4-FFF2-40B4-BE49-F238E27FC236}">
                <a16:creationId xmlns:a16="http://schemas.microsoft.com/office/drawing/2014/main" id="{A0625694-4FCE-4EE7-92E6-C9D58783651F}"/>
              </a:ext>
            </a:extLst>
          </p:cNvPr>
          <p:cNvSpPr/>
          <p:nvPr>
            <p:custDataLst>
              <p:tags r:id="rId3"/>
            </p:custDataLst>
          </p:nvPr>
        </p:nvSpPr>
        <p:spPr bwMode="auto">
          <a:xfrm rot="16200000">
            <a:off x="624807" y="2889676"/>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sz="2700">
              <a:solidFill>
                <a:srgbClr val="000000"/>
              </a:solidFill>
              <a:latin typeface="Calibri" panose="020F0502020204030204" pitchFamily="34" charset="0"/>
              <a:cs typeface="Calibri" panose="020F0502020204030204" pitchFamily="34" charset="0"/>
            </a:endParaRPr>
          </a:p>
        </p:txBody>
      </p:sp>
      <p:sp>
        <p:nvSpPr>
          <p:cNvPr id="103" name="五角星 55"/>
          <p:cNvSpPr>
            <a:spLocks noChangeAspect="1"/>
          </p:cNvSpPr>
          <p:nvPr/>
        </p:nvSpPr>
        <p:spPr bwMode="auto">
          <a:xfrm>
            <a:off x="1664061" y="2895329"/>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Opti"/>
            </a:endParaRPr>
          </a:p>
        </p:txBody>
      </p:sp>
      <p:grpSp>
        <p:nvGrpSpPr>
          <p:cNvPr id="5" name="组合 4">
            <a:extLst>
              <a:ext uri="{FF2B5EF4-FFF2-40B4-BE49-F238E27FC236}">
                <a16:creationId xmlns:a16="http://schemas.microsoft.com/office/drawing/2014/main" id="{553906EC-F163-4613-84D2-33B52FA87211}"/>
              </a:ext>
            </a:extLst>
          </p:cNvPr>
          <p:cNvGrpSpPr/>
          <p:nvPr/>
        </p:nvGrpSpPr>
        <p:grpSpPr>
          <a:xfrm>
            <a:off x="408377" y="2996198"/>
            <a:ext cx="1591453" cy="216299"/>
            <a:chOff x="407774" y="2925750"/>
            <a:chExt cx="1591450" cy="216298"/>
          </a:xfrm>
        </p:grpSpPr>
        <p:sp>
          <p:nvSpPr>
            <p:cNvPr id="104" name="Rectangle 37"/>
            <p:cNvSpPr/>
            <p:nvPr/>
          </p:nvSpPr>
          <p:spPr>
            <a:xfrm>
              <a:off x="1449074" y="2925750"/>
              <a:ext cx="550150" cy="207748"/>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NDA App</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5" name="Rectangle 37"/>
            <p:cNvSpPr/>
            <p:nvPr/>
          </p:nvSpPr>
          <p:spPr>
            <a:xfrm>
              <a:off x="407774" y="2934300"/>
              <a:ext cx="537327" cy="207748"/>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NDA Sub</a:t>
              </a:r>
              <a:endParaRPr lang="zh-CN" altLang="en-US" sz="750" b="1">
                <a:solidFill>
                  <a:srgbClr val="44546A"/>
                </a:solidFill>
                <a:latin typeface="Calibri" panose="020F0502020204030204" pitchFamily="34" charset="0"/>
                <a:cs typeface="Calibri" panose="020F0502020204030204" pitchFamily="34" charset="0"/>
              </a:endParaRPr>
            </a:p>
          </p:txBody>
        </p:sp>
      </p:grpSp>
      <p:sp>
        <p:nvSpPr>
          <p:cNvPr id="106" name="Rectangle 37"/>
          <p:cNvSpPr/>
          <p:nvPr/>
        </p:nvSpPr>
        <p:spPr>
          <a:xfrm>
            <a:off x="1336477" y="2557765"/>
            <a:ext cx="723276"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15</a:t>
            </a:r>
            <a:r>
              <a:rPr lang="en-US" altLang="zh-CN" sz="750" b="1" baseline="30000">
                <a:solidFill>
                  <a:srgbClr val="44546A"/>
                </a:solidFill>
                <a:latin typeface="Calibri" panose="020F0502020204030204" pitchFamily="34" charset="0"/>
                <a:cs typeface="Calibri" panose="020F0502020204030204" pitchFamily="34" charset="0"/>
              </a:rPr>
              <a:t>th</a:t>
            </a:r>
            <a:r>
              <a:rPr lang="en-US" altLang="zh-CN" sz="750" b="1">
                <a:solidFill>
                  <a:srgbClr val="44546A"/>
                </a:solidFill>
                <a:latin typeface="Calibri" panose="020F0502020204030204" pitchFamily="34" charset="0"/>
                <a:cs typeface="Calibri" panose="020F0502020204030204" pitchFamily="34" charset="0"/>
              </a:rPr>
              <a:t> Dec 2020</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55" name="Freeform: Shape 152">
            <a:extLst>
              <a:ext uri="{FF2B5EF4-FFF2-40B4-BE49-F238E27FC236}">
                <a16:creationId xmlns:a16="http://schemas.microsoft.com/office/drawing/2014/main" id="{808EC121-D3B7-4E05-908F-C8EFBD0CB71E}"/>
              </a:ext>
            </a:extLst>
          </p:cNvPr>
          <p:cNvSpPr/>
          <p:nvPr/>
        </p:nvSpPr>
        <p:spPr bwMode="auto">
          <a:xfrm>
            <a:off x="10907" y="2106753"/>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defTabSz="914288" eaLnBrk="0" fontAlgn="base" hangingPunct="0">
              <a:spcBef>
                <a:spcPct val="0"/>
              </a:spcBef>
              <a:spcAft>
                <a:spcPct val="0"/>
              </a:spcAft>
              <a:defRPr/>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56" name="Oval 134">
            <a:extLst>
              <a:ext uri="{FF2B5EF4-FFF2-40B4-BE49-F238E27FC236}">
                <a16:creationId xmlns:a16="http://schemas.microsoft.com/office/drawing/2014/main" id="{FEFADB89-8F35-407D-93F6-37544172D655}"/>
              </a:ext>
            </a:extLst>
          </p:cNvPr>
          <p:cNvSpPr/>
          <p:nvPr/>
        </p:nvSpPr>
        <p:spPr>
          <a:xfrm>
            <a:off x="-963" y="2034498"/>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288">
              <a:defRPr/>
            </a:pPr>
            <a:endParaRPr lang="en-US" sz="1050" err="1">
              <a:solidFill>
                <a:srgbClr val="FFFFFF"/>
              </a:solidFill>
              <a:latin typeface="BISans" panose="02000503040000020004"/>
            </a:endParaRPr>
          </a:p>
        </p:txBody>
      </p:sp>
      <p:sp>
        <p:nvSpPr>
          <p:cNvPr id="57" name="Rectangle: Rounded Corners 116">
            <a:extLst>
              <a:ext uri="{FF2B5EF4-FFF2-40B4-BE49-F238E27FC236}">
                <a16:creationId xmlns:a16="http://schemas.microsoft.com/office/drawing/2014/main" id="{07FF067D-CE54-4150-AA18-A64493FAA508}"/>
              </a:ext>
            </a:extLst>
          </p:cNvPr>
          <p:cNvSpPr/>
          <p:nvPr/>
        </p:nvSpPr>
        <p:spPr bwMode="auto">
          <a:xfrm>
            <a:off x="771153" y="2072337"/>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825" b="1" kern="0">
              <a:solidFill>
                <a:srgbClr val="FFFFFF"/>
              </a:solidFill>
              <a:latin typeface="BISans" panose="02000503040000020004"/>
              <a:cs typeface="Calibri" panose="020F0502020204030204" pitchFamily="34" charset="0"/>
            </a:endParaRPr>
          </a:p>
        </p:txBody>
      </p:sp>
      <p:pic>
        <p:nvPicPr>
          <p:cNvPr id="58"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04" y="2061660"/>
            <a:ext cx="281099" cy="2810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17"/>
          <a:stretch>
            <a:fillRect/>
          </a:stretch>
        </p:blipFill>
        <p:spPr>
          <a:xfrm>
            <a:off x="-58346" y="968023"/>
            <a:ext cx="859611" cy="420660"/>
          </a:xfrm>
          <a:prstGeom prst="rect">
            <a:avLst/>
          </a:prstGeom>
        </p:spPr>
      </p:pic>
      <p:sp>
        <p:nvSpPr>
          <p:cNvPr id="63" name="五角星 55"/>
          <p:cNvSpPr>
            <a:spLocks noChangeAspect="1"/>
          </p:cNvSpPr>
          <p:nvPr/>
        </p:nvSpPr>
        <p:spPr bwMode="auto">
          <a:xfrm>
            <a:off x="983655" y="1585670"/>
            <a:ext cx="109594" cy="9636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Opti"/>
            </a:endParaRPr>
          </a:p>
        </p:txBody>
      </p:sp>
      <p:sp>
        <p:nvSpPr>
          <p:cNvPr id="68" name="TextBox 73">
            <a:extLst>
              <a:ext uri="{FF2B5EF4-FFF2-40B4-BE49-F238E27FC236}">
                <a16:creationId xmlns:a16="http://schemas.microsoft.com/office/drawing/2014/main" id="{06661277-A480-49FF-8469-1ED1F454BD23}"/>
              </a:ext>
            </a:extLst>
          </p:cNvPr>
          <p:cNvSpPr txBox="1"/>
          <p:nvPr/>
        </p:nvSpPr>
        <p:spPr>
          <a:xfrm>
            <a:off x="293759" y="1460638"/>
            <a:ext cx="464405" cy="12311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PF-ILD</a:t>
            </a:r>
          </a:p>
        </p:txBody>
      </p:sp>
      <p:sp>
        <p:nvSpPr>
          <p:cNvPr id="46" name="Rectangle 45">
            <a:extLst>
              <a:ext uri="{FF2B5EF4-FFF2-40B4-BE49-F238E27FC236}">
                <a16:creationId xmlns:a16="http://schemas.microsoft.com/office/drawing/2014/main" id="{C8B1B271-A980-4693-87A1-2646CE0EF09E}"/>
              </a:ext>
            </a:extLst>
          </p:cNvPr>
          <p:cNvSpPr/>
          <p:nvPr/>
        </p:nvSpPr>
        <p:spPr>
          <a:xfrm>
            <a:off x="2285480" y="2962954"/>
            <a:ext cx="453970" cy="207749"/>
          </a:xfrm>
          <a:prstGeom prst="rect">
            <a:avLst/>
          </a:prstGeom>
        </p:spPr>
        <p:txBody>
          <a:bodyPr wrap="none" lIns="91440" tIns="45720" rIns="91440" bIns="45720" anchor="t">
            <a:spAutoFit/>
          </a:bodyPr>
          <a:lstStyle/>
          <a:p>
            <a:pPr algn="ctr" defTabSz="914288">
              <a:defRPr/>
            </a:pPr>
            <a:r>
              <a:rPr lang="en-US" altLang="zh-CN" sz="750" b="1">
                <a:solidFill>
                  <a:srgbClr val="44546A"/>
                </a:solidFill>
                <a:latin typeface="Calibri"/>
                <a:cs typeface="Calibri"/>
              </a:rPr>
              <a:t>1st SIV</a:t>
            </a:r>
            <a:endParaRPr lang="en-US" altLang="zh-CN" sz="750" b="1">
              <a:solidFill>
                <a:srgbClr val="44546A"/>
              </a:solidFill>
              <a:latin typeface="Calibri" panose="020F0502020204030204" pitchFamily="34" charset="0"/>
              <a:cs typeface="Calibri" panose="020F0502020204030204" pitchFamily="34" charset="0"/>
            </a:endParaRPr>
          </a:p>
        </p:txBody>
      </p:sp>
      <p:sp>
        <p:nvSpPr>
          <p:cNvPr id="47" name="Star: 4 Points 143">
            <a:extLst>
              <a:ext uri="{FF2B5EF4-FFF2-40B4-BE49-F238E27FC236}">
                <a16:creationId xmlns:a16="http://schemas.microsoft.com/office/drawing/2014/main" id="{38C878ED-7D50-4414-952C-D62EA933AAEC}"/>
              </a:ext>
            </a:extLst>
          </p:cNvPr>
          <p:cNvSpPr/>
          <p:nvPr/>
        </p:nvSpPr>
        <p:spPr bwMode="auto">
          <a:xfrm>
            <a:off x="2443333" y="288134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B6ED3B7D-1686-4AD8-8AD7-480CF0A6E4B6}"/>
              </a:ext>
            </a:extLst>
          </p:cNvPr>
          <p:cNvSpPr/>
          <p:nvPr/>
        </p:nvSpPr>
        <p:spPr>
          <a:xfrm>
            <a:off x="5819630" y="2950765"/>
            <a:ext cx="405557"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LPO</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1" name="OTLSHAPE_T_e17f3958430f4cff8650518c93c7635e_Shape">
            <a:extLst>
              <a:ext uri="{FF2B5EF4-FFF2-40B4-BE49-F238E27FC236}">
                <a16:creationId xmlns:a16="http://schemas.microsoft.com/office/drawing/2014/main" id="{5B18D90B-64FC-4253-99CE-234990238DE9}"/>
              </a:ext>
            </a:extLst>
          </p:cNvPr>
          <p:cNvSpPr/>
          <p:nvPr>
            <p:custDataLst>
              <p:tags r:id="rId4"/>
            </p:custDataLst>
          </p:nvPr>
        </p:nvSpPr>
        <p:spPr bwMode="auto">
          <a:xfrm>
            <a:off x="2519203" y="2730890"/>
            <a:ext cx="3559898" cy="22454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288" eaLnBrk="0" fontAlgn="base" hangingPunct="0">
              <a:spcBef>
                <a:spcPct val="0"/>
              </a:spcBef>
              <a:spcAft>
                <a:spcPct val="0"/>
              </a:spcAft>
              <a:defRPr/>
            </a:pPr>
            <a:r>
              <a:rPr lang="en-US" altLang="zh-CN" sz="750" b="1">
                <a:solidFill>
                  <a:srgbClr val="000000"/>
                </a:solidFill>
                <a:latin typeface="Calibri" panose="020F0502020204030204" pitchFamily="34" charset="0"/>
                <a:cs typeface="Calibri" panose="020F0502020204030204" pitchFamily="34" charset="0"/>
              </a:rPr>
              <a:t>PAC Study</a:t>
            </a:r>
            <a:endParaRPr lang="zh-CN" altLang="en-US" sz="750" b="1">
              <a:solidFill>
                <a:srgbClr val="000000"/>
              </a:solidFill>
              <a:latin typeface="Calibri" panose="020F0502020204030204" pitchFamily="34" charset="0"/>
              <a:cs typeface="Calibri" panose="020F0502020204030204" pitchFamily="34" charset="0"/>
            </a:endParaRPr>
          </a:p>
        </p:txBody>
      </p:sp>
      <p:sp>
        <p:nvSpPr>
          <p:cNvPr id="72" name="OTLSHAPE_T_e17f3958430f4cff8650518c93c7635e_StartDate">
            <a:extLst>
              <a:ext uri="{FF2B5EF4-FFF2-40B4-BE49-F238E27FC236}">
                <a16:creationId xmlns:a16="http://schemas.microsoft.com/office/drawing/2014/main" id="{3493761D-257B-427D-BFF2-3CF998F85365}"/>
              </a:ext>
            </a:extLst>
          </p:cNvPr>
          <p:cNvSpPr txBox="1"/>
          <p:nvPr>
            <p:custDataLst>
              <p:tags r:id="rId5"/>
            </p:custDataLst>
          </p:nvPr>
        </p:nvSpPr>
        <p:spPr>
          <a:xfrm>
            <a:off x="2263221" y="2592390"/>
            <a:ext cx="511967"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25 Nov 2021</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5" name="OTLSHAPE_T_e17f3958430f4cff8650518c93c7635e_StartDate">
            <a:extLst>
              <a:ext uri="{FF2B5EF4-FFF2-40B4-BE49-F238E27FC236}">
                <a16:creationId xmlns:a16="http://schemas.microsoft.com/office/drawing/2014/main" id="{9617292B-BA99-4D01-B94B-E1F79FFD3053}"/>
              </a:ext>
            </a:extLst>
          </p:cNvPr>
          <p:cNvSpPr txBox="1"/>
          <p:nvPr>
            <p:custDataLst>
              <p:tags r:id="rId6"/>
            </p:custDataLst>
          </p:nvPr>
        </p:nvSpPr>
        <p:spPr>
          <a:xfrm>
            <a:off x="5738589" y="2534682"/>
            <a:ext cx="511967"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a:cs typeface="Calibri"/>
              </a:rPr>
              <a:t>May</a:t>
            </a:r>
          </a:p>
          <a:p>
            <a:pPr algn="ctr" defTabSz="914288">
              <a:defRPr/>
            </a:pPr>
            <a:r>
              <a:rPr lang="en-US" altLang="zh-CN" sz="750" b="1">
                <a:solidFill>
                  <a:srgbClr val="44546A"/>
                </a:solidFill>
                <a:latin typeface="Calibri"/>
                <a:cs typeface="Calibri"/>
              </a:rPr>
              <a:t> 2024</a:t>
            </a:r>
            <a:endParaRPr lang="zh-CN" altLang="en-US" sz="750" b="1">
              <a:solidFill>
                <a:srgbClr val="44546A"/>
              </a:solidFill>
              <a:latin typeface="Calibri"/>
              <a:cs typeface="Calibri"/>
            </a:endParaRPr>
          </a:p>
        </p:txBody>
      </p:sp>
      <p:sp>
        <p:nvSpPr>
          <p:cNvPr id="78" name="OTLSHAPE_T_5a934a26f311425e8ebaa0f45e6533ad_Shape">
            <a:extLst>
              <a:ext uri="{FF2B5EF4-FFF2-40B4-BE49-F238E27FC236}">
                <a16:creationId xmlns:a16="http://schemas.microsoft.com/office/drawing/2014/main" id="{98F0ECD9-3612-4C0B-A2FE-68C7D6AAAE6A}"/>
              </a:ext>
            </a:extLst>
          </p:cNvPr>
          <p:cNvSpPr/>
          <p:nvPr>
            <p:custDataLst>
              <p:tags r:id="rId7"/>
            </p:custDataLst>
          </p:nvPr>
        </p:nvSpPr>
        <p:spPr bwMode="auto">
          <a:xfrm>
            <a:off x="6038179" y="2759973"/>
            <a:ext cx="284653" cy="201509"/>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288">
              <a:defRPr/>
            </a:pPr>
            <a:endParaRPr lang="en-US" altLang="zh-CN" sz="825" b="1" spc="-5">
              <a:solidFill>
                <a:srgbClr val="000000"/>
              </a:solidFill>
              <a:latin typeface="Calibri" panose="020F0502020204030204" pitchFamily="34" charset="0"/>
            </a:endParaRPr>
          </a:p>
        </p:txBody>
      </p:sp>
      <p:sp>
        <p:nvSpPr>
          <p:cNvPr id="81" name="Star: 4 Points 143">
            <a:extLst>
              <a:ext uri="{FF2B5EF4-FFF2-40B4-BE49-F238E27FC236}">
                <a16:creationId xmlns:a16="http://schemas.microsoft.com/office/drawing/2014/main" id="{BF5BFBB2-85F5-4AAF-8712-3FFF276186BF}"/>
              </a:ext>
            </a:extLst>
          </p:cNvPr>
          <p:cNvSpPr/>
          <p:nvPr/>
        </p:nvSpPr>
        <p:spPr bwMode="auto">
          <a:xfrm>
            <a:off x="5962831" y="288134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82" name="Rectangle 81">
            <a:extLst>
              <a:ext uri="{FF2B5EF4-FFF2-40B4-BE49-F238E27FC236}">
                <a16:creationId xmlns:a16="http://schemas.microsoft.com/office/drawing/2014/main" id="{DE51D9F8-051F-4FF2-BCE9-33F10720DB90}"/>
              </a:ext>
            </a:extLst>
          </p:cNvPr>
          <p:cNvSpPr/>
          <p:nvPr/>
        </p:nvSpPr>
        <p:spPr>
          <a:xfrm>
            <a:off x="6063360" y="2959526"/>
            <a:ext cx="405557"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DBL</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83" name="OTLSHAPE_T_5a934a26f311425e8ebaa0f45e6533ad_Shape">
            <a:extLst>
              <a:ext uri="{FF2B5EF4-FFF2-40B4-BE49-F238E27FC236}">
                <a16:creationId xmlns:a16="http://schemas.microsoft.com/office/drawing/2014/main" id="{3EAE0F94-6C68-4ABB-A002-2572095F3EB1}"/>
              </a:ext>
            </a:extLst>
          </p:cNvPr>
          <p:cNvSpPr/>
          <p:nvPr>
            <p:custDataLst>
              <p:tags r:id="rId8"/>
            </p:custDataLst>
          </p:nvPr>
        </p:nvSpPr>
        <p:spPr bwMode="auto">
          <a:xfrm>
            <a:off x="6322830" y="2759347"/>
            <a:ext cx="322534" cy="20213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288">
              <a:defRPr/>
            </a:pPr>
            <a:endParaRPr lang="en-US" altLang="zh-CN" sz="825" b="1" spc="-5">
              <a:solidFill>
                <a:srgbClr val="000000"/>
              </a:solidFill>
              <a:latin typeface="Calibri" panose="020F0502020204030204" pitchFamily="34" charset="0"/>
            </a:endParaRPr>
          </a:p>
        </p:txBody>
      </p:sp>
      <p:sp>
        <p:nvSpPr>
          <p:cNvPr id="84" name="Star: 4 Points 143">
            <a:extLst>
              <a:ext uri="{FF2B5EF4-FFF2-40B4-BE49-F238E27FC236}">
                <a16:creationId xmlns:a16="http://schemas.microsoft.com/office/drawing/2014/main" id="{E699087D-3D8F-4ECD-BC87-848B10EF47C6}"/>
              </a:ext>
            </a:extLst>
          </p:cNvPr>
          <p:cNvSpPr/>
          <p:nvPr/>
        </p:nvSpPr>
        <p:spPr bwMode="auto">
          <a:xfrm>
            <a:off x="6267736" y="288134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85" name="Star: 4 Points 143">
            <a:extLst>
              <a:ext uri="{FF2B5EF4-FFF2-40B4-BE49-F238E27FC236}">
                <a16:creationId xmlns:a16="http://schemas.microsoft.com/office/drawing/2014/main" id="{4A69F20D-244F-4B8F-B6FC-DB4B4943EC6C}"/>
              </a:ext>
            </a:extLst>
          </p:cNvPr>
          <p:cNvSpPr/>
          <p:nvPr/>
        </p:nvSpPr>
        <p:spPr bwMode="auto">
          <a:xfrm>
            <a:off x="6540646" y="288134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86" name="Rectangle 85">
            <a:extLst>
              <a:ext uri="{FF2B5EF4-FFF2-40B4-BE49-F238E27FC236}">
                <a16:creationId xmlns:a16="http://schemas.microsoft.com/office/drawing/2014/main" id="{877F6C26-C2D0-48E9-93E6-F5B6CE583FFA}"/>
              </a:ext>
            </a:extLst>
          </p:cNvPr>
          <p:cNvSpPr/>
          <p:nvPr/>
        </p:nvSpPr>
        <p:spPr>
          <a:xfrm>
            <a:off x="6405066" y="2953883"/>
            <a:ext cx="405557"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CTR</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87" name="OTLSHAPE_T_e17f3958430f4cff8650518c93c7635e_StartDate">
            <a:extLst>
              <a:ext uri="{FF2B5EF4-FFF2-40B4-BE49-F238E27FC236}">
                <a16:creationId xmlns:a16="http://schemas.microsoft.com/office/drawing/2014/main" id="{79232D5C-2A4E-4356-BAEE-C250FE23990F}"/>
              </a:ext>
            </a:extLst>
          </p:cNvPr>
          <p:cNvSpPr txBox="1"/>
          <p:nvPr>
            <p:custDataLst>
              <p:tags r:id="rId9"/>
            </p:custDataLst>
          </p:nvPr>
        </p:nvSpPr>
        <p:spPr>
          <a:xfrm>
            <a:off x="6311740" y="2534682"/>
            <a:ext cx="468385"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a:cs typeface="Calibri"/>
              </a:rPr>
              <a:t>Sep</a:t>
            </a:r>
            <a:endParaRPr lang="en-US" altLang="zh-CN" sz="750" b="1">
              <a:solidFill>
                <a:srgbClr val="44546A"/>
              </a:solidFill>
              <a:latin typeface="Calibri" panose="020F0502020204030204" pitchFamily="34" charset="0"/>
              <a:cs typeface="Calibri" panose="020F0502020204030204" pitchFamily="34" charset="0"/>
            </a:endParaRPr>
          </a:p>
          <a:p>
            <a:pPr algn="ctr" defTabSz="914288">
              <a:defRPr/>
            </a:pPr>
            <a:r>
              <a:rPr lang="en-US" altLang="zh-CN" sz="750" b="1">
                <a:solidFill>
                  <a:srgbClr val="44546A"/>
                </a:solidFill>
                <a:latin typeface="Calibri"/>
                <a:cs typeface="Calibri"/>
              </a:rPr>
              <a:t>2024</a:t>
            </a:r>
            <a:endParaRPr lang="zh-CN" altLang="en-US" sz="750" b="1">
              <a:solidFill>
                <a:srgbClr val="44546A"/>
              </a:solidFill>
              <a:latin typeface="Calibri"/>
              <a:cs typeface="Calibri"/>
            </a:endParaRPr>
          </a:p>
        </p:txBody>
      </p:sp>
      <p:sp>
        <p:nvSpPr>
          <p:cNvPr id="88" name="OTLSHAPE_T_e17f3958430f4cff8650518c93c7635e_StartDate">
            <a:extLst>
              <a:ext uri="{FF2B5EF4-FFF2-40B4-BE49-F238E27FC236}">
                <a16:creationId xmlns:a16="http://schemas.microsoft.com/office/drawing/2014/main" id="{7FBBCCF6-209F-4326-914D-28B56CEDDF37}"/>
              </a:ext>
            </a:extLst>
          </p:cNvPr>
          <p:cNvSpPr txBox="1"/>
          <p:nvPr>
            <p:custDataLst>
              <p:tags r:id="rId10"/>
            </p:custDataLst>
          </p:nvPr>
        </p:nvSpPr>
        <p:spPr>
          <a:xfrm>
            <a:off x="6063360" y="2534682"/>
            <a:ext cx="511967"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Jue</a:t>
            </a:r>
          </a:p>
          <a:p>
            <a:pPr algn="ctr" defTabSz="914288">
              <a:defRPr/>
            </a:pPr>
            <a:r>
              <a:rPr lang="en-US" altLang="zh-CN" sz="750" b="1">
                <a:solidFill>
                  <a:srgbClr val="44546A"/>
                </a:solidFill>
                <a:latin typeface="Calibri"/>
                <a:cs typeface="Calibri"/>
              </a:rPr>
              <a:t>2024</a:t>
            </a:r>
            <a:endParaRPr lang="zh-CN" altLang="en-US" sz="750" b="1">
              <a:solidFill>
                <a:srgbClr val="44546A"/>
              </a:solidFill>
              <a:latin typeface="Calibri"/>
              <a:cs typeface="Calibri"/>
            </a:endParaRPr>
          </a:p>
        </p:txBody>
      </p:sp>
      <p:sp>
        <p:nvSpPr>
          <p:cNvPr id="54" name="Rectangle 53">
            <a:extLst>
              <a:ext uri="{FF2B5EF4-FFF2-40B4-BE49-F238E27FC236}">
                <a16:creationId xmlns:a16="http://schemas.microsoft.com/office/drawing/2014/main" id="{1E3E7DC8-9142-46E1-8AF9-0C34BA97CE12}"/>
              </a:ext>
            </a:extLst>
          </p:cNvPr>
          <p:cNvSpPr/>
          <p:nvPr/>
        </p:nvSpPr>
        <p:spPr>
          <a:xfrm>
            <a:off x="4117303" y="3016758"/>
            <a:ext cx="330540" cy="207749"/>
          </a:xfrm>
          <a:prstGeom prst="rect">
            <a:avLst/>
          </a:prstGeom>
        </p:spPr>
        <p:txBody>
          <a:bodyPr wrap="none" lIns="91440" tIns="45720" rIns="91440" bIns="45720" anchor="t">
            <a:spAutoFit/>
          </a:bodyPr>
          <a:lstStyle/>
          <a:p>
            <a:pPr algn="ctr" defTabSz="914288">
              <a:defRPr/>
            </a:pPr>
            <a:r>
              <a:rPr lang="en-US" altLang="zh-CN" sz="750" b="1">
                <a:solidFill>
                  <a:srgbClr val="44546A"/>
                </a:solidFill>
                <a:latin typeface="Calibri"/>
                <a:cs typeface="Calibri"/>
              </a:rPr>
              <a:t>LPR</a:t>
            </a:r>
            <a:endParaRPr lang="en-US" altLang="zh-CN" sz="750" b="1">
              <a:solidFill>
                <a:srgbClr val="44546A"/>
              </a:solidFill>
              <a:latin typeface="Calibri" panose="020F0502020204030204" pitchFamily="34" charset="0"/>
              <a:cs typeface="Calibri" panose="020F0502020204030204" pitchFamily="34" charset="0"/>
            </a:endParaRPr>
          </a:p>
        </p:txBody>
      </p:sp>
      <p:sp>
        <p:nvSpPr>
          <p:cNvPr id="60" name="Star: 4 Points 143">
            <a:extLst>
              <a:ext uri="{FF2B5EF4-FFF2-40B4-BE49-F238E27FC236}">
                <a16:creationId xmlns:a16="http://schemas.microsoft.com/office/drawing/2014/main" id="{721D7A13-1B3E-43CC-ABB5-F2E158BD30C2}"/>
              </a:ext>
            </a:extLst>
          </p:cNvPr>
          <p:cNvSpPr/>
          <p:nvPr/>
        </p:nvSpPr>
        <p:spPr bwMode="auto">
          <a:xfrm>
            <a:off x="4234126" y="288134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61" name="OTLSHAPE_T_e17f3958430f4cff8650518c93c7635e_StartDate">
            <a:extLst>
              <a:ext uri="{FF2B5EF4-FFF2-40B4-BE49-F238E27FC236}">
                <a16:creationId xmlns:a16="http://schemas.microsoft.com/office/drawing/2014/main" id="{0A348597-006B-45C4-A56E-A5D614820CFB}"/>
              </a:ext>
            </a:extLst>
          </p:cNvPr>
          <p:cNvSpPr txBox="1"/>
          <p:nvPr>
            <p:custDataLst>
              <p:tags r:id="rId11"/>
            </p:custDataLst>
          </p:nvPr>
        </p:nvSpPr>
        <p:spPr>
          <a:xfrm>
            <a:off x="4026591" y="2592390"/>
            <a:ext cx="511967"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a:cs typeface="Calibri"/>
              </a:rPr>
              <a:t>9May2023</a:t>
            </a:r>
            <a:endParaRPr lang="zh-CN" altLang="en-US" sz="750" b="1">
              <a:solidFill>
                <a:srgbClr val="44546A"/>
              </a:solidFill>
              <a:latin typeface="Calibri" panose="020F0502020204030204" pitchFamily="34" charset="0"/>
              <a:cs typeface="Calibri" panose="020F0502020204030204" pitchFamily="34" charset="0"/>
            </a:endParaRPr>
          </a:p>
        </p:txBody>
      </p:sp>
      <p:pic>
        <p:nvPicPr>
          <p:cNvPr id="64" name="Picture 43" descr="Traffic light - Simple English Wikipedia, the free ...">
            <a:extLst>
              <a:ext uri="{FF2B5EF4-FFF2-40B4-BE49-F238E27FC236}">
                <a16:creationId xmlns:a16="http://schemas.microsoft.com/office/drawing/2014/main" id="{919DB46E-2822-4150-8AEE-CD7326FBC65D}"/>
              </a:ext>
            </a:extLst>
          </p:cNvPr>
          <p:cNvPicPr>
            <a:picLocks noChangeAspect="1"/>
          </p:cNvPicPr>
          <p:nvPr/>
        </p:nvPicPr>
        <p:blipFill rotWithShape="1">
          <a:blip r:embed="rId18" cstate="print">
            <a:extLst>
              <a:ext uri="{28A0092B-C50C-407E-A947-70E740481C1C}">
                <a14:useLocalDpi xmlns:a14="http://schemas.microsoft.com/office/drawing/2010/main"/>
              </a:ext>
            </a:extLst>
          </a:blip>
          <a:srcRect/>
          <a:stretch/>
        </p:blipFill>
        <p:spPr>
          <a:xfrm rot="16200000" flipV="1">
            <a:off x="8268928" y="-142095"/>
            <a:ext cx="392909" cy="971164"/>
          </a:xfrm>
          <a:prstGeom prst="rect">
            <a:avLst/>
          </a:prstGeom>
        </p:spPr>
      </p:pic>
      <p:sp>
        <p:nvSpPr>
          <p:cNvPr id="62" name="Rectangle: Rounded Corners 106">
            <a:extLst>
              <a:ext uri="{FF2B5EF4-FFF2-40B4-BE49-F238E27FC236}">
                <a16:creationId xmlns:a16="http://schemas.microsoft.com/office/drawing/2014/main" id="{8DB07CF5-ABA1-4C9B-A9DA-0E66E05CDEC6}"/>
              </a:ext>
            </a:extLst>
          </p:cNvPr>
          <p:cNvSpPr/>
          <p:nvPr/>
        </p:nvSpPr>
        <p:spPr>
          <a:xfrm>
            <a:off x="2263221" y="3586357"/>
            <a:ext cx="3961966" cy="747025"/>
          </a:xfrm>
          <a:prstGeom prst="roundRect">
            <a:avLst>
              <a:gd name="adj" fmla="val 0"/>
            </a:avLst>
          </a:prstGeom>
          <a:solidFill>
            <a:sysClr val="window" lastClr="FFFFFF"/>
          </a:solidFill>
          <a:ln w="12700" cap="flat" cmpd="sng" algn="ctr">
            <a:solidFill>
              <a:srgbClr val="00E47C"/>
            </a:solidFill>
            <a:prstDash val="solid"/>
            <a:miter lim="800000"/>
          </a:ln>
          <a:effectLst/>
        </p:spPr>
        <p:txBody>
          <a:bodyPr wrap="square" lIns="54000" tIns="27000" rIns="54000" bIns="27000" rtlCol="0" anchor="t">
            <a:spAutoFit/>
          </a:bodyPr>
          <a:lstStyle/>
          <a:p>
            <a:pPr marL="171450" indent="-171450" algn="just" defTabSz="1219139">
              <a:buFont typeface="Arial" panose="020B0604020202020204" pitchFamily="34" charset="0"/>
              <a:buChar char="•"/>
            </a:pPr>
            <a:r>
              <a:rPr lang="en-US" altLang="zh-CN" sz="900">
                <a:solidFill>
                  <a:srgbClr val="000000"/>
                </a:solidFill>
                <a:latin typeface="BISans"/>
              </a:rPr>
              <a:t>81 patients randomization, as of Apr 22</a:t>
            </a:r>
            <a:r>
              <a:rPr lang="en-US" altLang="zh-CN" sz="900" baseline="30000">
                <a:solidFill>
                  <a:srgbClr val="000000"/>
                </a:solidFill>
                <a:latin typeface="BISans"/>
              </a:rPr>
              <a:t>nd</a:t>
            </a:r>
            <a:r>
              <a:rPr lang="en-US" altLang="zh-CN" sz="900">
                <a:solidFill>
                  <a:srgbClr val="000000"/>
                </a:solidFill>
                <a:latin typeface="BISans"/>
              </a:rPr>
              <a:t> </a:t>
            </a:r>
            <a:endParaRPr lang="zh-CN" altLang="en-US" sz="900">
              <a:solidFill>
                <a:srgbClr val="000000"/>
              </a:solidFill>
              <a:latin typeface="BISans"/>
            </a:endParaRPr>
          </a:p>
          <a:p>
            <a:pPr marL="287655" lvl="1" indent="-143510" algn="just" defTabSz="1219139">
              <a:buFont typeface="Arial" panose="020B0604020202020204" pitchFamily="34" charset="0"/>
              <a:buChar char="•"/>
            </a:pPr>
            <a:r>
              <a:rPr lang="en-US" altLang="zh-CN" sz="900">
                <a:solidFill>
                  <a:srgbClr val="000000"/>
                </a:solidFill>
                <a:latin typeface="BISans"/>
              </a:rPr>
              <a:t>46 completed treatment</a:t>
            </a:r>
          </a:p>
          <a:p>
            <a:pPr marL="287655" lvl="1" indent="-143510" algn="just" defTabSz="1219139">
              <a:buFont typeface="Arial" panose="020B0604020202020204" pitchFamily="34" charset="0"/>
              <a:buChar char="•"/>
            </a:pPr>
            <a:r>
              <a:rPr lang="en-US" altLang="zh-CN" sz="900">
                <a:solidFill>
                  <a:srgbClr val="000000"/>
                </a:solidFill>
                <a:latin typeface="BISans"/>
              </a:rPr>
              <a:t>6 ongoing</a:t>
            </a:r>
          </a:p>
          <a:p>
            <a:pPr marL="287655" lvl="1" indent="-143510" algn="just" defTabSz="1219139">
              <a:buFont typeface="Arial" panose="020B0604020202020204" pitchFamily="34" charset="0"/>
              <a:buChar char="•"/>
            </a:pPr>
            <a:r>
              <a:rPr lang="en-US" altLang="zh-CN" sz="900">
                <a:solidFill>
                  <a:srgbClr val="000000"/>
                </a:solidFill>
                <a:latin typeface="BISans"/>
              </a:rPr>
              <a:t>29  early treatment discontinued (36%)</a:t>
            </a:r>
          </a:p>
          <a:p>
            <a:pPr marL="170815" indent="-170815" algn="just" defTabSz="1219079">
              <a:buFont typeface="Arial" panose="020B0604020202020204" pitchFamily="34" charset="0"/>
              <a:buChar char="•"/>
            </a:pPr>
            <a:r>
              <a:rPr lang="en-US" altLang="zh-CN" sz="900">
                <a:solidFill>
                  <a:srgbClr val="000000"/>
                </a:solidFill>
                <a:latin typeface="BISans"/>
              </a:rPr>
              <a:t>Final DBL planned on Jun 24th. </a:t>
            </a:r>
          </a:p>
        </p:txBody>
      </p:sp>
      <p:sp>
        <p:nvSpPr>
          <p:cNvPr id="8" name="Rectangle 7">
            <a:extLst>
              <a:ext uri="{FF2B5EF4-FFF2-40B4-BE49-F238E27FC236}">
                <a16:creationId xmlns:a16="http://schemas.microsoft.com/office/drawing/2014/main" id="{550384E0-65FC-53D8-C4E3-0F5949AAF98F}"/>
              </a:ext>
            </a:extLst>
          </p:cNvPr>
          <p:cNvSpPr/>
          <p:nvPr/>
        </p:nvSpPr>
        <p:spPr>
          <a:xfrm>
            <a:off x="6557250" y="2919591"/>
            <a:ext cx="459640" cy="323165"/>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CTR sub.</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 name="Star: 5 Points 9">
            <a:extLst>
              <a:ext uri="{FF2B5EF4-FFF2-40B4-BE49-F238E27FC236}">
                <a16:creationId xmlns:a16="http://schemas.microsoft.com/office/drawing/2014/main" id="{C8D4C40C-F440-F2EA-15E9-0DD3D27676BC}"/>
              </a:ext>
            </a:extLst>
          </p:cNvPr>
          <p:cNvSpPr/>
          <p:nvPr/>
        </p:nvSpPr>
        <p:spPr>
          <a:xfrm>
            <a:off x="6716952" y="2809880"/>
            <a:ext cx="113389" cy="122763"/>
          </a:xfrm>
          <a:prstGeom prst="star5">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zh-CN" altLang="en-US" sz="1400" err="1">
              <a:solidFill>
                <a:srgbClr val="000000"/>
              </a:solidFill>
              <a:latin typeface="BISansCond"/>
            </a:endParaRPr>
          </a:p>
        </p:txBody>
      </p:sp>
      <p:sp>
        <p:nvSpPr>
          <p:cNvPr id="11" name="OTLSHAPE_T_e17f3958430f4cff8650518c93c7635e_StartDate">
            <a:extLst>
              <a:ext uri="{FF2B5EF4-FFF2-40B4-BE49-F238E27FC236}">
                <a16:creationId xmlns:a16="http://schemas.microsoft.com/office/drawing/2014/main" id="{56B23232-C7F4-EEEA-2DB7-2C00DD59E87F}"/>
              </a:ext>
            </a:extLst>
          </p:cNvPr>
          <p:cNvSpPr txBox="1"/>
          <p:nvPr>
            <p:custDataLst>
              <p:tags r:id="rId12"/>
            </p:custDataLst>
          </p:nvPr>
        </p:nvSpPr>
        <p:spPr>
          <a:xfrm>
            <a:off x="6525987" y="2534682"/>
            <a:ext cx="468385" cy="230832"/>
          </a:xfrm>
          <a:prstGeom prst="rect">
            <a:avLst/>
          </a:prstGeom>
          <a:noFill/>
        </p:spPr>
        <p:txBody>
          <a:bodyPr vert="horz" wrap="square" lIns="0" tIns="0" rIns="0" bIns="0" rtlCol="0" anchor="ctr" anchorCtr="0">
            <a:spAutoFit/>
          </a:bodyPr>
          <a:lstStyle/>
          <a:p>
            <a:pPr algn="ctr" defTabSz="914288">
              <a:defRPr/>
            </a:pPr>
            <a:r>
              <a:rPr lang="en-US" altLang="zh-CN" sz="750" b="1">
                <a:solidFill>
                  <a:prstClr val="black"/>
                </a:solidFill>
                <a:latin typeface="Calibri" panose="020F0502020204030204" pitchFamily="34" charset="0"/>
                <a:cs typeface="Calibri" panose="020F0502020204030204" pitchFamily="34" charset="0"/>
              </a:rPr>
              <a:t>Sep</a:t>
            </a:r>
          </a:p>
          <a:p>
            <a:pPr algn="ctr" defTabSz="914288">
              <a:defRPr/>
            </a:pPr>
            <a:r>
              <a:rPr lang="en-US" altLang="zh-CN" sz="750" b="1">
                <a:solidFill>
                  <a:prstClr val="black"/>
                </a:solidFill>
                <a:latin typeface="Calibri"/>
                <a:cs typeface="Calibri"/>
              </a:rPr>
              <a:t>2024</a:t>
            </a:r>
            <a:endParaRPr lang="zh-CN" altLang="en-US" sz="750" b="1">
              <a:solidFill>
                <a:prstClr val="black"/>
              </a:solidFill>
              <a:latin typeface="Calibri"/>
              <a:cs typeface="Calibri"/>
            </a:endParaRPr>
          </a:p>
        </p:txBody>
      </p:sp>
      <p:sp>
        <p:nvSpPr>
          <p:cNvPr id="12" name="Isosceles Triangle 11">
            <a:extLst>
              <a:ext uri="{FF2B5EF4-FFF2-40B4-BE49-F238E27FC236}">
                <a16:creationId xmlns:a16="http://schemas.microsoft.com/office/drawing/2014/main" id="{13AB70E3-94D5-72AB-3F15-6CFC01BDE521}"/>
              </a:ext>
            </a:extLst>
          </p:cNvPr>
          <p:cNvSpPr/>
          <p:nvPr/>
        </p:nvSpPr>
        <p:spPr>
          <a:xfrm>
            <a:off x="8373748" y="2816231"/>
            <a:ext cx="87974" cy="122763"/>
          </a:xfrm>
          <a:prstGeom prst="triangle">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zh-CN" altLang="en-US" sz="1400" err="1">
              <a:solidFill>
                <a:srgbClr val="000000"/>
              </a:solidFill>
              <a:latin typeface="BISansCond"/>
            </a:endParaRPr>
          </a:p>
        </p:txBody>
      </p:sp>
      <p:sp>
        <p:nvSpPr>
          <p:cNvPr id="13" name="OTLSHAPE_T_e17f3958430f4cff8650518c93c7635e_StartDate">
            <a:extLst>
              <a:ext uri="{FF2B5EF4-FFF2-40B4-BE49-F238E27FC236}">
                <a16:creationId xmlns:a16="http://schemas.microsoft.com/office/drawing/2014/main" id="{27416EF5-E895-4578-F70D-39C020C59C37}"/>
              </a:ext>
            </a:extLst>
          </p:cNvPr>
          <p:cNvSpPr txBox="1"/>
          <p:nvPr>
            <p:custDataLst>
              <p:tags r:id="rId13"/>
            </p:custDataLst>
          </p:nvPr>
        </p:nvSpPr>
        <p:spPr>
          <a:xfrm>
            <a:off x="8299416" y="2532511"/>
            <a:ext cx="406048"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000000"/>
                </a:solidFill>
                <a:latin typeface="Calibri"/>
                <a:cs typeface="Calibri"/>
              </a:rPr>
              <a:t>Oct</a:t>
            </a:r>
          </a:p>
          <a:p>
            <a:pPr algn="ctr" defTabSz="914288">
              <a:defRPr/>
            </a:pPr>
            <a:r>
              <a:rPr lang="en-US" altLang="zh-CN" sz="750" b="1">
                <a:solidFill>
                  <a:srgbClr val="44546A"/>
                </a:solidFill>
                <a:latin typeface="Calibri"/>
                <a:cs typeface="Calibri"/>
              </a:rPr>
              <a:t> 2025</a:t>
            </a:r>
            <a:endParaRPr lang="zh-CN" altLang="en-US" sz="750" b="1">
              <a:solidFill>
                <a:srgbClr val="44546A"/>
              </a:solidFill>
              <a:latin typeface="Calibri"/>
              <a:cs typeface="Calibri"/>
            </a:endParaRPr>
          </a:p>
        </p:txBody>
      </p:sp>
      <p:sp>
        <p:nvSpPr>
          <p:cNvPr id="14" name="Rectangle 13">
            <a:extLst>
              <a:ext uri="{FF2B5EF4-FFF2-40B4-BE49-F238E27FC236}">
                <a16:creationId xmlns:a16="http://schemas.microsoft.com/office/drawing/2014/main" id="{C4DF6003-EE50-3853-193F-6DE34F2443E4}"/>
              </a:ext>
            </a:extLst>
          </p:cNvPr>
          <p:cNvSpPr/>
          <p:nvPr/>
        </p:nvSpPr>
        <p:spPr>
          <a:xfrm>
            <a:off x="8159193" y="2959047"/>
            <a:ext cx="577606" cy="323165"/>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CDE</a:t>
            </a:r>
          </a:p>
          <a:p>
            <a:pPr algn="ctr" defTabSz="914288">
              <a:defRPr/>
            </a:pPr>
            <a:r>
              <a:rPr lang="en-US" altLang="zh-CN" sz="750" b="1">
                <a:solidFill>
                  <a:srgbClr val="44546A"/>
                </a:solidFill>
                <a:latin typeface="Calibri" panose="020F0502020204030204" pitchFamily="34" charset="0"/>
                <a:cs typeface="Calibri" panose="020F0502020204030204" pitchFamily="34" charset="0"/>
              </a:rPr>
              <a:t>Feedback</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5" name="TextBox 19">
            <a:extLst>
              <a:ext uri="{FF2B5EF4-FFF2-40B4-BE49-F238E27FC236}">
                <a16:creationId xmlns:a16="http://schemas.microsoft.com/office/drawing/2014/main" id="{78BB1B2E-6169-417A-1BD0-2D3394D84C0C}"/>
              </a:ext>
            </a:extLst>
          </p:cNvPr>
          <p:cNvSpPr txBox="1"/>
          <p:nvPr/>
        </p:nvSpPr>
        <p:spPr>
          <a:xfrm>
            <a:off x="1893" y="2759974"/>
            <a:ext cx="464406"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Ph3b</a:t>
            </a:r>
          </a:p>
          <a:p>
            <a:pPr algn="ctr" defTabSz="914310">
              <a:defRPr/>
            </a:pPr>
            <a:r>
              <a:rPr lang="en-US" sz="800" b="1">
                <a:solidFill>
                  <a:srgbClr val="0066CC"/>
                </a:solidFill>
                <a:latin typeface="Calibri" panose="020F0502020204030204" pitchFamily="34" charset="0"/>
                <a:cs typeface="Calibri" panose="020F0502020204030204" pitchFamily="34" charset="0"/>
              </a:rPr>
              <a:t>1199-003</a:t>
            </a:r>
          </a:p>
        </p:txBody>
      </p:sp>
    </p:spTree>
    <p:extLst>
      <p:ext uri="{BB962C8B-B14F-4D97-AF65-F5344CB8AC3E}">
        <p14:creationId xmlns:p14="http://schemas.microsoft.com/office/powerpoint/2010/main" val="1857858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E19678-C8F3-F820-B983-5E478E02738F}"/>
              </a:ext>
            </a:extLst>
          </p:cNvPr>
          <p:cNvSpPr>
            <a:spLocks noGrp="1"/>
          </p:cNvSpPr>
          <p:nvPr>
            <p:ph type="title"/>
          </p:nvPr>
        </p:nvSpPr>
        <p:spPr/>
        <p:txBody>
          <a:bodyPr/>
          <a:lstStyle/>
          <a:p>
            <a:r>
              <a:rPr lang="en-US" altLang="zh-CN"/>
              <a:t>Function update-Statistics and Programming</a:t>
            </a:r>
            <a:endParaRPr lang="zh-CN" altLang="en-US"/>
          </a:p>
        </p:txBody>
      </p:sp>
      <p:sp>
        <p:nvSpPr>
          <p:cNvPr id="3" name="内容占位符 2">
            <a:extLst>
              <a:ext uri="{FF2B5EF4-FFF2-40B4-BE49-F238E27FC236}">
                <a16:creationId xmlns:a16="http://schemas.microsoft.com/office/drawing/2014/main" id="{48A1F23A-8690-EF2D-0D26-7B7B938F4DC3}"/>
              </a:ext>
            </a:extLst>
          </p:cNvPr>
          <p:cNvSpPr>
            <a:spLocks noGrp="1"/>
          </p:cNvSpPr>
          <p:nvPr>
            <p:ph idx="1"/>
          </p:nvPr>
        </p:nvSpPr>
        <p:spPr>
          <a:xfrm>
            <a:off x="251581" y="681540"/>
            <a:ext cx="8424863" cy="3294000"/>
          </a:xfrm>
        </p:spPr>
        <p:txBody>
          <a:bodyPr vert="horz" lIns="0" tIns="0" rIns="0" bIns="0" rtlCol="0" anchor="t">
            <a:noAutofit/>
          </a:bodyPr>
          <a:lstStyle/>
          <a:p>
            <a:pPr marL="161925" indent="-161925"/>
            <a:r>
              <a:rPr lang="en-US" altLang="zh-CN"/>
              <a:t>FVC change from baseline trend (with data cut off 18Apr2024)</a:t>
            </a:r>
            <a:endParaRPr lang="zh-CN" altLang="en-US"/>
          </a:p>
        </p:txBody>
      </p:sp>
      <p:sp>
        <p:nvSpPr>
          <p:cNvPr id="6" name="灯片编号占位符 5">
            <a:extLst>
              <a:ext uri="{FF2B5EF4-FFF2-40B4-BE49-F238E27FC236}">
                <a16:creationId xmlns:a16="http://schemas.microsoft.com/office/drawing/2014/main" id="{4E57062B-9476-2FF2-CD9F-2FB195EB4680}"/>
              </a:ext>
            </a:extLst>
          </p:cNvPr>
          <p:cNvSpPr>
            <a:spLocks noGrp="1"/>
          </p:cNvSpPr>
          <p:nvPr>
            <p:ph type="sldNum" sz="quarter" idx="20"/>
          </p:nvPr>
        </p:nvSpPr>
        <p:spPr/>
        <p:txBody>
          <a:bodyPr/>
          <a:lstStyle/>
          <a:p>
            <a:fld id="{DF4E8F9F-5B1F-4F5B-BE49-3245D8C18D9F}" type="slidenum">
              <a:rPr lang="en-US" smtClean="0"/>
              <a:pPr/>
              <a:t>25</a:t>
            </a:fld>
            <a:endParaRPr lang="en-US"/>
          </a:p>
        </p:txBody>
      </p:sp>
      <p:pic>
        <p:nvPicPr>
          <p:cNvPr id="5" name="Picture 4">
            <a:extLst>
              <a:ext uri="{FF2B5EF4-FFF2-40B4-BE49-F238E27FC236}">
                <a16:creationId xmlns:a16="http://schemas.microsoft.com/office/drawing/2014/main" id="{2EBD2551-D8B1-1639-ACA8-DCA1727A478F}"/>
              </a:ext>
            </a:extLst>
          </p:cNvPr>
          <p:cNvPicPr>
            <a:picLocks noChangeAspect="1"/>
          </p:cNvPicPr>
          <p:nvPr/>
        </p:nvPicPr>
        <p:blipFill>
          <a:blip r:embed="rId2"/>
          <a:stretch>
            <a:fillRect/>
          </a:stretch>
        </p:blipFill>
        <p:spPr>
          <a:xfrm>
            <a:off x="1328738" y="960302"/>
            <a:ext cx="6116739" cy="4076041"/>
          </a:xfrm>
          <a:prstGeom prst="rect">
            <a:avLst/>
          </a:prstGeom>
        </p:spPr>
      </p:pic>
    </p:spTree>
    <p:extLst>
      <p:ext uri="{BB962C8B-B14F-4D97-AF65-F5344CB8AC3E}">
        <p14:creationId xmlns:p14="http://schemas.microsoft.com/office/powerpoint/2010/main" val="3030268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Rectangle 156">
            <a:extLst>
              <a:ext uri="{FF2B5EF4-FFF2-40B4-BE49-F238E27FC236}">
                <a16:creationId xmlns:a16="http://schemas.microsoft.com/office/drawing/2014/main" id="{83AE17D1-044B-4E09-A946-5D7AB7449FC4}"/>
              </a:ext>
            </a:extLst>
          </p:cNvPr>
          <p:cNvSpPr/>
          <p:nvPr/>
        </p:nvSpPr>
        <p:spPr>
          <a:xfrm>
            <a:off x="283170" y="3185374"/>
            <a:ext cx="408598" cy="192024"/>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699" eaLnBrk="0" fontAlgn="base" hangingPunct="0">
              <a:spcBef>
                <a:spcPct val="0"/>
              </a:spcBef>
              <a:spcAft>
                <a:spcPct val="0"/>
              </a:spcAft>
              <a:defRPr/>
            </a:pPr>
            <a:r>
              <a:rPr lang="en-US" altLang="zh-CN" sz="450" b="1">
                <a:solidFill>
                  <a:srgbClr val="000000"/>
                </a:solidFill>
                <a:latin typeface="BISansCond"/>
              </a:rPr>
              <a:t>Pre-IND 3m for written response</a:t>
            </a:r>
            <a:endParaRPr lang="zh-CN" altLang="en-US" sz="450" b="1">
              <a:solidFill>
                <a:srgbClr val="000000"/>
              </a:solidFill>
              <a:latin typeface="BISansCond"/>
            </a:endParaRPr>
          </a:p>
        </p:txBody>
      </p:sp>
      <p:sp>
        <p:nvSpPr>
          <p:cNvPr id="3" name="Title 2"/>
          <p:cNvSpPr>
            <a:spLocks noGrp="1"/>
          </p:cNvSpPr>
          <p:nvPr>
            <p:ph type="title"/>
          </p:nvPr>
        </p:nvSpPr>
        <p:spPr>
          <a:xfrm>
            <a:off x="359574" y="105397"/>
            <a:ext cx="8424863" cy="540000"/>
          </a:xfrm>
        </p:spPr>
        <p:txBody>
          <a:bodyPr>
            <a:noAutofit/>
          </a:bodyPr>
          <a:lstStyle/>
          <a:p>
            <a:r>
              <a:rPr lang="en-US" sz="2000" u="sng">
                <a:latin typeface="Calibri" panose="020F0502020204030204" pitchFamily="34" charset="0"/>
                <a:cs typeface="Calibri" panose="020F0502020204030204" pitchFamily="34" charset="0"/>
              </a:rPr>
              <a:t>Ongoing:</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1839100 (TR</a:t>
            </a:r>
            <a:r>
              <a:rPr lang="en-US" altLang="zh-CN" sz="2000">
                <a:latin typeface="Calibri" panose="020F0502020204030204" pitchFamily="34" charset="0"/>
                <a:cs typeface="Calibri" panose="020F0502020204030204" pitchFamily="34" charset="0"/>
              </a:rPr>
              <a:t>PA</a:t>
            </a:r>
            <a:r>
              <a:rPr lang="en-US" sz="2000">
                <a:latin typeface="Calibri" panose="020F0502020204030204" pitchFamily="34" charset="0"/>
                <a:cs typeface="Calibri" panose="020F0502020204030204" pitchFamily="34" charset="0"/>
              </a:rPr>
              <a:t>-1 antagonist): IPF/ PPF Cough</a:t>
            </a:r>
          </a:p>
        </p:txBody>
      </p:sp>
      <p:sp>
        <p:nvSpPr>
          <p:cNvPr id="9" name="灯片编号占位符 8"/>
          <p:cNvSpPr>
            <a:spLocks noGrp="1"/>
          </p:cNvSpPr>
          <p:nvPr>
            <p:ph type="sldNum" sz="quarter" idx="20"/>
          </p:nvPr>
        </p:nvSpPr>
        <p:spPr/>
        <p:txBody>
          <a:bodyPr/>
          <a:lstStyle/>
          <a:p>
            <a:pPr defTabSz="914288">
              <a:defRPr/>
            </a:pPr>
            <a:fld id="{143B55C4-4F5A-416B-997D-6CE47EB0A945}" type="slidenum">
              <a:rPr lang="en-GB" sz="750">
                <a:solidFill>
                  <a:srgbClr val="FFFFFF">
                    <a:lumMod val="50000"/>
                  </a:srgbClr>
                </a:solidFill>
                <a:latin typeface="BISansCond" panose="02000006050000020004" pitchFamily="2" charset="0"/>
              </a:rPr>
              <a:pPr defTabSz="914288">
                <a:defRPr/>
              </a:pPr>
              <a:t>26</a:t>
            </a:fld>
            <a:endParaRPr lang="en-GB" sz="750">
              <a:solidFill>
                <a:srgbClr val="FFFFFF">
                  <a:lumMod val="50000"/>
                </a:srgbClr>
              </a:solidFill>
              <a:latin typeface="BISansCond" panose="0200000605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41490" y="2846379"/>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54198" y="747379"/>
          <a:ext cx="8770968" cy="514350"/>
        </p:xfrm>
        <a:graphic>
          <a:graphicData uri="http://schemas.openxmlformats.org/drawingml/2006/table">
            <a:tbl>
              <a:tblPr firstRow="1" bandRow="1"/>
              <a:tblGrid>
                <a:gridCol w="365457">
                  <a:extLst>
                    <a:ext uri="{9D8B030D-6E8A-4147-A177-3AD203B41FA5}">
                      <a16:colId xmlns:a16="http://schemas.microsoft.com/office/drawing/2014/main" val="1107610970"/>
                    </a:ext>
                  </a:extLst>
                </a:gridCol>
                <a:gridCol w="365457">
                  <a:extLst>
                    <a:ext uri="{9D8B030D-6E8A-4147-A177-3AD203B41FA5}">
                      <a16:colId xmlns:a16="http://schemas.microsoft.com/office/drawing/2014/main" val="2027925426"/>
                    </a:ext>
                  </a:extLst>
                </a:gridCol>
                <a:gridCol w="365457">
                  <a:extLst>
                    <a:ext uri="{9D8B030D-6E8A-4147-A177-3AD203B41FA5}">
                      <a16:colId xmlns:a16="http://schemas.microsoft.com/office/drawing/2014/main" val="344046683"/>
                    </a:ext>
                  </a:extLst>
                </a:gridCol>
                <a:gridCol w="365457">
                  <a:extLst>
                    <a:ext uri="{9D8B030D-6E8A-4147-A177-3AD203B41FA5}">
                      <a16:colId xmlns:a16="http://schemas.microsoft.com/office/drawing/2014/main" val="1823529313"/>
                    </a:ext>
                  </a:extLst>
                </a:gridCol>
                <a:gridCol w="365457">
                  <a:extLst>
                    <a:ext uri="{9D8B030D-6E8A-4147-A177-3AD203B41FA5}">
                      <a16:colId xmlns:a16="http://schemas.microsoft.com/office/drawing/2014/main" val="3091663135"/>
                    </a:ext>
                  </a:extLst>
                </a:gridCol>
                <a:gridCol w="365457">
                  <a:extLst>
                    <a:ext uri="{9D8B030D-6E8A-4147-A177-3AD203B41FA5}">
                      <a16:colId xmlns:a16="http://schemas.microsoft.com/office/drawing/2014/main" val="2003423086"/>
                    </a:ext>
                  </a:extLst>
                </a:gridCol>
                <a:gridCol w="365457">
                  <a:extLst>
                    <a:ext uri="{9D8B030D-6E8A-4147-A177-3AD203B41FA5}">
                      <a16:colId xmlns:a16="http://schemas.microsoft.com/office/drawing/2014/main" val="2466911814"/>
                    </a:ext>
                  </a:extLst>
                </a:gridCol>
                <a:gridCol w="365457">
                  <a:extLst>
                    <a:ext uri="{9D8B030D-6E8A-4147-A177-3AD203B41FA5}">
                      <a16:colId xmlns:a16="http://schemas.microsoft.com/office/drawing/2014/main" val="3023231563"/>
                    </a:ext>
                  </a:extLst>
                </a:gridCol>
                <a:gridCol w="365457">
                  <a:extLst>
                    <a:ext uri="{9D8B030D-6E8A-4147-A177-3AD203B41FA5}">
                      <a16:colId xmlns:a16="http://schemas.microsoft.com/office/drawing/2014/main" val="3411862845"/>
                    </a:ext>
                  </a:extLst>
                </a:gridCol>
                <a:gridCol w="365457">
                  <a:extLst>
                    <a:ext uri="{9D8B030D-6E8A-4147-A177-3AD203B41FA5}">
                      <a16:colId xmlns:a16="http://schemas.microsoft.com/office/drawing/2014/main" val="2851474774"/>
                    </a:ext>
                  </a:extLst>
                </a:gridCol>
                <a:gridCol w="365457">
                  <a:extLst>
                    <a:ext uri="{9D8B030D-6E8A-4147-A177-3AD203B41FA5}">
                      <a16:colId xmlns:a16="http://schemas.microsoft.com/office/drawing/2014/main" val="107595344"/>
                    </a:ext>
                  </a:extLst>
                </a:gridCol>
                <a:gridCol w="365457">
                  <a:extLst>
                    <a:ext uri="{9D8B030D-6E8A-4147-A177-3AD203B41FA5}">
                      <a16:colId xmlns:a16="http://schemas.microsoft.com/office/drawing/2014/main" val="1666999431"/>
                    </a:ext>
                  </a:extLst>
                </a:gridCol>
                <a:gridCol w="365457">
                  <a:extLst>
                    <a:ext uri="{9D8B030D-6E8A-4147-A177-3AD203B41FA5}">
                      <a16:colId xmlns:a16="http://schemas.microsoft.com/office/drawing/2014/main" val="3696607442"/>
                    </a:ext>
                  </a:extLst>
                </a:gridCol>
                <a:gridCol w="365457">
                  <a:extLst>
                    <a:ext uri="{9D8B030D-6E8A-4147-A177-3AD203B41FA5}">
                      <a16:colId xmlns:a16="http://schemas.microsoft.com/office/drawing/2014/main" val="223989776"/>
                    </a:ext>
                  </a:extLst>
                </a:gridCol>
                <a:gridCol w="365457">
                  <a:extLst>
                    <a:ext uri="{9D8B030D-6E8A-4147-A177-3AD203B41FA5}">
                      <a16:colId xmlns:a16="http://schemas.microsoft.com/office/drawing/2014/main" val="124731204"/>
                    </a:ext>
                  </a:extLst>
                </a:gridCol>
                <a:gridCol w="365457">
                  <a:extLst>
                    <a:ext uri="{9D8B030D-6E8A-4147-A177-3AD203B41FA5}">
                      <a16:colId xmlns:a16="http://schemas.microsoft.com/office/drawing/2014/main" val="3066978585"/>
                    </a:ext>
                  </a:extLst>
                </a:gridCol>
                <a:gridCol w="365457">
                  <a:extLst>
                    <a:ext uri="{9D8B030D-6E8A-4147-A177-3AD203B41FA5}">
                      <a16:colId xmlns:a16="http://schemas.microsoft.com/office/drawing/2014/main" val="1064917641"/>
                    </a:ext>
                  </a:extLst>
                </a:gridCol>
                <a:gridCol w="365457">
                  <a:extLst>
                    <a:ext uri="{9D8B030D-6E8A-4147-A177-3AD203B41FA5}">
                      <a16:colId xmlns:a16="http://schemas.microsoft.com/office/drawing/2014/main" val="4221117315"/>
                    </a:ext>
                  </a:extLst>
                </a:gridCol>
                <a:gridCol w="365457">
                  <a:extLst>
                    <a:ext uri="{9D8B030D-6E8A-4147-A177-3AD203B41FA5}">
                      <a16:colId xmlns:a16="http://schemas.microsoft.com/office/drawing/2014/main" val="3266065341"/>
                    </a:ext>
                  </a:extLst>
                </a:gridCol>
                <a:gridCol w="365457">
                  <a:extLst>
                    <a:ext uri="{9D8B030D-6E8A-4147-A177-3AD203B41FA5}">
                      <a16:colId xmlns:a16="http://schemas.microsoft.com/office/drawing/2014/main" val="2374051224"/>
                    </a:ext>
                  </a:extLst>
                </a:gridCol>
                <a:gridCol w="365457">
                  <a:extLst>
                    <a:ext uri="{9D8B030D-6E8A-4147-A177-3AD203B41FA5}">
                      <a16:colId xmlns:a16="http://schemas.microsoft.com/office/drawing/2014/main" val="1840388365"/>
                    </a:ext>
                  </a:extLst>
                </a:gridCol>
                <a:gridCol w="365457">
                  <a:extLst>
                    <a:ext uri="{9D8B030D-6E8A-4147-A177-3AD203B41FA5}">
                      <a16:colId xmlns:a16="http://schemas.microsoft.com/office/drawing/2014/main" val="267750830"/>
                    </a:ext>
                  </a:extLst>
                </a:gridCol>
                <a:gridCol w="365457">
                  <a:extLst>
                    <a:ext uri="{9D8B030D-6E8A-4147-A177-3AD203B41FA5}">
                      <a16:colId xmlns:a16="http://schemas.microsoft.com/office/drawing/2014/main" val="3966469970"/>
                    </a:ext>
                  </a:extLst>
                </a:gridCol>
                <a:gridCol w="365457">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2024</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2029</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Q4</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a:ea typeface="+mn-ea"/>
                          <a:cs typeface="Arial"/>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a:ea typeface="+mn-ea"/>
                          <a:cs typeface="Arial"/>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74202" y="87562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118" name="Isosceles Triangle 117"/>
          <p:cNvSpPr/>
          <p:nvPr/>
        </p:nvSpPr>
        <p:spPr>
          <a:xfrm rot="5400000">
            <a:off x="8802713"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1627192" y="1732641"/>
            <a:ext cx="1142815" cy="209648"/>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 IPF N=230 (IPF 180+50 PPF)</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68" name="Rectangle 67"/>
          <p:cNvSpPr/>
          <p:nvPr/>
        </p:nvSpPr>
        <p:spPr>
          <a:xfrm>
            <a:off x="2582060" y="1953884"/>
            <a:ext cx="324128"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LSR</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0" name="Rectangle 69"/>
          <p:cNvSpPr/>
          <p:nvPr/>
        </p:nvSpPr>
        <p:spPr>
          <a:xfrm>
            <a:off x="1491362" y="1953884"/>
            <a:ext cx="319318" cy="207749"/>
          </a:xfrm>
          <a:prstGeom prst="rect">
            <a:avLst/>
          </a:prstGeom>
        </p:spPr>
        <p:txBody>
          <a:bodyPr wrap="none">
            <a:spAutoFit/>
          </a:bodyPr>
          <a:lstStyle/>
          <a:p>
            <a:pPr algn="ctr" defTabSz="914243">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1568857" y="18626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4250716" y="2471093"/>
            <a:ext cx="3579787"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PF-ILD</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4247781" y="2299786"/>
            <a:ext cx="514886"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solidFill>
                  <a:schemeClr val="tx1"/>
                </a:solidFill>
              </a:rPr>
              <a:t>Apr 2026</a:t>
            </a:r>
            <a:endParaRPr lang="zh-CN" altLang="en-US">
              <a:solidFill>
                <a:schemeClr val="tx1"/>
              </a:solidFill>
            </a:endParaRPr>
          </a:p>
        </p:txBody>
      </p:sp>
      <p:pic>
        <p:nvPicPr>
          <p:cNvPr id="2" name="Picture 1"/>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58934" y="1106107"/>
            <a:ext cx="853514" cy="420660"/>
          </a:xfrm>
          <a:prstGeom prst="rect">
            <a:avLst/>
          </a:prstGeom>
        </p:spPr>
      </p:pic>
      <p:pic>
        <p:nvPicPr>
          <p:cNvPr id="4" name="Picture 3"/>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11121" y="2756430"/>
            <a:ext cx="853514" cy="420660"/>
          </a:xfrm>
          <a:prstGeom prst="rect">
            <a:avLst/>
          </a:prstGeom>
        </p:spPr>
      </p:pic>
      <p:pic>
        <p:nvPicPr>
          <p:cNvPr id="57" name="Picture 56" descr="Traffic light - Simple English Wikipedia, the free ..."/>
          <p:cNvPicPr>
            <a:picLocks noChangeAspect="1"/>
          </p:cNvPicPr>
          <p:nvPr/>
        </p:nvPicPr>
        <p:blipFill rotWithShape="1">
          <a:blip r:embed="rId36" cstate="print">
            <a:extLst>
              <a:ext uri="{28A0092B-C50C-407E-A947-70E740481C1C}">
                <a14:useLocalDpi xmlns:a14="http://schemas.microsoft.com/office/drawing/2010/main"/>
              </a:ext>
            </a:extLst>
          </a:blip>
          <a:srcRect/>
          <a:stretch/>
        </p:blipFill>
        <p:spPr>
          <a:xfrm rot="16200000" flipV="1">
            <a:off x="8282005" y="-454615"/>
            <a:ext cx="523878" cy="1294885"/>
          </a:xfrm>
          <a:prstGeom prst="rect">
            <a:avLst/>
          </a:prstGeom>
        </p:spPr>
      </p:pic>
      <p:sp>
        <p:nvSpPr>
          <p:cNvPr id="44" name="5-Point Star 5">
            <a:extLst>
              <a:ext uri="{FF2B5EF4-FFF2-40B4-BE49-F238E27FC236}">
                <a16:creationId xmlns:a16="http://schemas.microsoft.com/office/drawing/2014/main" id="{7330BA15-80DC-4E83-B36A-86FF92C02942}"/>
              </a:ext>
            </a:extLst>
          </p:cNvPr>
          <p:cNvSpPr/>
          <p:nvPr/>
        </p:nvSpPr>
        <p:spPr>
          <a:xfrm>
            <a:off x="2557241" y="1889559"/>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cxnSp>
        <p:nvCxnSpPr>
          <p:cNvPr id="10" name="Straight Arrow Connector 9">
            <a:extLst>
              <a:ext uri="{FF2B5EF4-FFF2-40B4-BE49-F238E27FC236}">
                <a16:creationId xmlns:a16="http://schemas.microsoft.com/office/drawing/2014/main" id="{11A40912-9DB0-449E-937E-4B09B4DEA41B}"/>
              </a:ext>
            </a:extLst>
          </p:cNvPr>
          <p:cNvCxnSpPr>
            <a:cxnSpLocks/>
          </p:cNvCxnSpPr>
          <p:nvPr/>
        </p:nvCxnSpPr>
        <p:spPr>
          <a:xfrm>
            <a:off x="7828334" y="2634218"/>
            <a:ext cx="0" cy="96695"/>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60" name="5-Point Star 5">
            <a:extLst>
              <a:ext uri="{FF2B5EF4-FFF2-40B4-BE49-F238E27FC236}">
                <a16:creationId xmlns:a16="http://schemas.microsoft.com/office/drawing/2014/main" id="{483FC877-8C65-4FBB-8C5D-A8342A749CC1}"/>
              </a:ext>
            </a:extLst>
          </p:cNvPr>
          <p:cNvSpPr/>
          <p:nvPr/>
        </p:nvSpPr>
        <p:spPr>
          <a:xfrm>
            <a:off x="8225606" y="2534901"/>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98" name="5-Point Star 5">
            <a:extLst>
              <a:ext uri="{FF2B5EF4-FFF2-40B4-BE49-F238E27FC236}">
                <a16:creationId xmlns:a16="http://schemas.microsoft.com/office/drawing/2014/main" id="{E9CDEBE6-1B98-49B0-BB3E-4E4742B94638}"/>
              </a:ext>
            </a:extLst>
          </p:cNvPr>
          <p:cNvSpPr/>
          <p:nvPr/>
        </p:nvSpPr>
        <p:spPr>
          <a:xfrm>
            <a:off x="3744079" y="2507825"/>
            <a:ext cx="115504" cy="120107"/>
          </a:xfrm>
          <a:prstGeom prst="star5">
            <a:avLst/>
          </a:prstGeom>
          <a:solidFill>
            <a:schemeClr val="accent5">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99" name="OTLSHAPE_T_e17f3958430f4cff8650518c93c7635e_StartDate">
            <a:extLst>
              <a:ext uri="{FF2B5EF4-FFF2-40B4-BE49-F238E27FC236}">
                <a16:creationId xmlns:a16="http://schemas.microsoft.com/office/drawing/2014/main" id="{60F985A7-AFE4-4927-9447-634719D10FAA}"/>
              </a:ext>
            </a:extLst>
          </p:cNvPr>
          <p:cNvSpPr txBox="1"/>
          <p:nvPr>
            <p:custDataLst>
              <p:tags r:id="rId3"/>
            </p:custDataLst>
          </p:nvPr>
        </p:nvSpPr>
        <p:spPr>
          <a:xfrm>
            <a:off x="3297420" y="2395736"/>
            <a:ext cx="530915" cy="323165"/>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43">
              <a:defRPr/>
            </a:pPr>
            <a:r>
              <a:rPr lang="en-US" altLang="zh-CN"/>
              <a:t>CTA sub</a:t>
            </a:r>
          </a:p>
          <a:p>
            <a:pPr defTabSz="914243">
              <a:defRPr/>
            </a:pPr>
            <a:r>
              <a:rPr lang="en-US" altLang="zh-CN">
                <a:solidFill>
                  <a:schemeClr val="tx1"/>
                </a:solidFill>
              </a:rPr>
              <a:t>Jan 2026</a:t>
            </a:r>
            <a:endParaRPr lang="zh-CN" altLang="en-US">
              <a:solidFill>
                <a:schemeClr val="tx1"/>
              </a:solidFill>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1352915" y="4280138"/>
            <a:ext cx="1780969" cy="646331"/>
          </a:xfrm>
          <a:prstGeom prst="rect">
            <a:avLst/>
          </a:prstGeom>
          <a:noFill/>
        </p:spPr>
        <p:txBody>
          <a:bodyPr wrap="square" lIns="0" tIns="0" rIns="0" bIns="0" rtlCol="0">
            <a:spAutoFit/>
          </a:bodyPr>
          <a:lstStyle/>
          <a:p>
            <a:pPr defTabSz="914288">
              <a:defRPr/>
            </a:pPr>
            <a:r>
              <a:rPr lang="en-US" altLang="zh-CN" sz="700">
                <a:solidFill>
                  <a:srgbClr val="000000"/>
                </a:solidFill>
                <a:latin typeface="BISansCond"/>
              </a:rPr>
              <a:t>FSS: First subject Screen</a:t>
            </a:r>
          </a:p>
          <a:p>
            <a:pPr defTabSz="914288">
              <a:defRPr/>
            </a:pPr>
            <a:r>
              <a:rPr lang="en-US" altLang="zh-CN" sz="700">
                <a:solidFill>
                  <a:srgbClr val="000000"/>
                </a:solidFill>
                <a:latin typeface="BISansCond"/>
              </a:rPr>
              <a:t>LSC: Last Subject complete</a:t>
            </a:r>
          </a:p>
          <a:p>
            <a:pPr defTabSz="914288">
              <a:defRPr/>
            </a:pPr>
            <a:r>
              <a:rPr lang="en-US" altLang="zh-CN" sz="700">
                <a:solidFill>
                  <a:srgbClr val="000000"/>
                </a:solidFill>
                <a:latin typeface="BISansCond"/>
              </a:rPr>
              <a:t>LSR: Last subject randomization</a:t>
            </a:r>
          </a:p>
          <a:p>
            <a:pPr defTabSz="914288">
              <a:defRPr/>
            </a:pPr>
            <a:r>
              <a:rPr lang="en-US" altLang="zh-CN" sz="700">
                <a:solidFill>
                  <a:srgbClr val="000000"/>
                </a:solidFill>
                <a:latin typeface="BISansCond"/>
              </a:rPr>
              <a:t>SQV: Site qualification visit</a:t>
            </a:r>
          </a:p>
          <a:p>
            <a:pPr defTabSz="914288">
              <a:defRPr/>
            </a:pPr>
            <a:r>
              <a:rPr lang="en-US" altLang="zh-CN" sz="700">
                <a:solidFill>
                  <a:srgbClr val="000000"/>
                </a:solidFill>
                <a:latin typeface="BISansCond"/>
              </a:rPr>
              <a:t>AEP: Asset evidence plan</a:t>
            </a:r>
          </a:p>
          <a:p>
            <a:pPr defTabSz="914288">
              <a:defRPr/>
            </a:pPr>
            <a:r>
              <a:rPr lang="en-US" altLang="zh-CN" sz="700">
                <a:solidFill>
                  <a:srgbClr val="000000"/>
                </a:solidFill>
                <a:latin typeface="BISansCond"/>
              </a:rPr>
              <a:t>HAI: Health authority interaction</a:t>
            </a:r>
          </a:p>
        </p:txBody>
      </p:sp>
      <p:sp>
        <p:nvSpPr>
          <p:cNvPr id="113" name="OTLSHAPE_T_e17f3958430f4cff8650518c93c7635e_StartDate">
            <a:extLst>
              <a:ext uri="{FF2B5EF4-FFF2-40B4-BE49-F238E27FC236}">
                <a16:creationId xmlns:a16="http://schemas.microsoft.com/office/drawing/2014/main" id="{A2BFCC99-10CA-4B3D-B761-C3B50E1A72E2}"/>
              </a:ext>
            </a:extLst>
          </p:cNvPr>
          <p:cNvSpPr txBox="1"/>
          <p:nvPr>
            <p:custDataLst>
              <p:tags r:id="rId4"/>
            </p:custDataLst>
          </p:nvPr>
        </p:nvSpPr>
        <p:spPr>
          <a:xfrm>
            <a:off x="7500732" y="2305912"/>
            <a:ext cx="518092"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solidFill>
                  <a:schemeClr val="tx1"/>
                </a:solidFill>
              </a:rPr>
              <a:t>Sep 2028</a:t>
            </a:r>
            <a:endParaRPr lang="zh-CN" altLang="en-US">
              <a:solidFill>
                <a:schemeClr val="tx1"/>
              </a:solidFill>
            </a:endParaRPr>
          </a:p>
        </p:txBody>
      </p:sp>
      <p:sp>
        <p:nvSpPr>
          <p:cNvPr id="126" name="Star: 4 Points 143">
            <a:extLst>
              <a:ext uri="{FF2B5EF4-FFF2-40B4-BE49-F238E27FC236}">
                <a16:creationId xmlns:a16="http://schemas.microsoft.com/office/drawing/2014/main" id="{A2D9C789-D61C-4C00-A0BE-D5F7642EF81B}"/>
              </a:ext>
            </a:extLst>
          </p:cNvPr>
          <p:cNvSpPr/>
          <p:nvPr/>
        </p:nvSpPr>
        <p:spPr bwMode="auto">
          <a:xfrm>
            <a:off x="4181620" y="257218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5"/>
            </p:custDataLst>
          </p:nvPr>
        </p:nvSpPr>
        <p:spPr>
          <a:xfrm>
            <a:off x="7766625" y="2613507"/>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latin typeface="Calibri" panose="020F0502020204030204" pitchFamily="34" charset="0"/>
                <a:ea typeface="宋体" panose="02010600030101010101" pitchFamily="2" charset="-122"/>
              </a:rPr>
              <a:t>US NDA</a:t>
            </a:r>
          </a:p>
          <a:p>
            <a:pPr algn="ctr" defTabSz="914265">
              <a:defRPr/>
            </a:pPr>
            <a:r>
              <a:rPr lang="en-US" altLang="zh-CN" sz="700" b="1">
                <a:latin typeface="Calibri" panose="020F0502020204030204" pitchFamily="34" charset="0"/>
                <a:ea typeface="宋体" panose="02010600030101010101" pitchFamily="2" charset="-122"/>
              </a:rPr>
              <a:t>Jan 2029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9034934" y="2488832"/>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6"/>
            </p:custDataLst>
          </p:nvPr>
        </p:nvSpPr>
        <p:spPr>
          <a:xfrm>
            <a:off x="8462140" y="2619007"/>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latin typeface="Calibri" panose="020F0502020204030204" pitchFamily="34" charset="0"/>
                <a:ea typeface="宋体" panose="02010600030101010101" pitchFamily="2" charset="-122"/>
              </a:rPr>
              <a:t>US Launch</a:t>
            </a:r>
          </a:p>
          <a:p>
            <a:pPr algn="ctr" defTabSz="914265">
              <a:defRPr/>
            </a:pPr>
            <a:r>
              <a:rPr lang="en-US" altLang="zh-CN" sz="700" b="1">
                <a:latin typeface="Calibri" panose="020F0502020204030204" pitchFamily="34" charset="0"/>
                <a:ea typeface="宋体" panose="02010600030101010101" pitchFamily="2" charset="-122"/>
              </a:rPr>
              <a:t>Feb 2030 </a:t>
            </a:r>
          </a:p>
        </p:txBody>
      </p:sp>
      <p:pic>
        <p:nvPicPr>
          <p:cNvPr id="176" name="Graphic 175" descr="Flag with solid fill">
            <a:extLst>
              <a:ext uri="{FF2B5EF4-FFF2-40B4-BE49-F238E27FC236}">
                <a16:creationId xmlns:a16="http://schemas.microsoft.com/office/drawing/2014/main" id="{87B94F19-31D5-482E-82CA-76656F8C4A0E}"/>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8991743" y="3832308"/>
            <a:ext cx="139373" cy="139373"/>
          </a:xfrm>
          <a:prstGeom prst="rect">
            <a:avLst/>
          </a:prstGeom>
        </p:spPr>
      </p:pic>
      <p:sp>
        <p:nvSpPr>
          <p:cNvPr id="131" name="OTLSHAPE_T_5a934a26f311425e8ebaa0f45e6533ad_Shape">
            <a:extLst>
              <a:ext uri="{FF2B5EF4-FFF2-40B4-BE49-F238E27FC236}">
                <a16:creationId xmlns:a16="http://schemas.microsoft.com/office/drawing/2014/main" id="{BA0DC681-A90C-4B81-9C59-C68D6D4ED922}"/>
              </a:ext>
            </a:extLst>
          </p:cNvPr>
          <p:cNvSpPr/>
          <p:nvPr/>
        </p:nvSpPr>
        <p:spPr bwMode="auto">
          <a:xfrm>
            <a:off x="2769391" y="1732308"/>
            <a:ext cx="624697" cy="21031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600" b="1">
                <a:solidFill>
                  <a:srgbClr val="000000"/>
                </a:solidFill>
                <a:latin typeface="Calibri" panose="020F0502020204030204" pitchFamily="34" charset="0"/>
                <a:cs typeface="Calibri" panose="020F0502020204030204" pitchFamily="34" charset="0"/>
              </a:rPr>
              <a:t>LSR-Key results* </a:t>
            </a:r>
          </a:p>
        </p:txBody>
      </p:sp>
      <p:sp>
        <p:nvSpPr>
          <p:cNvPr id="132" name="OTLSHAPE_T_e17f3958430f4cff8650518c93c7635e_StartDate">
            <a:extLst>
              <a:ext uri="{FF2B5EF4-FFF2-40B4-BE49-F238E27FC236}">
                <a16:creationId xmlns:a16="http://schemas.microsoft.com/office/drawing/2014/main" id="{3C3CACA0-6719-4369-B7E3-DFDE8A562372}"/>
              </a:ext>
            </a:extLst>
          </p:cNvPr>
          <p:cNvSpPr txBox="1"/>
          <p:nvPr>
            <p:custDataLst>
              <p:tags r:id="rId7"/>
            </p:custDataLst>
          </p:nvPr>
        </p:nvSpPr>
        <p:spPr>
          <a:xfrm>
            <a:off x="1390750" y="1488393"/>
            <a:ext cx="524503"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Aug 2024</a:t>
            </a:r>
            <a:endParaRPr lang="zh-CN" altLang="en-US">
              <a:solidFill>
                <a:schemeClr val="tx1"/>
              </a:solidFill>
            </a:endParaRPr>
          </a:p>
        </p:txBody>
      </p:sp>
      <p:sp>
        <p:nvSpPr>
          <p:cNvPr id="133" name="Rectangle 132">
            <a:extLst>
              <a:ext uri="{FF2B5EF4-FFF2-40B4-BE49-F238E27FC236}">
                <a16:creationId xmlns:a16="http://schemas.microsoft.com/office/drawing/2014/main" id="{BE781C2A-58A0-4FE3-9F3C-66B02D65B594}"/>
              </a:ext>
            </a:extLst>
          </p:cNvPr>
          <p:cNvSpPr/>
          <p:nvPr/>
        </p:nvSpPr>
        <p:spPr>
          <a:xfrm>
            <a:off x="4079948" y="2654114"/>
            <a:ext cx="309701" cy="200055"/>
          </a:xfrm>
          <a:prstGeom prst="rect">
            <a:avLst/>
          </a:prstGeom>
        </p:spPr>
        <p:txBody>
          <a:bodyPr wrap="none">
            <a:spAutoFit/>
          </a:bodyPr>
          <a:lstStyle/>
          <a:p>
            <a:pPr algn="ctr" defTabSz="914243">
              <a:defRPr/>
            </a:pPr>
            <a:r>
              <a:rPr lang="en-US" altLang="zh-CN" sz="700" b="1">
                <a:solidFill>
                  <a:srgbClr val="44546A"/>
                </a:solidFill>
                <a:latin typeface="Calibri" panose="020F0502020204030204" pitchFamily="34" charset="0"/>
                <a:cs typeface="Calibri" panose="020F0502020204030204" pitchFamily="34" charset="0"/>
              </a:rPr>
              <a:t>FSS</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134" name="Rectangle 133">
            <a:extLst>
              <a:ext uri="{FF2B5EF4-FFF2-40B4-BE49-F238E27FC236}">
                <a16:creationId xmlns:a16="http://schemas.microsoft.com/office/drawing/2014/main" id="{E61D2C1C-5D4E-4553-8CF3-07858D1B74DC}"/>
              </a:ext>
            </a:extLst>
          </p:cNvPr>
          <p:cNvSpPr/>
          <p:nvPr/>
        </p:nvSpPr>
        <p:spPr>
          <a:xfrm>
            <a:off x="7472962" y="2660695"/>
            <a:ext cx="591830" cy="200055"/>
          </a:xfrm>
          <a:prstGeom prst="rect">
            <a:avLst/>
          </a:prstGeom>
        </p:spPr>
        <p:txBody>
          <a:bodyPr wrap="none">
            <a:spAutoFit/>
          </a:bodyPr>
          <a:lstStyle/>
          <a:p>
            <a:pPr algn="ctr" defTabSz="914243">
              <a:defRPr/>
            </a:pPr>
            <a:r>
              <a:rPr lang="en-US" altLang="zh-CN" sz="700" b="1">
                <a:solidFill>
                  <a:srgbClr val="44546A"/>
                </a:solidFill>
                <a:latin typeface="Calibri" panose="020F0502020204030204" pitchFamily="34" charset="0"/>
                <a:cs typeface="Calibri" panose="020F0502020204030204" pitchFamily="34" charset="0"/>
              </a:rPr>
              <a:t>Key results</a:t>
            </a:r>
            <a:endParaRPr lang="zh-CN" altLang="en-US" sz="700" b="1">
              <a:solidFill>
                <a:srgbClr val="44546A"/>
              </a:solidFill>
              <a:latin typeface="Calibri" panose="020F0502020204030204" pitchFamily="34" charset="0"/>
              <a:cs typeface="Calibri" panose="020F0502020204030204" pitchFamily="34" charset="0"/>
            </a:endParaRPr>
          </a:p>
        </p:txBody>
      </p:sp>
      <p:sp>
        <p:nvSpPr>
          <p:cNvPr id="140" name="OTLSHAPE_T_e17f3958430f4cff8650518c93c7635e_StartDate">
            <a:extLst>
              <a:ext uri="{FF2B5EF4-FFF2-40B4-BE49-F238E27FC236}">
                <a16:creationId xmlns:a16="http://schemas.microsoft.com/office/drawing/2014/main" id="{2C476CE0-4E49-48BA-9546-8CA92E930315}"/>
              </a:ext>
            </a:extLst>
          </p:cNvPr>
          <p:cNvSpPr txBox="1"/>
          <p:nvPr>
            <p:custDataLst>
              <p:tags r:id="rId8"/>
            </p:custDataLst>
          </p:nvPr>
        </p:nvSpPr>
        <p:spPr>
          <a:xfrm>
            <a:off x="3241412" y="1542254"/>
            <a:ext cx="321465" cy="200055"/>
          </a:xfrm>
          <a:prstGeom prst="rect">
            <a:avLst/>
          </a:prstGeom>
        </p:spPr>
        <p:txBody>
          <a:bodyPr wrap="squar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Sep</a:t>
            </a:r>
            <a:endParaRPr lang="zh-CN" altLang="en-US"/>
          </a:p>
        </p:txBody>
      </p:sp>
      <p:sp>
        <p:nvSpPr>
          <p:cNvPr id="142" name="OTLSHAPE_T_e17f3958430f4cff8650518c93c7635e_Shape">
            <a:extLst>
              <a:ext uri="{FF2B5EF4-FFF2-40B4-BE49-F238E27FC236}">
                <a16:creationId xmlns:a16="http://schemas.microsoft.com/office/drawing/2014/main" id="{13BBD805-6B4E-49B8-8A28-7FC80412D5B3}"/>
              </a:ext>
            </a:extLst>
          </p:cNvPr>
          <p:cNvSpPr/>
          <p:nvPr>
            <p:custDataLst>
              <p:tags r:id="rId9"/>
            </p:custDataLst>
          </p:nvPr>
        </p:nvSpPr>
        <p:spPr bwMode="auto">
          <a:xfrm>
            <a:off x="1137857" y="3169034"/>
            <a:ext cx="641463" cy="198633"/>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699" eaLnBrk="0" fontAlgn="base" hangingPunct="0">
              <a:spcBef>
                <a:spcPct val="0"/>
              </a:spcBef>
              <a:spcAft>
                <a:spcPct val="0"/>
              </a:spcAft>
              <a:defRPr/>
            </a:pPr>
            <a:r>
              <a:rPr lang="en-US" altLang="zh-CN" sz="450" b="1">
                <a:solidFill>
                  <a:srgbClr val="000000"/>
                </a:solidFill>
                <a:latin typeface="BISansCond"/>
              </a:rPr>
              <a:t>CTA Review + EC + HGRAC + 1</a:t>
            </a:r>
            <a:r>
              <a:rPr lang="en-US" altLang="zh-CN" sz="450" b="1" baseline="30000">
                <a:solidFill>
                  <a:srgbClr val="000000"/>
                </a:solidFill>
                <a:latin typeface="BISansCond"/>
              </a:rPr>
              <a:t>st</a:t>
            </a:r>
            <a:r>
              <a:rPr lang="en-US" altLang="zh-CN" sz="450" b="1">
                <a:solidFill>
                  <a:srgbClr val="000000"/>
                </a:solidFill>
                <a:latin typeface="BISansCond"/>
              </a:rPr>
              <a:t> SIV (6m) *</a:t>
            </a:r>
            <a:endParaRPr lang="zh-CN" altLang="en-US" sz="450" b="1">
              <a:solidFill>
                <a:srgbClr val="000000"/>
              </a:solidFill>
              <a:latin typeface="BISansCond"/>
            </a:endParaRPr>
          </a:p>
        </p:txBody>
      </p:sp>
      <p:sp>
        <p:nvSpPr>
          <p:cNvPr id="145" name="5-Point Star 5">
            <a:extLst>
              <a:ext uri="{FF2B5EF4-FFF2-40B4-BE49-F238E27FC236}">
                <a16:creationId xmlns:a16="http://schemas.microsoft.com/office/drawing/2014/main" id="{FF2EE900-EF38-4A20-8571-F11FC61C771A}"/>
              </a:ext>
            </a:extLst>
          </p:cNvPr>
          <p:cNvSpPr/>
          <p:nvPr/>
        </p:nvSpPr>
        <p:spPr>
          <a:xfrm>
            <a:off x="1095202" y="3169177"/>
            <a:ext cx="70673" cy="8656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146" name="OTLSHAPE_T_e17f3958430f4cff8650518c93c7635e_StartDate">
            <a:extLst>
              <a:ext uri="{FF2B5EF4-FFF2-40B4-BE49-F238E27FC236}">
                <a16:creationId xmlns:a16="http://schemas.microsoft.com/office/drawing/2014/main" id="{D8665EA8-642E-464A-8E61-6CC42C7EAA9D}"/>
              </a:ext>
            </a:extLst>
          </p:cNvPr>
          <p:cNvSpPr txBox="1"/>
          <p:nvPr>
            <p:custDataLst>
              <p:tags r:id="rId10"/>
            </p:custDataLst>
          </p:nvPr>
        </p:nvSpPr>
        <p:spPr>
          <a:xfrm>
            <a:off x="1651275" y="3029643"/>
            <a:ext cx="324128"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Aug</a:t>
            </a:r>
            <a:endParaRPr lang="zh-CN" altLang="en-US"/>
          </a:p>
        </p:txBody>
      </p:sp>
      <p:sp>
        <p:nvSpPr>
          <p:cNvPr id="168" name="TextBox 167">
            <a:extLst>
              <a:ext uri="{FF2B5EF4-FFF2-40B4-BE49-F238E27FC236}">
                <a16:creationId xmlns:a16="http://schemas.microsoft.com/office/drawing/2014/main" id="{4DB12822-D323-4E0B-AE96-3644EF7C47E3}"/>
              </a:ext>
            </a:extLst>
          </p:cNvPr>
          <p:cNvSpPr txBox="1"/>
          <p:nvPr/>
        </p:nvSpPr>
        <p:spPr>
          <a:xfrm>
            <a:off x="554566" y="3678769"/>
            <a:ext cx="551754"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algn="l" defTabSz="914243">
              <a:defRPr/>
            </a:pPr>
            <a:r>
              <a:rPr lang="en-US" altLang="zh-CN"/>
              <a:t> Nov 2023</a:t>
            </a:r>
            <a:endParaRPr lang="zh-CN" altLang="en-US"/>
          </a:p>
        </p:txBody>
      </p:sp>
      <p:sp>
        <p:nvSpPr>
          <p:cNvPr id="171" name="Rectangle 170">
            <a:extLst>
              <a:ext uri="{FF2B5EF4-FFF2-40B4-BE49-F238E27FC236}">
                <a16:creationId xmlns:a16="http://schemas.microsoft.com/office/drawing/2014/main" id="{5DF7619E-8037-4119-9490-E9399FFC5DFC}"/>
              </a:ext>
            </a:extLst>
          </p:cNvPr>
          <p:cNvSpPr/>
          <p:nvPr/>
        </p:nvSpPr>
        <p:spPr>
          <a:xfrm>
            <a:off x="1779648" y="3167071"/>
            <a:ext cx="955382" cy="202559"/>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600" b="1">
                <a:latin typeface="BISansCond"/>
                <a:cs typeface="Calibri" panose="020F0502020204030204" pitchFamily="34" charset="0"/>
              </a:rPr>
              <a:t>N = 14</a:t>
            </a:r>
          </a:p>
          <a:p>
            <a:pPr algn="ctr" defTabSz="914288" eaLnBrk="0" fontAlgn="base" hangingPunct="0">
              <a:spcBef>
                <a:spcPct val="0"/>
              </a:spcBef>
              <a:spcAft>
                <a:spcPct val="0"/>
              </a:spcAft>
              <a:defRPr/>
            </a:pPr>
            <a:r>
              <a:rPr lang="en-US" altLang="zh-CN" sz="600" b="1">
                <a:solidFill>
                  <a:srgbClr val="000000"/>
                </a:solidFill>
                <a:latin typeface="BISansCond"/>
                <a:cs typeface="Calibri" panose="020F0502020204030204" pitchFamily="34" charset="0"/>
              </a:rPr>
              <a:t>Recruit. Window ~7m</a:t>
            </a:r>
          </a:p>
        </p:txBody>
      </p:sp>
      <p:sp>
        <p:nvSpPr>
          <p:cNvPr id="181" name="OTLSHAPE_T_5a934a26f311425e8ebaa0f45e6533ad_Shape">
            <a:extLst>
              <a:ext uri="{FF2B5EF4-FFF2-40B4-BE49-F238E27FC236}">
                <a16:creationId xmlns:a16="http://schemas.microsoft.com/office/drawing/2014/main" id="{EEA5C35B-8C6C-40D7-AB8F-8B0B207C03C4}"/>
              </a:ext>
            </a:extLst>
          </p:cNvPr>
          <p:cNvSpPr/>
          <p:nvPr/>
        </p:nvSpPr>
        <p:spPr bwMode="auto">
          <a:xfrm>
            <a:off x="2739903" y="3152682"/>
            <a:ext cx="603828" cy="23133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600" b="1">
                <a:solidFill>
                  <a:srgbClr val="000000"/>
                </a:solidFill>
                <a:latin typeface="Calibri" panose="020F0502020204030204" pitchFamily="34" charset="0"/>
                <a:cs typeface="Calibri" panose="020F0502020204030204" pitchFamily="34" charset="0"/>
              </a:rPr>
              <a:t>LSR-Key results</a:t>
            </a:r>
          </a:p>
        </p:txBody>
      </p:sp>
      <p:sp>
        <p:nvSpPr>
          <p:cNvPr id="62" name="OTLSHAPE_T_e17f3958430f4cff8650518c93c7635e_StartDate">
            <a:extLst>
              <a:ext uri="{FF2B5EF4-FFF2-40B4-BE49-F238E27FC236}">
                <a16:creationId xmlns:a16="http://schemas.microsoft.com/office/drawing/2014/main" id="{CD85B817-8531-43FF-BC59-76B1A69AEED5}"/>
              </a:ext>
            </a:extLst>
          </p:cNvPr>
          <p:cNvSpPr txBox="1"/>
          <p:nvPr>
            <p:custDataLst>
              <p:tags r:id="rId11"/>
            </p:custDataLst>
          </p:nvPr>
        </p:nvSpPr>
        <p:spPr>
          <a:xfrm>
            <a:off x="1005144" y="3038646"/>
            <a:ext cx="317716"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Feb</a:t>
            </a:r>
            <a:endParaRPr lang="zh-CN" altLang="en-US"/>
          </a:p>
        </p:txBody>
      </p:sp>
      <p:sp>
        <p:nvSpPr>
          <p:cNvPr id="63" name="Rectangle 62">
            <a:extLst>
              <a:ext uri="{FF2B5EF4-FFF2-40B4-BE49-F238E27FC236}">
                <a16:creationId xmlns:a16="http://schemas.microsoft.com/office/drawing/2014/main" id="{492A0DBE-71F0-4ECE-858D-E9D50C6C3455}"/>
              </a:ext>
            </a:extLst>
          </p:cNvPr>
          <p:cNvSpPr/>
          <p:nvPr/>
        </p:nvSpPr>
        <p:spPr>
          <a:xfrm>
            <a:off x="2660847" y="3377398"/>
            <a:ext cx="316112" cy="200055"/>
          </a:xfrm>
          <a:prstGeom prst="rect">
            <a:avLst/>
          </a:prstGeom>
        </p:spPr>
        <p:txBody>
          <a:bodyPr wrap="none">
            <a:spAutoFit/>
          </a:bodyPr>
          <a:lstStyle/>
          <a:p>
            <a:pPr algn="ctr" defTabSz="914288">
              <a:defRPr/>
            </a:pPr>
            <a:r>
              <a:rPr lang="en-US" altLang="zh-CN" sz="700" b="1">
                <a:solidFill>
                  <a:srgbClr val="44546A"/>
                </a:solidFill>
                <a:latin typeface="Calibri" panose="020F0502020204030204" pitchFamily="34" charset="0"/>
              </a:rPr>
              <a:t>LSR</a:t>
            </a:r>
            <a:endParaRPr lang="zh-CN" altLang="en-US" sz="700" b="1">
              <a:solidFill>
                <a:srgbClr val="44546A"/>
              </a:solidFill>
              <a:latin typeface="Calibri" panose="020F0502020204030204" pitchFamily="34" charset="0"/>
            </a:endParaRPr>
          </a:p>
        </p:txBody>
      </p:sp>
      <p:sp>
        <p:nvSpPr>
          <p:cNvPr id="65" name="Rectangle 64">
            <a:extLst>
              <a:ext uri="{FF2B5EF4-FFF2-40B4-BE49-F238E27FC236}">
                <a16:creationId xmlns:a16="http://schemas.microsoft.com/office/drawing/2014/main" id="{046EF5FC-A42C-4B15-B99E-B2D65FB76B3A}"/>
              </a:ext>
            </a:extLst>
          </p:cNvPr>
          <p:cNvSpPr/>
          <p:nvPr/>
        </p:nvSpPr>
        <p:spPr>
          <a:xfrm>
            <a:off x="1561508" y="3345643"/>
            <a:ext cx="413896" cy="200055"/>
          </a:xfrm>
          <a:prstGeom prst="rect">
            <a:avLst/>
          </a:prstGeom>
        </p:spPr>
        <p:txBody>
          <a:bodyPr wrap="none">
            <a:spAutoFit/>
          </a:bodyPr>
          <a:lstStyle/>
          <a:p>
            <a:pPr algn="ctr" defTabSz="914288">
              <a:defRPr/>
            </a:pPr>
            <a:r>
              <a:rPr lang="en-US" altLang="zh-CN" sz="700" b="1">
                <a:solidFill>
                  <a:srgbClr val="44546A"/>
                </a:solidFill>
                <a:latin typeface="Calibri" panose="020F0502020204030204" pitchFamily="34" charset="0"/>
              </a:rPr>
              <a:t>1</a:t>
            </a:r>
            <a:r>
              <a:rPr lang="en-US" altLang="zh-CN" sz="700" b="1" baseline="30000">
                <a:solidFill>
                  <a:srgbClr val="44546A"/>
                </a:solidFill>
                <a:latin typeface="Calibri" panose="020F0502020204030204" pitchFamily="34" charset="0"/>
              </a:rPr>
              <a:t>st</a:t>
            </a:r>
            <a:r>
              <a:rPr lang="en-US" altLang="zh-CN" sz="700" b="1">
                <a:solidFill>
                  <a:srgbClr val="44546A"/>
                </a:solidFill>
                <a:latin typeface="Calibri" panose="020F0502020204030204" pitchFamily="34" charset="0"/>
              </a:rPr>
              <a:t> SIV</a:t>
            </a:r>
            <a:endParaRPr lang="zh-CN" altLang="en-US" sz="700" b="1">
              <a:solidFill>
                <a:srgbClr val="44546A"/>
              </a:solidFill>
              <a:latin typeface="Calibri" panose="020F0502020204030204" pitchFamily="34" charset="0"/>
            </a:endParaRPr>
          </a:p>
        </p:txBody>
      </p:sp>
      <p:sp>
        <p:nvSpPr>
          <p:cNvPr id="67" name="OTLSHAPE_T_e17f3958430f4cff8650518c93c7635e_Shape">
            <a:extLst>
              <a:ext uri="{FF2B5EF4-FFF2-40B4-BE49-F238E27FC236}">
                <a16:creationId xmlns:a16="http://schemas.microsoft.com/office/drawing/2014/main" id="{91974D9D-A93D-4138-B4F5-14B83E9DE45F}"/>
              </a:ext>
            </a:extLst>
          </p:cNvPr>
          <p:cNvSpPr/>
          <p:nvPr>
            <p:custDataLst>
              <p:tags r:id="rId12"/>
            </p:custDataLst>
          </p:nvPr>
        </p:nvSpPr>
        <p:spPr bwMode="auto">
          <a:xfrm>
            <a:off x="3887670" y="3814251"/>
            <a:ext cx="785331" cy="19202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699" eaLnBrk="0" fontAlgn="base" hangingPunct="0">
              <a:spcBef>
                <a:spcPct val="0"/>
              </a:spcBef>
              <a:spcAft>
                <a:spcPct val="0"/>
              </a:spcAft>
              <a:defRPr/>
            </a:pPr>
            <a:r>
              <a:rPr lang="en-US" altLang="zh-CN" sz="450" b="1">
                <a:solidFill>
                  <a:srgbClr val="000000"/>
                </a:solidFill>
                <a:latin typeface="Verdana" charset="0"/>
                <a:ea typeface="宋体" panose="02010600030101010101" pitchFamily="2" charset="-122"/>
              </a:rPr>
              <a:t>CTA Review + EC + HGRAC + 1</a:t>
            </a:r>
            <a:r>
              <a:rPr lang="en-US" altLang="zh-CN" sz="450" b="1" baseline="30000">
                <a:solidFill>
                  <a:srgbClr val="000000"/>
                </a:solidFill>
                <a:latin typeface="Verdana" charset="0"/>
                <a:ea typeface="宋体" panose="02010600030101010101" pitchFamily="2" charset="-122"/>
              </a:rPr>
              <a:t>st</a:t>
            </a:r>
            <a:r>
              <a:rPr lang="en-US" altLang="zh-CN" sz="450" b="1">
                <a:solidFill>
                  <a:srgbClr val="000000"/>
                </a:solidFill>
                <a:latin typeface="Verdana" charset="0"/>
                <a:ea typeface="宋体" panose="02010600030101010101" pitchFamily="2" charset="-122"/>
              </a:rPr>
              <a:t> SIV (6m) </a:t>
            </a:r>
            <a:endParaRPr lang="zh-CN" altLang="en-US" sz="450" b="1">
              <a:solidFill>
                <a:srgbClr val="000000"/>
              </a:solidFill>
              <a:latin typeface="Verdana" charset="0"/>
              <a:ea typeface="宋体" panose="02010600030101010101" pitchFamily="2" charset="-122"/>
            </a:endParaRPr>
          </a:p>
        </p:txBody>
      </p:sp>
      <p:sp>
        <p:nvSpPr>
          <p:cNvPr id="73" name="5-Point Star 5">
            <a:extLst>
              <a:ext uri="{FF2B5EF4-FFF2-40B4-BE49-F238E27FC236}">
                <a16:creationId xmlns:a16="http://schemas.microsoft.com/office/drawing/2014/main" id="{8DB81F6E-058E-4407-9718-CC3C19BF1A4F}"/>
              </a:ext>
            </a:extLst>
          </p:cNvPr>
          <p:cNvSpPr/>
          <p:nvPr/>
        </p:nvSpPr>
        <p:spPr>
          <a:xfrm>
            <a:off x="3852666" y="3807756"/>
            <a:ext cx="70673" cy="86563"/>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699">
              <a:defRPr/>
            </a:pPr>
            <a:endParaRPr lang="en-US" sz="1050" err="1">
              <a:solidFill>
                <a:srgbClr val="000000"/>
              </a:solidFill>
              <a:latin typeface="BISansOpti"/>
            </a:endParaRPr>
          </a:p>
        </p:txBody>
      </p:sp>
      <p:sp>
        <p:nvSpPr>
          <p:cNvPr id="74" name="OTLSHAPE_T_5a934a26f311425e8ebaa0f45e6533ad_Shape">
            <a:extLst>
              <a:ext uri="{FF2B5EF4-FFF2-40B4-BE49-F238E27FC236}">
                <a16:creationId xmlns:a16="http://schemas.microsoft.com/office/drawing/2014/main" id="{09757339-FB64-4FE3-B3F8-D62913619651}"/>
              </a:ext>
            </a:extLst>
          </p:cNvPr>
          <p:cNvSpPr/>
          <p:nvPr/>
        </p:nvSpPr>
        <p:spPr bwMode="auto">
          <a:xfrm>
            <a:off x="4673005" y="3814251"/>
            <a:ext cx="3237887"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PF-ILD</a:t>
            </a:r>
          </a:p>
        </p:txBody>
      </p:sp>
      <p:sp>
        <p:nvSpPr>
          <p:cNvPr id="75" name="OTLSHAPE_T_e17f3958430f4cff8650518c93c7635e_StartDate">
            <a:extLst>
              <a:ext uri="{FF2B5EF4-FFF2-40B4-BE49-F238E27FC236}">
                <a16:creationId xmlns:a16="http://schemas.microsoft.com/office/drawing/2014/main" id="{F8DB0387-0155-47EB-9556-44C1C5A7E1C9}"/>
              </a:ext>
            </a:extLst>
          </p:cNvPr>
          <p:cNvSpPr txBox="1"/>
          <p:nvPr>
            <p:custDataLst>
              <p:tags r:id="rId13"/>
            </p:custDataLst>
          </p:nvPr>
        </p:nvSpPr>
        <p:spPr>
          <a:xfrm>
            <a:off x="3712871" y="3659266"/>
            <a:ext cx="524503"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Jan  2026</a:t>
            </a:r>
            <a:endParaRPr lang="zh-CN" altLang="en-US"/>
          </a:p>
        </p:txBody>
      </p:sp>
      <p:sp>
        <p:nvSpPr>
          <p:cNvPr id="76" name="OTLSHAPE_T_e17f3958430f4cff8650518c93c7635e_StartDate">
            <a:extLst>
              <a:ext uri="{FF2B5EF4-FFF2-40B4-BE49-F238E27FC236}">
                <a16:creationId xmlns:a16="http://schemas.microsoft.com/office/drawing/2014/main" id="{9B9DE7A4-6B10-4642-A68C-F1D62E095891}"/>
              </a:ext>
            </a:extLst>
          </p:cNvPr>
          <p:cNvSpPr txBox="1"/>
          <p:nvPr>
            <p:custDataLst>
              <p:tags r:id="rId14"/>
            </p:custDataLst>
          </p:nvPr>
        </p:nvSpPr>
        <p:spPr>
          <a:xfrm>
            <a:off x="4454040" y="3659266"/>
            <a:ext cx="481222"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Jul 2026</a:t>
            </a:r>
            <a:endParaRPr lang="zh-CN" altLang="en-US"/>
          </a:p>
        </p:txBody>
      </p:sp>
      <p:sp>
        <p:nvSpPr>
          <p:cNvPr id="77" name="Star: 4 Points 143">
            <a:extLst>
              <a:ext uri="{FF2B5EF4-FFF2-40B4-BE49-F238E27FC236}">
                <a16:creationId xmlns:a16="http://schemas.microsoft.com/office/drawing/2014/main" id="{0DA3DF2D-D0D9-4772-84D6-48F9BF8287AC}"/>
              </a:ext>
            </a:extLst>
          </p:cNvPr>
          <p:cNvSpPr/>
          <p:nvPr/>
        </p:nvSpPr>
        <p:spPr bwMode="auto">
          <a:xfrm>
            <a:off x="4603910" y="395170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78" name="Rectangle 77">
            <a:extLst>
              <a:ext uri="{FF2B5EF4-FFF2-40B4-BE49-F238E27FC236}">
                <a16:creationId xmlns:a16="http://schemas.microsoft.com/office/drawing/2014/main" id="{65E9E9F2-DFAC-4319-B2D7-8F54FAB3AAB7}"/>
              </a:ext>
            </a:extLst>
          </p:cNvPr>
          <p:cNvSpPr/>
          <p:nvPr/>
        </p:nvSpPr>
        <p:spPr>
          <a:xfrm>
            <a:off x="4381701" y="4012645"/>
            <a:ext cx="413896" cy="200055"/>
          </a:xfrm>
          <a:prstGeom prst="rect">
            <a:avLst/>
          </a:prstGeom>
        </p:spPr>
        <p:txBody>
          <a:bodyPr wrap="none">
            <a:spAutoFit/>
          </a:bodyPr>
          <a:lstStyle/>
          <a:p>
            <a:pPr algn="ctr" defTabSz="914288">
              <a:defRPr/>
            </a:pPr>
            <a:r>
              <a:rPr lang="en-US" altLang="zh-CN" sz="700" b="1">
                <a:solidFill>
                  <a:srgbClr val="44546A"/>
                </a:solidFill>
                <a:latin typeface="Calibri" panose="020F0502020204030204" pitchFamily="34" charset="0"/>
              </a:rPr>
              <a:t>1</a:t>
            </a:r>
            <a:r>
              <a:rPr lang="en-US" altLang="zh-CN" sz="700" b="1" baseline="30000">
                <a:solidFill>
                  <a:srgbClr val="44546A"/>
                </a:solidFill>
                <a:latin typeface="Calibri" panose="020F0502020204030204" pitchFamily="34" charset="0"/>
              </a:rPr>
              <a:t>st</a:t>
            </a:r>
            <a:r>
              <a:rPr lang="en-US" altLang="zh-CN" sz="700" b="1">
                <a:solidFill>
                  <a:srgbClr val="44546A"/>
                </a:solidFill>
                <a:latin typeface="Calibri" panose="020F0502020204030204" pitchFamily="34" charset="0"/>
              </a:rPr>
              <a:t> SIV</a:t>
            </a:r>
            <a:endParaRPr lang="zh-CN" altLang="en-US" sz="700" b="1">
              <a:solidFill>
                <a:srgbClr val="44546A"/>
              </a:solidFill>
              <a:latin typeface="Calibri" panose="020F0502020204030204" pitchFamily="34" charset="0"/>
            </a:endParaRPr>
          </a:p>
        </p:txBody>
      </p:sp>
      <p:cxnSp>
        <p:nvCxnSpPr>
          <p:cNvPr id="79" name="Straight Arrow Connector 78">
            <a:extLst>
              <a:ext uri="{FF2B5EF4-FFF2-40B4-BE49-F238E27FC236}">
                <a16:creationId xmlns:a16="http://schemas.microsoft.com/office/drawing/2014/main" id="{EF2DEDA1-5D42-4DEC-85C9-8AAAA3FA0A9A}"/>
              </a:ext>
            </a:extLst>
          </p:cNvPr>
          <p:cNvCxnSpPr>
            <a:cxnSpLocks/>
          </p:cNvCxnSpPr>
          <p:nvPr/>
        </p:nvCxnSpPr>
        <p:spPr>
          <a:xfrm>
            <a:off x="7910125" y="4011280"/>
            <a:ext cx="0" cy="96695"/>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5CB93D55-4B2E-4A2B-944E-9AE32FE4A98D}"/>
              </a:ext>
            </a:extLst>
          </p:cNvPr>
          <p:cNvSpPr/>
          <p:nvPr/>
        </p:nvSpPr>
        <p:spPr>
          <a:xfrm>
            <a:off x="7557386" y="4012645"/>
            <a:ext cx="591830" cy="200055"/>
          </a:xfrm>
          <a:prstGeom prst="rect">
            <a:avLst/>
          </a:prstGeom>
        </p:spPr>
        <p:txBody>
          <a:bodyPr wrap="none">
            <a:spAutoFit/>
          </a:bodyPr>
          <a:lstStyle/>
          <a:p>
            <a:pPr algn="ctr" defTabSz="914288">
              <a:defRPr/>
            </a:pPr>
            <a:r>
              <a:rPr lang="en-US" altLang="zh-CN" sz="700" b="1">
                <a:solidFill>
                  <a:srgbClr val="44546A"/>
                </a:solidFill>
                <a:latin typeface="Calibri" panose="020F0502020204030204" pitchFamily="34" charset="0"/>
              </a:rPr>
              <a:t>Key results</a:t>
            </a:r>
            <a:endParaRPr lang="zh-CN" altLang="en-US" sz="700" b="1">
              <a:solidFill>
                <a:srgbClr val="44546A"/>
              </a:solidFill>
              <a:latin typeface="Calibri" panose="020F0502020204030204" pitchFamily="34" charset="0"/>
            </a:endParaRPr>
          </a:p>
        </p:txBody>
      </p:sp>
      <p:sp>
        <p:nvSpPr>
          <p:cNvPr id="81" name="OTLSHAPE_T_e17f3958430f4cff8650518c93c7635e_StartDate">
            <a:extLst>
              <a:ext uri="{FF2B5EF4-FFF2-40B4-BE49-F238E27FC236}">
                <a16:creationId xmlns:a16="http://schemas.microsoft.com/office/drawing/2014/main" id="{F10BB8CE-599D-48A6-9495-FAF7129E3BA5}"/>
              </a:ext>
            </a:extLst>
          </p:cNvPr>
          <p:cNvSpPr txBox="1"/>
          <p:nvPr>
            <p:custDataLst>
              <p:tags r:id="rId15"/>
            </p:custDataLst>
          </p:nvPr>
        </p:nvSpPr>
        <p:spPr>
          <a:xfrm>
            <a:off x="7624035" y="3639094"/>
            <a:ext cx="518092"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Sep 2028</a:t>
            </a:r>
            <a:endParaRPr lang="zh-CN" altLang="en-US"/>
          </a:p>
        </p:txBody>
      </p:sp>
      <p:sp>
        <p:nvSpPr>
          <p:cNvPr id="82" name="OTLSHAPE_T_e17f3958430f4cff8650518c93c7635e_StartDate">
            <a:extLst>
              <a:ext uri="{FF2B5EF4-FFF2-40B4-BE49-F238E27FC236}">
                <a16:creationId xmlns:a16="http://schemas.microsoft.com/office/drawing/2014/main" id="{696789EA-6A8D-4234-AD57-B5AA6DF6DE34}"/>
              </a:ext>
            </a:extLst>
          </p:cNvPr>
          <p:cNvSpPr txBox="1"/>
          <p:nvPr>
            <p:custDataLst>
              <p:tags r:id="rId16"/>
            </p:custDataLst>
          </p:nvPr>
        </p:nvSpPr>
        <p:spPr>
          <a:xfrm>
            <a:off x="8007975" y="3991023"/>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CN NDA</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Feb 2029 </a:t>
            </a:r>
          </a:p>
        </p:txBody>
      </p:sp>
      <p:sp>
        <p:nvSpPr>
          <p:cNvPr id="84" name="OTLSHAPE_T_e17f3958430f4cff8650518c93c7635e_StartDate">
            <a:extLst>
              <a:ext uri="{FF2B5EF4-FFF2-40B4-BE49-F238E27FC236}">
                <a16:creationId xmlns:a16="http://schemas.microsoft.com/office/drawing/2014/main" id="{52D8618E-FE15-468C-ABC2-99BF6154866D}"/>
              </a:ext>
            </a:extLst>
          </p:cNvPr>
          <p:cNvSpPr txBox="1"/>
          <p:nvPr>
            <p:custDataLst>
              <p:tags r:id="rId17"/>
            </p:custDataLst>
          </p:nvPr>
        </p:nvSpPr>
        <p:spPr>
          <a:xfrm>
            <a:off x="8506439" y="3990009"/>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CN approval</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2030</a:t>
            </a:r>
          </a:p>
        </p:txBody>
      </p:sp>
      <p:sp>
        <p:nvSpPr>
          <p:cNvPr id="85" name="5-Point Star 5">
            <a:extLst>
              <a:ext uri="{FF2B5EF4-FFF2-40B4-BE49-F238E27FC236}">
                <a16:creationId xmlns:a16="http://schemas.microsoft.com/office/drawing/2014/main" id="{5AC68164-03D3-4B4E-B30A-CC584C7AF647}"/>
              </a:ext>
            </a:extLst>
          </p:cNvPr>
          <p:cNvSpPr/>
          <p:nvPr/>
        </p:nvSpPr>
        <p:spPr>
          <a:xfrm>
            <a:off x="8386663" y="3873974"/>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91" name="OTLSHAPE_T_e17f3958430f4cff8650518c93c7635e_StartDate">
            <a:extLst>
              <a:ext uri="{FF2B5EF4-FFF2-40B4-BE49-F238E27FC236}">
                <a16:creationId xmlns:a16="http://schemas.microsoft.com/office/drawing/2014/main" id="{C3812FD7-D0AE-47D6-ACA6-C4FB5D7B6BAE}"/>
              </a:ext>
            </a:extLst>
          </p:cNvPr>
          <p:cNvSpPr txBox="1"/>
          <p:nvPr>
            <p:custDataLst>
              <p:tags r:id="rId18"/>
            </p:custDataLst>
          </p:nvPr>
        </p:nvSpPr>
        <p:spPr>
          <a:xfrm>
            <a:off x="2188732" y="1964271"/>
            <a:ext cx="703026" cy="186974"/>
          </a:xfrm>
          <a:prstGeom prst="rect">
            <a:avLst/>
          </a:prstGeom>
          <a:noFill/>
        </p:spPr>
        <p:txBody>
          <a:bodyPr wrap="square" lIns="91440" tIns="45720" rIns="91440" bIns="4572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algn="ctr" defTabSz="914243">
              <a:defRPr/>
            </a:pPr>
            <a:r>
              <a:rPr lang="en-US" altLang="zh-CN" sz="750" b="1" err="1">
                <a:solidFill>
                  <a:schemeClr val="tx1"/>
                </a:solidFill>
                <a:latin typeface="Calibri" panose="020F0502020204030204" pitchFamily="34" charset="0"/>
                <a:cs typeface="Calibri" panose="020F0502020204030204" pitchFamily="34" charset="0"/>
              </a:rPr>
              <a:t>PoCP</a:t>
            </a:r>
            <a:endParaRPr lang="en-US" altLang="zh-CN" sz="750" b="1">
              <a:solidFill>
                <a:schemeClr val="tx1"/>
              </a:solidFill>
              <a:latin typeface="Calibri" panose="020F0502020204030204" pitchFamily="34" charset="0"/>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AAD1D292-97F0-4B08-979E-B78ECBF621CA}"/>
              </a:ext>
            </a:extLst>
          </p:cNvPr>
          <p:cNvSpPr txBox="1"/>
          <p:nvPr>
            <p:custDataLst>
              <p:tags r:id="rId19"/>
            </p:custDataLst>
          </p:nvPr>
        </p:nvSpPr>
        <p:spPr>
          <a:xfrm>
            <a:off x="38520" y="3038646"/>
            <a:ext cx="481222"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Jul 2023</a:t>
            </a:r>
            <a:endParaRPr lang="zh-CN" altLang="en-US"/>
          </a:p>
        </p:txBody>
      </p:sp>
      <p:sp>
        <p:nvSpPr>
          <p:cNvPr id="87" name="5-Point Star 5">
            <a:extLst>
              <a:ext uri="{FF2B5EF4-FFF2-40B4-BE49-F238E27FC236}">
                <a16:creationId xmlns:a16="http://schemas.microsoft.com/office/drawing/2014/main" id="{CF7FE704-764D-4AC4-9833-EA9B7CE3B57C}"/>
              </a:ext>
            </a:extLst>
          </p:cNvPr>
          <p:cNvSpPr/>
          <p:nvPr/>
        </p:nvSpPr>
        <p:spPr>
          <a:xfrm>
            <a:off x="1066983" y="1706360"/>
            <a:ext cx="115504" cy="120107"/>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89" name="OTLSHAPE_T_e17f3958430f4cff8650518c93c7635e_StartDate">
            <a:extLst>
              <a:ext uri="{FF2B5EF4-FFF2-40B4-BE49-F238E27FC236}">
                <a16:creationId xmlns:a16="http://schemas.microsoft.com/office/drawing/2014/main" id="{632FAAF9-D9F3-439F-8B60-C81840F8867A}"/>
              </a:ext>
            </a:extLst>
          </p:cNvPr>
          <p:cNvSpPr txBox="1"/>
          <p:nvPr>
            <p:custDataLst>
              <p:tags r:id="rId20"/>
            </p:custDataLst>
          </p:nvPr>
        </p:nvSpPr>
        <p:spPr>
          <a:xfrm>
            <a:off x="812192" y="1840263"/>
            <a:ext cx="542969" cy="184666"/>
          </a:xfrm>
          <a:prstGeom prst="rect">
            <a:avLst/>
          </a:prstGeom>
          <a:noFill/>
        </p:spPr>
        <p:txBody>
          <a:bodyPr vert="horz" wrap="square" lIns="0" tIns="0" rIns="0" bIns="0" rtlCol="0" anchor="ctr" anchorCtr="0">
            <a:spAutoFit/>
          </a:bodyPr>
          <a:lstStyle/>
          <a:p>
            <a:pPr algn="ctr" defTabSz="914265">
              <a:defRPr/>
            </a:pPr>
            <a:r>
              <a:rPr lang="en-US" altLang="zh-CN" sz="600" b="1">
                <a:solidFill>
                  <a:srgbClr val="44546A"/>
                </a:solidFill>
                <a:latin typeface="Calibri" panose="020F0502020204030204" pitchFamily="34" charset="0"/>
              </a:rPr>
              <a:t>CTA sub</a:t>
            </a:r>
          </a:p>
          <a:p>
            <a:pPr algn="ctr" defTabSz="914265">
              <a:defRPr/>
            </a:pPr>
            <a:r>
              <a:rPr lang="en-US" altLang="zh-CN" sz="600" b="1">
                <a:solidFill>
                  <a:srgbClr val="44546A"/>
                </a:solidFill>
                <a:latin typeface="Calibri" panose="020F0502020204030204" pitchFamily="34" charset="0"/>
              </a:rPr>
              <a:t>Feb 2024</a:t>
            </a:r>
            <a:endParaRPr lang="zh-CN" altLang="en-US" sz="600" b="1">
              <a:solidFill>
                <a:srgbClr val="44546A"/>
              </a:solidFill>
              <a:latin typeface="Calibri"/>
              <a:cs typeface="Calibri"/>
            </a:endParaRPr>
          </a:p>
        </p:txBody>
      </p:sp>
      <p:sp>
        <p:nvSpPr>
          <p:cNvPr id="5" name="OTLSHAPE_T_e17f3958430f4cff8650518c93c7635e_StartDate">
            <a:extLst>
              <a:ext uri="{FF2B5EF4-FFF2-40B4-BE49-F238E27FC236}">
                <a16:creationId xmlns:a16="http://schemas.microsoft.com/office/drawing/2014/main" id="{693BA5D2-FC52-85AD-FAF8-FA007B074DAC}"/>
              </a:ext>
            </a:extLst>
          </p:cNvPr>
          <p:cNvSpPr txBox="1"/>
          <p:nvPr>
            <p:custDataLst>
              <p:tags r:id="rId21"/>
            </p:custDataLst>
          </p:nvPr>
        </p:nvSpPr>
        <p:spPr>
          <a:xfrm>
            <a:off x="420719" y="3038646"/>
            <a:ext cx="575799"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6 Nov2023</a:t>
            </a:r>
            <a:endParaRPr lang="zh-CN" altLang="en-US"/>
          </a:p>
        </p:txBody>
      </p:sp>
      <p:sp>
        <p:nvSpPr>
          <p:cNvPr id="8" name="5-Point Star 5">
            <a:extLst>
              <a:ext uri="{FF2B5EF4-FFF2-40B4-BE49-F238E27FC236}">
                <a16:creationId xmlns:a16="http://schemas.microsoft.com/office/drawing/2014/main" id="{8C859738-4844-556B-8FB1-FEA3D99855EE}"/>
              </a:ext>
            </a:extLst>
          </p:cNvPr>
          <p:cNvSpPr/>
          <p:nvPr/>
        </p:nvSpPr>
        <p:spPr>
          <a:xfrm>
            <a:off x="3307423" y="1889559"/>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11" name="OTLSHAPE_T_e17f3958430f4cff8650518c93c7635e_StartDate">
            <a:extLst>
              <a:ext uri="{FF2B5EF4-FFF2-40B4-BE49-F238E27FC236}">
                <a16:creationId xmlns:a16="http://schemas.microsoft.com/office/drawing/2014/main" id="{0A7BAFCC-DE85-4BB9-B5D2-350421090784}"/>
              </a:ext>
            </a:extLst>
          </p:cNvPr>
          <p:cNvSpPr txBox="1"/>
          <p:nvPr>
            <p:custDataLst>
              <p:tags r:id="rId22"/>
            </p:custDataLst>
          </p:nvPr>
        </p:nvSpPr>
        <p:spPr>
          <a:xfrm>
            <a:off x="3192391" y="1964271"/>
            <a:ext cx="481221" cy="186974"/>
          </a:xfrm>
          <a:prstGeom prst="rect">
            <a:avLst/>
          </a:prstGeom>
          <a:noFill/>
        </p:spPr>
        <p:txBody>
          <a:bodyPr wrap="square" lIns="91440" tIns="45720" rIns="91440" bIns="4572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defTabSz="914243">
              <a:defRPr/>
            </a:pPr>
            <a:r>
              <a:rPr lang="en-US" altLang="zh-CN" sz="750" b="1" err="1">
                <a:solidFill>
                  <a:srgbClr val="44546A"/>
                </a:solidFill>
                <a:latin typeface="Calibri" panose="020F0502020204030204" pitchFamily="34" charset="0"/>
                <a:cs typeface="Calibri" panose="020F0502020204030204" pitchFamily="34" charset="0"/>
              </a:rPr>
              <a:t>PoCC</a:t>
            </a:r>
            <a:endParaRPr lang="en-US" altLang="zh-CN" sz="750" b="1">
              <a:solidFill>
                <a:srgbClr val="44546A"/>
              </a:solidFill>
              <a:latin typeface="Calibri" panose="020F0502020204030204" pitchFamily="34" charset="0"/>
              <a:cs typeface="Calibri" panose="020F0502020204030204" pitchFamily="34" charset="0"/>
            </a:endParaRPr>
          </a:p>
        </p:txBody>
      </p:sp>
      <p:sp>
        <p:nvSpPr>
          <p:cNvPr id="12" name="OTLSHAPE_T_5a934a26f311425e8ebaa0f45e6533ad_Shape">
            <a:extLst>
              <a:ext uri="{FF2B5EF4-FFF2-40B4-BE49-F238E27FC236}">
                <a16:creationId xmlns:a16="http://schemas.microsoft.com/office/drawing/2014/main" id="{6DD2BE23-6286-37D3-BA96-E7CFB6E79596}"/>
              </a:ext>
            </a:extLst>
          </p:cNvPr>
          <p:cNvSpPr/>
          <p:nvPr/>
        </p:nvSpPr>
        <p:spPr bwMode="auto">
          <a:xfrm>
            <a:off x="198860" y="3833754"/>
            <a:ext cx="515985"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JP PK study</a:t>
            </a:r>
          </a:p>
        </p:txBody>
      </p:sp>
      <p:sp>
        <p:nvSpPr>
          <p:cNvPr id="13" name="Rectangle 12">
            <a:extLst>
              <a:ext uri="{FF2B5EF4-FFF2-40B4-BE49-F238E27FC236}">
                <a16:creationId xmlns:a16="http://schemas.microsoft.com/office/drawing/2014/main" id="{EE9E3AF1-B68D-7FA2-F7A5-1603AF7CEF63}"/>
              </a:ext>
            </a:extLst>
          </p:cNvPr>
          <p:cNvSpPr/>
          <p:nvPr/>
        </p:nvSpPr>
        <p:spPr>
          <a:xfrm>
            <a:off x="6646" y="3985078"/>
            <a:ext cx="309701" cy="200055"/>
          </a:xfrm>
          <a:prstGeom prst="rect">
            <a:avLst/>
          </a:prstGeom>
        </p:spPr>
        <p:txBody>
          <a:bodyPr wrap="none">
            <a:spAutoFit/>
          </a:bodyPr>
          <a:lstStyle/>
          <a:p>
            <a:pPr algn="ctr" defTabSz="914288">
              <a:defRPr/>
            </a:pPr>
            <a:r>
              <a:rPr lang="en-US" altLang="zh-CN" sz="700" b="1">
                <a:solidFill>
                  <a:srgbClr val="44546A"/>
                </a:solidFill>
                <a:latin typeface="Calibri" panose="020F0502020204030204" pitchFamily="34" charset="0"/>
              </a:rPr>
              <a:t>FSS</a:t>
            </a:r>
            <a:endParaRPr lang="zh-CN" altLang="en-US" sz="700" b="1">
              <a:solidFill>
                <a:srgbClr val="44546A"/>
              </a:solidFill>
              <a:latin typeface="Calibri" panose="020F0502020204030204" pitchFamily="34" charset="0"/>
            </a:endParaRPr>
          </a:p>
        </p:txBody>
      </p:sp>
      <p:sp>
        <p:nvSpPr>
          <p:cNvPr id="15" name="TextBox 14">
            <a:extLst>
              <a:ext uri="{FF2B5EF4-FFF2-40B4-BE49-F238E27FC236}">
                <a16:creationId xmlns:a16="http://schemas.microsoft.com/office/drawing/2014/main" id="{A89AD2D2-99CA-BB8D-1E3F-A9C3DB20F101}"/>
              </a:ext>
            </a:extLst>
          </p:cNvPr>
          <p:cNvSpPr txBox="1"/>
          <p:nvPr/>
        </p:nvSpPr>
        <p:spPr>
          <a:xfrm>
            <a:off x="-79113" y="3678769"/>
            <a:ext cx="481222" cy="200055"/>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Jul 2023</a:t>
            </a:r>
            <a:endParaRPr lang="zh-CN" altLang="en-US"/>
          </a:p>
        </p:txBody>
      </p:sp>
      <p:sp>
        <p:nvSpPr>
          <p:cNvPr id="17" name="TextBox 16">
            <a:extLst>
              <a:ext uri="{FF2B5EF4-FFF2-40B4-BE49-F238E27FC236}">
                <a16:creationId xmlns:a16="http://schemas.microsoft.com/office/drawing/2014/main" id="{4499E526-BC74-EFA8-4A58-068ED0AC15C3}"/>
              </a:ext>
            </a:extLst>
          </p:cNvPr>
          <p:cNvSpPr txBox="1"/>
          <p:nvPr/>
        </p:nvSpPr>
        <p:spPr>
          <a:xfrm>
            <a:off x="834425" y="1422589"/>
            <a:ext cx="385042" cy="307777"/>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Jan</a:t>
            </a:r>
          </a:p>
          <a:p>
            <a:pPr defTabSz="914243">
              <a:defRPr/>
            </a:pPr>
            <a:r>
              <a:rPr lang="en-US" altLang="zh-CN"/>
              <a:t>2024 </a:t>
            </a:r>
          </a:p>
        </p:txBody>
      </p:sp>
      <p:sp>
        <p:nvSpPr>
          <p:cNvPr id="23" name="OTLSHAPE_T_5a934a26f311425e8ebaa0f45e6533ad_Shape">
            <a:extLst>
              <a:ext uri="{FF2B5EF4-FFF2-40B4-BE49-F238E27FC236}">
                <a16:creationId xmlns:a16="http://schemas.microsoft.com/office/drawing/2014/main" id="{3F678F2E-AA4F-8093-61CF-46E4E59F6E48}"/>
              </a:ext>
            </a:extLst>
          </p:cNvPr>
          <p:cNvSpPr/>
          <p:nvPr/>
        </p:nvSpPr>
        <p:spPr bwMode="auto">
          <a:xfrm>
            <a:off x="172287" y="1493201"/>
            <a:ext cx="763741"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43" eaLnBrk="0" fontAlgn="base" hangingPunct="0">
              <a:spcBef>
                <a:spcPct val="0"/>
              </a:spcBef>
              <a:spcAft>
                <a:spcPct val="0"/>
              </a:spcAft>
              <a:defRPr/>
            </a:pPr>
            <a:r>
              <a:rPr lang="en-US" altLang="zh-CN" sz="600" b="1">
                <a:solidFill>
                  <a:srgbClr val="000000"/>
                </a:solidFill>
                <a:latin typeface="Calibri" panose="020F0502020204030204" pitchFamily="34" charset="0"/>
                <a:cs typeface="Calibri" panose="020F0502020204030204" pitchFamily="34" charset="0"/>
              </a:rPr>
              <a:t>MRD</a:t>
            </a:r>
          </a:p>
        </p:txBody>
      </p:sp>
      <p:sp>
        <p:nvSpPr>
          <p:cNvPr id="24" name="TextBox 23">
            <a:extLst>
              <a:ext uri="{FF2B5EF4-FFF2-40B4-BE49-F238E27FC236}">
                <a16:creationId xmlns:a16="http://schemas.microsoft.com/office/drawing/2014/main" id="{0C39E95C-C92F-3624-0822-99CB9817FD7A}"/>
              </a:ext>
            </a:extLst>
          </p:cNvPr>
          <p:cNvSpPr txBox="1"/>
          <p:nvPr/>
        </p:nvSpPr>
        <p:spPr>
          <a:xfrm>
            <a:off x="-93250" y="1447600"/>
            <a:ext cx="385042" cy="307777"/>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a:t>May </a:t>
            </a:r>
          </a:p>
          <a:p>
            <a:pPr defTabSz="914243">
              <a:defRPr/>
            </a:pPr>
            <a:r>
              <a:rPr lang="en-US" altLang="zh-CN"/>
              <a:t>2023 </a:t>
            </a:r>
          </a:p>
        </p:txBody>
      </p:sp>
      <p:sp>
        <p:nvSpPr>
          <p:cNvPr id="25" name="TextBox 24">
            <a:extLst>
              <a:ext uri="{FF2B5EF4-FFF2-40B4-BE49-F238E27FC236}">
                <a16:creationId xmlns:a16="http://schemas.microsoft.com/office/drawing/2014/main" id="{2D4A3361-8067-AB31-3C35-87747E51E75D}"/>
              </a:ext>
            </a:extLst>
          </p:cNvPr>
          <p:cNvSpPr txBox="1"/>
          <p:nvPr/>
        </p:nvSpPr>
        <p:spPr>
          <a:xfrm>
            <a:off x="-12402" y="1747866"/>
            <a:ext cx="464405"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Ph2-</a:t>
            </a:r>
          </a:p>
          <a:p>
            <a:pPr algn="ctr" defTabSz="914243">
              <a:defRPr/>
            </a:pPr>
            <a:r>
              <a:rPr lang="en-US" sz="800" b="1">
                <a:solidFill>
                  <a:srgbClr val="0066CC"/>
                </a:solidFill>
                <a:latin typeface="Calibri" panose="020F0502020204030204" pitchFamily="34" charset="0"/>
                <a:cs typeface="Calibri" panose="020F0502020204030204" pitchFamily="34" charset="0"/>
              </a:rPr>
              <a:t>1490-0004</a:t>
            </a:r>
          </a:p>
        </p:txBody>
      </p:sp>
      <p:sp>
        <p:nvSpPr>
          <p:cNvPr id="26" name="TextBox 25">
            <a:extLst>
              <a:ext uri="{FF2B5EF4-FFF2-40B4-BE49-F238E27FC236}">
                <a16:creationId xmlns:a16="http://schemas.microsoft.com/office/drawing/2014/main" id="{D55E1C5E-8475-5424-C5F5-821C923CA5C9}"/>
              </a:ext>
            </a:extLst>
          </p:cNvPr>
          <p:cNvSpPr txBox="1"/>
          <p:nvPr/>
        </p:nvSpPr>
        <p:spPr>
          <a:xfrm>
            <a:off x="-11492" y="3200810"/>
            <a:ext cx="292671" cy="276999"/>
          </a:xfrm>
          <a:prstGeom prst="rect">
            <a:avLst/>
          </a:prstGeom>
          <a:noFill/>
          <a:ln>
            <a:solidFill>
              <a:schemeClr val="accent1"/>
            </a:solidFill>
          </a:ln>
        </p:spPr>
        <p:txBody>
          <a:bodyPr wrap="square" lIns="0" tIns="0" rIns="0" bIns="0" rtlCol="0">
            <a:spAutoFit/>
          </a:bodyPr>
          <a:lstStyle/>
          <a:p>
            <a:pPr algn="ctr" defTabSz="914243">
              <a:defRPr/>
            </a:pPr>
            <a:r>
              <a:rPr lang="en-US" sz="600" b="1">
                <a:solidFill>
                  <a:srgbClr val="0066CC"/>
                </a:solidFill>
                <a:latin typeface="Calibri" panose="020F0502020204030204" pitchFamily="34" charset="0"/>
                <a:cs typeface="Calibri" panose="020F0502020204030204" pitchFamily="34" charset="0"/>
              </a:rPr>
              <a:t>Ph2-</a:t>
            </a:r>
          </a:p>
          <a:p>
            <a:pPr algn="ctr" defTabSz="914243">
              <a:defRPr/>
            </a:pPr>
            <a:r>
              <a:rPr lang="en-US" sz="600" b="1">
                <a:solidFill>
                  <a:srgbClr val="0066CC"/>
                </a:solidFill>
                <a:latin typeface="Calibri" panose="020F0502020204030204" pitchFamily="34" charset="0"/>
                <a:cs typeface="Calibri" panose="020F0502020204030204" pitchFamily="34" charset="0"/>
              </a:rPr>
              <a:t>1490-0004</a:t>
            </a:r>
          </a:p>
        </p:txBody>
      </p:sp>
      <p:sp>
        <p:nvSpPr>
          <p:cNvPr id="27" name="TextBox 26">
            <a:extLst>
              <a:ext uri="{FF2B5EF4-FFF2-40B4-BE49-F238E27FC236}">
                <a16:creationId xmlns:a16="http://schemas.microsoft.com/office/drawing/2014/main" id="{521700FA-90EB-3053-5729-93DB7A2AD69F}"/>
              </a:ext>
            </a:extLst>
          </p:cNvPr>
          <p:cNvSpPr txBox="1"/>
          <p:nvPr/>
        </p:nvSpPr>
        <p:spPr>
          <a:xfrm>
            <a:off x="2518" y="2330900"/>
            <a:ext cx="464405" cy="246221"/>
          </a:xfrm>
          <a:prstGeom prst="rect">
            <a:avLst/>
          </a:prstGeom>
          <a:noFill/>
          <a:ln>
            <a:solidFill>
              <a:schemeClr val="accent1"/>
            </a:solidFill>
          </a:ln>
        </p:spPr>
        <p:txBody>
          <a:bodyPr wrap="square" lIns="0" tIns="0" rIns="0" bIns="0" rtlCol="0">
            <a:spAutoFit/>
          </a:bodyPr>
          <a:lstStyle/>
          <a:p>
            <a:pPr algn="ctr" defTabSz="914243">
              <a:defRPr/>
            </a:pPr>
            <a:r>
              <a:rPr lang="en-US" sz="800" b="1">
                <a:solidFill>
                  <a:srgbClr val="0066CC"/>
                </a:solidFill>
                <a:latin typeface="Calibri" panose="020F0502020204030204" pitchFamily="34" charset="0"/>
                <a:cs typeface="Calibri" panose="020F0502020204030204" pitchFamily="34" charset="0"/>
              </a:rPr>
              <a:t>Ph3-</a:t>
            </a:r>
          </a:p>
          <a:p>
            <a:pPr algn="ctr" defTabSz="914243">
              <a:defRPr/>
            </a:pPr>
            <a:r>
              <a:rPr lang="en-US" sz="800" b="1">
                <a:solidFill>
                  <a:srgbClr val="0066CC"/>
                </a:solidFill>
                <a:latin typeface="Calibri" panose="020F0502020204030204" pitchFamily="34" charset="0"/>
                <a:cs typeface="Calibri" panose="020F0502020204030204" pitchFamily="34" charset="0"/>
              </a:rPr>
              <a:t>1490-0004</a:t>
            </a: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23"/>
            </p:custDataLst>
          </p:nvPr>
        </p:nvSpPr>
        <p:spPr>
          <a:xfrm>
            <a:off x="3874994" y="1799188"/>
            <a:ext cx="537328"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t>Mar 2025</a:t>
            </a:r>
            <a:endParaRPr lang="zh-CN" altLang="en-US"/>
          </a:p>
        </p:txBody>
      </p:sp>
      <p:sp>
        <p:nvSpPr>
          <p:cNvPr id="14" name="TextBox 13">
            <a:extLst>
              <a:ext uri="{FF2B5EF4-FFF2-40B4-BE49-F238E27FC236}">
                <a16:creationId xmlns:a16="http://schemas.microsoft.com/office/drawing/2014/main" id="{F2153FC9-FCC8-7E7E-58D9-561F5D35A8F5}"/>
              </a:ext>
            </a:extLst>
          </p:cNvPr>
          <p:cNvSpPr txBox="1"/>
          <p:nvPr/>
        </p:nvSpPr>
        <p:spPr>
          <a:xfrm>
            <a:off x="572619" y="3985078"/>
            <a:ext cx="591830" cy="200055"/>
          </a:xfrm>
          <a:prstGeom prst="rect">
            <a:avLst/>
          </a:prstGeom>
        </p:spPr>
        <p:txBody>
          <a:bodyPr wrap="none">
            <a:spAutoFit/>
          </a:bodyPr>
          <a:lstStyle>
            <a:defPPr>
              <a:defRPr lang="de-DE"/>
            </a:defPPr>
            <a:lvl1pPr algn="ctr">
              <a:defRPr sz="900" b="1">
                <a:solidFill>
                  <a:srgbClr val="44546A"/>
                </a:solidFill>
                <a:latin typeface="Calibri" panose="020F0502020204030204" pitchFamily="34" charset="0"/>
              </a:defRPr>
            </a:lvl1pPr>
          </a:lstStyle>
          <a:p>
            <a:pPr defTabSz="914288">
              <a:defRPr/>
            </a:pPr>
            <a:r>
              <a:rPr lang="en-US" altLang="zh-CN" sz="700"/>
              <a:t>JP PK data </a:t>
            </a:r>
          </a:p>
        </p:txBody>
      </p:sp>
      <p:sp>
        <p:nvSpPr>
          <p:cNvPr id="18" name="OTLSHAPE_T_e17f3958430f4cff8650518c93c7635e_StartDate">
            <a:extLst>
              <a:ext uri="{FF2B5EF4-FFF2-40B4-BE49-F238E27FC236}">
                <a16:creationId xmlns:a16="http://schemas.microsoft.com/office/drawing/2014/main" id="{9BEBAFF4-0066-659E-A126-71EBAA8AAE28}"/>
              </a:ext>
            </a:extLst>
          </p:cNvPr>
          <p:cNvSpPr txBox="1"/>
          <p:nvPr>
            <p:custDataLst>
              <p:tags r:id="rId24"/>
            </p:custDataLst>
          </p:nvPr>
        </p:nvSpPr>
        <p:spPr>
          <a:xfrm>
            <a:off x="2445020" y="1542253"/>
            <a:ext cx="336952"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Mar</a:t>
            </a:r>
            <a:endParaRPr lang="zh-CN" altLang="en-US">
              <a:solidFill>
                <a:schemeClr val="tx1"/>
              </a:solidFill>
            </a:endParaRPr>
          </a:p>
        </p:txBody>
      </p:sp>
      <p:sp>
        <p:nvSpPr>
          <p:cNvPr id="69" name="Star: 4 Points 143">
            <a:extLst>
              <a:ext uri="{FF2B5EF4-FFF2-40B4-BE49-F238E27FC236}">
                <a16:creationId xmlns:a16="http://schemas.microsoft.com/office/drawing/2014/main" id="{B361C849-6669-4EC4-A9AD-EB1BCC463147}"/>
              </a:ext>
            </a:extLst>
          </p:cNvPr>
          <p:cNvSpPr/>
          <p:nvPr/>
        </p:nvSpPr>
        <p:spPr bwMode="auto">
          <a:xfrm>
            <a:off x="2705365" y="184964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16" name="文本框 5">
            <a:extLst>
              <a:ext uri="{FF2B5EF4-FFF2-40B4-BE49-F238E27FC236}">
                <a16:creationId xmlns:a16="http://schemas.microsoft.com/office/drawing/2014/main" id="{397C50CA-40EC-2B76-5DCF-8E4B0390FC5E}"/>
              </a:ext>
            </a:extLst>
          </p:cNvPr>
          <p:cNvSpPr txBox="1"/>
          <p:nvPr/>
        </p:nvSpPr>
        <p:spPr>
          <a:xfrm>
            <a:off x="2587113" y="4299979"/>
            <a:ext cx="5245581" cy="363754"/>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defPPr>
              <a:defRPr lang="de-DE"/>
            </a:defPPr>
            <a:lvl1pPr marL="144000" marR="0" lvl="0" indent="-144000" algn="just" defTabSz="1219170" fontAlgn="auto">
              <a:lnSpc>
                <a:spcPct val="100000"/>
              </a:lnSpc>
              <a:spcBef>
                <a:spcPts val="20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1pPr>
            <a:lvl2pPr marL="288000" marR="0" lvl="1" indent="-144000" algn="just" defTabSz="1219170" fontAlgn="auto">
              <a:lnSpc>
                <a:spcPct val="100000"/>
              </a:lnSpc>
              <a:spcBef>
                <a:spcPts val="0"/>
              </a:spcBef>
              <a:spcAft>
                <a:spcPts val="0"/>
              </a:spcAft>
              <a:buClrTx/>
              <a:buSzTx/>
              <a:buFont typeface="Arial" panose="020B0604020202020204" pitchFamily="34" charset="0"/>
              <a:buChar char="•"/>
              <a:tabLst/>
              <a:defRPr kumimoji="0" sz="700" b="0" i="0" u="none" strike="noStrike" cap="none" spc="0" normalizeH="0" baseline="0">
                <a:ln>
                  <a:noFill/>
                </a:ln>
                <a:solidFill>
                  <a:srgbClr val="000000"/>
                </a:solidFill>
                <a:effectLst/>
                <a:uLnTx/>
                <a:uFillTx/>
                <a:latin typeface="BISans"/>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142871" indent="-142871" defTabSz="1219019">
              <a:spcBef>
                <a:spcPts val="0"/>
              </a:spcBef>
              <a:defRPr/>
            </a:pPr>
            <a:r>
              <a:rPr lang="en-US" sz="788">
                <a:solidFill>
                  <a:schemeClr val="tx1"/>
                </a:solidFill>
              </a:rPr>
              <a:t>CTA approval expected in May. 1</a:t>
            </a:r>
            <a:r>
              <a:rPr lang="en-US" sz="788" baseline="30000">
                <a:solidFill>
                  <a:schemeClr val="tx1"/>
                </a:solidFill>
              </a:rPr>
              <a:t>st</a:t>
            </a:r>
            <a:r>
              <a:rPr lang="en-US" sz="788">
                <a:solidFill>
                  <a:schemeClr val="tx1"/>
                </a:solidFill>
              </a:rPr>
              <a:t> EC approval from leading site: </a:t>
            </a:r>
            <a:r>
              <a:rPr lang="en-US" altLang="zh-CN" sz="788">
                <a:solidFill>
                  <a:schemeClr val="tx1"/>
                </a:solidFill>
              </a:rPr>
              <a:t>Mar 20. 1</a:t>
            </a:r>
            <a:r>
              <a:rPr lang="en-US" altLang="zh-CN" sz="788" baseline="30000">
                <a:solidFill>
                  <a:schemeClr val="tx1"/>
                </a:solidFill>
              </a:rPr>
              <a:t>st</a:t>
            </a:r>
            <a:r>
              <a:rPr lang="en-US" altLang="zh-CN" sz="788">
                <a:solidFill>
                  <a:schemeClr val="tx1"/>
                </a:solidFill>
              </a:rPr>
              <a:t> SIV planned in Aug</a:t>
            </a:r>
            <a:endParaRPr lang="en-US" sz="788">
              <a:solidFill>
                <a:schemeClr val="tx1"/>
              </a:solidFill>
            </a:endParaRPr>
          </a:p>
          <a:p>
            <a:pPr marL="142871" indent="-142871" defTabSz="1219019">
              <a:spcBef>
                <a:spcPts val="0"/>
              </a:spcBef>
              <a:defRPr/>
            </a:pPr>
            <a:r>
              <a:rPr lang="en-US" altLang="zh-CN" sz="788">
                <a:solidFill>
                  <a:schemeClr val="tx1"/>
                </a:solidFill>
              </a:rPr>
              <a:t> IMP will be ready in depot on Aug 19. Short shelf life (expire on Nov 2nd) of 1</a:t>
            </a:r>
            <a:r>
              <a:rPr lang="en-US" altLang="zh-CN" sz="788" baseline="30000">
                <a:solidFill>
                  <a:schemeClr val="tx1"/>
                </a:solidFill>
              </a:rPr>
              <a:t>st</a:t>
            </a:r>
            <a:r>
              <a:rPr lang="en-US" altLang="zh-CN" sz="788">
                <a:solidFill>
                  <a:schemeClr val="tx1"/>
                </a:solidFill>
              </a:rPr>
              <a:t> batch might potentially impact FSS in China for 1m.</a:t>
            </a:r>
          </a:p>
        </p:txBody>
      </p:sp>
      <p:sp>
        <p:nvSpPr>
          <p:cNvPr id="7" name="OTLSHAPE_T_e17f3958430f4cff8650518c93c7635e_StartDate">
            <a:extLst>
              <a:ext uri="{FF2B5EF4-FFF2-40B4-BE49-F238E27FC236}">
                <a16:creationId xmlns:a16="http://schemas.microsoft.com/office/drawing/2014/main" id="{738A70B0-C5E4-DAB4-FB50-FECA75E43C02}"/>
              </a:ext>
            </a:extLst>
          </p:cNvPr>
          <p:cNvSpPr txBox="1"/>
          <p:nvPr>
            <p:custDataLst>
              <p:tags r:id="rId25"/>
            </p:custDataLst>
          </p:nvPr>
        </p:nvSpPr>
        <p:spPr>
          <a:xfrm>
            <a:off x="1087303" y="1115969"/>
            <a:ext cx="546747" cy="12311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AA32F3B2-8CC4-4858-46F3-72CB3AB63665}"/>
              </a:ext>
            </a:extLst>
          </p:cNvPr>
          <p:cNvCxnSpPr>
            <a:cxnSpLocks/>
          </p:cNvCxnSpPr>
          <p:nvPr/>
        </p:nvCxnSpPr>
        <p:spPr bwMode="auto">
          <a:xfrm flipV="1">
            <a:off x="1355161" y="12396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2" name="OTLSHAPE_T_e17f3958430f4cff8650518c93c7635e_StartDate">
            <a:extLst>
              <a:ext uri="{FF2B5EF4-FFF2-40B4-BE49-F238E27FC236}">
                <a16:creationId xmlns:a16="http://schemas.microsoft.com/office/drawing/2014/main" id="{78A257CE-547D-5636-1CA7-A9E71139D6A6}"/>
              </a:ext>
            </a:extLst>
          </p:cNvPr>
          <p:cNvSpPr txBox="1"/>
          <p:nvPr>
            <p:custDataLst>
              <p:tags r:id="rId26"/>
            </p:custDataLst>
          </p:nvPr>
        </p:nvSpPr>
        <p:spPr>
          <a:xfrm>
            <a:off x="2632450" y="1542253"/>
            <a:ext cx="314510"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Apr</a:t>
            </a:r>
            <a:endParaRPr lang="zh-CN" altLang="en-US">
              <a:solidFill>
                <a:schemeClr val="tx1"/>
              </a:solidFill>
            </a:endParaRPr>
          </a:p>
        </p:txBody>
      </p:sp>
      <p:sp>
        <p:nvSpPr>
          <p:cNvPr id="28" name="OTLSHAPE_T_e17f3958430f4cff8650518c93c7635e_Shape">
            <a:extLst>
              <a:ext uri="{FF2B5EF4-FFF2-40B4-BE49-F238E27FC236}">
                <a16:creationId xmlns:a16="http://schemas.microsoft.com/office/drawing/2014/main" id="{5ABA164D-AD95-0445-0054-1F6A5F688C9F}"/>
              </a:ext>
            </a:extLst>
          </p:cNvPr>
          <p:cNvSpPr/>
          <p:nvPr>
            <p:custDataLst>
              <p:tags r:id="rId27"/>
            </p:custDataLst>
          </p:nvPr>
        </p:nvSpPr>
        <p:spPr bwMode="auto">
          <a:xfrm>
            <a:off x="2596638" y="2165851"/>
            <a:ext cx="468108" cy="209648"/>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700" b="1">
                <a:solidFill>
                  <a:srgbClr val="000000"/>
                </a:solidFill>
                <a:latin typeface="Calibri" panose="020F0502020204030204" pitchFamily="34" charset="0"/>
                <a:cs typeface="Calibri" panose="020F0502020204030204" pitchFamily="34" charset="0"/>
              </a:rPr>
              <a:t>Ph2 PPF cohort</a:t>
            </a:r>
            <a:endParaRPr lang="zh-CN" altLang="en-US" sz="700" b="1">
              <a:solidFill>
                <a:srgbClr val="000000"/>
              </a:solidFill>
              <a:latin typeface="Calibri" panose="020F0502020204030204" pitchFamily="34" charset="0"/>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04CA82CF-38A6-963D-6933-5F1EB1CCBF51}"/>
              </a:ext>
            </a:extLst>
          </p:cNvPr>
          <p:cNvSpPr/>
          <p:nvPr>
            <p:custDataLst>
              <p:tags r:id="rId28"/>
            </p:custDataLst>
          </p:nvPr>
        </p:nvSpPr>
        <p:spPr bwMode="auto">
          <a:xfrm>
            <a:off x="2596749" y="3578581"/>
            <a:ext cx="468108" cy="209648"/>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700" b="1">
                <a:solidFill>
                  <a:srgbClr val="000000"/>
                </a:solidFill>
                <a:latin typeface="Calibri" panose="020F0502020204030204" pitchFamily="34" charset="0"/>
                <a:cs typeface="Calibri" panose="020F0502020204030204" pitchFamily="34" charset="0"/>
              </a:rPr>
              <a:t>Ph2 PPF cohort 4m</a:t>
            </a:r>
            <a:endParaRPr lang="zh-CN" altLang="en-US" sz="700" b="1">
              <a:solidFill>
                <a:srgbClr val="000000"/>
              </a:solidFill>
              <a:latin typeface="Calibri" panose="020F0502020204030204" pitchFamily="34" charset="0"/>
              <a:cs typeface="Calibri" panose="020F0502020204030204" pitchFamily="34" charset="0"/>
            </a:endParaRPr>
          </a:p>
        </p:txBody>
      </p:sp>
      <p:sp>
        <p:nvSpPr>
          <p:cNvPr id="180" name="Star: 4 Points 143">
            <a:extLst>
              <a:ext uri="{FF2B5EF4-FFF2-40B4-BE49-F238E27FC236}">
                <a16:creationId xmlns:a16="http://schemas.microsoft.com/office/drawing/2014/main" id="{9FB0C716-9760-49BC-A0B9-28FAFE2996DF}"/>
              </a:ext>
            </a:extLst>
          </p:cNvPr>
          <p:cNvSpPr/>
          <p:nvPr/>
        </p:nvSpPr>
        <p:spPr bwMode="auto">
          <a:xfrm>
            <a:off x="2688265" y="331559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30" name="OTLSHAPE_T_5a934a26f311425e8ebaa0f45e6533ad_Shape">
            <a:extLst>
              <a:ext uri="{FF2B5EF4-FFF2-40B4-BE49-F238E27FC236}">
                <a16:creationId xmlns:a16="http://schemas.microsoft.com/office/drawing/2014/main" id="{1AA0FAA6-4B73-FFA4-D838-56A78ECD4A7B}"/>
              </a:ext>
            </a:extLst>
          </p:cNvPr>
          <p:cNvSpPr/>
          <p:nvPr/>
        </p:nvSpPr>
        <p:spPr bwMode="auto">
          <a:xfrm>
            <a:off x="3062648" y="2165519"/>
            <a:ext cx="454716" cy="21031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endParaRPr lang="en-US" altLang="zh-CN" sz="500" b="1">
              <a:solidFill>
                <a:srgbClr val="000000"/>
              </a:solidFill>
              <a:latin typeface="Calibri" panose="020F0502020204030204" pitchFamily="34" charset="0"/>
              <a:cs typeface="Calibri" panose="020F0502020204030204" pitchFamily="34" charset="0"/>
            </a:endParaRPr>
          </a:p>
        </p:txBody>
      </p:sp>
      <p:sp>
        <p:nvSpPr>
          <p:cNvPr id="31" name="OTLSHAPE_T_5a934a26f311425e8ebaa0f45e6533ad_Shape">
            <a:extLst>
              <a:ext uri="{FF2B5EF4-FFF2-40B4-BE49-F238E27FC236}">
                <a16:creationId xmlns:a16="http://schemas.microsoft.com/office/drawing/2014/main" id="{2C4B17B6-3A10-4C2B-A979-FCA837BC70FE}"/>
              </a:ext>
            </a:extLst>
          </p:cNvPr>
          <p:cNvSpPr/>
          <p:nvPr/>
        </p:nvSpPr>
        <p:spPr bwMode="auto">
          <a:xfrm>
            <a:off x="3062647" y="3594425"/>
            <a:ext cx="304358" cy="2101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500" b="1">
                <a:solidFill>
                  <a:srgbClr val="000000"/>
                </a:solidFill>
                <a:latin typeface="Calibri" panose="020F0502020204030204" pitchFamily="34" charset="0"/>
                <a:cs typeface="Calibri" panose="020F0502020204030204" pitchFamily="34" charset="0"/>
              </a:rPr>
              <a:t> </a:t>
            </a:r>
          </a:p>
        </p:txBody>
      </p:sp>
      <p:sp>
        <p:nvSpPr>
          <p:cNvPr id="32" name="OTLSHAPE_T_e17f3958430f4cff8650518c93c7635e_StartDate">
            <a:extLst>
              <a:ext uri="{FF2B5EF4-FFF2-40B4-BE49-F238E27FC236}">
                <a16:creationId xmlns:a16="http://schemas.microsoft.com/office/drawing/2014/main" id="{164B3788-C40C-4653-56FA-7D7A6861A297}"/>
              </a:ext>
            </a:extLst>
          </p:cNvPr>
          <p:cNvSpPr txBox="1"/>
          <p:nvPr>
            <p:custDataLst>
              <p:tags r:id="rId29"/>
            </p:custDataLst>
          </p:nvPr>
        </p:nvSpPr>
        <p:spPr>
          <a:xfrm>
            <a:off x="2435115" y="2032030"/>
            <a:ext cx="336952"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Mar</a:t>
            </a:r>
            <a:endParaRPr lang="zh-CN" altLang="en-US">
              <a:solidFill>
                <a:schemeClr val="tx1"/>
              </a:solidFill>
            </a:endParaRPr>
          </a:p>
        </p:txBody>
      </p:sp>
      <p:sp>
        <p:nvSpPr>
          <p:cNvPr id="33" name="OTLSHAPE_T_e17f3958430f4cff8650518c93c7635e_StartDate">
            <a:extLst>
              <a:ext uri="{FF2B5EF4-FFF2-40B4-BE49-F238E27FC236}">
                <a16:creationId xmlns:a16="http://schemas.microsoft.com/office/drawing/2014/main" id="{8AACBF1A-D7F7-5027-9D93-AD7B73AE6B74}"/>
              </a:ext>
            </a:extLst>
          </p:cNvPr>
          <p:cNvSpPr txBox="1"/>
          <p:nvPr>
            <p:custDataLst>
              <p:tags r:id="rId30"/>
            </p:custDataLst>
          </p:nvPr>
        </p:nvSpPr>
        <p:spPr>
          <a:xfrm>
            <a:off x="2916577" y="2036007"/>
            <a:ext cx="280847" cy="200055"/>
          </a:xfrm>
          <a:prstGeom prst="rect">
            <a:avLst/>
          </a:prstGeom>
        </p:spPr>
        <p:txBody>
          <a:bodyPr wrap="non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Jul</a:t>
            </a:r>
            <a:endParaRPr lang="zh-CN" altLang="en-US">
              <a:solidFill>
                <a:schemeClr val="tx1"/>
              </a:solidFill>
            </a:endParaRPr>
          </a:p>
        </p:txBody>
      </p:sp>
      <p:sp>
        <p:nvSpPr>
          <p:cNvPr id="34" name="OTLSHAPE_T_e17f3958430f4cff8650518c93c7635e_StartDate">
            <a:extLst>
              <a:ext uri="{FF2B5EF4-FFF2-40B4-BE49-F238E27FC236}">
                <a16:creationId xmlns:a16="http://schemas.microsoft.com/office/drawing/2014/main" id="{3E52F878-A1E8-C67A-91D2-721042A97AAB}"/>
              </a:ext>
            </a:extLst>
          </p:cNvPr>
          <p:cNvSpPr txBox="1"/>
          <p:nvPr>
            <p:custDataLst>
              <p:tags r:id="rId31"/>
            </p:custDataLst>
          </p:nvPr>
        </p:nvSpPr>
        <p:spPr>
          <a:xfrm>
            <a:off x="3429258" y="2002603"/>
            <a:ext cx="321465" cy="200055"/>
          </a:xfrm>
          <a:prstGeom prst="rect">
            <a:avLst/>
          </a:prstGeom>
        </p:spPr>
        <p:txBody>
          <a:bodyPr wrap="square">
            <a:spAutoFit/>
          </a:bodyPr>
          <a:lstStyle>
            <a:defPPr>
              <a:defRPr lang="de-DE"/>
            </a:defPPr>
            <a:lvl1pPr algn="ctr" defTabSz="914310">
              <a:defRPr sz="700" b="0">
                <a:solidFill>
                  <a:srgbClr val="44546A"/>
                </a:solidFill>
                <a:latin typeface="Calibri" panose="020F0502020204030204" pitchFamily="34" charset="0"/>
                <a:cs typeface="Calibri" panose="020F0502020204030204" pitchFamily="34" charset="0"/>
              </a:defRPr>
            </a:lvl1pPr>
          </a:lstStyle>
          <a:p>
            <a:r>
              <a:rPr lang="en-US" altLang="zh-CN">
                <a:solidFill>
                  <a:schemeClr val="tx1"/>
                </a:solidFill>
              </a:rPr>
              <a:t>Oct</a:t>
            </a:r>
            <a:endParaRPr lang="zh-CN" altLang="en-US">
              <a:solidFill>
                <a:schemeClr val="tx1"/>
              </a:solidFill>
            </a:endParaRPr>
          </a:p>
        </p:txBody>
      </p:sp>
    </p:spTree>
    <p:extLst>
      <p:ext uri="{BB962C8B-B14F-4D97-AF65-F5344CB8AC3E}">
        <p14:creationId xmlns:p14="http://schemas.microsoft.com/office/powerpoint/2010/main" val="3126664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E0540-03DF-B00D-E2DF-CC2CF30A6E67}"/>
              </a:ext>
            </a:extLst>
          </p:cNvPr>
          <p:cNvSpPr>
            <a:spLocks noGrp="1"/>
          </p:cNvSpPr>
          <p:nvPr>
            <p:ph type="title"/>
          </p:nvPr>
        </p:nvSpPr>
        <p:spPr/>
        <p:txBody>
          <a:bodyPr/>
          <a:lstStyle/>
          <a:p>
            <a:r>
              <a:rPr lang="zh-CN" altLang="en-US"/>
              <a:t>1</a:t>
            </a:r>
            <a:r>
              <a:rPr lang="en-US" altLang="zh-CN"/>
              <a:t>4</a:t>
            </a:r>
            <a:r>
              <a:rPr lang="zh-CN" altLang="en-US"/>
              <a:t> Sites are</a:t>
            </a:r>
            <a:r>
              <a:rPr lang="en-US" altLang="zh-CN"/>
              <a:t> selected</a:t>
            </a:r>
            <a:endParaRPr lang="zh-CN" altLang="en-US"/>
          </a:p>
        </p:txBody>
      </p:sp>
      <p:sp>
        <p:nvSpPr>
          <p:cNvPr id="4" name="文本占位符 3">
            <a:extLst>
              <a:ext uri="{FF2B5EF4-FFF2-40B4-BE49-F238E27FC236}">
                <a16:creationId xmlns:a16="http://schemas.microsoft.com/office/drawing/2014/main" id="{8FD6CBCB-88BC-E05E-6741-5B1A64804218}"/>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858B8D36-011D-DF98-C156-68F56CA2D31C}"/>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7D6B9DF6-1576-90AE-0F56-4416EF6A0D13}"/>
              </a:ext>
            </a:extLst>
          </p:cNvPr>
          <p:cNvSpPr>
            <a:spLocks noGrp="1"/>
          </p:cNvSpPr>
          <p:nvPr>
            <p:ph type="sldNum" sz="quarter" idx="20"/>
          </p:nvPr>
        </p:nvSpPr>
        <p:spPr/>
        <p:txBody>
          <a:bodyPr/>
          <a:lstStyle/>
          <a:p>
            <a:fld id="{DF4E8F9F-5B1F-4F5B-BE49-3245D8C18D9F}" type="slidenum">
              <a:rPr lang="en-US" smtClean="0"/>
              <a:pPr/>
              <a:t>27</a:t>
            </a:fld>
            <a:endParaRPr lang="en-US"/>
          </a:p>
        </p:txBody>
      </p:sp>
      <p:graphicFrame>
        <p:nvGraphicFramePr>
          <p:cNvPr id="9" name="内容占位符 8">
            <a:extLst>
              <a:ext uri="{FF2B5EF4-FFF2-40B4-BE49-F238E27FC236}">
                <a16:creationId xmlns:a16="http://schemas.microsoft.com/office/drawing/2014/main" id="{1CB5349B-94C4-D791-4C23-8FB4BF245E97}"/>
              </a:ext>
            </a:extLst>
          </p:cNvPr>
          <p:cNvGraphicFramePr>
            <a:graphicFrameLocks noGrp="1"/>
          </p:cNvGraphicFramePr>
          <p:nvPr>
            <p:ph idx="1"/>
          </p:nvPr>
        </p:nvGraphicFramePr>
        <p:xfrm>
          <a:off x="832805" y="903410"/>
          <a:ext cx="2747142" cy="2996305"/>
        </p:xfrm>
        <a:graphic>
          <a:graphicData uri="http://schemas.openxmlformats.org/drawingml/2006/table">
            <a:tbl>
              <a:tblPr firstRow="1" firstCol="1" bandRow="1"/>
              <a:tblGrid>
                <a:gridCol w="697336">
                  <a:extLst>
                    <a:ext uri="{9D8B030D-6E8A-4147-A177-3AD203B41FA5}">
                      <a16:colId xmlns:a16="http://schemas.microsoft.com/office/drawing/2014/main" val="30859189"/>
                    </a:ext>
                  </a:extLst>
                </a:gridCol>
                <a:gridCol w="1258199">
                  <a:extLst>
                    <a:ext uri="{9D8B030D-6E8A-4147-A177-3AD203B41FA5}">
                      <a16:colId xmlns:a16="http://schemas.microsoft.com/office/drawing/2014/main" val="3889296978"/>
                    </a:ext>
                  </a:extLst>
                </a:gridCol>
                <a:gridCol w="791607">
                  <a:extLst>
                    <a:ext uri="{9D8B030D-6E8A-4147-A177-3AD203B41FA5}">
                      <a16:colId xmlns:a16="http://schemas.microsoft.com/office/drawing/2014/main" val="3867168342"/>
                    </a:ext>
                  </a:extLst>
                </a:gridCol>
              </a:tblGrid>
              <a:tr h="209303">
                <a:tc>
                  <a:txBody>
                    <a:bodyPr/>
                    <a:lstStyle/>
                    <a:p>
                      <a:pPr algn="ctr">
                        <a:lnSpc>
                          <a:spcPct val="200000"/>
                        </a:lnSpc>
                      </a:pPr>
                      <a:r>
                        <a:rPr lang="zh-CN" sz="600" b="1" kern="100">
                          <a:effectLst/>
                          <a:latin typeface="DengXian" panose="02010600030101010101" pitchFamily="2" charset="-122"/>
                          <a:ea typeface="DengXian" panose="02010600030101010101" pitchFamily="2" charset="-122"/>
                          <a:cs typeface="Cordia New" panose="020B0304020202020204" pitchFamily="34" charset="-34"/>
                        </a:rPr>
                        <a:t>类别</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b="1" kern="100">
                          <a:effectLst/>
                          <a:latin typeface="DengXian" panose="02010600030101010101" pitchFamily="2" charset="-122"/>
                          <a:ea typeface="DengXian" panose="02010600030101010101" pitchFamily="2" charset="-122"/>
                          <a:cs typeface="Cordia New" panose="020B0304020202020204" pitchFamily="34" charset="-34"/>
                        </a:rPr>
                        <a:t>研究中心名称</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b="1" kern="100">
                          <a:effectLst/>
                          <a:latin typeface="DengXian" panose="02010600030101010101" pitchFamily="2" charset="-122"/>
                          <a:ea typeface="DengXian" panose="02010600030101010101" pitchFamily="2" charset="-122"/>
                          <a:cs typeface="Cordia New" panose="020B0304020202020204" pitchFamily="34" charset="-34"/>
                        </a:rPr>
                        <a:t>主要研究者</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8979852"/>
                  </a:ext>
                </a:extLst>
              </a:tr>
              <a:tr h="188202">
                <a:tc>
                  <a:txBody>
                    <a:bodyPr/>
                    <a:lstStyle/>
                    <a:p>
                      <a:pPr algn="ctr">
                        <a:lnSpc>
                          <a:spcPct val="200000"/>
                        </a:lnSpc>
                      </a:pPr>
                      <a:r>
                        <a:rPr lang="zh-CN" sz="600" kern="100">
                          <a:effectLst/>
                          <a:highlight>
                            <a:srgbClr val="FFFF00"/>
                          </a:highlight>
                          <a:latin typeface="DengXian"/>
                          <a:ea typeface="DengXian"/>
                          <a:cs typeface="Cordia New"/>
                        </a:rPr>
                        <a:t>组长单位</a:t>
                      </a: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highlight>
                            <a:srgbClr val="FFFF00"/>
                          </a:highlight>
                          <a:latin typeface="DengXian"/>
                          <a:ea typeface="DengXian"/>
                          <a:cs typeface="Cordia New"/>
                        </a:rPr>
                        <a:t>四川大学华西医院</a:t>
                      </a: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highlight>
                            <a:srgbClr val="FFFF00"/>
                          </a:highlight>
                          <a:latin typeface="DengXian"/>
                          <a:ea typeface="DengXian"/>
                          <a:cs typeface="Cordia New"/>
                        </a:rPr>
                        <a:t>罗凤鸣</a:t>
                      </a: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8230708"/>
                  </a:ext>
                </a:extLst>
              </a:tr>
              <a:tr h="340376">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a:ea typeface="DengXian"/>
                          <a:cs typeface="Cordia New"/>
                        </a:rPr>
                        <a:t>首都医科大学附属北京朝阳医院</a:t>
                      </a:r>
                      <a:r>
                        <a:rPr lang="en-US" sz="600" kern="100">
                          <a:effectLst/>
                          <a:latin typeface="DengXian"/>
                          <a:ea typeface="DengXian"/>
                          <a:cs typeface="Cordia New"/>
                        </a:rPr>
                        <a:t>(</a:t>
                      </a:r>
                      <a:r>
                        <a:rPr lang="zh-CN" sz="600" kern="100">
                          <a:effectLst/>
                          <a:latin typeface="DengXian"/>
                          <a:ea typeface="DengXian"/>
                          <a:cs typeface="Cordia New"/>
                        </a:rPr>
                        <a:t>北京朝阳医院</a:t>
                      </a:r>
                      <a:r>
                        <a:rPr lang="en-US" sz="600" kern="100">
                          <a:effectLst/>
                          <a:latin typeface="DengXian"/>
                          <a:ea typeface="DengXian"/>
                          <a:cs typeface="Cordia New"/>
                        </a:rPr>
                        <a:t> )</a:t>
                      </a:r>
                      <a:endParaRPr lang="zh-CN" sz="600" kern="100">
                        <a:effectLst/>
                        <a:latin typeface="DengXian"/>
                        <a:ea typeface="DengXian"/>
                        <a:cs typeface="Cordia New"/>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崔瑷</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8068088"/>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天津医科大学总医院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曹洁</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3315239"/>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中南大学湘雅二医院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彭红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3943658"/>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上海肺科医院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徐金富</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5628674"/>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上海胸科医院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李锋</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8050238"/>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安徽省立医院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徐晓玲</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7990252"/>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徐州医科大学附属医院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陈碧</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6263422"/>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杭州市第一人民医院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王利民</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39264793"/>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四川省人民医院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郭璐</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94935277"/>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广州医科大学附属第一医院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韩茜</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1922248"/>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南京鼓楼医院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200000"/>
                        </a:lnSpc>
                      </a:pPr>
                      <a:r>
                        <a:rPr lang="zh-CN" sz="600" kern="100">
                          <a:solidFill>
                            <a:srgbClr val="000000"/>
                          </a:solidFill>
                          <a:effectLst/>
                          <a:latin typeface="DengXian" panose="02010600030101010101" pitchFamily="2" charset="-122"/>
                          <a:ea typeface="DengXian" panose="02010600030101010101" pitchFamily="2" charset="-122"/>
                          <a:cs typeface="Cordia New" panose="020B0304020202020204" pitchFamily="34" charset="-34"/>
                        </a:rPr>
                        <a:t>代静泓</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92555687"/>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浙江大学附属邵逸夫医院</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吴晓虹</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6389914"/>
                  </a:ext>
                </a:extLst>
              </a:tr>
              <a:tr h="188202">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参与单位</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a:ea typeface="DengXian"/>
                          <a:cs typeface="Cordia New"/>
                        </a:rPr>
                        <a:t>沈阳市胸科医院</a:t>
                      </a:r>
                      <a:r>
                        <a:rPr lang="en-US" sz="600" kern="100">
                          <a:effectLst/>
                          <a:latin typeface="DengXian"/>
                          <a:ea typeface="DengXian"/>
                          <a:cs typeface="Cordia New"/>
                        </a:rPr>
                        <a:t>	</a:t>
                      </a:r>
                      <a:endParaRPr lang="zh-CN" sz="600" kern="100">
                        <a:effectLst/>
                        <a:latin typeface="DengXian"/>
                        <a:ea typeface="DengXian"/>
                        <a:cs typeface="Cordia New"/>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200000"/>
                        </a:lnSpc>
                      </a:pPr>
                      <a:r>
                        <a:rPr lang="zh-CN" sz="600" kern="100">
                          <a:effectLst/>
                          <a:latin typeface="DengXian" panose="02010600030101010101" pitchFamily="2" charset="-122"/>
                          <a:ea typeface="DengXian" panose="02010600030101010101" pitchFamily="2" charset="-122"/>
                          <a:cs typeface="Cordia New" panose="020B0304020202020204" pitchFamily="34" charset="-34"/>
                        </a:rPr>
                        <a:t>王笑歌</a:t>
                      </a:r>
                      <a:endParaRPr lang="zh-CN" sz="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36755" marR="367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987326"/>
                  </a:ext>
                </a:extLst>
              </a:tr>
            </a:tbl>
          </a:graphicData>
        </a:graphic>
      </p:graphicFrame>
    </p:spTree>
    <p:extLst>
      <p:ext uri="{BB962C8B-B14F-4D97-AF65-F5344CB8AC3E}">
        <p14:creationId xmlns:p14="http://schemas.microsoft.com/office/powerpoint/2010/main" val="2957096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OTLSHAPE_T_5a934a26f311425e8ebaa0f45e6533ad_Shape">
            <a:extLst>
              <a:ext uri="{FF2B5EF4-FFF2-40B4-BE49-F238E27FC236}">
                <a16:creationId xmlns:a16="http://schemas.microsoft.com/office/drawing/2014/main" id="{EEA5C35B-8C6C-40D7-AB8F-8B0B207C03C4}"/>
              </a:ext>
            </a:extLst>
          </p:cNvPr>
          <p:cNvSpPr/>
          <p:nvPr/>
        </p:nvSpPr>
        <p:spPr bwMode="auto">
          <a:xfrm>
            <a:off x="3658725" y="3076195"/>
            <a:ext cx="826474"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endParaRPr lang="en-US" altLang="zh-CN" sz="600" b="1">
              <a:solidFill>
                <a:srgbClr val="000000"/>
              </a:solidFill>
              <a:latin typeface="Calibri" panose="020F0502020204030204" pitchFamily="34" charset="0"/>
              <a:cs typeface="Calibri" panose="020F0502020204030204" pitchFamily="34" charset="0"/>
            </a:endParaRPr>
          </a:p>
        </p:txBody>
      </p:sp>
      <p:sp>
        <p:nvSpPr>
          <p:cNvPr id="131" name="OTLSHAPE_T_5a934a26f311425e8ebaa0f45e6533ad_Shape">
            <a:extLst>
              <a:ext uri="{FF2B5EF4-FFF2-40B4-BE49-F238E27FC236}">
                <a16:creationId xmlns:a16="http://schemas.microsoft.com/office/drawing/2014/main" id="{BA0DC681-A90C-4B81-9C59-C68D6D4ED922}"/>
              </a:ext>
            </a:extLst>
          </p:cNvPr>
          <p:cNvSpPr/>
          <p:nvPr/>
        </p:nvSpPr>
        <p:spPr bwMode="auto">
          <a:xfrm>
            <a:off x="3633937" y="1546623"/>
            <a:ext cx="851262"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endParaRPr lang="en-US" altLang="zh-CN" sz="600" b="1">
              <a:solidFill>
                <a:srgbClr val="000000"/>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70325" y="44112"/>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br>
              <a:rPr lang="en-US" altLang="zh-CN" sz="2000">
                <a:latin typeface="Calibri" panose="020F0502020204030204" pitchFamily="34" charset="0"/>
                <a:cs typeface="Calibri" panose="020F0502020204030204" pitchFamily="34" charset="0"/>
              </a:rPr>
            </a:br>
            <a:r>
              <a:rPr lang="en-US" altLang="zh-CN" sz="2000">
                <a:latin typeface="Calibri" panose="020F0502020204030204" pitchFamily="34" charset="0"/>
                <a:cs typeface="Calibri" panose="020F0502020204030204" pitchFamily="34" charset="0"/>
              </a:rPr>
              <a:t>BI 1819479 (</a:t>
            </a:r>
            <a:r>
              <a:rPr lang="en-US" altLang="zh-CN" sz="2000" err="1">
                <a:latin typeface="Calibri" panose="020F0502020204030204" pitchFamily="34" charset="0"/>
                <a:cs typeface="Calibri" panose="020F0502020204030204" pitchFamily="34" charset="0"/>
              </a:rPr>
              <a:t>AutoTaxin</a:t>
            </a:r>
            <a:r>
              <a:rPr lang="en-US" altLang="zh-CN" sz="2000">
                <a:latin typeface="Calibri" panose="020F0502020204030204" pitchFamily="34" charset="0"/>
                <a:cs typeface="Calibri" panose="020F0502020204030204" pitchFamily="34" charset="0"/>
              </a:rPr>
              <a:t> </a:t>
            </a:r>
            <a:r>
              <a:rPr lang="en-US" altLang="zh-CN" sz="2000" err="1">
                <a:latin typeface="Calibri" panose="020F0502020204030204" pitchFamily="34" charset="0"/>
                <a:cs typeface="Calibri" panose="020F0502020204030204" pitchFamily="34" charset="0"/>
              </a:rPr>
              <a:t>inhi</a:t>
            </a:r>
            <a:r>
              <a:rPr lang="en-US" altLang="zh-CN" sz="2000">
                <a:latin typeface="Calibri" panose="020F0502020204030204" pitchFamily="34" charset="0"/>
                <a:cs typeface="Calibri" panose="020F0502020204030204" pitchFamily="34" charset="0"/>
              </a:rPr>
              <a:t>): IPF/ PPF </a:t>
            </a:r>
            <a:endParaRPr lang="en-US" sz="2000">
              <a:latin typeface="Calibri" panose="020F0502020204030204" pitchFamily="34" charset="0"/>
              <a:cs typeface="Calibri" panose="020F0502020204030204" pitchFamily="34" charset="0"/>
            </a:endParaRPr>
          </a:p>
        </p:txBody>
      </p:sp>
      <p:sp>
        <p:nvSpPr>
          <p:cNvPr id="9" name="灯片编号占位符 8"/>
          <p:cNvSpPr>
            <a:spLocks noGrp="1"/>
          </p:cNvSpPr>
          <p:nvPr>
            <p:ph type="sldNum" sz="quarter" idx="20"/>
          </p:nvPr>
        </p:nvSpPr>
        <p:spPr/>
        <p:txBody>
          <a:bodyPr/>
          <a:lstStyle/>
          <a:p>
            <a:pPr defTabSz="914310">
              <a:defRPr/>
            </a:pPr>
            <a:fld id="{143B55C4-4F5A-416B-997D-6CE47EB0A945}" type="slidenum">
              <a:rPr lang="en-GB" sz="750">
                <a:solidFill>
                  <a:srgbClr val="FFFFFF">
                    <a:lumMod val="50000"/>
                  </a:srgbClr>
                </a:solidFill>
                <a:latin typeface="BISansCond" panose="02000006050000020004" pitchFamily="2" charset="0"/>
              </a:rPr>
              <a:pPr defTabSz="914310">
                <a:defRPr/>
              </a:pPr>
              <a:t>28</a:t>
            </a:fld>
            <a:endParaRPr lang="en-GB" sz="750">
              <a:solidFill>
                <a:srgbClr val="FFFFFF">
                  <a:lumMod val="50000"/>
                </a:srgbClr>
              </a:solidFill>
              <a:latin typeface="BISansCond" panose="0200000605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8821" y="2599636"/>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54197" y="652544"/>
          <a:ext cx="8770968" cy="514350"/>
        </p:xfrm>
        <a:graphic>
          <a:graphicData uri="http://schemas.openxmlformats.org/drawingml/2006/table">
            <a:tbl>
              <a:tblPr firstRow="1" bandRow="1"/>
              <a:tblGrid>
                <a:gridCol w="365457">
                  <a:extLst>
                    <a:ext uri="{9D8B030D-6E8A-4147-A177-3AD203B41FA5}">
                      <a16:colId xmlns:a16="http://schemas.microsoft.com/office/drawing/2014/main" val="1107610970"/>
                    </a:ext>
                  </a:extLst>
                </a:gridCol>
                <a:gridCol w="365457">
                  <a:extLst>
                    <a:ext uri="{9D8B030D-6E8A-4147-A177-3AD203B41FA5}">
                      <a16:colId xmlns:a16="http://schemas.microsoft.com/office/drawing/2014/main" val="2027925426"/>
                    </a:ext>
                  </a:extLst>
                </a:gridCol>
                <a:gridCol w="365457">
                  <a:extLst>
                    <a:ext uri="{9D8B030D-6E8A-4147-A177-3AD203B41FA5}">
                      <a16:colId xmlns:a16="http://schemas.microsoft.com/office/drawing/2014/main" val="344046683"/>
                    </a:ext>
                  </a:extLst>
                </a:gridCol>
                <a:gridCol w="365457">
                  <a:extLst>
                    <a:ext uri="{9D8B030D-6E8A-4147-A177-3AD203B41FA5}">
                      <a16:colId xmlns:a16="http://schemas.microsoft.com/office/drawing/2014/main" val="1823529313"/>
                    </a:ext>
                  </a:extLst>
                </a:gridCol>
                <a:gridCol w="365457">
                  <a:extLst>
                    <a:ext uri="{9D8B030D-6E8A-4147-A177-3AD203B41FA5}">
                      <a16:colId xmlns:a16="http://schemas.microsoft.com/office/drawing/2014/main" val="3091663135"/>
                    </a:ext>
                  </a:extLst>
                </a:gridCol>
                <a:gridCol w="365457">
                  <a:extLst>
                    <a:ext uri="{9D8B030D-6E8A-4147-A177-3AD203B41FA5}">
                      <a16:colId xmlns:a16="http://schemas.microsoft.com/office/drawing/2014/main" val="2003423086"/>
                    </a:ext>
                  </a:extLst>
                </a:gridCol>
                <a:gridCol w="365457">
                  <a:extLst>
                    <a:ext uri="{9D8B030D-6E8A-4147-A177-3AD203B41FA5}">
                      <a16:colId xmlns:a16="http://schemas.microsoft.com/office/drawing/2014/main" val="2466911814"/>
                    </a:ext>
                  </a:extLst>
                </a:gridCol>
                <a:gridCol w="365457">
                  <a:extLst>
                    <a:ext uri="{9D8B030D-6E8A-4147-A177-3AD203B41FA5}">
                      <a16:colId xmlns:a16="http://schemas.microsoft.com/office/drawing/2014/main" val="3023231563"/>
                    </a:ext>
                  </a:extLst>
                </a:gridCol>
                <a:gridCol w="365457">
                  <a:extLst>
                    <a:ext uri="{9D8B030D-6E8A-4147-A177-3AD203B41FA5}">
                      <a16:colId xmlns:a16="http://schemas.microsoft.com/office/drawing/2014/main" val="3411862845"/>
                    </a:ext>
                  </a:extLst>
                </a:gridCol>
                <a:gridCol w="365457">
                  <a:extLst>
                    <a:ext uri="{9D8B030D-6E8A-4147-A177-3AD203B41FA5}">
                      <a16:colId xmlns:a16="http://schemas.microsoft.com/office/drawing/2014/main" val="2851474774"/>
                    </a:ext>
                  </a:extLst>
                </a:gridCol>
                <a:gridCol w="365457">
                  <a:extLst>
                    <a:ext uri="{9D8B030D-6E8A-4147-A177-3AD203B41FA5}">
                      <a16:colId xmlns:a16="http://schemas.microsoft.com/office/drawing/2014/main" val="107595344"/>
                    </a:ext>
                  </a:extLst>
                </a:gridCol>
                <a:gridCol w="365457">
                  <a:extLst>
                    <a:ext uri="{9D8B030D-6E8A-4147-A177-3AD203B41FA5}">
                      <a16:colId xmlns:a16="http://schemas.microsoft.com/office/drawing/2014/main" val="1666999431"/>
                    </a:ext>
                  </a:extLst>
                </a:gridCol>
                <a:gridCol w="365457">
                  <a:extLst>
                    <a:ext uri="{9D8B030D-6E8A-4147-A177-3AD203B41FA5}">
                      <a16:colId xmlns:a16="http://schemas.microsoft.com/office/drawing/2014/main" val="3696607442"/>
                    </a:ext>
                  </a:extLst>
                </a:gridCol>
                <a:gridCol w="365457">
                  <a:extLst>
                    <a:ext uri="{9D8B030D-6E8A-4147-A177-3AD203B41FA5}">
                      <a16:colId xmlns:a16="http://schemas.microsoft.com/office/drawing/2014/main" val="223989776"/>
                    </a:ext>
                  </a:extLst>
                </a:gridCol>
                <a:gridCol w="365457">
                  <a:extLst>
                    <a:ext uri="{9D8B030D-6E8A-4147-A177-3AD203B41FA5}">
                      <a16:colId xmlns:a16="http://schemas.microsoft.com/office/drawing/2014/main" val="124731204"/>
                    </a:ext>
                  </a:extLst>
                </a:gridCol>
                <a:gridCol w="365457">
                  <a:extLst>
                    <a:ext uri="{9D8B030D-6E8A-4147-A177-3AD203B41FA5}">
                      <a16:colId xmlns:a16="http://schemas.microsoft.com/office/drawing/2014/main" val="3066978585"/>
                    </a:ext>
                  </a:extLst>
                </a:gridCol>
                <a:gridCol w="365457">
                  <a:extLst>
                    <a:ext uri="{9D8B030D-6E8A-4147-A177-3AD203B41FA5}">
                      <a16:colId xmlns:a16="http://schemas.microsoft.com/office/drawing/2014/main" val="1064917641"/>
                    </a:ext>
                  </a:extLst>
                </a:gridCol>
                <a:gridCol w="365457">
                  <a:extLst>
                    <a:ext uri="{9D8B030D-6E8A-4147-A177-3AD203B41FA5}">
                      <a16:colId xmlns:a16="http://schemas.microsoft.com/office/drawing/2014/main" val="4221117315"/>
                    </a:ext>
                  </a:extLst>
                </a:gridCol>
                <a:gridCol w="365457">
                  <a:extLst>
                    <a:ext uri="{9D8B030D-6E8A-4147-A177-3AD203B41FA5}">
                      <a16:colId xmlns:a16="http://schemas.microsoft.com/office/drawing/2014/main" val="3266065341"/>
                    </a:ext>
                  </a:extLst>
                </a:gridCol>
                <a:gridCol w="365457">
                  <a:extLst>
                    <a:ext uri="{9D8B030D-6E8A-4147-A177-3AD203B41FA5}">
                      <a16:colId xmlns:a16="http://schemas.microsoft.com/office/drawing/2014/main" val="2374051224"/>
                    </a:ext>
                  </a:extLst>
                </a:gridCol>
                <a:gridCol w="365457">
                  <a:extLst>
                    <a:ext uri="{9D8B030D-6E8A-4147-A177-3AD203B41FA5}">
                      <a16:colId xmlns:a16="http://schemas.microsoft.com/office/drawing/2014/main" val="1840388365"/>
                    </a:ext>
                  </a:extLst>
                </a:gridCol>
                <a:gridCol w="365457">
                  <a:extLst>
                    <a:ext uri="{9D8B030D-6E8A-4147-A177-3AD203B41FA5}">
                      <a16:colId xmlns:a16="http://schemas.microsoft.com/office/drawing/2014/main" val="267750830"/>
                    </a:ext>
                  </a:extLst>
                </a:gridCol>
                <a:gridCol w="365457">
                  <a:extLst>
                    <a:ext uri="{9D8B030D-6E8A-4147-A177-3AD203B41FA5}">
                      <a16:colId xmlns:a16="http://schemas.microsoft.com/office/drawing/2014/main" val="3966469970"/>
                    </a:ext>
                  </a:extLst>
                </a:gridCol>
                <a:gridCol w="365457">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2024</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2029</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Q3</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Q4</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a:ea typeface="+mn-ea"/>
                          <a:cs typeface="Arial"/>
                        </a:rPr>
                        <a:t>Q1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a:ea typeface="+mn-ea"/>
                          <a:cs typeface="Arial"/>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Q3</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74202" y="87562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Cond"/>
            </a:endParaRPr>
          </a:p>
        </p:txBody>
      </p:sp>
      <p:sp>
        <p:nvSpPr>
          <p:cNvPr id="118" name="Isosceles Triangle 117"/>
          <p:cNvSpPr/>
          <p:nvPr/>
        </p:nvSpPr>
        <p:spPr>
          <a:xfrm rot="5400000">
            <a:off x="8802712"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Cond"/>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1627191" y="1546623"/>
            <a:ext cx="2013568"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 IPF (N=300)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68" name="Rectangle 67"/>
          <p:cNvSpPr/>
          <p:nvPr/>
        </p:nvSpPr>
        <p:spPr>
          <a:xfrm>
            <a:off x="3447484" y="1700592"/>
            <a:ext cx="324128" cy="207749"/>
          </a:xfrm>
          <a:prstGeom prst="rect">
            <a:avLst/>
          </a:prstGeom>
        </p:spPr>
        <p:txBody>
          <a:bodyPr wrap="none">
            <a:spAutoFit/>
          </a:bodyPr>
          <a:lstStyle/>
          <a:p>
            <a:pPr algn="ctr" defTabSz="914265">
              <a:defRPr/>
            </a:pPr>
            <a:r>
              <a:rPr lang="en-US" altLang="zh-CN" sz="750" b="1">
                <a:solidFill>
                  <a:srgbClr val="44546A"/>
                </a:solidFill>
                <a:latin typeface="Calibri" panose="020F0502020204030204" pitchFamily="34" charset="0"/>
                <a:cs typeface="Calibri" panose="020F0502020204030204" pitchFamily="34" charset="0"/>
              </a:rPr>
              <a:t>LSR</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69" name="Star: 4 Points 143">
            <a:extLst>
              <a:ext uri="{FF2B5EF4-FFF2-40B4-BE49-F238E27FC236}">
                <a16:creationId xmlns:a16="http://schemas.microsoft.com/office/drawing/2014/main" id="{B361C849-6669-4EC4-A9AD-EB1BCC463147}"/>
              </a:ext>
            </a:extLst>
          </p:cNvPr>
          <p:cNvSpPr/>
          <p:nvPr/>
        </p:nvSpPr>
        <p:spPr bwMode="auto">
          <a:xfrm>
            <a:off x="3560911" y="164283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70" name="Rectangle 69"/>
          <p:cNvSpPr/>
          <p:nvPr/>
        </p:nvSpPr>
        <p:spPr>
          <a:xfrm>
            <a:off x="1491362" y="1700592"/>
            <a:ext cx="319318" cy="207749"/>
          </a:xfrm>
          <a:prstGeom prst="rect">
            <a:avLst/>
          </a:prstGeom>
        </p:spPr>
        <p:txBody>
          <a:bodyPr wrap="none">
            <a:spAutoFit/>
          </a:bodyPr>
          <a:lstStyle/>
          <a:p>
            <a:pPr algn="ctr" defTabSz="914265">
              <a:defRPr/>
            </a:pPr>
            <a:r>
              <a:rPr lang="en-US" altLang="zh-CN" sz="750" b="1">
                <a:solidFill>
                  <a:srgbClr val="44546A"/>
                </a:solidFill>
                <a:latin typeface="Calibri" panose="020F0502020204030204" pitchFamily="34" charset="0"/>
                <a:cs typeface="Calibri" panose="020F0502020204030204" pitchFamily="34" charset="0"/>
              </a:rPr>
              <a:t>FSS</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1568857" y="16656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5587467" y="1967399"/>
            <a:ext cx="3091426"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IPF</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5368883" y="1833225"/>
            <a:ext cx="489238"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solidFill>
                  <a:prstClr val="black"/>
                </a:solidFill>
              </a:rPr>
              <a:t>Mar 2027</a:t>
            </a:r>
            <a:endParaRPr lang="zh-CN" altLang="en-US" sz="600" b="1">
              <a:solidFill>
                <a:prstClr val="black"/>
              </a:solidFill>
            </a:endParaRPr>
          </a:p>
        </p:txBody>
      </p:sp>
      <p:pic>
        <p:nvPicPr>
          <p:cNvPr id="2" name="Picture 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8934" y="1106107"/>
            <a:ext cx="853514" cy="420660"/>
          </a:xfrm>
          <a:prstGeom prst="rect">
            <a:avLst/>
          </a:prstGeom>
        </p:spPr>
      </p:pic>
      <p:pic>
        <p:nvPicPr>
          <p:cNvPr id="4" name="Picture 3"/>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94391" y="2663821"/>
            <a:ext cx="853514" cy="420660"/>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8831872" y="2338886"/>
            <a:ext cx="145217" cy="13687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74971" y="4145977"/>
            <a:ext cx="1780969" cy="553998"/>
          </a:xfrm>
          <a:prstGeom prst="rect">
            <a:avLst/>
          </a:prstGeom>
          <a:noFill/>
        </p:spPr>
        <p:txBody>
          <a:bodyPr wrap="square" lIns="0" tIns="0" rIns="0" bIns="0" rtlCol="0">
            <a:spAutoFit/>
          </a:bodyPr>
          <a:lstStyle/>
          <a:p>
            <a:pPr defTabSz="914310">
              <a:defRPr/>
            </a:pPr>
            <a:r>
              <a:rPr lang="en-US" altLang="zh-CN" sz="700">
                <a:solidFill>
                  <a:srgbClr val="000000"/>
                </a:solidFill>
                <a:latin typeface="BISansCond"/>
              </a:rPr>
              <a:t>FSS: First subject Screen</a:t>
            </a:r>
          </a:p>
          <a:p>
            <a:pPr defTabSz="914310">
              <a:defRPr/>
            </a:pPr>
            <a:r>
              <a:rPr lang="en-US" altLang="zh-CN" sz="700">
                <a:solidFill>
                  <a:srgbClr val="000000"/>
                </a:solidFill>
                <a:latin typeface="BISansCond"/>
              </a:rPr>
              <a:t>LSC: Last Subject complete</a:t>
            </a:r>
          </a:p>
          <a:p>
            <a:pPr defTabSz="914310">
              <a:defRPr/>
            </a:pPr>
            <a:r>
              <a:rPr lang="en-US" altLang="zh-CN" sz="700">
                <a:solidFill>
                  <a:srgbClr val="000000"/>
                </a:solidFill>
                <a:latin typeface="BISansCond"/>
              </a:rPr>
              <a:t>LSR: Last subject randomization</a:t>
            </a:r>
          </a:p>
          <a:p>
            <a:pPr defTabSz="914310">
              <a:defRPr/>
            </a:pPr>
            <a:endParaRPr lang="en-US" altLang="zh-CN" sz="700">
              <a:solidFill>
                <a:srgbClr val="000000"/>
              </a:solidFill>
              <a:latin typeface="BISansCond"/>
            </a:endParaRPr>
          </a:p>
          <a:p>
            <a:pPr defTabSz="914310">
              <a:defRPr/>
            </a:pPr>
            <a:endParaRPr lang="zh-CN" altLang="en-US" sz="800">
              <a:solidFill>
                <a:srgbClr val="000000"/>
              </a:solidFill>
              <a:latin typeface="BISansCond"/>
            </a:endParaRPr>
          </a:p>
        </p:txBody>
      </p:sp>
      <p:sp>
        <p:nvSpPr>
          <p:cNvPr id="113" name="OTLSHAPE_T_e17f3958430f4cff8650518c93c7635e_StartDate">
            <a:extLst>
              <a:ext uri="{FF2B5EF4-FFF2-40B4-BE49-F238E27FC236}">
                <a16:creationId xmlns:a16="http://schemas.microsoft.com/office/drawing/2014/main" id="{A2BFCC99-10CA-4B3D-B761-C3B50E1A72E2}"/>
              </a:ext>
            </a:extLst>
          </p:cNvPr>
          <p:cNvSpPr txBox="1"/>
          <p:nvPr>
            <p:custDataLst>
              <p:tags r:id="rId3"/>
            </p:custDataLst>
          </p:nvPr>
        </p:nvSpPr>
        <p:spPr>
          <a:xfrm>
            <a:off x="8432917" y="1833225"/>
            <a:ext cx="473206"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solidFill>
                  <a:prstClr val="black"/>
                </a:solidFill>
              </a:rPr>
              <a:t>Sep 2029</a:t>
            </a:r>
            <a:endParaRPr lang="zh-CN" altLang="en-US" sz="600" b="1">
              <a:solidFill>
                <a:prstClr val="black"/>
              </a:solidFill>
            </a:endParaRPr>
          </a:p>
        </p:txBody>
      </p:sp>
      <p:sp>
        <p:nvSpPr>
          <p:cNvPr id="126" name="Star: 4 Points 143">
            <a:extLst>
              <a:ext uri="{FF2B5EF4-FFF2-40B4-BE49-F238E27FC236}">
                <a16:creationId xmlns:a16="http://schemas.microsoft.com/office/drawing/2014/main" id="{A2D9C789-D61C-4C00-A0BE-D5F7642EF81B}"/>
              </a:ext>
            </a:extLst>
          </p:cNvPr>
          <p:cNvSpPr/>
          <p:nvPr/>
        </p:nvSpPr>
        <p:spPr bwMode="auto">
          <a:xfrm>
            <a:off x="5516212" y="202428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4"/>
            </p:custDataLst>
          </p:nvPr>
        </p:nvSpPr>
        <p:spPr>
          <a:xfrm>
            <a:off x="8568448" y="2485647"/>
            <a:ext cx="657743" cy="215444"/>
          </a:xfrm>
          <a:prstGeom prst="rect">
            <a:avLst/>
          </a:prstGeom>
          <a:noFill/>
        </p:spPr>
        <p:txBody>
          <a:bodyPr vert="horz" wrap="square" lIns="0" tIns="0" rIns="0" bIns="0" rtlCol="0" anchor="ctr" anchorCtr="0">
            <a:spAutoFit/>
          </a:bodyPr>
          <a:lstStyle/>
          <a:p>
            <a:pPr algn="ctr" defTabSz="914288">
              <a:defRPr/>
            </a:pPr>
            <a:r>
              <a:rPr lang="en-US" altLang="zh-CN" sz="700" b="1">
                <a:solidFill>
                  <a:srgbClr val="44546A"/>
                </a:solidFill>
                <a:latin typeface="Calibri" panose="020F0502020204030204" pitchFamily="34" charset="0"/>
                <a:ea typeface="宋体" panose="02010600030101010101" pitchFamily="2" charset="-122"/>
              </a:rPr>
              <a:t>US NDA</a:t>
            </a:r>
          </a:p>
          <a:p>
            <a:pPr algn="ctr" defTabSz="914288">
              <a:defRPr/>
            </a:pPr>
            <a:r>
              <a:rPr lang="en-US" altLang="zh-CN" sz="700" b="1">
                <a:solidFill>
                  <a:srgbClr val="44546A"/>
                </a:solidFill>
                <a:latin typeface="Calibri" panose="020F0502020204030204" pitchFamily="34" charset="0"/>
                <a:ea typeface="宋体" panose="02010600030101010101" pitchFamily="2" charset="-122"/>
              </a:rPr>
              <a:t>Feb 2030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27773" y="2363671"/>
            <a:ext cx="145217" cy="145217"/>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5"/>
            </p:custDataLst>
          </p:nvPr>
        </p:nvSpPr>
        <p:spPr>
          <a:xfrm>
            <a:off x="8524398" y="2147238"/>
            <a:ext cx="996928" cy="215444"/>
          </a:xfrm>
          <a:prstGeom prst="rect">
            <a:avLst/>
          </a:prstGeom>
          <a:noFill/>
        </p:spPr>
        <p:txBody>
          <a:bodyPr vert="horz" wrap="square" lIns="0" tIns="0" rIns="0" bIns="0" rtlCol="0" anchor="ctr" anchorCtr="0">
            <a:spAutoFit/>
          </a:bodyPr>
          <a:lstStyle/>
          <a:p>
            <a:pPr algn="ctr" defTabSz="914288">
              <a:defRPr/>
            </a:pPr>
            <a:r>
              <a:rPr lang="en-US" altLang="zh-CN" sz="700" b="1">
                <a:solidFill>
                  <a:srgbClr val="44546A"/>
                </a:solidFill>
                <a:latin typeface="Calibri" panose="020F0502020204030204" pitchFamily="34" charset="0"/>
                <a:ea typeface="宋体" panose="02010600030101010101" pitchFamily="2" charset="-122"/>
              </a:rPr>
              <a:t>US app</a:t>
            </a:r>
          </a:p>
          <a:p>
            <a:pPr algn="ctr" defTabSz="914288">
              <a:defRPr/>
            </a:pPr>
            <a:r>
              <a:rPr lang="en-US" altLang="zh-CN" sz="700" b="1">
                <a:solidFill>
                  <a:srgbClr val="44546A"/>
                </a:solidFill>
                <a:latin typeface="Calibri" panose="020F0502020204030204" pitchFamily="34" charset="0"/>
                <a:ea typeface="宋体" panose="02010600030101010101" pitchFamily="2" charset="-122"/>
              </a:rPr>
              <a:t>Feb 2031 </a:t>
            </a:r>
          </a:p>
        </p:txBody>
      </p:sp>
      <p:sp>
        <p:nvSpPr>
          <p:cNvPr id="132" name="OTLSHAPE_T_e17f3958430f4cff8650518c93c7635e_StartDate">
            <a:extLst>
              <a:ext uri="{FF2B5EF4-FFF2-40B4-BE49-F238E27FC236}">
                <a16:creationId xmlns:a16="http://schemas.microsoft.com/office/drawing/2014/main" id="{3C3CACA0-6719-4369-B7E3-DFDE8A562372}"/>
              </a:ext>
            </a:extLst>
          </p:cNvPr>
          <p:cNvSpPr txBox="1"/>
          <p:nvPr>
            <p:custDataLst>
              <p:tags r:id="rId6"/>
            </p:custDataLst>
          </p:nvPr>
        </p:nvSpPr>
        <p:spPr>
          <a:xfrm>
            <a:off x="1440235" y="1390390"/>
            <a:ext cx="442750" cy="184666"/>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a:solidFill>
                  <a:prstClr val="black"/>
                </a:solidFill>
              </a:rPr>
              <a:t>Jul 2024</a:t>
            </a:r>
            <a:endParaRPr lang="zh-CN" altLang="en-US" sz="600">
              <a:solidFill>
                <a:prstClr val="black"/>
              </a:solidFill>
            </a:endParaRPr>
          </a:p>
        </p:txBody>
      </p:sp>
      <p:sp>
        <p:nvSpPr>
          <p:cNvPr id="133" name="Rectangle 132">
            <a:extLst>
              <a:ext uri="{FF2B5EF4-FFF2-40B4-BE49-F238E27FC236}">
                <a16:creationId xmlns:a16="http://schemas.microsoft.com/office/drawing/2014/main" id="{BE781C2A-58A0-4FE3-9F3C-66B02D65B594}"/>
              </a:ext>
            </a:extLst>
          </p:cNvPr>
          <p:cNvSpPr/>
          <p:nvPr/>
        </p:nvSpPr>
        <p:spPr>
          <a:xfrm>
            <a:off x="5423308" y="2098983"/>
            <a:ext cx="293670" cy="184666"/>
          </a:xfrm>
          <a:prstGeom prst="rect">
            <a:avLst/>
          </a:prstGeom>
        </p:spPr>
        <p:txBody>
          <a:bodyPr wrap="none">
            <a:spAutoFit/>
          </a:bodyPr>
          <a:lstStyle/>
          <a:p>
            <a:pPr algn="ctr" defTabSz="914265">
              <a:defRPr/>
            </a:pPr>
            <a:r>
              <a:rPr lang="en-US" altLang="zh-CN" sz="600" b="1">
                <a:solidFill>
                  <a:srgbClr val="44546A"/>
                </a:solidFill>
                <a:latin typeface="Calibri" panose="020F0502020204030204" pitchFamily="34" charset="0"/>
                <a:cs typeface="Calibri" panose="020F0502020204030204" pitchFamily="34" charset="0"/>
              </a:rPr>
              <a:t>FSS</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134" name="Rectangle 133">
            <a:extLst>
              <a:ext uri="{FF2B5EF4-FFF2-40B4-BE49-F238E27FC236}">
                <a16:creationId xmlns:a16="http://schemas.microsoft.com/office/drawing/2014/main" id="{E61D2C1C-5D4E-4553-8CF3-07858D1B74DC}"/>
              </a:ext>
            </a:extLst>
          </p:cNvPr>
          <p:cNvSpPr/>
          <p:nvPr/>
        </p:nvSpPr>
        <p:spPr>
          <a:xfrm>
            <a:off x="8521342" y="2112280"/>
            <a:ext cx="293670" cy="184666"/>
          </a:xfrm>
          <a:prstGeom prst="rect">
            <a:avLst/>
          </a:prstGeom>
        </p:spPr>
        <p:txBody>
          <a:bodyPr wrap="none">
            <a:spAutoFit/>
          </a:bodyPr>
          <a:lstStyle/>
          <a:p>
            <a:pPr algn="ctr" defTabSz="914265">
              <a:defRPr/>
            </a:pPr>
            <a:r>
              <a:rPr lang="en-US" altLang="zh-CN" sz="600" b="1">
                <a:solidFill>
                  <a:srgbClr val="44546A"/>
                </a:solidFill>
                <a:latin typeface="Calibri" panose="020F0502020204030204" pitchFamily="34" charset="0"/>
                <a:cs typeface="Calibri" panose="020F0502020204030204" pitchFamily="34" charset="0"/>
              </a:rPr>
              <a:t>LSC</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140" name="OTLSHAPE_T_e17f3958430f4cff8650518c93c7635e_StartDate">
            <a:extLst>
              <a:ext uri="{FF2B5EF4-FFF2-40B4-BE49-F238E27FC236}">
                <a16:creationId xmlns:a16="http://schemas.microsoft.com/office/drawing/2014/main" id="{2C476CE0-4E49-48BA-9546-8CA92E930315}"/>
              </a:ext>
            </a:extLst>
          </p:cNvPr>
          <p:cNvSpPr txBox="1"/>
          <p:nvPr>
            <p:custDataLst>
              <p:tags r:id="rId7"/>
            </p:custDataLst>
          </p:nvPr>
        </p:nvSpPr>
        <p:spPr>
          <a:xfrm>
            <a:off x="4211545" y="1390390"/>
            <a:ext cx="465192" cy="184666"/>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a:t>Jun 2026</a:t>
            </a:r>
            <a:endParaRPr lang="zh-CN" altLang="en-US" sz="600"/>
          </a:p>
        </p:txBody>
      </p:sp>
      <p:sp>
        <p:nvSpPr>
          <p:cNvPr id="142" name="OTLSHAPE_T_e17f3958430f4cff8650518c93c7635e_Shape">
            <a:extLst>
              <a:ext uri="{FF2B5EF4-FFF2-40B4-BE49-F238E27FC236}">
                <a16:creationId xmlns:a16="http://schemas.microsoft.com/office/drawing/2014/main" id="{13BBD805-6B4E-49B8-8A28-7FC80412D5B3}"/>
              </a:ext>
            </a:extLst>
          </p:cNvPr>
          <p:cNvSpPr/>
          <p:nvPr>
            <p:custDataLst>
              <p:tags r:id="rId8"/>
            </p:custDataLst>
          </p:nvPr>
        </p:nvSpPr>
        <p:spPr bwMode="auto">
          <a:xfrm>
            <a:off x="1210474" y="3076195"/>
            <a:ext cx="717620" cy="19202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CTA Review + EC + HGRAC + 1</a:t>
            </a:r>
            <a:r>
              <a:rPr lang="en-US" altLang="zh-CN" sz="450" b="1" baseline="30000">
                <a:solidFill>
                  <a:srgbClr val="000000"/>
                </a:solidFill>
                <a:latin typeface="BISansCond"/>
              </a:rPr>
              <a:t>st</a:t>
            </a:r>
            <a:r>
              <a:rPr lang="en-US" altLang="zh-CN" sz="450" b="1">
                <a:solidFill>
                  <a:srgbClr val="000000"/>
                </a:solidFill>
                <a:latin typeface="BISansCond"/>
              </a:rPr>
              <a:t> SIV (6m) *</a:t>
            </a:r>
            <a:endParaRPr lang="zh-CN" altLang="en-US" sz="450" b="1">
              <a:solidFill>
                <a:srgbClr val="000000"/>
              </a:solidFill>
              <a:latin typeface="BISansCond"/>
            </a:endParaRPr>
          </a:p>
        </p:txBody>
      </p:sp>
      <p:sp>
        <p:nvSpPr>
          <p:cNvPr id="145" name="5-Point Star 5">
            <a:extLst>
              <a:ext uri="{FF2B5EF4-FFF2-40B4-BE49-F238E27FC236}">
                <a16:creationId xmlns:a16="http://schemas.microsoft.com/office/drawing/2014/main" id="{FF2EE900-EF38-4A20-8571-F11FC61C771A}"/>
              </a:ext>
            </a:extLst>
          </p:cNvPr>
          <p:cNvSpPr/>
          <p:nvPr/>
        </p:nvSpPr>
        <p:spPr>
          <a:xfrm>
            <a:off x="1184984" y="3056688"/>
            <a:ext cx="70673" cy="8656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146" name="OTLSHAPE_T_e17f3958430f4cff8650518c93c7635e_StartDate">
            <a:extLst>
              <a:ext uri="{FF2B5EF4-FFF2-40B4-BE49-F238E27FC236}">
                <a16:creationId xmlns:a16="http://schemas.microsoft.com/office/drawing/2014/main" id="{D8665EA8-642E-464A-8E61-6CC42C7EAA9D}"/>
              </a:ext>
            </a:extLst>
          </p:cNvPr>
          <p:cNvSpPr txBox="1"/>
          <p:nvPr>
            <p:custDataLst>
              <p:tags r:id="rId9"/>
            </p:custDataLst>
          </p:nvPr>
        </p:nvSpPr>
        <p:spPr>
          <a:xfrm>
            <a:off x="1716986" y="2919303"/>
            <a:ext cx="473206"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Sep 2024</a:t>
            </a:r>
            <a:endParaRPr lang="zh-CN" altLang="en-US" sz="600" b="1"/>
          </a:p>
        </p:txBody>
      </p:sp>
      <p:sp>
        <p:nvSpPr>
          <p:cNvPr id="171" name="Rectangle 170">
            <a:extLst>
              <a:ext uri="{FF2B5EF4-FFF2-40B4-BE49-F238E27FC236}">
                <a16:creationId xmlns:a16="http://schemas.microsoft.com/office/drawing/2014/main" id="{5DF7619E-8037-4119-9490-E9399FFC5DFC}"/>
              </a:ext>
            </a:extLst>
          </p:cNvPr>
          <p:cNvSpPr/>
          <p:nvPr/>
        </p:nvSpPr>
        <p:spPr>
          <a:xfrm>
            <a:off x="1928421" y="3076195"/>
            <a:ext cx="1730305"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600" b="1">
                <a:solidFill>
                  <a:srgbClr val="000000"/>
                </a:solidFill>
                <a:latin typeface="BISansCond"/>
                <a:cs typeface="Calibri" panose="020F0502020204030204" pitchFamily="34" charset="0"/>
              </a:rPr>
              <a:t>Recruitment window</a:t>
            </a:r>
          </a:p>
          <a:p>
            <a:pPr algn="ctr" defTabSz="914310" eaLnBrk="0" fontAlgn="base" hangingPunct="0">
              <a:spcBef>
                <a:spcPct val="0"/>
              </a:spcBef>
              <a:spcAft>
                <a:spcPct val="0"/>
              </a:spcAft>
              <a:defRPr/>
            </a:pPr>
            <a:r>
              <a:rPr lang="en-US" altLang="zh-CN" sz="600" b="1">
                <a:solidFill>
                  <a:prstClr val="black"/>
                </a:solidFill>
                <a:latin typeface="BISansCond"/>
                <a:cs typeface="Calibri" panose="020F0502020204030204" pitchFamily="34" charset="0"/>
              </a:rPr>
              <a:t>~12m (Site: 15 </a:t>
            </a:r>
            <a:r>
              <a:rPr lang="en-US" altLang="zh-CN" sz="600" b="1">
                <a:solidFill>
                  <a:srgbClr val="000000"/>
                </a:solidFill>
                <a:latin typeface="BISansCond"/>
                <a:cs typeface="Calibri" panose="020F0502020204030204" pitchFamily="34" charset="0"/>
              </a:rPr>
              <a:t>N=18)</a:t>
            </a:r>
          </a:p>
        </p:txBody>
      </p:sp>
      <p:sp>
        <p:nvSpPr>
          <p:cNvPr id="180" name="Star: 4 Points 143">
            <a:extLst>
              <a:ext uri="{FF2B5EF4-FFF2-40B4-BE49-F238E27FC236}">
                <a16:creationId xmlns:a16="http://schemas.microsoft.com/office/drawing/2014/main" id="{9FB0C716-9760-49BC-A0B9-28FAFE2996DF}"/>
              </a:ext>
            </a:extLst>
          </p:cNvPr>
          <p:cNvSpPr/>
          <p:nvPr/>
        </p:nvSpPr>
        <p:spPr bwMode="auto">
          <a:xfrm>
            <a:off x="3554131" y="318909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62" name="OTLSHAPE_T_e17f3958430f4cff8650518c93c7635e_StartDate">
            <a:extLst>
              <a:ext uri="{FF2B5EF4-FFF2-40B4-BE49-F238E27FC236}">
                <a16:creationId xmlns:a16="http://schemas.microsoft.com/office/drawing/2014/main" id="{CD85B817-8531-43FF-BC59-76B1A69AEED5}"/>
              </a:ext>
            </a:extLst>
          </p:cNvPr>
          <p:cNvSpPr txBox="1"/>
          <p:nvPr>
            <p:custDataLst>
              <p:tags r:id="rId10"/>
            </p:custDataLst>
          </p:nvPr>
        </p:nvSpPr>
        <p:spPr>
          <a:xfrm>
            <a:off x="1034204" y="2919303"/>
            <a:ext cx="489238"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Mar 2024</a:t>
            </a:r>
            <a:endParaRPr lang="zh-CN" altLang="en-US" sz="600" b="1"/>
          </a:p>
        </p:txBody>
      </p:sp>
      <p:sp>
        <p:nvSpPr>
          <p:cNvPr id="63" name="Rectangle 62">
            <a:extLst>
              <a:ext uri="{FF2B5EF4-FFF2-40B4-BE49-F238E27FC236}">
                <a16:creationId xmlns:a16="http://schemas.microsoft.com/office/drawing/2014/main" id="{492A0DBE-71F0-4ECE-858D-E9D50C6C3455}"/>
              </a:ext>
            </a:extLst>
          </p:cNvPr>
          <p:cNvSpPr/>
          <p:nvPr/>
        </p:nvSpPr>
        <p:spPr>
          <a:xfrm>
            <a:off x="3476842" y="3252139"/>
            <a:ext cx="29687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rPr>
              <a:t>LSR</a:t>
            </a:r>
            <a:endParaRPr lang="zh-CN" altLang="en-US" sz="600" b="1">
              <a:solidFill>
                <a:srgbClr val="44546A"/>
              </a:solidFill>
              <a:latin typeface="Calibri" panose="020F0502020204030204" pitchFamily="34" charset="0"/>
            </a:endParaRPr>
          </a:p>
        </p:txBody>
      </p:sp>
      <p:sp>
        <p:nvSpPr>
          <p:cNvPr id="65" name="Rectangle 64">
            <a:extLst>
              <a:ext uri="{FF2B5EF4-FFF2-40B4-BE49-F238E27FC236}">
                <a16:creationId xmlns:a16="http://schemas.microsoft.com/office/drawing/2014/main" id="{046EF5FC-A42C-4B15-B99E-B2D65FB76B3A}"/>
              </a:ext>
            </a:extLst>
          </p:cNvPr>
          <p:cNvSpPr/>
          <p:nvPr/>
        </p:nvSpPr>
        <p:spPr>
          <a:xfrm>
            <a:off x="1716876" y="3252139"/>
            <a:ext cx="38183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rPr>
              <a:t>1</a:t>
            </a:r>
            <a:r>
              <a:rPr lang="en-US" altLang="zh-CN" sz="600" b="1" baseline="30000">
                <a:solidFill>
                  <a:srgbClr val="44546A"/>
                </a:solidFill>
                <a:latin typeface="Calibri" panose="020F0502020204030204" pitchFamily="34" charset="0"/>
              </a:rPr>
              <a:t>st</a:t>
            </a:r>
            <a:r>
              <a:rPr lang="en-US" altLang="zh-CN" sz="600" b="1">
                <a:solidFill>
                  <a:srgbClr val="44546A"/>
                </a:solidFill>
                <a:latin typeface="Calibri" panose="020F0502020204030204" pitchFamily="34" charset="0"/>
              </a:rPr>
              <a:t> SIV</a:t>
            </a:r>
            <a:endParaRPr lang="zh-CN" altLang="en-US" sz="600" b="1">
              <a:solidFill>
                <a:srgbClr val="44546A"/>
              </a:solidFill>
              <a:latin typeface="Calibri" panose="020F0502020204030204" pitchFamily="34" charset="0"/>
            </a:endParaRPr>
          </a:p>
        </p:txBody>
      </p:sp>
      <p:sp>
        <p:nvSpPr>
          <p:cNvPr id="66" name="Star: 4 Points 143">
            <a:extLst>
              <a:ext uri="{FF2B5EF4-FFF2-40B4-BE49-F238E27FC236}">
                <a16:creationId xmlns:a16="http://schemas.microsoft.com/office/drawing/2014/main" id="{AA1FC58A-7FD1-4C87-B38A-80F539A7916D}"/>
              </a:ext>
            </a:extLst>
          </p:cNvPr>
          <p:cNvSpPr/>
          <p:nvPr/>
        </p:nvSpPr>
        <p:spPr bwMode="auto">
          <a:xfrm>
            <a:off x="1855936" y="32174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74" name="OTLSHAPE_T_5a934a26f311425e8ebaa0f45e6533ad_Shape">
            <a:extLst>
              <a:ext uri="{FF2B5EF4-FFF2-40B4-BE49-F238E27FC236}">
                <a16:creationId xmlns:a16="http://schemas.microsoft.com/office/drawing/2014/main" id="{09757339-FB64-4FE3-B3F8-D62913619651}"/>
              </a:ext>
            </a:extLst>
          </p:cNvPr>
          <p:cNvSpPr/>
          <p:nvPr/>
        </p:nvSpPr>
        <p:spPr bwMode="auto">
          <a:xfrm>
            <a:off x="5614321" y="3450364"/>
            <a:ext cx="3063056"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PPF</a:t>
            </a:r>
          </a:p>
        </p:txBody>
      </p:sp>
      <p:sp>
        <p:nvSpPr>
          <p:cNvPr id="90" name="TextBox 89">
            <a:extLst>
              <a:ext uri="{FF2B5EF4-FFF2-40B4-BE49-F238E27FC236}">
                <a16:creationId xmlns:a16="http://schemas.microsoft.com/office/drawing/2014/main" id="{9466DE8F-DCCC-4688-AD54-68172F2C8E9F}"/>
              </a:ext>
            </a:extLst>
          </p:cNvPr>
          <p:cNvSpPr txBox="1"/>
          <p:nvPr/>
        </p:nvSpPr>
        <p:spPr>
          <a:xfrm>
            <a:off x="2415910" y="4080618"/>
            <a:ext cx="5127890" cy="334645"/>
          </a:xfrm>
          <a:prstGeom prst="roundRect">
            <a:avLst>
              <a:gd name="adj" fmla="val 4623"/>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91432" indent="-91432" defTabSz="1219049">
              <a:spcBef>
                <a:spcPts val="400"/>
              </a:spcBef>
              <a:buFont typeface="Arial" panose="020B0604020202020204" pitchFamily="34" charset="0"/>
              <a:buChar char="•"/>
              <a:defRPr/>
            </a:pPr>
            <a:r>
              <a:rPr lang="en-US" altLang="zh-CN" sz="900">
                <a:solidFill>
                  <a:schemeClr val="tx1"/>
                </a:solidFill>
                <a:latin typeface="BISans"/>
              </a:rPr>
              <a:t>CTA submitted on Mar 28 as planned, accepted on 11 Apr, target approval before 8 Jul 2024.</a:t>
            </a:r>
          </a:p>
          <a:p>
            <a:pPr marL="91432" indent="-91432" defTabSz="1219049">
              <a:spcBef>
                <a:spcPts val="400"/>
              </a:spcBef>
              <a:buFont typeface="Arial" panose="020B0604020202020204" pitchFamily="34" charset="0"/>
              <a:buChar char="•"/>
              <a:defRPr/>
            </a:pPr>
            <a:r>
              <a:rPr lang="en-US" altLang="zh-CN" sz="900">
                <a:solidFill>
                  <a:schemeClr val="tx1"/>
                </a:solidFill>
                <a:latin typeface="BISans"/>
              </a:rPr>
              <a:t>1</a:t>
            </a:r>
            <a:r>
              <a:rPr lang="en-US" altLang="zh-CN" sz="900" baseline="30000">
                <a:solidFill>
                  <a:schemeClr val="tx1"/>
                </a:solidFill>
                <a:latin typeface="BISans"/>
              </a:rPr>
              <a:t>st</a:t>
            </a:r>
            <a:r>
              <a:rPr lang="en-US" altLang="zh-CN" sz="900">
                <a:solidFill>
                  <a:schemeClr val="tx1"/>
                </a:solidFill>
                <a:latin typeface="BISans"/>
              </a:rPr>
              <a:t> SIV planned in Sep. </a:t>
            </a:r>
          </a:p>
        </p:txBody>
      </p:sp>
      <p:sp>
        <p:nvSpPr>
          <p:cNvPr id="87" name="5-Point Star 5">
            <a:extLst>
              <a:ext uri="{FF2B5EF4-FFF2-40B4-BE49-F238E27FC236}">
                <a16:creationId xmlns:a16="http://schemas.microsoft.com/office/drawing/2014/main" id="{CF7FE704-764D-4AC4-9833-EA9B7CE3B57C}"/>
              </a:ext>
            </a:extLst>
          </p:cNvPr>
          <p:cNvSpPr/>
          <p:nvPr/>
        </p:nvSpPr>
        <p:spPr>
          <a:xfrm>
            <a:off x="1103853" y="1469431"/>
            <a:ext cx="115504" cy="120107"/>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89" name="OTLSHAPE_T_e17f3958430f4cff8650518c93c7635e_StartDate">
            <a:extLst>
              <a:ext uri="{FF2B5EF4-FFF2-40B4-BE49-F238E27FC236}">
                <a16:creationId xmlns:a16="http://schemas.microsoft.com/office/drawing/2014/main" id="{632FAAF9-D9F3-439F-8B60-C81840F8867A}"/>
              </a:ext>
            </a:extLst>
          </p:cNvPr>
          <p:cNvSpPr txBox="1"/>
          <p:nvPr>
            <p:custDataLst>
              <p:tags r:id="rId11"/>
            </p:custDataLst>
          </p:nvPr>
        </p:nvSpPr>
        <p:spPr>
          <a:xfrm>
            <a:off x="849061" y="1603334"/>
            <a:ext cx="542969"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CTA sub</a:t>
            </a:r>
          </a:p>
          <a:p>
            <a:pPr algn="ctr" defTabSz="914288">
              <a:defRPr/>
            </a:pPr>
            <a:r>
              <a:rPr lang="en-US" altLang="zh-CN" sz="600" b="1">
                <a:solidFill>
                  <a:srgbClr val="44546A"/>
                </a:solidFill>
                <a:latin typeface="Calibri" panose="020F0502020204030204" pitchFamily="34" charset="0"/>
              </a:rPr>
              <a:t>Mar 2024</a:t>
            </a:r>
            <a:endParaRPr lang="zh-CN" altLang="en-US" sz="600" b="1">
              <a:solidFill>
                <a:srgbClr val="44546A"/>
              </a:solidFill>
              <a:latin typeface="Calibri"/>
              <a:cs typeface="Calibri"/>
            </a:endParaRPr>
          </a:p>
        </p:txBody>
      </p:sp>
      <p:sp>
        <p:nvSpPr>
          <p:cNvPr id="11" name="OTLSHAPE_T_e17f3958430f4cff8650518c93c7635e_StartDate">
            <a:extLst>
              <a:ext uri="{FF2B5EF4-FFF2-40B4-BE49-F238E27FC236}">
                <a16:creationId xmlns:a16="http://schemas.microsoft.com/office/drawing/2014/main" id="{0A7BAFCC-DE85-4BB9-B5D2-350421090784}"/>
              </a:ext>
            </a:extLst>
          </p:cNvPr>
          <p:cNvSpPr txBox="1"/>
          <p:nvPr>
            <p:custDataLst>
              <p:tags r:id="rId12"/>
            </p:custDataLst>
          </p:nvPr>
        </p:nvSpPr>
        <p:spPr>
          <a:xfrm>
            <a:off x="4697927" y="1545232"/>
            <a:ext cx="1107342" cy="241926"/>
          </a:xfrm>
          <a:prstGeom prst="rect">
            <a:avLst/>
          </a:prstGeom>
          <a:noFill/>
        </p:spPr>
        <p:txBody>
          <a:bodyPr wrap="square" lIns="91440" tIns="45720" rIns="91440" bIns="4572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defTabSz="914265">
              <a:defRPr/>
            </a:pPr>
            <a:r>
              <a:rPr lang="en-US" altLang="zh-CN" sz="600" b="1" err="1">
                <a:latin typeface="Calibri" panose="020F0502020204030204" pitchFamily="34" charset="0"/>
                <a:cs typeface="Calibri" panose="020F0502020204030204" pitchFamily="34" charset="0"/>
              </a:rPr>
              <a:t>PoCP</a:t>
            </a:r>
            <a:r>
              <a:rPr lang="en-US" altLang="zh-CN" sz="600" b="1">
                <a:latin typeface="Calibri" panose="020F0502020204030204" pitchFamily="34" charset="0"/>
                <a:cs typeface="Calibri" panose="020F0502020204030204" pitchFamily="34" charset="0"/>
              </a:rPr>
              <a:t>/</a:t>
            </a:r>
            <a:r>
              <a:rPr lang="en-US" altLang="zh-CN" sz="600" b="1" err="1">
                <a:latin typeface="Calibri" panose="020F0502020204030204" pitchFamily="34" charset="0"/>
                <a:cs typeface="Calibri" panose="020F0502020204030204" pitchFamily="34" charset="0"/>
              </a:rPr>
              <a:t>PoCC</a:t>
            </a:r>
            <a:r>
              <a:rPr lang="en-US" altLang="zh-CN" sz="600" b="1">
                <a:latin typeface="Calibri" panose="020F0502020204030204" pitchFamily="34" charset="0"/>
                <a:cs typeface="Calibri" panose="020F0502020204030204" pitchFamily="34" charset="0"/>
              </a:rPr>
              <a:t> in IPF</a:t>
            </a:r>
          </a:p>
          <a:p>
            <a:pPr defTabSz="914265">
              <a:defRPr/>
            </a:pPr>
            <a:r>
              <a:rPr lang="en-US" altLang="zh-CN" sz="600" b="1">
                <a:latin typeface="Calibri" panose="020F0502020204030204" pitchFamily="34" charset="0"/>
                <a:cs typeface="Calibri" panose="020F0502020204030204" pitchFamily="34" charset="0"/>
              </a:rPr>
              <a:t>Aug 2026</a:t>
            </a:r>
          </a:p>
        </p:txBody>
      </p:sp>
      <p:sp>
        <p:nvSpPr>
          <p:cNvPr id="25" name="TextBox 24">
            <a:extLst>
              <a:ext uri="{FF2B5EF4-FFF2-40B4-BE49-F238E27FC236}">
                <a16:creationId xmlns:a16="http://schemas.microsoft.com/office/drawing/2014/main" id="{2D4A3361-8067-AB31-3C35-87747E51E75D}"/>
              </a:ext>
            </a:extLst>
          </p:cNvPr>
          <p:cNvSpPr txBox="1"/>
          <p:nvPr/>
        </p:nvSpPr>
        <p:spPr>
          <a:xfrm>
            <a:off x="-12402" y="1522040"/>
            <a:ext cx="464405" cy="215444"/>
          </a:xfrm>
          <a:prstGeom prst="rect">
            <a:avLst/>
          </a:prstGeom>
          <a:noFill/>
          <a:ln>
            <a:solidFill>
              <a:schemeClr val="accent1"/>
            </a:solidFill>
          </a:ln>
        </p:spPr>
        <p:txBody>
          <a:bodyPr wrap="square" lIns="0" tIns="0" rIns="0" bIns="0" rtlCol="0">
            <a:spAutoFit/>
          </a:bodyPr>
          <a:lstStyle/>
          <a:p>
            <a:pPr algn="ctr" defTabSz="914265">
              <a:defRPr/>
            </a:pPr>
            <a:r>
              <a:rPr lang="en-US" sz="700" b="1">
                <a:solidFill>
                  <a:srgbClr val="0066CC"/>
                </a:solidFill>
                <a:latin typeface="Calibri" panose="020F0502020204030204" pitchFamily="34" charset="0"/>
                <a:cs typeface="Calibri" panose="020F0502020204030204" pitchFamily="34" charset="0"/>
              </a:rPr>
              <a:t>Ph2-</a:t>
            </a:r>
          </a:p>
          <a:p>
            <a:pPr algn="ctr" defTabSz="914265">
              <a:defRPr/>
            </a:pPr>
            <a:r>
              <a:rPr lang="en-US" sz="700" b="1">
                <a:solidFill>
                  <a:srgbClr val="0066CC"/>
                </a:solidFill>
                <a:latin typeface="Calibri" panose="020F0502020204030204" pitchFamily="34" charset="0"/>
                <a:cs typeface="Calibri" panose="020F0502020204030204" pitchFamily="34" charset="0"/>
              </a:rPr>
              <a:t>1462-0004</a:t>
            </a:r>
          </a:p>
        </p:txBody>
      </p:sp>
      <p:sp>
        <p:nvSpPr>
          <p:cNvPr id="26" name="TextBox 25">
            <a:extLst>
              <a:ext uri="{FF2B5EF4-FFF2-40B4-BE49-F238E27FC236}">
                <a16:creationId xmlns:a16="http://schemas.microsoft.com/office/drawing/2014/main" id="{D55E1C5E-8475-5424-C5F5-821C923CA5C9}"/>
              </a:ext>
            </a:extLst>
          </p:cNvPr>
          <p:cNvSpPr txBox="1"/>
          <p:nvPr/>
        </p:nvSpPr>
        <p:spPr>
          <a:xfrm>
            <a:off x="0" y="3113705"/>
            <a:ext cx="463494" cy="215444"/>
          </a:xfrm>
          <a:prstGeom prst="rect">
            <a:avLst/>
          </a:prstGeom>
          <a:noFill/>
          <a:ln>
            <a:solidFill>
              <a:schemeClr val="accent1"/>
            </a:solidFill>
          </a:ln>
        </p:spPr>
        <p:txBody>
          <a:bodyPr wrap="square" lIns="0" tIns="0" rIns="0" bIns="0" rtlCol="0">
            <a:spAutoFit/>
          </a:bodyPr>
          <a:lstStyle/>
          <a:p>
            <a:pPr algn="ctr" defTabSz="914265">
              <a:defRPr/>
            </a:pPr>
            <a:r>
              <a:rPr lang="en-US" sz="700" b="1">
                <a:solidFill>
                  <a:srgbClr val="0066CC"/>
                </a:solidFill>
                <a:latin typeface="Calibri" panose="020F0502020204030204" pitchFamily="34" charset="0"/>
                <a:cs typeface="Calibri" panose="020F0502020204030204" pitchFamily="34" charset="0"/>
              </a:rPr>
              <a:t>Ph2-</a:t>
            </a:r>
          </a:p>
          <a:p>
            <a:pPr algn="ctr" defTabSz="914265">
              <a:defRPr/>
            </a:pPr>
            <a:r>
              <a:rPr lang="en-US" sz="700" b="1">
                <a:solidFill>
                  <a:srgbClr val="0066CC"/>
                </a:solidFill>
                <a:latin typeface="Calibri" panose="020F0502020204030204" pitchFamily="34" charset="0"/>
                <a:cs typeface="Calibri" panose="020F0502020204030204" pitchFamily="34" charset="0"/>
              </a:rPr>
              <a:t>1462-0004</a:t>
            </a:r>
          </a:p>
        </p:txBody>
      </p:sp>
      <p:sp>
        <p:nvSpPr>
          <p:cNvPr id="27" name="TextBox 26">
            <a:extLst>
              <a:ext uri="{FF2B5EF4-FFF2-40B4-BE49-F238E27FC236}">
                <a16:creationId xmlns:a16="http://schemas.microsoft.com/office/drawing/2014/main" id="{521700FA-90EB-3053-5729-93DB7A2AD69F}"/>
              </a:ext>
            </a:extLst>
          </p:cNvPr>
          <p:cNvSpPr txBox="1"/>
          <p:nvPr/>
        </p:nvSpPr>
        <p:spPr>
          <a:xfrm>
            <a:off x="2517" y="1928124"/>
            <a:ext cx="464405" cy="12311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65">
              <a:defRPr/>
            </a:pPr>
            <a:r>
              <a:rPr lang="en-US"/>
              <a:t>Ph3</a:t>
            </a: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13"/>
            </p:custDataLst>
          </p:nvPr>
        </p:nvSpPr>
        <p:spPr>
          <a:xfrm>
            <a:off x="3360388" y="1390390"/>
            <a:ext cx="466795" cy="184666"/>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a:solidFill>
                  <a:prstClr val="black"/>
                </a:solidFill>
              </a:rPr>
              <a:t>Oct 2025</a:t>
            </a:r>
            <a:endParaRPr lang="zh-CN" altLang="en-US" sz="600">
              <a:solidFill>
                <a:prstClr val="black"/>
              </a:solidFill>
            </a:endParaRPr>
          </a:p>
        </p:txBody>
      </p:sp>
      <p:sp>
        <p:nvSpPr>
          <p:cNvPr id="16" name="Rectangle 15">
            <a:extLst>
              <a:ext uri="{FF2B5EF4-FFF2-40B4-BE49-F238E27FC236}">
                <a16:creationId xmlns:a16="http://schemas.microsoft.com/office/drawing/2014/main" id="{7B88FC46-C311-78A4-5BC1-EF87B5CE4F78}"/>
              </a:ext>
            </a:extLst>
          </p:cNvPr>
          <p:cNvSpPr/>
          <p:nvPr/>
        </p:nvSpPr>
        <p:spPr>
          <a:xfrm>
            <a:off x="4205614" y="1700592"/>
            <a:ext cx="320922" cy="207749"/>
          </a:xfrm>
          <a:prstGeom prst="rect">
            <a:avLst/>
          </a:prstGeom>
        </p:spPr>
        <p:txBody>
          <a:bodyPr wrap="none">
            <a:spAutoFit/>
          </a:bodyPr>
          <a:lstStyle/>
          <a:p>
            <a:pPr algn="ctr" defTabSz="914265">
              <a:defRPr/>
            </a:pPr>
            <a:r>
              <a:rPr lang="en-US" altLang="zh-CN" sz="750" b="1">
                <a:solidFill>
                  <a:srgbClr val="44546A"/>
                </a:solidFill>
                <a:latin typeface="Calibri" panose="020F0502020204030204" pitchFamily="34" charset="0"/>
                <a:cs typeface="Calibri" panose="020F0502020204030204" pitchFamily="34" charset="0"/>
              </a:rPr>
              <a:t>LSC</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BDEA672D-B8D7-469A-B852-0DB07DEA810F}"/>
              </a:ext>
            </a:extLst>
          </p:cNvPr>
          <p:cNvSpPr txBox="1"/>
          <p:nvPr>
            <p:custDataLst>
              <p:tags r:id="rId14"/>
            </p:custDataLst>
          </p:nvPr>
        </p:nvSpPr>
        <p:spPr>
          <a:xfrm>
            <a:off x="4846751" y="1953338"/>
            <a:ext cx="765509" cy="241926"/>
          </a:xfrm>
          <a:prstGeom prst="rect">
            <a:avLst/>
          </a:prstGeom>
          <a:noFill/>
        </p:spPr>
        <p:txBody>
          <a:bodyPr wrap="square" lIns="91440" tIns="45720" rIns="91440" bIns="4572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defTabSz="914265">
              <a:defRPr/>
            </a:pPr>
            <a:r>
              <a:rPr lang="en-US" altLang="zh-CN" sz="600" b="1" err="1">
                <a:latin typeface="Calibri" panose="020F0502020204030204" pitchFamily="34" charset="0"/>
                <a:cs typeface="Calibri" panose="020F0502020204030204" pitchFamily="34" charset="0"/>
              </a:rPr>
              <a:t>RoFD</a:t>
            </a:r>
            <a:endParaRPr lang="en-US" altLang="zh-CN" sz="600" b="1">
              <a:latin typeface="Calibri" panose="020F0502020204030204" pitchFamily="34" charset="0"/>
              <a:cs typeface="Calibri" panose="020F0502020204030204" pitchFamily="34" charset="0"/>
            </a:endParaRPr>
          </a:p>
          <a:p>
            <a:pPr defTabSz="914265">
              <a:defRPr/>
            </a:pPr>
            <a:r>
              <a:rPr lang="en-US" altLang="zh-CN" sz="600" b="1">
                <a:latin typeface="Calibri" panose="020F0502020204030204" pitchFamily="34" charset="0"/>
                <a:cs typeface="Calibri" panose="020F0502020204030204" pitchFamily="34" charset="0"/>
              </a:rPr>
              <a:t>Jan 2027</a:t>
            </a:r>
          </a:p>
        </p:txBody>
      </p:sp>
      <p:sp>
        <p:nvSpPr>
          <p:cNvPr id="20" name="5-Point Star 5">
            <a:extLst>
              <a:ext uri="{FF2B5EF4-FFF2-40B4-BE49-F238E27FC236}">
                <a16:creationId xmlns:a16="http://schemas.microsoft.com/office/drawing/2014/main" id="{81EBBFD5-71BB-0ECF-2F2F-6D0327CA2349}"/>
              </a:ext>
            </a:extLst>
          </p:cNvPr>
          <p:cNvSpPr/>
          <p:nvPr/>
        </p:nvSpPr>
        <p:spPr>
          <a:xfrm>
            <a:off x="5229504" y="1982262"/>
            <a:ext cx="115504" cy="120107"/>
          </a:xfrm>
          <a:prstGeom prst="star5">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1" name="5-Point Star 5">
            <a:extLst>
              <a:ext uri="{FF2B5EF4-FFF2-40B4-BE49-F238E27FC236}">
                <a16:creationId xmlns:a16="http://schemas.microsoft.com/office/drawing/2014/main" id="{74F5D8DA-A397-B1DB-3292-C3A1AA33797A}"/>
              </a:ext>
            </a:extLst>
          </p:cNvPr>
          <p:cNvSpPr/>
          <p:nvPr/>
        </p:nvSpPr>
        <p:spPr>
          <a:xfrm>
            <a:off x="4645809" y="1588497"/>
            <a:ext cx="115504" cy="120107"/>
          </a:xfrm>
          <a:prstGeom prst="star5">
            <a:avLst>
              <a:gd name="adj" fmla="val 19098"/>
              <a:gd name="hf" fmla="val 105146"/>
              <a:gd name="vf" fmla="val 110557"/>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2" name="OTLSHAPE_T_e17f3958430f4cff8650518c93c7635e_StartDate">
            <a:extLst>
              <a:ext uri="{FF2B5EF4-FFF2-40B4-BE49-F238E27FC236}">
                <a16:creationId xmlns:a16="http://schemas.microsoft.com/office/drawing/2014/main" id="{71F8267A-A675-494E-B389-7AD285A1F12C}"/>
              </a:ext>
            </a:extLst>
          </p:cNvPr>
          <p:cNvSpPr txBox="1"/>
          <p:nvPr>
            <p:custDataLst>
              <p:tags r:id="rId15"/>
            </p:custDataLst>
          </p:nvPr>
        </p:nvSpPr>
        <p:spPr>
          <a:xfrm>
            <a:off x="3366782" y="2919303"/>
            <a:ext cx="466795" cy="184666"/>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a:t>Oct 2025</a:t>
            </a:r>
            <a:endParaRPr lang="zh-CN" altLang="en-US" sz="600"/>
          </a:p>
        </p:txBody>
      </p:sp>
      <p:sp>
        <p:nvSpPr>
          <p:cNvPr id="28" name="Rectangle 27">
            <a:extLst>
              <a:ext uri="{FF2B5EF4-FFF2-40B4-BE49-F238E27FC236}">
                <a16:creationId xmlns:a16="http://schemas.microsoft.com/office/drawing/2014/main" id="{BA1CAC5B-F77E-4326-3C7E-78838E1BEEEA}"/>
              </a:ext>
            </a:extLst>
          </p:cNvPr>
          <p:cNvSpPr/>
          <p:nvPr/>
        </p:nvSpPr>
        <p:spPr>
          <a:xfrm>
            <a:off x="4331452" y="3252139"/>
            <a:ext cx="293670" cy="184666"/>
          </a:xfrm>
          <a:prstGeom prst="rect">
            <a:avLst/>
          </a:prstGeom>
        </p:spPr>
        <p:txBody>
          <a:bodyPr wrap="none">
            <a:spAutoFit/>
          </a:bodyPr>
          <a:lstStyle/>
          <a:p>
            <a:pPr algn="ctr" defTabSz="914265">
              <a:defRPr/>
            </a:pPr>
            <a:r>
              <a:rPr lang="en-US" altLang="zh-CN" sz="600" b="1">
                <a:solidFill>
                  <a:srgbClr val="44546A"/>
                </a:solidFill>
                <a:latin typeface="Calibri" panose="020F0502020204030204" pitchFamily="34" charset="0"/>
                <a:cs typeface="Calibri" panose="020F0502020204030204" pitchFamily="34" charset="0"/>
              </a:rPr>
              <a:t>LSC</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9A8B8674-71FD-3D25-000A-8F42A066E0FD}"/>
              </a:ext>
            </a:extLst>
          </p:cNvPr>
          <p:cNvSpPr txBox="1"/>
          <p:nvPr>
            <p:custDataLst>
              <p:tags r:id="rId16"/>
            </p:custDataLst>
          </p:nvPr>
        </p:nvSpPr>
        <p:spPr>
          <a:xfrm>
            <a:off x="4245694" y="2919303"/>
            <a:ext cx="465192" cy="184666"/>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a:t>Jun 2026</a:t>
            </a:r>
            <a:endParaRPr lang="zh-CN" altLang="en-US" sz="600"/>
          </a:p>
        </p:txBody>
      </p:sp>
      <p:sp>
        <p:nvSpPr>
          <p:cNvPr id="30" name="TextBox 29">
            <a:extLst>
              <a:ext uri="{FF2B5EF4-FFF2-40B4-BE49-F238E27FC236}">
                <a16:creationId xmlns:a16="http://schemas.microsoft.com/office/drawing/2014/main" id="{3DBD436C-F0C2-FA6B-F42F-9D5C3A6ED9E6}"/>
              </a:ext>
            </a:extLst>
          </p:cNvPr>
          <p:cNvSpPr txBox="1"/>
          <p:nvPr/>
        </p:nvSpPr>
        <p:spPr>
          <a:xfrm>
            <a:off x="-909" y="3617749"/>
            <a:ext cx="464405" cy="12311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65">
              <a:defRPr/>
            </a:pPr>
            <a:r>
              <a:rPr lang="en-US"/>
              <a:t>Ph3</a:t>
            </a:r>
          </a:p>
        </p:txBody>
      </p:sp>
      <p:sp>
        <p:nvSpPr>
          <p:cNvPr id="37" name="5-Point Star 5">
            <a:extLst>
              <a:ext uri="{FF2B5EF4-FFF2-40B4-BE49-F238E27FC236}">
                <a16:creationId xmlns:a16="http://schemas.microsoft.com/office/drawing/2014/main" id="{D8B6162B-AD6E-19D4-02F6-7B8B8A819E71}"/>
              </a:ext>
            </a:extLst>
          </p:cNvPr>
          <p:cNvSpPr/>
          <p:nvPr/>
        </p:nvSpPr>
        <p:spPr>
          <a:xfrm>
            <a:off x="8831872" y="3820913"/>
            <a:ext cx="145217" cy="136875"/>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8" name="OTLSHAPE_T_e17f3958430f4cff8650518c93c7635e_StartDate">
            <a:extLst>
              <a:ext uri="{FF2B5EF4-FFF2-40B4-BE49-F238E27FC236}">
                <a16:creationId xmlns:a16="http://schemas.microsoft.com/office/drawing/2014/main" id="{12EC8855-CAA5-4755-7AF0-15F56F012344}"/>
              </a:ext>
            </a:extLst>
          </p:cNvPr>
          <p:cNvSpPr txBox="1"/>
          <p:nvPr>
            <p:custDataLst>
              <p:tags r:id="rId17"/>
            </p:custDataLst>
          </p:nvPr>
        </p:nvSpPr>
        <p:spPr>
          <a:xfrm>
            <a:off x="8434891" y="3799529"/>
            <a:ext cx="464405"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ea typeface="宋体" panose="02010600030101010101" pitchFamily="2" charset="-122"/>
              </a:rPr>
              <a:t>CN NDA</a:t>
            </a:r>
          </a:p>
          <a:p>
            <a:pPr algn="ctr" defTabSz="914288">
              <a:defRPr/>
            </a:pPr>
            <a:r>
              <a:rPr lang="en-US" altLang="zh-CN" sz="750" b="1">
                <a:solidFill>
                  <a:srgbClr val="44546A"/>
                </a:solidFill>
                <a:latin typeface="Calibri" panose="020F0502020204030204" pitchFamily="34" charset="0"/>
                <a:ea typeface="宋体" panose="02010600030101010101" pitchFamily="2" charset="-122"/>
              </a:rPr>
              <a:t>2030 </a:t>
            </a:r>
          </a:p>
        </p:txBody>
      </p:sp>
      <p:pic>
        <p:nvPicPr>
          <p:cNvPr id="39" name="Graphic 38" descr="Flag with solid fill">
            <a:extLst>
              <a:ext uri="{FF2B5EF4-FFF2-40B4-BE49-F238E27FC236}">
                <a16:creationId xmlns:a16="http://schemas.microsoft.com/office/drawing/2014/main" id="{9E130666-D922-E249-8004-66F5047E117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23912" y="3816746"/>
            <a:ext cx="145217" cy="145217"/>
          </a:xfrm>
          <a:prstGeom prst="rect">
            <a:avLst/>
          </a:prstGeom>
        </p:spPr>
      </p:pic>
      <p:sp>
        <p:nvSpPr>
          <p:cNvPr id="40" name="OTLSHAPE_T_e17f3958430f4cff8650518c93c7635e_StartDate">
            <a:extLst>
              <a:ext uri="{FF2B5EF4-FFF2-40B4-BE49-F238E27FC236}">
                <a16:creationId xmlns:a16="http://schemas.microsoft.com/office/drawing/2014/main" id="{12259D6E-37F3-2A94-5AD7-7A1EF0ACD900}"/>
              </a:ext>
            </a:extLst>
          </p:cNvPr>
          <p:cNvSpPr txBox="1"/>
          <p:nvPr>
            <p:custDataLst>
              <p:tags r:id="rId18"/>
            </p:custDataLst>
          </p:nvPr>
        </p:nvSpPr>
        <p:spPr>
          <a:xfrm>
            <a:off x="8774677" y="3955706"/>
            <a:ext cx="498464" cy="230832"/>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ea typeface="宋体" panose="02010600030101010101" pitchFamily="2" charset="-122"/>
              </a:rPr>
              <a:t>CN app</a:t>
            </a:r>
          </a:p>
          <a:p>
            <a:pPr algn="ctr" defTabSz="914288">
              <a:defRPr/>
            </a:pPr>
            <a:r>
              <a:rPr lang="en-US" altLang="zh-CN" sz="750" b="1">
                <a:solidFill>
                  <a:srgbClr val="44546A"/>
                </a:solidFill>
                <a:latin typeface="Calibri" panose="020F0502020204030204" pitchFamily="34" charset="0"/>
                <a:ea typeface="宋体" panose="02010600030101010101" pitchFamily="2" charset="-122"/>
              </a:rPr>
              <a:t>2031</a:t>
            </a:r>
          </a:p>
        </p:txBody>
      </p:sp>
      <p:grpSp>
        <p:nvGrpSpPr>
          <p:cNvPr id="7" name="Group 6">
            <a:extLst>
              <a:ext uri="{FF2B5EF4-FFF2-40B4-BE49-F238E27FC236}">
                <a16:creationId xmlns:a16="http://schemas.microsoft.com/office/drawing/2014/main" id="{81D3D4A1-DB3F-B9DD-49F1-7C971D8DE7AF}"/>
              </a:ext>
            </a:extLst>
          </p:cNvPr>
          <p:cNvGrpSpPr/>
          <p:nvPr/>
        </p:nvGrpSpPr>
        <p:grpSpPr>
          <a:xfrm>
            <a:off x="933697" y="1166918"/>
            <a:ext cx="546747" cy="3836413"/>
            <a:chOff x="-102706" y="1092750"/>
            <a:chExt cx="546747" cy="3836414"/>
          </a:xfrm>
        </p:grpSpPr>
        <p:cxnSp>
          <p:nvCxnSpPr>
            <p:cNvPr id="8" name="Straight Connector 7">
              <a:extLst>
                <a:ext uri="{FF2B5EF4-FFF2-40B4-BE49-F238E27FC236}">
                  <a16:creationId xmlns:a16="http://schemas.microsoft.com/office/drawing/2014/main" id="{2D15A6F0-E049-399E-D120-72E1E7CC4114}"/>
                </a:ext>
              </a:extLst>
            </p:cNvPr>
            <p:cNvCxnSpPr>
              <a:cxnSpLocks/>
            </p:cNvCxnSpPr>
            <p:nvPr/>
          </p:nvCxnSpPr>
          <p:spPr bwMode="auto">
            <a:xfrm flipV="1">
              <a:off x="247881" y="1154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2" name="OTLSHAPE_T_e17f3958430f4cff8650518c93c7635e_StartDate">
              <a:extLst>
                <a:ext uri="{FF2B5EF4-FFF2-40B4-BE49-F238E27FC236}">
                  <a16:creationId xmlns:a16="http://schemas.microsoft.com/office/drawing/2014/main" id="{7116B32D-8E7F-C315-36AC-3CB5C540EBCE}"/>
                </a:ext>
              </a:extLst>
            </p:cNvPr>
            <p:cNvSpPr txBox="1"/>
            <p:nvPr>
              <p:custDataLst>
                <p:tags r:id="rId19"/>
              </p:custDataLst>
            </p:nvPr>
          </p:nvSpPr>
          <p:spPr>
            <a:xfrm>
              <a:off x="-102706" y="1092750"/>
              <a:ext cx="546747" cy="12311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
        <p:nvSpPr>
          <p:cNvPr id="13" name="OTLSHAPE_T_5a934a26f311425e8ebaa0f45e6533ad_Shape">
            <a:extLst>
              <a:ext uri="{FF2B5EF4-FFF2-40B4-BE49-F238E27FC236}">
                <a16:creationId xmlns:a16="http://schemas.microsoft.com/office/drawing/2014/main" id="{2F6B5AF8-4E1A-B69B-A289-FDB90ED38781}"/>
              </a:ext>
            </a:extLst>
          </p:cNvPr>
          <p:cNvSpPr/>
          <p:nvPr/>
        </p:nvSpPr>
        <p:spPr bwMode="auto">
          <a:xfrm>
            <a:off x="5586708" y="2264622"/>
            <a:ext cx="3091426"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PPF</a:t>
            </a:r>
          </a:p>
        </p:txBody>
      </p:sp>
      <p:sp>
        <p:nvSpPr>
          <p:cNvPr id="15" name="Star: 4 Points 143">
            <a:extLst>
              <a:ext uri="{FF2B5EF4-FFF2-40B4-BE49-F238E27FC236}">
                <a16:creationId xmlns:a16="http://schemas.microsoft.com/office/drawing/2014/main" id="{2100D0A3-D11C-108C-6E11-69FFB4486FD2}"/>
              </a:ext>
            </a:extLst>
          </p:cNvPr>
          <p:cNvSpPr/>
          <p:nvPr/>
        </p:nvSpPr>
        <p:spPr bwMode="auto">
          <a:xfrm>
            <a:off x="5495044" y="232762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07588B56-33A1-8FBB-0F04-47218BB2AE47}"/>
              </a:ext>
            </a:extLst>
          </p:cNvPr>
          <p:cNvSpPr/>
          <p:nvPr/>
        </p:nvSpPr>
        <p:spPr>
          <a:xfrm>
            <a:off x="5423308" y="2402168"/>
            <a:ext cx="293670" cy="184666"/>
          </a:xfrm>
          <a:prstGeom prst="rect">
            <a:avLst/>
          </a:prstGeom>
        </p:spPr>
        <p:txBody>
          <a:bodyPr wrap="none">
            <a:spAutoFit/>
          </a:bodyPr>
          <a:lstStyle/>
          <a:p>
            <a:pPr algn="ctr" defTabSz="914265">
              <a:defRPr/>
            </a:pPr>
            <a:r>
              <a:rPr lang="en-US" altLang="zh-CN" sz="600" b="1">
                <a:solidFill>
                  <a:srgbClr val="44546A"/>
                </a:solidFill>
                <a:latin typeface="Calibri" panose="020F0502020204030204" pitchFamily="34" charset="0"/>
                <a:cs typeface="Calibri" panose="020F0502020204030204" pitchFamily="34" charset="0"/>
              </a:rPr>
              <a:t>FSS</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9F9DEF1E-4F85-20E0-01AA-D1AE4E14FCB1}"/>
              </a:ext>
            </a:extLst>
          </p:cNvPr>
          <p:cNvSpPr/>
          <p:nvPr/>
        </p:nvSpPr>
        <p:spPr>
          <a:xfrm>
            <a:off x="8501515" y="2402323"/>
            <a:ext cx="293670" cy="184666"/>
          </a:xfrm>
          <a:prstGeom prst="rect">
            <a:avLst/>
          </a:prstGeom>
        </p:spPr>
        <p:txBody>
          <a:bodyPr wrap="none">
            <a:spAutoFit/>
          </a:bodyPr>
          <a:lstStyle/>
          <a:p>
            <a:pPr algn="ctr" defTabSz="914265">
              <a:defRPr/>
            </a:pPr>
            <a:r>
              <a:rPr lang="en-US" altLang="zh-CN" sz="600" b="1">
                <a:solidFill>
                  <a:srgbClr val="44546A"/>
                </a:solidFill>
                <a:latin typeface="Calibri" panose="020F0502020204030204" pitchFamily="34" charset="0"/>
                <a:cs typeface="Calibri" panose="020F0502020204030204" pitchFamily="34" charset="0"/>
              </a:rPr>
              <a:t>LSC</a:t>
            </a:r>
            <a:endParaRPr lang="zh-CN" altLang="en-US" sz="600" b="1">
              <a:solidFill>
                <a:srgbClr val="44546A"/>
              </a:solidFill>
              <a:latin typeface="Calibri" panose="020F0502020204030204" pitchFamily="34" charset="0"/>
              <a:cs typeface="Calibri" panose="020F0502020204030204" pitchFamily="34" charset="0"/>
            </a:endParaRPr>
          </a:p>
        </p:txBody>
      </p:sp>
      <p:sp>
        <p:nvSpPr>
          <p:cNvPr id="23" name="OTLSHAPE_T_5a934a26f311425e8ebaa0f45e6533ad_Shape">
            <a:extLst>
              <a:ext uri="{FF2B5EF4-FFF2-40B4-BE49-F238E27FC236}">
                <a16:creationId xmlns:a16="http://schemas.microsoft.com/office/drawing/2014/main" id="{E9EC0C33-BAA8-C457-BD9C-D3D76BA01044}"/>
              </a:ext>
            </a:extLst>
          </p:cNvPr>
          <p:cNvSpPr/>
          <p:nvPr/>
        </p:nvSpPr>
        <p:spPr bwMode="auto">
          <a:xfrm>
            <a:off x="5615080" y="3171647"/>
            <a:ext cx="3063056"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IPF</a:t>
            </a:r>
          </a:p>
        </p:txBody>
      </p:sp>
      <p:pic>
        <p:nvPicPr>
          <p:cNvPr id="5" name="Picture 4" descr="Traffic light - Simple English Wikipedia, the free ...">
            <a:extLst>
              <a:ext uri="{FF2B5EF4-FFF2-40B4-BE49-F238E27FC236}">
                <a16:creationId xmlns:a16="http://schemas.microsoft.com/office/drawing/2014/main" id="{DFAFF214-E66B-5F33-DCEF-2963684917DE}"/>
              </a:ext>
            </a:extLst>
          </p:cNvPr>
          <p:cNvPicPr>
            <a:picLocks noChangeAspect="1"/>
          </p:cNvPicPr>
          <p:nvPr/>
        </p:nvPicPr>
        <p:blipFill rotWithShape="1">
          <a:blip r:embed="rId26" cstate="print">
            <a:extLst>
              <a:ext uri="{28A0092B-C50C-407E-A947-70E740481C1C}">
                <a14:useLocalDpi xmlns:a14="http://schemas.microsoft.com/office/drawing/2010/main"/>
              </a:ext>
            </a:extLst>
          </a:blip>
          <a:srcRect/>
          <a:stretch/>
        </p:blipFill>
        <p:spPr>
          <a:xfrm rot="16200000" flipV="1">
            <a:off x="8282005" y="-454615"/>
            <a:ext cx="523878" cy="1294885"/>
          </a:xfrm>
          <a:prstGeom prst="rect">
            <a:avLst/>
          </a:prstGeom>
        </p:spPr>
      </p:pic>
    </p:spTree>
    <p:extLst>
      <p:ext uri="{BB962C8B-B14F-4D97-AF65-F5344CB8AC3E}">
        <p14:creationId xmlns:p14="http://schemas.microsoft.com/office/powerpoint/2010/main" val="476487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262300" y="2828393"/>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54200" y="736746"/>
          <a:ext cx="8803994" cy="514350"/>
        </p:xfrm>
        <a:graphic>
          <a:graphicData uri="http://schemas.openxmlformats.org/drawingml/2006/table">
            <a:tbl>
              <a:tblPr firstRow="1" bandRow="1"/>
              <a:tblGrid>
                <a:gridCol w="258941">
                  <a:extLst>
                    <a:ext uri="{9D8B030D-6E8A-4147-A177-3AD203B41FA5}">
                      <a16:colId xmlns:a16="http://schemas.microsoft.com/office/drawing/2014/main" val="1107610970"/>
                    </a:ext>
                  </a:extLst>
                </a:gridCol>
                <a:gridCol w="258941">
                  <a:extLst>
                    <a:ext uri="{9D8B030D-6E8A-4147-A177-3AD203B41FA5}">
                      <a16:colId xmlns:a16="http://schemas.microsoft.com/office/drawing/2014/main" val="2027925426"/>
                    </a:ext>
                  </a:extLst>
                </a:gridCol>
                <a:gridCol w="258941">
                  <a:extLst>
                    <a:ext uri="{9D8B030D-6E8A-4147-A177-3AD203B41FA5}">
                      <a16:colId xmlns:a16="http://schemas.microsoft.com/office/drawing/2014/main" val="344046683"/>
                    </a:ext>
                  </a:extLst>
                </a:gridCol>
                <a:gridCol w="258941">
                  <a:extLst>
                    <a:ext uri="{9D8B030D-6E8A-4147-A177-3AD203B41FA5}">
                      <a16:colId xmlns:a16="http://schemas.microsoft.com/office/drawing/2014/main" val="1823529313"/>
                    </a:ext>
                  </a:extLst>
                </a:gridCol>
                <a:gridCol w="258941">
                  <a:extLst>
                    <a:ext uri="{9D8B030D-6E8A-4147-A177-3AD203B41FA5}">
                      <a16:colId xmlns:a16="http://schemas.microsoft.com/office/drawing/2014/main" val="3091663135"/>
                    </a:ext>
                  </a:extLst>
                </a:gridCol>
                <a:gridCol w="258941">
                  <a:extLst>
                    <a:ext uri="{9D8B030D-6E8A-4147-A177-3AD203B41FA5}">
                      <a16:colId xmlns:a16="http://schemas.microsoft.com/office/drawing/2014/main" val="2003423086"/>
                    </a:ext>
                  </a:extLst>
                </a:gridCol>
                <a:gridCol w="258941">
                  <a:extLst>
                    <a:ext uri="{9D8B030D-6E8A-4147-A177-3AD203B41FA5}">
                      <a16:colId xmlns:a16="http://schemas.microsoft.com/office/drawing/2014/main" val="2466911814"/>
                    </a:ext>
                  </a:extLst>
                </a:gridCol>
                <a:gridCol w="258941">
                  <a:extLst>
                    <a:ext uri="{9D8B030D-6E8A-4147-A177-3AD203B41FA5}">
                      <a16:colId xmlns:a16="http://schemas.microsoft.com/office/drawing/2014/main" val="3023231563"/>
                    </a:ext>
                  </a:extLst>
                </a:gridCol>
                <a:gridCol w="258941">
                  <a:extLst>
                    <a:ext uri="{9D8B030D-6E8A-4147-A177-3AD203B41FA5}">
                      <a16:colId xmlns:a16="http://schemas.microsoft.com/office/drawing/2014/main" val="3411862845"/>
                    </a:ext>
                  </a:extLst>
                </a:gridCol>
                <a:gridCol w="258941">
                  <a:extLst>
                    <a:ext uri="{9D8B030D-6E8A-4147-A177-3AD203B41FA5}">
                      <a16:colId xmlns:a16="http://schemas.microsoft.com/office/drawing/2014/main" val="2851474774"/>
                    </a:ext>
                  </a:extLst>
                </a:gridCol>
                <a:gridCol w="258941">
                  <a:extLst>
                    <a:ext uri="{9D8B030D-6E8A-4147-A177-3AD203B41FA5}">
                      <a16:colId xmlns:a16="http://schemas.microsoft.com/office/drawing/2014/main" val="107595344"/>
                    </a:ext>
                  </a:extLst>
                </a:gridCol>
                <a:gridCol w="258941">
                  <a:extLst>
                    <a:ext uri="{9D8B030D-6E8A-4147-A177-3AD203B41FA5}">
                      <a16:colId xmlns:a16="http://schemas.microsoft.com/office/drawing/2014/main" val="1666999431"/>
                    </a:ext>
                  </a:extLst>
                </a:gridCol>
                <a:gridCol w="258941">
                  <a:extLst>
                    <a:ext uri="{9D8B030D-6E8A-4147-A177-3AD203B41FA5}">
                      <a16:colId xmlns:a16="http://schemas.microsoft.com/office/drawing/2014/main" val="3696607442"/>
                    </a:ext>
                  </a:extLst>
                </a:gridCol>
                <a:gridCol w="258941">
                  <a:extLst>
                    <a:ext uri="{9D8B030D-6E8A-4147-A177-3AD203B41FA5}">
                      <a16:colId xmlns:a16="http://schemas.microsoft.com/office/drawing/2014/main" val="223989776"/>
                    </a:ext>
                  </a:extLst>
                </a:gridCol>
                <a:gridCol w="258941">
                  <a:extLst>
                    <a:ext uri="{9D8B030D-6E8A-4147-A177-3AD203B41FA5}">
                      <a16:colId xmlns:a16="http://schemas.microsoft.com/office/drawing/2014/main" val="124731204"/>
                    </a:ext>
                  </a:extLst>
                </a:gridCol>
                <a:gridCol w="258941">
                  <a:extLst>
                    <a:ext uri="{9D8B030D-6E8A-4147-A177-3AD203B41FA5}">
                      <a16:colId xmlns:a16="http://schemas.microsoft.com/office/drawing/2014/main" val="3066978585"/>
                    </a:ext>
                  </a:extLst>
                </a:gridCol>
                <a:gridCol w="258941">
                  <a:extLst>
                    <a:ext uri="{9D8B030D-6E8A-4147-A177-3AD203B41FA5}">
                      <a16:colId xmlns:a16="http://schemas.microsoft.com/office/drawing/2014/main" val="1064917641"/>
                    </a:ext>
                  </a:extLst>
                </a:gridCol>
                <a:gridCol w="258941">
                  <a:extLst>
                    <a:ext uri="{9D8B030D-6E8A-4147-A177-3AD203B41FA5}">
                      <a16:colId xmlns:a16="http://schemas.microsoft.com/office/drawing/2014/main" val="4221117315"/>
                    </a:ext>
                  </a:extLst>
                </a:gridCol>
                <a:gridCol w="258941">
                  <a:extLst>
                    <a:ext uri="{9D8B030D-6E8A-4147-A177-3AD203B41FA5}">
                      <a16:colId xmlns:a16="http://schemas.microsoft.com/office/drawing/2014/main" val="3266065341"/>
                    </a:ext>
                  </a:extLst>
                </a:gridCol>
                <a:gridCol w="258941">
                  <a:extLst>
                    <a:ext uri="{9D8B030D-6E8A-4147-A177-3AD203B41FA5}">
                      <a16:colId xmlns:a16="http://schemas.microsoft.com/office/drawing/2014/main" val="2374051224"/>
                    </a:ext>
                  </a:extLst>
                </a:gridCol>
                <a:gridCol w="258941">
                  <a:extLst>
                    <a:ext uri="{9D8B030D-6E8A-4147-A177-3AD203B41FA5}">
                      <a16:colId xmlns:a16="http://schemas.microsoft.com/office/drawing/2014/main" val="1840388365"/>
                    </a:ext>
                  </a:extLst>
                </a:gridCol>
                <a:gridCol w="258941">
                  <a:extLst>
                    <a:ext uri="{9D8B030D-6E8A-4147-A177-3AD203B41FA5}">
                      <a16:colId xmlns:a16="http://schemas.microsoft.com/office/drawing/2014/main" val="267750830"/>
                    </a:ext>
                  </a:extLst>
                </a:gridCol>
                <a:gridCol w="258941">
                  <a:extLst>
                    <a:ext uri="{9D8B030D-6E8A-4147-A177-3AD203B41FA5}">
                      <a16:colId xmlns:a16="http://schemas.microsoft.com/office/drawing/2014/main" val="3966469970"/>
                    </a:ext>
                  </a:extLst>
                </a:gridCol>
                <a:gridCol w="258941">
                  <a:extLst>
                    <a:ext uri="{9D8B030D-6E8A-4147-A177-3AD203B41FA5}">
                      <a16:colId xmlns:a16="http://schemas.microsoft.com/office/drawing/2014/main" val="2522973146"/>
                    </a:ext>
                  </a:extLst>
                </a:gridCol>
                <a:gridCol w="258941">
                  <a:extLst>
                    <a:ext uri="{9D8B030D-6E8A-4147-A177-3AD203B41FA5}">
                      <a16:colId xmlns:a16="http://schemas.microsoft.com/office/drawing/2014/main" val="309019048"/>
                    </a:ext>
                  </a:extLst>
                </a:gridCol>
                <a:gridCol w="258941">
                  <a:extLst>
                    <a:ext uri="{9D8B030D-6E8A-4147-A177-3AD203B41FA5}">
                      <a16:colId xmlns:a16="http://schemas.microsoft.com/office/drawing/2014/main" val="4088660355"/>
                    </a:ext>
                  </a:extLst>
                </a:gridCol>
                <a:gridCol w="258941">
                  <a:extLst>
                    <a:ext uri="{9D8B030D-6E8A-4147-A177-3AD203B41FA5}">
                      <a16:colId xmlns:a16="http://schemas.microsoft.com/office/drawing/2014/main" val="4101055617"/>
                    </a:ext>
                  </a:extLst>
                </a:gridCol>
                <a:gridCol w="258941">
                  <a:extLst>
                    <a:ext uri="{9D8B030D-6E8A-4147-A177-3AD203B41FA5}">
                      <a16:colId xmlns:a16="http://schemas.microsoft.com/office/drawing/2014/main" val="1497634779"/>
                    </a:ext>
                  </a:extLst>
                </a:gridCol>
                <a:gridCol w="258941">
                  <a:extLst>
                    <a:ext uri="{9D8B030D-6E8A-4147-A177-3AD203B41FA5}">
                      <a16:colId xmlns:a16="http://schemas.microsoft.com/office/drawing/2014/main" val="1313870339"/>
                    </a:ext>
                  </a:extLst>
                </a:gridCol>
                <a:gridCol w="258941">
                  <a:extLst>
                    <a:ext uri="{9D8B030D-6E8A-4147-A177-3AD203B41FA5}">
                      <a16:colId xmlns:a16="http://schemas.microsoft.com/office/drawing/2014/main" val="380966906"/>
                    </a:ext>
                  </a:extLst>
                </a:gridCol>
                <a:gridCol w="258941">
                  <a:extLst>
                    <a:ext uri="{9D8B030D-6E8A-4147-A177-3AD203B41FA5}">
                      <a16:colId xmlns:a16="http://schemas.microsoft.com/office/drawing/2014/main" val="2630903905"/>
                    </a:ext>
                  </a:extLst>
                </a:gridCol>
                <a:gridCol w="258941">
                  <a:extLst>
                    <a:ext uri="{9D8B030D-6E8A-4147-A177-3AD203B41FA5}">
                      <a16:colId xmlns:a16="http://schemas.microsoft.com/office/drawing/2014/main" val="740096787"/>
                    </a:ext>
                  </a:extLst>
                </a:gridCol>
                <a:gridCol w="258941">
                  <a:extLst>
                    <a:ext uri="{9D8B030D-6E8A-4147-A177-3AD203B41FA5}">
                      <a16:colId xmlns:a16="http://schemas.microsoft.com/office/drawing/2014/main" val="2818566420"/>
                    </a:ext>
                  </a:extLst>
                </a:gridCol>
                <a:gridCol w="258941">
                  <a:extLst>
                    <a:ext uri="{9D8B030D-6E8A-4147-A177-3AD203B41FA5}">
                      <a16:colId xmlns:a16="http://schemas.microsoft.com/office/drawing/2014/main" val="4027391804"/>
                    </a:ext>
                  </a:extLst>
                </a:gridCol>
              </a:tblGrid>
              <a:tr h="194310">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2024</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bg1"/>
                          </a:solidFill>
                          <a:latin typeface="Arial"/>
                          <a:ea typeface="+mn-ea"/>
                          <a:cs typeface="Arial"/>
                        </a:rPr>
                        <a:t>2029</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2030</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2031</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Q3</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a:cs typeface="Arial"/>
                        </a:rPr>
                        <a:t>Q4</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Q2</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a:cs typeface="Arial"/>
                        </a:rPr>
                        <a:t>Q3</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Q4</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Q2</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a:cs typeface="Arial"/>
                        </a:rPr>
                        <a:t>Q3</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Q4</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Q2</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a:cs typeface="Arial"/>
                        </a:rPr>
                        <a:t>Q3</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Q1</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Q2</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panose="020B0604020202020204" pitchFamily="34" charset="0"/>
                          <a:cs typeface="Arial" panose="020B0604020202020204" pitchFamily="34" charset="0"/>
                        </a:rPr>
                        <a:t>Q3</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Q1</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a:cs typeface="Arial"/>
                        </a:rPr>
                        <a:t>Q2</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panose="020B0604020202020204" pitchFamily="34" charset="0"/>
                          <a:cs typeface="Arial" panose="020B0604020202020204" pitchFamily="34" charset="0"/>
                        </a:rPr>
                        <a:t>Q3</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panose="020B0604020202020204" pitchFamily="34" charset="0"/>
                          <a:cs typeface="Arial" panose="020B0604020202020204" pitchFamily="34" charset="0"/>
                        </a:rPr>
                        <a:t>Q2</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panose="020B0604020202020204" pitchFamily="34" charset="0"/>
                          <a:cs typeface="Arial" panose="020B0604020202020204" pitchFamily="34" charset="0"/>
                        </a:rPr>
                        <a:t>Q3</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panose="020B0604020202020204" pitchFamily="34" charset="0"/>
                          <a:cs typeface="Arial" panose="020B0604020202020204" pitchFamily="34" charset="0"/>
                        </a:rPr>
                        <a:t>Q2</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panose="020B0604020202020204" pitchFamily="34" charset="0"/>
                          <a:cs typeface="Arial" panose="020B0604020202020204" pitchFamily="34" charset="0"/>
                        </a:rPr>
                        <a:t>Q3</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a:cs typeface="Arial"/>
                        </a:rPr>
                        <a:t>Q1</a:t>
                      </a:r>
                      <a:endParaRPr lang="zh-CN" altLang="en-US" sz="7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700" b="1">
                          <a:solidFill>
                            <a:srgbClr val="000000"/>
                          </a:solidFill>
                          <a:latin typeface="Arial" panose="020B0604020202020204" pitchFamily="34" charset="0"/>
                          <a:cs typeface="Arial" panose="020B0604020202020204" pitchFamily="34" charset="0"/>
                        </a:rPr>
                        <a:t>Q2</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700" b="1">
                          <a:solidFill>
                            <a:srgbClr val="000000"/>
                          </a:solidFill>
                          <a:latin typeface="Arial" panose="020B0604020202020204" pitchFamily="34" charset="0"/>
                          <a:cs typeface="Arial" panose="020B0604020202020204" pitchFamily="34" charset="0"/>
                        </a:rPr>
                        <a:t>Q3</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700" b="1">
                          <a:solidFill>
                            <a:srgbClr val="000000"/>
                          </a:solidFill>
                          <a:latin typeface="Arial" panose="020B0604020202020204" pitchFamily="34" charset="0"/>
                          <a:cs typeface="Arial" panose="020B0604020202020204" pitchFamily="34" charset="0"/>
                        </a:rPr>
                        <a:t>Q4</a:t>
                      </a:r>
                      <a:endParaRPr lang="zh-CN" altLang="en-US" sz="7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74202" y="87562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Cond"/>
            </a:endParaRPr>
          </a:p>
        </p:txBody>
      </p:sp>
      <p:sp>
        <p:nvSpPr>
          <p:cNvPr id="118" name="Isosceles Triangle 117"/>
          <p:cNvSpPr/>
          <p:nvPr/>
        </p:nvSpPr>
        <p:spPr>
          <a:xfrm rot="5400000">
            <a:off x="8802714"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Cond"/>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2291166" y="2078062"/>
            <a:ext cx="2385251" cy="189932"/>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Ph2a/Ph2b</a:t>
            </a:r>
          </a:p>
        </p:txBody>
      </p:sp>
      <p:sp>
        <p:nvSpPr>
          <p:cNvPr id="108" name="OTLSHAPE_T_5a934a26f311425e8ebaa0f45e6533ad_Shape">
            <a:extLst>
              <a:ext uri="{FF2B5EF4-FFF2-40B4-BE49-F238E27FC236}">
                <a16:creationId xmlns:a16="http://schemas.microsoft.com/office/drawing/2014/main" id="{10E7216E-57C1-4819-8D68-86C90F31D4DC}"/>
              </a:ext>
            </a:extLst>
          </p:cNvPr>
          <p:cNvSpPr/>
          <p:nvPr/>
        </p:nvSpPr>
        <p:spPr bwMode="auto">
          <a:xfrm>
            <a:off x="-16955" y="1453454"/>
            <a:ext cx="616857" cy="171816"/>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Ph1 SRD</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58210" y="3685672"/>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1"/>
            </p:custDataLst>
          </p:nvPr>
        </p:nvSpPr>
        <p:spPr>
          <a:xfrm>
            <a:off x="8147073" y="3685677"/>
            <a:ext cx="996928" cy="230832"/>
          </a:xfrm>
          <a:prstGeom prst="rect">
            <a:avLst/>
          </a:prstGeom>
          <a:noFill/>
        </p:spPr>
        <p:txBody>
          <a:bodyPr vert="horz" wrap="square" lIns="0" tIns="0" rIns="0" bIns="0" rtlCol="0" anchor="ctr" anchorCtr="0">
            <a:spAutoFit/>
          </a:bodyPr>
          <a:lstStyle/>
          <a:p>
            <a:pPr algn="ctr" defTabSz="914243">
              <a:defRPr/>
            </a:pPr>
            <a:r>
              <a:rPr lang="en-US" altLang="zh-CN" sz="750" b="1">
                <a:solidFill>
                  <a:srgbClr val="44546A"/>
                </a:solidFill>
                <a:latin typeface="Calibri" panose="020F0502020204030204" pitchFamily="34" charset="0"/>
                <a:ea typeface="宋体" panose="02010600030101010101" pitchFamily="2" charset="-122"/>
              </a:rPr>
              <a:t>China approval </a:t>
            </a:r>
          </a:p>
          <a:p>
            <a:pPr algn="ctr" defTabSz="914243">
              <a:defRPr/>
            </a:pPr>
            <a:r>
              <a:rPr lang="en-US" altLang="zh-CN" sz="750" b="1">
                <a:solidFill>
                  <a:srgbClr val="44546A"/>
                </a:solidFill>
                <a:latin typeface="Calibri" panose="020F0502020204030204" pitchFamily="34" charset="0"/>
                <a:ea typeface="宋体" panose="02010600030101010101" pitchFamily="2" charset="-122"/>
              </a:rPr>
              <a:t>Q4 2030</a:t>
            </a:r>
          </a:p>
        </p:txBody>
      </p:sp>
      <p:sp>
        <p:nvSpPr>
          <p:cNvPr id="144" name="OTLSHAPE_T_5a934a26f311425e8ebaa0f45e6533ad_Shape">
            <a:extLst>
              <a:ext uri="{FF2B5EF4-FFF2-40B4-BE49-F238E27FC236}">
                <a16:creationId xmlns:a16="http://schemas.microsoft.com/office/drawing/2014/main" id="{579BF9EA-E538-40E5-866B-180A52F19226}"/>
              </a:ext>
            </a:extLst>
          </p:cNvPr>
          <p:cNvSpPr/>
          <p:nvPr/>
        </p:nvSpPr>
        <p:spPr bwMode="auto">
          <a:xfrm>
            <a:off x="5041961" y="2294416"/>
            <a:ext cx="1931523"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Ph3</a:t>
            </a:r>
          </a:p>
        </p:txBody>
      </p:sp>
      <p:sp>
        <p:nvSpPr>
          <p:cNvPr id="23" name="Title 2">
            <a:extLst>
              <a:ext uri="{FF2B5EF4-FFF2-40B4-BE49-F238E27FC236}">
                <a16:creationId xmlns:a16="http://schemas.microsoft.com/office/drawing/2014/main" id="{59975B3F-0832-494B-856B-2416FB723111}"/>
              </a:ext>
            </a:extLst>
          </p:cNvPr>
          <p:cNvSpPr txBox="1">
            <a:spLocks/>
          </p:cNvSpPr>
          <p:nvPr/>
        </p:nvSpPr>
        <p:spPr>
          <a:xfrm>
            <a:off x="296767" y="34332"/>
            <a:ext cx="7886700" cy="509375"/>
          </a:xfrm>
          <a:prstGeom prst="rect">
            <a:avLst/>
          </a:prstGeom>
        </p:spPr>
        <p:txBody>
          <a:bodyPr vert="horz" wrap="square" lIns="0" tIns="0" rIns="0" bIns="0" rtlCol="0" anchor="t" anchorCtr="0">
            <a:noAutofit/>
          </a:bodyPr>
          <a:lstStyle>
            <a:lvl1pPr algn="l" defTabSz="685800" rtl="0" eaLnBrk="1" latinLnBrk="0" hangingPunct="1">
              <a:spcBef>
                <a:spcPct val="0"/>
              </a:spcBef>
              <a:buNone/>
              <a:defRPr sz="1800" kern="1200">
                <a:solidFill>
                  <a:srgbClr val="003366"/>
                </a:solidFill>
                <a:latin typeface="+mj-lt"/>
                <a:ea typeface="+mj-ea"/>
                <a:cs typeface="+mj-cs"/>
              </a:defRPr>
            </a:lvl1pPr>
          </a:lstStyle>
          <a:p>
            <a:pPr defTabSz="685715">
              <a:defRPr/>
            </a:pPr>
            <a:r>
              <a:rPr lang="en-US" altLang="zh-CN" sz="2000" b="1" u="sng">
                <a:solidFill>
                  <a:srgbClr val="1F497D">
                    <a:lumMod val="75000"/>
                  </a:srgbClr>
                </a:solidFill>
                <a:latin typeface="Calibri" panose="020F0502020204030204" pitchFamily="34" charset="0"/>
                <a:cs typeface="Calibri" panose="020F0502020204030204" pitchFamily="34" charset="0"/>
              </a:rPr>
              <a:t>Under Evaluation</a:t>
            </a:r>
            <a:r>
              <a:rPr lang="en-US" sz="2000" b="1" u="sng">
                <a:solidFill>
                  <a:srgbClr val="1F497D">
                    <a:lumMod val="75000"/>
                  </a:srgbClr>
                </a:solidFill>
                <a:latin typeface="Calibri" panose="020F0502020204030204" pitchFamily="34" charset="0"/>
                <a:cs typeface="Calibri" panose="020F0502020204030204" pitchFamily="34" charset="0"/>
              </a:rPr>
              <a:t>: </a:t>
            </a:r>
            <a:br>
              <a:rPr lang="en-US" sz="2000" b="1" u="sng">
                <a:solidFill>
                  <a:srgbClr val="1F497D">
                    <a:lumMod val="75000"/>
                  </a:srgbClr>
                </a:solidFill>
                <a:latin typeface="Calibri" panose="020F0502020204030204" pitchFamily="34" charset="0"/>
                <a:cs typeface="Calibri" panose="020F0502020204030204" pitchFamily="34" charset="0"/>
              </a:rPr>
            </a:br>
            <a:r>
              <a:rPr lang="en-US" sz="2000" b="1" u="sng">
                <a:solidFill>
                  <a:srgbClr val="1F497D">
                    <a:lumMod val="75000"/>
                  </a:srgbClr>
                </a:solidFill>
                <a:latin typeface="Calibri" panose="020F0502020204030204" pitchFamily="34" charset="0"/>
                <a:cs typeface="Calibri" panose="020F0502020204030204" pitchFamily="34" charset="0"/>
              </a:rPr>
              <a:t>BI 765432 IL-11 in IPF/PPF</a:t>
            </a:r>
            <a:endParaRPr lang="en-US" sz="2000" b="1">
              <a:solidFill>
                <a:srgbClr val="1F497D">
                  <a:lumMod val="75000"/>
                </a:srgbClr>
              </a:solidFill>
              <a:latin typeface="Calibri" panose="020F0502020204030204" pitchFamily="34" charset="0"/>
              <a:cs typeface="Calibri" panose="020F0502020204030204" pitchFamily="34" charset="0"/>
            </a:endParaRPr>
          </a:p>
        </p:txBody>
      </p:sp>
      <p:pic>
        <p:nvPicPr>
          <p:cNvPr id="25" name="Picture 24">
            <a:extLst>
              <a:ext uri="{FF2B5EF4-FFF2-40B4-BE49-F238E27FC236}">
                <a16:creationId xmlns:a16="http://schemas.microsoft.com/office/drawing/2014/main" id="{96015082-40F2-4E7F-B624-A0490D5E031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5798" y="1019002"/>
            <a:ext cx="853514" cy="420660"/>
          </a:xfrm>
          <a:prstGeom prst="rect">
            <a:avLst/>
          </a:prstGeom>
        </p:spPr>
      </p:pic>
      <p:grpSp>
        <p:nvGrpSpPr>
          <p:cNvPr id="16" name="Group 15">
            <a:extLst>
              <a:ext uri="{FF2B5EF4-FFF2-40B4-BE49-F238E27FC236}">
                <a16:creationId xmlns:a16="http://schemas.microsoft.com/office/drawing/2014/main" id="{D5E57F42-5769-4C25-BD97-B26E532D9DE8}"/>
              </a:ext>
            </a:extLst>
          </p:cNvPr>
          <p:cNvGrpSpPr/>
          <p:nvPr/>
        </p:nvGrpSpPr>
        <p:grpSpPr>
          <a:xfrm>
            <a:off x="839482" y="1020413"/>
            <a:ext cx="410060" cy="3907427"/>
            <a:chOff x="171137" y="1039171"/>
            <a:chExt cx="546747" cy="3907426"/>
          </a:xfrm>
        </p:grpSpPr>
        <p:cxnSp>
          <p:nvCxnSpPr>
            <p:cNvPr id="17" name="Straight Connector 16">
              <a:extLst>
                <a:ext uri="{FF2B5EF4-FFF2-40B4-BE49-F238E27FC236}">
                  <a16:creationId xmlns:a16="http://schemas.microsoft.com/office/drawing/2014/main" id="{BFEE60D8-7883-4D46-A35C-5CBBEAE97EDB}"/>
                </a:ext>
              </a:extLst>
            </p:cNvPr>
            <p:cNvCxnSpPr>
              <a:cxnSpLocks/>
            </p:cNvCxnSpPr>
            <p:nvPr/>
          </p:nvCxnSpPr>
          <p:spPr bwMode="auto">
            <a:xfrm flipV="1">
              <a:off x="342761" y="1171624"/>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8" name="OTLSHAPE_T_e17f3958430f4cff8650518c93c7635e_StartDate">
              <a:extLst>
                <a:ext uri="{FF2B5EF4-FFF2-40B4-BE49-F238E27FC236}">
                  <a16:creationId xmlns:a16="http://schemas.microsoft.com/office/drawing/2014/main" id="{A92F0C06-965A-4E63-867B-1BE39598B0BF}"/>
                </a:ext>
              </a:extLst>
            </p:cNvPr>
            <p:cNvSpPr txBox="1"/>
            <p:nvPr>
              <p:custDataLst>
                <p:tags r:id="rId5"/>
              </p:custDataLst>
            </p:nvPr>
          </p:nvSpPr>
          <p:spPr>
            <a:xfrm>
              <a:off x="171137" y="1039171"/>
              <a:ext cx="546747" cy="24622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19" name="Picture 18">
            <a:extLst>
              <a:ext uri="{FF2B5EF4-FFF2-40B4-BE49-F238E27FC236}">
                <a16:creationId xmlns:a16="http://schemas.microsoft.com/office/drawing/2014/main" id="{982425EF-6447-4F39-A7C2-C31B1312D26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9425" y="2854204"/>
            <a:ext cx="853514" cy="420660"/>
          </a:xfrm>
          <a:prstGeom prst="rect">
            <a:avLst/>
          </a:prstGeom>
        </p:spPr>
      </p:pic>
      <p:pic>
        <p:nvPicPr>
          <p:cNvPr id="21" name="Graphic 20" descr="Flag with solid fill">
            <a:extLst>
              <a:ext uri="{FF2B5EF4-FFF2-40B4-BE49-F238E27FC236}">
                <a16:creationId xmlns:a16="http://schemas.microsoft.com/office/drawing/2014/main" id="{499031A3-ACB3-41C0-BBCB-48B99B68F8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24420" y="2317468"/>
            <a:ext cx="145920" cy="145920"/>
          </a:xfrm>
          <a:prstGeom prst="rect">
            <a:avLst/>
          </a:prstGeom>
        </p:spPr>
      </p:pic>
      <p:sp>
        <p:nvSpPr>
          <p:cNvPr id="22" name="OTLSHAPE_T_e17f3958430f4cff8650518c93c7635e_StartDate">
            <a:extLst>
              <a:ext uri="{FF2B5EF4-FFF2-40B4-BE49-F238E27FC236}">
                <a16:creationId xmlns:a16="http://schemas.microsoft.com/office/drawing/2014/main" id="{750767E5-894A-4C1B-AA0D-8DA7EFF6BE74}"/>
              </a:ext>
            </a:extLst>
          </p:cNvPr>
          <p:cNvSpPr txBox="1"/>
          <p:nvPr>
            <p:custDataLst>
              <p:tags r:id="rId2"/>
            </p:custDataLst>
          </p:nvPr>
        </p:nvSpPr>
        <p:spPr>
          <a:xfrm>
            <a:off x="8018754" y="2431731"/>
            <a:ext cx="790680"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US approval</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Apr 2031</a:t>
            </a:r>
          </a:p>
        </p:txBody>
      </p:sp>
      <p:sp>
        <p:nvSpPr>
          <p:cNvPr id="26" name="OTLSHAPE_T_e17f3958430f4cff8650518c93c7635e_StartDate">
            <a:extLst>
              <a:ext uri="{FF2B5EF4-FFF2-40B4-BE49-F238E27FC236}">
                <a16:creationId xmlns:a16="http://schemas.microsoft.com/office/drawing/2014/main" id="{201EC43A-1BEB-4248-9832-8C5C1F052056}"/>
              </a:ext>
            </a:extLst>
          </p:cNvPr>
          <p:cNvSpPr txBox="1"/>
          <p:nvPr>
            <p:custDataLst>
              <p:tags r:id="rId3"/>
            </p:custDataLst>
          </p:nvPr>
        </p:nvSpPr>
        <p:spPr>
          <a:xfrm>
            <a:off x="2973813" y="2373301"/>
            <a:ext cx="395027" cy="107722"/>
          </a:xfrm>
          <a:prstGeom prst="rect">
            <a:avLst/>
          </a:prstGeom>
          <a:noFill/>
        </p:spPr>
        <p:txBody>
          <a:bodyPr vert="horz" wrap="square" lIns="0" tIns="0" rIns="0" bIns="0" rtlCol="0" anchor="ctr" anchorCtr="0">
            <a:spAutoFit/>
          </a:bodyPr>
          <a:lstStyle/>
          <a:p>
            <a:pPr algn="ctr" defTabSz="685699">
              <a:defRPr/>
            </a:pPr>
            <a:r>
              <a:rPr lang="en-US" altLang="zh-CN" sz="700" b="1" err="1">
                <a:solidFill>
                  <a:srgbClr val="44546A"/>
                </a:solidFill>
                <a:latin typeface="Calibri" panose="020F0502020204030204" pitchFamily="34" charset="0"/>
                <a:ea typeface="宋体" panose="02010600030101010101" pitchFamily="2" charset="-122"/>
              </a:rPr>
              <a:t>PoCP</a:t>
            </a:r>
            <a:endParaRPr lang="en-US" altLang="zh-CN" sz="700" b="1">
              <a:solidFill>
                <a:srgbClr val="44546A"/>
              </a:solidFill>
              <a:latin typeface="Calibri" panose="020F0502020204030204" pitchFamily="34" charset="0"/>
              <a:ea typeface="宋体" panose="02010600030101010101" pitchFamily="2" charset="-122"/>
            </a:endParaRPr>
          </a:p>
        </p:txBody>
      </p:sp>
      <p:sp>
        <p:nvSpPr>
          <p:cNvPr id="4" name="TextBox 3">
            <a:extLst>
              <a:ext uri="{FF2B5EF4-FFF2-40B4-BE49-F238E27FC236}">
                <a16:creationId xmlns:a16="http://schemas.microsoft.com/office/drawing/2014/main" id="{DCD16EBE-1F1B-470C-B4A9-EDD6259AB2A7}"/>
              </a:ext>
            </a:extLst>
          </p:cNvPr>
          <p:cNvSpPr txBox="1"/>
          <p:nvPr/>
        </p:nvSpPr>
        <p:spPr>
          <a:xfrm>
            <a:off x="1286486" y="4882501"/>
            <a:ext cx="3511763" cy="184666"/>
          </a:xfrm>
          <a:prstGeom prst="rect">
            <a:avLst/>
          </a:prstGeom>
          <a:noFill/>
        </p:spPr>
        <p:txBody>
          <a:bodyPr wrap="square" lIns="0" tIns="0" rIns="0" bIns="0" rtlCol="0">
            <a:spAutoFit/>
          </a:bodyPr>
          <a:lstStyle/>
          <a:p>
            <a:pPr defTabSz="914288">
              <a:defRPr/>
            </a:pPr>
            <a:endParaRPr lang="en-US" altLang="zh-CN" sz="600">
              <a:solidFill>
                <a:srgbClr val="000000"/>
              </a:solidFill>
              <a:latin typeface="BISansCond"/>
            </a:endParaRPr>
          </a:p>
          <a:p>
            <a:pPr defTabSz="914288">
              <a:defRPr/>
            </a:pPr>
            <a:r>
              <a:rPr lang="en-US" altLang="zh-CN" sz="600">
                <a:solidFill>
                  <a:srgbClr val="000000"/>
                </a:solidFill>
                <a:latin typeface="BISansCond"/>
              </a:rPr>
              <a:t>HAI: Health authority interaction</a:t>
            </a:r>
            <a:endParaRPr lang="zh-CN" altLang="en-US" sz="600">
              <a:solidFill>
                <a:srgbClr val="000000"/>
              </a:solidFill>
              <a:latin typeface="BISansCond"/>
            </a:endParaRPr>
          </a:p>
        </p:txBody>
      </p:sp>
      <p:sp>
        <p:nvSpPr>
          <p:cNvPr id="32" name="5-Point Star 5">
            <a:extLst>
              <a:ext uri="{FF2B5EF4-FFF2-40B4-BE49-F238E27FC236}">
                <a16:creationId xmlns:a16="http://schemas.microsoft.com/office/drawing/2014/main" id="{E352720D-9D76-42F6-8727-5AD3CE8CF40C}"/>
              </a:ext>
            </a:extLst>
          </p:cNvPr>
          <p:cNvSpPr/>
          <p:nvPr/>
        </p:nvSpPr>
        <p:spPr>
          <a:xfrm>
            <a:off x="7314884" y="2356611"/>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33" name="OTLSHAPE_T_e17f3958430f4cff8650518c93c7635e_StartDate">
            <a:extLst>
              <a:ext uri="{FF2B5EF4-FFF2-40B4-BE49-F238E27FC236}">
                <a16:creationId xmlns:a16="http://schemas.microsoft.com/office/drawing/2014/main" id="{08B5C2DE-ECC0-4403-8751-A45C79F6E628}"/>
              </a:ext>
            </a:extLst>
          </p:cNvPr>
          <p:cNvSpPr txBox="1"/>
          <p:nvPr>
            <p:custDataLst>
              <p:tags r:id="rId4"/>
            </p:custDataLst>
          </p:nvPr>
        </p:nvSpPr>
        <p:spPr>
          <a:xfrm>
            <a:off x="6854157" y="2431731"/>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US NDA</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Apr 2030 </a:t>
            </a:r>
          </a:p>
        </p:txBody>
      </p:sp>
      <p:sp>
        <p:nvSpPr>
          <p:cNvPr id="35" name="TextBox 34">
            <a:extLst>
              <a:ext uri="{FF2B5EF4-FFF2-40B4-BE49-F238E27FC236}">
                <a16:creationId xmlns:a16="http://schemas.microsoft.com/office/drawing/2014/main" id="{78789300-42C8-431D-8C83-B8F59219FEFF}"/>
              </a:ext>
            </a:extLst>
          </p:cNvPr>
          <p:cNvSpPr txBox="1"/>
          <p:nvPr/>
        </p:nvSpPr>
        <p:spPr>
          <a:xfrm>
            <a:off x="2097508" y="1931555"/>
            <a:ext cx="465192"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Jun 2025</a:t>
            </a:r>
            <a:endParaRPr lang="zh-CN" altLang="en-US" sz="600" b="1"/>
          </a:p>
        </p:txBody>
      </p:sp>
      <p:sp>
        <p:nvSpPr>
          <p:cNvPr id="2" name="TextBox 1">
            <a:extLst>
              <a:ext uri="{FF2B5EF4-FFF2-40B4-BE49-F238E27FC236}">
                <a16:creationId xmlns:a16="http://schemas.microsoft.com/office/drawing/2014/main" id="{2183922C-E343-FE15-DCB0-52F86DE019F7}"/>
              </a:ext>
            </a:extLst>
          </p:cNvPr>
          <p:cNvSpPr txBox="1"/>
          <p:nvPr/>
        </p:nvSpPr>
        <p:spPr>
          <a:xfrm>
            <a:off x="1286482" y="3879255"/>
            <a:ext cx="6160334" cy="282357"/>
          </a:xfrm>
          <a:prstGeom prst="roundRect">
            <a:avLst>
              <a:gd name="adj" fmla="val 4623"/>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214303" lvl="1" indent="-91430" defTabSz="1219019">
              <a:spcBef>
                <a:spcPts val="400"/>
              </a:spcBef>
              <a:buFont typeface="Arial" panose="020B0604020202020204" pitchFamily="34" charset="0"/>
              <a:buChar char="•"/>
              <a:defRPr/>
            </a:pPr>
            <a:r>
              <a:rPr lang="en-US" sz="900">
                <a:solidFill>
                  <a:prstClr val="black"/>
                </a:solidFill>
                <a:latin typeface="BISansCond"/>
              </a:rPr>
              <a:t>HAI on PK strategy for joining global phase II study (1493-0002) submitted to CDE on </a:t>
            </a:r>
            <a:r>
              <a:rPr lang="en-US" altLang="zh-CN" sz="900">
                <a:solidFill>
                  <a:prstClr val="black"/>
                </a:solidFill>
                <a:latin typeface="BISansCond"/>
              </a:rPr>
              <a:t>8 </a:t>
            </a:r>
            <a:r>
              <a:rPr lang="en-US" sz="900">
                <a:solidFill>
                  <a:prstClr val="black"/>
                </a:solidFill>
                <a:latin typeface="BISansCond"/>
              </a:rPr>
              <a:t>Feb 2024: </a:t>
            </a:r>
            <a:r>
              <a:rPr lang="en-US" altLang="zh-CN" sz="900">
                <a:solidFill>
                  <a:schemeClr val="tx1"/>
                </a:solidFill>
                <a:latin typeface="BISansCond"/>
              </a:rPr>
              <a:t>vague feedback from CDE clinical dept. Final feedback back can be expected by mid of May</a:t>
            </a:r>
            <a:r>
              <a:rPr lang="en-US" altLang="zh-CN" sz="900">
                <a:solidFill>
                  <a:srgbClr val="FF0000"/>
                </a:solidFill>
                <a:latin typeface="BISansCond"/>
              </a:rPr>
              <a:t>. </a:t>
            </a:r>
          </a:p>
        </p:txBody>
      </p:sp>
      <p:sp>
        <p:nvSpPr>
          <p:cNvPr id="3" name="5-Point Star 5">
            <a:extLst>
              <a:ext uri="{FF2B5EF4-FFF2-40B4-BE49-F238E27FC236}">
                <a16:creationId xmlns:a16="http://schemas.microsoft.com/office/drawing/2014/main" id="{BFC1B0DD-D924-5F1D-DF25-D0431E810BB4}"/>
              </a:ext>
            </a:extLst>
          </p:cNvPr>
          <p:cNvSpPr/>
          <p:nvPr/>
        </p:nvSpPr>
        <p:spPr>
          <a:xfrm>
            <a:off x="3136633" y="2263510"/>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10" name="TextBox 9">
            <a:extLst>
              <a:ext uri="{FF2B5EF4-FFF2-40B4-BE49-F238E27FC236}">
                <a16:creationId xmlns:a16="http://schemas.microsoft.com/office/drawing/2014/main" id="{AF5AD1B7-DED4-5BA6-4AD5-766D21CB11A4}"/>
              </a:ext>
            </a:extLst>
          </p:cNvPr>
          <p:cNvSpPr txBox="1"/>
          <p:nvPr/>
        </p:nvSpPr>
        <p:spPr>
          <a:xfrm>
            <a:off x="-6495" y="2089586"/>
            <a:ext cx="464405" cy="215444"/>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sz="700"/>
              <a:t>Ph2</a:t>
            </a:r>
          </a:p>
          <a:p>
            <a:pPr defTabSz="914243">
              <a:defRPr/>
            </a:pPr>
            <a:r>
              <a:rPr lang="en-US" sz="700"/>
              <a:t>1493-0001</a:t>
            </a:r>
          </a:p>
        </p:txBody>
      </p:sp>
      <p:sp>
        <p:nvSpPr>
          <p:cNvPr id="11" name="TextBox 10">
            <a:extLst>
              <a:ext uri="{FF2B5EF4-FFF2-40B4-BE49-F238E27FC236}">
                <a16:creationId xmlns:a16="http://schemas.microsoft.com/office/drawing/2014/main" id="{44E84EDE-6F67-C15B-D396-144D41920A73}"/>
              </a:ext>
            </a:extLst>
          </p:cNvPr>
          <p:cNvSpPr txBox="1"/>
          <p:nvPr/>
        </p:nvSpPr>
        <p:spPr>
          <a:xfrm>
            <a:off x="5978" y="2384545"/>
            <a:ext cx="464405" cy="12311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a:t>Ph3</a:t>
            </a:r>
          </a:p>
        </p:txBody>
      </p:sp>
      <p:sp>
        <p:nvSpPr>
          <p:cNvPr id="12" name="TextBox 11">
            <a:extLst>
              <a:ext uri="{FF2B5EF4-FFF2-40B4-BE49-F238E27FC236}">
                <a16:creationId xmlns:a16="http://schemas.microsoft.com/office/drawing/2014/main" id="{76F627B6-B83E-B971-835C-E154ED0F3235}"/>
              </a:ext>
            </a:extLst>
          </p:cNvPr>
          <p:cNvSpPr txBox="1"/>
          <p:nvPr/>
        </p:nvSpPr>
        <p:spPr>
          <a:xfrm>
            <a:off x="-13629" y="1818214"/>
            <a:ext cx="464405" cy="12311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a:t>Ph1 </a:t>
            </a:r>
            <a:r>
              <a:rPr lang="en-US" altLang="zh-CN"/>
              <a:t>JP PK</a:t>
            </a:r>
            <a:endParaRPr lang="en-US"/>
          </a:p>
        </p:txBody>
      </p:sp>
      <p:sp>
        <p:nvSpPr>
          <p:cNvPr id="44" name="OTLSHAPE_T_5a934a26f311425e8ebaa0f45e6533ad_Shape">
            <a:extLst>
              <a:ext uri="{FF2B5EF4-FFF2-40B4-BE49-F238E27FC236}">
                <a16:creationId xmlns:a16="http://schemas.microsoft.com/office/drawing/2014/main" id="{E66FE65A-375E-B9DD-1D13-9EE7AC63828E}"/>
              </a:ext>
            </a:extLst>
          </p:cNvPr>
          <p:cNvSpPr/>
          <p:nvPr/>
        </p:nvSpPr>
        <p:spPr bwMode="auto">
          <a:xfrm>
            <a:off x="759986" y="1453454"/>
            <a:ext cx="815550" cy="171816"/>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Ph1 MRD</a:t>
            </a:r>
          </a:p>
        </p:txBody>
      </p:sp>
      <p:sp>
        <p:nvSpPr>
          <p:cNvPr id="48" name="OTLSHAPE_T_5a934a26f311425e8ebaa0f45e6533ad_Shape">
            <a:extLst>
              <a:ext uri="{FF2B5EF4-FFF2-40B4-BE49-F238E27FC236}">
                <a16:creationId xmlns:a16="http://schemas.microsoft.com/office/drawing/2014/main" id="{23063830-EBD3-4032-2180-D909D7279A9E}"/>
              </a:ext>
            </a:extLst>
          </p:cNvPr>
          <p:cNvSpPr/>
          <p:nvPr/>
        </p:nvSpPr>
        <p:spPr bwMode="auto">
          <a:xfrm>
            <a:off x="908668" y="1813498"/>
            <a:ext cx="700956" cy="171816"/>
          </a:xfrm>
          <a:prstGeom prst="roundRect">
            <a:avLst/>
          </a:prstGeom>
          <a:solidFill>
            <a:schemeClr val="bg1">
              <a:lumMod val="7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TBD</a:t>
            </a:r>
          </a:p>
        </p:txBody>
      </p:sp>
      <p:sp>
        <p:nvSpPr>
          <p:cNvPr id="50" name="TextBox 49">
            <a:extLst>
              <a:ext uri="{FF2B5EF4-FFF2-40B4-BE49-F238E27FC236}">
                <a16:creationId xmlns:a16="http://schemas.microsoft.com/office/drawing/2014/main" id="{3176B553-C604-9E95-F241-BBEF58AC9C47}"/>
              </a:ext>
            </a:extLst>
          </p:cNvPr>
          <p:cNvSpPr txBox="1"/>
          <p:nvPr/>
        </p:nvSpPr>
        <p:spPr>
          <a:xfrm>
            <a:off x="4863953" y="2154472"/>
            <a:ext cx="447558"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Q1 2028</a:t>
            </a:r>
            <a:endParaRPr lang="zh-CN" altLang="en-US" sz="600" b="1"/>
          </a:p>
        </p:txBody>
      </p:sp>
      <p:sp>
        <p:nvSpPr>
          <p:cNvPr id="51" name="TextBox 50">
            <a:extLst>
              <a:ext uri="{FF2B5EF4-FFF2-40B4-BE49-F238E27FC236}">
                <a16:creationId xmlns:a16="http://schemas.microsoft.com/office/drawing/2014/main" id="{92E832F3-12E1-463D-258C-D5D4969A5622}"/>
              </a:ext>
            </a:extLst>
          </p:cNvPr>
          <p:cNvSpPr txBox="1"/>
          <p:nvPr/>
        </p:nvSpPr>
        <p:spPr>
          <a:xfrm>
            <a:off x="6717526" y="2141721"/>
            <a:ext cx="447558"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Q4 2029</a:t>
            </a:r>
            <a:endParaRPr lang="zh-CN" altLang="en-US" sz="600" b="1"/>
          </a:p>
        </p:txBody>
      </p:sp>
      <p:sp>
        <p:nvSpPr>
          <p:cNvPr id="53" name="TextBox 52">
            <a:extLst>
              <a:ext uri="{FF2B5EF4-FFF2-40B4-BE49-F238E27FC236}">
                <a16:creationId xmlns:a16="http://schemas.microsoft.com/office/drawing/2014/main" id="{A41BDE5C-B422-CB44-60C3-EBDFA65694AA}"/>
              </a:ext>
            </a:extLst>
          </p:cNvPr>
          <p:cNvSpPr txBox="1"/>
          <p:nvPr/>
        </p:nvSpPr>
        <p:spPr>
          <a:xfrm>
            <a:off x="4402736" y="1931555"/>
            <a:ext cx="466795"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Oct 2027</a:t>
            </a:r>
            <a:endParaRPr lang="zh-CN" altLang="en-US" sz="600" b="1"/>
          </a:p>
        </p:txBody>
      </p:sp>
      <p:sp>
        <p:nvSpPr>
          <p:cNvPr id="54" name="OTLSHAPE_T_5a934a26f311425e8ebaa0f45e6533ad_Shape">
            <a:extLst>
              <a:ext uri="{FF2B5EF4-FFF2-40B4-BE49-F238E27FC236}">
                <a16:creationId xmlns:a16="http://schemas.microsoft.com/office/drawing/2014/main" id="{29135DE2-0932-08B4-D695-2C6D57F146BC}"/>
              </a:ext>
            </a:extLst>
          </p:cNvPr>
          <p:cNvSpPr/>
          <p:nvPr/>
        </p:nvSpPr>
        <p:spPr bwMode="auto">
          <a:xfrm>
            <a:off x="2291165" y="3232633"/>
            <a:ext cx="2385251" cy="189932"/>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Ph2a/Ph2b</a:t>
            </a:r>
          </a:p>
        </p:txBody>
      </p:sp>
      <p:sp>
        <p:nvSpPr>
          <p:cNvPr id="55" name="TextBox 54">
            <a:extLst>
              <a:ext uri="{FF2B5EF4-FFF2-40B4-BE49-F238E27FC236}">
                <a16:creationId xmlns:a16="http://schemas.microsoft.com/office/drawing/2014/main" id="{7375934E-5C3C-5FB3-8ABE-14AD7BDBBF3C}"/>
              </a:ext>
            </a:extLst>
          </p:cNvPr>
          <p:cNvSpPr txBox="1"/>
          <p:nvPr/>
        </p:nvSpPr>
        <p:spPr>
          <a:xfrm>
            <a:off x="32530" y="3284219"/>
            <a:ext cx="464405" cy="215444"/>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sz="700"/>
              <a:t>Ph2</a:t>
            </a:r>
          </a:p>
          <a:p>
            <a:pPr defTabSz="914243">
              <a:defRPr/>
            </a:pPr>
            <a:r>
              <a:rPr lang="en-US" sz="700"/>
              <a:t>1493-0001</a:t>
            </a:r>
          </a:p>
        </p:txBody>
      </p:sp>
      <p:sp>
        <p:nvSpPr>
          <p:cNvPr id="56" name="OTLSHAPE_T_5a934a26f311425e8ebaa0f45e6533ad_Shape">
            <a:extLst>
              <a:ext uri="{FF2B5EF4-FFF2-40B4-BE49-F238E27FC236}">
                <a16:creationId xmlns:a16="http://schemas.microsoft.com/office/drawing/2014/main" id="{C21B986A-AF9C-4686-A09A-9ED369D7D5DE}"/>
              </a:ext>
            </a:extLst>
          </p:cNvPr>
          <p:cNvSpPr/>
          <p:nvPr/>
        </p:nvSpPr>
        <p:spPr bwMode="auto">
          <a:xfrm>
            <a:off x="5041961" y="3466363"/>
            <a:ext cx="1931523"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Ph3 TBD</a:t>
            </a:r>
          </a:p>
        </p:txBody>
      </p:sp>
      <p:pic>
        <p:nvPicPr>
          <p:cNvPr id="5" name="Picture 4" descr="Traffic light - Simple English Wikipedia, the free ...">
            <a:extLst>
              <a:ext uri="{FF2B5EF4-FFF2-40B4-BE49-F238E27FC236}">
                <a16:creationId xmlns:a16="http://schemas.microsoft.com/office/drawing/2014/main" id="{B6C9BF7E-7F50-B3B8-7B97-61AC02368DAA}"/>
              </a:ext>
            </a:extLst>
          </p:cNvPr>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Tree>
    <p:extLst>
      <p:ext uri="{BB962C8B-B14F-4D97-AF65-F5344CB8AC3E}">
        <p14:creationId xmlns:p14="http://schemas.microsoft.com/office/powerpoint/2010/main" val="145855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9976" y="3044218"/>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54200" y="736746"/>
          <a:ext cx="8949930" cy="514350"/>
        </p:xfrm>
        <a:graphic>
          <a:graphicData uri="http://schemas.openxmlformats.org/drawingml/2006/table">
            <a:tbl>
              <a:tblPr firstRow="1" bandRow="1"/>
              <a:tblGrid>
                <a:gridCol w="298331">
                  <a:extLst>
                    <a:ext uri="{9D8B030D-6E8A-4147-A177-3AD203B41FA5}">
                      <a16:colId xmlns:a16="http://schemas.microsoft.com/office/drawing/2014/main" val="3091663135"/>
                    </a:ext>
                  </a:extLst>
                </a:gridCol>
                <a:gridCol w="298331">
                  <a:extLst>
                    <a:ext uri="{9D8B030D-6E8A-4147-A177-3AD203B41FA5}">
                      <a16:colId xmlns:a16="http://schemas.microsoft.com/office/drawing/2014/main" val="2003423086"/>
                    </a:ext>
                  </a:extLst>
                </a:gridCol>
                <a:gridCol w="298331">
                  <a:extLst>
                    <a:ext uri="{9D8B030D-6E8A-4147-A177-3AD203B41FA5}">
                      <a16:colId xmlns:a16="http://schemas.microsoft.com/office/drawing/2014/main" val="2466911814"/>
                    </a:ext>
                  </a:extLst>
                </a:gridCol>
                <a:gridCol w="298331">
                  <a:extLst>
                    <a:ext uri="{9D8B030D-6E8A-4147-A177-3AD203B41FA5}">
                      <a16:colId xmlns:a16="http://schemas.microsoft.com/office/drawing/2014/main" val="3023231563"/>
                    </a:ext>
                  </a:extLst>
                </a:gridCol>
                <a:gridCol w="298331">
                  <a:extLst>
                    <a:ext uri="{9D8B030D-6E8A-4147-A177-3AD203B41FA5}">
                      <a16:colId xmlns:a16="http://schemas.microsoft.com/office/drawing/2014/main" val="3411862845"/>
                    </a:ext>
                  </a:extLst>
                </a:gridCol>
                <a:gridCol w="298331">
                  <a:extLst>
                    <a:ext uri="{9D8B030D-6E8A-4147-A177-3AD203B41FA5}">
                      <a16:colId xmlns:a16="http://schemas.microsoft.com/office/drawing/2014/main" val="2851474774"/>
                    </a:ext>
                  </a:extLst>
                </a:gridCol>
                <a:gridCol w="298331">
                  <a:extLst>
                    <a:ext uri="{9D8B030D-6E8A-4147-A177-3AD203B41FA5}">
                      <a16:colId xmlns:a16="http://schemas.microsoft.com/office/drawing/2014/main" val="107595344"/>
                    </a:ext>
                  </a:extLst>
                </a:gridCol>
                <a:gridCol w="298331">
                  <a:extLst>
                    <a:ext uri="{9D8B030D-6E8A-4147-A177-3AD203B41FA5}">
                      <a16:colId xmlns:a16="http://schemas.microsoft.com/office/drawing/2014/main" val="1666999431"/>
                    </a:ext>
                  </a:extLst>
                </a:gridCol>
                <a:gridCol w="298331">
                  <a:extLst>
                    <a:ext uri="{9D8B030D-6E8A-4147-A177-3AD203B41FA5}">
                      <a16:colId xmlns:a16="http://schemas.microsoft.com/office/drawing/2014/main" val="3696607442"/>
                    </a:ext>
                  </a:extLst>
                </a:gridCol>
                <a:gridCol w="298331">
                  <a:extLst>
                    <a:ext uri="{9D8B030D-6E8A-4147-A177-3AD203B41FA5}">
                      <a16:colId xmlns:a16="http://schemas.microsoft.com/office/drawing/2014/main" val="223989776"/>
                    </a:ext>
                  </a:extLst>
                </a:gridCol>
                <a:gridCol w="298331">
                  <a:extLst>
                    <a:ext uri="{9D8B030D-6E8A-4147-A177-3AD203B41FA5}">
                      <a16:colId xmlns:a16="http://schemas.microsoft.com/office/drawing/2014/main" val="124731204"/>
                    </a:ext>
                  </a:extLst>
                </a:gridCol>
                <a:gridCol w="298331">
                  <a:extLst>
                    <a:ext uri="{9D8B030D-6E8A-4147-A177-3AD203B41FA5}">
                      <a16:colId xmlns:a16="http://schemas.microsoft.com/office/drawing/2014/main" val="3066978585"/>
                    </a:ext>
                  </a:extLst>
                </a:gridCol>
                <a:gridCol w="298331">
                  <a:extLst>
                    <a:ext uri="{9D8B030D-6E8A-4147-A177-3AD203B41FA5}">
                      <a16:colId xmlns:a16="http://schemas.microsoft.com/office/drawing/2014/main" val="1064917641"/>
                    </a:ext>
                  </a:extLst>
                </a:gridCol>
                <a:gridCol w="298331">
                  <a:extLst>
                    <a:ext uri="{9D8B030D-6E8A-4147-A177-3AD203B41FA5}">
                      <a16:colId xmlns:a16="http://schemas.microsoft.com/office/drawing/2014/main" val="4221117315"/>
                    </a:ext>
                  </a:extLst>
                </a:gridCol>
                <a:gridCol w="298331">
                  <a:extLst>
                    <a:ext uri="{9D8B030D-6E8A-4147-A177-3AD203B41FA5}">
                      <a16:colId xmlns:a16="http://schemas.microsoft.com/office/drawing/2014/main" val="3266065341"/>
                    </a:ext>
                  </a:extLst>
                </a:gridCol>
                <a:gridCol w="298331">
                  <a:extLst>
                    <a:ext uri="{9D8B030D-6E8A-4147-A177-3AD203B41FA5}">
                      <a16:colId xmlns:a16="http://schemas.microsoft.com/office/drawing/2014/main" val="2374051224"/>
                    </a:ext>
                  </a:extLst>
                </a:gridCol>
                <a:gridCol w="298331">
                  <a:extLst>
                    <a:ext uri="{9D8B030D-6E8A-4147-A177-3AD203B41FA5}">
                      <a16:colId xmlns:a16="http://schemas.microsoft.com/office/drawing/2014/main" val="1840388365"/>
                    </a:ext>
                  </a:extLst>
                </a:gridCol>
                <a:gridCol w="298331">
                  <a:extLst>
                    <a:ext uri="{9D8B030D-6E8A-4147-A177-3AD203B41FA5}">
                      <a16:colId xmlns:a16="http://schemas.microsoft.com/office/drawing/2014/main" val="267750830"/>
                    </a:ext>
                  </a:extLst>
                </a:gridCol>
                <a:gridCol w="298331">
                  <a:extLst>
                    <a:ext uri="{9D8B030D-6E8A-4147-A177-3AD203B41FA5}">
                      <a16:colId xmlns:a16="http://schemas.microsoft.com/office/drawing/2014/main" val="3966469970"/>
                    </a:ext>
                  </a:extLst>
                </a:gridCol>
                <a:gridCol w="298331">
                  <a:extLst>
                    <a:ext uri="{9D8B030D-6E8A-4147-A177-3AD203B41FA5}">
                      <a16:colId xmlns:a16="http://schemas.microsoft.com/office/drawing/2014/main" val="2522973146"/>
                    </a:ext>
                  </a:extLst>
                </a:gridCol>
                <a:gridCol w="298331">
                  <a:extLst>
                    <a:ext uri="{9D8B030D-6E8A-4147-A177-3AD203B41FA5}">
                      <a16:colId xmlns:a16="http://schemas.microsoft.com/office/drawing/2014/main" val="309019048"/>
                    </a:ext>
                  </a:extLst>
                </a:gridCol>
                <a:gridCol w="298331">
                  <a:extLst>
                    <a:ext uri="{9D8B030D-6E8A-4147-A177-3AD203B41FA5}">
                      <a16:colId xmlns:a16="http://schemas.microsoft.com/office/drawing/2014/main" val="4088660355"/>
                    </a:ext>
                  </a:extLst>
                </a:gridCol>
                <a:gridCol w="298331">
                  <a:extLst>
                    <a:ext uri="{9D8B030D-6E8A-4147-A177-3AD203B41FA5}">
                      <a16:colId xmlns:a16="http://schemas.microsoft.com/office/drawing/2014/main" val="4101055617"/>
                    </a:ext>
                  </a:extLst>
                </a:gridCol>
                <a:gridCol w="298331">
                  <a:extLst>
                    <a:ext uri="{9D8B030D-6E8A-4147-A177-3AD203B41FA5}">
                      <a16:colId xmlns:a16="http://schemas.microsoft.com/office/drawing/2014/main" val="1497634779"/>
                    </a:ext>
                  </a:extLst>
                </a:gridCol>
                <a:gridCol w="298331">
                  <a:extLst>
                    <a:ext uri="{9D8B030D-6E8A-4147-A177-3AD203B41FA5}">
                      <a16:colId xmlns:a16="http://schemas.microsoft.com/office/drawing/2014/main" val="1313870339"/>
                    </a:ext>
                  </a:extLst>
                </a:gridCol>
                <a:gridCol w="298331">
                  <a:extLst>
                    <a:ext uri="{9D8B030D-6E8A-4147-A177-3AD203B41FA5}">
                      <a16:colId xmlns:a16="http://schemas.microsoft.com/office/drawing/2014/main" val="380966906"/>
                    </a:ext>
                  </a:extLst>
                </a:gridCol>
                <a:gridCol w="298331">
                  <a:extLst>
                    <a:ext uri="{9D8B030D-6E8A-4147-A177-3AD203B41FA5}">
                      <a16:colId xmlns:a16="http://schemas.microsoft.com/office/drawing/2014/main" val="370559516"/>
                    </a:ext>
                  </a:extLst>
                </a:gridCol>
                <a:gridCol w="298331">
                  <a:extLst>
                    <a:ext uri="{9D8B030D-6E8A-4147-A177-3AD203B41FA5}">
                      <a16:colId xmlns:a16="http://schemas.microsoft.com/office/drawing/2014/main" val="2085800570"/>
                    </a:ext>
                  </a:extLst>
                </a:gridCol>
                <a:gridCol w="298331">
                  <a:extLst>
                    <a:ext uri="{9D8B030D-6E8A-4147-A177-3AD203B41FA5}">
                      <a16:colId xmlns:a16="http://schemas.microsoft.com/office/drawing/2014/main" val="2866958328"/>
                    </a:ext>
                  </a:extLst>
                </a:gridCol>
                <a:gridCol w="298331">
                  <a:extLst>
                    <a:ext uri="{9D8B030D-6E8A-4147-A177-3AD203B41FA5}">
                      <a16:colId xmlns:a16="http://schemas.microsoft.com/office/drawing/2014/main" val="2742855301"/>
                    </a:ext>
                  </a:extLst>
                </a:gridCol>
              </a:tblGrid>
              <a:tr h="19431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2024</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bg1"/>
                          </a:solidFill>
                          <a:latin typeface="Arial"/>
                          <a:ea typeface="+mn-ea"/>
                          <a:cs typeface="Arial"/>
                        </a:rPr>
                        <a:t>2027</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a:ea typeface="+mn-ea"/>
                          <a:cs typeface="Arial"/>
                        </a:rPr>
                        <a:t>2028</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2029</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2030</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H2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74202" y="87562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Cond"/>
            </a:endParaRPr>
          </a:p>
        </p:txBody>
      </p:sp>
      <p:sp>
        <p:nvSpPr>
          <p:cNvPr id="118" name="Isosceles Triangle 117"/>
          <p:cNvSpPr/>
          <p:nvPr/>
        </p:nvSpPr>
        <p:spPr>
          <a:xfrm rot="5400000">
            <a:off x="8913320" y="913611"/>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Cond"/>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296770" y="1433246"/>
            <a:ext cx="213827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err="1">
                <a:solidFill>
                  <a:srgbClr val="000000"/>
                </a:solidFill>
                <a:latin typeface="Calibri" panose="020F0502020204030204" pitchFamily="34" charset="0"/>
                <a:cs typeface="Calibri" panose="020F0502020204030204" pitchFamily="34" charset="0"/>
              </a:rPr>
              <a:t>Airleaf</a:t>
            </a:r>
            <a:r>
              <a:rPr lang="en-US" altLang="zh-CN" sz="700" b="1">
                <a:solidFill>
                  <a:srgbClr val="000000"/>
                </a:solidFill>
                <a:latin typeface="Calibri" panose="020F0502020204030204" pitchFamily="34" charset="0"/>
                <a:cs typeface="Calibri" panose="020F0502020204030204" pitchFamily="34" charset="0"/>
              </a:rPr>
              <a:t> Ph II 1397-0012 </a:t>
            </a:r>
          </a:p>
        </p:txBody>
      </p:sp>
      <p:sp>
        <p:nvSpPr>
          <p:cNvPr id="94" name="OTLSHAPE_T_5a934a26f311425e8ebaa0f45e6533ad_Shape">
            <a:extLst>
              <a:ext uri="{FF2B5EF4-FFF2-40B4-BE49-F238E27FC236}">
                <a16:creationId xmlns:a16="http://schemas.microsoft.com/office/drawing/2014/main" id="{7A7730AB-6B83-4003-BB2F-DECBF03BBDB4}"/>
              </a:ext>
            </a:extLst>
          </p:cNvPr>
          <p:cNvSpPr/>
          <p:nvPr/>
        </p:nvSpPr>
        <p:spPr bwMode="auto">
          <a:xfrm>
            <a:off x="3625141" y="2314046"/>
            <a:ext cx="3275762"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a:solidFill>
                  <a:srgbClr val="000000"/>
                </a:solidFill>
                <a:latin typeface="Calibri" panose="020F0502020204030204" pitchFamily="34" charset="0"/>
                <a:cs typeface="Calibri" panose="020F0502020204030204" pitchFamily="34" charset="0"/>
              </a:rPr>
              <a:t>1397-0014 </a:t>
            </a:r>
            <a:r>
              <a:rPr lang="en-US" altLang="zh-CN" sz="700" b="1" err="1">
                <a:solidFill>
                  <a:srgbClr val="000000"/>
                </a:solidFill>
                <a:latin typeface="Calibri" panose="020F0502020204030204" pitchFamily="34" charset="0"/>
                <a:cs typeface="Calibri" panose="020F0502020204030204" pitchFamily="34" charset="0"/>
              </a:rPr>
              <a:t>PhIII</a:t>
            </a:r>
            <a:endParaRPr lang="en-US" altLang="zh-CN" sz="700" b="1">
              <a:solidFill>
                <a:srgbClr val="000000"/>
              </a:solidFill>
              <a:latin typeface="Calibri" panose="020F0502020204030204" pitchFamily="34" charset="0"/>
              <a:cs typeface="Calibri" panose="020F0502020204030204" pitchFamily="34" charset="0"/>
            </a:endParaRPr>
          </a:p>
        </p:txBody>
      </p:sp>
      <p:sp>
        <p:nvSpPr>
          <p:cNvPr id="108" name="OTLSHAPE_T_5a934a26f311425e8ebaa0f45e6533ad_Shape">
            <a:extLst>
              <a:ext uri="{FF2B5EF4-FFF2-40B4-BE49-F238E27FC236}">
                <a16:creationId xmlns:a16="http://schemas.microsoft.com/office/drawing/2014/main" id="{10E7216E-57C1-4819-8D68-86C90F31D4DC}"/>
              </a:ext>
            </a:extLst>
          </p:cNvPr>
          <p:cNvSpPr/>
          <p:nvPr/>
        </p:nvSpPr>
        <p:spPr bwMode="auto">
          <a:xfrm>
            <a:off x="1987551" y="1984345"/>
            <a:ext cx="1097755"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err="1">
                <a:solidFill>
                  <a:srgbClr val="000000"/>
                </a:solidFill>
                <a:latin typeface="Calibri" panose="020F0502020204030204" pitchFamily="34" charset="0"/>
                <a:cs typeface="Calibri" panose="020F0502020204030204" pitchFamily="34" charset="0"/>
              </a:rPr>
              <a:t>Clairafly</a:t>
            </a:r>
            <a:r>
              <a:rPr lang="en-US" altLang="zh-CN" sz="700" b="1">
                <a:solidFill>
                  <a:srgbClr val="000000"/>
                </a:solidFill>
                <a:latin typeface="Calibri" panose="020F0502020204030204" pitchFamily="34" charset="0"/>
                <a:cs typeface="Calibri" panose="020F0502020204030204" pitchFamily="34" charset="0"/>
              </a:rPr>
              <a:t> 1397-0013 CF Profiling study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908931" y="3557320"/>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1"/>
            </p:custDataLst>
          </p:nvPr>
        </p:nvSpPr>
        <p:spPr>
          <a:xfrm>
            <a:off x="8134188" y="3557322"/>
            <a:ext cx="996928" cy="230832"/>
          </a:xfrm>
          <a:prstGeom prst="rect">
            <a:avLst/>
          </a:prstGeom>
          <a:noFill/>
        </p:spPr>
        <p:txBody>
          <a:bodyPr vert="horz" wrap="square" lIns="0" tIns="0" rIns="0" bIns="0" rtlCol="0" anchor="ctr" anchorCtr="0">
            <a:spAutoFit/>
          </a:bodyPr>
          <a:lstStyle/>
          <a:p>
            <a:pPr algn="ctr" defTabSz="914243">
              <a:defRPr/>
            </a:pPr>
            <a:r>
              <a:rPr lang="en-US" altLang="zh-CN" sz="750" b="1">
                <a:solidFill>
                  <a:srgbClr val="44546A"/>
                </a:solidFill>
                <a:latin typeface="Calibri" panose="020F0502020204030204" pitchFamily="34" charset="0"/>
                <a:ea typeface="宋体" panose="02010600030101010101" pitchFamily="2" charset="-122"/>
              </a:rPr>
              <a:t>China approval </a:t>
            </a:r>
          </a:p>
          <a:p>
            <a:pPr algn="ctr" defTabSz="914243">
              <a:defRPr/>
            </a:pPr>
            <a:r>
              <a:rPr lang="en-US" altLang="zh-CN" sz="750" b="1">
                <a:solidFill>
                  <a:srgbClr val="44546A"/>
                </a:solidFill>
                <a:latin typeface="Calibri" panose="020F0502020204030204" pitchFamily="34" charset="0"/>
                <a:ea typeface="宋体" panose="02010600030101010101" pitchFamily="2" charset="-122"/>
              </a:rPr>
              <a:t>2030 (TBC)</a:t>
            </a:r>
          </a:p>
        </p:txBody>
      </p:sp>
      <p:sp>
        <p:nvSpPr>
          <p:cNvPr id="23" name="Title 2">
            <a:extLst>
              <a:ext uri="{FF2B5EF4-FFF2-40B4-BE49-F238E27FC236}">
                <a16:creationId xmlns:a16="http://schemas.microsoft.com/office/drawing/2014/main" id="{59975B3F-0832-494B-856B-2416FB723111}"/>
              </a:ext>
            </a:extLst>
          </p:cNvPr>
          <p:cNvSpPr txBox="1">
            <a:spLocks/>
          </p:cNvSpPr>
          <p:nvPr/>
        </p:nvSpPr>
        <p:spPr>
          <a:xfrm>
            <a:off x="296767" y="34332"/>
            <a:ext cx="7886700" cy="509375"/>
          </a:xfrm>
          <a:prstGeom prst="rect">
            <a:avLst/>
          </a:prstGeom>
        </p:spPr>
        <p:txBody>
          <a:bodyPr vert="horz" wrap="square" lIns="0" tIns="0" rIns="0" bIns="0" rtlCol="0" anchor="t" anchorCtr="0">
            <a:noAutofit/>
          </a:bodyPr>
          <a:lstStyle>
            <a:lvl1pPr algn="l" defTabSz="685800" rtl="0" eaLnBrk="1" latinLnBrk="0" hangingPunct="1">
              <a:spcBef>
                <a:spcPct val="0"/>
              </a:spcBef>
              <a:buNone/>
              <a:defRPr sz="1800" kern="1200">
                <a:solidFill>
                  <a:srgbClr val="003366"/>
                </a:solidFill>
                <a:latin typeface="+mj-lt"/>
                <a:ea typeface="+mj-ea"/>
                <a:cs typeface="+mj-cs"/>
              </a:defRPr>
            </a:lvl1pPr>
          </a:lstStyle>
          <a:p>
            <a:pPr defTabSz="685715">
              <a:defRPr/>
            </a:pPr>
            <a:r>
              <a:rPr lang="en-US" sz="2000" b="1" u="sng">
                <a:solidFill>
                  <a:srgbClr val="1F497D">
                    <a:lumMod val="75000"/>
                  </a:srgbClr>
                </a:solidFill>
                <a:latin typeface="Calibri" panose="020F0502020204030204" pitchFamily="34" charset="0"/>
                <a:cs typeface="Calibri" panose="020F0502020204030204" pitchFamily="34" charset="0"/>
              </a:rPr>
              <a:t>Under evaluation:</a:t>
            </a:r>
            <a:br>
              <a:rPr lang="en-US" sz="2000" b="1">
                <a:solidFill>
                  <a:srgbClr val="1F497D">
                    <a:lumMod val="75000"/>
                  </a:srgbClr>
                </a:solidFill>
                <a:latin typeface="Calibri" panose="020F0502020204030204" pitchFamily="34" charset="0"/>
                <a:cs typeface="Calibri" panose="020F0502020204030204" pitchFamily="34" charset="0"/>
              </a:rPr>
            </a:br>
            <a:r>
              <a:rPr lang="it-IT" altLang="zh-CN" sz="2000" b="1">
                <a:solidFill>
                  <a:srgbClr val="1F497D">
                    <a:lumMod val="75000"/>
                  </a:srgbClr>
                </a:solidFill>
                <a:latin typeface="Calibri" panose="020F0502020204030204" pitchFamily="34" charset="0"/>
                <a:cs typeface="Calibri" panose="020F0502020204030204" pitchFamily="34" charset="0"/>
              </a:rPr>
              <a:t>BI1291583</a:t>
            </a:r>
            <a:r>
              <a:rPr lang="en-US" sz="2000" b="1">
                <a:solidFill>
                  <a:srgbClr val="1F497D">
                    <a:lumMod val="75000"/>
                  </a:srgbClr>
                </a:solidFill>
                <a:latin typeface="Calibri" panose="020F0502020204030204" pitchFamily="34" charset="0"/>
                <a:cs typeface="Calibri" panose="020F0502020204030204" pitchFamily="34" charset="0"/>
              </a:rPr>
              <a:t>(</a:t>
            </a:r>
            <a:r>
              <a:rPr lang="en-US" sz="2000" b="1" err="1">
                <a:solidFill>
                  <a:srgbClr val="1F497D"/>
                </a:solidFill>
                <a:latin typeface="Calibri" panose="020F0502020204030204" pitchFamily="34" charset="0"/>
                <a:cs typeface="Calibri" panose="020F0502020204030204" pitchFamily="34" charset="0"/>
              </a:rPr>
              <a:t>Catc</a:t>
            </a:r>
            <a:r>
              <a:rPr lang="en-US" sz="2000" b="1">
                <a:solidFill>
                  <a:srgbClr val="1F497D"/>
                </a:solidFill>
                <a:latin typeface="Calibri" panose="020F0502020204030204" pitchFamily="34" charset="0"/>
                <a:cs typeface="Calibri" panose="020F0502020204030204" pitchFamily="34" charset="0"/>
              </a:rPr>
              <a:t> inhibitor</a:t>
            </a:r>
            <a:r>
              <a:rPr lang="en-US" sz="2000" b="1">
                <a:solidFill>
                  <a:srgbClr val="1F497D">
                    <a:lumMod val="75000"/>
                  </a:srgbClr>
                </a:solidFill>
                <a:latin typeface="Calibri" panose="020F0502020204030204" pitchFamily="34" charset="0"/>
                <a:cs typeface="Calibri" panose="020F0502020204030204" pitchFamily="34" charset="0"/>
              </a:rPr>
              <a:t>): </a:t>
            </a:r>
            <a:r>
              <a:rPr lang="en-US" sz="2000" b="1" err="1">
                <a:solidFill>
                  <a:srgbClr val="1F497D">
                    <a:lumMod val="75000"/>
                  </a:srgbClr>
                </a:solidFill>
                <a:latin typeface="Calibri" panose="020F0502020204030204" pitchFamily="34" charset="0"/>
                <a:cs typeface="Calibri" panose="020F0502020204030204" pitchFamily="34" charset="0"/>
              </a:rPr>
              <a:t>nCF</a:t>
            </a:r>
            <a:r>
              <a:rPr lang="en-US" sz="2000" b="1">
                <a:solidFill>
                  <a:srgbClr val="1F497D">
                    <a:lumMod val="75000"/>
                  </a:srgbClr>
                </a:solidFill>
                <a:latin typeface="Calibri" panose="020F0502020204030204" pitchFamily="34" charset="0"/>
                <a:cs typeface="Calibri" panose="020F0502020204030204" pitchFamily="34" charset="0"/>
              </a:rPr>
              <a:t> </a:t>
            </a:r>
            <a:r>
              <a:rPr lang="it-IT" altLang="zh-CN" sz="2000" b="1" err="1">
                <a:solidFill>
                  <a:srgbClr val="1F497D">
                    <a:lumMod val="75000"/>
                  </a:srgbClr>
                </a:solidFill>
                <a:latin typeface="Calibri" panose="020F0502020204030204" pitchFamily="34" charset="0"/>
                <a:cs typeface="Calibri" panose="020F0502020204030204" pitchFamily="34" charset="0"/>
              </a:rPr>
              <a:t>Bronchiectasis</a:t>
            </a:r>
            <a:endParaRPr lang="en-US" sz="2000" b="1" err="1">
              <a:solidFill>
                <a:srgbClr val="1F497D">
                  <a:lumMod val="75000"/>
                </a:srgbClr>
              </a:solidFill>
              <a:latin typeface="Calibri" panose="020F0502020204030204" pitchFamily="34" charset="0"/>
              <a:cs typeface="Calibri" panose="020F0502020204030204" pitchFamily="34" charset="0"/>
            </a:endParaRPr>
          </a:p>
        </p:txBody>
      </p:sp>
      <p:pic>
        <p:nvPicPr>
          <p:cNvPr id="25" name="Picture 24">
            <a:extLst>
              <a:ext uri="{FF2B5EF4-FFF2-40B4-BE49-F238E27FC236}">
                <a16:creationId xmlns:a16="http://schemas.microsoft.com/office/drawing/2014/main" id="{96015082-40F2-4E7F-B624-A0490D5E031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119425" y="435795"/>
            <a:ext cx="853514" cy="420660"/>
          </a:xfrm>
          <a:prstGeom prst="rect">
            <a:avLst/>
          </a:prstGeom>
        </p:spPr>
      </p:pic>
      <p:pic>
        <p:nvPicPr>
          <p:cNvPr id="15" name="Picture 14" descr="Traffic light - Simple English Wikipedia, the free ...">
            <a:extLst>
              <a:ext uri="{FF2B5EF4-FFF2-40B4-BE49-F238E27FC236}">
                <a16:creationId xmlns:a16="http://schemas.microsoft.com/office/drawing/2014/main" id="{B55D1A11-0F8B-4F7C-8369-B2F342819A95}"/>
              </a:ext>
            </a:extLst>
          </p:cNvPr>
          <p:cNvPicPr>
            <a:picLocks noChangeAspect="1"/>
          </p:cNvPicPr>
          <p:nvPr/>
        </p:nvPicPr>
        <p:blipFill rotWithShape="1">
          <a:blip r:embed="rId28" cstate="print">
            <a:extLst>
              <a:ext uri="{28A0092B-C50C-407E-A947-70E740481C1C}">
                <a14:useLocalDpi xmlns:a14="http://schemas.microsoft.com/office/drawing/2010/main"/>
              </a:ext>
            </a:extLst>
          </a:blip>
          <a:srcRect/>
          <a:stretch/>
        </p:blipFill>
        <p:spPr>
          <a:xfrm rot="16200000" flipV="1">
            <a:off x="8221735" y="-343384"/>
            <a:ext cx="523878" cy="1294885"/>
          </a:xfrm>
          <a:prstGeom prst="rect">
            <a:avLst/>
          </a:prstGeom>
        </p:spPr>
      </p:pic>
      <p:grpSp>
        <p:nvGrpSpPr>
          <p:cNvPr id="16" name="Group 15">
            <a:extLst>
              <a:ext uri="{FF2B5EF4-FFF2-40B4-BE49-F238E27FC236}">
                <a16:creationId xmlns:a16="http://schemas.microsoft.com/office/drawing/2014/main" id="{D5E57F42-5769-4C25-BD97-B26E532D9DE8}"/>
              </a:ext>
            </a:extLst>
          </p:cNvPr>
          <p:cNvGrpSpPr/>
          <p:nvPr/>
        </p:nvGrpSpPr>
        <p:grpSpPr>
          <a:xfrm>
            <a:off x="1934646" y="1251120"/>
            <a:ext cx="546747" cy="3836413"/>
            <a:chOff x="-102706" y="1092750"/>
            <a:chExt cx="546747" cy="3836414"/>
          </a:xfrm>
        </p:grpSpPr>
        <p:cxnSp>
          <p:nvCxnSpPr>
            <p:cNvPr id="17" name="Straight Connector 16">
              <a:extLst>
                <a:ext uri="{FF2B5EF4-FFF2-40B4-BE49-F238E27FC236}">
                  <a16:creationId xmlns:a16="http://schemas.microsoft.com/office/drawing/2014/main" id="{BFEE60D8-7883-4D46-A35C-5CBBEAE97EDB}"/>
                </a:ext>
              </a:extLst>
            </p:cNvPr>
            <p:cNvCxnSpPr>
              <a:cxnSpLocks/>
            </p:cNvCxnSpPr>
            <p:nvPr/>
          </p:nvCxnSpPr>
          <p:spPr bwMode="auto">
            <a:xfrm flipV="1">
              <a:off x="247881" y="1154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8" name="OTLSHAPE_T_e17f3958430f4cff8650518c93c7635e_StartDate">
              <a:extLst>
                <a:ext uri="{FF2B5EF4-FFF2-40B4-BE49-F238E27FC236}">
                  <a16:creationId xmlns:a16="http://schemas.microsoft.com/office/drawing/2014/main" id="{A92F0C06-965A-4E63-867B-1BE39598B0BF}"/>
                </a:ext>
              </a:extLst>
            </p:cNvPr>
            <p:cNvSpPr txBox="1"/>
            <p:nvPr>
              <p:custDataLst>
                <p:tags r:id="rId22"/>
              </p:custDataLst>
            </p:nvPr>
          </p:nvSpPr>
          <p:spPr>
            <a:xfrm>
              <a:off x="-102706" y="1092750"/>
              <a:ext cx="546747" cy="12311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19" name="Picture 18">
            <a:extLst>
              <a:ext uri="{FF2B5EF4-FFF2-40B4-BE49-F238E27FC236}">
                <a16:creationId xmlns:a16="http://schemas.microsoft.com/office/drawing/2014/main" id="{982425EF-6447-4F39-A7C2-C31B1312D26E}"/>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19425" y="4085804"/>
            <a:ext cx="853514" cy="420660"/>
          </a:xfrm>
          <a:prstGeom prst="rect">
            <a:avLst/>
          </a:prstGeom>
        </p:spPr>
      </p:pic>
      <p:sp>
        <p:nvSpPr>
          <p:cNvPr id="20" name="OTLSHAPE_T_5a934a26f311425e8ebaa0f45e6533ad_Shape">
            <a:extLst>
              <a:ext uri="{FF2B5EF4-FFF2-40B4-BE49-F238E27FC236}">
                <a16:creationId xmlns:a16="http://schemas.microsoft.com/office/drawing/2014/main" id="{1B34B743-0B5C-47AD-BF0A-73EF91168865}"/>
              </a:ext>
            </a:extLst>
          </p:cNvPr>
          <p:cNvSpPr/>
          <p:nvPr/>
        </p:nvSpPr>
        <p:spPr bwMode="auto">
          <a:xfrm>
            <a:off x="3875730" y="3201073"/>
            <a:ext cx="3025174" cy="227996"/>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700" b="1" err="1">
                <a:solidFill>
                  <a:srgbClr val="000000"/>
                </a:solidFill>
                <a:latin typeface="Calibri" panose="020F0502020204030204" pitchFamily="34" charset="0"/>
                <a:cs typeface="Calibri" panose="020F0502020204030204" pitchFamily="34" charset="0"/>
              </a:rPr>
              <a:t>PhIII</a:t>
            </a:r>
            <a:endParaRPr lang="en-US" altLang="zh-CN" sz="700" b="1">
              <a:solidFill>
                <a:srgbClr val="000000"/>
              </a:solidFill>
              <a:latin typeface="Calibri" panose="020F0502020204030204" pitchFamily="34" charset="0"/>
              <a:cs typeface="Calibri" panose="020F0502020204030204" pitchFamily="34" charset="0"/>
            </a:endParaRPr>
          </a:p>
        </p:txBody>
      </p:sp>
      <p:pic>
        <p:nvPicPr>
          <p:cNvPr id="21" name="Graphic 20" descr="Flag with solid fill">
            <a:extLst>
              <a:ext uri="{FF2B5EF4-FFF2-40B4-BE49-F238E27FC236}">
                <a16:creationId xmlns:a16="http://schemas.microsoft.com/office/drawing/2014/main" id="{499031A3-ACB3-41C0-BBCB-48B99B68F86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002519" y="2278591"/>
            <a:ext cx="145920" cy="145920"/>
          </a:xfrm>
          <a:prstGeom prst="rect">
            <a:avLst/>
          </a:prstGeom>
        </p:spPr>
      </p:pic>
      <p:sp>
        <p:nvSpPr>
          <p:cNvPr id="22" name="OTLSHAPE_T_e17f3958430f4cff8650518c93c7635e_StartDate">
            <a:extLst>
              <a:ext uri="{FF2B5EF4-FFF2-40B4-BE49-F238E27FC236}">
                <a16:creationId xmlns:a16="http://schemas.microsoft.com/office/drawing/2014/main" id="{750767E5-894A-4C1B-AA0D-8DA7EFF6BE74}"/>
              </a:ext>
            </a:extLst>
          </p:cNvPr>
          <p:cNvSpPr txBox="1"/>
          <p:nvPr>
            <p:custDataLst>
              <p:tags r:id="rId2"/>
            </p:custDataLst>
          </p:nvPr>
        </p:nvSpPr>
        <p:spPr>
          <a:xfrm>
            <a:off x="7768494" y="2449311"/>
            <a:ext cx="790680"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US approval</a:t>
            </a:r>
            <a:endParaRPr lang="en-US" altLang="zh-CN" sz="700" b="1">
              <a:solidFill>
                <a:srgbClr val="FFFFFF">
                  <a:lumMod val="65000"/>
                </a:srgbClr>
              </a:solidFill>
              <a:latin typeface="Calibri" panose="020F0502020204030204" pitchFamily="34" charset="0"/>
              <a:ea typeface="宋体" panose="02010600030101010101" pitchFamily="2" charset="-122"/>
            </a:endParaRPr>
          </a:p>
          <a:p>
            <a:pPr algn="ctr" defTabSz="914265">
              <a:defRPr/>
            </a:pPr>
            <a:r>
              <a:rPr lang="en-US" altLang="zh-CN" sz="700" b="1">
                <a:solidFill>
                  <a:srgbClr val="44546A"/>
                </a:solidFill>
                <a:latin typeface="Calibri" panose="020F0502020204030204" pitchFamily="34" charset="0"/>
                <a:ea typeface="宋体" panose="02010600030101010101" pitchFamily="2" charset="-122"/>
              </a:rPr>
              <a:t>Mar 2029</a:t>
            </a:r>
          </a:p>
        </p:txBody>
      </p:sp>
      <p:sp>
        <p:nvSpPr>
          <p:cNvPr id="26" name="OTLSHAPE_T_e17f3958430f4cff8650518c93c7635e_StartDate">
            <a:extLst>
              <a:ext uri="{FF2B5EF4-FFF2-40B4-BE49-F238E27FC236}">
                <a16:creationId xmlns:a16="http://schemas.microsoft.com/office/drawing/2014/main" id="{201EC43A-1BEB-4248-9832-8C5C1F052056}"/>
              </a:ext>
            </a:extLst>
          </p:cNvPr>
          <p:cNvSpPr txBox="1"/>
          <p:nvPr>
            <p:custDataLst>
              <p:tags r:id="rId3"/>
            </p:custDataLst>
          </p:nvPr>
        </p:nvSpPr>
        <p:spPr>
          <a:xfrm>
            <a:off x="631334" y="1660386"/>
            <a:ext cx="395027" cy="107722"/>
          </a:xfrm>
          <a:prstGeom prst="rect">
            <a:avLst/>
          </a:prstGeom>
          <a:noFill/>
        </p:spPr>
        <p:txBody>
          <a:bodyPr vert="horz" wrap="square" lIns="0" tIns="0" rIns="0" bIns="0" rtlCol="0" anchor="ctr" anchorCtr="0">
            <a:spAutoFit/>
          </a:bodyPr>
          <a:lstStyle/>
          <a:p>
            <a:pPr algn="ctr" defTabSz="685699">
              <a:defRPr/>
            </a:pPr>
            <a:r>
              <a:rPr lang="en-US" altLang="zh-CN" sz="700" b="1" err="1">
                <a:solidFill>
                  <a:srgbClr val="44546A"/>
                </a:solidFill>
                <a:latin typeface="Calibri" panose="020F0502020204030204" pitchFamily="34" charset="0"/>
                <a:ea typeface="宋体" panose="02010600030101010101" pitchFamily="2" charset="-122"/>
              </a:rPr>
              <a:t>PoCP</a:t>
            </a:r>
            <a:endParaRPr lang="en-US" altLang="zh-CN" sz="700" b="1">
              <a:solidFill>
                <a:srgbClr val="44546A"/>
              </a:solidFill>
              <a:latin typeface="Calibri" panose="020F0502020204030204" pitchFamily="34" charset="0"/>
              <a:ea typeface="宋体" panose="02010600030101010101" pitchFamily="2" charset="-122"/>
            </a:endParaRPr>
          </a:p>
        </p:txBody>
      </p:sp>
      <p:sp>
        <p:nvSpPr>
          <p:cNvPr id="30" name="OTLSHAPE_T_e17f3958430f4cff8650518c93c7635e_StartDate">
            <a:extLst>
              <a:ext uri="{FF2B5EF4-FFF2-40B4-BE49-F238E27FC236}">
                <a16:creationId xmlns:a16="http://schemas.microsoft.com/office/drawing/2014/main" id="{7E788036-8097-4B6C-80C0-AA8F34A46A94}"/>
              </a:ext>
            </a:extLst>
          </p:cNvPr>
          <p:cNvSpPr txBox="1"/>
          <p:nvPr>
            <p:custDataLst>
              <p:tags r:id="rId4"/>
            </p:custDataLst>
          </p:nvPr>
        </p:nvSpPr>
        <p:spPr>
          <a:xfrm>
            <a:off x="2316345" y="1599507"/>
            <a:ext cx="378294" cy="107722"/>
          </a:xfrm>
          <a:prstGeom prst="rect">
            <a:avLst/>
          </a:prstGeom>
          <a:noFill/>
        </p:spPr>
        <p:txBody>
          <a:bodyPr vert="horz" wrap="square" lIns="0" tIns="0" rIns="0" bIns="0" rtlCol="0" anchor="ctr" anchorCtr="0">
            <a:spAutoFit/>
          </a:bodyPr>
          <a:lstStyle/>
          <a:p>
            <a:pPr algn="ctr" defTabSz="685699">
              <a:defRPr/>
            </a:pPr>
            <a:r>
              <a:rPr lang="en-US" altLang="zh-CN" sz="700" b="1" err="1">
                <a:solidFill>
                  <a:srgbClr val="44546A"/>
                </a:solidFill>
                <a:latin typeface="Calibri" panose="020F0502020204030204" pitchFamily="34" charset="0"/>
                <a:ea typeface="宋体" panose="02010600030101010101" pitchFamily="2" charset="-122"/>
              </a:rPr>
              <a:t>PoCC</a:t>
            </a:r>
            <a:r>
              <a:rPr lang="en-US" altLang="zh-CN" sz="700" b="1">
                <a:solidFill>
                  <a:srgbClr val="44546A"/>
                </a:solidFill>
                <a:latin typeface="Calibri" panose="020F0502020204030204" pitchFamily="34" charset="0"/>
                <a:ea typeface="宋体" panose="02010600030101010101" pitchFamily="2" charset="-122"/>
              </a:rPr>
              <a:t> </a:t>
            </a:r>
          </a:p>
        </p:txBody>
      </p:sp>
      <p:sp>
        <p:nvSpPr>
          <p:cNvPr id="31" name="5-Point Star 5">
            <a:extLst>
              <a:ext uri="{FF2B5EF4-FFF2-40B4-BE49-F238E27FC236}">
                <a16:creationId xmlns:a16="http://schemas.microsoft.com/office/drawing/2014/main" id="{2CA83203-4924-4782-A837-F2FD9A66DA3C}"/>
              </a:ext>
            </a:extLst>
          </p:cNvPr>
          <p:cNvSpPr/>
          <p:nvPr/>
        </p:nvSpPr>
        <p:spPr>
          <a:xfrm>
            <a:off x="2470803" y="1468701"/>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a:solidFill>
                <a:srgbClr val="000000"/>
              </a:solidFill>
              <a:latin typeface="BISansOpti"/>
            </a:endParaRPr>
          </a:p>
        </p:txBody>
      </p:sp>
      <p:sp>
        <p:nvSpPr>
          <p:cNvPr id="4" name="TextBox 3">
            <a:extLst>
              <a:ext uri="{FF2B5EF4-FFF2-40B4-BE49-F238E27FC236}">
                <a16:creationId xmlns:a16="http://schemas.microsoft.com/office/drawing/2014/main" id="{DCD16EBE-1F1B-470C-B4A9-EDD6259AB2A7}"/>
              </a:ext>
            </a:extLst>
          </p:cNvPr>
          <p:cNvSpPr txBox="1"/>
          <p:nvPr/>
        </p:nvSpPr>
        <p:spPr>
          <a:xfrm>
            <a:off x="-16311" y="4820425"/>
            <a:ext cx="4909664" cy="461665"/>
          </a:xfrm>
          <a:prstGeom prst="rect">
            <a:avLst/>
          </a:prstGeom>
          <a:noFill/>
        </p:spPr>
        <p:txBody>
          <a:bodyPr wrap="square" lIns="0" tIns="0" rIns="0" bIns="0" rtlCol="0">
            <a:spAutoFit/>
          </a:bodyPr>
          <a:lstStyle/>
          <a:p>
            <a:pPr defTabSz="914288">
              <a:defRPr/>
            </a:pPr>
            <a:r>
              <a:rPr lang="en-US" altLang="zh-CN" sz="600">
                <a:solidFill>
                  <a:srgbClr val="000000"/>
                </a:solidFill>
                <a:latin typeface="BISansCond"/>
              </a:rPr>
              <a:t>BTD: Breakthrough designation</a:t>
            </a:r>
          </a:p>
          <a:p>
            <a:pPr defTabSz="914288">
              <a:defRPr/>
            </a:pPr>
            <a:r>
              <a:rPr lang="en-US" altLang="zh-CN" sz="600">
                <a:solidFill>
                  <a:srgbClr val="000000"/>
                </a:solidFill>
                <a:latin typeface="BISansCond"/>
              </a:rPr>
              <a:t>PIP: Pediatric investigation plan, EoP2: End of Phase 2</a:t>
            </a:r>
          </a:p>
          <a:p>
            <a:pPr defTabSz="914288">
              <a:defRPr/>
            </a:pPr>
            <a:r>
              <a:rPr lang="en-US" altLang="zh-CN" sz="600">
                <a:solidFill>
                  <a:srgbClr val="000000"/>
                </a:solidFill>
                <a:latin typeface="BISansCond"/>
              </a:rPr>
              <a:t>*</a:t>
            </a:r>
            <a:r>
              <a:rPr lang="en-US" altLang="zh-CN" sz="600" b="1">
                <a:solidFill>
                  <a:srgbClr val="44546A"/>
                </a:solidFill>
                <a:latin typeface="Calibri" panose="020F0502020204030204" pitchFamily="34" charset="0"/>
                <a:ea typeface="宋体" panose="02010600030101010101" pitchFamily="2" charset="-122"/>
              </a:rPr>
              <a:t>Based on “model based digital” </a:t>
            </a:r>
            <a:r>
              <a:rPr lang="en-US" altLang="zh-CN" sz="600" b="1" err="1">
                <a:solidFill>
                  <a:srgbClr val="44546A"/>
                </a:solidFill>
                <a:latin typeface="Calibri" panose="020F0502020204030204" pitchFamily="34" charset="0"/>
                <a:ea typeface="宋体" panose="02010600030101010101" pitchFamily="2" charset="-122"/>
              </a:rPr>
              <a:t>PoCP</a:t>
            </a:r>
            <a:endParaRPr lang="en-US" altLang="zh-CN" sz="600" b="1">
              <a:solidFill>
                <a:srgbClr val="44546A"/>
              </a:solidFill>
              <a:latin typeface="Calibri" panose="020F0502020204030204" pitchFamily="34" charset="0"/>
              <a:ea typeface="宋体" panose="02010600030101010101" pitchFamily="2" charset="-122"/>
            </a:endParaRPr>
          </a:p>
          <a:p>
            <a:pPr defTabSz="914288">
              <a:defRPr/>
            </a:pPr>
            <a:endParaRPr lang="en-US" altLang="zh-CN" sz="600">
              <a:solidFill>
                <a:srgbClr val="000000"/>
              </a:solidFill>
              <a:latin typeface="BISansCond"/>
            </a:endParaRPr>
          </a:p>
          <a:p>
            <a:pPr defTabSz="914288">
              <a:defRPr/>
            </a:pPr>
            <a:endParaRPr lang="zh-CN" altLang="en-US" sz="600">
              <a:solidFill>
                <a:srgbClr val="000000"/>
              </a:solidFill>
              <a:latin typeface="BISansCond"/>
            </a:endParaRPr>
          </a:p>
        </p:txBody>
      </p:sp>
      <p:sp>
        <p:nvSpPr>
          <p:cNvPr id="32" name="5-Point Star 5">
            <a:extLst>
              <a:ext uri="{FF2B5EF4-FFF2-40B4-BE49-F238E27FC236}">
                <a16:creationId xmlns:a16="http://schemas.microsoft.com/office/drawing/2014/main" id="{E352720D-9D76-42F6-8727-5AD3CE8CF40C}"/>
              </a:ext>
            </a:extLst>
          </p:cNvPr>
          <p:cNvSpPr/>
          <p:nvPr/>
        </p:nvSpPr>
        <p:spPr>
          <a:xfrm>
            <a:off x="7464353" y="2305323"/>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33" name="OTLSHAPE_T_e17f3958430f4cff8650518c93c7635e_StartDate">
            <a:extLst>
              <a:ext uri="{FF2B5EF4-FFF2-40B4-BE49-F238E27FC236}">
                <a16:creationId xmlns:a16="http://schemas.microsoft.com/office/drawing/2014/main" id="{08B5C2DE-ECC0-4403-8751-A45C79F6E628}"/>
              </a:ext>
            </a:extLst>
          </p:cNvPr>
          <p:cNvSpPr txBox="1"/>
          <p:nvPr>
            <p:custDataLst>
              <p:tags r:id="rId5"/>
            </p:custDataLst>
          </p:nvPr>
        </p:nvSpPr>
        <p:spPr>
          <a:xfrm>
            <a:off x="7038687" y="2448228"/>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US NDA</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Jul 2028 </a:t>
            </a:r>
          </a:p>
        </p:txBody>
      </p:sp>
      <p:sp>
        <p:nvSpPr>
          <p:cNvPr id="35" name="TextBox 34">
            <a:extLst>
              <a:ext uri="{FF2B5EF4-FFF2-40B4-BE49-F238E27FC236}">
                <a16:creationId xmlns:a16="http://schemas.microsoft.com/office/drawing/2014/main" id="{78789300-42C8-431D-8C83-B8F59219FEFF}"/>
              </a:ext>
            </a:extLst>
          </p:cNvPr>
          <p:cNvSpPr txBox="1"/>
          <p:nvPr/>
        </p:nvSpPr>
        <p:spPr>
          <a:xfrm>
            <a:off x="1635396" y="1855785"/>
            <a:ext cx="486031"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Nov 2023</a:t>
            </a:r>
            <a:endParaRPr lang="zh-CN" altLang="en-US" sz="600" b="1"/>
          </a:p>
        </p:txBody>
      </p:sp>
      <p:sp>
        <p:nvSpPr>
          <p:cNvPr id="36" name="TextBox 35">
            <a:extLst>
              <a:ext uri="{FF2B5EF4-FFF2-40B4-BE49-F238E27FC236}">
                <a16:creationId xmlns:a16="http://schemas.microsoft.com/office/drawing/2014/main" id="{E9D445C7-ACED-4E5D-8DED-28C7F017BD47}"/>
              </a:ext>
            </a:extLst>
          </p:cNvPr>
          <p:cNvSpPr txBox="1"/>
          <p:nvPr/>
        </p:nvSpPr>
        <p:spPr>
          <a:xfrm>
            <a:off x="2836000" y="1855785"/>
            <a:ext cx="447558"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Q4 2024</a:t>
            </a:r>
            <a:endParaRPr lang="zh-CN" altLang="en-US" sz="600" b="1"/>
          </a:p>
        </p:txBody>
      </p:sp>
      <p:sp>
        <p:nvSpPr>
          <p:cNvPr id="37" name="TextBox 36">
            <a:extLst>
              <a:ext uri="{FF2B5EF4-FFF2-40B4-BE49-F238E27FC236}">
                <a16:creationId xmlns:a16="http://schemas.microsoft.com/office/drawing/2014/main" id="{6027707A-41A1-48BB-BD7C-77CAD9226311}"/>
              </a:ext>
            </a:extLst>
          </p:cNvPr>
          <p:cNvSpPr txBox="1"/>
          <p:nvPr/>
        </p:nvSpPr>
        <p:spPr>
          <a:xfrm>
            <a:off x="3502168" y="2144225"/>
            <a:ext cx="300083"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Apr</a:t>
            </a:r>
            <a:endParaRPr lang="zh-CN" altLang="en-US" sz="600" b="1"/>
          </a:p>
        </p:txBody>
      </p:sp>
      <p:sp>
        <p:nvSpPr>
          <p:cNvPr id="38" name="TextBox 37">
            <a:extLst>
              <a:ext uri="{FF2B5EF4-FFF2-40B4-BE49-F238E27FC236}">
                <a16:creationId xmlns:a16="http://schemas.microsoft.com/office/drawing/2014/main" id="{A8AE5374-9E21-432B-BAA3-4171229CA93D}"/>
              </a:ext>
            </a:extLst>
          </p:cNvPr>
          <p:cNvSpPr txBox="1"/>
          <p:nvPr/>
        </p:nvSpPr>
        <p:spPr>
          <a:xfrm>
            <a:off x="6816567" y="2230070"/>
            <a:ext cx="489238" cy="276999"/>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Feb  2028</a:t>
            </a:r>
          </a:p>
          <a:p>
            <a:pPr defTabSz="914243">
              <a:defRPr/>
            </a:pPr>
            <a:r>
              <a:rPr lang="en-US" altLang="zh-CN" sz="600" b="1"/>
              <a:t>LSC</a:t>
            </a:r>
            <a:endParaRPr lang="zh-CN" altLang="en-US" sz="600" b="1"/>
          </a:p>
        </p:txBody>
      </p:sp>
      <p:sp>
        <p:nvSpPr>
          <p:cNvPr id="3" name="5-Point Star 5">
            <a:extLst>
              <a:ext uri="{FF2B5EF4-FFF2-40B4-BE49-F238E27FC236}">
                <a16:creationId xmlns:a16="http://schemas.microsoft.com/office/drawing/2014/main" id="{BFC1B0DD-D924-5F1D-DF25-D0431E810BB4}"/>
              </a:ext>
            </a:extLst>
          </p:cNvPr>
          <p:cNvSpPr/>
          <p:nvPr/>
        </p:nvSpPr>
        <p:spPr>
          <a:xfrm>
            <a:off x="770781" y="1584445"/>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5" name="TextBox 4">
            <a:extLst>
              <a:ext uri="{FF2B5EF4-FFF2-40B4-BE49-F238E27FC236}">
                <a16:creationId xmlns:a16="http://schemas.microsoft.com/office/drawing/2014/main" id="{7FF084ED-57C0-D29D-E0AB-A2557C2F5DC6}"/>
              </a:ext>
            </a:extLst>
          </p:cNvPr>
          <p:cNvSpPr txBox="1"/>
          <p:nvPr/>
        </p:nvSpPr>
        <p:spPr>
          <a:xfrm>
            <a:off x="-90697" y="1371181"/>
            <a:ext cx="481222"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Aug 2022</a:t>
            </a:r>
            <a:endParaRPr lang="zh-CN" altLang="en-US" sz="600" b="1"/>
          </a:p>
        </p:txBody>
      </p:sp>
      <p:sp>
        <p:nvSpPr>
          <p:cNvPr id="7" name="OTLSHAPE_T_e17f3958430f4cff8650518c93c7635e_StartDate">
            <a:extLst>
              <a:ext uri="{FF2B5EF4-FFF2-40B4-BE49-F238E27FC236}">
                <a16:creationId xmlns:a16="http://schemas.microsoft.com/office/drawing/2014/main" id="{B8CCD3E0-C3FE-F036-0DB6-FFECF432B0FA}"/>
              </a:ext>
            </a:extLst>
          </p:cNvPr>
          <p:cNvSpPr txBox="1"/>
          <p:nvPr>
            <p:custDataLst>
              <p:tags r:id="rId6"/>
            </p:custDataLst>
          </p:nvPr>
        </p:nvSpPr>
        <p:spPr>
          <a:xfrm>
            <a:off x="2272898" y="1309013"/>
            <a:ext cx="465192"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Jun 2024</a:t>
            </a:r>
          </a:p>
        </p:txBody>
      </p:sp>
      <p:sp>
        <p:nvSpPr>
          <p:cNvPr id="9" name="TextBox 8">
            <a:extLst>
              <a:ext uri="{FF2B5EF4-FFF2-40B4-BE49-F238E27FC236}">
                <a16:creationId xmlns:a16="http://schemas.microsoft.com/office/drawing/2014/main" id="{FC116C5A-B5B0-787F-C7EB-BD034ECFFE4E}"/>
              </a:ext>
            </a:extLst>
          </p:cNvPr>
          <p:cNvSpPr txBox="1"/>
          <p:nvPr/>
        </p:nvSpPr>
        <p:spPr>
          <a:xfrm>
            <a:off x="26674" y="1211873"/>
            <a:ext cx="464405" cy="215444"/>
          </a:xfrm>
          <a:prstGeom prst="rect">
            <a:avLst/>
          </a:prstGeom>
          <a:noFill/>
          <a:ln>
            <a:solidFill>
              <a:schemeClr val="accent1"/>
            </a:solidFill>
          </a:ln>
        </p:spPr>
        <p:txBody>
          <a:bodyPr wrap="square" lIns="0" tIns="0" rIns="0" bIns="0" rtlCol="0">
            <a:spAutoFit/>
          </a:bodyPr>
          <a:lstStyle/>
          <a:p>
            <a:pPr algn="ctr" defTabSz="914243">
              <a:defRPr/>
            </a:pPr>
            <a:r>
              <a:rPr lang="en-US" sz="700" b="1">
                <a:solidFill>
                  <a:srgbClr val="0066CC"/>
                </a:solidFill>
                <a:latin typeface="Calibri" panose="020F0502020204030204" pitchFamily="34" charset="0"/>
                <a:cs typeface="Calibri" panose="020F0502020204030204" pitchFamily="34" charset="0"/>
              </a:rPr>
              <a:t>Ph2-</a:t>
            </a:r>
          </a:p>
          <a:p>
            <a:pPr algn="ctr" defTabSz="914243">
              <a:defRPr/>
            </a:pPr>
            <a:r>
              <a:rPr lang="en-US" sz="700" b="1">
                <a:solidFill>
                  <a:srgbClr val="0066CC"/>
                </a:solidFill>
                <a:latin typeface="Calibri" panose="020F0502020204030204" pitchFamily="34" charset="0"/>
                <a:cs typeface="Calibri" panose="020F0502020204030204" pitchFamily="34" charset="0"/>
              </a:rPr>
              <a:t>1397-0012</a:t>
            </a:r>
          </a:p>
        </p:txBody>
      </p:sp>
      <p:sp>
        <p:nvSpPr>
          <p:cNvPr id="10" name="TextBox 9">
            <a:extLst>
              <a:ext uri="{FF2B5EF4-FFF2-40B4-BE49-F238E27FC236}">
                <a16:creationId xmlns:a16="http://schemas.microsoft.com/office/drawing/2014/main" id="{AF5AD1B7-DED4-5BA6-4AD5-766D21CB11A4}"/>
              </a:ext>
            </a:extLst>
          </p:cNvPr>
          <p:cNvSpPr txBox="1"/>
          <p:nvPr/>
        </p:nvSpPr>
        <p:spPr>
          <a:xfrm>
            <a:off x="2518" y="2101560"/>
            <a:ext cx="464405" cy="24622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a:t>Ph3</a:t>
            </a:r>
          </a:p>
          <a:p>
            <a:pPr defTabSz="914243">
              <a:defRPr/>
            </a:pPr>
            <a:r>
              <a:rPr lang="en-US"/>
              <a:t>1397-0014</a:t>
            </a:r>
          </a:p>
        </p:txBody>
      </p:sp>
      <p:sp>
        <p:nvSpPr>
          <p:cNvPr id="12" name="TextBox 11">
            <a:extLst>
              <a:ext uri="{FF2B5EF4-FFF2-40B4-BE49-F238E27FC236}">
                <a16:creationId xmlns:a16="http://schemas.microsoft.com/office/drawing/2014/main" id="{76F627B6-B83E-B971-835C-E154ED0F3235}"/>
              </a:ext>
            </a:extLst>
          </p:cNvPr>
          <p:cNvSpPr txBox="1"/>
          <p:nvPr/>
        </p:nvSpPr>
        <p:spPr>
          <a:xfrm>
            <a:off x="6086" y="1796820"/>
            <a:ext cx="464405" cy="24622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243">
              <a:defRPr/>
            </a:pPr>
            <a:r>
              <a:rPr lang="en-US"/>
              <a:t>Ph2</a:t>
            </a:r>
          </a:p>
          <a:p>
            <a:pPr defTabSz="914243">
              <a:defRPr/>
            </a:pPr>
            <a:r>
              <a:rPr lang="en-US"/>
              <a:t>1397-0013</a:t>
            </a:r>
          </a:p>
        </p:txBody>
      </p:sp>
      <p:sp>
        <p:nvSpPr>
          <p:cNvPr id="8" name="OTLSHAPE_T_e17f3958430f4cff8650518c93c7635e_StartDate">
            <a:extLst>
              <a:ext uri="{FF2B5EF4-FFF2-40B4-BE49-F238E27FC236}">
                <a16:creationId xmlns:a16="http://schemas.microsoft.com/office/drawing/2014/main" id="{DDE1BC44-0E78-5D99-2314-9B4E5F6A1874}"/>
              </a:ext>
            </a:extLst>
          </p:cNvPr>
          <p:cNvSpPr txBox="1"/>
          <p:nvPr>
            <p:custDataLst>
              <p:tags r:id="rId7"/>
            </p:custDataLst>
          </p:nvPr>
        </p:nvSpPr>
        <p:spPr>
          <a:xfrm>
            <a:off x="2876908" y="1592983"/>
            <a:ext cx="486146" cy="107722"/>
          </a:xfrm>
          <a:prstGeom prst="rect">
            <a:avLst/>
          </a:prstGeom>
          <a:noFill/>
        </p:spPr>
        <p:txBody>
          <a:bodyPr vert="horz" wrap="square" lIns="0" tIns="0" rIns="0" bIns="0" rtlCol="0" anchor="ctr" anchorCtr="0">
            <a:spAutoFit/>
          </a:bodyPr>
          <a:lstStyle/>
          <a:p>
            <a:pPr algn="ctr" defTabSz="685699">
              <a:defRPr/>
            </a:pPr>
            <a:r>
              <a:rPr lang="en-US" altLang="zh-CN" sz="700" b="1" err="1">
                <a:solidFill>
                  <a:srgbClr val="44546A"/>
                </a:solidFill>
                <a:latin typeface="Calibri" panose="020F0502020204030204" pitchFamily="34" charset="0"/>
                <a:ea typeface="宋体" panose="02010600030101010101" pitchFamily="2" charset="-122"/>
              </a:rPr>
              <a:t>RoFD</a:t>
            </a:r>
            <a:r>
              <a:rPr lang="en-US" altLang="zh-CN" sz="700" b="1">
                <a:solidFill>
                  <a:srgbClr val="44546A"/>
                </a:solidFill>
                <a:latin typeface="Calibri" panose="020F0502020204030204" pitchFamily="34" charset="0"/>
                <a:ea typeface="宋体" panose="02010600030101010101" pitchFamily="2" charset="-122"/>
              </a:rPr>
              <a:t> </a:t>
            </a:r>
          </a:p>
        </p:txBody>
      </p:sp>
      <p:sp>
        <p:nvSpPr>
          <p:cNvPr id="13" name="5-Point Star 5">
            <a:extLst>
              <a:ext uri="{FF2B5EF4-FFF2-40B4-BE49-F238E27FC236}">
                <a16:creationId xmlns:a16="http://schemas.microsoft.com/office/drawing/2014/main" id="{DFC9F2B4-456C-3991-4195-53C3DC30D683}"/>
              </a:ext>
            </a:extLst>
          </p:cNvPr>
          <p:cNvSpPr/>
          <p:nvPr/>
        </p:nvSpPr>
        <p:spPr>
          <a:xfrm>
            <a:off x="3085291" y="1468701"/>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a:solidFill>
                <a:srgbClr val="000000"/>
              </a:solidFill>
              <a:latin typeface="BISansOpti"/>
            </a:endParaRPr>
          </a:p>
        </p:txBody>
      </p:sp>
      <p:sp>
        <p:nvSpPr>
          <p:cNvPr id="14" name="OTLSHAPE_T_e17f3958430f4cff8650518c93c7635e_StartDate">
            <a:extLst>
              <a:ext uri="{FF2B5EF4-FFF2-40B4-BE49-F238E27FC236}">
                <a16:creationId xmlns:a16="http://schemas.microsoft.com/office/drawing/2014/main" id="{5D7D0EE8-E4DE-77DA-F966-F8CD40BA7776}"/>
              </a:ext>
            </a:extLst>
          </p:cNvPr>
          <p:cNvSpPr txBox="1"/>
          <p:nvPr>
            <p:custDataLst>
              <p:tags r:id="rId8"/>
            </p:custDataLst>
          </p:nvPr>
        </p:nvSpPr>
        <p:spPr>
          <a:xfrm>
            <a:off x="2882575" y="1309013"/>
            <a:ext cx="474810"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Dec 2024</a:t>
            </a:r>
          </a:p>
        </p:txBody>
      </p:sp>
      <p:sp>
        <p:nvSpPr>
          <p:cNvPr id="24" name="OTLSHAPE_T_e17f3958430f4cff8650518c93c7635e_StartDate">
            <a:extLst>
              <a:ext uri="{FF2B5EF4-FFF2-40B4-BE49-F238E27FC236}">
                <a16:creationId xmlns:a16="http://schemas.microsoft.com/office/drawing/2014/main" id="{47ECCF27-56DD-8FBE-B42E-A952FB3DAC3E}"/>
              </a:ext>
            </a:extLst>
          </p:cNvPr>
          <p:cNvSpPr txBox="1"/>
          <p:nvPr>
            <p:custDataLst>
              <p:tags r:id="rId9"/>
            </p:custDataLst>
          </p:nvPr>
        </p:nvSpPr>
        <p:spPr>
          <a:xfrm>
            <a:off x="595712" y="1301725"/>
            <a:ext cx="479618" cy="184666"/>
          </a:xfrm>
          <a:prstGeom prst="rect">
            <a:avLst/>
          </a:prstGeom>
        </p:spPr>
        <p:txBody>
          <a:bodyPr wrap="none">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 Jan 2023</a:t>
            </a:r>
          </a:p>
        </p:txBody>
      </p:sp>
      <p:sp>
        <p:nvSpPr>
          <p:cNvPr id="27" name="OTLSHAPE_T_e17f3958430f4cff8650518c93c7635e_StartDate">
            <a:extLst>
              <a:ext uri="{FF2B5EF4-FFF2-40B4-BE49-F238E27FC236}">
                <a16:creationId xmlns:a16="http://schemas.microsoft.com/office/drawing/2014/main" id="{CF2CF20A-39E7-C549-DC2D-99B353F17E51}"/>
              </a:ext>
            </a:extLst>
          </p:cNvPr>
          <p:cNvSpPr txBox="1"/>
          <p:nvPr>
            <p:custDataLst>
              <p:tags r:id="rId10"/>
            </p:custDataLst>
          </p:nvPr>
        </p:nvSpPr>
        <p:spPr>
          <a:xfrm>
            <a:off x="1332102" y="1305331"/>
            <a:ext cx="473206" cy="184666"/>
          </a:xfrm>
          <a:prstGeom prst="rect">
            <a:avLst/>
          </a:prstGeom>
        </p:spPr>
        <p:txBody>
          <a:bodyPr wrap="none">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43">
              <a:defRPr/>
            </a:pPr>
            <a:r>
              <a:rPr lang="en-US" altLang="zh-CN"/>
              <a:t>Sep 2023</a:t>
            </a:r>
          </a:p>
        </p:txBody>
      </p:sp>
      <p:sp>
        <p:nvSpPr>
          <p:cNvPr id="28" name="OTLSHAPE_T_e17f3958430f4cff8650518c93c7635e_StartDate">
            <a:extLst>
              <a:ext uri="{FF2B5EF4-FFF2-40B4-BE49-F238E27FC236}">
                <a16:creationId xmlns:a16="http://schemas.microsoft.com/office/drawing/2014/main" id="{CCE4826E-406A-BEF0-C873-054C80354C42}"/>
              </a:ext>
            </a:extLst>
          </p:cNvPr>
          <p:cNvSpPr txBox="1"/>
          <p:nvPr>
            <p:custDataLst>
              <p:tags r:id="rId11"/>
            </p:custDataLst>
          </p:nvPr>
        </p:nvSpPr>
        <p:spPr>
          <a:xfrm>
            <a:off x="1427012" y="1678908"/>
            <a:ext cx="378294" cy="107722"/>
          </a:xfrm>
          <a:prstGeom prst="rect">
            <a:avLst/>
          </a:prstGeom>
          <a:noFill/>
        </p:spPr>
        <p:txBody>
          <a:bodyPr vert="horz" wrap="square" lIns="0" tIns="0" rIns="0" bIns="0" rtlCol="0" anchor="ctr" anchorCtr="0">
            <a:spAutoFit/>
          </a:bodyPr>
          <a:lstStyle/>
          <a:p>
            <a:pPr algn="ctr" defTabSz="685699">
              <a:defRPr/>
            </a:pPr>
            <a:r>
              <a:rPr lang="en-US" altLang="zh-CN" sz="700" b="1">
                <a:solidFill>
                  <a:srgbClr val="44546A"/>
                </a:solidFill>
                <a:latin typeface="Calibri" panose="020F0502020204030204" pitchFamily="34" charset="0"/>
                <a:ea typeface="宋体" panose="02010600030101010101" pitchFamily="2" charset="-122"/>
              </a:rPr>
              <a:t>LSS </a:t>
            </a:r>
          </a:p>
        </p:txBody>
      </p:sp>
      <p:sp>
        <p:nvSpPr>
          <p:cNvPr id="29" name="Isosceles Triangle 28">
            <a:extLst>
              <a:ext uri="{FF2B5EF4-FFF2-40B4-BE49-F238E27FC236}">
                <a16:creationId xmlns:a16="http://schemas.microsoft.com/office/drawing/2014/main" id="{9DE6EF0B-A0A6-DBBD-488B-FF3DE2C9445F}"/>
              </a:ext>
            </a:extLst>
          </p:cNvPr>
          <p:cNvSpPr/>
          <p:nvPr/>
        </p:nvSpPr>
        <p:spPr>
          <a:xfrm>
            <a:off x="1578431" y="1601389"/>
            <a:ext cx="45719" cy="4571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zh-CN" altLang="en-US" sz="1400" err="1">
              <a:solidFill>
                <a:srgbClr val="000000"/>
              </a:solidFill>
              <a:latin typeface="BISansCond"/>
            </a:endParaRPr>
          </a:p>
        </p:txBody>
      </p:sp>
      <p:sp>
        <p:nvSpPr>
          <p:cNvPr id="45" name="OTLSHAPE_T_e17f3958430f4cff8650518c93c7635e_StartDate">
            <a:extLst>
              <a:ext uri="{FF2B5EF4-FFF2-40B4-BE49-F238E27FC236}">
                <a16:creationId xmlns:a16="http://schemas.microsoft.com/office/drawing/2014/main" id="{0FCB7B87-A30B-DA31-FC8D-A90B2418BE11}"/>
              </a:ext>
            </a:extLst>
          </p:cNvPr>
          <p:cNvSpPr txBox="1"/>
          <p:nvPr>
            <p:custDataLst>
              <p:tags r:id="rId12"/>
            </p:custDataLst>
          </p:nvPr>
        </p:nvSpPr>
        <p:spPr>
          <a:xfrm>
            <a:off x="2664742" y="3320528"/>
            <a:ext cx="486146" cy="230832"/>
          </a:xfrm>
          <a:prstGeom prst="rect">
            <a:avLst/>
          </a:prstGeom>
          <a:noFill/>
        </p:spPr>
        <p:txBody>
          <a:bodyPr vert="horz" wrap="square" lIns="0" tIns="0" rIns="0" bIns="0" rtlCol="0" anchor="ctr" anchorCtr="0">
            <a:spAutoFit/>
          </a:bodyPr>
          <a:lstStyle/>
          <a:p>
            <a:pPr algn="ctr" defTabSz="685699">
              <a:defRPr/>
            </a:pPr>
            <a:r>
              <a:rPr lang="en-US" altLang="zh-CN" sz="500">
                <a:solidFill>
                  <a:srgbClr val="44546A"/>
                </a:solidFill>
                <a:latin typeface="Calibri" panose="020F0502020204030204" pitchFamily="34" charset="0"/>
                <a:ea typeface="宋体" panose="02010600030101010101" pitchFamily="2" charset="-122"/>
              </a:rPr>
              <a:t> EoP2 meeting request submission</a:t>
            </a:r>
          </a:p>
        </p:txBody>
      </p:sp>
      <p:sp>
        <p:nvSpPr>
          <p:cNvPr id="46" name="5-Point Star 5">
            <a:extLst>
              <a:ext uri="{FF2B5EF4-FFF2-40B4-BE49-F238E27FC236}">
                <a16:creationId xmlns:a16="http://schemas.microsoft.com/office/drawing/2014/main" id="{53CC54CB-E837-4635-5E24-F765E06BD1BE}"/>
              </a:ext>
            </a:extLst>
          </p:cNvPr>
          <p:cNvSpPr/>
          <p:nvPr/>
        </p:nvSpPr>
        <p:spPr>
          <a:xfrm>
            <a:off x="2855389" y="3195903"/>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a:solidFill>
                <a:srgbClr val="000000"/>
              </a:solidFill>
              <a:latin typeface="BISansOpti"/>
            </a:endParaRPr>
          </a:p>
        </p:txBody>
      </p:sp>
      <p:sp>
        <p:nvSpPr>
          <p:cNvPr id="47" name="OTLSHAPE_T_e17f3958430f4cff8650518c93c7635e_StartDate">
            <a:extLst>
              <a:ext uri="{FF2B5EF4-FFF2-40B4-BE49-F238E27FC236}">
                <a16:creationId xmlns:a16="http://schemas.microsoft.com/office/drawing/2014/main" id="{7A2BC5B3-A600-57D6-334B-2F763F43F9F2}"/>
              </a:ext>
            </a:extLst>
          </p:cNvPr>
          <p:cNvSpPr txBox="1"/>
          <p:nvPr>
            <p:custDataLst>
              <p:tags r:id="rId13"/>
            </p:custDataLst>
          </p:nvPr>
        </p:nvSpPr>
        <p:spPr>
          <a:xfrm>
            <a:off x="2653477" y="3049074"/>
            <a:ext cx="473206"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Sep 2024</a:t>
            </a:r>
          </a:p>
        </p:txBody>
      </p:sp>
      <p:sp>
        <p:nvSpPr>
          <p:cNvPr id="39" name="TextBox 38">
            <a:extLst>
              <a:ext uri="{FF2B5EF4-FFF2-40B4-BE49-F238E27FC236}">
                <a16:creationId xmlns:a16="http://schemas.microsoft.com/office/drawing/2014/main" id="{3D8443B3-9E6B-09DB-6CF8-C1F69166E0A3}"/>
              </a:ext>
            </a:extLst>
          </p:cNvPr>
          <p:cNvSpPr txBox="1"/>
          <p:nvPr/>
        </p:nvSpPr>
        <p:spPr>
          <a:xfrm>
            <a:off x="3421586" y="4015150"/>
            <a:ext cx="5363340" cy="656937"/>
          </a:xfrm>
          <a:prstGeom prst="roundRect">
            <a:avLst>
              <a:gd name="adj" fmla="val 4623"/>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128588" indent="-128588" defTabSz="1219019">
              <a:spcBef>
                <a:spcPts val="400"/>
              </a:spcBef>
              <a:buFont typeface="Arial" panose="020B0604020202020204" pitchFamily="34" charset="0"/>
              <a:buChar char="•"/>
              <a:defRPr/>
            </a:pPr>
            <a:r>
              <a:rPr lang="en-US" altLang="zh-CN" sz="800">
                <a:solidFill>
                  <a:prstClr val="black"/>
                </a:solidFill>
                <a:latin typeface="BISansCond"/>
              </a:rPr>
              <a:t>China team input to AEP, TDO and IAP ongoing. China site pre-feasibility ongoing to collect site comments on draft TDO. </a:t>
            </a:r>
          </a:p>
          <a:p>
            <a:pPr marL="128588" indent="-128588" defTabSz="1219019">
              <a:spcBef>
                <a:spcPts val="400"/>
              </a:spcBef>
              <a:buFont typeface="Arial" panose="020B0604020202020204" pitchFamily="34" charset="0"/>
              <a:buChar char="•"/>
              <a:defRPr/>
            </a:pPr>
            <a:r>
              <a:rPr lang="en-US" altLang="zh-CN" sz="800">
                <a:solidFill>
                  <a:prstClr val="black"/>
                </a:solidFill>
                <a:latin typeface="BISansCond"/>
              </a:rPr>
              <a:t>China nominees for global site advisory board</a:t>
            </a:r>
          </a:p>
          <a:p>
            <a:pPr marL="547977" lvl="1" indent="-90801" defTabSz="1219019">
              <a:spcBef>
                <a:spcPts val="400"/>
              </a:spcBef>
              <a:buFont typeface="Arial" panose="020B0604020202020204" pitchFamily="34" charset="0"/>
              <a:buChar char="•"/>
              <a:defRPr/>
            </a:pPr>
            <a:r>
              <a:rPr lang="en-US" altLang="zh-CN" sz="788">
                <a:solidFill>
                  <a:prstClr val="black"/>
                </a:solidFill>
                <a:latin typeface="BISansCond"/>
              </a:rPr>
              <a:t>Yu Li, </a:t>
            </a:r>
            <a:r>
              <a:rPr lang="en-US" altLang="zh-CN" sz="788" err="1">
                <a:solidFill>
                  <a:prstClr val="black"/>
                </a:solidFill>
                <a:latin typeface="BISansCond"/>
              </a:rPr>
              <a:t>Shengjing</a:t>
            </a:r>
            <a:r>
              <a:rPr lang="en-US" altLang="zh-CN" sz="788">
                <a:solidFill>
                  <a:prstClr val="black"/>
                </a:solidFill>
                <a:latin typeface="BISansCond"/>
              </a:rPr>
              <a:t> hospital of China Medical University, has been confirmed and under contracting. </a:t>
            </a:r>
          </a:p>
          <a:p>
            <a:pPr marL="91430" indent="-91430" defTabSz="1219019">
              <a:spcBef>
                <a:spcPts val="400"/>
              </a:spcBef>
              <a:buFont typeface="Arial" panose="020B0604020202020204" pitchFamily="34" charset="0"/>
              <a:buChar char="•"/>
              <a:defRPr/>
            </a:pPr>
            <a:r>
              <a:rPr lang="en-US" altLang="zh-CN" sz="800">
                <a:solidFill>
                  <a:prstClr val="black"/>
                </a:solidFill>
                <a:latin typeface="BISansCond"/>
              </a:rPr>
              <a:t>China local patient AB meeting was successfully held on 19</a:t>
            </a:r>
            <a:r>
              <a:rPr lang="en-US" altLang="zh-CN" sz="800" baseline="30000">
                <a:solidFill>
                  <a:prstClr val="black"/>
                </a:solidFill>
                <a:latin typeface="BISansCond"/>
              </a:rPr>
              <a:t>th</a:t>
            </a:r>
            <a:r>
              <a:rPr lang="en-US" altLang="zh-CN" sz="800">
                <a:solidFill>
                  <a:prstClr val="black"/>
                </a:solidFill>
                <a:latin typeface="BISansCond"/>
              </a:rPr>
              <a:t> Apr 2024, as the 1</a:t>
            </a:r>
            <a:r>
              <a:rPr lang="en-US" altLang="zh-CN" sz="800" baseline="30000">
                <a:solidFill>
                  <a:prstClr val="black"/>
                </a:solidFill>
                <a:latin typeface="BISansCond"/>
              </a:rPr>
              <a:t>st</a:t>
            </a:r>
            <a:r>
              <a:rPr lang="en-US" altLang="zh-CN" sz="800">
                <a:solidFill>
                  <a:prstClr val="black"/>
                </a:solidFill>
                <a:latin typeface="BISansCond"/>
              </a:rPr>
              <a:t> local patient AB meeting for clinical trial in China.</a:t>
            </a:r>
          </a:p>
        </p:txBody>
      </p:sp>
      <p:sp>
        <p:nvSpPr>
          <p:cNvPr id="40" name="OTLSHAPE_T_e17f3958430f4cff8650518c93c7635e_StartDate">
            <a:extLst>
              <a:ext uri="{FF2B5EF4-FFF2-40B4-BE49-F238E27FC236}">
                <a16:creationId xmlns:a16="http://schemas.microsoft.com/office/drawing/2014/main" id="{E3965EB2-DF68-6F72-069D-BAF1D658E0A5}"/>
              </a:ext>
            </a:extLst>
          </p:cNvPr>
          <p:cNvSpPr txBox="1"/>
          <p:nvPr>
            <p:custDataLst>
              <p:tags r:id="rId14"/>
            </p:custDataLst>
          </p:nvPr>
        </p:nvSpPr>
        <p:spPr>
          <a:xfrm>
            <a:off x="2978710" y="2432734"/>
            <a:ext cx="486146" cy="107722"/>
          </a:xfrm>
          <a:prstGeom prst="rect">
            <a:avLst/>
          </a:prstGeom>
          <a:noFill/>
        </p:spPr>
        <p:txBody>
          <a:bodyPr vert="horz" wrap="square" lIns="0" tIns="0" rIns="0" bIns="0" rtlCol="0" anchor="ctr" anchorCtr="0">
            <a:spAutoFit/>
          </a:bodyPr>
          <a:lstStyle/>
          <a:p>
            <a:pPr algn="ctr" defTabSz="685699">
              <a:defRPr/>
            </a:pPr>
            <a:r>
              <a:rPr lang="en-US" altLang="zh-CN" sz="700" b="1">
                <a:solidFill>
                  <a:srgbClr val="44546A"/>
                </a:solidFill>
                <a:latin typeface="Calibri" panose="020F0502020204030204" pitchFamily="34" charset="0"/>
                <a:ea typeface="宋体" panose="02010600030101010101" pitchFamily="2" charset="-122"/>
              </a:rPr>
              <a:t>CTA </a:t>
            </a:r>
          </a:p>
        </p:txBody>
      </p:sp>
      <p:sp>
        <p:nvSpPr>
          <p:cNvPr id="41" name="5-Point Star 5">
            <a:extLst>
              <a:ext uri="{FF2B5EF4-FFF2-40B4-BE49-F238E27FC236}">
                <a16:creationId xmlns:a16="http://schemas.microsoft.com/office/drawing/2014/main" id="{3596B37E-7374-7881-4B67-6B53A760DB36}"/>
              </a:ext>
            </a:extLst>
          </p:cNvPr>
          <p:cNvSpPr/>
          <p:nvPr/>
        </p:nvSpPr>
        <p:spPr>
          <a:xfrm>
            <a:off x="3193854" y="2326170"/>
            <a:ext cx="69378" cy="87018"/>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a:solidFill>
                <a:srgbClr val="000000"/>
              </a:solidFill>
              <a:latin typeface="BISansOpti"/>
            </a:endParaRPr>
          </a:p>
        </p:txBody>
      </p:sp>
      <p:sp>
        <p:nvSpPr>
          <p:cNvPr id="42" name="OTLSHAPE_T_e17f3958430f4cff8650518c93c7635e_StartDate">
            <a:extLst>
              <a:ext uri="{FF2B5EF4-FFF2-40B4-BE49-F238E27FC236}">
                <a16:creationId xmlns:a16="http://schemas.microsoft.com/office/drawing/2014/main" id="{395E2F7D-6C85-2359-B930-42097C3D0BFD}"/>
              </a:ext>
            </a:extLst>
          </p:cNvPr>
          <p:cNvSpPr txBox="1"/>
          <p:nvPr>
            <p:custDataLst>
              <p:tags r:id="rId15"/>
            </p:custDataLst>
          </p:nvPr>
        </p:nvSpPr>
        <p:spPr>
          <a:xfrm>
            <a:off x="2949216" y="2183902"/>
            <a:ext cx="465970" cy="184666"/>
          </a:xfrm>
          <a:prstGeom prst="rect">
            <a:avLst/>
          </a:prstGeom>
        </p:spPr>
        <p:txBody>
          <a:bodyPr wrap="squar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43">
              <a:defRPr/>
            </a:pPr>
            <a:r>
              <a:rPr lang="en-US" altLang="zh-CN" sz="600" b="1"/>
              <a:t>Jan 2025</a:t>
            </a:r>
          </a:p>
        </p:txBody>
      </p:sp>
      <p:sp>
        <p:nvSpPr>
          <p:cNvPr id="11" name="TextBox 10">
            <a:extLst>
              <a:ext uri="{FF2B5EF4-FFF2-40B4-BE49-F238E27FC236}">
                <a16:creationId xmlns:a16="http://schemas.microsoft.com/office/drawing/2014/main" id="{092AA1F3-E360-44B0-7988-AAC479AC8EAB}"/>
              </a:ext>
            </a:extLst>
          </p:cNvPr>
          <p:cNvSpPr txBox="1"/>
          <p:nvPr/>
        </p:nvSpPr>
        <p:spPr bwMode="gray">
          <a:xfrm>
            <a:off x="1652122" y="4765010"/>
            <a:ext cx="1029783" cy="415498"/>
          </a:xfrm>
          <a:prstGeom prst="rect">
            <a:avLst/>
          </a:prstGeom>
          <a:noFill/>
        </p:spPr>
        <p:txBody>
          <a:bodyPr wrap="square">
            <a:spAutoFit/>
          </a:bodyPr>
          <a:lstStyle/>
          <a:p>
            <a:pPr defTabSz="914333"/>
            <a:r>
              <a:rPr lang="en-US" altLang="zh-CN" sz="525">
                <a:solidFill>
                  <a:prstClr val="black"/>
                </a:solidFill>
                <a:latin typeface="Boehringer Forward Text"/>
              </a:rPr>
              <a:t>AB: Advisory board</a:t>
            </a:r>
          </a:p>
          <a:p>
            <a:pPr defTabSz="914333"/>
            <a:r>
              <a:rPr lang="en-US" altLang="zh-CN" sz="525">
                <a:solidFill>
                  <a:prstClr val="black"/>
                </a:solidFill>
                <a:latin typeface="Boehringer Forward Text"/>
              </a:rPr>
              <a:t>TDO: Trial Design Outline</a:t>
            </a:r>
          </a:p>
          <a:p>
            <a:pPr defTabSz="914333"/>
            <a:r>
              <a:rPr lang="en-US" altLang="zh-CN" sz="525">
                <a:solidFill>
                  <a:prstClr val="black"/>
                </a:solidFill>
                <a:latin typeface="Boehringer Forward Text"/>
              </a:rPr>
              <a:t>AEP: Asset evidence plan</a:t>
            </a:r>
          </a:p>
          <a:p>
            <a:pPr defTabSz="914333"/>
            <a:r>
              <a:rPr lang="en-US" altLang="zh-CN" sz="525">
                <a:solidFill>
                  <a:prstClr val="black"/>
                </a:solidFill>
                <a:latin typeface="Boehringer Forward Text"/>
              </a:rPr>
              <a:t>IAP: Integrated Asset Plan</a:t>
            </a:r>
            <a:endParaRPr lang="zh-CN" altLang="en-US" sz="525">
              <a:solidFill>
                <a:prstClr val="black"/>
              </a:solidFill>
              <a:latin typeface="Boehringer Forward Text"/>
            </a:endParaRPr>
          </a:p>
        </p:txBody>
      </p:sp>
      <p:sp>
        <p:nvSpPr>
          <p:cNvPr id="50" name="OTLSHAPE_T_e17f3958430f4cff8650518c93c7635e_Shape">
            <a:extLst>
              <a:ext uri="{FF2B5EF4-FFF2-40B4-BE49-F238E27FC236}">
                <a16:creationId xmlns:a16="http://schemas.microsoft.com/office/drawing/2014/main" id="{BF2B16F2-7240-BAEF-6B53-602748373A0B}"/>
              </a:ext>
            </a:extLst>
          </p:cNvPr>
          <p:cNvSpPr/>
          <p:nvPr>
            <p:custDataLst>
              <p:tags r:id="rId16"/>
            </p:custDataLst>
          </p:nvPr>
        </p:nvSpPr>
        <p:spPr bwMode="auto">
          <a:xfrm>
            <a:off x="3369691" y="3219058"/>
            <a:ext cx="506402" cy="19202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CTA Review + EC + HGRAC + 1</a:t>
            </a:r>
            <a:r>
              <a:rPr lang="en-US" altLang="zh-CN" sz="450" b="1" baseline="30000">
                <a:solidFill>
                  <a:srgbClr val="000000"/>
                </a:solidFill>
                <a:latin typeface="BISansCond"/>
              </a:rPr>
              <a:t>st</a:t>
            </a:r>
            <a:r>
              <a:rPr lang="en-US" altLang="zh-CN" sz="450" b="1">
                <a:solidFill>
                  <a:srgbClr val="000000"/>
                </a:solidFill>
                <a:latin typeface="BISansCond"/>
              </a:rPr>
              <a:t> SIV (6m) *</a:t>
            </a:r>
            <a:endParaRPr lang="zh-CN" altLang="en-US" sz="450" b="1">
              <a:solidFill>
                <a:srgbClr val="000000"/>
              </a:solidFill>
              <a:latin typeface="BISansCond"/>
            </a:endParaRPr>
          </a:p>
        </p:txBody>
      </p:sp>
      <p:sp>
        <p:nvSpPr>
          <p:cNvPr id="51" name="5-Point Star 5">
            <a:extLst>
              <a:ext uri="{FF2B5EF4-FFF2-40B4-BE49-F238E27FC236}">
                <a16:creationId xmlns:a16="http://schemas.microsoft.com/office/drawing/2014/main" id="{4C012DA4-D6DD-051A-D406-BC08EF9349DE}"/>
              </a:ext>
            </a:extLst>
          </p:cNvPr>
          <p:cNvSpPr/>
          <p:nvPr/>
        </p:nvSpPr>
        <p:spPr>
          <a:xfrm>
            <a:off x="3344201" y="3198768"/>
            <a:ext cx="70673" cy="8656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52" name="OTLSHAPE_T_e17f3958430f4cff8650518c93c7635e_StartDate">
            <a:extLst>
              <a:ext uri="{FF2B5EF4-FFF2-40B4-BE49-F238E27FC236}">
                <a16:creationId xmlns:a16="http://schemas.microsoft.com/office/drawing/2014/main" id="{3CB17D43-26AA-9F41-3B7A-2367D2DCF993}"/>
              </a:ext>
            </a:extLst>
          </p:cNvPr>
          <p:cNvSpPr txBox="1"/>
          <p:nvPr>
            <p:custDataLst>
              <p:tags r:id="rId17"/>
            </p:custDataLst>
          </p:nvPr>
        </p:nvSpPr>
        <p:spPr>
          <a:xfrm>
            <a:off x="3711520" y="3054298"/>
            <a:ext cx="271229"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Jul</a:t>
            </a:r>
            <a:endParaRPr lang="zh-CN" altLang="en-US" sz="600" b="1"/>
          </a:p>
        </p:txBody>
      </p:sp>
      <p:sp>
        <p:nvSpPr>
          <p:cNvPr id="53" name="OTLSHAPE_T_e17f3958430f4cff8650518c93c7635e_StartDate">
            <a:extLst>
              <a:ext uri="{FF2B5EF4-FFF2-40B4-BE49-F238E27FC236}">
                <a16:creationId xmlns:a16="http://schemas.microsoft.com/office/drawing/2014/main" id="{74DA96B1-0470-6A7C-E301-0D9AE48EC37F}"/>
              </a:ext>
            </a:extLst>
          </p:cNvPr>
          <p:cNvSpPr txBox="1"/>
          <p:nvPr>
            <p:custDataLst>
              <p:tags r:id="rId18"/>
            </p:custDataLst>
          </p:nvPr>
        </p:nvSpPr>
        <p:spPr>
          <a:xfrm>
            <a:off x="3160907" y="3061328"/>
            <a:ext cx="461986"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Jan 2025</a:t>
            </a:r>
            <a:endParaRPr lang="zh-CN" altLang="en-US" sz="600" b="1"/>
          </a:p>
        </p:txBody>
      </p:sp>
      <p:sp>
        <p:nvSpPr>
          <p:cNvPr id="54" name="Rectangle 53">
            <a:extLst>
              <a:ext uri="{FF2B5EF4-FFF2-40B4-BE49-F238E27FC236}">
                <a16:creationId xmlns:a16="http://schemas.microsoft.com/office/drawing/2014/main" id="{4049B637-E285-F59A-EEC5-BA40021020B3}"/>
              </a:ext>
            </a:extLst>
          </p:cNvPr>
          <p:cNvSpPr/>
          <p:nvPr/>
        </p:nvSpPr>
        <p:spPr>
          <a:xfrm>
            <a:off x="3669839" y="3366719"/>
            <a:ext cx="38183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rPr>
              <a:t>1</a:t>
            </a:r>
            <a:r>
              <a:rPr lang="en-US" altLang="zh-CN" sz="600" b="1" baseline="30000">
                <a:solidFill>
                  <a:srgbClr val="44546A"/>
                </a:solidFill>
                <a:latin typeface="Calibri" panose="020F0502020204030204" pitchFamily="34" charset="0"/>
              </a:rPr>
              <a:t>st</a:t>
            </a:r>
            <a:r>
              <a:rPr lang="en-US" altLang="zh-CN" sz="600" b="1">
                <a:solidFill>
                  <a:srgbClr val="44546A"/>
                </a:solidFill>
                <a:latin typeface="Calibri" panose="020F0502020204030204" pitchFamily="34" charset="0"/>
              </a:rPr>
              <a:t> SIV</a:t>
            </a:r>
            <a:endParaRPr lang="zh-CN" altLang="en-US" sz="600" b="1">
              <a:solidFill>
                <a:srgbClr val="44546A"/>
              </a:solidFill>
              <a:latin typeface="Calibri" panose="020F0502020204030204" pitchFamily="34" charset="0"/>
            </a:endParaRPr>
          </a:p>
        </p:txBody>
      </p:sp>
      <p:sp>
        <p:nvSpPr>
          <p:cNvPr id="55" name="Star: 4 Points 143">
            <a:extLst>
              <a:ext uri="{FF2B5EF4-FFF2-40B4-BE49-F238E27FC236}">
                <a16:creationId xmlns:a16="http://schemas.microsoft.com/office/drawing/2014/main" id="{04167CEC-8BF1-435C-7A18-8D79F4EBC34A}"/>
              </a:ext>
            </a:extLst>
          </p:cNvPr>
          <p:cNvSpPr/>
          <p:nvPr/>
        </p:nvSpPr>
        <p:spPr bwMode="auto">
          <a:xfrm>
            <a:off x="3808900" y="333203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56" name="OTLSHAPE_T_5a934a26f311425e8ebaa0f45e6533ad_Shape">
            <a:extLst>
              <a:ext uri="{FF2B5EF4-FFF2-40B4-BE49-F238E27FC236}">
                <a16:creationId xmlns:a16="http://schemas.microsoft.com/office/drawing/2014/main" id="{DE2D8D1D-5D4A-2125-0581-80DA94ED2DFD}"/>
              </a:ext>
            </a:extLst>
          </p:cNvPr>
          <p:cNvSpPr/>
          <p:nvPr/>
        </p:nvSpPr>
        <p:spPr bwMode="auto">
          <a:xfrm>
            <a:off x="3870870" y="3593903"/>
            <a:ext cx="559786"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r>
              <a:rPr lang="en-US" altLang="zh-CN" sz="700" b="1">
                <a:solidFill>
                  <a:srgbClr val="000000"/>
                </a:solidFill>
                <a:latin typeface="Calibri" panose="020F0502020204030204" pitchFamily="34" charset="0"/>
                <a:cs typeface="Calibri" panose="020F0502020204030204" pitchFamily="34" charset="0"/>
              </a:rPr>
              <a:t>China PK</a:t>
            </a:r>
          </a:p>
        </p:txBody>
      </p:sp>
      <p:sp>
        <p:nvSpPr>
          <p:cNvPr id="57" name="OTLSHAPE_T_e17f3958430f4cff8650518c93c7635e_Shape">
            <a:extLst>
              <a:ext uri="{FF2B5EF4-FFF2-40B4-BE49-F238E27FC236}">
                <a16:creationId xmlns:a16="http://schemas.microsoft.com/office/drawing/2014/main" id="{ECFBB495-36DF-D50B-42C5-F1F7EC1CEB61}"/>
              </a:ext>
            </a:extLst>
          </p:cNvPr>
          <p:cNvSpPr/>
          <p:nvPr>
            <p:custDataLst>
              <p:tags r:id="rId19"/>
            </p:custDataLst>
          </p:nvPr>
        </p:nvSpPr>
        <p:spPr bwMode="auto">
          <a:xfrm>
            <a:off x="3370414" y="3593903"/>
            <a:ext cx="506402" cy="19202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CTA Review + EC + HGRAC + 1</a:t>
            </a:r>
            <a:r>
              <a:rPr lang="en-US" altLang="zh-CN" sz="450" b="1" baseline="30000">
                <a:solidFill>
                  <a:srgbClr val="000000"/>
                </a:solidFill>
                <a:latin typeface="BISansCond"/>
              </a:rPr>
              <a:t>st</a:t>
            </a:r>
            <a:r>
              <a:rPr lang="en-US" altLang="zh-CN" sz="450" b="1">
                <a:solidFill>
                  <a:srgbClr val="000000"/>
                </a:solidFill>
                <a:latin typeface="BISansCond"/>
              </a:rPr>
              <a:t> SIV (6m) *</a:t>
            </a:r>
            <a:endParaRPr lang="zh-CN" altLang="en-US" sz="450" b="1">
              <a:solidFill>
                <a:srgbClr val="000000"/>
              </a:solidFill>
              <a:latin typeface="BISansCond"/>
            </a:endParaRPr>
          </a:p>
        </p:txBody>
      </p:sp>
      <p:sp>
        <p:nvSpPr>
          <p:cNvPr id="60" name="OTLSHAPE_T_e17f3958430f4cff8650518c93c7635e_StartDate">
            <a:extLst>
              <a:ext uri="{FF2B5EF4-FFF2-40B4-BE49-F238E27FC236}">
                <a16:creationId xmlns:a16="http://schemas.microsoft.com/office/drawing/2014/main" id="{00A7F3C4-62D3-F6C2-791D-6AB9D9ADE6EF}"/>
              </a:ext>
            </a:extLst>
          </p:cNvPr>
          <p:cNvSpPr txBox="1"/>
          <p:nvPr>
            <p:custDataLst>
              <p:tags r:id="rId20"/>
            </p:custDataLst>
          </p:nvPr>
        </p:nvSpPr>
        <p:spPr>
          <a:xfrm>
            <a:off x="3182243" y="3468600"/>
            <a:ext cx="461986"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Jan 2025</a:t>
            </a:r>
            <a:endParaRPr lang="zh-CN" altLang="en-US" sz="600" b="1"/>
          </a:p>
        </p:txBody>
      </p:sp>
      <p:sp>
        <p:nvSpPr>
          <p:cNvPr id="63" name="OTLSHAPE_T_e17f3958430f4cff8650518c93c7635e_StartDate">
            <a:extLst>
              <a:ext uri="{FF2B5EF4-FFF2-40B4-BE49-F238E27FC236}">
                <a16:creationId xmlns:a16="http://schemas.microsoft.com/office/drawing/2014/main" id="{1E6717D3-216D-E744-0B0C-07BCA1D72BE2}"/>
              </a:ext>
            </a:extLst>
          </p:cNvPr>
          <p:cNvSpPr txBox="1"/>
          <p:nvPr>
            <p:custDataLst>
              <p:tags r:id="rId21"/>
            </p:custDataLst>
          </p:nvPr>
        </p:nvSpPr>
        <p:spPr>
          <a:xfrm>
            <a:off x="4288245" y="3445602"/>
            <a:ext cx="303289" cy="184666"/>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defTabSz="914265">
              <a:defRPr/>
            </a:pPr>
            <a:r>
              <a:rPr lang="en-US" altLang="zh-CN" sz="600" b="1"/>
              <a:t>Dec</a:t>
            </a:r>
            <a:endParaRPr lang="zh-CN" altLang="en-US" sz="600" b="1"/>
          </a:p>
        </p:txBody>
      </p:sp>
      <p:sp>
        <p:nvSpPr>
          <p:cNvPr id="64" name="Rectangle 63">
            <a:extLst>
              <a:ext uri="{FF2B5EF4-FFF2-40B4-BE49-F238E27FC236}">
                <a16:creationId xmlns:a16="http://schemas.microsoft.com/office/drawing/2014/main" id="{84D82637-54ED-8F72-55BE-B1558E529578}"/>
              </a:ext>
            </a:extLst>
          </p:cNvPr>
          <p:cNvSpPr/>
          <p:nvPr/>
        </p:nvSpPr>
        <p:spPr>
          <a:xfrm>
            <a:off x="4284200" y="3788983"/>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rPr>
              <a:t>LSC</a:t>
            </a:r>
            <a:endParaRPr lang="zh-CN" altLang="en-US" sz="600" b="1">
              <a:solidFill>
                <a:srgbClr val="44546A"/>
              </a:solidFill>
              <a:latin typeface="Calibri" panose="020F0502020204030204" pitchFamily="34" charset="0"/>
            </a:endParaRPr>
          </a:p>
        </p:txBody>
      </p:sp>
      <p:sp>
        <p:nvSpPr>
          <p:cNvPr id="65" name="Isosceles Triangle 64">
            <a:extLst>
              <a:ext uri="{FF2B5EF4-FFF2-40B4-BE49-F238E27FC236}">
                <a16:creationId xmlns:a16="http://schemas.microsoft.com/office/drawing/2014/main" id="{0C48D4F0-23DD-FF59-7A1B-E7ECD4CE9FD4}"/>
              </a:ext>
            </a:extLst>
          </p:cNvPr>
          <p:cNvSpPr/>
          <p:nvPr/>
        </p:nvSpPr>
        <p:spPr bwMode="gray">
          <a:xfrm>
            <a:off x="4885933" y="3696226"/>
            <a:ext cx="94895" cy="100682"/>
          </a:xfrm>
          <a:prstGeom prst="triangl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40000"/>
              </a:lnSpc>
            </a:pPr>
            <a:endParaRPr lang="zh-CN" altLang="en-US" sz="1600">
              <a:solidFill>
                <a:schemeClr val="tx1"/>
              </a:solidFill>
            </a:endParaRPr>
          </a:p>
        </p:txBody>
      </p:sp>
      <p:sp>
        <p:nvSpPr>
          <p:cNvPr id="66" name="Rechteck 85">
            <a:extLst>
              <a:ext uri="{FF2B5EF4-FFF2-40B4-BE49-F238E27FC236}">
                <a16:creationId xmlns:a16="http://schemas.microsoft.com/office/drawing/2014/main" id="{344F27D9-D58E-E900-BCD8-75DE0FCFB72F}"/>
              </a:ext>
            </a:extLst>
          </p:cNvPr>
          <p:cNvSpPr/>
          <p:nvPr/>
        </p:nvSpPr>
        <p:spPr>
          <a:xfrm>
            <a:off x="4931112" y="3594735"/>
            <a:ext cx="500458" cy="276999"/>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43"/>
            <a:r>
              <a:rPr lang="en-US" altLang="zh-CN" sz="600" b="1">
                <a:solidFill>
                  <a:srgbClr val="44546A"/>
                </a:solidFill>
                <a:latin typeface="Calibri" panose="020F0502020204030204" pitchFamily="34" charset="0"/>
                <a:cs typeface="Calibri" panose="020F0502020204030204" pitchFamily="34" charset="0"/>
              </a:rPr>
              <a:t>PK results</a:t>
            </a:r>
          </a:p>
          <a:p>
            <a:pPr algn="ctr" defTabSz="914243"/>
            <a:r>
              <a:rPr lang="en-US" altLang="zh-CN" sz="600" b="1">
                <a:solidFill>
                  <a:srgbClr val="44546A"/>
                </a:solidFill>
                <a:latin typeface="Calibri" panose="020F0502020204030204" pitchFamily="34" charset="0"/>
                <a:cs typeface="Calibri" panose="020F0502020204030204" pitchFamily="34" charset="0"/>
              </a:rPr>
              <a:t>May</a:t>
            </a:r>
            <a:r>
              <a:rPr lang="en-US" sz="600" b="1">
                <a:solidFill>
                  <a:srgbClr val="44546A"/>
                </a:solidFill>
                <a:latin typeface="Calibri" panose="020F0502020204030204" pitchFamily="34" charset="0"/>
                <a:cs typeface="Calibri" panose="020F0502020204030204" pitchFamily="34" charset="0"/>
              </a:rPr>
              <a:t> 2026</a:t>
            </a:r>
          </a:p>
        </p:txBody>
      </p:sp>
      <p:sp>
        <p:nvSpPr>
          <p:cNvPr id="6" name="Rectangle 5">
            <a:extLst>
              <a:ext uri="{FF2B5EF4-FFF2-40B4-BE49-F238E27FC236}">
                <a16:creationId xmlns:a16="http://schemas.microsoft.com/office/drawing/2014/main" id="{F441CA3E-9C7D-2A20-286C-FCFC42D41AC3}"/>
              </a:ext>
            </a:extLst>
          </p:cNvPr>
          <p:cNvSpPr/>
          <p:nvPr/>
        </p:nvSpPr>
        <p:spPr bwMode="gray">
          <a:xfrm>
            <a:off x="2922065" y="3593903"/>
            <a:ext cx="461985" cy="192024"/>
          </a:xfrm>
          <a:prstGeom prst="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65"/>
            <a:r>
              <a:rPr lang="en-US" altLang="zh-CN" sz="700" b="1">
                <a:solidFill>
                  <a:srgbClr val="000000"/>
                </a:solidFill>
                <a:latin typeface="Calibri" panose="020F0502020204030204" pitchFamily="34" charset="0"/>
                <a:cs typeface="Calibri" panose="020F0502020204030204" pitchFamily="34" charset="0"/>
              </a:rPr>
              <a:t>Protocol develop</a:t>
            </a:r>
            <a:endParaRPr lang="zh-CN" altLang="en-US" sz="700" b="1">
              <a:solidFill>
                <a:srgbClr val="000000"/>
              </a:solidFill>
              <a:latin typeface="Calibri" panose="020F0502020204030204" pitchFamily="34" charset="0"/>
              <a:cs typeface="Calibri" panose="020F0502020204030204" pitchFamily="34" charset="0"/>
            </a:endParaRPr>
          </a:p>
        </p:txBody>
      </p:sp>
      <p:sp>
        <p:nvSpPr>
          <p:cNvPr id="58" name="5-Point Star 5">
            <a:extLst>
              <a:ext uri="{FF2B5EF4-FFF2-40B4-BE49-F238E27FC236}">
                <a16:creationId xmlns:a16="http://schemas.microsoft.com/office/drawing/2014/main" id="{EF151A42-096C-7C91-B2BF-4C3454B53DE8}"/>
              </a:ext>
            </a:extLst>
          </p:cNvPr>
          <p:cNvSpPr/>
          <p:nvPr/>
        </p:nvSpPr>
        <p:spPr>
          <a:xfrm>
            <a:off x="3344924" y="3592199"/>
            <a:ext cx="70673" cy="86563"/>
          </a:xfrm>
          <a:prstGeom prst="star5">
            <a:avLst/>
          </a:prstGeom>
          <a:no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2" name="TextBox 1">
            <a:extLst>
              <a:ext uri="{FF2B5EF4-FFF2-40B4-BE49-F238E27FC236}">
                <a16:creationId xmlns:a16="http://schemas.microsoft.com/office/drawing/2014/main" id="{D445C2B2-F35C-6319-9F57-388C201BA01A}"/>
              </a:ext>
            </a:extLst>
          </p:cNvPr>
          <p:cNvSpPr txBox="1"/>
          <p:nvPr/>
        </p:nvSpPr>
        <p:spPr>
          <a:xfrm>
            <a:off x="3421586" y="1534933"/>
            <a:ext cx="5363340" cy="250984"/>
          </a:xfrm>
          <a:prstGeom prst="roundRect">
            <a:avLst>
              <a:gd name="adj" fmla="val 4623"/>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91430" indent="-91430" defTabSz="1219019">
              <a:spcBef>
                <a:spcPts val="400"/>
              </a:spcBef>
              <a:buFont typeface="Arial" panose="020B0604020202020204" pitchFamily="34" charset="0"/>
              <a:buChar char="•"/>
              <a:defRPr/>
            </a:pPr>
            <a:r>
              <a:rPr lang="en-US" altLang="zh-CN" sz="800">
                <a:solidFill>
                  <a:prstClr val="black"/>
                </a:solidFill>
                <a:latin typeface="BISansCond"/>
              </a:rPr>
              <a:t>Positive feedback from FDA on our proposal to include CF and non-CF Bronchiectasis patients in one phase III confirmatory study,</a:t>
            </a:r>
            <a:r>
              <a:rPr lang="zh-CN" altLang="en-US" sz="800">
                <a:solidFill>
                  <a:prstClr val="black"/>
                </a:solidFill>
                <a:latin typeface="BISansCond"/>
              </a:rPr>
              <a:t> </a:t>
            </a:r>
            <a:r>
              <a:rPr lang="en-US" altLang="zh-CN" sz="800">
                <a:solidFill>
                  <a:prstClr val="black"/>
                </a:solidFill>
                <a:latin typeface="BISansCond"/>
              </a:rPr>
              <a:t>Global</a:t>
            </a:r>
            <a:r>
              <a:rPr lang="zh-CN" altLang="en-US" sz="800">
                <a:solidFill>
                  <a:prstClr val="black"/>
                </a:solidFill>
                <a:latin typeface="BISansCond"/>
              </a:rPr>
              <a:t> </a:t>
            </a:r>
            <a:r>
              <a:rPr lang="en-US" altLang="zh-CN" sz="800">
                <a:solidFill>
                  <a:prstClr val="black"/>
                </a:solidFill>
                <a:latin typeface="BISansCond"/>
              </a:rPr>
              <a:t>will</a:t>
            </a:r>
            <a:r>
              <a:rPr lang="zh-CN" altLang="en-US" sz="800">
                <a:solidFill>
                  <a:prstClr val="black"/>
                </a:solidFill>
                <a:latin typeface="BISansCond"/>
              </a:rPr>
              <a:t> </a:t>
            </a:r>
            <a:r>
              <a:rPr lang="en-US" altLang="zh-CN" sz="800">
                <a:solidFill>
                  <a:prstClr val="black"/>
                </a:solidFill>
                <a:latin typeface="BISansCond"/>
              </a:rPr>
              <a:t>have</a:t>
            </a:r>
            <a:r>
              <a:rPr lang="zh-CN" altLang="en-US" sz="800">
                <a:solidFill>
                  <a:prstClr val="black"/>
                </a:solidFill>
                <a:latin typeface="BISansCond"/>
              </a:rPr>
              <a:t> </a:t>
            </a:r>
            <a:r>
              <a:rPr lang="en-US" altLang="zh-CN" sz="800">
                <a:solidFill>
                  <a:prstClr val="black"/>
                </a:solidFill>
                <a:latin typeface="BISansCond"/>
              </a:rPr>
              <a:t>further</a:t>
            </a:r>
            <a:r>
              <a:rPr lang="zh-CN" altLang="en-US" sz="800">
                <a:solidFill>
                  <a:prstClr val="black"/>
                </a:solidFill>
                <a:latin typeface="BISansCond"/>
              </a:rPr>
              <a:t> </a:t>
            </a:r>
            <a:r>
              <a:rPr lang="en-US" altLang="zh-CN" sz="800">
                <a:solidFill>
                  <a:prstClr val="black"/>
                </a:solidFill>
                <a:latin typeface="BISansCond"/>
              </a:rPr>
              <a:t>discussion</a:t>
            </a:r>
            <a:r>
              <a:rPr lang="zh-CN" altLang="en-US" sz="800">
                <a:solidFill>
                  <a:prstClr val="black"/>
                </a:solidFill>
                <a:latin typeface="BISansCond"/>
              </a:rPr>
              <a:t> </a:t>
            </a:r>
            <a:r>
              <a:rPr lang="en-US" altLang="zh-CN" sz="800">
                <a:solidFill>
                  <a:prstClr val="black"/>
                </a:solidFill>
                <a:latin typeface="BISansCond"/>
              </a:rPr>
              <a:t>on</a:t>
            </a:r>
            <a:r>
              <a:rPr lang="zh-CN" altLang="en-US" sz="800">
                <a:solidFill>
                  <a:prstClr val="black"/>
                </a:solidFill>
                <a:latin typeface="BISansCond"/>
              </a:rPr>
              <a:t> </a:t>
            </a:r>
            <a:r>
              <a:rPr lang="en-US" altLang="zh-CN" sz="800">
                <a:solidFill>
                  <a:prstClr val="black"/>
                </a:solidFill>
                <a:latin typeface="BISansCond"/>
              </a:rPr>
              <a:t>‘One-BE’ strategy.</a:t>
            </a:r>
          </a:p>
        </p:txBody>
      </p:sp>
    </p:spTree>
    <p:extLst>
      <p:ext uri="{BB962C8B-B14F-4D97-AF65-F5344CB8AC3E}">
        <p14:creationId xmlns:p14="http://schemas.microsoft.com/office/powerpoint/2010/main" val="76301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OTLSHAPE_T_5a934a26f311425e8ebaa0f45e6533ad_Shape">
            <a:extLst>
              <a:ext uri="{FF2B5EF4-FFF2-40B4-BE49-F238E27FC236}">
                <a16:creationId xmlns:a16="http://schemas.microsoft.com/office/drawing/2014/main" id="{A1E70551-578A-4B35-ACAC-04BA6E603952}"/>
              </a:ext>
            </a:extLst>
          </p:cNvPr>
          <p:cNvSpPr/>
          <p:nvPr>
            <p:custDataLst>
              <p:tags r:id="rId1"/>
            </p:custDataLst>
          </p:nvPr>
        </p:nvSpPr>
        <p:spPr bwMode="auto">
          <a:xfrm>
            <a:off x="7075546" y="2191397"/>
            <a:ext cx="1480874"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a:defRPr/>
            </a:pPr>
            <a:endParaRPr lang="en-US" altLang="zh-CN" sz="700" b="1">
              <a:solidFill>
                <a:srgbClr val="000000"/>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75889" y="141871"/>
            <a:ext cx="8424863" cy="540000"/>
          </a:xfrm>
        </p:spPr>
        <p:txBody>
          <a:bodyPr vert="horz" wrap="square" lIns="0" tIns="0" rIns="0" bIns="0" rtlCol="0" anchor="t" anchorCtr="0">
            <a:noAutofit/>
          </a:bodyPr>
          <a:lstStyle/>
          <a:p>
            <a:r>
              <a:rPr lang="en-US" altLang="zh-CN" b="1" u="sng">
                <a:latin typeface="Calibri" panose="020F0502020204030204" pitchFamily="34" charset="0"/>
                <a:cs typeface="Calibri" panose="020F0502020204030204" pitchFamily="34" charset="0"/>
              </a:rPr>
              <a:t>Ongoing:</a:t>
            </a:r>
            <a:br>
              <a:rPr lang="en-US" altLang="zh-CN" b="1">
                <a:latin typeface="Calibri" panose="020F0502020204030204" pitchFamily="34" charset="0"/>
                <a:cs typeface="Calibri" panose="020F0502020204030204" pitchFamily="34" charset="0"/>
              </a:rPr>
            </a:br>
            <a:r>
              <a:rPr lang="en-US" altLang="zh-CN" b="1" err="1">
                <a:latin typeface="Calibri" panose="020F0502020204030204" pitchFamily="34" charset="0"/>
                <a:cs typeface="Calibri" panose="020F0502020204030204" pitchFamily="34" charset="0"/>
              </a:rPr>
              <a:t>Avenciguat</a:t>
            </a:r>
            <a:r>
              <a:rPr lang="en-US" altLang="zh-CN">
                <a:latin typeface="Calibri" panose="020F0502020204030204" pitchFamily="34" charset="0"/>
                <a:cs typeface="Calibri" panose="020F0502020204030204" pitchFamily="34" charset="0"/>
              </a:rPr>
              <a:t> </a:t>
            </a:r>
            <a:r>
              <a:rPr lang="en-US" altLang="zh-CN" b="1">
                <a:latin typeface="Calibri" panose="020F0502020204030204" pitchFamily="34" charset="0"/>
                <a:cs typeface="Calibri" panose="020F0502020204030204" pitchFamily="34" charset="0"/>
              </a:rPr>
              <a:t>(</a:t>
            </a:r>
            <a:r>
              <a:rPr lang="en-US" altLang="zh-CN" b="1" err="1">
                <a:latin typeface="Calibri" panose="020F0502020204030204" pitchFamily="34" charset="0"/>
                <a:cs typeface="Calibri" panose="020F0502020204030204" pitchFamily="34" charset="0"/>
              </a:rPr>
              <a:t>sGC</a:t>
            </a:r>
            <a:r>
              <a:rPr lang="en-US" altLang="zh-CN" b="1">
                <a:latin typeface="Calibri" panose="020F0502020204030204" pitchFamily="34" charset="0"/>
                <a:cs typeface="Calibri" panose="020F0502020204030204" pitchFamily="34" charset="0"/>
              </a:rPr>
              <a:t> Activator): Systemic Sclerosis (SSc)</a:t>
            </a:r>
            <a:endParaRPr lang="en-US" b="1">
              <a:latin typeface="Calibri" panose="020F0502020204030204" pitchFamily="34" charset="0"/>
              <a:cs typeface="Calibri" panose="020F0502020204030204" pitchFamily="34" charset="0"/>
            </a:endParaRPr>
          </a:p>
        </p:txBody>
      </p:sp>
      <p:sp>
        <p:nvSpPr>
          <p:cNvPr id="11" name="灯片编号占位符 10"/>
          <p:cNvSpPr>
            <a:spLocks noGrp="1"/>
          </p:cNvSpPr>
          <p:nvPr>
            <p:ph type="sldNum" sz="quarter" idx="20"/>
          </p:nvPr>
        </p:nvSpPr>
        <p:spPr/>
        <p:txBody>
          <a:bodyPr/>
          <a:lstStyle/>
          <a:p>
            <a:pPr defTabSz="914288">
              <a:defRPr/>
            </a:pPr>
            <a:fld id="{143B55C4-4F5A-416B-997D-6CE47EB0A945}" type="slidenum">
              <a:rPr lang="en-GB" sz="750">
                <a:solidFill>
                  <a:srgbClr val="FFFFFF">
                    <a:lumMod val="50000"/>
                  </a:srgbClr>
                </a:solidFill>
                <a:latin typeface="BISansCond" panose="02000006050000020004" pitchFamily="2" charset="0"/>
              </a:rPr>
              <a:pPr defTabSz="914288">
                <a:defRPr/>
              </a:pPr>
              <a:t>31</a:t>
            </a:fld>
            <a:endParaRPr lang="en-GB" sz="750">
              <a:solidFill>
                <a:srgbClr val="FFFFFF">
                  <a:lumMod val="50000"/>
                </a:srgbClr>
              </a:solidFill>
              <a:latin typeface="BISansCond" panose="02000006050000020004" pitchFamily="2" charset="0"/>
            </a:endParaRPr>
          </a:p>
        </p:txBody>
      </p:sp>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32366" y="736746"/>
          <a:ext cx="8781344" cy="514350"/>
        </p:xfrm>
        <a:graphic>
          <a:graphicData uri="http://schemas.openxmlformats.org/drawingml/2006/table">
            <a:tbl>
              <a:tblPr firstRow="1" bandRow="1"/>
              <a:tblGrid>
                <a:gridCol w="399152">
                  <a:extLst>
                    <a:ext uri="{9D8B030D-6E8A-4147-A177-3AD203B41FA5}">
                      <a16:colId xmlns:a16="http://schemas.microsoft.com/office/drawing/2014/main" val="3091663135"/>
                    </a:ext>
                  </a:extLst>
                </a:gridCol>
                <a:gridCol w="399152">
                  <a:extLst>
                    <a:ext uri="{9D8B030D-6E8A-4147-A177-3AD203B41FA5}">
                      <a16:colId xmlns:a16="http://schemas.microsoft.com/office/drawing/2014/main" val="2003423086"/>
                    </a:ext>
                  </a:extLst>
                </a:gridCol>
                <a:gridCol w="399152">
                  <a:extLst>
                    <a:ext uri="{9D8B030D-6E8A-4147-A177-3AD203B41FA5}">
                      <a16:colId xmlns:a16="http://schemas.microsoft.com/office/drawing/2014/main" val="2466911814"/>
                    </a:ext>
                  </a:extLst>
                </a:gridCol>
                <a:gridCol w="399152">
                  <a:extLst>
                    <a:ext uri="{9D8B030D-6E8A-4147-A177-3AD203B41FA5}">
                      <a16:colId xmlns:a16="http://schemas.microsoft.com/office/drawing/2014/main" val="3023231563"/>
                    </a:ext>
                  </a:extLst>
                </a:gridCol>
                <a:gridCol w="399152">
                  <a:extLst>
                    <a:ext uri="{9D8B030D-6E8A-4147-A177-3AD203B41FA5}">
                      <a16:colId xmlns:a16="http://schemas.microsoft.com/office/drawing/2014/main" val="3411862845"/>
                    </a:ext>
                  </a:extLst>
                </a:gridCol>
                <a:gridCol w="399152">
                  <a:extLst>
                    <a:ext uri="{9D8B030D-6E8A-4147-A177-3AD203B41FA5}">
                      <a16:colId xmlns:a16="http://schemas.microsoft.com/office/drawing/2014/main" val="2851474774"/>
                    </a:ext>
                  </a:extLst>
                </a:gridCol>
                <a:gridCol w="399152">
                  <a:extLst>
                    <a:ext uri="{9D8B030D-6E8A-4147-A177-3AD203B41FA5}">
                      <a16:colId xmlns:a16="http://schemas.microsoft.com/office/drawing/2014/main" val="107595344"/>
                    </a:ext>
                  </a:extLst>
                </a:gridCol>
                <a:gridCol w="399152">
                  <a:extLst>
                    <a:ext uri="{9D8B030D-6E8A-4147-A177-3AD203B41FA5}">
                      <a16:colId xmlns:a16="http://schemas.microsoft.com/office/drawing/2014/main" val="1666999431"/>
                    </a:ext>
                  </a:extLst>
                </a:gridCol>
                <a:gridCol w="399152">
                  <a:extLst>
                    <a:ext uri="{9D8B030D-6E8A-4147-A177-3AD203B41FA5}">
                      <a16:colId xmlns:a16="http://schemas.microsoft.com/office/drawing/2014/main" val="3696607442"/>
                    </a:ext>
                  </a:extLst>
                </a:gridCol>
                <a:gridCol w="399152">
                  <a:extLst>
                    <a:ext uri="{9D8B030D-6E8A-4147-A177-3AD203B41FA5}">
                      <a16:colId xmlns:a16="http://schemas.microsoft.com/office/drawing/2014/main" val="223989776"/>
                    </a:ext>
                  </a:extLst>
                </a:gridCol>
                <a:gridCol w="399152">
                  <a:extLst>
                    <a:ext uri="{9D8B030D-6E8A-4147-A177-3AD203B41FA5}">
                      <a16:colId xmlns:a16="http://schemas.microsoft.com/office/drawing/2014/main" val="124731204"/>
                    </a:ext>
                  </a:extLst>
                </a:gridCol>
                <a:gridCol w="399152">
                  <a:extLst>
                    <a:ext uri="{9D8B030D-6E8A-4147-A177-3AD203B41FA5}">
                      <a16:colId xmlns:a16="http://schemas.microsoft.com/office/drawing/2014/main" val="3066978585"/>
                    </a:ext>
                  </a:extLst>
                </a:gridCol>
                <a:gridCol w="399152">
                  <a:extLst>
                    <a:ext uri="{9D8B030D-6E8A-4147-A177-3AD203B41FA5}">
                      <a16:colId xmlns:a16="http://schemas.microsoft.com/office/drawing/2014/main" val="1064917641"/>
                    </a:ext>
                  </a:extLst>
                </a:gridCol>
                <a:gridCol w="399152">
                  <a:extLst>
                    <a:ext uri="{9D8B030D-6E8A-4147-A177-3AD203B41FA5}">
                      <a16:colId xmlns:a16="http://schemas.microsoft.com/office/drawing/2014/main" val="4221117315"/>
                    </a:ext>
                  </a:extLst>
                </a:gridCol>
                <a:gridCol w="399152">
                  <a:extLst>
                    <a:ext uri="{9D8B030D-6E8A-4147-A177-3AD203B41FA5}">
                      <a16:colId xmlns:a16="http://schemas.microsoft.com/office/drawing/2014/main" val="3266065341"/>
                    </a:ext>
                  </a:extLst>
                </a:gridCol>
                <a:gridCol w="399152">
                  <a:extLst>
                    <a:ext uri="{9D8B030D-6E8A-4147-A177-3AD203B41FA5}">
                      <a16:colId xmlns:a16="http://schemas.microsoft.com/office/drawing/2014/main" val="2374051224"/>
                    </a:ext>
                  </a:extLst>
                </a:gridCol>
                <a:gridCol w="399152">
                  <a:extLst>
                    <a:ext uri="{9D8B030D-6E8A-4147-A177-3AD203B41FA5}">
                      <a16:colId xmlns:a16="http://schemas.microsoft.com/office/drawing/2014/main" val="1840388365"/>
                    </a:ext>
                  </a:extLst>
                </a:gridCol>
                <a:gridCol w="399152">
                  <a:extLst>
                    <a:ext uri="{9D8B030D-6E8A-4147-A177-3AD203B41FA5}">
                      <a16:colId xmlns:a16="http://schemas.microsoft.com/office/drawing/2014/main" val="267750830"/>
                    </a:ext>
                  </a:extLst>
                </a:gridCol>
                <a:gridCol w="399152">
                  <a:extLst>
                    <a:ext uri="{9D8B030D-6E8A-4147-A177-3AD203B41FA5}">
                      <a16:colId xmlns:a16="http://schemas.microsoft.com/office/drawing/2014/main" val="3966469970"/>
                    </a:ext>
                  </a:extLst>
                </a:gridCol>
                <a:gridCol w="399152">
                  <a:extLst>
                    <a:ext uri="{9D8B030D-6E8A-4147-A177-3AD203B41FA5}">
                      <a16:colId xmlns:a16="http://schemas.microsoft.com/office/drawing/2014/main" val="2522973146"/>
                    </a:ext>
                  </a:extLst>
                </a:gridCol>
                <a:gridCol w="399152">
                  <a:extLst>
                    <a:ext uri="{9D8B030D-6E8A-4147-A177-3AD203B41FA5}">
                      <a16:colId xmlns:a16="http://schemas.microsoft.com/office/drawing/2014/main" val="497803062"/>
                    </a:ext>
                  </a:extLst>
                </a:gridCol>
                <a:gridCol w="399152">
                  <a:extLst>
                    <a:ext uri="{9D8B030D-6E8A-4147-A177-3AD203B41FA5}">
                      <a16:colId xmlns:a16="http://schemas.microsoft.com/office/drawing/2014/main" val="1926872917"/>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2022</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2023</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2025</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2026</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2027</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800" b="1" kern="1200">
                          <a:solidFill>
                            <a:schemeClr val="lt1"/>
                          </a:solidFill>
                          <a:latin typeface="Arial"/>
                          <a:ea typeface="+mn-ea"/>
                          <a:cs typeface="Arial"/>
                        </a:rPr>
                        <a:t>2028</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800" b="1" kern="1200">
                          <a:solidFill>
                            <a:schemeClr val="lt1"/>
                          </a:solidFill>
                          <a:latin typeface="Arial"/>
                          <a:ea typeface="+mn-ea"/>
                          <a:cs typeface="Arial"/>
                        </a:rPr>
                        <a:t>2029</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H1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H2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H1</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H2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148"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714971" y="3210767"/>
            <a:ext cx="9857265"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Isosceles Triangle 1"/>
          <p:cNvSpPr/>
          <p:nvPr/>
        </p:nvSpPr>
        <p:spPr>
          <a:xfrm rot="16200000" flipH="1">
            <a:off x="-279652" y="907356"/>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129" name="Isosceles Triangle 128"/>
          <p:cNvSpPr/>
          <p:nvPr/>
        </p:nvSpPr>
        <p:spPr>
          <a:xfrm rot="5400000">
            <a:off x="8655823" y="947439"/>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130" name="TextBox 19"/>
          <p:cNvSpPr txBox="1"/>
          <p:nvPr/>
        </p:nvSpPr>
        <p:spPr>
          <a:xfrm>
            <a:off x="-16490" y="1576972"/>
            <a:ext cx="464406"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Ph2</a:t>
            </a:r>
          </a:p>
          <a:p>
            <a:pPr algn="ctr" defTabSz="914288">
              <a:defRPr/>
            </a:pPr>
            <a:r>
              <a:rPr lang="en-US" sz="800" b="1">
                <a:solidFill>
                  <a:srgbClr val="0066CC"/>
                </a:solidFill>
                <a:latin typeface="Calibri" panose="020F0502020204030204" pitchFamily="34" charset="0"/>
                <a:cs typeface="Calibri" panose="020F0502020204030204" pitchFamily="34" charset="0"/>
              </a:rPr>
              <a:t>1366-0031</a:t>
            </a:r>
          </a:p>
        </p:txBody>
      </p:sp>
      <p:sp>
        <p:nvSpPr>
          <p:cNvPr id="198" name="TextBox 149"/>
          <p:cNvSpPr txBox="1"/>
          <p:nvPr/>
        </p:nvSpPr>
        <p:spPr>
          <a:xfrm>
            <a:off x="-16490" y="3738112"/>
            <a:ext cx="464406"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Ph2</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1366-0031</a:t>
            </a:r>
          </a:p>
        </p:txBody>
      </p:sp>
      <p:sp>
        <p:nvSpPr>
          <p:cNvPr id="86"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7112535" y="2227185"/>
            <a:ext cx="1412242" cy="123111"/>
          </a:xfrm>
          <a:prstGeom prst="rect">
            <a:avLst/>
          </a:prstGeom>
          <a:noFill/>
        </p:spPr>
        <p:txBody>
          <a:bodyPr vert="horz" wrap="square" lIns="0" tIns="0" rIns="0" bIns="0" rtlCol="0" anchor="ctr" anchorCtr="0">
            <a:spAutoFit/>
          </a:bodyPr>
          <a:lstStyle/>
          <a:p>
            <a:pPr algn="ctr" defTabSz="914288">
              <a:defRPr/>
            </a:pPr>
            <a:r>
              <a:rPr lang="en-US" altLang="zh-CN" sz="800" b="1">
                <a:solidFill>
                  <a:srgbClr val="000000"/>
                </a:solidFill>
                <a:latin typeface="Calibri" panose="020F0502020204030204" pitchFamily="34" charset="0"/>
                <a:cs typeface="Calibri" panose="020F0502020204030204" pitchFamily="34" charset="0"/>
              </a:rPr>
              <a:t>Ph3 </a:t>
            </a:r>
          </a:p>
        </p:txBody>
      </p:sp>
      <p:sp>
        <p:nvSpPr>
          <p:cNvPr id="37" name="TextBox 19"/>
          <p:cNvSpPr txBox="1"/>
          <p:nvPr/>
        </p:nvSpPr>
        <p:spPr>
          <a:xfrm>
            <a:off x="-16490" y="2209749"/>
            <a:ext cx="464406"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Ph3</a:t>
            </a:r>
          </a:p>
          <a:p>
            <a:pPr algn="ctr" defTabSz="914288">
              <a:defRPr/>
            </a:pPr>
            <a:r>
              <a:rPr lang="en-US" sz="800" b="1">
                <a:solidFill>
                  <a:srgbClr val="0066CC"/>
                </a:solidFill>
                <a:latin typeface="Calibri" panose="020F0502020204030204" pitchFamily="34" charset="0"/>
                <a:cs typeface="Calibri" panose="020F0502020204030204" pitchFamily="34" charset="0"/>
              </a:rPr>
              <a:t>1366-0033</a:t>
            </a:r>
          </a:p>
        </p:txBody>
      </p:sp>
      <p:sp>
        <p:nvSpPr>
          <p:cNvPr id="53" name="TextBox 149"/>
          <p:cNvSpPr txBox="1"/>
          <p:nvPr/>
        </p:nvSpPr>
        <p:spPr>
          <a:xfrm>
            <a:off x="-13077" y="4133602"/>
            <a:ext cx="464406"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Ph3</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1366-0033</a:t>
            </a:r>
          </a:p>
        </p:txBody>
      </p:sp>
      <p:sp>
        <p:nvSpPr>
          <p:cNvPr id="58" name="OTLSHAPE_T_5a934a26f311425e8ebaa0f45e6533ad_Shape">
            <a:extLst>
              <a:ext uri="{FF2B5EF4-FFF2-40B4-BE49-F238E27FC236}">
                <a16:creationId xmlns:a16="http://schemas.microsoft.com/office/drawing/2014/main" id="{A1E70551-578A-4B35-ACAC-04BA6E603952}"/>
              </a:ext>
            </a:extLst>
          </p:cNvPr>
          <p:cNvSpPr/>
          <p:nvPr>
            <p:custDataLst>
              <p:tags r:id="rId3"/>
            </p:custDataLst>
          </p:nvPr>
        </p:nvSpPr>
        <p:spPr bwMode="auto">
          <a:xfrm>
            <a:off x="7070482" y="4084103"/>
            <a:ext cx="1516166"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a:defRPr/>
            </a:pPr>
            <a:endParaRPr lang="en-US" altLang="zh-CN" sz="700" b="1">
              <a:solidFill>
                <a:srgbClr val="000000"/>
              </a:solidFill>
              <a:latin typeface="Calibri" panose="020F0502020204030204" pitchFamily="34" charset="0"/>
              <a:cs typeface="Calibri" panose="020F0502020204030204" pitchFamily="34" charset="0"/>
            </a:endParaRPr>
          </a:p>
        </p:txBody>
      </p:sp>
      <p:sp>
        <p:nvSpPr>
          <p:cNvPr id="63" name="OTLSHAPE_T_e17f3958430f4cff8650518c93c7635e_StartDate">
            <a:extLst>
              <a:ext uri="{FF2B5EF4-FFF2-40B4-BE49-F238E27FC236}">
                <a16:creationId xmlns:a16="http://schemas.microsoft.com/office/drawing/2014/main" id="{9224C17E-1AA1-4096-A3FD-25D6FD8BA444}"/>
              </a:ext>
            </a:extLst>
          </p:cNvPr>
          <p:cNvSpPr txBox="1"/>
          <p:nvPr>
            <p:custDataLst>
              <p:tags r:id="rId4"/>
            </p:custDataLst>
          </p:nvPr>
        </p:nvSpPr>
        <p:spPr>
          <a:xfrm>
            <a:off x="7083813" y="4127933"/>
            <a:ext cx="1387789" cy="123111"/>
          </a:xfrm>
          <a:prstGeom prst="rect">
            <a:avLst/>
          </a:prstGeom>
          <a:noFill/>
        </p:spPr>
        <p:txBody>
          <a:bodyPr vert="horz" wrap="square" lIns="0" tIns="0" rIns="0" bIns="0" rtlCol="0" anchor="ctr" anchorCtr="0">
            <a:spAutoFit/>
          </a:bodyPr>
          <a:lstStyle/>
          <a:p>
            <a:pPr algn="ctr" defTabSz="914288">
              <a:defRPr/>
            </a:pPr>
            <a:r>
              <a:rPr lang="en-US" altLang="zh-CN" sz="800" b="1">
                <a:solidFill>
                  <a:srgbClr val="000000"/>
                </a:solidFill>
                <a:latin typeface="Calibri" panose="020F0502020204030204" pitchFamily="34" charset="0"/>
                <a:cs typeface="Calibri" panose="020F0502020204030204" pitchFamily="34" charset="0"/>
              </a:rPr>
              <a:t>Recruitment Window: TBD</a:t>
            </a:r>
          </a:p>
        </p:txBody>
      </p:sp>
      <p:sp>
        <p:nvSpPr>
          <p:cNvPr id="40" name="Freeform: Shape 147">
            <a:extLst>
              <a:ext uri="{FF2B5EF4-FFF2-40B4-BE49-F238E27FC236}">
                <a16:creationId xmlns:a16="http://schemas.microsoft.com/office/drawing/2014/main" id="{469F5FF1-4B8E-465D-97EF-9CE5D974FE0D}"/>
              </a:ext>
            </a:extLst>
          </p:cNvPr>
          <p:cNvSpPr/>
          <p:nvPr/>
        </p:nvSpPr>
        <p:spPr bwMode="auto">
          <a:xfrm>
            <a:off x="-10481" y="1213794"/>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defTabSz="914288" eaLnBrk="0" fontAlgn="base" hangingPunct="0">
              <a:spcBef>
                <a:spcPct val="0"/>
              </a:spcBef>
              <a:spcAft>
                <a:spcPct val="0"/>
              </a:spcAft>
              <a:defRPr/>
            </a:pPr>
            <a:r>
              <a:rPr lang="en-US" altLang="zh-CN" sz="825" b="1" kern="0">
                <a:solidFill>
                  <a:srgbClr val="FFFFFF"/>
                </a:solidFill>
                <a:latin typeface="BISans" panose="02000503040000020004"/>
                <a:cs typeface="Calibri" panose="020F0502020204030204" pitchFamily="34" charset="0"/>
              </a:rPr>
              <a:t>Global</a:t>
            </a:r>
            <a:endParaRPr lang="zh-CN" altLang="en-US" sz="825" b="1" kern="0">
              <a:solidFill>
                <a:srgbClr val="FFFFFF"/>
              </a:solidFill>
              <a:latin typeface="BISans" panose="02000503040000020004"/>
              <a:cs typeface="Calibri" panose="020F0502020204030204" pitchFamily="34" charset="0"/>
            </a:endParaRPr>
          </a:p>
        </p:txBody>
      </p:sp>
      <p:sp>
        <p:nvSpPr>
          <p:cNvPr id="46" name="Oval 4">
            <a:extLst>
              <a:ext uri="{FF2B5EF4-FFF2-40B4-BE49-F238E27FC236}">
                <a16:creationId xmlns:a16="http://schemas.microsoft.com/office/drawing/2014/main" id="{1629834C-75E8-4773-BA88-2CA38E81E009}"/>
              </a:ext>
            </a:extLst>
          </p:cNvPr>
          <p:cNvSpPr/>
          <p:nvPr/>
        </p:nvSpPr>
        <p:spPr>
          <a:xfrm>
            <a:off x="-22348" y="1141539"/>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288">
              <a:defRPr/>
            </a:pPr>
            <a:endParaRPr lang="en-US" sz="1050" err="1">
              <a:solidFill>
                <a:srgbClr val="FFFFFF"/>
              </a:solidFill>
              <a:latin typeface="BISans" panose="02000503040000020004"/>
            </a:endParaRPr>
          </a:p>
        </p:txBody>
      </p:sp>
      <p:sp>
        <p:nvSpPr>
          <p:cNvPr id="48" name="Rectangle: Rounded Corners 116">
            <a:extLst>
              <a:ext uri="{FF2B5EF4-FFF2-40B4-BE49-F238E27FC236}">
                <a16:creationId xmlns:a16="http://schemas.microsoft.com/office/drawing/2014/main" id="{85DDDECC-056A-4A99-8642-D99AB653A4E9}"/>
              </a:ext>
            </a:extLst>
          </p:cNvPr>
          <p:cNvSpPr/>
          <p:nvPr/>
        </p:nvSpPr>
        <p:spPr bwMode="auto">
          <a:xfrm>
            <a:off x="749767" y="1179378"/>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825" b="1" kern="0">
              <a:solidFill>
                <a:srgbClr val="FFFFFF"/>
              </a:solidFill>
              <a:latin typeface="BISans" panose="02000503040000020004"/>
              <a:cs typeface="Calibri" panose="020F0502020204030204" pitchFamily="34" charset="0"/>
            </a:endParaRPr>
          </a:p>
        </p:txBody>
      </p:sp>
      <p:pic>
        <p:nvPicPr>
          <p:cNvPr id="50" name="Picture 6" descr="Image result for world circle png">
            <a:extLst>
              <a:ext uri="{FF2B5EF4-FFF2-40B4-BE49-F238E27FC236}">
                <a16:creationId xmlns:a16="http://schemas.microsoft.com/office/drawing/2014/main" id="{83F43E03-B86F-4D53-B73E-3C7043A74D33}"/>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l="4094" t="4010" r="4094" b="4010"/>
          <a:stretch/>
        </p:blipFill>
        <p:spPr bwMode="auto">
          <a:xfrm>
            <a:off x="5206" y="1168701"/>
            <a:ext cx="280325" cy="281098"/>
          </a:xfrm>
          <a:prstGeom prst="rect">
            <a:avLst/>
          </a:prstGeom>
          <a:noFill/>
          <a:extLst>
            <a:ext uri="{909E8E84-426E-40DD-AFC4-6F175D3DCCD1}">
              <a14:hiddenFill xmlns:a14="http://schemas.microsoft.com/office/drawing/2010/main">
                <a:solidFill>
                  <a:srgbClr val="FFFFFF"/>
                </a:solidFill>
              </a14:hiddenFill>
            </a:ext>
          </a:extLst>
        </p:spPr>
      </p:pic>
      <p:sp>
        <p:nvSpPr>
          <p:cNvPr id="51" name="Freeform: Shape 152">
            <a:extLst>
              <a:ext uri="{FF2B5EF4-FFF2-40B4-BE49-F238E27FC236}">
                <a16:creationId xmlns:a16="http://schemas.microsoft.com/office/drawing/2014/main" id="{808EC121-D3B7-4E05-908F-C8EFBD0CB71E}"/>
              </a:ext>
            </a:extLst>
          </p:cNvPr>
          <p:cNvSpPr/>
          <p:nvPr/>
        </p:nvSpPr>
        <p:spPr bwMode="auto">
          <a:xfrm>
            <a:off x="-1208" y="3386400"/>
            <a:ext cx="772731" cy="190906"/>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34290" rIns="68580" bIns="34290" numCol="1" rtlCol="0" anchor="ctr" anchorCtr="0" compatLnSpc="1">
            <a:prstTxWarp prst="textNoShape">
              <a:avLst/>
            </a:prstTxWarp>
            <a:noAutofit/>
          </a:bodyPr>
          <a:lstStyle/>
          <a:p>
            <a:pPr defTabSz="914288" eaLnBrk="0" fontAlgn="base" hangingPunct="0">
              <a:spcBef>
                <a:spcPct val="0"/>
              </a:spcBef>
              <a:spcAft>
                <a:spcPct val="0"/>
              </a:spcAft>
              <a:defRPr/>
            </a:pPr>
            <a:r>
              <a:rPr lang="en-US" altLang="zh-CN" sz="825" b="1" kern="0">
                <a:solidFill>
                  <a:srgbClr val="FFFFFF"/>
                </a:solidFill>
                <a:latin typeface="BISans" panose="02000503040000020004"/>
                <a:cs typeface="Calibri" panose="020F0502020204030204" pitchFamily="34" charset="0"/>
              </a:rPr>
              <a:t>China</a:t>
            </a:r>
            <a:endParaRPr lang="zh-CN" altLang="en-US" sz="825" b="1" kern="0">
              <a:solidFill>
                <a:srgbClr val="FFFFFF"/>
              </a:solidFill>
              <a:latin typeface="BISans" panose="02000503040000020004"/>
              <a:cs typeface="Calibri" panose="020F0502020204030204" pitchFamily="34" charset="0"/>
            </a:endParaRPr>
          </a:p>
        </p:txBody>
      </p:sp>
      <p:sp>
        <p:nvSpPr>
          <p:cNvPr id="52" name="Oval 134">
            <a:extLst>
              <a:ext uri="{FF2B5EF4-FFF2-40B4-BE49-F238E27FC236}">
                <a16:creationId xmlns:a16="http://schemas.microsoft.com/office/drawing/2014/main" id="{FEFADB89-8F35-407D-93F6-37544172D655}"/>
              </a:ext>
            </a:extLst>
          </p:cNvPr>
          <p:cNvSpPr/>
          <p:nvPr/>
        </p:nvSpPr>
        <p:spPr>
          <a:xfrm>
            <a:off x="-13077" y="3314142"/>
            <a:ext cx="335422" cy="335422"/>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288">
              <a:defRPr/>
            </a:pPr>
            <a:endParaRPr lang="en-US" sz="1050" err="1">
              <a:solidFill>
                <a:srgbClr val="FFFFFF"/>
              </a:solidFill>
              <a:latin typeface="BISans" panose="02000503040000020004"/>
            </a:endParaRPr>
          </a:p>
        </p:txBody>
      </p:sp>
      <p:sp>
        <p:nvSpPr>
          <p:cNvPr id="55" name="Rectangle: Rounded Corners 116">
            <a:extLst>
              <a:ext uri="{FF2B5EF4-FFF2-40B4-BE49-F238E27FC236}">
                <a16:creationId xmlns:a16="http://schemas.microsoft.com/office/drawing/2014/main" id="{07FF067D-CE54-4150-AA18-A64493FAA508}"/>
              </a:ext>
            </a:extLst>
          </p:cNvPr>
          <p:cNvSpPr/>
          <p:nvPr/>
        </p:nvSpPr>
        <p:spPr bwMode="auto">
          <a:xfrm>
            <a:off x="759038" y="3351984"/>
            <a:ext cx="36576" cy="259738"/>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endParaRPr lang="zh-CN" altLang="en-US" sz="825" b="1" kern="0">
              <a:solidFill>
                <a:srgbClr val="FFFFFF"/>
              </a:solidFill>
              <a:latin typeface="BISans" panose="02000503040000020004"/>
              <a:cs typeface="Calibri" panose="020F0502020204030204" pitchFamily="34" charset="0"/>
            </a:endParaRPr>
          </a:p>
        </p:txBody>
      </p:sp>
      <p:pic>
        <p:nvPicPr>
          <p:cNvPr id="57"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4090" y="3341304"/>
            <a:ext cx="281099" cy="281098"/>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8BFDDB80-E2AA-4C17-95F9-1BECAA375F07}"/>
              </a:ext>
            </a:extLst>
          </p:cNvPr>
          <p:cNvSpPr txBox="1"/>
          <p:nvPr/>
        </p:nvSpPr>
        <p:spPr>
          <a:xfrm>
            <a:off x="8556420" y="2147808"/>
            <a:ext cx="359074" cy="11541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defTabSz="914288">
              <a:defRPr/>
            </a:pPr>
            <a:r>
              <a:rPr lang="en-US" altLang="zh-CN"/>
              <a:t>2029 Sep</a:t>
            </a:r>
            <a:endParaRPr lang="zh-CN" altLang="en-US"/>
          </a:p>
        </p:txBody>
      </p:sp>
      <p:sp>
        <p:nvSpPr>
          <p:cNvPr id="62" name="Rectangle 61">
            <a:extLst>
              <a:ext uri="{FF2B5EF4-FFF2-40B4-BE49-F238E27FC236}">
                <a16:creationId xmlns:a16="http://schemas.microsoft.com/office/drawing/2014/main" id="{34984A34-96B5-4D78-BCB7-9A9DDA32B9E5}"/>
              </a:ext>
            </a:extLst>
          </p:cNvPr>
          <p:cNvSpPr/>
          <p:nvPr/>
        </p:nvSpPr>
        <p:spPr>
          <a:xfrm>
            <a:off x="1377935" y="1802562"/>
            <a:ext cx="319318" cy="207749"/>
          </a:xfrm>
          <a:prstGeom prst="rect">
            <a:avLst/>
          </a:prstGeom>
        </p:spPr>
        <p:txBody>
          <a:bodyPr wrap="none">
            <a:spAutoFit/>
          </a:bodyPr>
          <a:lstStyle/>
          <a:p>
            <a:pPr algn="ctr" defTabSz="914265">
              <a:defRPr/>
            </a:pPr>
            <a:r>
              <a:rPr lang="en-US" altLang="zh-CN" sz="750" b="1">
                <a:solidFill>
                  <a:srgbClr val="44546A"/>
                </a:solidFill>
                <a:latin typeface="Calibri" panose="020F0502020204030204" pitchFamily="34" charset="0"/>
              </a:rPr>
              <a:t>FSS</a:t>
            </a:r>
            <a:endParaRPr lang="zh-CN" altLang="en-US" sz="750" b="1">
              <a:solidFill>
                <a:srgbClr val="44546A"/>
              </a:solidFill>
              <a:latin typeface="Calibri" panose="020F0502020204030204" pitchFamily="34" charset="0"/>
            </a:endParaRPr>
          </a:p>
        </p:txBody>
      </p:sp>
      <p:sp>
        <p:nvSpPr>
          <p:cNvPr id="67" name="Star: 4 Points 143">
            <a:extLst>
              <a:ext uri="{FF2B5EF4-FFF2-40B4-BE49-F238E27FC236}">
                <a16:creationId xmlns:a16="http://schemas.microsoft.com/office/drawing/2014/main" id="{F1FDD055-A0FA-41DD-93F4-7E80DD5BE0C5}"/>
              </a:ext>
            </a:extLst>
          </p:cNvPr>
          <p:cNvSpPr/>
          <p:nvPr/>
        </p:nvSpPr>
        <p:spPr bwMode="auto">
          <a:xfrm>
            <a:off x="6480910" y="164908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a:solidFill>
                <a:srgbClr val="000000"/>
              </a:solidFill>
              <a:latin typeface="Verdana" charset="0"/>
            </a:endParaRPr>
          </a:p>
        </p:txBody>
      </p:sp>
      <p:sp>
        <p:nvSpPr>
          <p:cNvPr id="84" name="矩形 20">
            <a:extLst>
              <a:ext uri="{FF2B5EF4-FFF2-40B4-BE49-F238E27FC236}">
                <a16:creationId xmlns:a16="http://schemas.microsoft.com/office/drawing/2014/main" id="{2BCAA66A-AC30-487C-87CB-EBF69E597891}"/>
              </a:ext>
            </a:extLst>
          </p:cNvPr>
          <p:cNvSpPr/>
          <p:nvPr/>
        </p:nvSpPr>
        <p:spPr>
          <a:xfrm>
            <a:off x="752343" y="3753350"/>
            <a:ext cx="804162" cy="20828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51435" tIns="25718" rIns="51435" bIns="25718" numCol="1" rtlCol="0" anchor="ctr" anchorCtr="0" compatLnSpc="1">
            <a:prstTxWarp prst="textNoShape">
              <a:avLst/>
            </a:prstTxWarp>
          </a:bodyPr>
          <a:lstStyle/>
          <a:p>
            <a:pPr algn="ctr" defTabSz="914288">
              <a:defRPr/>
            </a:pPr>
            <a:r>
              <a:rPr lang="en-US" altLang="zh-CN" sz="600" b="1">
                <a:solidFill>
                  <a:srgbClr val="000000"/>
                </a:solidFill>
                <a:latin typeface="Calibri" panose="020F0502020204030204" pitchFamily="34" charset="0"/>
                <a:cs typeface="Calibri" panose="020F0502020204030204" pitchFamily="34" charset="0"/>
              </a:rPr>
              <a:t>China Ph2b CTA sub.-1st SIV (6M) </a:t>
            </a:r>
          </a:p>
        </p:txBody>
      </p:sp>
      <p:sp>
        <p:nvSpPr>
          <p:cNvPr id="87" name="Isosceles Triangle 86">
            <a:extLst>
              <a:ext uri="{FF2B5EF4-FFF2-40B4-BE49-F238E27FC236}">
                <a16:creationId xmlns:a16="http://schemas.microsoft.com/office/drawing/2014/main" id="{F72A18E3-4444-4700-86D7-C52454F4453F}"/>
              </a:ext>
            </a:extLst>
          </p:cNvPr>
          <p:cNvSpPr/>
          <p:nvPr/>
        </p:nvSpPr>
        <p:spPr>
          <a:xfrm>
            <a:off x="725146" y="3938708"/>
            <a:ext cx="69404" cy="68843"/>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15">
              <a:defRPr/>
            </a:pPr>
            <a:endParaRPr lang="zh-CN" altLang="en-US" sz="1050" err="1">
              <a:solidFill>
                <a:srgbClr val="000000"/>
              </a:solidFill>
              <a:latin typeface="BISansOpti"/>
            </a:endParaRPr>
          </a:p>
        </p:txBody>
      </p:sp>
      <p:sp>
        <p:nvSpPr>
          <p:cNvPr id="89" name="矩形 20">
            <a:extLst>
              <a:ext uri="{FF2B5EF4-FFF2-40B4-BE49-F238E27FC236}">
                <a16:creationId xmlns:a16="http://schemas.microsoft.com/office/drawing/2014/main" id="{7BD92CFC-0106-4FF4-A530-1AD27981172B}"/>
              </a:ext>
            </a:extLst>
          </p:cNvPr>
          <p:cNvSpPr/>
          <p:nvPr/>
        </p:nvSpPr>
        <p:spPr>
          <a:xfrm>
            <a:off x="1556507" y="3752065"/>
            <a:ext cx="3014511" cy="202981"/>
          </a:xfrm>
          <a:prstGeom prst="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Ph2 1366.31 recruit. wind.  ~22m</a:t>
            </a:r>
          </a:p>
          <a:p>
            <a:pPr algn="ctr" defTabSz="914288">
              <a:defRPr/>
            </a:pPr>
            <a:r>
              <a:rPr lang="en-US" altLang="zh-CN" sz="700" b="1">
                <a:solidFill>
                  <a:srgbClr val="000000"/>
                </a:solidFill>
                <a:latin typeface="Calibri" panose="020F0502020204030204" pitchFamily="34" charset="0"/>
                <a:cs typeface="Calibri" panose="020F0502020204030204" pitchFamily="34" charset="0"/>
              </a:rPr>
              <a:t>CN ML: 18 sites/25 patients; TW: 2 patients</a:t>
            </a:r>
          </a:p>
        </p:txBody>
      </p:sp>
      <p:sp>
        <p:nvSpPr>
          <p:cNvPr id="93" name="Rechteck 85">
            <a:extLst>
              <a:ext uri="{FF2B5EF4-FFF2-40B4-BE49-F238E27FC236}">
                <a16:creationId xmlns:a16="http://schemas.microsoft.com/office/drawing/2014/main" id="{89F1A44D-1840-4032-9CB7-814843983D00}"/>
              </a:ext>
            </a:extLst>
          </p:cNvPr>
          <p:cNvSpPr/>
          <p:nvPr/>
        </p:nvSpPr>
        <p:spPr>
          <a:xfrm>
            <a:off x="522110" y="3990555"/>
            <a:ext cx="476987" cy="169277"/>
          </a:xfrm>
          <a:prstGeom prst="rect">
            <a:avLst/>
          </a:prstGeom>
        </p:spPr>
        <p:txBody>
          <a:bodyPr wrap="square">
            <a:spAutoFit/>
          </a:bodyPr>
          <a:lstStyle/>
          <a:p>
            <a:pPr algn="ctr" defTabSz="685699">
              <a:lnSpc>
                <a:spcPts val="600"/>
              </a:lnSpc>
              <a:defRPr/>
            </a:pPr>
            <a:r>
              <a:rPr lang="en-US" sz="506" b="1">
                <a:solidFill>
                  <a:srgbClr val="000000"/>
                </a:solidFill>
                <a:latin typeface="BISansOpti"/>
              </a:rPr>
              <a:t>CTA</a:t>
            </a:r>
          </a:p>
        </p:txBody>
      </p:sp>
      <p:sp>
        <p:nvSpPr>
          <p:cNvPr id="96" name="OTLSHAPE_T_e17f3958430f4cff8650518c93c7635e_StartDate">
            <a:extLst>
              <a:ext uri="{FF2B5EF4-FFF2-40B4-BE49-F238E27FC236}">
                <a16:creationId xmlns:a16="http://schemas.microsoft.com/office/drawing/2014/main" id="{B0A18133-3C1F-4383-9DE5-E6DBAFFCED97}"/>
              </a:ext>
            </a:extLst>
          </p:cNvPr>
          <p:cNvSpPr txBox="1"/>
          <p:nvPr>
            <p:custDataLst>
              <p:tags r:id="rId5"/>
            </p:custDataLst>
          </p:nvPr>
        </p:nvSpPr>
        <p:spPr>
          <a:xfrm>
            <a:off x="1232796" y="3643644"/>
            <a:ext cx="630370" cy="80791"/>
          </a:xfrm>
          <a:prstGeom prst="rect">
            <a:avLst/>
          </a:prstGeom>
          <a:noFill/>
        </p:spPr>
        <p:txBody>
          <a:bodyPr vert="horz" wrap="square" lIns="0" tIns="0" rIns="0" bIns="0" rtlCol="0" anchor="ctr" anchorCtr="0">
            <a:spAutoFit/>
          </a:bodyPr>
          <a:lstStyle/>
          <a:p>
            <a:pPr algn="ctr" defTabSz="914265">
              <a:defRPr/>
            </a:pPr>
            <a:r>
              <a:rPr lang="en-US" altLang="zh-CN" sz="525" b="1">
                <a:solidFill>
                  <a:srgbClr val="44546A"/>
                </a:solidFill>
                <a:latin typeface="Calibri" panose="020F0502020204030204" pitchFamily="34" charset="0"/>
              </a:rPr>
              <a:t>Dec 2022</a:t>
            </a:r>
            <a:endParaRPr lang="zh-CN" altLang="en-US" sz="525" b="1">
              <a:solidFill>
                <a:srgbClr val="44546A"/>
              </a:solidFill>
              <a:latin typeface="Calibri" panose="020F0502020204030204" pitchFamily="34" charset="0"/>
            </a:endParaRPr>
          </a:p>
        </p:txBody>
      </p:sp>
      <p:sp>
        <p:nvSpPr>
          <p:cNvPr id="97" name="Rectangle 96">
            <a:extLst>
              <a:ext uri="{FF2B5EF4-FFF2-40B4-BE49-F238E27FC236}">
                <a16:creationId xmlns:a16="http://schemas.microsoft.com/office/drawing/2014/main" id="{789576B9-DBB4-48B9-A996-21E17AA8ECFC}"/>
              </a:ext>
            </a:extLst>
          </p:cNvPr>
          <p:cNvSpPr/>
          <p:nvPr/>
        </p:nvSpPr>
        <p:spPr>
          <a:xfrm>
            <a:off x="1414891" y="4020940"/>
            <a:ext cx="332143" cy="161583"/>
          </a:xfrm>
          <a:prstGeom prst="rect">
            <a:avLst/>
          </a:prstGeom>
        </p:spPr>
        <p:txBody>
          <a:bodyPr wrap="none">
            <a:spAutoFit/>
          </a:bodyPr>
          <a:lstStyle/>
          <a:p>
            <a:pPr algn="ctr" defTabSz="914265">
              <a:defRPr/>
            </a:pPr>
            <a:r>
              <a:rPr lang="en-US" altLang="zh-CN" sz="450" b="1">
                <a:solidFill>
                  <a:srgbClr val="44546A"/>
                </a:solidFill>
                <a:latin typeface="Calibri" panose="020F0502020204030204" pitchFamily="34" charset="0"/>
              </a:rPr>
              <a:t>1</a:t>
            </a:r>
            <a:r>
              <a:rPr lang="en-US" altLang="zh-CN" sz="450" b="1" baseline="30000">
                <a:solidFill>
                  <a:srgbClr val="44546A"/>
                </a:solidFill>
                <a:latin typeface="Calibri" panose="020F0502020204030204" pitchFamily="34" charset="0"/>
              </a:rPr>
              <a:t>st</a:t>
            </a:r>
            <a:r>
              <a:rPr lang="en-US" altLang="zh-CN" sz="450" b="1">
                <a:solidFill>
                  <a:srgbClr val="44546A"/>
                </a:solidFill>
                <a:latin typeface="Calibri" panose="020F0502020204030204" pitchFamily="34" charset="0"/>
              </a:rPr>
              <a:t> SIV</a:t>
            </a:r>
            <a:endParaRPr lang="zh-CN" altLang="en-US" sz="450" b="1">
              <a:solidFill>
                <a:srgbClr val="44546A"/>
              </a:solidFill>
              <a:latin typeface="Calibri" panose="020F0502020204030204" pitchFamily="34" charset="0"/>
            </a:endParaRPr>
          </a:p>
        </p:txBody>
      </p:sp>
      <p:sp>
        <p:nvSpPr>
          <p:cNvPr id="98" name="Star: 4 Points 143">
            <a:extLst>
              <a:ext uri="{FF2B5EF4-FFF2-40B4-BE49-F238E27FC236}">
                <a16:creationId xmlns:a16="http://schemas.microsoft.com/office/drawing/2014/main" id="{6E271F91-73DC-486A-BF92-0A18EDD24992}"/>
              </a:ext>
            </a:extLst>
          </p:cNvPr>
          <p:cNvSpPr/>
          <p:nvPr/>
        </p:nvSpPr>
        <p:spPr bwMode="auto">
          <a:xfrm>
            <a:off x="1509423" y="3909581"/>
            <a:ext cx="115368" cy="1154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81" eaLnBrk="0" fontAlgn="base" hangingPunct="0">
              <a:spcBef>
                <a:spcPct val="0"/>
              </a:spcBef>
              <a:spcAft>
                <a:spcPct val="0"/>
              </a:spcAft>
              <a:defRPr/>
            </a:pPr>
            <a:endParaRPr lang="zh-CN" altLang="en-US" sz="1200">
              <a:solidFill>
                <a:srgbClr val="000000"/>
              </a:solidFill>
              <a:latin typeface="Verdana" charset="0"/>
            </a:endParaRPr>
          </a:p>
        </p:txBody>
      </p:sp>
      <p:sp>
        <p:nvSpPr>
          <p:cNvPr id="102" name="OTLSHAPE_M_39ea6ebc19a94c9fab6ef5006c31df58_Date">
            <a:extLst>
              <a:ext uri="{FF2B5EF4-FFF2-40B4-BE49-F238E27FC236}">
                <a16:creationId xmlns:a16="http://schemas.microsoft.com/office/drawing/2014/main" id="{642F01DB-B99F-4D80-8584-E2E7C47D2ADA}"/>
              </a:ext>
            </a:extLst>
          </p:cNvPr>
          <p:cNvSpPr txBox="1"/>
          <p:nvPr>
            <p:custDataLst>
              <p:tags r:id="rId6"/>
            </p:custDataLst>
          </p:nvPr>
        </p:nvSpPr>
        <p:spPr>
          <a:xfrm>
            <a:off x="4853783" y="1489399"/>
            <a:ext cx="691347" cy="11541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defTabSz="914288">
              <a:defRPr/>
            </a:pPr>
            <a:r>
              <a:rPr lang="en-US" altLang="zh-CN"/>
              <a:t>Apr 2025</a:t>
            </a:r>
            <a:endParaRPr lang="zh-CN" altLang="en-US"/>
          </a:p>
        </p:txBody>
      </p:sp>
      <p:sp>
        <p:nvSpPr>
          <p:cNvPr id="103" name="矩形 20">
            <a:extLst>
              <a:ext uri="{FF2B5EF4-FFF2-40B4-BE49-F238E27FC236}">
                <a16:creationId xmlns:a16="http://schemas.microsoft.com/office/drawing/2014/main" id="{88ADF3F5-8D4E-46D6-B602-6ED584E51F57}"/>
              </a:ext>
            </a:extLst>
          </p:cNvPr>
          <p:cNvSpPr/>
          <p:nvPr/>
        </p:nvSpPr>
        <p:spPr>
          <a:xfrm>
            <a:off x="4577333" y="3754325"/>
            <a:ext cx="1851177" cy="20774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r>
              <a:rPr lang="en-US" altLang="zh-CN" sz="800" b="1" spc="-5">
                <a:solidFill>
                  <a:srgbClr val="000000"/>
                </a:solidFill>
                <a:latin typeface="Calibri" panose="020F0502020204030204" pitchFamily="34" charset="0"/>
                <a:ea typeface="等线" panose="02010600030101010101" pitchFamily="2" charset="-122"/>
              </a:rPr>
              <a:t>LSS-Key results</a:t>
            </a:r>
          </a:p>
        </p:txBody>
      </p:sp>
      <p:sp>
        <p:nvSpPr>
          <p:cNvPr id="105" name="TextBox 104">
            <a:extLst>
              <a:ext uri="{FF2B5EF4-FFF2-40B4-BE49-F238E27FC236}">
                <a16:creationId xmlns:a16="http://schemas.microsoft.com/office/drawing/2014/main" id="{339D6B94-4843-42D3-9D53-254BBFBFF495}"/>
              </a:ext>
            </a:extLst>
          </p:cNvPr>
          <p:cNvSpPr txBox="1"/>
          <p:nvPr/>
        </p:nvSpPr>
        <p:spPr>
          <a:xfrm>
            <a:off x="6681758" y="2145272"/>
            <a:ext cx="356343" cy="11541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kern="0">
                <a:solidFill>
                  <a:srgbClr val="44546A"/>
                </a:solidFill>
                <a:latin typeface="Calibri" panose="020F0502020204030204" pitchFamily="34" charset="0"/>
              </a:defRPr>
            </a:lvl1pPr>
          </a:lstStyle>
          <a:p>
            <a:pPr defTabSz="914288">
              <a:defRPr/>
            </a:pPr>
            <a:r>
              <a:rPr lang="en-US" altLang="zh-CN"/>
              <a:t>2026 Sep</a:t>
            </a:r>
            <a:endParaRPr lang="zh-CN" altLang="en-US"/>
          </a:p>
        </p:txBody>
      </p:sp>
      <p:sp>
        <p:nvSpPr>
          <p:cNvPr id="88" name="OTLSHAPE_T_e17f3958430f4cff8650518c93c7635e_StartDate">
            <a:extLst>
              <a:ext uri="{FF2B5EF4-FFF2-40B4-BE49-F238E27FC236}">
                <a16:creationId xmlns:a16="http://schemas.microsoft.com/office/drawing/2014/main" id="{B555F102-5B52-4610-A6D9-66E25F269809}"/>
              </a:ext>
            </a:extLst>
          </p:cNvPr>
          <p:cNvSpPr txBox="1"/>
          <p:nvPr>
            <p:custDataLst>
              <p:tags r:id="rId7"/>
            </p:custDataLst>
          </p:nvPr>
        </p:nvSpPr>
        <p:spPr>
          <a:xfrm>
            <a:off x="489294" y="3653403"/>
            <a:ext cx="630370" cy="80791"/>
          </a:xfrm>
          <a:prstGeom prst="rect">
            <a:avLst/>
          </a:prstGeom>
          <a:noFill/>
        </p:spPr>
        <p:txBody>
          <a:bodyPr vert="horz" wrap="square" lIns="0" tIns="0" rIns="0" bIns="0" rtlCol="0" anchor="ctr" anchorCtr="0">
            <a:spAutoFit/>
          </a:bodyPr>
          <a:lstStyle/>
          <a:p>
            <a:pPr algn="ctr" defTabSz="914265">
              <a:defRPr/>
            </a:pPr>
            <a:r>
              <a:rPr lang="en-US" altLang="zh-CN" sz="525" b="1">
                <a:solidFill>
                  <a:srgbClr val="44546A"/>
                </a:solidFill>
                <a:latin typeface="Calibri" panose="020F0502020204030204" pitchFamily="34" charset="0"/>
              </a:rPr>
              <a:t>Jun 2022</a:t>
            </a:r>
            <a:endParaRPr lang="zh-CN" altLang="en-US" sz="525" b="1">
              <a:solidFill>
                <a:srgbClr val="44546A"/>
              </a:solidFill>
              <a:latin typeface="Calibri" panose="020F0502020204030204" pitchFamily="34" charset="0"/>
            </a:endParaRPr>
          </a:p>
        </p:txBody>
      </p:sp>
      <p:grpSp>
        <p:nvGrpSpPr>
          <p:cNvPr id="94" name="Group 93">
            <a:extLst>
              <a:ext uri="{FF2B5EF4-FFF2-40B4-BE49-F238E27FC236}">
                <a16:creationId xmlns:a16="http://schemas.microsoft.com/office/drawing/2014/main" id="{8CA2D186-99EC-466F-9E24-BEA99F2ECDCD}"/>
              </a:ext>
            </a:extLst>
          </p:cNvPr>
          <p:cNvGrpSpPr/>
          <p:nvPr/>
        </p:nvGrpSpPr>
        <p:grpSpPr>
          <a:xfrm>
            <a:off x="3242910" y="1146166"/>
            <a:ext cx="546747" cy="3954969"/>
            <a:chOff x="576187" y="1117917"/>
            <a:chExt cx="546747" cy="3954967"/>
          </a:xfrm>
        </p:grpSpPr>
        <p:cxnSp>
          <p:nvCxnSpPr>
            <p:cNvPr id="100" name="Straight Connector 99">
              <a:extLst>
                <a:ext uri="{FF2B5EF4-FFF2-40B4-BE49-F238E27FC236}">
                  <a16:creationId xmlns:a16="http://schemas.microsoft.com/office/drawing/2014/main" id="{BF5FE6AA-25B7-4F2C-B9AC-FAE01DE0759D}"/>
                </a:ext>
              </a:extLst>
            </p:cNvPr>
            <p:cNvCxnSpPr>
              <a:cxnSpLocks/>
            </p:cNvCxnSpPr>
            <p:nvPr/>
          </p:nvCxnSpPr>
          <p:spPr bwMode="auto">
            <a:xfrm flipV="1">
              <a:off x="1063002" y="129791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01" name="OTLSHAPE_T_e17f3958430f4cff8650518c93c7635e_StartDate">
              <a:extLst>
                <a:ext uri="{FF2B5EF4-FFF2-40B4-BE49-F238E27FC236}">
                  <a16:creationId xmlns:a16="http://schemas.microsoft.com/office/drawing/2014/main" id="{652D871A-8217-4BD8-A503-BA3EEDA62A16}"/>
                </a:ext>
              </a:extLst>
            </p:cNvPr>
            <p:cNvSpPr txBox="1"/>
            <p:nvPr>
              <p:custDataLst>
                <p:tags r:id="rId18"/>
              </p:custDataLst>
            </p:nvPr>
          </p:nvSpPr>
          <p:spPr>
            <a:xfrm>
              <a:off x="576187" y="1117917"/>
              <a:ext cx="546747" cy="12311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
        <p:nvSpPr>
          <p:cNvPr id="108" name="TextBox 107">
            <a:extLst>
              <a:ext uri="{FF2B5EF4-FFF2-40B4-BE49-F238E27FC236}">
                <a16:creationId xmlns:a16="http://schemas.microsoft.com/office/drawing/2014/main" id="{5DFEA8EC-7991-4674-8181-76CD550E3CF1}"/>
              </a:ext>
            </a:extLst>
          </p:cNvPr>
          <p:cNvSpPr txBox="1"/>
          <p:nvPr/>
        </p:nvSpPr>
        <p:spPr>
          <a:xfrm>
            <a:off x="-63238" y="4566031"/>
            <a:ext cx="1164074" cy="646331"/>
          </a:xfrm>
          <a:prstGeom prst="rect">
            <a:avLst/>
          </a:prstGeom>
          <a:noFill/>
        </p:spPr>
        <p:txBody>
          <a:bodyPr wrap="square">
            <a:spAutoFit/>
          </a:bodyPr>
          <a:lstStyle/>
          <a:p>
            <a:pPr defTabSz="914288">
              <a:defRPr/>
            </a:pPr>
            <a:r>
              <a:rPr lang="en-US" altLang="zh-CN" sz="600" err="1">
                <a:solidFill>
                  <a:srgbClr val="000000"/>
                </a:solidFill>
                <a:latin typeface="BISansCond"/>
              </a:rPr>
              <a:t>sGC</a:t>
            </a:r>
            <a:r>
              <a:rPr lang="en-US" altLang="zh-CN" sz="600">
                <a:solidFill>
                  <a:srgbClr val="000000"/>
                </a:solidFill>
                <a:latin typeface="BISansCond"/>
              </a:rPr>
              <a:t>:</a:t>
            </a:r>
            <a:r>
              <a:rPr lang="zh-CN" altLang="en-US" sz="600">
                <a:solidFill>
                  <a:srgbClr val="000000"/>
                </a:solidFill>
                <a:latin typeface="BISansCond"/>
              </a:rPr>
              <a:t> </a:t>
            </a:r>
            <a:r>
              <a:rPr lang="en-US" altLang="zh-CN" sz="600">
                <a:solidFill>
                  <a:srgbClr val="000000"/>
                </a:solidFill>
                <a:latin typeface="BISansCond"/>
              </a:rPr>
              <a:t>soluble guanylate cyclase</a:t>
            </a:r>
          </a:p>
          <a:p>
            <a:pPr defTabSz="914288">
              <a:defRPr/>
            </a:pPr>
            <a:r>
              <a:rPr lang="en-US" altLang="zh-CN" sz="600">
                <a:solidFill>
                  <a:srgbClr val="000000"/>
                </a:solidFill>
                <a:latin typeface="BISansCond"/>
              </a:rPr>
              <a:t>LSS: Last subject screening</a:t>
            </a:r>
          </a:p>
          <a:p>
            <a:pPr defTabSz="914288">
              <a:defRPr/>
            </a:pPr>
            <a:r>
              <a:rPr lang="en-US" altLang="zh-CN" sz="600">
                <a:solidFill>
                  <a:srgbClr val="000000"/>
                </a:solidFill>
                <a:latin typeface="BISansCond"/>
              </a:rPr>
              <a:t>LSC: Last subject complete</a:t>
            </a:r>
          </a:p>
          <a:p>
            <a:pPr defTabSz="914288">
              <a:defRPr/>
            </a:pPr>
            <a:r>
              <a:rPr lang="en-US" altLang="zh-CN" sz="600">
                <a:solidFill>
                  <a:srgbClr val="000000"/>
                </a:solidFill>
                <a:latin typeface="BISansCond"/>
              </a:rPr>
              <a:t>SQV : site qualification visit </a:t>
            </a:r>
          </a:p>
          <a:p>
            <a:pPr defTabSz="914288">
              <a:defRPr/>
            </a:pPr>
            <a:r>
              <a:rPr lang="en-US" altLang="zh-CN" sz="600">
                <a:solidFill>
                  <a:srgbClr val="000000"/>
                </a:solidFill>
                <a:latin typeface="BISansCond"/>
              </a:rPr>
              <a:t>FSS: First subject screening</a:t>
            </a:r>
          </a:p>
          <a:p>
            <a:pPr defTabSz="914288">
              <a:defRPr/>
            </a:pPr>
            <a:r>
              <a:rPr lang="en-US" altLang="zh-CN" sz="600">
                <a:solidFill>
                  <a:srgbClr val="000000"/>
                </a:solidFill>
                <a:latin typeface="BISansCond"/>
              </a:rPr>
              <a:t>CN ML: China mainland</a:t>
            </a:r>
            <a:endParaRPr lang="zh-CN" altLang="en-US" sz="600">
              <a:solidFill>
                <a:srgbClr val="000000"/>
              </a:solidFill>
              <a:latin typeface="BISansCond"/>
            </a:endParaRPr>
          </a:p>
        </p:txBody>
      </p:sp>
      <p:sp>
        <p:nvSpPr>
          <p:cNvPr id="6" name="OTLSHAPE_M_39ea6ebc19a94c9fab6ef5006c31df58_Title">
            <a:extLst>
              <a:ext uri="{FF2B5EF4-FFF2-40B4-BE49-F238E27FC236}">
                <a16:creationId xmlns:a16="http://schemas.microsoft.com/office/drawing/2014/main" id="{F70A7CB1-FD75-2DCF-7A9C-EC2BCEEDBB24}"/>
              </a:ext>
            </a:extLst>
          </p:cNvPr>
          <p:cNvSpPr txBox="1"/>
          <p:nvPr>
            <p:custDataLst>
              <p:tags r:id="rId8"/>
            </p:custDataLst>
          </p:nvPr>
        </p:nvSpPr>
        <p:spPr>
          <a:xfrm>
            <a:off x="8471599" y="2632136"/>
            <a:ext cx="1063730"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Launch</a:t>
            </a:r>
          </a:p>
          <a:p>
            <a:pPr defTabSz="914288">
              <a:defRPr/>
            </a:pPr>
            <a:r>
              <a:rPr lang="en-US" altLang="zh-CN"/>
              <a:t>Feb 2031</a:t>
            </a:r>
          </a:p>
        </p:txBody>
      </p:sp>
      <p:sp>
        <p:nvSpPr>
          <p:cNvPr id="8" name="五角星 55">
            <a:extLst>
              <a:ext uri="{FF2B5EF4-FFF2-40B4-BE49-F238E27FC236}">
                <a16:creationId xmlns:a16="http://schemas.microsoft.com/office/drawing/2014/main" id="{E87A99A7-43C5-A51D-B255-23369B77F513}"/>
              </a:ext>
            </a:extLst>
          </p:cNvPr>
          <p:cNvSpPr/>
          <p:nvPr/>
        </p:nvSpPr>
        <p:spPr bwMode="auto">
          <a:xfrm>
            <a:off x="8545404" y="2414495"/>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Cond"/>
            </a:endParaRPr>
          </a:p>
        </p:txBody>
      </p:sp>
      <p:sp>
        <p:nvSpPr>
          <p:cNvPr id="9" name="OTLSHAPE_M_39ea6ebc19a94c9fab6ef5006c31df58_Title">
            <a:extLst>
              <a:ext uri="{FF2B5EF4-FFF2-40B4-BE49-F238E27FC236}">
                <a16:creationId xmlns:a16="http://schemas.microsoft.com/office/drawing/2014/main" id="{F12E7DF4-1C3E-D60F-9B9B-40E4CBF36F1E}"/>
              </a:ext>
            </a:extLst>
          </p:cNvPr>
          <p:cNvSpPr txBox="1"/>
          <p:nvPr>
            <p:custDataLst>
              <p:tags r:id="rId9"/>
            </p:custDataLst>
          </p:nvPr>
        </p:nvSpPr>
        <p:spPr>
          <a:xfrm>
            <a:off x="8314954" y="2626558"/>
            <a:ext cx="543384"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NDA sub</a:t>
            </a:r>
          </a:p>
          <a:p>
            <a:pPr defTabSz="914288">
              <a:defRPr/>
            </a:pPr>
            <a:r>
              <a:rPr lang="en-US" altLang="zh-CN"/>
              <a:t>Jan 2030</a:t>
            </a:r>
          </a:p>
        </p:txBody>
      </p:sp>
      <p:sp>
        <p:nvSpPr>
          <p:cNvPr id="13" name="五角星 55">
            <a:extLst>
              <a:ext uri="{FF2B5EF4-FFF2-40B4-BE49-F238E27FC236}">
                <a16:creationId xmlns:a16="http://schemas.microsoft.com/office/drawing/2014/main" id="{0E16D7F1-E647-91AA-786D-03902318F494}"/>
              </a:ext>
            </a:extLst>
          </p:cNvPr>
          <p:cNvSpPr/>
          <p:nvPr/>
        </p:nvSpPr>
        <p:spPr bwMode="auto">
          <a:xfrm>
            <a:off x="8586648" y="4477583"/>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Cond"/>
            </a:endParaRPr>
          </a:p>
        </p:txBody>
      </p:sp>
      <p:sp>
        <p:nvSpPr>
          <p:cNvPr id="14" name="OTLSHAPE_M_39ea6ebc19a94c9fab6ef5006c31df58_Title">
            <a:extLst>
              <a:ext uri="{FF2B5EF4-FFF2-40B4-BE49-F238E27FC236}">
                <a16:creationId xmlns:a16="http://schemas.microsoft.com/office/drawing/2014/main" id="{4C4EE173-8724-127B-64ED-A729EE5E28A9}"/>
              </a:ext>
            </a:extLst>
          </p:cNvPr>
          <p:cNvSpPr txBox="1"/>
          <p:nvPr>
            <p:custDataLst>
              <p:tags r:id="rId10"/>
            </p:custDataLst>
          </p:nvPr>
        </p:nvSpPr>
        <p:spPr>
          <a:xfrm>
            <a:off x="7810748" y="4437531"/>
            <a:ext cx="775901"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China NDA sub </a:t>
            </a:r>
          </a:p>
          <a:p>
            <a:pPr defTabSz="914288">
              <a:defRPr/>
            </a:pPr>
            <a:r>
              <a:rPr lang="en-US" altLang="zh-CN"/>
              <a:t>Feb 2030</a:t>
            </a:r>
          </a:p>
        </p:txBody>
      </p:sp>
      <p:sp>
        <p:nvSpPr>
          <p:cNvPr id="15" name="OTLSHAPE_M_39ea6ebc19a94c9fab6ef5006c31df58_Title">
            <a:extLst>
              <a:ext uri="{FF2B5EF4-FFF2-40B4-BE49-F238E27FC236}">
                <a16:creationId xmlns:a16="http://schemas.microsoft.com/office/drawing/2014/main" id="{3627FCA7-FFB1-F5CC-D087-A2A264940093}"/>
              </a:ext>
            </a:extLst>
          </p:cNvPr>
          <p:cNvSpPr txBox="1"/>
          <p:nvPr>
            <p:custDataLst>
              <p:tags r:id="rId11"/>
            </p:custDataLst>
          </p:nvPr>
        </p:nvSpPr>
        <p:spPr>
          <a:xfrm>
            <a:off x="8371255" y="4693918"/>
            <a:ext cx="1164074"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kern="0"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China NDA App </a:t>
            </a:r>
          </a:p>
          <a:p>
            <a:pPr defTabSz="914288">
              <a:defRPr/>
            </a:pPr>
            <a:r>
              <a:rPr lang="en-US" altLang="zh-CN"/>
              <a:t>May 2031</a:t>
            </a:r>
          </a:p>
        </p:txBody>
      </p:sp>
      <p:pic>
        <p:nvPicPr>
          <p:cNvPr id="16" name="Picture 15" descr="Traffic light - Simple English Wikipedia, the free ...">
            <a:extLst>
              <a:ext uri="{FF2B5EF4-FFF2-40B4-BE49-F238E27FC236}">
                <a16:creationId xmlns:a16="http://schemas.microsoft.com/office/drawing/2014/main" id="{CD70FB91-8DE2-5494-200C-2F5F1A7C6F11}"/>
              </a:ext>
            </a:extLst>
          </p:cNvPr>
          <p:cNvPicPr>
            <a:picLocks noChangeAspect="1"/>
          </p:cNvPicPr>
          <p:nvPr/>
        </p:nvPicPr>
        <p:blipFill rotWithShape="1">
          <a:blip r:embed="rId23"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17" name="OTLSHAPE_T_5a934a26f311425e8ebaa0f45e6533ad_Shape">
            <a:extLst>
              <a:ext uri="{FF2B5EF4-FFF2-40B4-BE49-F238E27FC236}">
                <a16:creationId xmlns:a16="http://schemas.microsoft.com/office/drawing/2014/main" id="{BC61BA49-4F97-C1E3-2051-73D94539201F}"/>
              </a:ext>
            </a:extLst>
          </p:cNvPr>
          <p:cNvSpPr/>
          <p:nvPr/>
        </p:nvSpPr>
        <p:spPr bwMode="auto">
          <a:xfrm>
            <a:off x="1523555" y="1612838"/>
            <a:ext cx="3047922" cy="192024"/>
          </a:xfrm>
          <a:prstGeom prst="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Ph2 N=200 </a:t>
            </a:r>
          </a:p>
        </p:txBody>
      </p:sp>
      <p:sp>
        <p:nvSpPr>
          <p:cNvPr id="18" name="OTLSHAPE_T_e17f3958430f4cff8650518c93c7635e_StartDate">
            <a:extLst>
              <a:ext uri="{FF2B5EF4-FFF2-40B4-BE49-F238E27FC236}">
                <a16:creationId xmlns:a16="http://schemas.microsoft.com/office/drawing/2014/main" id="{33D17CCD-39D1-F06C-058C-A44C1141B8A3}"/>
              </a:ext>
            </a:extLst>
          </p:cNvPr>
          <p:cNvSpPr txBox="1"/>
          <p:nvPr>
            <p:custDataLst>
              <p:tags r:id="rId12"/>
            </p:custDataLst>
          </p:nvPr>
        </p:nvSpPr>
        <p:spPr>
          <a:xfrm>
            <a:off x="1167381" y="1504623"/>
            <a:ext cx="630370"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Dec 2022</a:t>
            </a:r>
            <a:endParaRPr lang="zh-CN" altLang="en-US" sz="750" b="1">
              <a:solidFill>
                <a:srgbClr val="44546A"/>
              </a:solidFill>
              <a:latin typeface="Calibri" panose="020F0502020204030204" pitchFamily="34" charset="0"/>
            </a:endParaRPr>
          </a:p>
        </p:txBody>
      </p:sp>
      <p:sp>
        <p:nvSpPr>
          <p:cNvPr id="19" name="OTLSHAPE_T_5a934a26f311425e8ebaa0f45e6533ad_Shape">
            <a:extLst>
              <a:ext uri="{FF2B5EF4-FFF2-40B4-BE49-F238E27FC236}">
                <a16:creationId xmlns:a16="http://schemas.microsoft.com/office/drawing/2014/main" id="{8E5F07A3-427C-B8EC-6111-4706D271A558}"/>
              </a:ext>
            </a:extLst>
          </p:cNvPr>
          <p:cNvSpPr/>
          <p:nvPr/>
        </p:nvSpPr>
        <p:spPr bwMode="auto">
          <a:xfrm>
            <a:off x="4571016" y="1608387"/>
            <a:ext cx="1857454" cy="19202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spc="-5">
                <a:solidFill>
                  <a:srgbClr val="000000"/>
                </a:solidFill>
                <a:latin typeface="Calibri" panose="020F0502020204030204" pitchFamily="34" charset="0"/>
                <a:ea typeface="等线" panose="02010600030101010101" pitchFamily="2" charset="-122"/>
              </a:rPr>
              <a:t>LSS-key results </a:t>
            </a:r>
          </a:p>
        </p:txBody>
      </p:sp>
      <p:sp>
        <p:nvSpPr>
          <p:cNvPr id="20" name="OTLSHAPE_T_e17f3958430f4cff8650518c93c7635e_StartDate">
            <a:extLst>
              <a:ext uri="{FF2B5EF4-FFF2-40B4-BE49-F238E27FC236}">
                <a16:creationId xmlns:a16="http://schemas.microsoft.com/office/drawing/2014/main" id="{58CF46E9-698C-806E-DF26-40981B3F5E4F}"/>
              </a:ext>
            </a:extLst>
          </p:cNvPr>
          <p:cNvSpPr txBox="1"/>
          <p:nvPr>
            <p:custDataLst>
              <p:tags r:id="rId13"/>
            </p:custDataLst>
          </p:nvPr>
        </p:nvSpPr>
        <p:spPr>
          <a:xfrm>
            <a:off x="4229001" y="1489399"/>
            <a:ext cx="630370" cy="11541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288">
              <a:defRPr/>
            </a:pPr>
            <a:r>
              <a:rPr lang="en-US" altLang="zh-CN" kern="0"/>
              <a:t>Oct 2024</a:t>
            </a:r>
            <a:endParaRPr lang="zh-CN" altLang="en-US" kern="0"/>
          </a:p>
        </p:txBody>
      </p:sp>
      <p:sp>
        <p:nvSpPr>
          <p:cNvPr id="65" name="Star: 4 Points 143">
            <a:extLst>
              <a:ext uri="{FF2B5EF4-FFF2-40B4-BE49-F238E27FC236}">
                <a16:creationId xmlns:a16="http://schemas.microsoft.com/office/drawing/2014/main" id="{2E0BDA15-E7DB-422A-9F9B-FFCBEE86CC6B}"/>
              </a:ext>
            </a:extLst>
          </p:cNvPr>
          <p:cNvSpPr/>
          <p:nvPr/>
        </p:nvSpPr>
        <p:spPr bwMode="auto">
          <a:xfrm>
            <a:off x="1460443" y="174074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a:solidFill>
                <a:srgbClr val="000000"/>
              </a:solidFill>
              <a:latin typeface="Verdana" charset="0"/>
            </a:endParaRPr>
          </a:p>
        </p:txBody>
      </p:sp>
      <p:sp>
        <p:nvSpPr>
          <p:cNvPr id="22" name="OTLSHAPE_T_e17f3958430f4cff8650518c93c7635e_StartDate">
            <a:extLst>
              <a:ext uri="{FF2B5EF4-FFF2-40B4-BE49-F238E27FC236}">
                <a16:creationId xmlns:a16="http://schemas.microsoft.com/office/drawing/2014/main" id="{22F5E4EB-3F20-7947-300C-36F54DA43572}"/>
              </a:ext>
            </a:extLst>
          </p:cNvPr>
          <p:cNvSpPr txBox="1"/>
          <p:nvPr>
            <p:custDataLst>
              <p:tags r:id="rId14"/>
            </p:custDataLst>
          </p:nvPr>
        </p:nvSpPr>
        <p:spPr>
          <a:xfrm>
            <a:off x="6319359" y="1499307"/>
            <a:ext cx="630370" cy="11541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288">
              <a:defRPr/>
            </a:pPr>
            <a:r>
              <a:rPr lang="en-US" altLang="zh-CN" kern="0"/>
              <a:t>Feb 2026</a:t>
            </a:r>
            <a:endParaRPr lang="zh-CN" altLang="en-US" kern="0"/>
          </a:p>
        </p:txBody>
      </p:sp>
      <p:sp>
        <p:nvSpPr>
          <p:cNvPr id="23" name="Rectangle 22">
            <a:extLst>
              <a:ext uri="{FF2B5EF4-FFF2-40B4-BE49-F238E27FC236}">
                <a16:creationId xmlns:a16="http://schemas.microsoft.com/office/drawing/2014/main" id="{CB29C92A-47C1-DE2B-CDA9-79D1BC299E79}"/>
              </a:ext>
            </a:extLst>
          </p:cNvPr>
          <p:cNvSpPr/>
          <p:nvPr/>
        </p:nvSpPr>
        <p:spPr>
          <a:xfrm>
            <a:off x="6569891" y="1580206"/>
            <a:ext cx="931666" cy="323165"/>
          </a:xfrm>
          <a:prstGeom prst="rect">
            <a:avLst/>
          </a:prstGeom>
        </p:spPr>
        <p:txBody>
          <a:bodyPr wrap="none">
            <a:spAutoFit/>
          </a:bodyPr>
          <a:lstStyle/>
          <a:p>
            <a:pPr algn="ctr" defTabSz="914265">
              <a:defRPr/>
            </a:pPr>
            <a:r>
              <a:rPr lang="en-US" altLang="zh-CN" sz="750" b="1">
                <a:solidFill>
                  <a:srgbClr val="44546A"/>
                </a:solidFill>
                <a:latin typeface="Calibri" panose="020F0502020204030204" pitchFamily="34" charset="0"/>
              </a:rPr>
              <a:t>Decision: go/no go</a:t>
            </a:r>
          </a:p>
          <a:p>
            <a:pPr algn="ctr" defTabSz="914265">
              <a:defRPr/>
            </a:pPr>
            <a:r>
              <a:rPr lang="en-US" altLang="zh-CN" sz="750" b="1">
                <a:solidFill>
                  <a:srgbClr val="44546A"/>
                </a:solidFill>
                <a:latin typeface="Calibri" panose="020F0502020204030204" pitchFamily="34" charset="0"/>
              </a:rPr>
              <a:t> early launch</a:t>
            </a:r>
            <a:endParaRPr lang="zh-CN" altLang="en-US" sz="750" b="1">
              <a:solidFill>
                <a:srgbClr val="44546A"/>
              </a:solidFill>
              <a:latin typeface="Calibri" panose="020F0502020204030204" pitchFamily="34" charset="0"/>
            </a:endParaRPr>
          </a:p>
        </p:txBody>
      </p:sp>
      <p:sp>
        <p:nvSpPr>
          <p:cNvPr id="24" name="TextBox 19">
            <a:extLst>
              <a:ext uri="{FF2B5EF4-FFF2-40B4-BE49-F238E27FC236}">
                <a16:creationId xmlns:a16="http://schemas.microsoft.com/office/drawing/2014/main" id="{6D8B7E29-8513-E826-3450-715C43A0C112}"/>
              </a:ext>
            </a:extLst>
          </p:cNvPr>
          <p:cNvSpPr txBox="1"/>
          <p:nvPr/>
        </p:nvSpPr>
        <p:spPr>
          <a:xfrm>
            <a:off x="-16490" y="1903987"/>
            <a:ext cx="464406"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Ph2 OLE</a:t>
            </a:r>
          </a:p>
          <a:p>
            <a:pPr algn="ctr" defTabSz="914288">
              <a:defRPr/>
            </a:pPr>
            <a:r>
              <a:rPr lang="en-US" sz="800" b="1">
                <a:solidFill>
                  <a:srgbClr val="0066CC"/>
                </a:solidFill>
                <a:latin typeface="Calibri" panose="020F0502020204030204" pitchFamily="34" charset="0"/>
                <a:cs typeface="Calibri" panose="020F0502020204030204" pitchFamily="34" charset="0"/>
              </a:rPr>
              <a:t>1366-0032</a:t>
            </a:r>
          </a:p>
        </p:txBody>
      </p:sp>
      <p:sp>
        <p:nvSpPr>
          <p:cNvPr id="25" name="OTLSHAPE_T_5a934a26f311425e8ebaa0f45e6533ad_Shape">
            <a:extLst>
              <a:ext uri="{FF2B5EF4-FFF2-40B4-BE49-F238E27FC236}">
                <a16:creationId xmlns:a16="http://schemas.microsoft.com/office/drawing/2014/main" id="{9D8D19E7-4737-1399-28C8-EC2C397F13FA}"/>
              </a:ext>
            </a:extLst>
          </p:cNvPr>
          <p:cNvSpPr/>
          <p:nvPr/>
        </p:nvSpPr>
        <p:spPr bwMode="auto">
          <a:xfrm>
            <a:off x="6286785" y="1892686"/>
            <a:ext cx="1857454"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Ph2 OLE FSS-Key results </a:t>
            </a:r>
          </a:p>
        </p:txBody>
      </p:sp>
      <p:sp>
        <p:nvSpPr>
          <p:cNvPr id="26" name="OTLSHAPE_T_e17f3958430f4cff8650518c93c7635e_StartDate">
            <a:extLst>
              <a:ext uri="{FF2B5EF4-FFF2-40B4-BE49-F238E27FC236}">
                <a16:creationId xmlns:a16="http://schemas.microsoft.com/office/drawing/2014/main" id="{A87D62A3-2C53-B689-D17B-EC784FB5B1CA}"/>
              </a:ext>
            </a:extLst>
          </p:cNvPr>
          <p:cNvSpPr txBox="1"/>
          <p:nvPr>
            <p:custDataLst>
              <p:tags r:id="rId15"/>
            </p:custDataLst>
          </p:nvPr>
        </p:nvSpPr>
        <p:spPr>
          <a:xfrm>
            <a:off x="5919633" y="1848723"/>
            <a:ext cx="630370"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Nov 2025</a:t>
            </a:r>
            <a:endParaRPr lang="zh-CN" altLang="en-US" sz="750" b="1">
              <a:solidFill>
                <a:srgbClr val="44546A"/>
              </a:solidFill>
              <a:latin typeface="Calibri" panose="020F0502020204030204" pitchFamily="34" charset="0"/>
            </a:endParaRPr>
          </a:p>
        </p:txBody>
      </p:sp>
      <p:sp>
        <p:nvSpPr>
          <p:cNvPr id="27" name="OTLSHAPE_T_e17f3958430f4cff8650518c93c7635e_StartDate">
            <a:extLst>
              <a:ext uri="{FF2B5EF4-FFF2-40B4-BE49-F238E27FC236}">
                <a16:creationId xmlns:a16="http://schemas.microsoft.com/office/drawing/2014/main" id="{B43C6D48-D8FD-8272-7A7E-B523BD589206}"/>
              </a:ext>
            </a:extLst>
          </p:cNvPr>
          <p:cNvSpPr txBox="1"/>
          <p:nvPr>
            <p:custDataLst>
              <p:tags r:id="rId16"/>
            </p:custDataLst>
          </p:nvPr>
        </p:nvSpPr>
        <p:spPr>
          <a:xfrm>
            <a:off x="7829052" y="1838015"/>
            <a:ext cx="630370"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Feb 2028</a:t>
            </a:r>
            <a:endParaRPr lang="zh-CN" altLang="en-US" sz="750" b="1">
              <a:solidFill>
                <a:srgbClr val="44546A"/>
              </a:solidFill>
              <a:latin typeface="Calibri" panose="020F0502020204030204" pitchFamily="34" charset="0"/>
            </a:endParaRPr>
          </a:p>
        </p:txBody>
      </p:sp>
      <p:sp>
        <p:nvSpPr>
          <p:cNvPr id="28" name="Rectangle 27">
            <a:extLst>
              <a:ext uri="{FF2B5EF4-FFF2-40B4-BE49-F238E27FC236}">
                <a16:creationId xmlns:a16="http://schemas.microsoft.com/office/drawing/2014/main" id="{59C26044-095D-F88E-2320-8BACEF53113A}"/>
              </a:ext>
            </a:extLst>
          </p:cNvPr>
          <p:cNvSpPr/>
          <p:nvPr/>
        </p:nvSpPr>
        <p:spPr>
          <a:xfrm>
            <a:off x="4413194" y="1802562"/>
            <a:ext cx="365471" cy="207749"/>
          </a:xfrm>
          <a:prstGeom prst="rect">
            <a:avLst/>
          </a:prstGeom>
        </p:spPr>
        <p:txBody>
          <a:bodyPr wrap="square">
            <a:spAutoFit/>
          </a:bodyPr>
          <a:lstStyle/>
          <a:p>
            <a:pPr algn="ctr" defTabSz="914265">
              <a:defRPr/>
            </a:pPr>
            <a:r>
              <a:rPr lang="en-US" altLang="zh-CN" sz="750" b="1">
                <a:solidFill>
                  <a:srgbClr val="44546A"/>
                </a:solidFill>
                <a:latin typeface="Calibri" panose="020F0502020204030204" pitchFamily="34" charset="0"/>
              </a:rPr>
              <a:t>LSS</a:t>
            </a:r>
            <a:endParaRPr lang="zh-CN" altLang="en-US" sz="750" b="1">
              <a:solidFill>
                <a:srgbClr val="44546A"/>
              </a:solidFill>
              <a:latin typeface="Calibri" panose="020F0502020204030204" pitchFamily="34" charset="0"/>
            </a:endParaRPr>
          </a:p>
        </p:txBody>
      </p:sp>
      <p:pic>
        <p:nvPicPr>
          <p:cNvPr id="29" name="Graphic 28" descr="Flag with solid fill">
            <a:extLst>
              <a:ext uri="{FF2B5EF4-FFF2-40B4-BE49-F238E27FC236}">
                <a16:creationId xmlns:a16="http://schemas.microsoft.com/office/drawing/2014/main" id="{5DF27B44-E3E0-3FA3-2983-08F6D5C22EA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930502" y="2408915"/>
            <a:ext cx="145920" cy="145920"/>
          </a:xfrm>
          <a:prstGeom prst="rect">
            <a:avLst/>
          </a:prstGeom>
        </p:spPr>
      </p:pic>
      <p:sp>
        <p:nvSpPr>
          <p:cNvPr id="30" name="TextBox 29">
            <a:extLst>
              <a:ext uri="{FF2B5EF4-FFF2-40B4-BE49-F238E27FC236}">
                <a16:creationId xmlns:a16="http://schemas.microsoft.com/office/drawing/2014/main" id="{AE1A5680-D133-2FB3-FC32-EF85FAA610D3}"/>
              </a:ext>
            </a:extLst>
          </p:cNvPr>
          <p:cNvSpPr txBox="1"/>
          <p:nvPr/>
        </p:nvSpPr>
        <p:spPr>
          <a:xfrm>
            <a:off x="1576131" y="4528183"/>
            <a:ext cx="5467163" cy="331470"/>
          </a:xfrm>
          <a:prstGeom prst="roundRect">
            <a:avLst>
              <a:gd name="adj" fmla="val 2782"/>
            </a:avLst>
          </a:prstGeom>
          <a:solidFill>
            <a:srgbClr val="FFFFFF"/>
          </a:solidFill>
          <a:ln w="12700" cap="flat" cmpd="sng" algn="ctr">
            <a:solidFill>
              <a:srgbClr val="336597"/>
            </a:solidFill>
            <a:prstDash val="solid"/>
          </a:ln>
          <a:effectLst/>
        </p:spPr>
        <p:txBody>
          <a:bodyPr wrap="square" lIns="0" tIns="0" rIns="0" bIns="0" rtlCol="0" anchor="t">
            <a:spAutoFit/>
          </a:bodyPr>
          <a:lstStyle/>
          <a:p>
            <a:pPr marL="170807" indent="-170807" defTabSz="1219019">
              <a:spcBef>
                <a:spcPts val="400"/>
              </a:spcBef>
              <a:buFont typeface="Arial" panose="020B0604020202020204" pitchFamily="34" charset="0"/>
              <a:buChar char="•"/>
              <a:defRPr/>
            </a:pPr>
            <a:r>
              <a:rPr lang="en-US" altLang="zh-CN" sz="900" kern="0">
                <a:solidFill>
                  <a:srgbClr val="000000"/>
                </a:solidFill>
                <a:latin typeface="BISans"/>
              </a:rPr>
              <a:t>31 patients screened, 10 (+1) randomized in China. Global TOP 1 for recruitment. </a:t>
            </a:r>
            <a:endParaRPr lang="zh-CN" altLang="en-US"/>
          </a:p>
          <a:p>
            <a:pPr marL="170807" indent="-170807" defTabSz="1219019">
              <a:spcBef>
                <a:spcPts val="400"/>
              </a:spcBef>
              <a:buFont typeface="Arial" panose="020B0604020202020204" pitchFamily="34" charset="0"/>
              <a:buChar char="•"/>
              <a:defRPr/>
            </a:pPr>
            <a:r>
              <a:rPr lang="en-US" altLang="zh-CN" sz="900" kern="0">
                <a:solidFill>
                  <a:srgbClr val="000000"/>
                </a:solidFill>
                <a:latin typeface="BISans"/>
              </a:rPr>
              <a:t>HGRAC approval for CTP v4.0 on 19Apr2024. </a:t>
            </a:r>
          </a:p>
        </p:txBody>
      </p:sp>
      <p:pic>
        <p:nvPicPr>
          <p:cNvPr id="31" name="Graphic 30" descr="Flag with solid fill">
            <a:extLst>
              <a:ext uri="{FF2B5EF4-FFF2-40B4-BE49-F238E27FC236}">
                <a16:creationId xmlns:a16="http://schemas.microsoft.com/office/drawing/2014/main" id="{B325AF42-DE14-813B-BF28-F0118DE0FCD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33464" y="4514800"/>
            <a:ext cx="145920" cy="145920"/>
          </a:xfrm>
          <a:prstGeom prst="rect">
            <a:avLst/>
          </a:prstGeom>
        </p:spPr>
      </p:pic>
      <p:sp>
        <p:nvSpPr>
          <p:cNvPr id="32" name="Isosceles Triangle 31">
            <a:extLst>
              <a:ext uri="{FF2B5EF4-FFF2-40B4-BE49-F238E27FC236}">
                <a16:creationId xmlns:a16="http://schemas.microsoft.com/office/drawing/2014/main" id="{ECAB9B1D-F34C-4A83-80D2-9820530CD1D9}"/>
              </a:ext>
            </a:extLst>
          </p:cNvPr>
          <p:cNvSpPr/>
          <p:nvPr/>
        </p:nvSpPr>
        <p:spPr>
          <a:xfrm>
            <a:off x="5110606" y="1789333"/>
            <a:ext cx="69404" cy="68843"/>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15">
              <a:defRPr/>
            </a:pPr>
            <a:endParaRPr lang="zh-CN" altLang="en-US" sz="1050" err="1">
              <a:solidFill>
                <a:srgbClr val="000000"/>
              </a:solidFill>
              <a:latin typeface="BISansOpti"/>
            </a:endParaRPr>
          </a:p>
        </p:txBody>
      </p:sp>
      <p:sp>
        <p:nvSpPr>
          <p:cNvPr id="33" name="OTLSHAPE_M_39ea6ebc19a94c9fab6ef5006c31df58_Date">
            <a:extLst>
              <a:ext uri="{FF2B5EF4-FFF2-40B4-BE49-F238E27FC236}">
                <a16:creationId xmlns:a16="http://schemas.microsoft.com/office/drawing/2014/main" id="{DA655C1C-BDEF-76AC-1645-47C67B998D00}"/>
              </a:ext>
            </a:extLst>
          </p:cNvPr>
          <p:cNvSpPr txBox="1"/>
          <p:nvPr>
            <p:custDataLst>
              <p:tags r:id="rId17"/>
            </p:custDataLst>
          </p:nvPr>
        </p:nvSpPr>
        <p:spPr>
          <a:xfrm>
            <a:off x="4706688" y="1802557"/>
            <a:ext cx="1081927" cy="207749"/>
          </a:xfrm>
          <a:prstGeom prst="rect">
            <a:avLst/>
          </a:prstGeom>
        </p:spPr>
        <p:txBody>
          <a:bodyPr wrap="square">
            <a:spAutoFit/>
          </a:bodyPr>
          <a:lstStyle>
            <a:defPPr>
              <a:defRPr lang="de-DE"/>
            </a:defPPr>
            <a:lvl1pPr marR="0" lvl="0" indent="0" algn="ctr" defTabSz="914378"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265">
              <a:defRPr/>
            </a:pPr>
            <a:r>
              <a:rPr lang="en-US" altLang="zh-CN"/>
              <a:t>IA 160 patient 24W </a:t>
            </a:r>
          </a:p>
        </p:txBody>
      </p:sp>
      <p:sp>
        <p:nvSpPr>
          <p:cNvPr id="5" name="TextBox 4">
            <a:extLst>
              <a:ext uri="{FF2B5EF4-FFF2-40B4-BE49-F238E27FC236}">
                <a16:creationId xmlns:a16="http://schemas.microsoft.com/office/drawing/2014/main" id="{C4DECDA1-79AD-8B9D-708E-04480A636390}"/>
              </a:ext>
            </a:extLst>
          </p:cNvPr>
          <p:cNvSpPr txBox="1"/>
          <p:nvPr/>
        </p:nvSpPr>
        <p:spPr>
          <a:xfrm>
            <a:off x="1414893" y="2347110"/>
            <a:ext cx="3716938" cy="139839"/>
          </a:xfrm>
          <a:prstGeom prst="roundRect">
            <a:avLst>
              <a:gd name="adj" fmla="val 2782"/>
            </a:avLst>
          </a:prstGeom>
          <a:solidFill>
            <a:srgbClr val="FFFFFF"/>
          </a:solidFill>
          <a:ln w="12700" cap="flat" cmpd="sng" algn="ctr">
            <a:solidFill>
              <a:srgbClr val="336597"/>
            </a:solidFill>
            <a:prstDash val="solid"/>
          </a:ln>
          <a:effectLst/>
        </p:spPr>
        <p:txBody>
          <a:bodyPr wrap="square" lIns="0" tIns="0" rIns="0" bIns="0" rtlCol="0" anchor="t">
            <a:spAutoFit/>
          </a:bodyPr>
          <a:lstStyle/>
          <a:p>
            <a:pPr marL="171430" indent="-171430" defTabSz="1219019">
              <a:spcBef>
                <a:spcPts val="400"/>
              </a:spcBef>
              <a:buFont typeface="Arial" panose="020B0604020202020204" pitchFamily="34" charset="0"/>
              <a:buChar char="•"/>
              <a:defRPr/>
            </a:pPr>
            <a:r>
              <a:rPr lang="en-US" altLang="zh-CN" sz="900" kern="0">
                <a:solidFill>
                  <a:srgbClr val="000000"/>
                </a:solidFill>
                <a:latin typeface="BISans"/>
              </a:rPr>
              <a:t>225 patients screened, 92 randomized globally as of 24Apr2024.</a:t>
            </a:r>
          </a:p>
        </p:txBody>
      </p:sp>
    </p:spTree>
    <p:extLst>
      <p:ext uri="{BB962C8B-B14F-4D97-AF65-F5344CB8AC3E}">
        <p14:creationId xmlns:p14="http://schemas.microsoft.com/office/powerpoint/2010/main" val="2254039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2D9B0F7-811D-6F96-4AD7-D415FB5A7DD8}"/>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5CD9AC92-ADD5-3045-E99A-2FF735CD365E}"/>
              </a:ext>
            </a:extLst>
          </p:cNvPr>
          <p:cNvSpPr>
            <a:spLocks noGrp="1"/>
          </p:cNvSpPr>
          <p:nvPr>
            <p:ph type="sldNum" sz="quarter" idx="20"/>
          </p:nvPr>
        </p:nvSpPr>
        <p:spPr/>
        <p:txBody>
          <a:bodyPr/>
          <a:lstStyle/>
          <a:p>
            <a:fld id="{DF4E8F9F-5B1F-4F5B-BE49-3245D8C18D9F}" type="slidenum">
              <a:rPr lang="en-US" smtClean="0"/>
              <a:pPr/>
              <a:t>32</a:t>
            </a:fld>
            <a:endParaRPr lang="en-US"/>
          </a:p>
        </p:txBody>
      </p:sp>
      <p:sp>
        <p:nvSpPr>
          <p:cNvPr id="9" name="Title 1">
            <a:extLst>
              <a:ext uri="{FF2B5EF4-FFF2-40B4-BE49-F238E27FC236}">
                <a16:creationId xmlns:a16="http://schemas.microsoft.com/office/drawing/2014/main" id="{1B2207DD-47A4-1235-C105-24D4110F9845}"/>
              </a:ext>
            </a:extLst>
          </p:cNvPr>
          <p:cNvSpPr txBox="1">
            <a:spLocks/>
          </p:cNvSpPr>
          <p:nvPr/>
        </p:nvSpPr>
        <p:spPr bwMode="gray">
          <a:xfrm>
            <a:off x="374368" y="98863"/>
            <a:ext cx="5778432" cy="318236"/>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1875"/>
              <a:t>Global enrollment </a:t>
            </a:r>
            <a:r>
              <a:rPr lang="en-US" altLang="zh-CN" sz="1200"/>
              <a:t>(COD=23-Apr-2024)</a:t>
            </a:r>
            <a:endParaRPr lang="en-US" sz="1875"/>
          </a:p>
        </p:txBody>
      </p:sp>
      <p:graphicFrame>
        <p:nvGraphicFramePr>
          <p:cNvPr id="14" name="Table 13">
            <a:extLst>
              <a:ext uri="{FF2B5EF4-FFF2-40B4-BE49-F238E27FC236}">
                <a16:creationId xmlns:a16="http://schemas.microsoft.com/office/drawing/2014/main" id="{F4B0FD6E-521E-5446-543F-57C68956F6E5}"/>
              </a:ext>
            </a:extLst>
          </p:cNvPr>
          <p:cNvGraphicFramePr>
            <a:graphicFrameLocks noGrp="1"/>
          </p:cNvGraphicFramePr>
          <p:nvPr>
            <p:extLst>
              <p:ext uri="{D42A27DB-BD31-4B8C-83A1-F6EECF244321}">
                <p14:modId xmlns:p14="http://schemas.microsoft.com/office/powerpoint/2010/main" val="1114917622"/>
              </p:ext>
            </p:extLst>
          </p:nvPr>
        </p:nvGraphicFramePr>
        <p:xfrm>
          <a:off x="315041" y="4214129"/>
          <a:ext cx="8572917" cy="857595"/>
        </p:xfrm>
        <a:graphic>
          <a:graphicData uri="http://schemas.openxmlformats.org/drawingml/2006/table">
            <a:tbl>
              <a:tblPr>
                <a:tableStyleId>{5C22544A-7EE6-4342-B048-85BDC9FD1C3A}</a:tableStyleId>
              </a:tblPr>
              <a:tblGrid>
                <a:gridCol w="598293">
                  <a:extLst>
                    <a:ext uri="{9D8B030D-6E8A-4147-A177-3AD203B41FA5}">
                      <a16:colId xmlns:a16="http://schemas.microsoft.com/office/drawing/2014/main" val="628203784"/>
                    </a:ext>
                  </a:extLst>
                </a:gridCol>
                <a:gridCol w="332276">
                  <a:extLst>
                    <a:ext uri="{9D8B030D-6E8A-4147-A177-3AD203B41FA5}">
                      <a16:colId xmlns:a16="http://schemas.microsoft.com/office/drawing/2014/main" val="4279688515"/>
                    </a:ext>
                  </a:extLst>
                </a:gridCol>
                <a:gridCol w="332276">
                  <a:extLst>
                    <a:ext uri="{9D8B030D-6E8A-4147-A177-3AD203B41FA5}">
                      <a16:colId xmlns:a16="http://schemas.microsoft.com/office/drawing/2014/main" val="175587512"/>
                    </a:ext>
                  </a:extLst>
                </a:gridCol>
                <a:gridCol w="332276">
                  <a:extLst>
                    <a:ext uri="{9D8B030D-6E8A-4147-A177-3AD203B41FA5}">
                      <a16:colId xmlns:a16="http://schemas.microsoft.com/office/drawing/2014/main" val="3884395658"/>
                    </a:ext>
                  </a:extLst>
                </a:gridCol>
                <a:gridCol w="332276">
                  <a:extLst>
                    <a:ext uri="{9D8B030D-6E8A-4147-A177-3AD203B41FA5}">
                      <a16:colId xmlns:a16="http://schemas.microsoft.com/office/drawing/2014/main" val="82277685"/>
                    </a:ext>
                  </a:extLst>
                </a:gridCol>
                <a:gridCol w="332276">
                  <a:extLst>
                    <a:ext uri="{9D8B030D-6E8A-4147-A177-3AD203B41FA5}">
                      <a16:colId xmlns:a16="http://schemas.microsoft.com/office/drawing/2014/main" val="625270510"/>
                    </a:ext>
                  </a:extLst>
                </a:gridCol>
                <a:gridCol w="332276">
                  <a:extLst>
                    <a:ext uri="{9D8B030D-6E8A-4147-A177-3AD203B41FA5}">
                      <a16:colId xmlns:a16="http://schemas.microsoft.com/office/drawing/2014/main" val="397939577"/>
                    </a:ext>
                  </a:extLst>
                </a:gridCol>
                <a:gridCol w="332276">
                  <a:extLst>
                    <a:ext uri="{9D8B030D-6E8A-4147-A177-3AD203B41FA5}">
                      <a16:colId xmlns:a16="http://schemas.microsoft.com/office/drawing/2014/main" val="1313313940"/>
                    </a:ext>
                  </a:extLst>
                </a:gridCol>
                <a:gridCol w="332276">
                  <a:extLst>
                    <a:ext uri="{9D8B030D-6E8A-4147-A177-3AD203B41FA5}">
                      <a16:colId xmlns:a16="http://schemas.microsoft.com/office/drawing/2014/main" val="3527168378"/>
                    </a:ext>
                  </a:extLst>
                </a:gridCol>
                <a:gridCol w="332276">
                  <a:extLst>
                    <a:ext uri="{9D8B030D-6E8A-4147-A177-3AD203B41FA5}">
                      <a16:colId xmlns:a16="http://schemas.microsoft.com/office/drawing/2014/main" val="702248858"/>
                    </a:ext>
                  </a:extLst>
                </a:gridCol>
                <a:gridCol w="332276">
                  <a:extLst>
                    <a:ext uri="{9D8B030D-6E8A-4147-A177-3AD203B41FA5}">
                      <a16:colId xmlns:a16="http://schemas.microsoft.com/office/drawing/2014/main" val="465179960"/>
                    </a:ext>
                  </a:extLst>
                </a:gridCol>
                <a:gridCol w="332276">
                  <a:extLst>
                    <a:ext uri="{9D8B030D-6E8A-4147-A177-3AD203B41FA5}">
                      <a16:colId xmlns:a16="http://schemas.microsoft.com/office/drawing/2014/main" val="276207109"/>
                    </a:ext>
                  </a:extLst>
                </a:gridCol>
                <a:gridCol w="332276">
                  <a:extLst>
                    <a:ext uri="{9D8B030D-6E8A-4147-A177-3AD203B41FA5}">
                      <a16:colId xmlns:a16="http://schemas.microsoft.com/office/drawing/2014/main" val="772950790"/>
                    </a:ext>
                  </a:extLst>
                </a:gridCol>
                <a:gridCol w="332276">
                  <a:extLst>
                    <a:ext uri="{9D8B030D-6E8A-4147-A177-3AD203B41FA5}">
                      <a16:colId xmlns:a16="http://schemas.microsoft.com/office/drawing/2014/main" val="3443275339"/>
                    </a:ext>
                  </a:extLst>
                </a:gridCol>
                <a:gridCol w="332276">
                  <a:extLst>
                    <a:ext uri="{9D8B030D-6E8A-4147-A177-3AD203B41FA5}">
                      <a16:colId xmlns:a16="http://schemas.microsoft.com/office/drawing/2014/main" val="1919903220"/>
                    </a:ext>
                  </a:extLst>
                </a:gridCol>
                <a:gridCol w="332276">
                  <a:extLst>
                    <a:ext uri="{9D8B030D-6E8A-4147-A177-3AD203B41FA5}">
                      <a16:colId xmlns:a16="http://schemas.microsoft.com/office/drawing/2014/main" val="1751830361"/>
                    </a:ext>
                  </a:extLst>
                </a:gridCol>
                <a:gridCol w="332276">
                  <a:extLst>
                    <a:ext uri="{9D8B030D-6E8A-4147-A177-3AD203B41FA5}">
                      <a16:colId xmlns:a16="http://schemas.microsoft.com/office/drawing/2014/main" val="3195252117"/>
                    </a:ext>
                  </a:extLst>
                </a:gridCol>
                <a:gridCol w="332276">
                  <a:extLst>
                    <a:ext uri="{9D8B030D-6E8A-4147-A177-3AD203B41FA5}">
                      <a16:colId xmlns:a16="http://schemas.microsoft.com/office/drawing/2014/main" val="2287464890"/>
                    </a:ext>
                  </a:extLst>
                </a:gridCol>
                <a:gridCol w="332276">
                  <a:extLst>
                    <a:ext uri="{9D8B030D-6E8A-4147-A177-3AD203B41FA5}">
                      <a16:colId xmlns:a16="http://schemas.microsoft.com/office/drawing/2014/main" val="2339793825"/>
                    </a:ext>
                  </a:extLst>
                </a:gridCol>
                <a:gridCol w="332276">
                  <a:extLst>
                    <a:ext uri="{9D8B030D-6E8A-4147-A177-3AD203B41FA5}">
                      <a16:colId xmlns:a16="http://schemas.microsoft.com/office/drawing/2014/main" val="3197031584"/>
                    </a:ext>
                  </a:extLst>
                </a:gridCol>
                <a:gridCol w="332276">
                  <a:extLst>
                    <a:ext uri="{9D8B030D-6E8A-4147-A177-3AD203B41FA5}">
                      <a16:colId xmlns:a16="http://schemas.microsoft.com/office/drawing/2014/main" val="1846644713"/>
                    </a:ext>
                  </a:extLst>
                </a:gridCol>
                <a:gridCol w="332276">
                  <a:extLst>
                    <a:ext uri="{9D8B030D-6E8A-4147-A177-3AD203B41FA5}">
                      <a16:colId xmlns:a16="http://schemas.microsoft.com/office/drawing/2014/main" val="413466627"/>
                    </a:ext>
                  </a:extLst>
                </a:gridCol>
                <a:gridCol w="332276">
                  <a:extLst>
                    <a:ext uri="{9D8B030D-6E8A-4147-A177-3AD203B41FA5}">
                      <a16:colId xmlns:a16="http://schemas.microsoft.com/office/drawing/2014/main" val="3563727824"/>
                    </a:ext>
                  </a:extLst>
                </a:gridCol>
                <a:gridCol w="332276">
                  <a:extLst>
                    <a:ext uri="{9D8B030D-6E8A-4147-A177-3AD203B41FA5}">
                      <a16:colId xmlns:a16="http://schemas.microsoft.com/office/drawing/2014/main" val="2830465788"/>
                    </a:ext>
                  </a:extLst>
                </a:gridCol>
                <a:gridCol w="332276">
                  <a:extLst>
                    <a:ext uri="{9D8B030D-6E8A-4147-A177-3AD203B41FA5}">
                      <a16:colId xmlns:a16="http://schemas.microsoft.com/office/drawing/2014/main" val="2009488438"/>
                    </a:ext>
                  </a:extLst>
                </a:gridCol>
              </a:tblGrid>
              <a:tr h="17151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Global</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Dec-22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Jan-23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Feb-23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Mar-23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Apr-23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May-23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Jun-23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Jul-23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Aug-23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Sep-23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Oct-23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Nov-23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Dec-23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Jan-24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Feb-24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Mar-24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Apr-24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May-24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Jun-24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Jul-24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Aug-24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Sep-24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Oct-24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Nov-24</a:t>
                      </a:r>
                    </a:p>
                  </a:txBody>
                  <a:tcPr marL="1934" marR="1934" marT="1934" marB="0" anchor="ctr"/>
                </a:tc>
                <a:extLst>
                  <a:ext uri="{0D108BD9-81ED-4DB2-BD59-A6C34878D82A}">
                    <a16:rowId xmlns:a16="http://schemas.microsoft.com/office/drawing/2014/main" val="3482814269"/>
                  </a:ext>
                </a:extLst>
              </a:tr>
              <a:tr h="17151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Screening-p</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82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172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196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220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244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268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292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316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340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364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388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400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400</a:t>
                      </a:r>
                    </a:p>
                  </a:txBody>
                  <a:tcPr marL="1934" marR="1934" marT="1934" marB="0" anchor="ctr"/>
                </a:tc>
                <a:extLst>
                  <a:ext uri="{0D108BD9-81ED-4DB2-BD59-A6C34878D82A}">
                    <a16:rowId xmlns:a16="http://schemas.microsoft.com/office/drawing/2014/main" val="884564379"/>
                  </a:ext>
                </a:extLst>
              </a:tr>
              <a:tr h="17151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Screening-a</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86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115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151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180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193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203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225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extLst>
                  <a:ext uri="{0D108BD9-81ED-4DB2-BD59-A6C34878D82A}">
                    <a16:rowId xmlns:a16="http://schemas.microsoft.com/office/drawing/2014/main" val="1740871648"/>
                  </a:ext>
                </a:extLst>
              </a:tr>
              <a:tr h="17151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Enrollment-p</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84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120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158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172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186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200</a:t>
                      </a:r>
                    </a:p>
                  </a:txBody>
                  <a:tcPr marL="1934" marR="1934" marT="1934" marB="0" anchor="ctr"/>
                </a:tc>
                <a:extLst>
                  <a:ext uri="{0D108BD9-81ED-4DB2-BD59-A6C34878D82A}">
                    <a16:rowId xmlns:a16="http://schemas.microsoft.com/office/drawing/2014/main" val="3671167598"/>
                  </a:ext>
                </a:extLst>
              </a:tr>
              <a:tr h="17151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Enrollment-a</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73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83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92 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extLst>
                  <a:ext uri="{0D108BD9-81ED-4DB2-BD59-A6C34878D82A}">
                    <a16:rowId xmlns:a16="http://schemas.microsoft.com/office/drawing/2014/main" val="3583930185"/>
                  </a:ext>
                </a:extLst>
              </a:tr>
            </a:tbl>
          </a:graphicData>
        </a:graphic>
      </p:graphicFrame>
      <p:graphicFrame>
        <p:nvGraphicFramePr>
          <p:cNvPr id="2" name="Chart 1">
            <a:extLst>
              <a:ext uri="{FF2B5EF4-FFF2-40B4-BE49-F238E27FC236}">
                <a16:creationId xmlns:a16="http://schemas.microsoft.com/office/drawing/2014/main" id="{57883224-1323-4D15-B02B-5BEABBF6E564}"/>
              </a:ext>
            </a:extLst>
          </p:cNvPr>
          <p:cNvGraphicFramePr>
            <a:graphicFrameLocks/>
          </p:cNvGraphicFramePr>
          <p:nvPr>
            <p:extLst>
              <p:ext uri="{D42A27DB-BD31-4B8C-83A1-F6EECF244321}">
                <p14:modId xmlns:p14="http://schemas.microsoft.com/office/powerpoint/2010/main" val="2244734234"/>
              </p:ext>
            </p:extLst>
          </p:nvPr>
        </p:nvGraphicFramePr>
        <p:xfrm>
          <a:off x="132161" y="417100"/>
          <a:ext cx="8847247" cy="37970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01655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2D9B0F7-811D-6F96-4AD7-D415FB5A7DD8}"/>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5CD9AC92-ADD5-3045-E99A-2FF735CD365E}"/>
              </a:ext>
            </a:extLst>
          </p:cNvPr>
          <p:cNvSpPr>
            <a:spLocks noGrp="1"/>
          </p:cNvSpPr>
          <p:nvPr>
            <p:ph type="sldNum" sz="quarter" idx="20"/>
          </p:nvPr>
        </p:nvSpPr>
        <p:spPr/>
        <p:txBody>
          <a:bodyPr/>
          <a:lstStyle/>
          <a:p>
            <a:fld id="{DF4E8F9F-5B1F-4F5B-BE49-3245D8C18D9F}" type="slidenum">
              <a:rPr lang="en-US" smtClean="0"/>
              <a:pPr/>
              <a:t>33</a:t>
            </a:fld>
            <a:endParaRPr lang="en-US"/>
          </a:p>
        </p:txBody>
      </p:sp>
      <p:sp>
        <p:nvSpPr>
          <p:cNvPr id="9" name="Title 1">
            <a:extLst>
              <a:ext uri="{FF2B5EF4-FFF2-40B4-BE49-F238E27FC236}">
                <a16:creationId xmlns:a16="http://schemas.microsoft.com/office/drawing/2014/main" id="{1B2207DD-47A4-1235-C105-24D4110F9845}"/>
              </a:ext>
            </a:extLst>
          </p:cNvPr>
          <p:cNvSpPr txBox="1">
            <a:spLocks/>
          </p:cNvSpPr>
          <p:nvPr/>
        </p:nvSpPr>
        <p:spPr bwMode="gray">
          <a:xfrm>
            <a:off x="438766" y="107791"/>
            <a:ext cx="4614848" cy="318236"/>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sz="1875"/>
              <a:t>China Mainland enrollment </a:t>
            </a:r>
            <a:r>
              <a:rPr lang="en-US" altLang="zh-CN" sz="1200"/>
              <a:t>(COD=23-Apr-2024)</a:t>
            </a:r>
            <a:endParaRPr lang="en-US" sz="1875"/>
          </a:p>
        </p:txBody>
      </p:sp>
      <p:graphicFrame>
        <p:nvGraphicFramePr>
          <p:cNvPr id="7" name="Table 6">
            <a:extLst>
              <a:ext uri="{FF2B5EF4-FFF2-40B4-BE49-F238E27FC236}">
                <a16:creationId xmlns:a16="http://schemas.microsoft.com/office/drawing/2014/main" id="{61FD8698-09D9-4F53-1C8A-38CB0400F462}"/>
              </a:ext>
            </a:extLst>
          </p:cNvPr>
          <p:cNvGraphicFramePr>
            <a:graphicFrameLocks noGrp="1"/>
          </p:cNvGraphicFramePr>
          <p:nvPr>
            <p:extLst>
              <p:ext uri="{D42A27DB-BD31-4B8C-83A1-F6EECF244321}">
                <p14:modId xmlns:p14="http://schemas.microsoft.com/office/powerpoint/2010/main" val="468167189"/>
              </p:ext>
            </p:extLst>
          </p:nvPr>
        </p:nvGraphicFramePr>
        <p:xfrm>
          <a:off x="305568" y="4003765"/>
          <a:ext cx="8532863" cy="1139735"/>
        </p:xfrm>
        <a:graphic>
          <a:graphicData uri="http://schemas.openxmlformats.org/drawingml/2006/table">
            <a:tbl>
              <a:tblPr>
                <a:tableStyleId>{5C22544A-7EE6-4342-B048-85BDC9FD1C3A}</a:tableStyleId>
              </a:tblPr>
              <a:tblGrid>
                <a:gridCol w="764519">
                  <a:extLst>
                    <a:ext uri="{9D8B030D-6E8A-4147-A177-3AD203B41FA5}">
                      <a16:colId xmlns:a16="http://schemas.microsoft.com/office/drawing/2014/main" val="2250185200"/>
                    </a:ext>
                  </a:extLst>
                </a:gridCol>
                <a:gridCol w="323681">
                  <a:extLst>
                    <a:ext uri="{9D8B030D-6E8A-4147-A177-3AD203B41FA5}">
                      <a16:colId xmlns:a16="http://schemas.microsoft.com/office/drawing/2014/main" val="3261957139"/>
                    </a:ext>
                  </a:extLst>
                </a:gridCol>
                <a:gridCol w="323681">
                  <a:extLst>
                    <a:ext uri="{9D8B030D-6E8A-4147-A177-3AD203B41FA5}">
                      <a16:colId xmlns:a16="http://schemas.microsoft.com/office/drawing/2014/main" val="483403342"/>
                    </a:ext>
                  </a:extLst>
                </a:gridCol>
                <a:gridCol w="323681">
                  <a:extLst>
                    <a:ext uri="{9D8B030D-6E8A-4147-A177-3AD203B41FA5}">
                      <a16:colId xmlns:a16="http://schemas.microsoft.com/office/drawing/2014/main" val="3992487887"/>
                    </a:ext>
                  </a:extLst>
                </a:gridCol>
                <a:gridCol w="323681">
                  <a:extLst>
                    <a:ext uri="{9D8B030D-6E8A-4147-A177-3AD203B41FA5}">
                      <a16:colId xmlns:a16="http://schemas.microsoft.com/office/drawing/2014/main" val="1892771133"/>
                    </a:ext>
                  </a:extLst>
                </a:gridCol>
                <a:gridCol w="323681">
                  <a:extLst>
                    <a:ext uri="{9D8B030D-6E8A-4147-A177-3AD203B41FA5}">
                      <a16:colId xmlns:a16="http://schemas.microsoft.com/office/drawing/2014/main" val="2526713367"/>
                    </a:ext>
                  </a:extLst>
                </a:gridCol>
                <a:gridCol w="323681">
                  <a:extLst>
                    <a:ext uri="{9D8B030D-6E8A-4147-A177-3AD203B41FA5}">
                      <a16:colId xmlns:a16="http://schemas.microsoft.com/office/drawing/2014/main" val="461079175"/>
                    </a:ext>
                  </a:extLst>
                </a:gridCol>
                <a:gridCol w="323681">
                  <a:extLst>
                    <a:ext uri="{9D8B030D-6E8A-4147-A177-3AD203B41FA5}">
                      <a16:colId xmlns:a16="http://schemas.microsoft.com/office/drawing/2014/main" val="1378734106"/>
                    </a:ext>
                  </a:extLst>
                </a:gridCol>
                <a:gridCol w="323681">
                  <a:extLst>
                    <a:ext uri="{9D8B030D-6E8A-4147-A177-3AD203B41FA5}">
                      <a16:colId xmlns:a16="http://schemas.microsoft.com/office/drawing/2014/main" val="1379463298"/>
                    </a:ext>
                  </a:extLst>
                </a:gridCol>
                <a:gridCol w="323681">
                  <a:extLst>
                    <a:ext uri="{9D8B030D-6E8A-4147-A177-3AD203B41FA5}">
                      <a16:colId xmlns:a16="http://schemas.microsoft.com/office/drawing/2014/main" val="2232712921"/>
                    </a:ext>
                  </a:extLst>
                </a:gridCol>
                <a:gridCol w="323681">
                  <a:extLst>
                    <a:ext uri="{9D8B030D-6E8A-4147-A177-3AD203B41FA5}">
                      <a16:colId xmlns:a16="http://schemas.microsoft.com/office/drawing/2014/main" val="4201972818"/>
                    </a:ext>
                  </a:extLst>
                </a:gridCol>
                <a:gridCol w="323681">
                  <a:extLst>
                    <a:ext uri="{9D8B030D-6E8A-4147-A177-3AD203B41FA5}">
                      <a16:colId xmlns:a16="http://schemas.microsoft.com/office/drawing/2014/main" val="1536233186"/>
                    </a:ext>
                  </a:extLst>
                </a:gridCol>
                <a:gridCol w="323681">
                  <a:extLst>
                    <a:ext uri="{9D8B030D-6E8A-4147-A177-3AD203B41FA5}">
                      <a16:colId xmlns:a16="http://schemas.microsoft.com/office/drawing/2014/main" val="3714845654"/>
                    </a:ext>
                  </a:extLst>
                </a:gridCol>
                <a:gridCol w="323681">
                  <a:extLst>
                    <a:ext uri="{9D8B030D-6E8A-4147-A177-3AD203B41FA5}">
                      <a16:colId xmlns:a16="http://schemas.microsoft.com/office/drawing/2014/main" val="1457100775"/>
                    </a:ext>
                  </a:extLst>
                </a:gridCol>
                <a:gridCol w="323681">
                  <a:extLst>
                    <a:ext uri="{9D8B030D-6E8A-4147-A177-3AD203B41FA5}">
                      <a16:colId xmlns:a16="http://schemas.microsoft.com/office/drawing/2014/main" val="150275362"/>
                    </a:ext>
                  </a:extLst>
                </a:gridCol>
                <a:gridCol w="323681">
                  <a:extLst>
                    <a:ext uri="{9D8B030D-6E8A-4147-A177-3AD203B41FA5}">
                      <a16:colId xmlns:a16="http://schemas.microsoft.com/office/drawing/2014/main" val="2982752366"/>
                    </a:ext>
                  </a:extLst>
                </a:gridCol>
                <a:gridCol w="323681">
                  <a:extLst>
                    <a:ext uri="{9D8B030D-6E8A-4147-A177-3AD203B41FA5}">
                      <a16:colId xmlns:a16="http://schemas.microsoft.com/office/drawing/2014/main" val="3332732057"/>
                    </a:ext>
                  </a:extLst>
                </a:gridCol>
                <a:gridCol w="323681">
                  <a:extLst>
                    <a:ext uri="{9D8B030D-6E8A-4147-A177-3AD203B41FA5}">
                      <a16:colId xmlns:a16="http://schemas.microsoft.com/office/drawing/2014/main" val="3197015935"/>
                    </a:ext>
                  </a:extLst>
                </a:gridCol>
                <a:gridCol w="323681">
                  <a:extLst>
                    <a:ext uri="{9D8B030D-6E8A-4147-A177-3AD203B41FA5}">
                      <a16:colId xmlns:a16="http://schemas.microsoft.com/office/drawing/2014/main" val="3014708580"/>
                    </a:ext>
                  </a:extLst>
                </a:gridCol>
                <a:gridCol w="323681">
                  <a:extLst>
                    <a:ext uri="{9D8B030D-6E8A-4147-A177-3AD203B41FA5}">
                      <a16:colId xmlns:a16="http://schemas.microsoft.com/office/drawing/2014/main" val="3832043934"/>
                    </a:ext>
                  </a:extLst>
                </a:gridCol>
                <a:gridCol w="323681">
                  <a:extLst>
                    <a:ext uri="{9D8B030D-6E8A-4147-A177-3AD203B41FA5}">
                      <a16:colId xmlns:a16="http://schemas.microsoft.com/office/drawing/2014/main" val="2086214219"/>
                    </a:ext>
                  </a:extLst>
                </a:gridCol>
                <a:gridCol w="323681">
                  <a:extLst>
                    <a:ext uri="{9D8B030D-6E8A-4147-A177-3AD203B41FA5}">
                      <a16:colId xmlns:a16="http://schemas.microsoft.com/office/drawing/2014/main" val="3234559221"/>
                    </a:ext>
                  </a:extLst>
                </a:gridCol>
                <a:gridCol w="323681">
                  <a:extLst>
                    <a:ext uri="{9D8B030D-6E8A-4147-A177-3AD203B41FA5}">
                      <a16:colId xmlns:a16="http://schemas.microsoft.com/office/drawing/2014/main" val="1965545073"/>
                    </a:ext>
                  </a:extLst>
                </a:gridCol>
                <a:gridCol w="323681">
                  <a:extLst>
                    <a:ext uri="{9D8B030D-6E8A-4147-A177-3AD203B41FA5}">
                      <a16:colId xmlns:a16="http://schemas.microsoft.com/office/drawing/2014/main" val="4142790120"/>
                    </a:ext>
                  </a:extLst>
                </a:gridCol>
                <a:gridCol w="323681">
                  <a:extLst>
                    <a:ext uri="{9D8B030D-6E8A-4147-A177-3AD203B41FA5}">
                      <a16:colId xmlns:a16="http://schemas.microsoft.com/office/drawing/2014/main" val="3974627543"/>
                    </a:ext>
                  </a:extLst>
                </a:gridCol>
              </a:tblGrid>
              <a:tr h="314422">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China Mainland</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Dec-22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Jan-23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Feb-23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Mar-23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Apr-23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May-23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Jun-23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Jul-23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Aug-23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Sep-23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Oct-23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Nov-23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Dec-23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Jan-24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Feb-24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Mar-24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Apr-24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May-24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Jun-24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Jul-24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Aug-24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Sep-24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Oct-24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Nov-24</a:t>
                      </a:r>
                    </a:p>
                  </a:txBody>
                  <a:tcPr marL="1934" marR="1934" marT="1934" marB="0" anchor="ctr"/>
                </a:tc>
                <a:extLst>
                  <a:ext uri="{0D108BD9-81ED-4DB2-BD59-A6C34878D82A}">
                    <a16:rowId xmlns:a16="http://schemas.microsoft.com/office/drawing/2014/main" val="2528111464"/>
                  </a:ext>
                </a:extLst>
              </a:tr>
              <a:tr h="22038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Screening-p</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50</a:t>
                      </a:r>
                    </a:p>
                  </a:txBody>
                  <a:tcPr marL="1934" marR="1934" marT="1934" marB="0" anchor="ctr"/>
                </a:tc>
                <a:extLst>
                  <a:ext uri="{0D108BD9-81ED-4DB2-BD59-A6C34878D82A}">
                    <a16:rowId xmlns:a16="http://schemas.microsoft.com/office/drawing/2014/main" val="4024765119"/>
                  </a:ext>
                </a:extLst>
              </a:tr>
              <a:tr h="22038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Screening-a</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18</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25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31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extLst>
                  <a:ext uri="{0D108BD9-81ED-4DB2-BD59-A6C34878D82A}">
                    <a16:rowId xmlns:a16="http://schemas.microsoft.com/office/drawing/2014/main" val="2128274161"/>
                  </a:ext>
                </a:extLst>
              </a:tr>
              <a:tr h="220389">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Enrollment-p</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6</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25</a:t>
                      </a:r>
                    </a:p>
                  </a:txBody>
                  <a:tcPr marL="1934" marR="1934" marT="1934" marB="0" anchor="ctr"/>
                </a:tc>
                <a:extLst>
                  <a:ext uri="{0D108BD9-81ED-4DB2-BD59-A6C34878D82A}">
                    <a16:rowId xmlns:a16="http://schemas.microsoft.com/office/drawing/2014/main" val="2357841141"/>
                  </a:ext>
                </a:extLst>
              </a:tr>
              <a:tr h="164146">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Enrollment-a</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0</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2</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3</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4</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5</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7</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9</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9 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10 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tc>
                  <a:txBody>
                    <a:bodyPr/>
                    <a:lstStyle/>
                    <a:p>
                      <a:pPr marL="0" algn="ctr" defTabSz="685800" rtl="0" eaLnBrk="1" fontAlgn="ctr" latinLnBrk="0" hangingPunct="1"/>
                      <a:r>
                        <a:rPr kumimoji="1" lang="en-US" sz="600" u="none" strike="noStrike" kern="1200">
                          <a:solidFill>
                            <a:schemeClr val="dk1"/>
                          </a:solidFill>
                          <a:effectLst/>
                          <a:latin typeface="+mn-lt"/>
                          <a:ea typeface="+mn-ea"/>
                          <a:cs typeface="+mn-cs"/>
                        </a:rPr>
                        <a:t> </a:t>
                      </a:r>
                    </a:p>
                  </a:txBody>
                  <a:tcPr marL="1934" marR="1934" marT="1934" marB="0" anchor="ctr"/>
                </a:tc>
                <a:extLst>
                  <a:ext uri="{0D108BD9-81ED-4DB2-BD59-A6C34878D82A}">
                    <a16:rowId xmlns:a16="http://schemas.microsoft.com/office/drawing/2014/main" val="3225089594"/>
                  </a:ext>
                </a:extLst>
              </a:tr>
            </a:tbl>
          </a:graphicData>
        </a:graphic>
      </p:graphicFrame>
      <p:sp>
        <p:nvSpPr>
          <p:cNvPr id="2" name="TextBox 1">
            <a:extLst>
              <a:ext uri="{FF2B5EF4-FFF2-40B4-BE49-F238E27FC236}">
                <a16:creationId xmlns:a16="http://schemas.microsoft.com/office/drawing/2014/main" id="{0B437A0B-F69F-0260-9487-525442BE9599}"/>
              </a:ext>
            </a:extLst>
          </p:cNvPr>
          <p:cNvSpPr txBox="1"/>
          <p:nvPr/>
        </p:nvSpPr>
        <p:spPr bwMode="gray">
          <a:xfrm>
            <a:off x="438766" y="426026"/>
            <a:ext cx="4614848" cy="162930"/>
          </a:xfrm>
          <a:prstGeom prst="rect">
            <a:avLst/>
          </a:prstGeom>
          <a:noFill/>
        </p:spPr>
        <p:txBody>
          <a:bodyPr wrap="square" lIns="0" tIns="0" rIns="0" bIns="0" rtlCol="0">
            <a:spAutoFit/>
          </a:bodyPr>
          <a:lstStyle/>
          <a:p>
            <a:pPr algn="l">
              <a:lnSpc>
                <a:spcPct val="140000"/>
              </a:lnSpc>
            </a:pPr>
            <a:r>
              <a:rPr lang="en-US" sz="825"/>
              <a:t>Pre-screening 1214 pts, 1149 pre-screening failure, 34 in follow up, 31 screened.  </a:t>
            </a:r>
          </a:p>
        </p:txBody>
      </p:sp>
      <p:graphicFrame>
        <p:nvGraphicFramePr>
          <p:cNvPr id="4" name="Chart 3">
            <a:extLst>
              <a:ext uri="{FF2B5EF4-FFF2-40B4-BE49-F238E27FC236}">
                <a16:creationId xmlns:a16="http://schemas.microsoft.com/office/drawing/2014/main" id="{9D857ED7-46A3-4EF4-92A6-9885561FD9AE}"/>
              </a:ext>
            </a:extLst>
          </p:cNvPr>
          <p:cNvGraphicFramePr>
            <a:graphicFrameLocks/>
          </p:cNvGraphicFramePr>
          <p:nvPr>
            <p:extLst>
              <p:ext uri="{D42A27DB-BD31-4B8C-83A1-F6EECF244321}">
                <p14:modId xmlns:p14="http://schemas.microsoft.com/office/powerpoint/2010/main" val="156286637"/>
              </p:ext>
            </p:extLst>
          </p:nvPr>
        </p:nvGraphicFramePr>
        <p:xfrm>
          <a:off x="251586" y="614310"/>
          <a:ext cx="8532858" cy="33894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41215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BF4B-1FCE-B14C-F59D-879491B4D14B}"/>
              </a:ext>
            </a:extLst>
          </p:cNvPr>
          <p:cNvSpPr>
            <a:spLocks noGrp="1"/>
          </p:cNvSpPr>
          <p:nvPr>
            <p:ph type="title"/>
          </p:nvPr>
        </p:nvSpPr>
        <p:spPr/>
        <p:txBody>
          <a:bodyPr/>
          <a:lstStyle/>
          <a:p>
            <a:r>
              <a:rPr lang="en-US" altLang="zh-CN"/>
              <a:t>Mitigation Plan for patient  recruitment in China</a:t>
            </a:r>
            <a:endParaRPr lang="zh-CN" altLang="en-US"/>
          </a:p>
        </p:txBody>
      </p:sp>
      <p:sp>
        <p:nvSpPr>
          <p:cNvPr id="5" name="Footer Placeholder 4">
            <a:extLst>
              <a:ext uri="{FF2B5EF4-FFF2-40B4-BE49-F238E27FC236}">
                <a16:creationId xmlns:a16="http://schemas.microsoft.com/office/drawing/2014/main" id="{6281EF28-9CCE-8B95-CC73-A3563D29FA32}"/>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33510D96-0B08-4CAB-BCD1-A518A444D18C}"/>
              </a:ext>
            </a:extLst>
          </p:cNvPr>
          <p:cNvSpPr>
            <a:spLocks noGrp="1"/>
          </p:cNvSpPr>
          <p:nvPr>
            <p:ph type="sldNum" sz="quarter" idx="20"/>
          </p:nvPr>
        </p:nvSpPr>
        <p:spPr/>
        <p:txBody>
          <a:bodyPr/>
          <a:lstStyle/>
          <a:p>
            <a:fld id="{DF4E8F9F-5B1F-4F5B-BE49-3245D8C18D9F}" type="slidenum">
              <a:rPr lang="en-US" smtClean="0"/>
              <a:pPr/>
              <a:t>34</a:t>
            </a:fld>
            <a:endParaRPr lang="en-US"/>
          </a:p>
        </p:txBody>
      </p:sp>
      <p:sp>
        <p:nvSpPr>
          <p:cNvPr id="8" name="TextBox 7">
            <a:extLst>
              <a:ext uri="{FF2B5EF4-FFF2-40B4-BE49-F238E27FC236}">
                <a16:creationId xmlns:a16="http://schemas.microsoft.com/office/drawing/2014/main" id="{EE219DC8-A663-C5A4-A855-7778258C39C8}"/>
              </a:ext>
            </a:extLst>
          </p:cNvPr>
          <p:cNvSpPr txBox="1"/>
          <p:nvPr/>
        </p:nvSpPr>
        <p:spPr bwMode="gray">
          <a:xfrm>
            <a:off x="230088" y="1012508"/>
            <a:ext cx="8129179" cy="2708434"/>
          </a:xfrm>
          <a:prstGeom prst="rect">
            <a:avLst/>
          </a:prstGeom>
          <a:noFill/>
        </p:spPr>
        <p:txBody>
          <a:bodyPr wrap="square">
            <a:spAutoFit/>
          </a:bodyPr>
          <a:lstStyle/>
          <a:p>
            <a:pPr marL="685800" lvl="1" indent="-228600">
              <a:spcBef>
                <a:spcPts val="600"/>
              </a:spcBef>
              <a:buFont typeface="Arial" panose="020B0604020202020204" pitchFamily="34" charset="0"/>
              <a:buChar char="•"/>
            </a:pPr>
            <a:r>
              <a:rPr lang="en-US" altLang="zh-CN" sz="1400"/>
              <a:t>Interim Investigator meeting (online) on 09May2024</a:t>
            </a:r>
          </a:p>
          <a:p>
            <a:pPr marL="685800" lvl="1" indent="-228600">
              <a:spcBef>
                <a:spcPts val="600"/>
              </a:spcBef>
              <a:buFont typeface="Arial" panose="020B0604020202020204" pitchFamily="34" charset="0"/>
              <a:buChar char="•"/>
            </a:pPr>
            <a:r>
              <a:rPr lang="en-US" altLang="zh-CN" sz="1400"/>
              <a:t>Patient engagement materials developed to distribute to investigators and </a:t>
            </a:r>
            <a:r>
              <a:rPr lang="en-US" altLang="zh-CN" sz="1400" err="1"/>
              <a:t>SSc</a:t>
            </a:r>
            <a:r>
              <a:rPr lang="en-US" altLang="zh-CN" sz="1400"/>
              <a:t> pts.</a:t>
            </a:r>
          </a:p>
          <a:p>
            <a:pPr marL="685800" lvl="1" indent="-228600">
              <a:spcBef>
                <a:spcPts val="600"/>
              </a:spcBef>
              <a:buFont typeface="Arial" panose="020B0604020202020204" pitchFamily="34" charset="0"/>
              <a:buChar char="•"/>
            </a:pPr>
            <a:r>
              <a:rPr lang="en-US" altLang="zh-CN" sz="1400"/>
              <a:t>Cross-functional boosting visits to non-performing sites (CDMA)</a:t>
            </a:r>
          </a:p>
          <a:p>
            <a:pPr marL="685800" lvl="1" indent="-228600">
              <a:spcBef>
                <a:spcPts val="600"/>
              </a:spcBef>
              <a:buFont typeface="Arial" panose="020B0604020202020204" pitchFamily="34" charset="0"/>
              <a:buChar char="•"/>
            </a:pPr>
            <a:r>
              <a:rPr lang="en-US" altLang="zh-CN" sz="1400"/>
              <a:t>Catchup weekly with recruitment vendor to identify more potential patients from patient organization. </a:t>
            </a:r>
          </a:p>
          <a:p>
            <a:pPr marL="685800" lvl="1" indent="-228600">
              <a:spcBef>
                <a:spcPts val="600"/>
              </a:spcBef>
              <a:buFont typeface="Arial" panose="020B0604020202020204" pitchFamily="34" charset="0"/>
              <a:buChar char="•"/>
            </a:pPr>
            <a:r>
              <a:rPr lang="en-US" altLang="zh-CN" sz="1400" b="0" strike="noStrike" kern="1200"/>
              <a:t>KL-6 assay ready in China for patient selection by Apr 2024, if timely delivery of kit reagents needed to assay validation to Teddy Labs in China.  </a:t>
            </a:r>
          </a:p>
          <a:p>
            <a:pPr marL="685800" lvl="1" indent="-228600">
              <a:spcBef>
                <a:spcPts val="600"/>
              </a:spcBef>
              <a:buFont typeface="Arial" panose="020B0604020202020204" pitchFamily="34" charset="0"/>
              <a:buChar char="•"/>
            </a:pPr>
            <a:r>
              <a:rPr lang="en-US" altLang="zh-CN" sz="1400"/>
              <a:t>Public patient education short videos on multiple platforms, including patient communities  </a:t>
            </a:r>
            <a:endParaRPr lang="en-US" altLang="zh-CN" sz="1400" b="0" strike="noStrike" kern="1200"/>
          </a:p>
          <a:p>
            <a:pPr lvl="1">
              <a:spcBef>
                <a:spcPts val="600"/>
              </a:spcBef>
            </a:pPr>
            <a:endParaRPr lang="en-US" altLang="zh-CN" sz="1400" b="0" strike="sngStrike" kern="1200">
              <a:solidFill>
                <a:srgbClr val="FF0000"/>
              </a:solidFill>
              <a:latin typeface="+mn-lt"/>
              <a:ea typeface="+mn-ea"/>
              <a:cs typeface="+mn-cs"/>
            </a:endParaRPr>
          </a:p>
        </p:txBody>
      </p:sp>
    </p:spTree>
    <p:extLst>
      <p:ext uri="{BB962C8B-B14F-4D97-AF65-F5344CB8AC3E}">
        <p14:creationId xmlns:p14="http://schemas.microsoft.com/office/powerpoint/2010/main" val="2549683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59574" y="123776"/>
            <a:ext cx="8424863" cy="540000"/>
          </a:xfrm>
        </p:spPr>
        <p:txBody>
          <a:bodyPr>
            <a:noAutofit/>
          </a:bodyPr>
          <a:lstStyle/>
          <a:p>
            <a:r>
              <a:rPr lang="en-US" sz="2000" u="sng">
                <a:latin typeface="Calibri"/>
                <a:ea typeface="Calibri"/>
                <a:cs typeface="Calibri"/>
              </a:rPr>
              <a:t>Under Evaluation:</a:t>
            </a:r>
            <a:br>
              <a:rPr lang="en-US" sz="2000">
                <a:latin typeface="Calibri" panose="020F0502020204030204" pitchFamily="34" charset="0"/>
                <a:cs typeface="Calibri" panose="020F0502020204030204" pitchFamily="34" charset="0"/>
              </a:rPr>
            </a:br>
            <a:r>
              <a:rPr lang="en-US" altLang="zh-CN" sz="2000"/>
              <a:t>BI 765250 PD-1 agonist in SSc</a:t>
            </a:r>
            <a:endParaRPr lang="en-US" sz="2000">
              <a:latin typeface="BISans" panose="02000503040000020004" pitchFamily="2" charset="0"/>
            </a:endParaRPr>
          </a:p>
        </p:txBody>
      </p:sp>
      <p:sp>
        <p:nvSpPr>
          <p:cNvPr id="7" name="日期占位符 6"/>
          <p:cNvSpPr>
            <a:spLocks noGrp="1"/>
          </p:cNvSpPr>
          <p:nvPr>
            <p:ph type="dt" sz="half" idx="4294967295"/>
          </p:nvPr>
        </p:nvSpPr>
        <p:spPr>
          <a:xfrm>
            <a:off x="0" y="0"/>
            <a:ext cx="0" cy="0"/>
          </a:xfrm>
        </p:spPr>
        <p:txBody>
          <a:bodyPr/>
          <a:lstStyle/>
          <a:p>
            <a:pPr algn="r" defTabSz="914288">
              <a:defRPr/>
            </a:pPr>
            <a:fld id="{F905949E-1D36-48FF-8C29-AEE1C5C49519}" type="datetime1">
              <a:rPr lang="en-US" sz="800">
                <a:solidFill>
                  <a:srgbClr val="7F7F7F"/>
                </a:solidFill>
                <a:latin typeface="BISans" panose="02000503040000020004" pitchFamily="2" charset="0"/>
              </a:rPr>
              <a:pPr algn="r" defTabSz="914288">
                <a:defRPr/>
              </a:pPr>
              <a:t>9/11/2024</a:t>
            </a:fld>
            <a:endParaRPr lang="en-GB" sz="800">
              <a:solidFill>
                <a:srgbClr val="7F7F7F"/>
              </a:solidFill>
              <a:latin typeface="BISans" panose="02000503040000020004" pitchFamily="2" charset="0"/>
            </a:endParaRPr>
          </a:p>
        </p:txBody>
      </p:sp>
      <p:sp>
        <p:nvSpPr>
          <p:cNvPr id="117" name="Isosceles Triangle 116"/>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118" name="Isosceles Triangle 117"/>
          <p:cNvSpPr/>
          <p:nvPr/>
        </p:nvSpPr>
        <p:spPr>
          <a:xfrm rot="5400000">
            <a:off x="8802713"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52" name="TextBox 51"/>
          <p:cNvSpPr txBox="1"/>
          <p:nvPr/>
        </p:nvSpPr>
        <p:spPr>
          <a:xfrm>
            <a:off x="11430" y="1336190"/>
            <a:ext cx="548640" cy="12311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Ph1 SRD HV</a:t>
            </a:r>
          </a:p>
        </p:txBody>
      </p:sp>
      <p:sp>
        <p:nvSpPr>
          <p:cNvPr id="78" name="TextBox 77"/>
          <p:cNvSpPr txBox="1"/>
          <p:nvPr/>
        </p:nvSpPr>
        <p:spPr>
          <a:xfrm>
            <a:off x="10310" y="2299144"/>
            <a:ext cx="548640" cy="246221"/>
          </a:xfrm>
          <a:prstGeom prst="rect">
            <a:avLst/>
          </a:prstGeom>
          <a:noFill/>
          <a:ln>
            <a:solidFill>
              <a:schemeClr val="accent1"/>
            </a:solidFill>
          </a:ln>
        </p:spPr>
        <p:txBody>
          <a:bodyPr wrap="square" lIns="0" tIns="0" rIns="0" bIns="0" rtlCol="0">
            <a:spAutoFit/>
          </a:bodyPr>
          <a:lstStyle/>
          <a:p>
            <a:pPr algn="ctr" defTabSz="914288">
              <a:defRPr/>
            </a:pPr>
            <a:r>
              <a:rPr lang="en-US" sz="800" b="1">
                <a:solidFill>
                  <a:srgbClr val="0066CC"/>
                </a:solidFill>
                <a:latin typeface="Calibri" panose="020F0502020204030204" pitchFamily="34" charset="0"/>
                <a:cs typeface="Calibri" panose="020F0502020204030204" pitchFamily="34" charset="0"/>
              </a:rPr>
              <a:t>JP Ph1</a:t>
            </a:r>
          </a:p>
          <a:p>
            <a:pPr algn="ctr" defTabSz="914288">
              <a:defRPr/>
            </a:pPr>
            <a:r>
              <a:rPr lang="en-US" sz="800" b="1">
                <a:solidFill>
                  <a:srgbClr val="0066CC"/>
                </a:solidFill>
                <a:latin typeface="Calibri" panose="020F0502020204030204" pitchFamily="34" charset="0"/>
                <a:cs typeface="Calibri" panose="020F0502020204030204" pitchFamily="34" charset="0"/>
              </a:rPr>
              <a:t>Placeholder</a:t>
            </a:r>
          </a:p>
        </p:txBody>
      </p:sp>
      <p:sp>
        <p:nvSpPr>
          <p:cNvPr id="82" name="TextBox 81"/>
          <p:cNvSpPr txBox="1"/>
          <p:nvPr/>
        </p:nvSpPr>
        <p:spPr>
          <a:xfrm>
            <a:off x="11646" y="1740443"/>
            <a:ext cx="617004" cy="215444"/>
          </a:xfrm>
          <a:prstGeom prst="rect">
            <a:avLst/>
          </a:prstGeom>
          <a:noFill/>
          <a:ln>
            <a:solidFill>
              <a:schemeClr val="accent1"/>
            </a:solidFill>
          </a:ln>
        </p:spPr>
        <p:txBody>
          <a:bodyPr wrap="square" lIns="0" tIns="0" rIns="0" bIns="0" rtlCol="0">
            <a:spAutoFit/>
          </a:bodyPr>
          <a:lstStyle/>
          <a:p>
            <a:pPr algn="ctr" defTabSz="914288">
              <a:defRPr/>
            </a:pPr>
            <a:r>
              <a:rPr lang="en-US" altLang="zh-CN" sz="700" b="1">
                <a:solidFill>
                  <a:srgbClr val="0066CC"/>
                </a:solidFill>
                <a:latin typeface="Calibri" panose="020F0502020204030204" pitchFamily="34" charset="0"/>
                <a:cs typeface="Calibri" panose="020F0502020204030204" pitchFamily="34" charset="0"/>
              </a:rPr>
              <a:t>Ph1 MRD in </a:t>
            </a:r>
            <a:r>
              <a:rPr lang="en-US" altLang="zh-CN" sz="700" b="1" err="1">
                <a:solidFill>
                  <a:srgbClr val="0066CC"/>
                </a:solidFill>
                <a:latin typeface="Calibri" panose="020F0502020204030204" pitchFamily="34" charset="0"/>
                <a:cs typeface="Calibri" panose="020F0502020204030204" pitchFamily="34" charset="0"/>
              </a:rPr>
              <a:t>Pso</a:t>
            </a:r>
            <a:r>
              <a:rPr lang="en-US" altLang="zh-CN" sz="700" b="1">
                <a:solidFill>
                  <a:srgbClr val="0066CC"/>
                </a:solidFill>
                <a:latin typeface="Calibri" panose="020F0502020204030204" pitchFamily="34" charset="0"/>
                <a:cs typeface="Calibri" panose="020F0502020204030204" pitchFamily="34" charset="0"/>
              </a:rPr>
              <a:t> </a:t>
            </a:r>
          </a:p>
          <a:p>
            <a:pPr algn="ctr" defTabSz="914288">
              <a:defRPr/>
            </a:pPr>
            <a:r>
              <a:rPr lang="en-US" altLang="zh-CN" sz="700" b="1">
                <a:solidFill>
                  <a:srgbClr val="0066CC"/>
                </a:solidFill>
                <a:latin typeface="Calibri" panose="020F0502020204030204" pitchFamily="34" charset="0"/>
                <a:cs typeface="Calibri" panose="020F0502020204030204" pitchFamily="34" charset="0"/>
              </a:rPr>
              <a:t>1474.2</a:t>
            </a:r>
            <a:endParaRPr lang="en-US" sz="700" b="1">
              <a:solidFill>
                <a:srgbClr val="0066CC"/>
              </a:solidFill>
              <a:latin typeface="Calibri" panose="020F0502020204030204" pitchFamily="34" charset="0"/>
              <a:cs typeface="Calibri" panose="020F0502020204030204" pitchFamily="34" charset="0"/>
            </a:endParaRPr>
          </a:p>
        </p:txBody>
      </p:sp>
      <p:grpSp>
        <p:nvGrpSpPr>
          <p:cNvPr id="112" name="Group 111"/>
          <p:cNvGrpSpPr/>
          <p:nvPr/>
        </p:nvGrpSpPr>
        <p:grpSpPr>
          <a:xfrm>
            <a:off x="7483951" y="3021625"/>
            <a:ext cx="768160" cy="457284"/>
            <a:chOff x="8460494" y="1766789"/>
            <a:chExt cx="768160" cy="457284"/>
          </a:xfrm>
        </p:grpSpPr>
        <p:sp>
          <p:nvSpPr>
            <p:cNvPr id="113" name="五角星 55"/>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Opti"/>
              </a:endParaRPr>
            </a:p>
          </p:txBody>
        </p:sp>
        <p:sp>
          <p:nvSpPr>
            <p:cNvPr id="119" name="Rectangle 118"/>
            <p:cNvSpPr/>
            <p:nvPr/>
          </p:nvSpPr>
          <p:spPr>
            <a:xfrm>
              <a:off x="8460494" y="2016324"/>
              <a:ext cx="768160" cy="207749"/>
            </a:xfrm>
            <a:prstGeom prst="rect">
              <a:avLst/>
            </a:prstGeom>
          </p:spPr>
          <p:txBody>
            <a:bodyPr wrap="none">
              <a:spAutoFit/>
            </a:bodyPr>
            <a:lstStyle/>
            <a:p>
              <a:pPr algn="r" defTabSz="914288">
                <a:defRPr/>
              </a:pPr>
              <a:r>
                <a:rPr lang="en-US" altLang="zh-CN" sz="750" b="1">
                  <a:solidFill>
                    <a:srgbClr val="44546A"/>
                  </a:solidFill>
                  <a:latin typeface="Calibri" panose="020F0502020204030204" pitchFamily="34" charset="0"/>
                  <a:cs typeface="Calibri" panose="020F0502020204030204" pitchFamily="34" charset="0"/>
                </a:rPr>
                <a:t>US Submission</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20" name="OTLSHAPE_T_e17f3958430f4cff8650518c93c7635e_StartDate">
              <a:extLst>
                <a:ext uri="{FF2B5EF4-FFF2-40B4-BE49-F238E27FC236}">
                  <a16:creationId xmlns:a16="http://schemas.microsoft.com/office/drawing/2014/main" id="{9224C17E-1AA1-4096-A3FD-25D6FD8BA444}"/>
                </a:ext>
              </a:extLst>
            </p:cNvPr>
            <p:cNvSpPr txBox="1"/>
            <p:nvPr>
              <p:custDataLst>
                <p:tags r:id="rId8"/>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288">
                <a:defRPr/>
              </a:pPr>
              <a:r>
                <a:rPr lang="en-US" altLang="zh-CN" sz="750" b="1">
                  <a:solidFill>
                    <a:srgbClr val="44546A"/>
                  </a:solidFill>
                  <a:latin typeface="Calibri" panose="020F0502020204030204" pitchFamily="34" charset="0"/>
                  <a:cs typeface="Calibri" panose="020F0502020204030204" pitchFamily="34" charset="0"/>
                </a:rPr>
                <a:t>2032 Jul</a:t>
              </a:r>
            </a:p>
          </p:txBody>
        </p:sp>
      </p:grpSp>
      <p:grpSp>
        <p:nvGrpSpPr>
          <p:cNvPr id="59" name="Group 58"/>
          <p:cNvGrpSpPr/>
          <p:nvPr/>
        </p:nvGrpSpPr>
        <p:grpSpPr>
          <a:xfrm>
            <a:off x="1093105" y="1182319"/>
            <a:ext cx="410060" cy="3989711"/>
            <a:chOff x="-548874" y="1007387"/>
            <a:chExt cx="546747" cy="3989708"/>
          </a:xfrm>
        </p:grpSpPr>
        <p:cxnSp>
          <p:nvCxnSpPr>
            <p:cNvPr id="61" name="Straight Connector 60">
              <a:extLst>
                <a:ext uri="{FF2B5EF4-FFF2-40B4-BE49-F238E27FC236}">
                  <a16:creationId xmlns:a16="http://schemas.microsoft.com/office/drawing/2014/main" id="{9C165100-0114-4167-8FF0-BFF01B293D04}"/>
                </a:ext>
              </a:extLst>
            </p:cNvPr>
            <p:cNvCxnSpPr>
              <a:cxnSpLocks/>
            </p:cNvCxnSpPr>
            <p:nvPr/>
          </p:nvCxnSpPr>
          <p:spPr bwMode="auto">
            <a:xfrm flipV="1">
              <a:off x="-324167" y="1222122"/>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3" name="OTLSHAPE_T_e17f3958430f4cff8650518c93c7635e_StartDate">
              <a:extLst>
                <a:ext uri="{FF2B5EF4-FFF2-40B4-BE49-F238E27FC236}">
                  <a16:creationId xmlns:a16="http://schemas.microsoft.com/office/drawing/2014/main" id="{9224C17E-1AA1-4096-A3FD-25D6FD8BA444}"/>
                </a:ext>
              </a:extLst>
            </p:cNvPr>
            <p:cNvSpPr txBox="1"/>
            <p:nvPr>
              <p:custDataLst>
                <p:tags r:id="rId7"/>
              </p:custDataLst>
            </p:nvPr>
          </p:nvSpPr>
          <p:spPr>
            <a:xfrm>
              <a:off x="-548874" y="1007387"/>
              <a:ext cx="546747" cy="246221"/>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65" name="Picture 64" descr="Traffic light - Simple English Wikipedia, the free ..."/>
          <p:cNvPicPr>
            <a:picLocks noChangeAspect="1"/>
          </p:cNvPicPr>
          <p:nvPr/>
        </p:nvPicPr>
        <p:blipFill rotWithShape="1">
          <a:blip r:embed="rId11"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66" name="TextBox 65">
            <a:extLst>
              <a:ext uri="{FF2B5EF4-FFF2-40B4-BE49-F238E27FC236}">
                <a16:creationId xmlns:a16="http://schemas.microsoft.com/office/drawing/2014/main" id="{ABBA8552-4EEC-4A1B-894B-35E4445D1E2D}"/>
              </a:ext>
            </a:extLst>
          </p:cNvPr>
          <p:cNvSpPr txBox="1"/>
          <p:nvPr/>
        </p:nvSpPr>
        <p:spPr>
          <a:xfrm>
            <a:off x="11646" y="2716721"/>
            <a:ext cx="548640" cy="12311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Ph2in SSc </a:t>
            </a:r>
            <a:endParaRPr lang="en-US" sz="800" b="1">
              <a:solidFill>
                <a:srgbClr val="0066CC"/>
              </a:solidFill>
              <a:latin typeface="Calibri" panose="020F0502020204030204" pitchFamily="34" charset="0"/>
              <a:cs typeface="Calibri" panose="020F0502020204030204" pitchFamily="34" charset="0"/>
            </a:endParaRPr>
          </a:p>
        </p:txBody>
      </p:sp>
      <p:graphicFrame>
        <p:nvGraphicFramePr>
          <p:cNvPr id="30" name="Table 29">
            <a:extLst>
              <a:ext uri="{FF2B5EF4-FFF2-40B4-BE49-F238E27FC236}">
                <a16:creationId xmlns:a16="http://schemas.microsoft.com/office/drawing/2014/main" id="{01A0A25C-1FD1-4158-9AD8-8EC6640CA6D8}"/>
              </a:ext>
            </a:extLst>
          </p:cNvPr>
          <p:cNvGraphicFramePr>
            <a:graphicFrameLocks noGrp="1"/>
          </p:cNvGraphicFramePr>
          <p:nvPr/>
        </p:nvGraphicFramePr>
        <p:xfrm>
          <a:off x="170512" y="748778"/>
          <a:ext cx="8787702" cy="514350"/>
        </p:xfrm>
        <a:graphic>
          <a:graphicData uri="http://schemas.openxmlformats.org/drawingml/2006/table">
            <a:tbl>
              <a:tblPr firstRow="1" bandRow="1"/>
              <a:tblGrid>
                <a:gridCol w="399441">
                  <a:extLst>
                    <a:ext uri="{9D8B030D-6E8A-4147-A177-3AD203B41FA5}">
                      <a16:colId xmlns:a16="http://schemas.microsoft.com/office/drawing/2014/main" val="4084298666"/>
                    </a:ext>
                  </a:extLst>
                </a:gridCol>
                <a:gridCol w="399441">
                  <a:extLst>
                    <a:ext uri="{9D8B030D-6E8A-4147-A177-3AD203B41FA5}">
                      <a16:colId xmlns:a16="http://schemas.microsoft.com/office/drawing/2014/main" val="2609182075"/>
                    </a:ext>
                  </a:extLst>
                </a:gridCol>
                <a:gridCol w="399441">
                  <a:extLst>
                    <a:ext uri="{9D8B030D-6E8A-4147-A177-3AD203B41FA5}">
                      <a16:colId xmlns:a16="http://schemas.microsoft.com/office/drawing/2014/main" val="3091663135"/>
                    </a:ext>
                  </a:extLst>
                </a:gridCol>
                <a:gridCol w="399441">
                  <a:extLst>
                    <a:ext uri="{9D8B030D-6E8A-4147-A177-3AD203B41FA5}">
                      <a16:colId xmlns:a16="http://schemas.microsoft.com/office/drawing/2014/main" val="2003423086"/>
                    </a:ext>
                  </a:extLst>
                </a:gridCol>
                <a:gridCol w="399441">
                  <a:extLst>
                    <a:ext uri="{9D8B030D-6E8A-4147-A177-3AD203B41FA5}">
                      <a16:colId xmlns:a16="http://schemas.microsoft.com/office/drawing/2014/main" val="2466911814"/>
                    </a:ext>
                  </a:extLst>
                </a:gridCol>
                <a:gridCol w="399441">
                  <a:extLst>
                    <a:ext uri="{9D8B030D-6E8A-4147-A177-3AD203B41FA5}">
                      <a16:colId xmlns:a16="http://schemas.microsoft.com/office/drawing/2014/main" val="3023231563"/>
                    </a:ext>
                  </a:extLst>
                </a:gridCol>
                <a:gridCol w="399441">
                  <a:extLst>
                    <a:ext uri="{9D8B030D-6E8A-4147-A177-3AD203B41FA5}">
                      <a16:colId xmlns:a16="http://schemas.microsoft.com/office/drawing/2014/main" val="3411862845"/>
                    </a:ext>
                  </a:extLst>
                </a:gridCol>
                <a:gridCol w="399441">
                  <a:extLst>
                    <a:ext uri="{9D8B030D-6E8A-4147-A177-3AD203B41FA5}">
                      <a16:colId xmlns:a16="http://schemas.microsoft.com/office/drawing/2014/main" val="2851474774"/>
                    </a:ext>
                  </a:extLst>
                </a:gridCol>
                <a:gridCol w="399441">
                  <a:extLst>
                    <a:ext uri="{9D8B030D-6E8A-4147-A177-3AD203B41FA5}">
                      <a16:colId xmlns:a16="http://schemas.microsoft.com/office/drawing/2014/main" val="107595344"/>
                    </a:ext>
                  </a:extLst>
                </a:gridCol>
                <a:gridCol w="399441">
                  <a:extLst>
                    <a:ext uri="{9D8B030D-6E8A-4147-A177-3AD203B41FA5}">
                      <a16:colId xmlns:a16="http://schemas.microsoft.com/office/drawing/2014/main" val="1666999431"/>
                    </a:ext>
                  </a:extLst>
                </a:gridCol>
                <a:gridCol w="399441">
                  <a:extLst>
                    <a:ext uri="{9D8B030D-6E8A-4147-A177-3AD203B41FA5}">
                      <a16:colId xmlns:a16="http://schemas.microsoft.com/office/drawing/2014/main" val="3696607442"/>
                    </a:ext>
                  </a:extLst>
                </a:gridCol>
                <a:gridCol w="399441">
                  <a:extLst>
                    <a:ext uri="{9D8B030D-6E8A-4147-A177-3AD203B41FA5}">
                      <a16:colId xmlns:a16="http://schemas.microsoft.com/office/drawing/2014/main" val="223989776"/>
                    </a:ext>
                  </a:extLst>
                </a:gridCol>
                <a:gridCol w="399441">
                  <a:extLst>
                    <a:ext uri="{9D8B030D-6E8A-4147-A177-3AD203B41FA5}">
                      <a16:colId xmlns:a16="http://schemas.microsoft.com/office/drawing/2014/main" val="124731204"/>
                    </a:ext>
                  </a:extLst>
                </a:gridCol>
                <a:gridCol w="399441">
                  <a:extLst>
                    <a:ext uri="{9D8B030D-6E8A-4147-A177-3AD203B41FA5}">
                      <a16:colId xmlns:a16="http://schemas.microsoft.com/office/drawing/2014/main" val="3066978585"/>
                    </a:ext>
                  </a:extLst>
                </a:gridCol>
                <a:gridCol w="399441">
                  <a:extLst>
                    <a:ext uri="{9D8B030D-6E8A-4147-A177-3AD203B41FA5}">
                      <a16:colId xmlns:a16="http://schemas.microsoft.com/office/drawing/2014/main" val="1064917641"/>
                    </a:ext>
                  </a:extLst>
                </a:gridCol>
                <a:gridCol w="399441">
                  <a:extLst>
                    <a:ext uri="{9D8B030D-6E8A-4147-A177-3AD203B41FA5}">
                      <a16:colId xmlns:a16="http://schemas.microsoft.com/office/drawing/2014/main" val="4221117315"/>
                    </a:ext>
                  </a:extLst>
                </a:gridCol>
                <a:gridCol w="399441">
                  <a:extLst>
                    <a:ext uri="{9D8B030D-6E8A-4147-A177-3AD203B41FA5}">
                      <a16:colId xmlns:a16="http://schemas.microsoft.com/office/drawing/2014/main" val="3266065341"/>
                    </a:ext>
                  </a:extLst>
                </a:gridCol>
                <a:gridCol w="399441">
                  <a:extLst>
                    <a:ext uri="{9D8B030D-6E8A-4147-A177-3AD203B41FA5}">
                      <a16:colId xmlns:a16="http://schemas.microsoft.com/office/drawing/2014/main" val="2374051224"/>
                    </a:ext>
                  </a:extLst>
                </a:gridCol>
                <a:gridCol w="399441">
                  <a:extLst>
                    <a:ext uri="{9D8B030D-6E8A-4147-A177-3AD203B41FA5}">
                      <a16:colId xmlns:a16="http://schemas.microsoft.com/office/drawing/2014/main" val="1840388365"/>
                    </a:ext>
                  </a:extLst>
                </a:gridCol>
                <a:gridCol w="399441">
                  <a:extLst>
                    <a:ext uri="{9D8B030D-6E8A-4147-A177-3AD203B41FA5}">
                      <a16:colId xmlns:a16="http://schemas.microsoft.com/office/drawing/2014/main" val="267750830"/>
                    </a:ext>
                  </a:extLst>
                </a:gridCol>
                <a:gridCol w="399441">
                  <a:extLst>
                    <a:ext uri="{9D8B030D-6E8A-4147-A177-3AD203B41FA5}">
                      <a16:colId xmlns:a16="http://schemas.microsoft.com/office/drawing/2014/main" val="3966469970"/>
                    </a:ext>
                  </a:extLst>
                </a:gridCol>
                <a:gridCol w="399441">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2026</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2029</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2030</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2031</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2032</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2033</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31" name="Isosceles Triangle 30">
            <a:extLst>
              <a:ext uri="{FF2B5EF4-FFF2-40B4-BE49-F238E27FC236}">
                <a16:creationId xmlns:a16="http://schemas.microsoft.com/office/drawing/2014/main" id="{ED75BECB-DCAB-42C7-898F-97609E3ADFF6}"/>
              </a:ext>
            </a:extLst>
          </p:cNvPr>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32" name="Isosceles Triangle 31">
            <a:extLst>
              <a:ext uri="{FF2B5EF4-FFF2-40B4-BE49-F238E27FC236}">
                <a16:creationId xmlns:a16="http://schemas.microsoft.com/office/drawing/2014/main" id="{6ADB379A-95E9-4BE6-8B96-A623E74DBED3}"/>
              </a:ext>
            </a:extLst>
          </p:cNvPr>
          <p:cNvSpPr/>
          <p:nvPr/>
        </p:nvSpPr>
        <p:spPr>
          <a:xfrm rot="5400000">
            <a:off x="8802714"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33" name="OTLSHAPE_T_e17f3958430f4cff8650518c93c7635e_Shape">
            <a:extLst>
              <a:ext uri="{FF2B5EF4-FFF2-40B4-BE49-F238E27FC236}">
                <a16:creationId xmlns:a16="http://schemas.microsoft.com/office/drawing/2014/main" id="{A4964953-3186-4BE6-959D-00A263283B95}"/>
              </a:ext>
            </a:extLst>
          </p:cNvPr>
          <p:cNvSpPr/>
          <p:nvPr>
            <p:custDataLst>
              <p:tags r:id="rId1"/>
            </p:custDataLst>
          </p:nvPr>
        </p:nvSpPr>
        <p:spPr bwMode="auto">
          <a:xfrm>
            <a:off x="11431" y="1508377"/>
            <a:ext cx="1352006" cy="17193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SRD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5" name="OTLSHAPE_T_e17f3958430f4cff8650518c93c7635e_Shape">
            <a:extLst>
              <a:ext uri="{FF2B5EF4-FFF2-40B4-BE49-F238E27FC236}">
                <a16:creationId xmlns:a16="http://schemas.microsoft.com/office/drawing/2014/main" id="{23DDCA6C-805E-4775-9002-2C78A3E9DD7B}"/>
              </a:ext>
            </a:extLst>
          </p:cNvPr>
          <p:cNvSpPr/>
          <p:nvPr>
            <p:custDataLst>
              <p:tags r:id="rId2"/>
            </p:custDataLst>
          </p:nvPr>
        </p:nvSpPr>
        <p:spPr bwMode="auto">
          <a:xfrm>
            <a:off x="558952" y="1738750"/>
            <a:ext cx="1449464" cy="2276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MRD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1" name="OTLSHAPE_T_e17f3958430f4cff8650518c93c7635e_Shape">
            <a:extLst>
              <a:ext uri="{FF2B5EF4-FFF2-40B4-BE49-F238E27FC236}">
                <a16:creationId xmlns:a16="http://schemas.microsoft.com/office/drawing/2014/main" id="{371ED482-FCD9-43D7-BB71-A24786EAE75F}"/>
              </a:ext>
            </a:extLst>
          </p:cNvPr>
          <p:cNvSpPr/>
          <p:nvPr>
            <p:custDataLst>
              <p:tags r:id="rId3"/>
            </p:custDataLst>
          </p:nvPr>
        </p:nvSpPr>
        <p:spPr bwMode="auto">
          <a:xfrm>
            <a:off x="2469230" y="2642819"/>
            <a:ext cx="2159091" cy="207749"/>
          </a:xfrm>
          <a:prstGeom prst="roundRect">
            <a:avLst>
              <a:gd name="adj" fmla="val 8560"/>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  in SSc</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89C355A1-7C4E-4FB6-A111-D974557D88EB}"/>
              </a:ext>
            </a:extLst>
          </p:cNvPr>
          <p:cNvSpPr/>
          <p:nvPr/>
        </p:nvSpPr>
        <p:spPr>
          <a:xfrm>
            <a:off x="832325" y="2019243"/>
            <a:ext cx="823491" cy="323165"/>
          </a:xfrm>
          <a:prstGeom prst="rect">
            <a:avLst/>
          </a:prstGeom>
        </p:spPr>
        <p:txBody>
          <a:bodyPr wrap="square">
            <a:spAutoFit/>
          </a:bodyPr>
          <a:lstStyle/>
          <a:p>
            <a:pPr algn="ctr" defTabSz="914265">
              <a:defRPr/>
            </a:pPr>
            <a:r>
              <a:rPr lang="en-US" altLang="zh-CN" sz="750" b="1" err="1">
                <a:solidFill>
                  <a:srgbClr val="44546A"/>
                </a:solidFill>
                <a:latin typeface="Calibri" panose="020F0502020204030204" pitchFamily="34" charset="0"/>
              </a:rPr>
              <a:t>PoCP</a:t>
            </a:r>
            <a:endParaRPr lang="en-US" altLang="zh-CN" sz="750" b="1">
              <a:solidFill>
                <a:srgbClr val="44546A"/>
              </a:solidFill>
              <a:latin typeface="Calibri" panose="020F0502020204030204" pitchFamily="34" charset="0"/>
            </a:endParaRPr>
          </a:p>
          <a:p>
            <a:pPr algn="ctr" defTabSz="914265">
              <a:defRPr/>
            </a:pPr>
            <a:r>
              <a:rPr lang="en-US" altLang="zh-CN" sz="750" b="1">
                <a:solidFill>
                  <a:srgbClr val="44546A"/>
                </a:solidFill>
                <a:latin typeface="Calibri" panose="020F0502020204030204" pitchFamily="34" charset="0"/>
              </a:rPr>
              <a:t>Nov 2024</a:t>
            </a:r>
            <a:endParaRPr lang="zh-CN" altLang="en-US" sz="750" b="1">
              <a:solidFill>
                <a:srgbClr val="44546A"/>
              </a:solidFill>
              <a:latin typeface="Calibri" panose="020F0502020204030204" pitchFamily="34" charset="0"/>
            </a:endParaRPr>
          </a:p>
        </p:txBody>
      </p:sp>
      <p:sp>
        <p:nvSpPr>
          <p:cNvPr id="43" name="Diamond 42">
            <a:extLst>
              <a:ext uri="{FF2B5EF4-FFF2-40B4-BE49-F238E27FC236}">
                <a16:creationId xmlns:a16="http://schemas.microsoft.com/office/drawing/2014/main" id="{D23393F2-1003-4EF8-8708-D490A7C332D4}"/>
              </a:ext>
            </a:extLst>
          </p:cNvPr>
          <p:cNvSpPr/>
          <p:nvPr/>
        </p:nvSpPr>
        <p:spPr>
          <a:xfrm>
            <a:off x="1482107" y="2013441"/>
            <a:ext cx="108000" cy="108000"/>
          </a:xfrm>
          <a:prstGeom prst="diamond">
            <a:avLst/>
          </a:prstGeom>
          <a:solidFill>
            <a:srgbClr val="FF99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GB" sz="1400" err="1">
              <a:solidFill>
                <a:srgbClr val="000000"/>
              </a:solidFill>
              <a:latin typeface="BISansCond"/>
            </a:endParaRPr>
          </a:p>
        </p:txBody>
      </p:sp>
      <p:sp>
        <p:nvSpPr>
          <p:cNvPr id="44" name="OTLSHAPE_T_e17f3958430f4cff8650518c93c7635e_Shape">
            <a:extLst>
              <a:ext uri="{FF2B5EF4-FFF2-40B4-BE49-F238E27FC236}">
                <a16:creationId xmlns:a16="http://schemas.microsoft.com/office/drawing/2014/main" id="{100CBE5C-17B7-489E-A752-C98EA539F051}"/>
              </a:ext>
            </a:extLst>
          </p:cNvPr>
          <p:cNvSpPr/>
          <p:nvPr>
            <p:custDataLst>
              <p:tags r:id="rId4"/>
            </p:custDataLst>
          </p:nvPr>
        </p:nvSpPr>
        <p:spPr bwMode="auto">
          <a:xfrm>
            <a:off x="5092552" y="2990606"/>
            <a:ext cx="2665920" cy="21563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SSc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DE65D891-F23C-4DDA-A055-F3F9C40CA97D}"/>
              </a:ext>
            </a:extLst>
          </p:cNvPr>
          <p:cNvSpPr txBox="1"/>
          <p:nvPr/>
        </p:nvSpPr>
        <p:spPr>
          <a:xfrm>
            <a:off x="11430" y="3035659"/>
            <a:ext cx="548640" cy="12311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 in SSc </a:t>
            </a:r>
            <a:endParaRPr lang="en-US" sz="800" b="1">
              <a:solidFill>
                <a:srgbClr val="0066CC"/>
              </a:solidFill>
              <a:latin typeface="Calibri" panose="020F0502020204030204" pitchFamily="34" charset="0"/>
              <a:cs typeface="Calibri" panose="020F0502020204030204" pitchFamily="34" charset="0"/>
            </a:endParaRPr>
          </a:p>
        </p:txBody>
      </p:sp>
      <p:sp>
        <p:nvSpPr>
          <p:cNvPr id="8" name="OTLSHAPE_T_e17f3958430f4cff8650518c93c7635e_Shape">
            <a:extLst>
              <a:ext uri="{FF2B5EF4-FFF2-40B4-BE49-F238E27FC236}">
                <a16:creationId xmlns:a16="http://schemas.microsoft.com/office/drawing/2014/main" id="{8E2B1E6B-89AD-083A-2E1D-5A152A660D62}"/>
              </a:ext>
            </a:extLst>
          </p:cNvPr>
          <p:cNvSpPr/>
          <p:nvPr>
            <p:custDataLst>
              <p:tags r:id="rId5"/>
            </p:custDataLst>
          </p:nvPr>
        </p:nvSpPr>
        <p:spPr bwMode="auto">
          <a:xfrm>
            <a:off x="1538289" y="2277215"/>
            <a:ext cx="453907" cy="2174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JP Ph1</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8E332CBF-C53D-BA9D-0D27-867CE70CB1EA}"/>
              </a:ext>
            </a:extLst>
          </p:cNvPr>
          <p:cNvSpPr/>
          <p:nvPr/>
        </p:nvSpPr>
        <p:spPr bwMode="gray">
          <a:xfrm>
            <a:off x="7682372" y="1906476"/>
            <a:ext cx="1041498" cy="246427"/>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88">
              <a:lnSpc>
                <a:spcPct val="140000"/>
              </a:lnSpc>
            </a:pPr>
            <a:r>
              <a:rPr lang="en-US" altLang="zh-CN" sz="1200" b="1">
                <a:solidFill>
                  <a:prstClr val="black"/>
                </a:solidFill>
                <a:latin typeface="Boehringer Forward Text"/>
              </a:rPr>
              <a:t>SSc</a:t>
            </a:r>
            <a:endParaRPr lang="zh-CN" altLang="en-US" sz="1200" b="1">
              <a:solidFill>
                <a:prstClr val="black"/>
              </a:solidFill>
              <a:latin typeface="Boehringer Forward Text"/>
            </a:endParaRPr>
          </a:p>
        </p:txBody>
      </p:sp>
      <p:pic>
        <p:nvPicPr>
          <p:cNvPr id="10" name="Graphic 9" descr="Flag with solid fill">
            <a:extLst>
              <a:ext uri="{FF2B5EF4-FFF2-40B4-BE49-F238E27FC236}">
                <a16:creationId xmlns:a16="http://schemas.microsoft.com/office/drawing/2014/main" id="{163FF9C2-ADAA-A0CE-E8C5-6ADB48521B3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703876" y="3144138"/>
            <a:ext cx="145920" cy="145920"/>
          </a:xfrm>
          <a:prstGeom prst="rect">
            <a:avLst/>
          </a:prstGeom>
        </p:spPr>
      </p:pic>
      <p:sp>
        <p:nvSpPr>
          <p:cNvPr id="15" name="OTLSHAPE_T_e17f3958430f4cff8650518c93c7635e_StartDate">
            <a:extLst>
              <a:ext uri="{FF2B5EF4-FFF2-40B4-BE49-F238E27FC236}">
                <a16:creationId xmlns:a16="http://schemas.microsoft.com/office/drawing/2014/main" id="{FD8B900B-B025-7C22-D5B4-1E74CED33FF8}"/>
              </a:ext>
            </a:extLst>
          </p:cNvPr>
          <p:cNvSpPr txBox="1"/>
          <p:nvPr>
            <p:custDataLst>
              <p:tags r:id="rId6"/>
            </p:custDataLst>
          </p:nvPr>
        </p:nvSpPr>
        <p:spPr>
          <a:xfrm>
            <a:off x="8398210" y="3258402"/>
            <a:ext cx="790680"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ea typeface="宋体" panose="02010600030101010101" pitchFamily="2" charset="-122"/>
              </a:rPr>
              <a:t>US launch</a:t>
            </a:r>
          </a:p>
          <a:p>
            <a:pPr algn="ctr" defTabSz="914265">
              <a:defRPr/>
            </a:pPr>
            <a:r>
              <a:rPr lang="en-US" altLang="zh-CN" sz="700" b="1">
                <a:solidFill>
                  <a:srgbClr val="44546A"/>
                </a:solidFill>
                <a:latin typeface="Calibri" panose="020F0502020204030204" pitchFamily="34" charset="0"/>
                <a:ea typeface="宋体" panose="02010600030101010101" pitchFamily="2" charset="-122"/>
              </a:rPr>
              <a:t>Aug2033</a:t>
            </a:r>
          </a:p>
        </p:txBody>
      </p:sp>
      <p:cxnSp>
        <p:nvCxnSpPr>
          <p:cNvPr id="21" name="Connector: Elbow 20">
            <a:extLst>
              <a:ext uri="{FF2B5EF4-FFF2-40B4-BE49-F238E27FC236}">
                <a16:creationId xmlns:a16="http://schemas.microsoft.com/office/drawing/2014/main" id="{189EBF02-3080-48C2-A7C8-121C1963B040}"/>
              </a:ext>
            </a:extLst>
          </p:cNvPr>
          <p:cNvCxnSpPr>
            <a:stCxn id="43" idx="2"/>
            <a:endCxn id="41" idx="1"/>
          </p:cNvCxnSpPr>
          <p:nvPr/>
        </p:nvCxnSpPr>
        <p:spPr bwMode="gray">
          <a:xfrm rot="16200000" flipH="1">
            <a:off x="1690048" y="1967506"/>
            <a:ext cx="625249" cy="933122"/>
          </a:xfrm>
          <a:prstGeom prst="bentConnector2">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111ED65-D098-4045-DD73-E6BD39EA1F96}"/>
              </a:ext>
            </a:extLst>
          </p:cNvPr>
          <p:cNvSpPr txBox="1"/>
          <p:nvPr/>
        </p:nvSpPr>
        <p:spPr>
          <a:xfrm>
            <a:off x="2461849" y="1594984"/>
            <a:ext cx="4343399" cy="718145"/>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defPPr>
              <a:defRPr lang="de-DE"/>
            </a:defPPr>
            <a:lvl1pPr marL="91438" indent="-91438" defTabSz="1219139">
              <a:spcBef>
                <a:spcPts val="400"/>
              </a:spcBef>
              <a:buFont typeface="Arial" panose="020B0604020202020204" pitchFamily="34" charset="0"/>
              <a:buChar char="•"/>
              <a:defRPr sz="800">
                <a:solidFill>
                  <a:srgbClr val="000000"/>
                </a:solidFill>
                <a:latin typeface="BISansCond"/>
              </a:defRPr>
            </a:lvl1pPr>
            <a:lvl2pPr marL="91438" lvl="1" indent="-91438" defTabSz="1219139">
              <a:spcBef>
                <a:spcPts val="400"/>
              </a:spcBef>
              <a:buFont typeface="Arial" panose="020B0604020202020204" pitchFamily="34" charset="0"/>
              <a:buChar char="•"/>
              <a:defRPr sz="800">
                <a:solidFill>
                  <a:srgbClr val="000000"/>
                </a:solidFill>
                <a:latin typeface="BISansCond"/>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1" defTabSz="914286"/>
            <a:r>
              <a:rPr lang="en-US" altLang="zh-CN" sz="1000">
                <a:solidFill>
                  <a:schemeClr val="tx1"/>
                </a:solidFill>
              </a:rPr>
              <a:t>PD-1 agonist elevated to TA priority asset.</a:t>
            </a:r>
          </a:p>
          <a:p>
            <a:pPr lvl="1" defTabSz="914286"/>
            <a:r>
              <a:rPr lang="en-US" altLang="zh-CN" sz="1000"/>
              <a:t>Scenarios for overall development plan and Ph2 dose finding strategy under evaluation. Will discuss with HPSC end of Apr. </a:t>
            </a:r>
          </a:p>
          <a:p>
            <a:pPr lvl="1" defTabSz="914286"/>
            <a:r>
              <a:rPr lang="en-US" altLang="zh-CN" sz="1000"/>
              <a:t>Asset team preliminary plan is to include China to ph2. </a:t>
            </a:r>
          </a:p>
        </p:txBody>
      </p:sp>
      <p:cxnSp>
        <p:nvCxnSpPr>
          <p:cNvPr id="24" name="Straight Connector 23">
            <a:extLst>
              <a:ext uri="{FF2B5EF4-FFF2-40B4-BE49-F238E27FC236}">
                <a16:creationId xmlns:a16="http://schemas.microsoft.com/office/drawing/2014/main" id="{568206F3-C703-7A83-D1FA-E08A23B7C963}"/>
              </a:ext>
            </a:extLst>
          </p:cNvPr>
          <p:cNvCxnSpPr>
            <a:cxnSpLocks/>
          </p:cNvCxnSpPr>
          <p:nvPr/>
        </p:nvCxnSpPr>
        <p:spPr bwMode="auto">
          <a:xfrm flipH="1">
            <a:off x="22860" y="3699794"/>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5" name="OTLSHAPE_T_5a934a26f311425e8ebaa0f45e6533ad_Shape">
            <a:extLst>
              <a:ext uri="{FF2B5EF4-FFF2-40B4-BE49-F238E27FC236}">
                <a16:creationId xmlns:a16="http://schemas.microsoft.com/office/drawing/2014/main" id="{45B3DB16-668A-2F00-C247-4F83732AA013}"/>
              </a:ext>
            </a:extLst>
          </p:cNvPr>
          <p:cNvSpPr/>
          <p:nvPr/>
        </p:nvSpPr>
        <p:spPr bwMode="auto">
          <a:xfrm>
            <a:off x="2594505" y="4088326"/>
            <a:ext cx="2033818" cy="189932"/>
          </a:xfrm>
          <a:prstGeom prst="roundRect">
            <a:avLst/>
          </a:prstGeom>
          <a:solidFill>
            <a:schemeClr val="bg1">
              <a:lumMod val="6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defRPr/>
            </a:pPr>
            <a:r>
              <a:rPr lang="en-US" altLang="zh-CN" sz="800" b="1">
                <a:solidFill>
                  <a:srgbClr val="000000"/>
                </a:solidFill>
                <a:latin typeface="Calibri" panose="020F0502020204030204" pitchFamily="34" charset="0"/>
                <a:cs typeface="Calibri" panose="020F0502020204030204" pitchFamily="34" charset="0"/>
              </a:rPr>
              <a:t>Ph2 in SSc</a:t>
            </a:r>
          </a:p>
        </p:txBody>
      </p:sp>
      <p:sp>
        <p:nvSpPr>
          <p:cNvPr id="26" name="OTLSHAPE_T_5a934a26f311425e8ebaa0f45e6533ad_Shape">
            <a:extLst>
              <a:ext uri="{FF2B5EF4-FFF2-40B4-BE49-F238E27FC236}">
                <a16:creationId xmlns:a16="http://schemas.microsoft.com/office/drawing/2014/main" id="{1838D877-523B-94F6-6A69-1F1A35174ADE}"/>
              </a:ext>
            </a:extLst>
          </p:cNvPr>
          <p:cNvSpPr/>
          <p:nvPr/>
        </p:nvSpPr>
        <p:spPr bwMode="auto">
          <a:xfrm>
            <a:off x="5159661" y="4319683"/>
            <a:ext cx="2662537" cy="184794"/>
          </a:xfrm>
          <a:prstGeom prst="roundRect">
            <a:avLst/>
          </a:prstGeom>
          <a:solidFill>
            <a:schemeClr val="bg1">
              <a:lumMod val="6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65"/>
            <a:r>
              <a:rPr lang="en-US" altLang="zh-CN" sz="800" b="1">
                <a:solidFill>
                  <a:srgbClr val="000000"/>
                </a:solidFill>
                <a:latin typeface="Calibri" panose="020F0502020204030204" pitchFamily="34" charset="0"/>
                <a:cs typeface="Calibri" panose="020F0502020204030204" pitchFamily="34" charset="0"/>
              </a:rPr>
              <a:t>Ph3 TBD</a:t>
            </a:r>
          </a:p>
        </p:txBody>
      </p:sp>
      <p:sp>
        <p:nvSpPr>
          <p:cNvPr id="27" name="TextBox 26">
            <a:extLst>
              <a:ext uri="{FF2B5EF4-FFF2-40B4-BE49-F238E27FC236}">
                <a16:creationId xmlns:a16="http://schemas.microsoft.com/office/drawing/2014/main" id="{BD151F00-FFD8-3292-E745-CD91AD27ACDA}"/>
              </a:ext>
            </a:extLst>
          </p:cNvPr>
          <p:cNvSpPr txBox="1"/>
          <p:nvPr/>
        </p:nvSpPr>
        <p:spPr>
          <a:xfrm>
            <a:off x="10526" y="4000751"/>
            <a:ext cx="548640" cy="12311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Ph2in SSc </a:t>
            </a:r>
            <a:endParaRPr lang="en-US" sz="800" b="1">
              <a:solidFill>
                <a:srgbClr val="0066CC"/>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643177FA-867A-0637-6F73-107EEF4D9307}"/>
              </a:ext>
            </a:extLst>
          </p:cNvPr>
          <p:cNvSpPr txBox="1"/>
          <p:nvPr/>
        </p:nvSpPr>
        <p:spPr>
          <a:xfrm>
            <a:off x="10310" y="4319689"/>
            <a:ext cx="548640" cy="12311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 in SSc </a:t>
            </a:r>
            <a:endParaRPr lang="en-US" sz="800" b="1">
              <a:solidFill>
                <a:srgbClr val="0066CC"/>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E975532-0200-534E-42C6-9D8E34761737}"/>
              </a:ext>
            </a:extLst>
          </p:cNvPr>
          <p:cNvSpPr txBox="1"/>
          <p:nvPr/>
        </p:nvSpPr>
        <p:spPr>
          <a:xfrm>
            <a:off x="1286486" y="4882501"/>
            <a:ext cx="3511763" cy="184666"/>
          </a:xfrm>
          <a:prstGeom prst="rect">
            <a:avLst/>
          </a:prstGeom>
          <a:noFill/>
        </p:spPr>
        <p:txBody>
          <a:bodyPr wrap="square" lIns="0" tIns="0" rIns="0" bIns="0" rtlCol="0">
            <a:spAutoFit/>
          </a:bodyPr>
          <a:lstStyle/>
          <a:p>
            <a:pPr defTabSz="914288">
              <a:defRPr/>
            </a:pPr>
            <a:endParaRPr lang="en-US" altLang="zh-CN" sz="600">
              <a:solidFill>
                <a:srgbClr val="000000"/>
              </a:solidFill>
              <a:latin typeface="BISansCond"/>
            </a:endParaRPr>
          </a:p>
          <a:p>
            <a:pPr defTabSz="914288">
              <a:defRPr/>
            </a:pPr>
            <a:r>
              <a:rPr lang="en-US" altLang="zh-CN" sz="600">
                <a:solidFill>
                  <a:srgbClr val="000000"/>
                </a:solidFill>
                <a:latin typeface="BISansCond"/>
              </a:rPr>
              <a:t>HAI: Health authority interaction</a:t>
            </a:r>
            <a:endParaRPr lang="zh-CN" altLang="en-US" sz="600">
              <a:solidFill>
                <a:srgbClr val="000000"/>
              </a:solidFill>
              <a:latin typeface="BISansCond"/>
            </a:endParaRPr>
          </a:p>
        </p:txBody>
      </p:sp>
      <p:sp>
        <p:nvSpPr>
          <p:cNvPr id="2" name="Rectangle 1">
            <a:extLst>
              <a:ext uri="{FF2B5EF4-FFF2-40B4-BE49-F238E27FC236}">
                <a16:creationId xmlns:a16="http://schemas.microsoft.com/office/drawing/2014/main" id="{E392DF66-06FE-F71A-9695-056AE60970EF}"/>
              </a:ext>
            </a:extLst>
          </p:cNvPr>
          <p:cNvSpPr/>
          <p:nvPr/>
        </p:nvSpPr>
        <p:spPr bwMode="gray">
          <a:xfrm rot="19033599">
            <a:off x="1000381" y="3492294"/>
            <a:ext cx="2665919" cy="419153"/>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600">
                <a:solidFill>
                  <a:schemeClr val="tx1"/>
                </a:solidFill>
              </a:rPr>
              <a:t>Development plan </a:t>
            </a:r>
          </a:p>
          <a:p>
            <a:pPr algn="ctr"/>
            <a:r>
              <a:rPr lang="en-US" altLang="zh-CN" sz="1600">
                <a:solidFill>
                  <a:schemeClr val="tx1"/>
                </a:solidFill>
              </a:rPr>
              <a:t>To be updated</a:t>
            </a:r>
            <a:endParaRPr lang="zh-CN" altLang="en-US" sz="1600">
              <a:solidFill>
                <a:schemeClr val="tx1"/>
              </a:solidFill>
            </a:endParaRPr>
          </a:p>
        </p:txBody>
      </p:sp>
    </p:spTree>
    <p:extLst>
      <p:ext uri="{BB962C8B-B14F-4D97-AF65-F5344CB8AC3E}">
        <p14:creationId xmlns:p14="http://schemas.microsoft.com/office/powerpoint/2010/main" val="129592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A201D8-E2F1-FA4B-B7FD-11F83FFF99AA}"/>
              </a:ext>
            </a:extLst>
          </p:cNvPr>
          <p:cNvSpPr>
            <a:spLocks noGrp="1"/>
          </p:cNvSpPr>
          <p:nvPr>
            <p:ph type="title"/>
          </p:nvPr>
        </p:nvSpPr>
        <p:spPr>
          <a:xfrm>
            <a:off x="359137" y="242373"/>
            <a:ext cx="8424863" cy="540000"/>
          </a:xfrm>
        </p:spPr>
        <p:txBody>
          <a:bodyPr/>
          <a:lstStyle/>
          <a:p>
            <a:r>
              <a:rPr lang="en-US" altLang="zh-CN"/>
              <a:t>PD-1 agonist</a:t>
            </a:r>
            <a:r>
              <a:rPr lang="zh-CN" altLang="en-US"/>
              <a:t>：</a:t>
            </a:r>
            <a:r>
              <a:rPr lang="en-US"/>
              <a:t>Integrated Development Plan</a:t>
            </a:r>
            <a:endParaRPr lang="de-DE"/>
          </a:p>
        </p:txBody>
      </p:sp>
      <p:sp>
        <p:nvSpPr>
          <p:cNvPr id="5" name="Fußzeilenplatzhalter 4">
            <a:extLst>
              <a:ext uri="{FF2B5EF4-FFF2-40B4-BE49-F238E27FC236}">
                <a16:creationId xmlns:a16="http://schemas.microsoft.com/office/drawing/2014/main" id="{4AFB772B-2E0B-94A4-7AFD-4C0B398EA098}"/>
              </a:ext>
            </a:extLst>
          </p:cNvPr>
          <p:cNvSpPr>
            <a:spLocks noGrp="1"/>
          </p:cNvSpPr>
          <p:nvPr>
            <p:ph type="ftr" sz="quarter" idx="19"/>
          </p:nvPr>
        </p:nvSpPr>
        <p:spPr/>
        <p:txBody>
          <a:bodyPr/>
          <a:lstStyle/>
          <a:p>
            <a:pPr defTabSz="685800">
              <a:defRPr/>
            </a:pPr>
            <a:r>
              <a:rPr lang="en-US">
                <a:solidFill>
                  <a:srgbClr val="08312A"/>
                </a:solidFill>
                <a:latin typeface="Boehringer Forward Text"/>
              </a:rPr>
              <a:t>PD-1 update    |    ONLY FOR INTERNAL USE</a:t>
            </a:r>
          </a:p>
        </p:txBody>
      </p:sp>
      <p:sp>
        <p:nvSpPr>
          <p:cNvPr id="6" name="Foliennummernplatzhalter 5">
            <a:extLst>
              <a:ext uri="{FF2B5EF4-FFF2-40B4-BE49-F238E27FC236}">
                <a16:creationId xmlns:a16="http://schemas.microsoft.com/office/drawing/2014/main" id="{ED3ED1A3-9625-E6B0-454B-B04D9B3E8AA3}"/>
              </a:ext>
            </a:extLst>
          </p:cNvPr>
          <p:cNvSpPr>
            <a:spLocks noGrp="1"/>
          </p:cNvSpPr>
          <p:nvPr>
            <p:ph type="sldNum" sz="quarter" idx="20"/>
          </p:nvPr>
        </p:nvSpPr>
        <p:spPr/>
        <p:txBody>
          <a:bodyPr/>
          <a:lstStyle/>
          <a:p>
            <a:pPr defTabSz="685800">
              <a:defRPr/>
            </a:pPr>
            <a:fld id="{DF4E8F9F-5B1F-4F5B-BE49-3245D8C18D9F}" type="slidenum">
              <a:rPr lang="en-US">
                <a:solidFill>
                  <a:srgbClr val="08312A"/>
                </a:solidFill>
                <a:latin typeface="Boehringer Forward Text"/>
              </a:rPr>
              <a:pPr defTabSz="685800">
                <a:defRPr/>
              </a:pPr>
              <a:t>36</a:t>
            </a:fld>
            <a:endParaRPr lang="en-US">
              <a:solidFill>
                <a:srgbClr val="08312A"/>
              </a:solidFill>
              <a:latin typeface="Boehringer Forward Text"/>
            </a:endParaRPr>
          </a:p>
        </p:txBody>
      </p:sp>
      <p:sp>
        <p:nvSpPr>
          <p:cNvPr id="21" name="TextBox 20">
            <a:extLst>
              <a:ext uri="{FF2B5EF4-FFF2-40B4-BE49-F238E27FC236}">
                <a16:creationId xmlns:a16="http://schemas.microsoft.com/office/drawing/2014/main" id="{514DC016-2AA9-86D3-F84F-D8DAFF277780}"/>
              </a:ext>
            </a:extLst>
          </p:cNvPr>
          <p:cNvSpPr txBox="1"/>
          <p:nvPr/>
        </p:nvSpPr>
        <p:spPr bwMode="gray">
          <a:xfrm>
            <a:off x="3975827" y="2086463"/>
            <a:ext cx="1247070" cy="346249"/>
          </a:xfrm>
          <a:prstGeom prst="rect">
            <a:avLst/>
          </a:prstGeom>
          <a:noFill/>
        </p:spPr>
        <p:txBody>
          <a:bodyPr wrap="square" lIns="0" tIns="0" rIns="0" bIns="0" rtlCol="0">
            <a:spAutoFit/>
          </a:bodyPr>
          <a:lstStyle/>
          <a:p>
            <a:pPr defTabSz="685800">
              <a:defRPr/>
            </a:pPr>
            <a:r>
              <a:rPr lang="en-US" sz="750">
                <a:solidFill>
                  <a:prstClr val="black"/>
                </a:solidFill>
                <a:latin typeface="Boehringer Forward Text"/>
              </a:rPr>
              <a:t>EoP2/pre-BLA interaction (depends on </a:t>
            </a:r>
            <a:r>
              <a:rPr lang="en-US" sz="750" err="1">
                <a:solidFill>
                  <a:prstClr val="black"/>
                </a:solidFill>
                <a:latin typeface="Boehringer Forward Text"/>
              </a:rPr>
              <a:t>PhII</a:t>
            </a:r>
            <a:r>
              <a:rPr lang="en-US" sz="750">
                <a:solidFill>
                  <a:prstClr val="black"/>
                </a:solidFill>
                <a:latin typeface="Boehringer Forward Text"/>
              </a:rPr>
              <a:t> results &amp; HA feedback)</a:t>
            </a:r>
          </a:p>
        </p:txBody>
      </p:sp>
      <p:sp>
        <p:nvSpPr>
          <p:cNvPr id="27" name="Rectangle 26">
            <a:extLst>
              <a:ext uri="{FF2B5EF4-FFF2-40B4-BE49-F238E27FC236}">
                <a16:creationId xmlns:a16="http://schemas.microsoft.com/office/drawing/2014/main" id="{386F098E-8213-7324-025E-EADEB63BF8CB}"/>
              </a:ext>
            </a:extLst>
          </p:cNvPr>
          <p:cNvSpPr/>
          <p:nvPr/>
        </p:nvSpPr>
        <p:spPr bwMode="gray">
          <a:xfrm>
            <a:off x="1404295" y="914649"/>
            <a:ext cx="7739705" cy="1543030"/>
          </a:xfrm>
          <a:prstGeom prst="rect">
            <a:avLst/>
          </a:prstGeom>
          <a:noFill/>
          <a:ln w="38100">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28" name="Rectangle 78">
            <a:extLst>
              <a:ext uri="{FF2B5EF4-FFF2-40B4-BE49-F238E27FC236}">
                <a16:creationId xmlns:a16="http://schemas.microsoft.com/office/drawing/2014/main" id="{6C6A0E61-DD54-BF88-CCFE-44256E2598FF}"/>
              </a:ext>
            </a:extLst>
          </p:cNvPr>
          <p:cNvSpPr/>
          <p:nvPr/>
        </p:nvSpPr>
        <p:spPr>
          <a:xfrm>
            <a:off x="2681929" y="1675266"/>
            <a:ext cx="1706400" cy="226368"/>
          </a:xfrm>
          <a:prstGeom prst="roundRect">
            <a:avLst>
              <a:gd name="adj" fmla="val 50000"/>
            </a:avLst>
          </a:prstGeom>
          <a:solidFill>
            <a:schemeClr val="accent5">
              <a:lumMod val="60000"/>
              <a:lumOff val="4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a:t>
            </a:r>
            <a:r>
              <a:rPr lang="de-DE" sz="825">
                <a:solidFill>
                  <a:prstClr val="black">
                    <a:lumMod val="75000"/>
                    <a:lumOff val="25000"/>
                  </a:prstClr>
                </a:solidFill>
                <a:latin typeface="Boehringer Forward Text"/>
              </a:rPr>
              <a:t> in </a:t>
            </a:r>
            <a:r>
              <a:rPr lang="de-DE" sz="825" err="1">
                <a:solidFill>
                  <a:prstClr val="black">
                    <a:lumMod val="75000"/>
                    <a:lumOff val="25000"/>
                  </a:prstClr>
                </a:solidFill>
                <a:latin typeface="Boehringer Forward Text"/>
              </a:rPr>
              <a:t>SSc</a:t>
            </a:r>
            <a:r>
              <a:rPr lang="de-DE" sz="825">
                <a:solidFill>
                  <a:prstClr val="black">
                    <a:lumMod val="75000"/>
                    <a:lumOff val="25000"/>
                  </a:prstClr>
                </a:solidFill>
                <a:latin typeface="Boehringer Forward Text"/>
              </a:rPr>
              <a:t> (2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a:t>
            </a:r>
            <a:r>
              <a:rPr lang="de-DE" sz="825" err="1">
                <a:solidFill>
                  <a:prstClr val="black">
                    <a:lumMod val="75000"/>
                    <a:lumOff val="25000"/>
                  </a:prstClr>
                </a:solidFill>
                <a:latin typeface="Boehringer Forward Text"/>
              </a:rPr>
              <a:t>doses</a:t>
            </a:r>
            <a:r>
              <a:rPr lang="de-DE" sz="825">
                <a:solidFill>
                  <a:prstClr val="black">
                    <a:lumMod val="75000"/>
                    <a:lumOff val="25000"/>
                  </a:prstClr>
                </a:solidFill>
                <a:latin typeface="Boehringer Forward Text"/>
              </a:rPr>
              <a:t>)</a:t>
            </a:r>
          </a:p>
        </p:txBody>
      </p:sp>
      <p:sp>
        <p:nvSpPr>
          <p:cNvPr id="32" name="Star: 4 Points 31">
            <a:extLst>
              <a:ext uri="{FF2B5EF4-FFF2-40B4-BE49-F238E27FC236}">
                <a16:creationId xmlns:a16="http://schemas.microsoft.com/office/drawing/2014/main" id="{607B6D01-E6C2-7F82-F1A2-09D43E9B4360}"/>
              </a:ext>
            </a:extLst>
          </p:cNvPr>
          <p:cNvSpPr/>
          <p:nvPr/>
        </p:nvSpPr>
        <p:spPr bwMode="gray">
          <a:xfrm>
            <a:off x="4489733" y="1714881"/>
            <a:ext cx="184841" cy="147140"/>
          </a:xfrm>
          <a:prstGeom prst="star4">
            <a:avLst/>
          </a:prstGeom>
          <a:gradFill flip="none" rotWithShape="1">
            <a:gsLst>
              <a:gs pos="0">
                <a:srgbClr val="1EAD1B">
                  <a:tint val="66000"/>
                  <a:satMod val="160000"/>
                </a:srgbClr>
              </a:gs>
              <a:gs pos="50000">
                <a:srgbClr val="1EAD1B">
                  <a:tint val="44500"/>
                  <a:satMod val="160000"/>
                </a:srgbClr>
              </a:gs>
              <a:gs pos="100000">
                <a:srgbClr val="1EAD1B">
                  <a:tint val="23500"/>
                  <a:satMod val="160000"/>
                </a:srgbClr>
              </a:gs>
            </a:gsLst>
            <a:lin ang="5400000" scaled="1"/>
            <a:tileRect/>
          </a:gra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34" name="Rectangle 33">
            <a:extLst>
              <a:ext uri="{FF2B5EF4-FFF2-40B4-BE49-F238E27FC236}">
                <a16:creationId xmlns:a16="http://schemas.microsoft.com/office/drawing/2014/main" id="{544CB843-9D05-AA24-356F-122399E821FA}"/>
              </a:ext>
            </a:extLst>
          </p:cNvPr>
          <p:cNvSpPr/>
          <p:nvPr/>
        </p:nvSpPr>
        <p:spPr bwMode="gray">
          <a:xfrm>
            <a:off x="41785" y="914647"/>
            <a:ext cx="1362509" cy="1543030"/>
          </a:xfrm>
          <a:prstGeom prst="rect">
            <a:avLst/>
          </a:prstGeom>
          <a:noFill/>
          <a:ln w="38100">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b="1" u="sng">
                <a:solidFill>
                  <a:prstClr val="black"/>
                </a:solidFill>
                <a:latin typeface="Boehringer Forward Text"/>
              </a:rPr>
              <a:t>Scenario 1:</a:t>
            </a:r>
            <a:r>
              <a:rPr lang="en-US" sz="1050" b="1">
                <a:solidFill>
                  <a:prstClr val="black"/>
                </a:solidFill>
                <a:latin typeface="Boehringer Forward Text"/>
              </a:rPr>
              <a:t> </a:t>
            </a:r>
          </a:p>
          <a:p>
            <a:pPr defTabSz="685800">
              <a:defRPr/>
            </a:pPr>
            <a:r>
              <a:rPr lang="en-US" sz="1050">
                <a:solidFill>
                  <a:prstClr val="black"/>
                </a:solidFill>
                <a:latin typeface="Boehringer Forward Text"/>
              </a:rPr>
              <a:t>D-F Phase 2 in PMR followed by Phase 3’s in PMR &amp; GCA. </a:t>
            </a:r>
          </a:p>
          <a:p>
            <a:pPr defTabSz="685800">
              <a:defRPr/>
            </a:pPr>
            <a:endParaRPr lang="en-US" sz="1050">
              <a:solidFill>
                <a:prstClr val="black"/>
              </a:solidFill>
              <a:latin typeface="Boehringer Forward Text"/>
            </a:endParaRPr>
          </a:p>
          <a:p>
            <a:pPr defTabSz="685800">
              <a:defRPr/>
            </a:pPr>
            <a:r>
              <a:rPr lang="en-US" sz="1050">
                <a:solidFill>
                  <a:prstClr val="black"/>
                </a:solidFill>
                <a:latin typeface="Boehringer Forward Text"/>
              </a:rPr>
              <a:t>Registrational intent Phase 2 in SSc with potential for early BLA</a:t>
            </a:r>
          </a:p>
        </p:txBody>
      </p:sp>
      <p:sp>
        <p:nvSpPr>
          <p:cNvPr id="35" name="Rectangle 78">
            <a:extLst>
              <a:ext uri="{FF2B5EF4-FFF2-40B4-BE49-F238E27FC236}">
                <a16:creationId xmlns:a16="http://schemas.microsoft.com/office/drawing/2014/main" id="{BCFD9795-7E10-B988-6797-2724358CA67D}"/>
              </a:ext>
            </a:extLst>
          </p:cNvPr>
          <p:cNvSpPr/>
          <p:nvPr/>
        </p:nvSpPr>
        <p:spPr>
          <a:xfrm>
            <a:off x="1453360" y="1442151"/>
            <a:ext cx="1073408" cy="286087"/>
          </a:xfrm>
          <a:prstGeom prst="roundRect">
            <a:avLst>
              <a:gd name="adj" fmla="val 50000"/>
            </a:avLst>
          </a:prstGeom>
          <a:solidFill>
            <a:schemeClr val="accent1">
              <a:lumMod val="25000"/>
              <a:lumOff val="75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a:solidFill>
                  <a:prstClr val="black">
                    <a:lumMod val="75000"/>
                    <a:lumOff val="25000"/>
                  </a:prstClr>
                </a:solidFill>
                <a:latin typeface="Boehringer Forward Text"/>
              </a:rPr>
              <a:t>MRD/PoCP in Psoriasis</a:t>
            </a:r>
          </a:p>
        </p:txBody>
      </p:sp>
      <p:sp>
        <p:nvSpPr>
          <p:cNvPr id="49" name="Rectangle 78">
            <a:extLst>
              <a:ext uri="{FF2B5EF4-FFF2-40B4-BE49-F238E27FC236}">
                <a16:creationId xmlns:a16="http://schemas.microsoft.com/office/drawing/2014/main" id="{0960DFF6-E489-3BFD-C941-4757B37D56FD}"/>
              </a:ext>
            </a:extLst>
          </p:cNvPr>
          <p:cNvSpPr/>
          <p:nvPr/>
        </p:nvSpPr>
        <p:spPr>
          <a:xfrm>
            <a:off x="2777596" y="1343639"/>
            <a:ext cx="1705657" cy="226368"/>
          </a:xfrm>
          <a:prstGeom prst="roundRect">
            <a:avLst>
              <a:gd name="adj" fmla="val 50000"/>
            </a:avLst>
          </a:prstGeom>
          <a:solidFill>
            <a:schemeClr val="accent3">
              <a:lumMod val="9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a:t>
            </a:r>
            <a:r>
              <a:rPr lang="de-DE" sz="825">
                <a:solidFill>
                  <a:prstClr val="black">
                    <a:lumMod val="75000"/>
                    <a:lumOff val="25000"/>
                  </a:prstClr>
                </a:solidFill>
                <a:latin typeface="Boehringer Forward Text"/>
              </a:rPr>
              <a:t> in PMR (3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a:t>
            </a:r>
            <a:r>
              <a:rPr lang="de-DE" sz="825" err="1">
                <a:solidFill>
                  <a:prstClr val="black">
                    <a:lumMod val="75000"/>
                    <a:lumOff val="25000"/>
                  </a:prstClr>
                </a:solidFill>
                <a:latin typeface="Boehringer Forward Text"/>
              </a:rPr>
              <a:t>doses</a:t>
            </a:r>
            <a:r>
              <a:rPr lang="de-DE" sz="825">
                <a:solidFill>
                  <a:prstClr val="black">
                    <a:lumMod val="75000"/>
                    <a:lumOff val="25000"/>
                  </a:prstClr>
                </a:solidFill>
                <a:latin typeface="Boehringer Forward Text"/>
              </a:rPr>
              <a:t>)</a:t>
            </a:r>
          </a:p>
        </p:txBody>
      </p:sp>
      <p:sp>
        <p:nvSpPr>
          <p:cNvPr id="50" name="Rectangle 78">
            <a:extLst>
              <a:ext uri="{FF2B5EF4-FFF2-40B4-BE49-F238E27FC236}">
                <a16:creationId xmlns:a16="http://schemas.microsoft.com/office/drawing/2014/main" id="{4C1A3D30-700D-59AA-9195-46EAC7679F7D}"/>
              </a:ext>
            </a:extLst>
          </p:cNvPr>
          <p:cNvSpPr/>
          <p:nvPr/>
        </p:nvSpPr>
        <p:spPr>
          <a:xfrm>
            <a:off x="4898824" y="1343639"/>
            <a:ext cx="1566000" cy="226368"/>
          </a:xfrm>
          <a:prstGeom prst="roundRect">
            <a:avLst>
              <a:gd name="adj" fmla="val 50000"/>
            </a:avLst>
          </a:prstGeom>
          <a:solidFill>
            <a:schemeClr val="accent3">
              <a:lumMod val="9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PMR (1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dose)</a:t>
            </a:r>
          </a:p>
        </p:txBody>
      </p:sp>
      <p:sp>
        <p:nvSpPr>
          <p:cNvPr id="51" name="Star: 4 Points 50">
            <a:extLst>
              <a:ext uri="{FF2B5EF4-FFF2-40B4-BE49-F238E27FC236}">
                <a16:creationId xmlns:a16="http://schemas.microsoft.com/office/drawing/2014/main" id="{BF5AD069-9AE2-A819-1380-321FB1F5BBEB}"/>
              </a:ext>
            </a:extLst>
          </p:cNvPr>
          <p:cNvSpPr/>
          <p:nvPr/>
        </p:nvSpPr>
        <p:spPr bwMode="gray">
          <a:xfrm>
            <a:off x="6547387" y="1383254"/>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52" name="TextBox 51">
            <a:extLst>
              <a:ext uri="{FF2B5EF4-FFF2-40B4-BE49-F238E27FC236}">
                <a16:creationId xmlns:a16="http://schemas.microsoft.com/office/drawing/2014/main" id="{47E8516E-4972-3331-14C7-C6BDE3B31C11}"/>
              </a:ext>
            </a:extLst>
          </p:cNvPr>
          <p:cNvSpPr txBox="1"/>
          <p:nvPr/>
        </p:nvSpPr>
        <p:spPr bwMode="gray">
          <a:xfrm>
            <a:off x="6779184" y="1375383"/>
            <a:ext cx="1169722"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Q3/2033</a:t>
            </a:r>
          </a:p>
        </p:txBody>
      </p:sp>
      <p:sp>
        <p:nvSpPr>
          <p:cNvPr id="18" name="Rectangle 78">
            <a:extLst>
              <a:ext uri="{FF2B5EF4-FFF2-40B4-BE49-F238E27FC236}">
                <a16:creationId xmlns:a16="http://schemas.microsoft.com/office/drawing/2014/main" id="{C859007A-A11C-3437-730D-E0B30C08650E}"/>
              </a:ext>
            </a:extLst>
          </p:cNvPr>
          <p:cNvSpPr/>
          <p:nvPr/>
        </p:nvSpPr>
        <p:spPr>
          <a:xfrm>
            <a:off x="4898824" y="1027425"/>
            <a:ext cx="1755000" cy="225001"/>
          </a:xfrm>
          <a:prstGeom prst="roundRect">
            <a:avLst>
              <a:gd name="adj" fmla="val 50000"/>
            </a:avLst>
          </a:prstGeom>
          <a:solidFill>
            <a:schemeClr val="accent6">
              <a:lumMod val="75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GCA (1 </a:t>
            </a:r>
            <a:r>
              <a:rPr lang="de-DE" sz="825" err="1">
                <a:solidFill>
                  <a:prstClr val="black">
                    <a:lumMod val="75000"/>
                    <a:lumOff val="25000"/>
                  </a:prstClr>
                </a:solidFill>
                <a:latin typeface="Boehringer Forward Text"/>
              </a:rPr>
              <a:t>or</a:t>
            </a:r>
            <a:r>
              <a:rPr lang="de-DE" sz="825">
                <a:solidFill>
                  <a:prstClr val="black">
                    <a:lumMod val="75000"/>
                    <a:lumOff val="25000"/>
                  </a:prstClr>
                </a:solidFill>
                <a:latin typeface="Boehringer Forward Text"/>
              </a:rPr>
              <a:t> 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dose)</a:t>
            </a:r>
          </a:p>
        </p:txBody>
      </p:sp>
      <p:sp>
        <p:nvSpPr>
          <p:cNvPr id="19" name="TextBox 18">
            <a:extLst>
              <a:ext uri="{FF2B5EF4-FFF2-40B4-BE49-F238E27FC236}">
                <a16:creationId xmlns:a16="http://schemas.microsoft.com/office/drawing/2014/main" id="{ABF944E6-0660-507F-52BA-5038CB87D601}"/>
              </a:ext>
            </a:extLst>
          </p:cNvPr>
          <p:cNvSpPr txBox="1"/>
          <p:nvPr/>
        </p:nvSpPr>
        <p:spPr bwMode="gray">
          <a:xfrm>
            <a:off x="6952163" y="1059019"/>
            <a:ext cx="399980"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TBD</a:t>
            </a:r>
          </a:p>
        </p:txBody>
      </p:sp>
      <p:sp>
        <p:nvSpPr>
          <p:cNvPr id="22" name="Star: 4 Points 21">
            <a:extLst>
              <a:ext uri="{FF2B5EF4-FFF2-40B4-BE49-F238E27FC236}">
                <a16:creationId xmlns:a16="http://schemas.microsoft.com/office/drawing/2014/main" id="{E2FDF69B-0EBD-5EB8-2DCF-4C1902A76BAC}"/>
              </a:ext>
            </a:extLst>
          </p:cNvPr>
          <p:cNvSpPr/>
          <p:nvPr/>
        </p:nvSpPr>
        <p:spPr bwMode="gray">
          <a:xfrm>
            <a:off x="6732228" y="1066356"/>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cxnSp>
        <p:nvCxnSpPr>
          <p:cNvPr id="77" name="Straight Arrow Connector 76">
            <a:extLst>
              <a:ext uri="{FF2B5EF4-FFF2-40B4-BE49-F238E27FC236}">
                <a16:creationId xmlns:a16="http://schemas.microsoft.com/office/drawing/2014/main" id="{C05025F3-9890-E7CF-2D5D-E07E5EA59816}"/>
              </a:ext>
            </a:extLst>
          </p:cNvPr>
          <p:cNvCxnSpPr>
            <a:cxnSpLocks/>
          </p:cNvCxnSpPr>
          <p:nvPr/>
        </p:nvCxnSpPr>
        <p:spPr bwMode="gray">
          <a:xfrm>
            <a:off x="4523786" y="1456823"/>
            <a:ext cx="324000" cy="0"/>
          </a:xfrm>
          <a:prstGeom prst="straightConnector1">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D3D8152-573E-43F6-3542-4920AC8E38F1}"/>
              </a:ext>
            </a:extLst>
          </p:cNvPr>
          <p:cNvCxnSpPr>
            <a:cxnSpLocks/>
          </p:cNvCxnSpPr>
          <p:nvPr/>
        </p:nvCxnSpPr>
        <p:spPr bwMode="gray">
          <a:xfrm flipV="1">
            <a:off x="4523786" y="1098211"/>
            <a:ext cx="283472" cy="198195"/>
          </a:xfrm>
          <a:prstGeom prst="straightConnector1">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1CA9BF8A-64CF-031F-1271-5E5DECBA41EA}"/>
              </a:ext>
            </a:extLst>
          </p:cNvPr>
          <p:cNvSpPr/>
          <p:nvPr/>
        </p:nvSpPr>
        <p:spPr bwMode="gray">
          <a:xfrm>
            <a:off x="41785" y="607943"/>
            <a:ext cx="9102215" cy="298533"/>
          </a:xfrm>
          <a:prstGeom prst="rect">
            <a:avLst/>
          </a:prstGeom>
          <a:solidFill>
            <a:schemeClr val="accent1">
              <a:lumMod val="25000"/>
              <a:lumOff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2"/>
          </a:lnRef>
          <a:fillRef idx="3">
            <a:schemeClr val="accent2"/>
          </a:fillRef>
          <a:effectRef idx="3">
            <a:schemeClr val="accent2"/>
          </a:effectRef>
          <a:fontRef idx="minor">
            <a:schemeClr val="lt1"/>
          </a:fontRef>
        </p:style>
        <p:txBody>
          <a:bodyPr rtlCol="0" anchor="ctr"/>
          <a:lstStyle/>
          <a:p>
            <a:pPr algn="ctr" defTabSz="685800">
              <a:lnSpc>
                <a:spcPct val="140000"/>
              </a:lnSpc>
              <a:defRPr/>
            </a:pPr>
            <a:r>
              <a:rPr lang="en-US" sz="1200">
                <a:solidFill>
                  <a:prstClr val="black"/>
                </a:solidFill>
                <a:latin typeface="Boehringer Forward Text"/>
              </a:rPr>
              <a:t>Enables potential SSc launch in 2031 (fastest possible entry to market) + PMR launch in 2033 </a:t>
            </a:r>
          </a:p>
        </p:txBody>
      </p:sp>
      <p:sp>
        <p:nvSpPr>
          <p:cNvPr id="83" name="Rectangle 78">
            <a:extLst>
              <a:ext uri="{FF2B5EF4-FFF2-40B4-BE49-F238E27FC236}">
                <a16:creationId xmlns:a16="http://schemas.microsoft.com/office/drawing/2014/main" id="{6BAD7CC9-E01A-F915-9BAD-BF9D7AFEBAE5}"/>
              </a:ext>
            </a:extLst>
          </p:cNvPr>
          <p:cNvSpPr/>
          <p:nvPr/>
        </p:nvSpPr>
        <p:spPr>
          <a:xfrm>
            <a:off x="4834287" y="1675266"/>
            <a:ext cx="1917000" cy="226368"/>
          </a:xfrm>
          <a:prstGeom prst="roundRect">
            <a:avLst>
              <a:gd name="adj" fmla="val 50000"/>
            </a:avLst>
          </a:prstGeom>
          <a:pattFill prst="smCheck">
            <a:fgClr>
              <a:schemeClr val="accent5">
                <a:lumMod val="60000"/>
                <a:lumOff val="40000"/>
              </a:schemeClr>
            </a:fgClr>
            <a:bgClr>
              <a:schemeClr val="bg1"/>
            </a:bgClr>
          </a:patt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a:t>
            </a:r>
            <a:r>
              <a:rPr lang="de-DE" sz="825" err="1">
                <a:solidFill>
                  <a:prstClr val="black">
                    <a:lumMod val="75000"/>
                    <a:lumOff val="25000"/>
                  </a:prstClr>
                </a:solidFill>
                <a:latin typeface="Boehringer Forward Text"/>
              </a:rPr>
              <a:t>SSc</a:t>
            </a:r>
            <a:r>
              <a:rPr lang="de-DE" sz="825">
                <a:solidFill>
                  <a:prstClr val="black">
                    <a:lumMod val="75000"/>
                    <a:lumOff val="25000"/>
                  </a:prstClr>
                </a:solidFill>
                <a:latin typeface="Boehringer Forward Text"/>
              </a:rPr>
              <a:t> (1-2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a:t>
            </a:r>
            <a:r>
              <a:rPr lang="de-DE" sz="825" err="1">
                <a:solidFill>
                  <a:prstClr val="black">
                    <a:lumMod val="75000"/>
                    <a:lumOff val="25000"/>
                  </a:prstClr>
                </a:solidFill>
                <a:latin typeface="Boehringer Forward Text"/>
              </a:rPr>
              <a:t>doses</a:t>
            </a:r>
            <a:r>
              <a:rPr lang="de-DE" sz="825">
                <a:solidFill>
                  <a:prstClr val="black">
                    <a:lumMod val="75000"/>
                    <a:lumOff val="25000"/>
                  </a:prstClr>
                </a:solidFill>
                <a:latin typeface="Boehringer Forward Text"/>
              </a:rPr>
              <a:t>)</a:t>
            </a:r>
          </a:p>
        </p:txBody>
      </p:sp>
      <p:sp>
        <p:nvSpPr>
          <p:cNvPr id="84" name="TextBox 83">
            <a:extLst>
              <a:ext uri="{FF2B5EF4-FFF2-40B4-BE49-F238E27FC236}">
                <a16:creationId xmlns:a16="http://schemas.microsoft.com/office/drawing/2014/main" id="{B8CE657F-1585-A31F-2729-179710031C13}"/>
              </a:ext>
            </a:extLst>
          </p:cNvPr>
          <p:cNvSpPr txBox="1"/>
          <p:nvPr/>
        </p:nvSpPr>
        <p:spPr bwMode="gray">
          <a:xfrm>
            <a:off x="7071075" y="1713616"/>
            <a:ext cx="1169722"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Q3/2033 to Q2/2034</a:t>
            </a:r>
          </a:p>
        </p:txBody>
      </p:sp>
      <p:sp>
        <p:nvSpPr>
          <p:cNvPr id="85" name="Star: 4 Points 84">
            <a:extLst>
              <a:ext uri="{FF2B5EF4-FFF2-40B4-BE49-F238E27FC236}">
                <a16:creationId xmlns:a16="http://schemas.microsoft.com/office/drawing/2014/main" id="{4D5AD8E0-937F-8414-44A9-8631CE09EA49}"/>
              </a:ext>
            </a:extLst>
          </p:cNvPr>
          <p:cNvSpPr/>
          <p:nvPr/>
        </p:nvSpPr>
        <p:spPr bwMode="gray">
          <a:xfrm>
            <a:off x="6849796" y="1721487"/>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9" name="TextBox 8">
            <a:extLst>
              <a:ext uri="{FF2B5EF4-FFF2-40B4-BE49-F238E27FC236}">
                <a16:creationId xmlns:a16="http://schemas.microsoft.com/office/drawing/2014/main" id="{4D5C6020-830F-E93D-6690-B9876537EC02}"/>
              </a:ext>
            </a:extLst>
          </p:cNvPr>
          <p:cNvSpPr txBox="1"/>
          <p:nvPr/>
        </p:nvSpPr>
        <p:spPr bwMode="gray">
          <a:xfrm>
            <a:off x="7983729" y="3874702"/>
            <a:ext cx="1187139"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Q2/2037 to Q2/2038</a:t>
            </a:r>
          </a:p>
        </p:txBody>
      </p:sp>
      <p:sp>
        <p:nvSpPr>
          <p:cNvPr id="13" name="Rectangle 78">
            <a:extLst>
              <a:ext uri="{FF2B5EF4-FFF2-40B4-BE49-F238E27FC236}">
                <a16:creationId xmlns:a16="http://schemas.microsoft.com/office/drawing/2014/main" id="{E4890D48-80FE-1152-A204-1C64FC7C546D}"/>
              </a:ext>
            </a:extLst>
          </p:cNvPr>
          <p:cNvSpPr/>
          <p:nvPr/>
        </p:nvSpPr>
        <p:spPr>
          <a:xfrm>
            <a:off x="2752374" y="3300423"/>
            <a:ext cx="1705657" cy="226368"/>
          </a:xfrm>
          <a:prstGeom prst="roundRect">
            <a:avLst>
              <a:gd name="adj" fmla="val 50000"/>
            </a:avLst>
          </a:prstGeom>
          <a:solidFill>
            <a:schemeClr val="accent3">
              <a:lumMod val="9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a:solidFill>
                  <a:prstClr val="black">
                    <a:lumMod val="75000"/>
                    <a:lumOff val="25000"/>
                  </a:prstClr>
                </a:solidFill>
                <a:latin typeface="Boehringer Forward Text"/>
              </a:rPr>
              <a:t>PhII in PMR (3 active doses)</a:t>
            </a:r>
          </a:p>
        </p:txBody>
      </p:sp>
      <p:sp>
        <p:nvSpPr>
          <p:cNvPr id="20" name="Rectangle 78">
            <a:extLst>
              <a:ext uri="{FF2B5EF4-FFF2-40B4-BE49-F238E27FC236}">
                <a16:creationId xmlns:a16="http://schemas.microsoft.com/office/drawing/2014/main" id="{FE10B915-CC4E-52BA-6B0C-3E9140F6D4DC}"/>
              </a:ext>
            </a:extLst>
          </p:cNvPr>
          <p:cNvSpPr/>
          <p:nvPr/>
        </p:nvSpPr>
        <p:spPr>
          <a:xfrm>
            <a:off x="4873601" y="3300423"/>
            <a:ext cx="1566000" cy="226368"/>
          </a:xfrm>
          <a:prstGeom prst="roundRect">
            <a:avLst>
              <a:gd name="adj" fmla="val 50000"/>
            </a:avLst>
          </a:prstGeom>
          <a:solidFill>
            <a:schemeClr val="accent3">
              <a:lumMod val="9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PMR (1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dose)</a:t>
            </a:r>
          </a:p>
        </p:txBody>
      </p:sp>
      <p:sp>
        <p:nvSpPr>
          <p:cNvPr id="23" name="Star: 4 Points 22">
            <a:extLst>
              <a:ext uri="{FF2B5EF4-FFF2-40B4-BE49-F238E27FC236}">
                <a16:creationId xmlns:a16="http://schemas.microsoft.com/office/drawing/2014/main" id="{5ACCDC23-FE19-B8B2-3F04-E87552A4BB02}"/>
              </a:ext>
            </a:extLst>
          </p:cNvPr>
          <p:cNvSpPr/>
          <p:nvPr/>
        </p:nvSpPr>
        <p:spPr bwMode="gray">
          <a:xfrm>
            <a:off x="6522165" y="3340038"/>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24" name="TextBox 23">
            <a:extLst>
              <a:ext uri="{FF2B5EF4-FFF2-40B4-BE49-F238E27FC236}">
                <a16:creationId xmlns:a16="http://schemas.microsoft.com/office/drawing/2014/main" id="{DEB5DD79-0C4E-AD9C-3A1E-C98E5EA2E2CA}"/>
              </a:ext>
            </a:extLst>
          </p:cNvPr>
          <p:cNvSpPr txBox="1"/>
          <p:nvPr/>
        </p:nvSpPr>
        <p:spPr bwMode="gray">
          <a:xfrm>
            <a:off x="6753962" y="3332167"/>
            <a:ext cx="1169722"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Q3/2033</a:t>
            </a:r>
          </a:p>
        </p:txBody>
      </p:sp>
      <p:sp>
        <p:nvSpPr>
          <p:cNvPr id="25" name="Rectangle 24">
            <a:extLst>
              <a:ext uri="{FF2B5EF4-FFF2-40B4-BE49-F238E27FC236}">
                <a16:creationId xmlns:a16="http://schemas.microsoft.com/office/drawing/2014/main" id="{511C6A80-B725-C5E4-914C-7412B7E3EF49}"/>
              </a:ext>
            </a:extLst>
          </p:cNvPr>
          <p:cNvSpPr/>
          <p:nvPr/>
        </p:nvSpPr>
        <p:spPr bwMode="gray">
          <a:xfrm>
            <a:off x="1396005" y="2842036"/>
            <a:ext cx="7707421" cy="1403900"/>
          </a:xfrm>
          <a:prstGeom prst="rect">
            <a:avLst/>
          </a:prstGeom>
          <a:noFill/>
          <a:ln w="38100">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26" name="Rectangle 78">
            <a:extLst>
              <a:ext uri="{FF2B5EF4-FFF2-40B4-BE49-F238E27FC236}">
                <a16:creationId xmlns:a16="http://schemas.microsoft.com/office/drawing/2014/main" id="{95F5C554-697E-DFA5-76F4-CE8087E4AAD3}"/>
              </a:ext>
            </a:extLst>
          </p:cNvPr>
          <p:cNvSpPr/>
          <p:nvPr/>
        </p:nvSpPr>
        <p:spPr>
          <a:xfrm>
            <a:off x="4873601" y="3636934"/>
            <a:ext cx="1755000" cy="226368"/>
          </a:xfrm>
          <a:prstGeom prst="roundRect">
            <a:avLst>
              <a:gd name="adj" fmla="val 50000"/>
            </a:avLst>
          </a:prstGeom>
          <a:solidFill>
            <a:schemeClr val="accent5">
              <a:lumMod val="60000"/>
              <a:lumOff val="40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a:t>
            </a:r>
            <a:r>
              <a:rPr lang="de-DE" sz="825">
                <a:solidFill>
                  <a:prstClr val="black">
                    <a:lumMod val="75000"/>
                    <a:lumOff val="25000"/>
                  </a:prstClr>
                </a:solidFill>
                <a:latin typeface="Boehringer Forward Text"/>
              </a:rPr>
              <a:t> </a:t>
            </a:r>
            <a:r>
              <a:rPr lang="de-DE" sz="825" err="1">
                <a:solidFill>
                  <a:srgbClr val="FF0000"/>
                </a:solidFill>
                <a:latin typeface="Boehringer Forward Text"/>
              </a:rPr>
              <a:t>or</a:t>
            </a:r>
            <a:r>
              <a:rPr lang="de-DE" sz="825">
                <a:solidFill>
                  <a:srgbClr val="FF0000"/>
                </a:solidFill>
                <a:latin typeface="Boehringer Forward Text"/>
              </a:rPr>
              <a:t> III </a:t>
            </a:r>
            <a:r>
              <a:rPr lang="de-DE" sz="825">
                <a:solidFill>
                  <a:prstClr val="black">
                    <a:lumMod val="75000"/>
                    <a:lumOff val="25000"/>
                  </a:prstClr>
                </a:solidFill>
                <a:latin typeface="Boehringer Forward Text"/>
              </a:rPr>
              <a:t>in SSc (</a:t>
            </a:r>
            <a:r>
              <a:rPr lang="de-DE" sz="825">
                <a:solidFill>
                  <a:srgbClr val="FF0000"/>
                </a:solidFill>
                <a:latin typeface="Boehringer Forward Text"/>
              </a:rPr>
              <a:t>1-</a:t>
            </a:r>
            <a:r>
              <a:rPr lang="de-DE" sz="825">
                <a:solidFill>
                  <a:prstClr val="black">
                    <a:lumMod val="75000"/>
                    <a:lumOff val="25000"/>
                  </a:prstClr>
                </a:solidFill>
                <a:latin typeface="Boehringer Forward Text"/>
              </a:rPr>
              <a:t>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a:t>
            </a:r>
            <a:r>
              <a:rPr lang="de-DE" sz="825" err="1">
                <a:solidFill>
                  <a:prstClr val="black">
                    <a:lumMod val="75000"/>
                    <a:lumOff val="25000"/>
                  </a:prstClr>
                </a:solidFill>
                <a:latin typeface="Boehringer Forward Text"/>
              </a:rPr>
              <a:t>doses</a:t>
            </a:r>
            <a:r>
              <a:rPr lang="de-DE" sz="825">
                <a:solidFill>
                  <a:prstClr val="black">
                    <a:lumMod val="75000"/>
                    <a:lumOff val="25000"/>
                  </a:prstClr>
                </a:solidFill>
                <a:latin typeface="Boehringer Forward Text"/>
              </a:rPr>
              <a:t>)</a:t>
            </a:r>
          </a:p>
        </p:txBody>
      </p:sp>
      <p:sp>
        <p:nvSpPr>
          <p:cNvPr id="29" name="Star: 4 Points 28">
            <a:extLst>
              <a:ext uri="{FF2B5EF4-FFF2-40B4-BE49-F238E27FC236}">
                <a16:creationId xmlns:a16="http://schemas.microsoft.com/office/drawing/2014/main" id="{51AE2AD8-6A43-7881-D415-94DE1D93999B}"/>
              </a:ext>
            </a:extLst>
          </p:cNvPr>
          <p:cNvSpPr/>
          <p:nvPr/>
        </p:nvSpPr>
        <p:spPr bwMode="gray">
          <a:xfrm>
            <a:off x="8901652" y="3676549"/>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30" name="Rectangle 29">
            <a:extLst>
              <a:ext uri="{FF2B5EF4-FFF2-40B4-BE49-F238E27FC236}">
                <a16:creationId xmlns:a16="http://schemas.microsoft.com/office/drawing/2014/main" id="{82169639-ABC8-DAFD-2A8E-5079722BA31F}"/>
              </a:ext>
            </a:extLst>
          </p:cNvPr>
          <p:cNvSpPr/>
          <p:nvPr/>
        </p:nvSpPr>
        <p:spPr bwMode="gray">
          <a:xfrm>
            <a:off x="33496" y="2842036"/>
            <a:ext cx="1362509" cy="1403900"/>
          </a:xfrm>
          <a:prstGeom prst="rect">
            <a:avLst/>
          </a:prstGeom>
          <a:noFill/>
          <a:ln w="38100">
            <a:solidFill>
              <a:schemeClr val="accent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050" b="1" u="sng">
                <a:solidFill>
                  <a:prstClr val="black"/>
                </a:solidFill>
                <a:latin typeface="Boehringer Forward Text"/>
              </a:rPr>
              <a:t>Scenario 2:</a:t>
            </a:r>
            <a:r>
              <a:rPr lang="en-US" sz="1050" b="1">
                <a:solidFill>
                  <a:prstClr val="black"/>
                </a:solidFill>
                <a:latin typeface="Boehringer Forward Text"/>
              </a:rPr>
              <a:t> </a:t>
            </a:r>
          </a:p>
          <a:p>
            <a:pPr defTabSz="685800">
              <a:defRPr/>
            </a:pPr>
            <a:r>
              <a:rPr lang="en-US" sz="1050">
                <a:solidFill>
                  <a:prstClr val="black"/>
                </a:solidFill>
                <a:latin typeface="Boehringer Forward Text"/>
              </a:rPr>
              <a:t>D-F Phase 2 in PMR followed by Phase 3’s in PMR &amp; GCA. </a:t>
            </a:r>
          </a:p>
          <a:p>
            <a:pPr defTabSz="685800">
              <a:defRPr/>
            </a:pPr>
            <a:endParaRPr lang="en-US" sz="1050">
              <a:solidFill>
                <a:prstClr val="black"/>
              </a:solidFill>
              <a:latin typeface="Boehringer Forward Text"/>
            </a:endParaRPr>
          </a:p>
          <a:p>
            <a:pPr defTabSz="685800">
              <a:defRPr/>
            </a:pPr>
            <a:r>
              <a:rPr lang="en-US" sz="1050">
                <a:solidFill>
                  <a:prstClr val="black"/>
                </a:solidFill>
                <a:latin typeface="Boehringer Forward Text"/>
              </a:rPr>
              <a:t>SSc development starts after positive PMR D-F results</a:t>
            </a:r>
          </a:p>
        </p:txBody>
      </p:sp>
      <p:sp>
        <p:nvSpPr>
          <p:cNvPr id="31" name="Rectangle 78">
            <a:extLst>
              <a:ext uri="{FF2B5EF4-FFF2-40B4-BE49-F238E27FC236}">
                <a16:creationId xmlns:a16="http://schemas.microsoft.com/office/drawing/2014/main" id="{91753678-4E86-1041-5D6E-88D1C7675101}"/>
              </a:ext>
            </a:extLst>
          </p:cNvPr>
          <p:cNvSpPr/>
          <p:nvPr/>
        </p:nvSpPr>
        <p:spPr>
          <a:xfrm>
            <a:off x="1423507" y="3332738"/>
            <a:ext cx="1073408" cy="314805"/>
          </a:xfrm>
          <a:prstGeom prst="roundRect">
            <a:avLst>
              <a:gd name="adj" fmla="val 50000"/>
            </a:avLst>
          </a:prstGeom>
          <a:solidFill>
            <a:schemeClr val="accent1">
              <a:lumMod val="25000"/>
              <a:lumOff val="75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a:solidFill>
                  <a:prstClr val="black">
                    <a:lumMod val="75000"/>
                    <a:lumOff val="25000"/>
                  </a:prstClr>
                </a:solidFill>
                <a:latin typeface="Boehringer Forward Text"/>
              </a:rPr>
              <a:t>MRD/PoCP in Psoriasis</a:t>
            </a:r>
          </a:p>
        </p:txBody>
      </p:sp>
      <p:cxnSp>
        <p:nvCxnSpPr>
          <p:cNvPr id="33" name="Connector: Elbow 32">
            <a:extLst>
              <a:ext uri="{FF2B5EF4-FFF2-40B4-BE49-F238E27FC236}">
                <a16:creationId xmlns:a16="http://schemas.microsoft.com/office/drawing/2014/main" id="{B2CC3D17-E3AB-E07D-AC2D-2F3CDAD9D4D2}"/>
              </a:ext>
            </a:extLst>
          </p:cNvPr>
          <p:cNvCxnSpPr>
            <a:cxnSpLocks/>
            <a:stCxn id="31" idx="2"/>
          </p:cNvCxnSpPr>
          <p:nvPr/>
        </p:nvCxnSpPr>
        <p:spPr bwMode="gray">
          <a:xfrm rot="16200000" flipH="1">
            <a:off x="3341261" y="2266492"/>
            <a:ext cx="97245" cy="2859347"/>
          </a:xfrm>
          <a:prstGeom prst="bentConnector2">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03200D3-2633-D256-FAEF-F2884D4F3E9B}"/>
              </a:ext>
            </a:extLst>
          </p:cNvPr>
          <p:cNvCxnSpPr>
            <a:cxnSpLocks/>
          </p:cNvCxnSpPr>
          <p:nvPr/>
        </p:nvCxnSpPr>
        <p:spPr bwMode="gray">
          <a:xfrm>
            <a:off x="4298756" y="3525429"/>
            <a:ext cx="0" cy="219359"/>
          </a:xfrm>
          <a:prstGeom prst="straightConnector1">
            <a:avLst/>
          </a:prstGeom>
          <a:ln w="2857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 name="Rectangle 78">
            <a:extLst>
              <a:ext uri="{FF2B5EF4-FFF2-40B4-BE49-F238E27FC236}">
                <a16:creationId xmlns:a16="http://schemas.microsoft.com/office/drawing/2014/main" id="{27C261A2-FB47-4DBC-2E3C-1F6026F24D4B}"/>
              </a:ext>
            </a:extLst>
          </p:cNvPr>
          <p:cNvSpPr/>
          <p:nvPr/>
        </p:nvSpPr>
        <p:spPr>
          <a:xfrm>
            <a:off x="4873601" y="2958281"/>
            <a:ext cx="1755000" cy="225001"/>
          </a:xfrm>
          <a:prstGeom prst="roundRect">
            <a:avLst>
              <a:gd name="adj" fmla="val 50000"/>
            </a:avLst>
          </a:prstGeom>
          <a:solidFill>
            <a:schemeClr val="accent6">
              <a:lumMod val="75000"/>
            </a:schemeClr>
          </a:solid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GCA (1 </a:t>
            </a:r>
            <a:r>
              <a:rPr lang="de-DE" sz="825" err="1">
                <a:solidFill>
                  <a:prstClr val="black">
                    <a:lumMod val="75000"/>
                    <a:lumOff val="25000"/>
                  </a:prstClr>
                </a:solidFill>
                <a:latin typeface="Boehringer Forward Text"/>
              </a:rPr>
              <a:t>or</a:t>
            </a:r>
            <a:r>
              <a:rPr lang="de-DE" sz="825">
                <a:solidFill>
                  <a:prstClr val="black">
                    <a:lumMod val="75000"/>
                    <a:lumOff val="25000"/>
                  </a:prstClr>
                </a:solidFill>
                <a:latin typeface="Boehringer Forward Text"/>
              </a:rPr>
              <a:t> 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dose)</a:t>
            </a:r>
          </a:p>
        </p:txBody>
      </p:sp>
      <p:sp>
        <p:nvSpPr>
          <p:cNvPr id="7" name="TextBox 6">
            <a:extLst>
              <a:ext uri="{FF2B5EF4-FFF2-40B4-BE49-F238E27FC236}">
                <a16:creationId xmlns:a16="http://schemas.microsoft.com/office/drawing/2014/main" id="{2EBADF9E-5CB9-B3B6-B20B-17849D648BFF}"/>
              </a:ext>
            </a:extLst>
          </p:cNvPr>
          <p:cNvSpPr txBox="1"/>
          <p:nvPr/>
        </p:nvSpPr>
        <p:spPr bwMode="gray">
          <a:xfrm>
            <a:off x="6926941" y="2989875"/>
            <a:ext cx="399980"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TBD</a:t>
            </a:r>
          </a:p>
        </p:txBody>
      </p:sp>
      <p:sp>
        <p:nvSpPr>
          <p:cNvPr id="8" name="Star: 4 Points 7">
            <a:extLst>
              <a:ext uri="{FF2B5EF4-FFF2-40B4-BE49-F238E27FC236}">
                <a16:creationId xmlns:a16="http://schemas.microsoft.com/office/drawing/2014/main" id="{61F07A36-F0D0-F46D-C68F-AF2B23449CEE}"/>
              </a:ext>
            </a:extLst>
          </p:cNvPr>
          <p:cNvSpPr/>
          <p:nvPr/>
        </p:nvSpPr>
        <p:spPr bwMode="gray">
          <a:xfrm>
            <a:off x="6707005" y="2997211"/>
            <a:ext cx="184841" cy="147140"/>
          </a:xfrm>
          <a:prstGeom prst="star4">
            <a:avLst/>
          </a:prstGeom>
          <a:solidFill>
            <a:srgbClr val="1EAD1B"/>
          </a:soli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12" name="Rectangle 78">
            <a:extLst>
              <a:ext uri="{FF2B5EF4-FFF2-40B4-BE49-F238E27FC236}">
                <a16:creationId xmlns:a16="http://schemas.microsoft.com/office/drawing/2014/main" id="{D2A57232-2466-BD2E-DF01-27231E16B99E}"/>
              </a:ext>
            </a:extLst>
          </p:cNvPr>
          <p:cNvSpPr/>
          <p:nvPr/>
        </p:nvSpPr>
        <p:spPr>
          <a:xfrm>
            <a:off x="6974734" y="3636934"/>
            <a:ext cx="1917000" cy="226368"/>
          </a:xfrm>
          <a:prstGeom prst="roundRect">
            <a:avLst>
              <a:gd name="adj" fmla="val 50000"/>
            </a:avLst>
          </a:prstGeom>
          <a:pattFill prst="smCheck">
            <a:fgClr>
              <a:schemeClr val="accent5">
                <a:lumMod val="60000"/>
                <a:lumOff val="40000"/>
              </a:schemeClr>
            </a:fgClr>
            <a:bgClr>
              <a:schemeClr val="bg1"/>
            </a:bgClr>
          </a:pattFill>
          <a:ln w="1270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nchorCtr="1"/>
          <a:lstStyle/>
          <a:p>
            <a:pPr defTabSz="685783">
              <a:defRPr/>
            </a:pPr>
            <a:r>
              <a:rPr lang="de-DE" sz="825" err="1">
                <a:solidFill>
                  <a:prstClr val="black">
                    <a:lumMod val="75000"/>
                    <a:lumOff val="25000"/>
                  </a:prstClr>
                </a:solidFill>
                <a:latin typeface="Boehringer Forward Text"/>
              </a:rPr>
              <a:t>PhIII</a:t>
            </a:r>
            <a:r>
              <a:rPr lang="de-DE" sz="825">
                <a:solidFill>
                  <a:prstClr val="black">
                    <a:lumMod val="75000"/>
                    <a:lumOff val="25000"/>
                  </a:prstClr>
                </a:solidFill>
                <a:latin typeface="Boehringer Forward Text"/>
              </a:rPr>
              <a:t> in SSc (1-2 </a:t>
            </a:r>
            <a:r>
              <a:rPr lang="de-DE" sz="825" err="1">
                <a:solidFill>
                  <a:prstClr val="black">
                    <a:lumMod val="75000"/>
                    <a:lumOff val="25000"/>
                  </a:prstClr>
                </a:solidFill>
                <a:latin typeface="Boehringer Forward Text"/>
              </a:rPr>
              <a:t>active</a:t>
            </a:r>
            <a:r>
              <a:rPr lang="de-DE" sz="825">
                <a:solidFill>
                  <a:prstClr val="black">
                    <a:lumMod val="75000"/>
                    <a:lumOff val="25000"/>
                  </a:prstClr>
                </a:solidFill>
                <a:latin typeface="Boehringer Forward Text"/>
              </a:rPr>
              <a:t> </a:t>
            </a:r>
            <a:r>
              <a:rPr lang="de-DE" sz="825" err="1">
                <a:solidFill>
                  <a:prstClr val="black">
                    <a:lumMod val="75000"/>
                    <a:lumOff val="25000"/>
                  </a:prstClr>
                </a:solidFill>
                <a:latin typeface="Boehringer Forward Text"/>
              </a:rPr>
              <a:t>doses</a:t>
            </a:r>
            <a:r>
              <a:rPr lang="de-DE" sz="825">
                <a:solidFill>
                  <a:prstClr val="black">
                    <a:lumMod val="75000"/>
                    <a:lumOff val="25000"/>
                  </a:prstClr>
                </a:solidFill>
                <a:latin typeface="Boehringer Forward Text"/>
              </a:rPr>
              <a:t>)</a:t>
            </a:r>
          </a:p>
        </p:txBody>
      </p:sp>
      <p:cxnSp>
        <p:nvCxnSpPr>
          <p:cNvPr id="11" name="Straight Arrow Connector 10">
            <a:extLst>
              <a:ext uri="{FF2B5EF4-FFF2-40B4-BE49-F238E27FC236}">
                <a16:creationId xmlns:a16="http://schemas.microsoft.com/office/drawing/2014/main" id="{1226B703-8D8A-095B-04B8-717583F9740A}"/>
              </a:ext>
            </a:extLst>
          </p:cNvPr>
          <p:cNvCxnSpPr>
            <a:cxnSpLocks/>
          </p:cNvCxnSpPr>
          <p:nvPr/>
        </p:nvCxnSpPr>
        <p:spPr bwMode="gray">
          <a:xfrm>
            <a:off x="4502465" y="3412728"/>
            <a:ext cx="324000" cy="0"/>
          </a:xfrm>
          <a:prstGeom prst="straightConnector1">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Star: 4 Points 14">
            <a:extLst>
              <a:ext uri="{FF2B5EF4-FFF2-40B4-BE49-F238E27FC236}">
                <a16:creationId xmlns:a16="http://schemas.microsoft.com/office/drawing/2014/main" id="{F07896CB-8F33-D80F-AD91-0E31BDC45067}"/>
              </a:ext>
            </a:extLst>
          </p:cNvPr>
          <p:cNvSpPr/>
          <p:nvPr/>
        </p:nvSpPr>
        <p:spPr bwMode="gray">
          <a:xfrm>
            <a:off x="6724024" y="3676549"/>
            <a:ext cx="184841" cy="147140"/>
          </a:xfrm>
          <a:prstGeom prst="star4">
            <a:avLst/>
          </a:prstGeom>
          <a:gradFill flip="none" rotWithShape="1">
            <a:gsLst>
              <a:gs pos="0">
                <a:srgbClr val="1EAD1B">
                  <a:tint val="66000"/>
                  <a:satMod val="160000"/>
                </a:srgbClr>
              </a:gs>
              <a:gs pos="50000">
                <a:srgbClr val="1EAD1B">
                  <a:tint val="44500"/>
                  <a:satMod val="160000"/>
                </a:srgbClr>
              </a:gs>
              <a:gs pos="100000">
                <a:srgbClr val="1EAD1B">
                  <a:tint val="23500"/>
                  <a:satMod val="160000"/>
                </a:srgbClr>
              </a:gs>
            </a:gsLst>
            <a:lin ang="5400000" scaled="1"/>
            <a:tileRect/>
          </a:gradFill>
          <a:ln w="6350">
            <a:solidFill>
              <a:srgbClr val="1EAD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39" name="TextBox 38">
            <a:extLst>
              <a:ext uri="{FF2B5EF4-FFF2-40B4-BE49-F238E27FC236}">
                <a16:creationId xmlns:a16="http://schemas.microsoft.com/office/drawing/2014/main" id="{F58C65E2-C607-0665-E3E7-6852F0EE2A5E}"/>
              </a:ext>
            </a:extLst>
          </p:cNvPr>
          <p:cNvSpPr txBox="1"/>
          <p:nvPr/>
        </p:nvSpPr>
        <p:spPr bwMode="gray">
          <a:xfrm>
            <a:off x="4325509" y="1900729"/>
            <a:ext cx="547707"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Q1/2031</a:t>
            </a:r>
          </a:p>
        </p:txBody>
      </p:sp>
      <p:sp>
        <p:nvSpPr>
          <p:cNvPr id="41" name="Rectangle 40">
            <a:extLst>
              <a:ext uri="{FF2B5EF4-FFF2-40B4-BE49-F238E27FC236}">
                <a16:creationId xmlns:a16="http://schemas.microsoft.com/office/drawing/2014/main" id="{C10FC46D-8ECC-AFD0-1F4F-48F85B9A68A2}"/>
              </a:ext>
            </a:extLst>
          </p:cNvPr>
          <p:cNvSpPr/>
          <p:nvPr/>
        </p:nvSpPr>
        <p:spPr bwMode="gray">
          <a:xfrm>
            <a:off x="16563" y="2533223"/>
            <a:ext cx="9102215" cy="298533"/>
          </a:xfrm>
          <a:prstGeom prst="rect">
            <a:avLst/>
          </a:prstGeom>
          <a:solidFill>
            <a:schemeClr val="accent1">
              <a:lumMod val="25000"/>
              <a:lumOff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2"/>
          </a:lnRef>
          <a:fillRef idx="3">
            <a:schemeClr val="accent2"/>
          </a:fillRef>
          <a:effectRef idx="3">
            <a:schemeClr val="accent2"/>
          </a:effectRef>
          <a:fontRef idx="minor">
            <a:schemeClr val="lt1"/>
          </a:fontRef>
        </p:style>
        <p:txBody>
          <a:bodyPr rtlCol="0" anchor="ctr"/>
          <a:lstStyle/>
          <a:p>
            <a:pPr algn="ctr" defTabSz="685800">
              <a:lnSpc>
                <a:spcPct val="140000"/>
              </a:lnSpc>
              <a:defRPr/>
            </a:pPr>
            <a:r>
              <a:rPr lang="en-US" sz="1200">
                <a:solidFill>
                  <a:prstClr val="black"/>
                </a:solidFill>
                <a:latin typeface="Boehringer Forward Text"/>
              </a:rPr>
              <a:t>Gain confidence in Phase II PMR D-F before investing in other indications</a:t>
            </a:r>
          </a:p>
        </p:txBody>
      </p:sp>
      <p:sp>
        <p:nvSpPr>
          <p:cNvPr id="16" name="TextBox 38">
            <a:extLst>
              <a:ext uri="{FF2B5EF4-FFF2-40B4-BE49-F238E27FC236}">
                <a16:creationId xmlns:a16="http://schemas.microsoft.com/office/drawing/2014/main" id="{DBD0AAA9-B189-1B0E-6151-255B35825A7F}"/>
              </a:ext>
            </a:extLst>
          </p:cNvPr>
          <p:cNvSpPr txBox="1"/>
          <p:nvPr/>
        </p:nvSpPr>
        <p:spPr bwMode="gray">
          <a:xfrm>
            <a:off x="6581032" y="3853441"/>
            <a:ext cx="569174" cy="162930"/>
          </a:xfrm>
          <a:prstGeom prst="rect">
            <a:avLst/>
          </a:prstGeom>
          <a:noFill/>
        </p:spPr>
        <p:txBody>
          <a:bodyPr wrap="square" lIns="0" tIns="0" rIns="0" bIns="0" rtlCol="0">
            <a:spAutoFit/>
          </a:bodyPr>
          <a:lstStyle/>
          <a:p>
            <a:pPr defTabSz="685800">
              <a:lnSpc>
                <a:spcPct val="140000"/>
              </a:lnSpc>
              <a:defRPr/>
            </a:pPr>
            <a:r>
              <a:rPr lang="en-US" sz="825">
                <a:solidFill>
                  <a:srgbClr val="1EAD1B"/>
                </a:solidFill>
                <a:latin typeface="Boehringer Forward Text"/>
              </a:rPr>
              <a:t>Q1/2035</a:t>
            </a:r>
          </a:p>
        </p:txBody>
      </p:sp>
      <p:sp>
        <p:nvSpPr>
          <p:cNvPr id="45" name="TextBox 20">
            <a:extLst>
              <a:ext uri="{FF2B5EF4-FFF2-40B4-BE49-F238E27FC236}">
                <a16:creationId xmlns:a16="http://schemas.microsoft.com/office/drawing/2014/main" id="{262FDF31-2C00-16FB-FC26-A136E5F0F099}"/>
              </a:ext>
            </a:extLst>
          </p:cNvPr>
          <p:cNvSpPr txBox="1"/>
          <p:nvPr/>
        </p:nvSpPr>
        <p:spPr bwMode="gray">
          <a:xfrm>
            <a:off x="7071075" y="1888058"/>
            <a:ext cx="1377000" cy="115416"/>
          </a:xfrm>
          <a:prstGeom prst="rect">
            <a:avLst/>
          </a:prstGeom>
          <a:noFill/>
        </p:spPr>
        <p:txBody>
          <a:bodyPr wrap="square" lIns="0" tIns="0" rIns="0" bIns="0" rtlCol="0">
            <a:spAutoFit/>
          </a:bodyPr>
          <a:lstStyle/>
          <a:p>
            <a:pPr defTabSz="685800">
              <a:defRPr/>
            </a:pPr>
            <a:r>
              <a:rPr lang="en-US" sz="750">
                <a:solidFill>
                  <a:prstClr val="black"/>
                </a:solidFill>
                <a:latin typeface="Boehringer Forward Text"/>
              </a:rPr>
              <a:t>with 1 or 2 active dose groups</a:t>
            </a:r>
          </a:p>
        </p:txBody>
      </p:sp>
      <p:cxnSp>
        <p:nvCxnSpPr>
          <p:cNvPr id="46" name="Straight Arrow Connector 77">
            <a:extLst>
              <a:ext uri="{FF2B5EF4-FFF2-40B4-BE49-F238E27FC236}">
                <a16:creationId xmlns:a16="http://schemas.microsoft.com/office/drawing/2014/main" id="{B99FF751-5529-F524-8B12-D9C240B09998}"/>
              </a:ext>
            </a:extLst>
          </p:cNvPr>
          <p:cNvCxnSpPr>
            <a:cxnSpLocks/>
          </p:cNvCxnSpPr>
          <p:nvPr/>
        </p:nvCxnSpPr>
        <p:spPr bwMode="gray">
          <a:xfrm flipV="1">
            <a:off x="4502465" y="3057131"/>
            <a:ext cx="283472" cy="198195"/>
          </a:xfrm>
          <a:prstGeom prst="straightConnector1">
            <a:avLst/>
          </a:prstGeom>
          <a:ln w="28575">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3" name="TextBox 20">
            <a:extLst>
              <a:ext uri="{FF2B5EF4-FFF2-40B4-BE49-F238E27FC236}">
                <a16:creationId xmlns:a16="http://schemas.microsoft.com/office/drawing/2014/main" id="{FE8276DA-7445-D66B-F47D-400DBD701373}"/>
              </a:ext>
            </a:extLst>
          </p:cNvPr>
          <p:cNvSpPr txBox="1"/>
          <p:nvPr/>
        </p:nvSpPr>
        <p:spPr bwMode="gray">
          <a:xfrm>
            <a:off x="7709492" y="4026799"/>
            <a:ext cx="1377000" cy="115416"/>
          </a:xfrm>
          <a:prstGeom prst="rect">
            <a:avLst/>
          </a:prstGeom>
          <a:noFill/>
        </p:spPr>
        <p:txBody>
          <a:bodyPr wrap="square" lIns="0" tIns="0" rIns="0" bIns="0" rtlCol="0">
            <a:spAutoFit/>
          </a:bodyPr>
          <a:lstStyle/>
          <a:p>
            <a:pPr defTabSz="685800">
              <a:defRPr/>
            </a:pPr>
            <a:r>
              <a:rPr lang="en-US" sz="750">
                <a:solidFill>
                  <a:prstClr val="black"/>
                </a:solidFill>
                <a:latin typeface="Boehringer Forward Text"/>
              </a:rPr>
              <a:t>with 1 or 2 active dose groups</a:t>
            </a:r>
          </a:p>
        </p:txBody>
      </p:sp>
      <p:cxnSp>
        <p:nvCxnSpPr>
          <p:cNvPr id="10" name="Connector: Curved 9">
            <a:extLst>
              <a:ext uri="{FF2B5EF4-FFF2-40B4-BE49-F238E27FC236}">
                <a16:creationId xmlns:a16="http://schemas.microsoft.com/office/drawing/2014/main" id="{E7CECED5-2AD5-AACB-E9D2-C56FD089B848}"/>
              </a:ext>
            </a:extLst>
          </p:cNvPr>
          <p:cNvCxnSpPr>
            <a:cxnSpLocks/>
          </p:cNvCxnSpPr>
          <p:nvPr/>
        </p:nvCxnSpPr>
        <p:spPr bwMode="gray">
          <a:xfrm flipV="1">
            <a:off x="2270464" y="1789963"/>
            <a:ext cx="361678" cy="224858"/>
          </a:xfrm>
          <a:prstGeom prst="curvedConnector3">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A949C2E-F0A0-97C4-409F-9AC72F0BC80E}"/>
              </a:ext>
            </a:extLst>
          </p:cNvPr>
          <p:cNvSpPr txBox="1"/>
          <p:nvPr/>
        </p:nvSpPr>
        <p:spPr bwMode="gray">
          <a:xfrm>
            <a:off x="1882711" y="2050487"/>
            <a:ext cx="1247070" cy="230832"/>
          </a:xfrm>
          <a:prstGeom prst="rect">
            <a:avLst/>
          </a:prstGeom>
          <a:noFill/>
        </p:spPr>
        <p:txBody>
          <a:bodyPr wrap="square" lIns="0" tIns="0" rIns="0" bIns="0" rtlCol="0">
            <a:spAutoFit/>
          </a:bodyPr>
          <a:lstStyle/>
          <a:p>
            <a:pPr defTabSz="685800">
              <a:defRPr/>
            </a:pPr>
            <a:r>
              <a:rPr lang="en-US" sz="750">
                <a:solidFill>
                  <a:prstClr val="black"/>
                </a:solidFill>
                <a:latin typeface="Boehringer Forward Text"/>
              </a:rPr>
              <a:t>Registrational intent </a:t>
            </a:r>
            <a:r>
              <a:rPr lang="en-US" sz="750" err="1">
                <a:solidFill>
                  <a:prstClr val="black"/>
                </a:solidFill>
                <a:latin typeface="Boehringer Forward Text"/>
              </a:rPr>
              <a:t>PhII</a:t>
            </a:r>
            <a:r>
              <a:rPr lang="en-US" sz="750">
                <a:solidFill>
                  <a:prstClr val="black"/>
                </a:solidFill>
                <a:latin typeface="Boehringer Forward Text"/>
              </a:rPr>
              <a:t> study</a:t>
            </a:r>
          </a:p>
        </p:txBody>
      </p:sp>
      <p:sp>
        <p:nvSpPr>
          <p:cNvPr id="3" name="Textfeld 2">
            <a:extLst>
              <a:ext uri="{FF2B5EF4-FFF2-40B4-BE49-F238E27FC236}">
                <a16:creationId xmlns:a16="http://schemas.microsoft.com/office/drawing/2014/main" id="{ABCA6AE1-4BF9-870C-B9E9-7A7CE8CD4958}"/>
              </a:ext>
            </a:extLst>
          </p:cNvPr>
          <p:cNvSpPr txBox="1"/>
          <p:nvPr/>
        </p:nvSpPr>
        <p:spPr bwMode="gray">
          <a:xfrm>
            <a:off x="41785" y="4277625"/>
            <a:ext cx="9044708" cy="325345"/>
          </a:xfrm>
          <a:prstGeom prst="rect">
            <a:avLst/>
          </a:prstGeom>
          <a:noFill/>
        </p:spPr>
        <p:txBody>
          <a:bodyPr wrap="square" lIns="0" tIns="0" rIns="0" bIns="0" rtlCol="0">
            <a:spAutoFit/>
          </a:bodyPr>
          <a:lstStyle/>
          <a:p>
            <a:pPr defTabSz="685800">
              <a:lnSpc>
                <a:spcPct val="140000"/>
              </a:lnSpc>
            </a:pPr>
            <a:r>
              <a:rPr lang="en-US" sz="788">
                <a:solidFill>
                  <a:prstClr val="black"/>
                </a:solidFill>
                <a:latin typeface="Boehringer Forward Text"/>
              </a:rPr>
              <a:t>SSc timelines are based on recruitment rates </a:t>
            </a:r>
            <a:r>
              <a:rPr lang="en-US" sz="788" u="sng">
                <a:solidFill>
                  <a:prstClr val="black"/>
                </a:solidFill>
                <a:latin typeface="Boehringer Forward Text"/>
              </a:rPr>
              <a:t>projected</a:t>
            </a:r>
            <a:r>
              <a:rPr lang="en-US" sz="788">
                <a:solidFill>
                  <a:prstClr val="black"/>
                </a:solidFill>
                <a:latin typeface="Boehringer Forward Text"/>
              </a:rPr>
              <a:t> for currently ongoing studies (</a:t>
            </a:r>
            <a:r>
              <a:rPr lang="en-US" sz="788" err="1">
                <a:solidFill>
                  <a:prstClr val="black"/>
                </a:solidFill>
                <a:latin typeface="Boehringer Forward Text"/>
              </a:rPr>
              <a:t>sGCa</a:t>
            </a:r>
            <a:r>
              <a:rPr lang="en-US" sz="788">
                <a:solidFill>
                  <a:prstClr val="black"/>
                </a:solidFill>
                <a:latin typeface="Boehringer Forward Text"/>
              </a:rPr>
              <a:t> </a:t>
            </a:r>
            <a:r>
              <a:rPr lang="en-US" sz="788" err="1">
                <a:solidFill>
                  <a:prstClr val="black"/>
                </a:solidFill>
                <a:latin typeface="Boehringer Forward Text"/>
              </a:rPr>
              <a:t>VitaliSSce</a:t>
            </a:r>
            <a:r>
              <a:rPr lang="en-US" sz="788">
                <a:solidFill>
                  <a:prstClr val="black"/>
                </a:solidFill>
                <a:latin typeface="Boehringer Forward Text"/>
              </a:rPr>
              <a:t>, </a:t>
            </a:r>
            <a:r>
              <a:rPr lang="en-US" sz="788" err="1">
                <a:solidFill>
                  <a:prstClr val="black"/>
                </a:solidFill>
                <a:latin typeface="Boehringer Forward Text"/>
              </a:rPr>
              <a:t>anifrolumab</a:t>
            </a:r>
            <a:r>
              <a:rPr lang="en-US" sz="788">
                <a:solidFill>
                  <a:prstClr val="black"/>
                </a:solidFill>
                <a:latin typeface="Boehringer Forward Text"/>
              </a:rPr>
              <a:t> DAISY) whereas PMR timelines are based on recruitment rates </a:t>
            </a:r>
            <a:r>
              <a:rPr lang="en-US" sz="788" u="sng">
                <a:solidFill>
                  <a:prstClr val="black"/>
                </a:solidFill>
                <a:latin typeface="Boehringer Forward Text"/>
              </a:rPr>
              <a:t>achieved </a:t>
            </a:r>
            <a:r>
              <a:rPr lang="en-US" sz="788">
                <a:solidFill>
                  <a:prstClr val="black"/>
                </a:solidFill>
                <a:latin typeface="Boehringer Forward Text"/>
              </a:rPr>
              <a:t>in a completed study (sarilumab </a:t>
            </a:r>
            <a:r>
              <a:rPr lang="en-US" sz="788" err="1">
                <a:solidFill>
                  <a:prstClr val="black"/>
                </a:solidFill>
                <a:latin typeface="Boehringer Forward Text"/>
              </a:rPr>
              <a:t>PhIII</a:t>
            </a:r>
            <a:r>
              <a:rPr lang="en-US" sz="788">
                <a:solidFill>
                  <a:prstClr val="black"/>
                </a:solidFill>
                <a:latin typeface="Boehringer Forward Text"/>
              </a:rPr>
              <a:t> </a:t>
            </a:r>
            <a:r>
              <a:rPr lang="en-US" sz="788" err="1">
                <a:solidFill>
                  <a:prstClr val="black"/>
                </a:solidFill>
                <a:latin typeface="Boehringer Forward Text"/>
              </a:rPr>
              <a:t>Saphyr</a:t>
            </a:r>
            <a:r>
              <a:rPr lang="en-US" sz="788">
                <a:solidFill>
                  <a:prstClr val="black"/>
                </a:solidFill>
                <a:latin typeface="Boehringer Forward Text"/>
              </a:rPr>
              <a:t>) </a:t>
            </a:r>
          </a:p>
        </p:txBody>
      </p:sp>
      <p:sp>
        <p:nvSpPr>
          <p:cNvPr id="17" name="TextBox 16">
            <a:extLst>
              <a:ext uri="{FF2B5EF4-FFF2-40B4-BE49-F238E27FC236}">
                <a16:creationId xmlns:a16="http://schemas.microsoft.com/office/drawing/2014/main" id="{6BD1A0DD-6870-48FA-B31D-9F5815C8C645}"/>
              </a:ext>
            </a:extLst>
          </p:cNvPr>
          <p:cNvSpPr txBox="1"/>
          <p:nvPr/>
        </p:nvSpPr>
        <p:spPr bwMode="gray">
          <a:xfrm>
            <a:off x="1968167" y="4743937"/>
            <a:ext cx="4661178" cy="415498"/>
          </a:xfrm>
          <a:prstGeom prst="rect">
            <a:avLst/>
          </a:prstGeom>
          <a:noFill/>
        </p:spPr>
        <p:txBody>
          <a:bodyPr wrap="square">
            <a:spAutoFit/>
          </a:bodyPr>
          <a:lstStyle/>
          <a:p>
            <a:r>
              <a:rPr lang="en-US" altLang="zh-CN" sz="1050"/>
              <a:t>Polymyalgia rheumatica (PMR) &amp; Giant cell arteritis (GCA) </a:t>
            </a:r>
          </a:p>
          <a:p>
            <a:r>
              <a:rPr lang="zh-CN" altLang="en-US" sz="1050"/>
              <a:t>风湿性多肌痛</a:t>
            </a:r>
            <a:r>
              <a:rPr lang="en-US" altLang="zh-CN" sz="1050"/>
              <a:t>&amp;</a:t>
            </a:r>
            <a:r>
              <a:rPr lang="zh-CN" altLang="en-US" sz="1050"/>
              <a:t>巨细胞动脉炎</a:t>
            </a:r>
          </a:p>
        </p:txBody>
      </p:sp>
    </p:spTree>
    <p:extLst>
      <p:ext uri="{BB962C8B-B14F-4D97-AF65-F5344CB8AC3E}">
        <p14:creationId xmlns:p14="http://schemas.microsoft.com/office/powerpoint/2010/main" val="2530118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OTLSHAPE_T_e17f3958430f4cff8650518c93c7635e_Shape">
            <a:extLst>
              <a:ext uri="{FF2B5EF4-FFF2-40B4-BE49-F238E27FC236}">
                <a16:creationId xmlns:a16="http://schemas.microsoft.com/office/drawing/2014/main" id="{F8992FBD-04FA-4901-8338-C0A999A1E99C}"/>
              </a:ext>
            </a:extLst>
          </p:cNvPr>
          <p:cNvSpPr/>
          <p:nvPr>
            <p:custDataLst>
              <p:tags r:id="rId1"/>
            </p:custDataLst>
          </p:nvPr>
        </p:nvSpPr>
        <p:spPr bwMode="auto">
          <a:xfrm>
            <a:off x="1586845" y="2404083"/>
            <a:ext cx="556886"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JP Ph1</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59573" y="123776"/>
            <a:ext cx="8424863" cy="540000"/>
          </a:xfrm>
        </p:spPr>
        <p:txBody>
          <a:bodyPr>
            <a:noAutofit/>
          </a:bodyPr>
          <a:lstStyle/>
          <a:p>
            <a:r>
              <a:rPr lang="en-US" sz="2000" u="sng">
                <a:latin typeface="Calibri"/>
                <a:ea typeface="Calibri"/>
                <a:cs typeface="Calibri"/>
              </a:rPr>
              <a:t>Under Evaluation:</a:t>
            </a:r>
            <a:br>
              <a:rPr lang="en-US" sz="2000">
                <a:latin typeface="Calibri" panose="020F0502020204030204" pitchFamily="34" charset="0"/>
                <a:cs typeface="Calibri" panose="020F0502020204030204" pitchFamily="34" charset="0"/>
              </a:rPr>
            </a:br>
            <a:r>
              <a:rPr lang="en-US" sz="2000">
                <a:latin typeface="Calibri"/>
                <a:ea typeface="Calibri"/>
                <a:cs typeface="Calibri"/>
              </a:rPr>
              <a:t>BI3000202 (</a:t>
            </a:r>
            <a:r>
              <a:rPr lang="en-US" sz="2000" err="1">
                <a:latin typeface="Calibri"/>
                <a:ea typeface="Calibri"/>
                <a:cs typeface="Calibri"/>
              </a:rPr>
              <a:t>cGAS</a:t>
            </a:r>
            <a:r>
              <a:rPr lang="en-US" sz="2000">
                <a:latin typeface="Calibri"/>
                <a:ea typeface="Calibri"/>
                <a:cs typeface="Calibri"/>
              </a:rPr>
              <a:t> </a:t>
            </a:r>
            <a:r>
              <a:rPr lang="en-US" sz="2000" err="1">
                <a:latin typeface="Calibri"/>
                <a:ea typeface="Calibri"/>
                <a:cs typeface="Calibri"/>
              </a:rPr>
              <a:t>inh</a:t>
            </a:r>
            <a:r>
              <a:rPr lang="en-US" sz="2000">
                <a:latin typeface="Calibri"/>
                <a:ea typeface="Calibri"/>
                <a:cs typeface="Calibri"/>
              </a:rPr>
              <a:t>.) in Interferonopathy (</a:t>
            </a:r>
            <a:r>
              <a:rPr lang="zh-CN" altLang="en-US" sz="2000">
                <a:latin typeface="Calibri"/>
                <a:ea typeface="Calibri"/>
                <a:cs typeface="Calibri"/>
              </a:rPr>
              <a:t>干扰素病</a:t>
            </a:r>
            <a:r>
              <a:rPr lang="en-US" sz="2000">
                <a:latin typeface="Calibri"/>
                <a:ea typeface="Calibri"/>
                <a:cs typeface="Calibri"/>
              </a:rPr>
              <a:t>)</a:t>
            </a:r>
            <a:endParaRPr lang="en-US" sz="2000">
              <a:latin typeface="BISans" panose="02000503040000020004" pitchFamily="2" charset="0"/>
            </a:endParaRPr>
          </a:p>
        </p:txBody>
      </p:sp>
      <p:sp>
        <p:nvSpPr>
          <p:cNvPr id="4" name="Text Placeholder 3">
            <a:extLst>
              <a:ext uri="{FF2B5EF4-FFF2-40B4-BE49-F238E27FC236}">
                <a16:creationId xmlns:a16="http://schemas.microsoft.com/office/drawing/2014/main" id="{FDDBA14A-FC19-C10A-303B-171B2B5B6494}"/>
              </a:ext>
            </a:extLst>
          </p:cNvPr>
          <p:cNvSpPr>
            <a:spLocks noGrp="1"/>
          </p:cNvSpPr>
          <p:nvPr>
            <p:ph type="body" sz="quarter" idx="13"/>
          </p:nvPr>
        </p:nvSpPr>
        <p:spPr/>
        <p:txBody>
          <a:bodyPr/>
          <a:lstStyle/>
          <a:p>
            <a:endParaRPr lang="zh-CN" altLang="en-US"/>
          </a:p>
        </p:txBody>
      </p:sp>
      <p:sp>
        <p:nvSpPr>
          <p:cNvPr id="9" name="灯片编号占位符 8"/>
          <p:cNvSpPr>
            <a:spLocks noGrp="1"/>
          </p:cNvSpPr>
          <p:nvPr>
            <p:ph type="sldNum" sz="quarter" idx="20"/>
          </p:nvPr>
        </p:nvSpPr>
        <p:spPr/>
        <p:txBody>
          <a:bodyPr/>
          <a:lstStyle/>
          <a:p>
            <a:pPr defTabSz="914310">
              <a:defRPr/>
            </a:pPr>
            <a:endParaRPr lang="en-GB" sz="800">
              <a:solidFill>
                <a:srgbClr val="7F7F7F"/>
              </a:solidFill>
              <a:latin typeface="BISans" panose="02000503040000020004" pitchFamily="2" charset="0"/>
            </a:endParaRPr>
          </a:p>
        </p:txBody>
      </p:sp>
      <p:sp>
        <p:nvSpPr>
          <p:cNvPr id="7" name="日期占位符 6"/>
          <p:cNvSpPr>
            <a:spLocks noGrp="1"/>
          </p:cNvSpPr>
          <p:nvPr>
            <p:ph type="dt" sz="half" idx="4294967295"/>
          </p:nvPr>
        </p:nvSpPr>
        <p:spPr>
          <a:xfrm>
            <a:off x="0" y="0"/>
            <a:ext cx="0" cy="0"/>
          </a:xfrm>
        </p:spPr>
        <p:txBody>
          <a:bodyPr/>
          <a:lstStyle/>
          <a:p>
            <a:pPr algn="r" defTabSz="914310">
              <a:defRPr/>
            </a:pPr>
            <a:fld id="{F905949E-1D36-48FF-8C29-AEE1C5C49519}" type="datetime1">
              <a:rPr lang="en-US" sz="800">
                <a:solidFill>
                  <a:srgbClr val="7F7F7F"/>
                </a:solidFill>
                <a:latin typeface="BISans" panose="02000503040000020004" pitchFamily="2" charset="0"/>
              </a:rPr>
              <a:pPr algn="r" defTabSz="914310">
                <a:defRPr/>
              </a:pPr>
              <a:t>9/11/2024</a:t>
            </a:fld>
            <a:endParaRPr lang="en-GB" sz="800">
              <a:solidFill>
                <a:srgbClr val="7F7F7F"/>
              </a:solidFill>
              <a:latin typeface="BISans" panose="0200050304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11430" y="3135476"/>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17" name="Isosceles Triangle 116"/>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118" name="Isosceles Triangle 117"/>
          <p:cNvSpPr/>
          <p:nvPr/>
        </p:nvSpPr>
        <p:spPr>
          <a:xfrm rot="5400000">
            <a:off x="8802712"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52" name="TextBox 51"/>
          <p:cNvSpPr txBox="1"/>
          <p:nvPr/>
        </p:nvSpPr>
        <p:spPr>
          <a:xfrm>
            <a:off x="11646" y="1500650"/>
            <a:ext cx="548640"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Ph1 SRD HV</a:t>
            </a:r>
          </a:p>
        </p:txBody>
      </p:sp>
      <p:sp>
        <p:nvSpPr>
          <p:cNvPr id="78" name="TextBox 77"/>
          <p:cNvSpPr txBox="1"/>
          <p:nvPr/>
        </p:nvSpPr>
        <p:spPr>
          <a:xfrm>
            <a:off x="11646" y="2395181"/>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JP Ph1</a:t>
            </a:r>
          </a:p>
          <a:p>
            <a:pPr algn="ctr" defTabSz="914310">
              <a:defRPr/>
            </a:pPr>
            <a:r>
              <a:rPr lang="en-US" sz="800" b="1">
                <a:solidFill>
                  <a:srgbClr val="0066CC"/>
                </a:solidFill>
                <a:latin typeface="Calibri" panose="020F0502020204030204" pitchFamily="34" charset="0"/>
                <a:cs typeface="Calibri" panose="020F0502020204030204" pitchFamily="34" charset="0"/>
              </a:rPr>
              <a:t>Placeholder</a:t>
            </a:r>
          </a:p>
        </p:txBody>
      </p:sp>
      <p:sp>
        <p:nvSpPr>
          <p:cNvPr id="82" name="TextBox 81"/>
          <p:cNvSpPr txBox="1"/>
          <p:nvPr/>
        </p:nvSpPr>
        <p:spPr>
          <a:xfrm>
            <a:off x="11646" y="1748411"/>
            <a:ext cx="548640" cy="215444"/>
          </a:xfrm>
          <a:prstGeom prst="rect">
            <a:avLst/>
          </a:prstGeom>
          <a:noFill/>
          <a:ln>
            <a:solidFill>
              <a:schemeClr val="accent1"/>
            </a:solidFill>
          </a:ln>
        </p:spPr>
        <p:txBody>
          <a:bodyPr wrap="square" lIns="0" tIns="0" rIns="0" bIns="0" rtlCol="0">
            <a:spAutoFit/>
          </a:bodyPr>
          <a:lstStyle/>
          <a:p>
            <a:pPr algn="ctr" defTabSz="914310">
              <a:defRPr/>
            </a:pPr>
            <a:r>
              <a:rPr lang="en-US" altLang="zh-CN" sz="700" b="1">
                <a:solidFill>
                  <a:srgbClr val="0066CC"/>
                </a:solidFill>
                <a:latin typeface="Calibri" panose="020F0502020204030204" pitchFamily="34" charset="0"/>
                <a:cs typeface="Calibri" panose="020F0502020204030204" pitchFamily="34" charset="0"/>
              </a:rPr>
              <a:t>Ph1 MRD HV </a:t>
            </a:r>
          </a:p>
          <a:p>
            <a:pPr algn="ctr" defTabSz="914310">
              <a:defRPr/>
            </a:pPr>
            <a:r>
              <a:rPr lang="en-US" altLang="zh-CN" sz="700" b="1">
                <a:solidFill>
                  <a:srgbClr val="0066CC"/>
                </a:solidFill>
                <a:latin typeface="Calibri" panose="020F0502020204030204" pitchFamily="34" charset="0"/>
                <a:cs typeface="Calibri" panose="020F0502020204030204" pitchFamily="34" charset="0"/>
              </a:rPr>
              <a:t>1509.2</a:t>
            </a:r>
            <a:endParaRPr lang="en-US" sz="700" b="1">
              <a:solidFill>
                <a:srgbClr val="0066CC"/>
              </a:solidFill>
              <a:latin typeface="Calibri" panose="020F0502020204030204" pitchFamily="34" charset="0"/>
              <a:cs typeface="Calibri" panose="020F0502020204030204" pitchFamily="34" charset="0"/>
            </a:endParaRPr>
          </a:p>
        </p:txBody>
      </p:sp>
      <p:sp>
        <p:nvSpPr>
          <p:cNvPr id="50" name="TextBox 49"/>
          <p:cNvSpPr txBox="1"/>
          <p:nvPr/>
        </p:nvSpPr>
        <p:spPr>
          <a:xfrm>
            <a:off x="11646" y="2059290"/>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Ph1c MTD</a:t>
            </a:r>
          </a:p>
          <a:p>
            <a:pPr algn="ctr" defTabSz="914310">
              <a:defRPr/>
            </a:pPr>
            <a:r>
              <a:rPr lang="en-US" altLang="zh-CN" sz="800" b="1">
                <a:solidFill>
                  <a:srgbClr val="0066CC"/>
                </a:solidFill>
                <a:latin typeface="Calibri" panose="020F0502020204030204" pitchFamily="34" charset="0"/>
                <a:cs typeface="Calibri" panose="020F0502020204030204" pitchFamily="34" charset="0"/>
              </a:rPr>
              <a:t>1509-0003</a:t>
            </a:r>
            <a:endParaRPr lang="en-US" sz="800" b="1">
              <a:solidFill>
                <a:srgbClr val="0066CC"/>
              </a:solidFill>
              <a:latin typeface="Calibri" panose="020F0502020204030204" pitchFamily="34" charset="0"/>
              <a:cs typeface="Calibri" panose="020F0502020204030204" pitchFamily="34" charset="0"/>
            </a:endParaRPr>
          </a:p>
        </p:txBody>
      </p:sp>
      <p:grpSp>
        <p:nvGrpSpPr>
          <p:cNvPr id="112" name="Group 111"/>
          <p:cNvGrpSpPr/>
          <p:nvPr/>
        </p:nvGrpSpPr>
        <p:grpSpPr>
          <a:xfrm>
            <a:off x="8070813" y="2721530"/>
            <a:ext cx="609509" cy="457284"/>
            <a:chOff x="8619145" y="1766789"/>
            <a:chExt cx="609509" cy="457284"/>
          </a:xfrm>
        </p:grpSpPr>
        <p:sp>
          <p:nvSpPr>
            <p:cNvPr id="113" name="五角星 55"/>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ndParaRPr>
            </a:p>
          </p:txBody>
        </p:sp>
        <p:sp>
          <p:nvSpPr>
            <p:cNvPr id="119" name="Rectangle 118"/>
            <p:cNvSpPr/>
            <p:nvPr/>
          </p:nvSpPr>
          <p:spPr>
            <a:xfrm>
              <a:off x="8680106" y="2016324"/>
              <a:ext cx="548548" cy="207749"/>
            </a:xfrm>
            <a:prstGeom prst="rect">
              <a:avLst/>
            </a:prstGeom>
          </p:spPr>
          <p:txBody>
            <a:bodyPr wrap="none">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US Lunch</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20" name="OTLSHAPE_T_e17f3958430f4cff8650518c93c7635e_StartDate">
              <a:extLst>
                <a:ext uri="{FF2B5EF4-FFF2-40B4-BE49-F238E27FC236}">
                  <a16:creationId xmlns:a16="http://schemas.microsoft.com/office/drawing/2014/main" id="{9224C17E-1AA1-4096-A3FD-25D6FD8BA444}"/>
                </a:ext>
              </a:extLst>
            </p:cNvPr>
            <p:cNvSpPr txBox="1"/>
            <p:nvPr>
              <p:custDataLst>
                <p:tags r:id="rId9"/>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2033 Jun</a:t>
              </a:r>
              <a:endParaRPr lang="zh-CN" altLang="en-US" sz="750" b="1">
                <a:solidFill>
                  <a:srgbClr val="44546A"/>
                </a:solidFill>
                <a:latin typeface="Calibri" panose="020F0502020204030204" pitchFamily="34" charset="0"/>
                <a:cs typeface="Calibri" panose="020F0502020204030204" pitchFamily="34" charset="0"/>
              </a:endParaRPr>
            </a:p>
          </p:txBody>
        </p:sp>
      </p:grpSp>
      <p:grpSp>
        <p:nvGrpSpPr>
          <p:cNvPr id="59" name="Group 58"/>
          <p:cNvGrpSpPr/>
          <p:nvPr/>
        </p:nvGrpSpPr>
        <p:grpSpPr>
          <a:xfrm>
            <a:off x="921328" y="1242558"/>
            <a:ext cx="410060" cy="3973943"/>
            <a:chOff x="-618574" y="1023154"/>
            <a:chExt cx="546747" cy="3973941"/>
          </a:xfrm>
        </p:grpSpPr>
        <p:cxnSp>
          <p:nvCxnSpPr>
            <p:cNvPr id="61" name="Straight Connector 60">
              <a:extLst>
                <a:ext uri="{FF2B5EF4-FFF2-40B4-BE49-F238E27FC236}">
                  <a16:creationId xmlns:a16="http://schemas.microsoft.com/office/drawing/2014/main" id="{9C165100-0114-4167-8FF0-BFF01B293D04}"/>
                </a:ext>
              </a:extLst>
            </p:cNvPr>
            <p:cNvCxnSpPr>
              <a:cxnSpLocks/>
            </p:cNvCxnSpPr>
            <p:nvPr/>
          </p:nvCxnSpPr>
          <p:spPr bwMode="auto">
            <a:xfrm flipV="1">
              <a:off x="-324167" y="1222122"/>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3" name="OTLSHAPE_T_e17f3958430f4cff8650518c93c7635e_StartDate">
              <a:extLst>
                <a:ext uri="{FF2B5EF4-FFF2-40B4-BE49-F238E27FC236}">
                  <a16:creationId xmlns:a16="http://schemas.microsoft.com/office/drawing/2014/main" id="{9224C17E-1AA1-4096-A3FD-25D6FD8BA444}"/>
                </a:ext>
              </a:extLst>
            </p:cNvPr>
            <p:cNvSpPr txBox="1"/>
            <p:nvPr>
              <p:custDataLst>
                <p:tags r:id="rId8"/>
              </p:custDataLst>
            </p:nvPr>
          </p:nvSpPr>
          <p:spPr>
            <a:xfrm>
              <a:off x="-618574" y="1023154"/>
              <a:ext cx="546747" cy="24622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65" name="Picture 64" descr="Traffic light - Simple English Wikipedia, the free ..."/>
          <p:cNvPicPr>
            <a:picLocks noChangeAspect="1"/>
          </p:cNvPicPr>
          <p:nvPr/>
        </p:nvPicPr>
        <p:blipFill rotWithShape="1">
          <a:blip r:embed="rId12"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66" name="TextBox 65">
            <a:extLst>
              <a:ext uri="{FF2B5EF4-FFF2-40B4-BE49-F238E27FC236}">
                <a16:creationId xmlns:a16="http://schemas.microsoft.com/office/drawing/2014/main" id="{ABBA8552-4EEC-4A1B-894B-35E4445D1E2D}"/>
              </a:ext>
            </a:extLst>
          </p:cNvPr>
          <p:cNvSpPr txBox="1"/>
          <p:nvPr/>
        </p:nvSpPr>
        <p:spPr>
          <a:xfrm>
            <a:off x="11646" y="2716720"/>
            <a:ext cx="548640"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Ph2in SSc </a:t>
            </a:r>
            <a:endParaRPr lang="en-US" sz="800" b="1">
              <a:solidFill>
                <a:srgbClr val="0066CC"/>
              </a:solidFill>
              <a:latin typeface="Calibri" panose="020F0502020204030204" pitchFamily="34" charset="0"/>
              <a:cs typeface="Calibri" panose="020F0502020204030204" pitchFamily="34" charset="0"/>
            </a:endParaRPr>
          </a:p>
        </p:txBody>
      </p:sp>
      <p:sp>
        <p:nvSpPr>
          <p:cNvPr id="99" name="TextBox 98">
            <a:extLst>
              <a:ext uri="{FF2B5EF4-FFF2-40B4-BE49-F238E27FC236}">
                <a16:creationId xmlns:a16="http://schemas.microsoft.com/office/drawing/2014/main" id="{D11E8C8E-EA83-4AF2-B5EA-9A0D5FDC196B}"/>
              </a:ext>
            </a:extLst>
          </p:cNvPr>
          <p:cNvSpPr txBox="1"/>
          <p:nvPr/>
        </p:nvSpPr>
        <p:spPr>
          <a:xfrm>
            <a:off x="1657900" y="4034348"/>
            <a:ext cx="5214543" cy="306467"/>
          </a:xfrm>
          <a:prstGeom prst="round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171434" indent="-171434" defTabSz="1219049">
              <a:spcBef>
                <a:spcPts val="400"/>
              </a:spcBef>
              <a:buFont typeface="Arial" panose="020B0604020202020204" pitchFamily="34" charset="0"/>
              <a:buChar char="•"/>
              <a:defRPr/>
            </a:pPr>
            <a:r>
              <a:rPr lang="en-US" altLang="zh-CN" sz="900">
                <a:solidFill>
                  <a:srgbClr val="000000"/>
                </a:solidFill>
                <a:latin typeface="BISans"/>
              </a:rPr>
              <a:t>Chinese adult patient information (e.g. number and mutation) under collection, for feasibility evaluation of China joining global ph1c study. Will provide to asset team early May.</a:t>
            </a:r>
          </a:p>
        </p:txBody>
      </p:sp>
      <p:graphicFrame>
        <p:nvGraphicFramePr>
          <p:cNvPr id="30" name="Table 29">
            <a:extLst>
              <a:ext uri="{FF2B5EF4-FFF2-40B4-BE49-F238E27FC236}">
                <a16:creationId xmlns:a16="http://schemas.microsoft.com/office/drawing/2014/main" id="{01A0A25C-1FD1-4158-9AD8-8EC6640CA6D8}"/>
              </a:ext>
            </a:extLst>
          </p:cNvPr>
          <p:cNvGraphicFramePr>
            <a:graphicFrameLocks noGrp="1"/>
          </p:cNvGraphicFramePr>
          <p:nvPr/>
        </p:nvGraphicFramePr>
        <p:xfrm>
          <a:off x="170512" y="748778"/>
          <a:ext cx="8787702" cy="514350"/>
        </p:xfrm>
        <a:graphic>
          <a:graphicData uri="http://schemas.openxmlformats.org/drawingml/2006/table">
            <a:tbl>
              <a:tblPr firstRow="1" bandRow="1"/>
              <a:tblGrid>
                <a:gridCol w="399441">
                  <a:extLst>
                    <a:ext uri="{9D8B030D-6E8A-4147-A177-3AD203B41FA5}">
                      <a16:colId xmlns:a16="http://schemas.microsoft.com/office/drawing/2014/main" val="4084298666"/>
                    </a:ext>
                  </a:extLst>
                </a:gridCol>
                <a:gridCol w="399441">
                  <a:extLst>
                    <a:ext uri="{9D8B030D-6E8A-4147-A177-3AD203B41FA5}">
                      <a16:colId xmlns:a16="http://schemas.microsoft.com/office/drawing/2014/main" val="2609182075"/>
                    </a:ext>
                  </a:extLst>
                </a:gridCol>
                <a:gridCol w="399441">
                  <a:extLst>
                    <a:ext uri="{9D8B030D-6E8A-4147-A177-3AD203B41FA5}">
                      <a16:colId xmlns:a16="http://schemas.microsoft.com/office/drawing/2014/main" val="3091663135"/>
                    </a:ext>
                  </a:extLst>
                </a:gridCol>
                <a:gridCol w="399441">
                  <a:extLst>
                    <a:ext uri="{9D8B030D-6E8A-4147-A177-3AD203B41FA5}">
                      <a16:colId xmlns:a16="http://schemas.microsoft.com/office/drawing/2014/main" val="2003423086"/>
                    </a:ext>
                  </a:extLst>
                </a:gridCol>
                <a:gridCol w="399441">
                  <a:extLst>
                    <a:ext uri="{9D8B030D-6E8A-4147-A177-3AD203B41FA5}">
                      <a16:colId xmlns:a16="http://schemas.microsoft.com/office/drawing/2014/main" val="2466911814"/>
                    </a:ext>
                  </a:extLst>
                </a:gridCol>
                <a:gridCol w="399441">
                  <a:extLst>
                    <a:ext uri="{9D8B030D-6E8A-4147-A177-3AD203B41FA5}">
                      <a16:colId xmlns:a16="http://schemas.microsoft.com/office/drawing/2014/main" val="3023231563"/>
                    </a:ext>
                  </a:extLst>
                </a:gridCol>
                <a:gridCol w="399441">
                  <a:extLst>
                    <a:ext uri="{9D8B030D-6E8A-4147-A177-3AD203B41FA5}">
                      <a16:colId xmlns:a16="http://schemas.microsoft.com/office/drawing/2014/main" val="3411862845"/>
                    </a:ext>
                  </a:extLst>
                </a:gridCol>
                <a:gridCol w="399441">
                  <a:extLst>
                    <a:ext uri="{9D8B030D-6E8A-4147-A177-3AD203B41FA5}">
                      <a16:colId xmlns:a16="http://schemas.microsoft.com/office/drawing/2014/main" val="2851474774"/>
                    </a:ext>
                  </a:extLst>
                </a:gridCol>
                <a:gridCol w="399441">
                  <a:extLst>
                    <a:ext uri="{9D8B030D-6E8A-4147-A177-3AD203B41FA5}">
                      <a16:colId xmlns:a16="http://schemas.microsoft.com/office/drawing/2014/main" val="107595344"/>
                    </a:ext>
                  </a:extLst>
                </a:gridCol>
                <a:gridCol w="399441">
                  <a:extLst>
                    <a:ext uri="{9D8B030D-6E8A-4147-A177-3AD203B41FA5}">
                      <a16:colId xmlns:a16="http://schemas.microsoft.com/office/drawing/2014/main" val="1666999431"/>
                    </a:ext>
                  </a:extLst>
                </a:gridCol>
                <a:gridCol w="399441">
                  <a:extLst>
                    <a:ext uri="{9D8B030D-6E8A-4147-A177-3AD203B41FA5}">
                      <a16:colId xmlns:a16="http://schemas.microsoft.com/office/drawing/2014/main" val="3696607442"/>
                    </a:ext>
                  </a:extLst>
                </a:gridCol>
                <a:gridCol w="399441">
                  <a:extLst>
                    <a:ext uri="{9D8B030D-6E8A-4147-A177-3AD203B41FA5}">
                      <a16:colId xmlns:a16="http://schemas.microsoft.com/office/drawing/2014/main" val="223989776"/>
                    </a:ext>
                  </a:extLst>
                </a:gridCol>
                <a:gridCol w="399441">
                  <a:extLst>
                    <a:ext uri="{9D8B030D-6E8A-4147-A177-3AD203B41FA5}">
                      <a16:colId xmlns:a16="http://schemas.microsoft.com/office/drawing/2014/main" val="124731204"/>
                    </a:ext>
                  </a:extLst>
                </a:gridCol>
                <a:gridCol w="399441">
                  <a:extLst>
                    <a:ext uri="{9D8B030D-6E8A-4147-A177-3AD203B41FA5}">
                      <a16:colId xmlns:a16="http://schemas.microsoft.com/office/drawing/2014/main" val="3066978585"/>
                    </a:ext>
                  </a:extLst>
                </a:gridCol>
                <a:gridCol w="399441">
                  <a:extLst>
                    <a:ext uri="{9D8B030D-6E8A-4147-A177-3AD203B41FA5}">
                      <a16:colId xmlns:a16="http://schemas.microsoft.com/office/drawing/2014/main" val="1064917641"/>
                    </a:ext>
                  </a:extLst>
                </a:gridCol>
                <a:gridCol w="399441">
                  <a:extLst>
                    <a:ext uri="{9D8B030D-6E8A-4147-A177-3AD203B41FA5}">
                      <a16:colId xmlns:a16="http://schemas.microsoft.com/office/drawing/2014/main" val="4221117315"/>
                    </a:ext>
                  </a:extLst>
                </a:gridCol>
                <a:gridCol w="399441">
                  <a:extLst>
                    <a:ext uri="{9D8B030D-6E8A-4147-A177-3AD203B41FA5}">
                      <a16:colId xmlns:a16="http://schemas.microsoft.com/office/drawing/2014/main" val="3266065341"/>
                    </a:ext>
                  </a:extLst>
                </a:gridCol>
                <a:gridCol w="399441">
                  <a:extLst>
                    <a:ext uri="{9D8B030D-6E8A-4147-A177-3AD203B41FA5}">
                      <a16:colId xmlns:a16="http://schemas.microsoft.com/office/drawing/2014/main" val="2374051224"/>
                    </a:ext>
                  </a:extLst>
                </a:gridCol>
                <a:gridCol w="399441">
                  <a:extLst>
                    <a:ext uri="{9D8B030D-6E8A-4147-A177-3AD203B41FA5}">
                      <a16:colId xmlns:a16="http://schemas.microsoft.com/office/drawing/2014/main" val="1840388365"/>
                    </a:ext>
                  </a:extLst>
                </a:gridCol>
                <a:gridCol w="399441">
                  <a:extLst>
                    <a:ext uri="{9D8B030D-6E8A-4147-A177-3AD203B41FA5}">
                      <a16:colId xmlns:a16="http://schemas.microsoft.com/office/drawing/2014/main" val="267750830"/>
                    </a:ext>
                  </a:extLst>
                </a:gridCol>
                <a:gridCol w="399441">
                  <a:extLst>
                    <a:ext uri="{9D8B030D-6E8A-4147-A177-3AD203B41FA5}">
                      <a16:colId xmlns:a16="http://schemas.microsoft.com/office/drawing/2014/main" val="3966469970"/>
                    </a:ext>
                  </a:extLst>
                </a:gridCol>
                <a:gridCol w="399441">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2026</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2029</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2030</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2031</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2032</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2033</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31" name="Isosceles Triangle 30">
            <a:extLst>
              <a:ext uri="{FF2B5EF4-FFF2-40B4-BE49-F238E27FC236}">
                <a16:creationId xmlns:a16="http://schemas.microsoft.com/office/drawing/2014/main" id="{ED75BECB-DCAB-42C7-898F-97609E3ADFF6}"/>
              </a:ext>
            </a:extLst>
          </p:cNvPr>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2" name="Isosceles Triangle 31">
            <a:extLst>
              <a:ext uri="{FF2B5EF4-FFF2-40B4-BE49-F238E27FC236}">
                <a16:creationId xmlns:a16="http://schemas.microsoft.com/office/drawing/2014/main" id="{6ADB379A-95E9-4BE6-8B96-A623E74DBED3}"/>
              </a:ext>
            </a:extLst>
          </p:cNvPr>
          <p:cNvSpPr/>
          <p:nvPr/>
        </p:nvSpPr>
        <p:spPr>
          <a:xfrm rot="5400000">
            <a:off x="8802713"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3" name="OTLSHAPE_T_e17f3958430f4cff8650518c93c7635e_Shape">
            <a:extLst>
              <a:ext uri="{FF2B5EF4-FFF2-40B4-BE49-F238E27FC236}">
                <a16:creationId xmlns:a16="http://schemas.microsoft.com/office/drawing/2014/main" id="{A4964953-3186-4BE6-959D-00A263283B95}"/>
              </a:ext>
            </a:extLst>
          </p:cNvPr>
          <p:cNvSpPr/>
          <p:nvPr>
            <p:custDataLst>
              <p:tags r:id="rId2"/>
            </p:custDataLst>
          </p:nvPr>
        </p:nvSpPr>
        <p:spPr bwMode="auto">
          <a:xfrm>
            <a:off x="557021" y="1544915"/>
            <a:ext cx="364307" cy="19291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SRD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5" name="OTLSHAPE_T_e17f3958430f4cff8650518c93c7635e_Shape">
            <a:extLst>
              <a:ext uri="{FF2B5EF4-FFF2-40B4-BE49-F238E27FC236}">
                <a16:creationId xmlns:a16="http://schemas.microsoft.com/office/drawing/2014/main" id="{23DDCA6C-805E-4775-9002-2C78A3E9DD7B}"/>
              </a:ext>
            </a:extLst>
          </p:cNvPr>
          <p:cNvSpPr/>
          <p:nvPr>
            <p:custDataLst>
              <p:tags r:id="rId3"/>
            </p:custDataLst>
          </p:nvPr>
        </p:nvSpPr>
        <p:spPr bwMode="auto">
          <a:xfrm>
            <a:off x="1170713" y="1772257"/>
            <a:ext cx="487187" cy="19409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MRD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1" name="OTLSHAPE_T_e17f3958430f4cff8650518c93c7635e_Shape">
            <a:extLst>
              <a:ext uri="{FF2B5EF4-FFF2-40B4-BE49-F238E27FC236}">
                <a16:creationId xmlns:a16="http://schemas.microsoft.com/office/drawing/2014/main" id="{371ED482-FCD9-43D7-BB71-A24786EAE75F}"/>
              </a:ext>
            </a:extLst>
          </p:cNvPr>
          <p:cNvSpPr/>
          <p:nvPr>
            <p:custDataLst>
              <p:tags r:id="rId4"/>
            </p:custDataLst>
          </p:nvPr>
        </p:nvSpPr>
        <p:spPr bwMode="auto">
          <a:xfrm>
            <a:off x="3141018" y="2660011"/>
            <a:ext cx="1785616" cy="192024"/>
          </a:xfrm>
          <a:prstGeom prst="roundRect">
            <a:avLst>
              <a:gd name="adj" fmla="val 8560"/>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  in SSc</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89C355A1-7C4E-4FB6-A111-D974557D88EB}"/>
              </a:ext>
            </a:extLst>
          </p:cNvPr>
          <p:cNvSpPr/>
          <p:nvPr/>
        </p:nvSpPr>
        <p:spPr>
          <a:xfrm>
            <a:off x="2594233" y="2231275"/>
            <a:ext cx="823491" cy="323165"/>
          </a:xfrm>
          <a:prstGeom prst="rect">
            <a:avLst/>
          </a:prstGeom>
        </p:spPr>
        <p:txBody>
          <a:bodyPr wrap="square">
            <a:spAutoFit/>
          </a:bodyPr>
          <a:lstStyle/>
          <a:p>
            <a:pPr algn="ctr" defTabSz="914288">
              <a:defRPr/>
            </a:pPr>
            <a:r>
              <a:rPr lang="en-US" altLang="zh-CN" sz="750" b="1" err="1">
                <a:solidFill>
                  <a:srgbClr val="44546A"/>
                </a:solidFill>
                <a:latin typeface="Calibri" panose="020F0502020204030204" pitchFamily="34" charset="0"/>
              </a:rPr>
              <a:t>PoCP</a:t>
            </a:r>
            <a:endParaRPr lang="en-US" altLang="zh-CN" sz="750" b="1">
              <a:solidFill>
                <a:srgbClr val="44546A"/>
              </a:solidFill>
              <a:latin typeface="Calibri" panose="020F0502020204030204" pitchFamily="34" charset="0"/>
            </a:endParaRPr>
          </a:p>
          <a:p>
            <a:pPr algn="ctr" defTabSz="914288">
              <a:defRPr/>
            </a:pPr>
            <a:r>
              <a:rPr lang="en-US" altLang="zh-CN" sz="750" b="1">
                <a:latin typeface="Calibri" panose="020F0502020204030204" pitchFamily="34" charset="0"/>
              </a:rPr>
              <a:t>Mar 2026</a:t>
            </a:r>
            <a:endParaRPr lang="zh-CN" altLang="en-US" sz="750" b="1">
              <a:latin typeface="Calibri" panose="020F0502020204030204" pitchFamily="34" charset="0"/>
            </a:endParaRPr>
          </a:p>
        </p:txBody>
      </p:sp>
      <p:sp>
        <p:nvSpPr>
          <p:cNvPr id="43" name="Diamond 42">
            <a:extLst>
              <a:ext uri="{FF2B5EF4-FFF2-40B4-BE49-F238E27FC236}">
                <a16:creationId xmlns:a16="http://schemas.microsoft.com/office/drawing/2014/main" id="{D23393F2-1003-4EF8-8708-D490A7C332D4}"/>
              </a:ext>
            </a:extLst>
          </p:cNvPr>
          <p:cNvSpPr/>
          <p:nvPr/>
        </p:nvSpPr>
        <p:spPr>
          <a:xfrm>
            <a:off x="2752522" y="2298831"/>
            <a:ext cx="108000" cy="108000"/>
          </a:xfrm>
          <a:prstGeom prst="diamond">
            <a:avLst/>
          </a:prstGeom>
          <a:solidFill>
            <a:srgbClr val="FF99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GB" sz="1400" err="1">
              <a:solidFill>
                <a:srgbClr val="000000"/>
              </a:solidFill>
              <a:latin typeface="BISansCond"/>
            </a:endParaRPr>
          </a:p>
        </p:txBody>
      </p:sp>
      <p:sp>
        <p:nvSpPr>
          <p:cNvPr id="44" name="OTLSHAPE_T_e17f3958430f4cff8650518c93c7635e_Shape">
            <a:extLst>
              <a:ext uri="{FF2B5EF4-FFF2-40B4-BE49-F238E27FC236}">
                <a16:creationId xmlns:a16="http://schemas.microsoft.com/office/drawing/2014/main" id="{100CBE5C-17B7-489E-A752-C98EA539F051}"/>
              </a:ext>
            </a:extLst>
          </p:cNvPr>
          <p:cNvSpPr/>
          <p:nvPr>
            <p:custDataLst>
              <p:tags r:id="rId5"/>
            </p:custDataLst>
          </p:nvPr>
        </p:nvSpPr>
        <p:spPr bwMode="auto">
          <a:xfrm>
            <a:off x="4992115" y="2874840"/>
            <a:ext cx="2368283"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in SSc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AC3B3234-993B-4A10-B3E4-C17DE956EA17}"/>
              </a:ext>
            </a:extLst>
          </p:cNvPr>
          <p:cNvSpPr/>
          <p:nvPr/>
        </p:nvSpPr>
        <p:spPr>
          <a:xfrm>
            <a:off x="3048782" y="2498734"/>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Jul 2026</a:t>
            </a:r>
            <a:endParaRPr lang="zh-CN" altLang="en-US" sz="750" b="1">
              <a:solidFill>
                <a:srgbClr val="44546A"/>
              </a:solidFill>
              <a:latin typeface="Calibri" panose="020F0502020204030204" pitchFamily="34" charset="0"/>
            </a:endParaRPr>
          </a:p>
        </p:txBody>
      </p:sp>
      <p:sp>
        <p:nvSpPr>
          <p:cNvPr id="51" name="TextBox 50">
            <a:extLst>
              <a:ext uri="{FF2B5EF4-FFF2-40B4-BE49-F238E27FC236}">
                <a16:creationId xmlns:a16="http://schemas.microsoft.com/office/drawing/2014/main" id="{DE65D891-F23C-4DDA-A055-F3F9C40CA97D}"/>
              </a:ext>
            </a:extLst>
          </p:cNvPr>
          <p:cNvSpPr txBox="1"/>
          <p:nvPr/>
        </p:nvSpPr>
        <p:spPr>
          <a:xfrm>
            <a:off x="11646" y="2857385"/>
            <a:ext cx="548640"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Ph3 in SSc </a:t>
            </a:r>
            <a:endParaRPr lang="en-US" sz="800" b="1">
              <a:solidFill>
                <a:srgbClr val="0066CC"/>
              </a:solidFill>
              <a:latin typeface="Calibri" panose="020F0502020204030204" pitchFamily="34" charset="0"/>
              <a:cs typeface="Calibri" panose="020F0502020204030204" pitchFamily="34" charset="0"/>
            </a:endParaRPr>
          </a:p>
        </p:txBody>
      </p:sp>
      <p:sp>
        <p:nvSpPr>
          <p:cNvPr id="55" name="矩形 20">
            <a:extLst>
              <a:ext uri="{FF2B5EF4-FFF2-40B4-BE49-F238E27FC236}">
                <a16:creationId xmlns:a16="http://schemas.microsoft.com/office/drawing/2014/main" id="{A99D1088-68BC-41A9-8E6F-2678BAC196B2}"/>
              </a:ext>
            </a:extLst>
          </p:cNvPr>
          <p:cNvSpPr/>
          <p:nvPr/>
        </p:nvSpPr>
        <p:spPr>
          <a:xfrm>
            <a:off x="3395620" y="3312509"/>
            <a:ext cx="2598395"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Ph2/3 adult N</a:t>
            </a:r>
            <a:r>
              <a:rPr lang="en-US" altLang="zh-CN" sz="800" b="1" err="1">
                <a:solidFill>
                  <a:srgbClr val="000000"/>
                </a:solidFill>
                <a:latin typeface="Calibri" panose="020F0502020204030204" pitchFamily="34" charset="0"/>
                <a:cs typeface="Calibri" panose="020F0502020204030204" pitchFamily="34" charset="0"/>
              </a:rPr>
              <a:t>eonates</a:t>
            </a:r>
            <a:r>
              <a:rPr lang="en-US" altLang="zh-CN" sz="800" b="1">
                <a:solidFill>
                  <a:srgbClr val="000000"/>
                </a:solidFill>
                <a:latin typeface="Calibri" panose="020F0502020204030204" pitchFamily="34" charset="0"/>
                <a:cs typeface="Calibri" panose="020F0502020204030204" pitchFamily="34" charset="0"/>
              </a:rPr>
              <a:t> (staggered) N=~54</a:t>
            </a:r>
          </a:p>
        </p:txBody>
      </p:sp>
      <p:grpSp>
        <p:nvGrpSpPr>
          <p:cNvPr id="69" name="Group 68">
            <a:extLst>
              <a:ext uri="{FF2B5EF4-FFF2-40B4-BE49-F238E27FC236}">
                <a16:creationId xmlns:a16="http://schemas.microsoft.com/office/drawing/2014/main" id="{74D3BA44-B340-451F-AADE-FFF646D62AAB}"/>
              </a:ext>
            </a:extLst>
          </p:cNvPr>
          <p:cNvGrpSpPr/>
          <p:nvPr/>
        </p:nvGrpSpPr>
        <p:grpSpPr>
          <a:xfrm>
            <a:off x="6613015" y="3190348"/>
            <a:ext cx="609509" cy="457284"/>
            <a:chOff x="8619145" y="1766789"/>
            <a:chExt cx="609509" cy="457284"/>
          </a:xfrm>
        </p:grpSpPr>
        <p:sp>
          <p:nvSpPr>
            <p:cNvPr id="71" name="五角星 55">
              <a:extLst>
                <a:ext uri="{FF2B5EF4-FFF2-40B4-BE49-F238E27FC236}">
                  <a16:creationId xmlns:a16="http://schemas.microsoft.com/office/drawing/2014/main" id="{2DB66806-6994-477A-BDCD-E4C9E1DFEF6F}"/>
                </a:ext>
              </a:extLst>
            </p:cNvPr>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ndParaRPr>
            </a:p>
          </p:txBody>
        </p:sp>
        <p:sp>
          <p:nvSpPr>
            <p:cNvPr id="73" name="Rectangle 72">
              <a:extLst>
                <a:ext uri="{FF2B5EF4-FFF2-40B4-BE49-F238E27FC236}">
                  <a16:creationId xmlns:a16="http://schemas.microsoft.com/office/drawing/2014/main" id="{36C4B64F-88CA-471C-A90C-9F6AC261BACB}"/>
                </a:ext>
              </a:extLst>
            </p:cNvPr>
            <p:cNvSpPr/>
            <p:nvPr/>
          </p:nvSpPr>
          <p:spPr>
            <a:xfrm>
              <a:off x="8648046" y="2016324"/>
              <a:ext cx="580608" cy="207749"/>
            </a:xfrm>
            <a:prstGeom prst="rect">
              <a:avLst/>
            </a:prstGeom>
          </p:spPr>
          <p:txBody>
            <a:bodyPr wrap="none">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US launch</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4" name="OTLSHAPE_T_e17f3958430f4cff8650518c93c7635e_StartDate">
              <a:extLst>
                <a:ext uri="{FF2B5EF4-FFF2-40B4-BE49-F238E27FC236}">
                  <a16:creationId xmlns:a16="http://schemas.microsoft.com/office/drawing/2014/main" id="{5356DC64-70BF-40D4-989C-EAE12C15AF17}"/>
                </a:ext>
              </a:extLst>
            </p:cNvPr>
            <p:cNvSpPr txBox="1"/>
            <p:nvPr>
              <p:custDataLst>
                <p:tags r:id="rId7"/>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310">
                <a:defRPr/>
              </a:pPr>
              <a:r>
                <a:rPr lang="en-US" altLang="zh-CN" sz="750" b="1" err="1">
                  <a:solidFill>
                    <a:srgbClr val="44546A"/>
                  </a:solidFill>
                  <a:latin typeface="Calibri" panose="020F0502020204030204" pitchFamily="34" charset="0"/>
                  <a:cs typeface="Calibri" panose="020F0502020204030204" pitchFamily="34" charset="0"/>
                </a:rPr>
                <a:t>JuL</a:t>
              </a:r>
              <a:r>
                <a:rPr lang="en-US" altLang="zh-CN" sz="750" b="1">
                  <a:solidFill>
                    <a:srgbClr val="44546A"/>
                  </a:solidFill>
                  <a:latin typeface="Calibri" panose="020F0502020204030204" pitchFamily="34" charset="0"/>
                  <a:cs typeface="Calibri" panose="020F0502020204030204" pitchFamily="34" charset="0"/>
                </a:rPr>
                <a:t> 2031</a:t>
              </a:r>
              <a:endParaRPr lang="zh-CN" altLang="en-US" sz="750" b="1">
                <a:solidFill>
                  <a:srgbClr val="44546A"/>
                </a:solidFill>
                <a:latin typeface="Calibri" panose="020F0502020204030204" pitchFamily="34" charset="0"/>
                <a:cs typeface="Calibri" panose="020F0502020204030204" pitchFamily="34" charset="0"/>
              </a:endParaRPr>
            </a:p>
          </p:txBody>
        </p:sp>
      </p:grpSp>
      <p:sp>
        <p:nvSpPr>
          <p:cNvPr id="68" name="Rectangle 67">
            <a:extLst>
              <a:ext uri="{FF2B5EF4-FFF2-40B4-BE49-F238E27FC236}">
                <a16:creationId xmlns:a16="http://schemas.microsoft.com/office/drawing/2014/main" id="{4BF959CE-B140-4839-8158-B35CEFF4646E}"/>
              </a:ext>
            </a:extLst>
          </p:cNvPr>
          <p:cNvSpPr/>
          <p:nvPr/>
        </p:nvSpPr>
        <p:spPr>
          <a:xfrm>
            <a:off x="2891556" y="3145567"/>
            <a:ext cx="755424" cy="207749"/>
          </a:xfrm>
          <a:prstGeom prst="rect">
            <a:avLst/>
          </a:prstGeom>
        </p:spPr>
        <p:txBody>
          <a:bodyPr wrap="square">
            <a:spAutoFit/>
          </a:bodyPr>
          <a:lstStyle/>
          <a:p>
            <a:pPr algn="ctr" defTabSz="914310">
              <a:defRPr/>
            </a:pPr>
            <a:r>
              <a:rPr lang="en-US" altLang="zh-CN" sz="750" b="1">
                <a:solidFill>
                  <a:schemeClr val="bg1">
                    <a:lumMod val="50000"/>
                  </a:schemeClr>
                </a:solidFill>
                <a:latin typeface="Calibri" panose="020F0502020204030204" pitchFamily="34" charset="0"/>
              </a:rPr>
              <a:t>Jan 2027</a:t>
            </a:r>
            <a:endParaRPr lang="zh-CN" altLang="en-US" sz="750" b="1">
              <a:solidFill>
                <a:schemeClr val="bg1">
                  <a:lumMod val="50000"/>
                </a:schemeClr>
              </a:solidFill>
              <a:latin typeface="Calibri" panose="020F0502020204030204" pitchFamily="34" charset="0"/>
            </a:endParaRPr>
          </a:p>
        </p:txBody>
      </p:sp>
      <p:sp>
        <p:nvSpPr>
          <p:cNvPr id="79" name="Rectangle 78">
            <a:extLst>
              <a:ext uri="{FF2B5EF4-FFF2-40B4-BE49-F238E27FC236}">
                <a16:creationId xmlns:a16="http://schemas.microsoft.com/office/drawing/2014/main" id="{35312632-74E8-414D-9840-08BEB8211CF8}"/>
              </a:ext>
            </a:extLst>
          </p:cNvPr>
          <p:cNvSpPr/>
          <p:nvPr/>
        </p:nvSpPr>
        <p:spPr>
          <a:xfrm>
            <a:off x="4801805" y="2716972"/>
            <a:ext cx="677598"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Jan 2029</a:t>
            </a:r>
            <a:endParaRPr lang="zh-CN" altLang="en-US" sz="750" b="1">
              <a:solidFill>
                <a:srgbClr val="44546A"/>
              </a:solidFill>
              <a:latin typeface="Calibri" panose="020F0502020204030204" pitchFamily="34" charset="0"/>
            </a:endParaRPr>
          </a:p>
        </p:txBody>
      </p:sp>
      <p:sp>
        <p:nvSpPr>
          <p:cNvPr id="8" name="OTLSHAPE_T_e17f3958430f4cff8650518c93c7635e_Shape">
            <a:extLst>
              <a:ext uri="{FF2B5EF4-FFF2-40B4-BE49-F238E27FC236}">
                <a16:creationId xmlns:a16="http://schemas.microsoft.com/office/drawing/2014/main" id="{8E2B1E6B-89AD-083A-2E1D-5A152A660D62}"/>
              </a:ext>
            </a:extLst>
          </p:cNvPr>
          <p:cNvSpPr/>
          <p:nvPr>
            <p:custDataLst>
              <p:tags r:id="rId6"/>
            </p:custDataLst>
          </p:nvPr>
        </p:nvSpPr>
        <p:spPr bwMode="auto">
          <a:xfrm>
            <a:off x="1887911" y="2085355"/>
            <a:ext cx="2405944" cy="19409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err="1">
                <a:solidFill>
                  <a:srgbClr val="000000"/>
                </a:solidFill>
                <a:latin typeface="Calibri" panose="020F0502020204030204" pitchFamily="34" charset="0"/>
                <a:cs typeface="Calibri" panose="020F0502020204030204" pitchFamily="34" charset="0"/>
              </a:rPr>
              <a:t>INFopathy</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C7AEDCB8-7482-1788-3225-2743ABEE144B}"/>
              </a:ext>
            </a:extLst>
          </p:cNvPr>
          <p:cNvSpPr/>
          <p:nvPr/>
        </p:nvSpPr>
        <p:spPr>
          <a:xfrm>
            <a:off x="7071773" y="2716972"/>
            <a:ext cx="677598"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Jan 2032</a:t>
            </a:r>
            <a:endParaRPr lang="zh-CN" altLang="en-US" sz="750" b="1">
              <a:solidFill>
                <a:srgbClr val="44546A"/>
              </a:solidFill>
              <a:latin typeface="Calibri" panose="020F0502020204030204" pitchFamily="34" charset="0"/>
            </a:endParaRPr>
          </a:p>
        </p:txBody>
      </p:sp>
      <p:sp>
        <p:nvSpPr>
          <p:cNvPr id="11" name="TextBox 10">
            <a:extLst>
              <a:ext uri="{FF2B5EF4-FFF2-40B4-BE49-F238E27FC236}">
                <a16:creationId xmlns:a16="http://schemas.microsoft.com/office/drawing/2014/main" id="{48E13092-1BBB-9B81-E682-1DB11AA996BB}"/>
              </a:ext>
            </a:extLst>
          </p:cNvPr>
          <p:cNvSpPr txBox="1"/>
          <p:nvPr/>
        </p:nvSpPr>
        <p:spPr>
          <a:xfrm>
            <a:off x="11430" y="3284654"/>
            <a:ext cx="548640" cy="323165"/>
          </a:xfrm>
          <a:prstGeom prst="rect">
            <a:avLst/>
          </a:prstGeom>
          <a:noFill/>
          <a:ln>
            <a:solidFill>
              <a:schemeClr val="accent1"/>
            </a:solidFill>
          </a:ln>
        </p:spPr>
        <p:txBody>
          <a:bodyPr wrap="square" lIns="0" tIns="0" rIns="0" bIns="0" rtlCol="0">
            <a:spAutoFit/>
          </a:bodyPr>
          <a:lstStyle/>
          <a:p>
            <a:pPr algn="ctr" defTabSz="914310">
              <a:defRPr/>
            </a:pPr>
            <a:r>
              <a:rPr lang="en-US" altLang="zh-CN" sz="700" b="1">
                <a:solidFill>
                  <a:srgbClr val="0066CC"/>
                </a:solidFill>
                <a:latin typeface="Calibri" panose="020F0502020204030204" pitchFamily="34" charset="0"/>
                <a:cs typeface="Calibri" panose="020F0502020204030204" pitchFamily="34" charset="0"/>
              </a:rPr>
              <a:t>Ph2/3 in </a:t>
            </a:r>
            <a:r>
              <a:rPr lang="en-US" altLang="zh-CN" sz="700" b="1" err="1">
                <a:solidFill>
                  <a:srgbClr val="0066CC"/>
                </a:solidFill>
                <a:latin typeface="Calibri" panose="020F0502020204030204" pitchFamily="34" charset="0"/>
                <a:cs typeface="Calibri" panose="020F0502020204030204" pitchFamily="34" charset="0"/>
              </a:rPr>
              <a:t>INFopathy</a:t>
            </a:r>
            <a:endParaRPr lang="en-US" altLang="zh-CN" sz="700" b="1">
              <a:solidFill>
                <a:srgbClr val="0066CC"/>
              </a:solidFill>
              <a:latin typeface="Calibri" panose="020F0502020204030204" pitchFamily="34" charset="0"/>
              <a:cs typeface="Calibri" panose="020F0502020204030204" pitchFamily="34" charset="0"/>
            </a:endParaRPr>
          </a:p>
          <a:p>
            <a:pPr algn="ctr" defTabSz="914310">
              <a:defRPr/>
            </a:pPr>
            <a:r>
              <a:rPr lang="en-US" altLang="zh-CN" sz="700" b="1">
                <a:solidFill>
                  <a:srgbClr val="0066CC"/>
                </a:solidFill>
                <a:latin typeface="Calibri" panose="020F0502020204030204" pitchFamily="34" charset="0"/>
                <a:cs typeface="Calibri" panose="020F0502020204030204" pitchFamily="34" charset="0"/>
              </a:rPr>
              <a:t>1509-0018 </a:t>
            </a:r>
            <a:endParaRPr lang="en-US" sz="700" b="1">
              <a:solidFill>
                <a:srgbClr val="0066CC"/>
              </a:solidFill>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EFD4BD1D-8FD9-8793-50B0-2F2191196545}"/>
              </a:ext>
            </a:extLst>
          </p:cNvPr>
          <p:cNvSpPr/>
          <p:nvPr/>
        </p:nvSpPr>
        <p:spPr>
          <a:xfrm>
            <a:off x="5599021" y="3152807"/>
            <a:ext cx="755424"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Jun 2030</a:t>
            </a:r>
            <a:endParaRPr lang="zh-CN" altLang="en-US" sz="750" b="1">
              <a:solidFill>
                <a:srgbClr val="44546A"/>
              </a:solidFill>
              <a:latin typeface="Calibri" panose="020F0502020204030204" pitchFamily="34" charset="0"/>
            </a:endParaRPr>
          </a:p>
        </p:txBody>
      </p:sp>
      <p:cxnSp>
        <p:nvCxnSpPr>
          <p:cNvPr id="14" name="Connector: Elbow 13">
            <a:extLst>
              <a:ext uri="{FF2B5EF4-FFF2-40B4-BE49-F238E27FC236}">
                <a16:creationId xmlns:a16="http://schemas.microsoft.com/office/drawing/2014/main" id="{3B50BBF6-A7C2-30B9-22C8-9F0E09D4333F}"/>
              </a:ext>
            </a:extLst>
          </p:cNvPr>
          <p:cNvCxnSpPr>
            <a:cxnSpLocks/>
            <a:stCxn id="43" idx="2"/>
            <a:endCxn id="55" idx="1"/>
          </p:cNvCxnSpPr>
          <p:nvPr/>
        </p:nvCxnSpPr>
        <p:spPr>
          <a:xfrm rot="16200000" flipH="1">
            <a:off x="2600226" y="2613128"/>
            <a:ext cx="1001690" cy="589097"/>
          </a:xfrm>
          <a:prstGeom prst="bentConnector2">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8980EB0E-99D7-5B63-3B48-2796452DFDAE}"/>
              </a:ext>
            </a:extLst>
          </p:cNvPr>
          <p:cNvCxnSpPr>
            <a:stCxn id="43" idx="3"/>
          </p:cNvCxnSpPr>
          <p:nvPr/>
        </p:nvCxnSpPr>
        <p:spPr>
          <a:xfrm>
            <a:off x="2860526" y="2352831"/>
            <a:ext cx="280493" cy="476316"/>
          </a:xfrm>
          <a:prstGeom prst="bentConnector2">
            <a:avLst/>
          </a:prstGeom>
          <a:ln w="1270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矩形 20">
            <a:extLst>
              <a:ext uri="{FF2B5EF4-FFF2-40B4-BE49-F238E27FC236}">
                <a16:creationId xmlns:a16="http://schemas.microsoft.com/office/drawing/2014/main" id="{34AB082D-6C6F-A8DD-B9D7-6ACCDF9D4A70}"/>
              </a:ext>
            </a:extLst>
          </p:cNvPr>
          <p:cNvSpPr/>
          <p:nvPr/>
        </p:nvSpPr>
        <p:spPr>
          <a:xfrm>
            <a:off x="1141903" y="3632422"/>
            <a:ext cx="2364002" cy="192024"/>
          </a:xfrm>
          <a:prstGeom prst="rect">
            <a:avLst/>
          </a:prstGeom>
          <a:solidFill>
            <a:schemeClr val="accent3">
              <a:lumMod val="75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Non-IMP low interventional study </a:t>
            </a:r>
          </a:p>
        </p:txBody>
      </p:sp>
      <p:sp>
        <p:nvSpPr>
          <p:cNvPr id="19" name="TextBox 18">
            <a:extLst>
              <a:ext uri="{FF2B5EF4-FFF2-40B4-BE49-F238E27FC236}">
                <a16:creationId xmlns:a16="http://schemas.microsoft.com/office/drawing/2014/main" id="{F5C877B5-8A45-09CA-86AB-DAB8939DB94C}"/>
              </a:ext>
            </a:extLst>
          </p:cNvPr>
          <p:cNvSpPr txBox="1"/>
          <p:nvPr/>
        </p:nvSpPr>
        <p:spPr>
          <a:xfrm>
            <a:off x="11646" y="3645471"/>
            <a:ext cx="548640" cy="215444"/>
          </a:xfrm>
          <a:prstGeom prst="rect">
            <a:avLst/>
          </a:prstGeom>
          <a:noFill/>
          <a:ln>
            <a:solidFill>
              <a:schemeClr val="accent1"/>
            </a:solidFill>
          </a:ln>
        </p:spPr>
        <p:txBody>
          <a:bodyPr wrap="square" lIns="0" tIns="0" rIns="0" bIns="0" rtlCol="0">
            <a:spAutoFit/>
          </a:bodyPr>
          <a:lstStyle/>
          <a:p>
            <a:pPr algn="ctr" defTabSz="914310">
              <a:defRPr/>
            </a:pPr>
            <a:r>
              <a:rPr lang="en-US" altLang="zh-CN" sz="700" b="1">
                <a:solidFill>
                  <a:srgbClr val="0066CC"/>
                </a:solidFill>
                <a:latin typeface="Calibri" panose="020F0502020204030204" pitchFamily="34" charset="0"/>
                <a:cs typeface="Calibri" panose="020F0502020204030204" pitchFamily="34" charset="0"/>
              </a:rPr>
              <a:t>Non IMP </a:t>
            </a:r>
          </a:p>
          <a:p>
            <a:pPr algn="ctr" defTabSz="914310">
              <a:defRPr/>
            </a:pPr>
            <a:r>
              <a:rPr lang="en-US" altLang="zh-CN" sz="700" b="1">
                <a:solidFill>
                  <a:srgbClr val="0066CC"/>
                </a:solidFill>
                <a:latin typeface="Calibri" panose="020F0502020204030204" pitchFamily="34" charset="0"/>
                <a:cs typeface="Calibri" panose="020F0502020204030204" pitchFamily="34" charset="0"/>
              </a:rPr>
              <a:t>1509-0019 </a:t>
            </a:r>
            <a:endParaRPr lang="en-US" sz="700" b="1">
              <a:solidFill>
                <a:srgbClr val="0066CC"/>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ACBBED70-CF08-E42D-03AF-A6E50DC8C605}"/>
              </a:ext>
            </a:extLst>
          </p:cNvPr>
          <p:cNvSpPr txBox="1"/>
          <p:nvPr/>
        </p:nvSpPr>
        <p:spPr>
          <a:xfrm>
            <a:off x="11430" y="3927378"/>
            <a:ext cx="548640" cy="107722"/>
          </a:xfrm>
          <a:prstGeom prst="rect">
            <a:avLst/>
          </a:prstGeom>
          <a:noFill/>
          <a:ln>
            <a:solidFill>
              <a:schemeClr val="accent1"/>
            </a:solidFill>
          </a:ln>
        </p:spPr>
        <p:txBody>
          <a:bodyPr wrap="square" lIns="0" tIns="0" rIns="0" bIns="0" rtlCol="0">
            <a:spAutoFit/>
          </a:bodyPr>
          <a:lstStyle/>
          <a:p>
            <a:pPr algn="ctr" defTabSz="914310">
              <a:defRPr/>
            </a:pPr>
            <a:r>
              <a:rPr lang="en-US" altLang="zh-CN" sz="700" b="1">
                <a:solidFill>
                  <a:srgbClr val="0066CC"/>
                </a:solidFill>
                <a:latin typeface="Calibri" panose="020F0502020204030204" pitchFamily="34" charset="0"/>
                <a:cs typeface="Calibri" panose="020F0502020204030204" pitchFamily="34" charset="0"/>
              </a:rPr>
              <a:t>Chart review</a:t>
            </a:r>
            <a:endParaRPr lang="en-US" sz="700" b="1">
              <a:solidFill>
                <a:srgbClr val="0066CC"/>
              </a:solidFill>
              <a:latin typeface="Calibri" panose="020F0502020204030204" pitchFamily="34" charset="0"/>
              <a:cs typeface="Calibri" panose="020F0502020204030204" pitchFamily="34" charset="0"/>
            </a:endParaRPr>
          </a:p>
        </p:txBody>
      </p:sp>
      <p:sp>
        <p:nvSpPr>
          <p:cNvPr id="5" name="矩形 20">
            <a:extLst>
              <a:ext uri="{FF2B5EF4-FFF2-40B4-BE49-F238E27FC236}">
                <a16:creationId xmlns:a16="http://schemas.microsoft.com/office/drawing/2014/main" id="{5EF2DADE-8CE0-90DD-50A5-AD25661A036C}"/>
              </a:ext>
            </a:extLst>
          </p:cNvPr>
          <p:cNvSpPr/>
          <p:nvPr/>
        </p:nvSpPr>
        <p:spPr>
          <a:xfrm>
            <a:off x="1013454" y="3878412"/>
            <a:ext cx="482242" cy="192024"/>
          </a:xfrm>
          <a:prstGeom prst="rect">
            <a:avLst/>
          </a:prstGeom>
          <a:solidFill>
            <a:schemeClr val="accent3">
              <a:lumMod val="75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 chart review </a:t>
            </a:r>
          </a:p>
        </p:txBody>
      </p:sp>
      <p:sp>
        <p:nvSpPr>
          <p:cNvPr id="6" name="Rectangle 5">
            <a:extLst>
              <a:ext uri="{FF2B5EF4-FFF2-40B4-BE49-F238E27FC236}">
                <a16:creationId xmlns:a16="http://schemas.microsoft.com/office/drawing/2014/main" id="{8E332CBF-C53D-BA9D-0D27-867CE70CB1EA}"/>
              </a:ext>
            </a:extLst>
          </p:cNvPr>
          <p:cNvSpPr/>
          <p:nvPr/>
        </p:nvSpPr>
        <p:spPr bwMode="gray">
          <a:xfrm>
            <a:off x="7682372" y="1906475"/>
            <a:ext cx="1041498" cy="246427"/>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10">
              <a:lnSpc>
                <a:spcPct val="140000"/>
              </a:lnSpc>
            </a:pPr>
            <a:r>
              <a:rPr lang="en-US" altLang="zh-CN" sz="1200" b="1">
                <a:solidFill>
                  <a:prstClr val="black"/>
                </a:solidFill>
                <a:latin typeface="Boehringer Forward Text"/>
              </a:rPr>
              <a:t>SSc</a:t>
            </a:r>
            <a:endParaRPr lang="zh-CN" altLang="en-US" sz="1200" b="1">
              <a:solidFill>
                <a:prstClr val="black"/>
              </a:solidFill>
              <a:latin typeface="Boehringer Forward Text"/>
            </a:endParaRPr>
          </a:p>
        </p:txBody>
      </p:sp>
      <p:sp>
        <p:nvSpPr>
          <p:cNvPr id="13" name="Rectangle 12">
            <a:extLst>
              <a:ext uri="{FF2B5EF4-FFF2-40B4-BE49-F238E27FC236}">
                <a16:creationId xmlns:a16="http://schemas.microsoft.com/office/drawing/2014/main" id="{C43535E5-A385-B5C1-070A-8E8F52F42355}"/>
              </a:ext>
            </a:extLst>
          </p:cNvPr>
          <p:cNvSpPr/>
          <p:nvPr/>
        </p:nvSpPr>
        <p:spPr bwMode="gray">
          <a:xfrm>
            <a:off x="7604690" y="3669733"/>
            <a:ext cx="1294883" cy="246427"/>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10">
              <a:lnSpc>
                <a:spcPct val="140000"/>
              </a:lnSpc>
            </a:pPr>
            <a:r>
              <a:rPr lang="en-US" altLang="zh-CN" sz="1000" b="1">
                <a:solidFill>
                  <a:prstClr val="black"/>
                </a:solidFill>
                <a:latin typeface="Boehringer Forward Text"/>
              </a:rPr>
              <a:t>Interferonopathy</a:t>
            </a:r>
            <a:endParaRPr lang="zh-CN" altLang="en-US" sz="1000" b="1">
              <a:solidFill>
                <a:prstClr val="black"/>
              </a:solidFill>
              <a:latin typeface="Boehringer Forward Text"/>
            </a:endParaRPr>
          </a:p>
        </p:txBody>
      </p:sp>
      <p:sp>
        <p:nvSpPr>
          <p:cNvPr id="15" name="Rectangle 14">
            <a:extLst>
              <a:ext uri="{FF2B5EF4-FFF2-40B4-BE49-F238E27FC236}">
                <a16:creationId xmlns:a16="http://schemas.microsoft.com/office/drawing/2014/main" id="{CF651D1B-B18B-051F-6EB5-E9A4A21F1806}"/>
              </a:ext>
            </a:extLst>
          </p:cNvPr>
          <p:cNvSpPr/>
          <p:nvPr/>
        </p:nvSpPr>
        <p:spPr>
          <a:xfrm>
            <a:off x="1680555" y="1873718"/>
            <a:ext cx="755424" cy="207749"/>
          </a:xfrm>
          <a:prstGeom prst="rect">
            <a:avLst/>
          </a:prstGeom>
        </p:spPr>
        <p:txBody>
          <a:bodyPr wrap="square">
            <a:spAutoFit/>
          </a:bodyPr>
          <a:lstStyle/>
          <a:p>
            <a:pPr algn="ctr" defTabSz="914310">
              <a:defRPr/>
            </a:pPr>
            <a:r>
              <a:rPr lang="en-US" altLang="zh-CN" sz="750" b="1">
                <a:latin typeface="Calibri" panose="020F0502020204030204" pitchFamily="34" charset="0"/>
              </a:rPr>
              <a:t>Jan 2025</a:t>
            </a:r>
            <a:endParaRPr lang="zh-CN" altLang="en-US" sz="750" b="1">
              <a:latin typeface="Calibri" panose="020F0502020204030204" pitchFamily="34" charset="0"/>
            </a:endParaRPr>
          </a:p>
        </p:txBody>
      </p:sp>
      <p:sp>
        <p:nvSpPr>
          <p:cNvPr id="16" name="Rectangle 15">
            <a:extLst>
              <a:ext uri="{FF2B5EF4-FFF2-40B4-BE49-F238E27FC236}">
                <a16:creationId xmlns:a16="http://schemas.microsoft.com/office/drawing/2014/main" id="{ED23F30D-0028-68AC-C39D-4BF5B08BF0B5}"/>
              </a:ext>
            </a:extLst>
          </p:cNvPr>
          <p:cNvSpPr/>
          <p:nvPr/>
        </p:nvSpPr>
        <p:spPr>
          <a:xfrm>
            <a:off x="3903383" y="1873718"/>
            <a:ext cx="755424" cy="207749"/>
          </a:xfrm>
          <a:prstGeom prst="rect">
            <a:avLst/>
          </a:prstGeom>
        </p:spPr>
        <p:txBody>
          <a:bodyPr wrap="square">
            <a:spAutoFit/>
          </a:bodyPr>
          <a:lstStyle/>
          <a:p>
            <a:pPr algn="ctr" defTabSz="914310"/>
            <a:r>
              <a:rPr lang="en-US" altLang="zh-CN" sz="750" b="1">
                <a:solidFill>
                  <a:srgbClr val="44546A"/>
                </a:solidFill>
                <a:latin typeface="Calibri" panose="020F0502020204030204" pitchFamily="34" charset="0"/>
              </a:rPr>
              <a:t>Mar 2028</a:t>
            </a:r>
            <a:endParaRPr lang="zh-CN" altLang="en-US" sz="750" b="1">
              <a:solidFill>
                <a:srgbClr val="44546A"/>
              </a:solidFill>
              <a:latin typeface="Calibri" panose="020F0502020204030204" pitchFamily="34" charset="0"/>
            </a:endParaRPr>
          </a:p>
        </p:txBody>
      </p:sp>
      <p:sp>
        <p:nvSpPr>
          <p:cNvPr id="22" name="Rectangle 21">
            <a:extLst>
              <a:ext uri="{FF2B5EF4-FFF2-40B4-BE49-F238E27FC236}">
                <a16:creationId xmlns:a16="http://schemas.microsoft.com/office/drawing/2014/main" id="{D4EDBA09-148B-237D-1804-46DD45EDC76F}"/>
              </a:ext>
            </a:extLst>
          </p:cNvPr>
          <p:cNvSpPr/>
          <p:nvPr/>
        </p:nvSpPr>
        <p:spPr>
          <a:xfrm>
            <a:off x="4676976" y="2498734"/>
            <a:ext cx="677598"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Dec 2028</a:t>
            </a:r>
            <a:endParaRPr lang="zh-CN" altLang="en-US" sz="750" b="1">
              <a:solidFill>
                <a:srgbClr val="44546A"/>
              </a:solidFill>
              <a:latin typeface="Calibri" panose="020F0502020204030204" pitchFamily="34" charset="0"/>
            </a:endParaRPr>
          </a:p>
        </p:txBody>
      </p:sp>
    </p:spTree>
    <p:extLst>
      <p:ext uri="{BB962C8B-B14F-4D97-AF65-F5344CB8AC3E}">
        <p14:creationId xmlns:p14="http://schemas.microsoft.com/office/powerpoint/2010/main" val="1488870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59573" y="126396"/>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706321 (RIPK2 inhibitor): Crohn’s Disease (CD)</a:t>
            </a:r>
            <a:endParaRPr lang="en-US" sz="2000">
              <a:latin typeface="BISans" panose="02000503040000020004" pitchFamily="2" charset="0"/>
            </a:endParaRPr>
          </a:p>
        </p:txBody>
      </p:sp>
      <p:sp>
        <p:nvSpPr>
          <p:cNvPr id="23" name="Text Placeholder 22">
            <a:extLst>
              <a:ext uri="{FF2B5EF4-FFF2-40B4-BE49-F238E27FC236}">
                <a16:creationId xmlns:a16="http://schemas.microsoft.com/office/drawing/2014/main" id="{A73A2DE3-D836-4BC8-5191-E893480DF6A0}"/>
              </a:ext>
            </a:extLst>
          </p:cNvPr>
          <p:cNvSpPr>
            <a:spLocks noGrp="1"/>
          </p:cNvSpPr>
          <p:nvPr>
            <p:ph type="body" sz="quarter" idx="13"/>
          </p:nvPr>
        </p:nvSpPr>
        <p:spPr/>
        <p:txBody>
          <a:bodyPr/>
          <a:lstStyle/>
          <a:p>
            <a:endParaRPr lang="zh-CN" altLang="en-US"/>
          </a:p>
        </p:txBody>
      </p:sp>
      <p:sp>
        <p:nvSpPr>
          <p:cNvPr id="9" name="灯片编号占位符 8"/>
          <p:cNvSpPr>
            <a:spLocks noGrp="1"/>
          </p:cNvSpPr>
          <p:nvPr>
            <p:ph type="sldNum" sz="quarter" idx="20"/>
          </p:nvPr>
        </p:nvSpPr>
        <p:spPr/>
        <p:txBody>
          <a:bodyPr/>
          <a:lstStyle/>
          <a:p>
            <a:pPr defTabSz="914288">
              <a:defRPr/>
            </a:pPr>
            <a:fld id="{143B55C4-4F5A-416B-997D-6CE47EB0A945}" type="slidenum">
              <a:rPr lang="en-GB" sz="800">
                <a:solidFill>
                  <a:srgbClr val="7F7F7F"/>
                </a:solidFill>
                <a:latin typeface="BISans" panose="02000503040000020004" pitchFamily="2" charset="0"/>
              </a:rPr>
              <a:pPr defTabSz="914288">
                <a:defRPr/>
              </a:pPr>
              <a:t>38</a:t>
            </a:fld>
            <a:endParaRPr lang="en-GB" sz="800">
              <a:solidFill>
                <a:srgbClr val="7F7F7F"/>
              </a:solidFill>
              <a:latin typeface="BISans" panose="02000503040000020004" pitchFamily="2" charset="0"/>
            </a:endParaRPr>
          </a:p>
        </p:txBody>
      </p:sp>
      <p:sp>
        <p:nvSpPr>
          <p:cNvPr id="7" name="日期占位符 6"/>
          <p:cNvSpPr>
            <a:spLocks noGrp="1"/>
          </p:cNvSpPr>
          <p:nvPr>
            <p:ph type="dt" sz="half" idx="4294967295"/>
          </p:nvPr>
        </p:nvSpPr>
        <p:spPr>
          <a:xfrm>
            <a:off x="8616951" y="6588125"/>
            <a:ext cx="527050" cy="123825"/>
          </a:xfrm>
        </p:spPr>
        <p:txBody>
          <a:bodyPr/>
          <a:lstStyle/>
          <a:p>
            <a:pPr algn="r" defTabSz="914288">
              <a:defRPr/>
            </a:pPr>
            <a:fld id="{F905949E-1D36-48FF-8C29-AEE1C5C49519}" type="datetime1">
              <a:rPr lang="en-US" sz="800">
                <a:solidFill>
                  <a:srgbClr val="7F7F7F"/>
                </a:solidFill>
                <a:latin typeface="BISans" panose="02000503040000020004" pitchFamily="2" charset="0"/>
              </a:rPr>
              <a:pPr algn="r" defTabSz="914288">
                <a:defRPr/>
              </a:pPr>
              <a:t>9/11/2024</a:t>
            </a:fld>
            <a:endParaRPr lang="en-GB" sz="800">
              <a:solidFill>
                <a:srgbClr val="7F7F7F"/>
              </a:solidFill>
              <a:latin typeface="BISans" panose="0200050304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22860" y="3160028"/>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70512" y="748778"/>
          <a:ext cx="8787702" cy="514350"/>
        </p:xfrm>
        <a:graphic>
          <a:graphicData uri="http://schemas.openxmlformats.org/drawingml/2006/table">
            <a:tbl>
              <a:tblPr firstRow="1" bandRow="1"/>
              <a:tblGrid>
                <a:gridCol w="399441">
                  <a:extLst>
                    <a:ext uri="{9D8B030D-6E8A-4147-A177-3AD203B41FA5}">
                      <a16:colId xmlns:a16="http://schemas.microsoft.com/office/drawing/2014/main" val="4084298666"/>
                    </a:ext>
                  </a:extLst>
                </a:gridCol>
                <a:gridCol w="399441">
                  <a:extLst>
                    <a:ext uri="{9D8B030D-6E8A-4147-A177-3AD203B41FA5}">
                      <a16:colId xmlns:a16="http://schemas.microsoft.com/office/drawing/2014/main" val="2609182075"/>
                    </a:ext>
                  </a:extLst>
                </a:gridCol>
                <a:gridCol w="399441">
                  <a:extLst>
                    <a:ext uri="{9D8B030D-6E8A-4147-A177-3AD203B41FA5}">
                      <a16:colId xmlns:a16="http://schemas.microsoft.com/office/drawing/2014/main" val="3091663135"/>
                    </a:ext>
                  </a:extLst>
                </a:gridCol>
                <a:gridCol w="399441">
                  <a:extLst>
                    <a:ext uri="{9D8B030D-6E8A-4147-A177-3AD203B41FA5}">
                      <a16:colId xmlns:a16="http://schemas.microsoft.com/office/drawing/2014/main" val="2003423086"/>
                    </a:ext>
                  </a:extLst>
                </a:gridCol>
                <a:gridCol w="399441">
                  <a:extLst>
                    <a:ext uri="{9D8B030D-6E8A-4147-A177-3AD203B41FA5}">
                      <a16:colId xmlns:a16="http://schemas.microsoft.com/office/drawing/2014/main" val="2466911814"/>
                    </a:ext>
                  </a:extLst>
                </a:gridCol>
                <a:gridCol w="399441">
                  <a:extLst>
                    <a:ext uri="{9D8B030D-6E8A-4147-A177-3AD203B41FA5}">
                      <a16:colId xmlns:a16="http://schemas.microsoft.com/office/drawing/2014/main" val="3023231563"/>
                    </a:ext>
                  </a:extLst>
                </a:gridCol>
                <a:gridCol w="399441">
                  <a:extLst>
                    <a:ext uri="{9D8B030D-6E8A-4147-A177-3AD203B41FA5}">
                      <a16:colId xmlns:a16="http://schemas.microsoft.com/office/drawing/2014/main" val="3411862845"/>
                    </a:ext>
                  </a:extLst>
                </a:gridCol>
                <a:gridCol w="399441">
                  <a:extLst>
                    <a:ext uri="{9D8B030D-6E8A-4147-A177-3AD203B41FA5}">
                      <a16:colId xmlns:a16="http://schemas.microsoft.com/office/drawing/2014/main" val="2851474774"/>
                    </a:ext>
                  </a:extLst>
                </a:gridCol>
                <a:gridCol w="399441">
                  <a:extLst>
                    <a:ext uri="{9D8B030D-6E8A-4147-A177-3AD203B41FA5}">
                      <a16:colId xmlns:a16="http://schemas.microsoft.com/office/drawing/2014/main" val="107595344"/>
                    </a:ext>
                  </a:extLst>
                </a:gridCol>
                <a:gridCol w="399441">
                  <a:extLst>
                    <a:ext uri="{9D8B030D-6E8A-4147-A177-3AD203B41FA5}">
                      <a16:colId xmlns:a16="http://schemas.microsoft.com/office/drawing/2014/main" val="1666999431"/>
                    </a:ext>
                  </a:extLst>
                </a:gridCol>
                <a:gridCol w="399441">
                  <a:extLst>
                    <a:ext uri="{9D8B030D-6E8A-4147-A177-3AD203B41FA5}">
                      <a16:colId xmlns:a16="http://schemas.microsoft.com/office/drawing/2014/main" val="3696607442"/>
                    </a:ext>
                  </a:extLst>
                </a:gridCol>
                <a:gridCol w="399441">
                  <a:extLst>
                    <a:ext uri="{9D8B030D-6E8A-4147-A177-3AD203B41FA5}">
                      <a16:colId xmlns:a16="http://schemas.microsoft.com/office/drawing/2014/main" val="223989776"/>
                    </a:ext>
                  </a:extLst>
                </a:gridCol>
                <a:gridCol w="399441">
                  <a:extLst>
                    <a:ext uri="{9D8B030D-6E8A-4147-A177-3AD203B41FA5}">
                      <a16:colId xmlns:a16="http://schemas.microsoft.com/office/drawing/2014/main" val="124731204"/>
                    </a:ext>
                  </a:extLst>
                </a:gridCol>
                <a:gridCol w="399441">
                  <a:extLst>
                    <a:ext uri="{9D8B030D-6E8A-4147-A177-3AD203B41FA5}">
                      <a16:colId xmlns:a16="http://schemas.microsoft.com/office/drawing/2014/main" val="3066978585"/>
                    </a:ext>
                  </a:extLst>
                </a:gridCol>
                <a:gridCol w="399441">
                  <a:extLst>
                    <a:ext uri="{9D8B030D-6E8A-4147-A177-3AD203B41FA5}">
                      <a16:colId xmlns:a16="http://schemas.microsoft.com/office/drawing/2014/main" val="1064917641"/>
                    </a:ext>
                  </a:extLst>
                </a:gridCol>
                <a:gridCol w="399441">
                  <a:extLst>
                    <a:ext uri="{9D8B030D-6E8A-4147-A177-3AD203B41FA5}">
                      <a16:colId xmlns:a16="http://schemas.microsoft.com/office/drawing/2014/main" val="4221117315"/>
                    </a:ext>
                  </a:extLst>
                </a:gridCol>
                <a:gridCol w="399441">
                  <a:extLst>
                    <a:ext uri="{9D8B030D-6E8A-4147-A177-3AD203B41FA5}">
                      <a16:colId xmlns:a16="http://schemas.microsoft.com/office/drawing/2014/main" val="3266065341"/>
                    </a:ext>
                  </a:extLst>
                </a:gridCol>
                <a:gridCol w="399441">
                  <a:extLst>
                    <a:ext uri="{9D8B030D-6E8A-4147-A177-3AD203B41FA5}">
                      <a16:colId xmlns:a16="http://schemas.microsoft.com/office/drawing/2014/main" val="2374051224"/>
                    </a:ext>
                  </a:extLst>
                </a:gridCol>
                <a:gridCol w="399441">
                  <a:extLst>
                    <a:ext uri="{9D8B030D-6E8A-4147-A177-3AD203B41FA5}">
                      <a16:colId xmlns:a16="http://schemas.microsoft.com/office/drawing/2014/main" val="1840388365"/>
                    </a:ext>
                  </a:extLst>
                </a:gridCol>
                <a:gridCol w="399441">
                  <a:extLst>
                    <a:ext uri="{9D8B030D-6E8A-4147-A177-3AD203B41FA5}">
                      <a16:colId xmlns:a16="http://schemas.microsoft.com/office/drawing/2014/main" val="267750830"/>
                    </a:ext>
                  </a:extLst>
                </a:gridCol>
                <a:gridCol w="399441">
                  <a:extLst>
                    <a:ext uri="{9D8B030D-6E8A-4147-A177-3AD203B41FA5}">
                      <a16:colId xmlns:a16="http://schemas.microsoft.com/office/drawing/2014/main" val="3966469970"/>
                    </a:ext>
                  </a:extLst>
                </a:gridCol>
                <a:gridCol w="399441">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2021</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2022</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2023</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2024</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2025</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2029</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2030</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2031</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118" name="Isosceles Triangle 117"/>
          <p:cNvSpPr/>
          <p:nvPr/>
        </p:nvSpPr>
        <p:spPr>
          <a:xfrm rot="5400000">
            <a:off x="8802713"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51" name="OTLSHAPE_T_5a934a26f311425e8ebaa0f45e6533ad_Shape">
            <a:extLst>
              <a:ext uri="{FF2B5EF4-FFF2-40B4-BE49-F238E27FC236}">
                <a16:creationId xmlns:a16="http://schemas.microsoft.com/office/drawing/2014/main" id="{A1E70551-578A-4B35-ACAC-04BA6E603952}"/>
              </a:ext>
            </a:extLst>
          </p:cNvPr>
          <p:cNvSpPr/>
          <p:nvPr/>
        </p:nvSpPr>
        <p:spPr bwMode="auto">
          <a:xfrm>
            <a:off x="6219527" y="2167545"/>
            <a:ext cx="2720418"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lnSpc>
                <a:spcPct val="70000"/>
              </a:lnSpc>
              <a:defRPr/>
            </a:pPr>
            <a:r>
              <a:rPr lang="en-US" altLang="zh-CN" sz="700" b="1" spc="-5">
                <a:solidFill>
                  <a:srgbClr val="000000"/>
                </a:solidFill>
                <a:latin typeface="Calibri" panose="020F0502020204030204" pitchFamily="34" charset="0"/>
              </a:rPr>
              <a:t>TNF failure (N=700)</a:t>
            </a:r>
          </a:p>
        </p:txBody>
      </p:sp>
      <p:sp>
        <p:nvSpPr>
          <p:cNvPr id="52" name="TextBox 51"/>
          <p:cNvSpPr txBox="1"/>
          <p:nvPr/>
        </p:nvSpPr>
        <p:spPr>
          <a:xfrm>
            <a:off x="4" y="1529882"/>
            <a:ext cx="509557"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Ph2a-</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1425.3</a:t>
            </a:r>
            <a:endParaRPr lang="en-US" sz="800" b="1">
              <a:solidFill>
                <a:srgbClr val="0066CC"/>
              </a:solidFill>
              <a:latin typeface="Calibri" panose="020F0502020204030204" pitchFamily="34" charset="0"/>
              <a:cs typeface="Calibri" panose="020F0502020204030204" pitchFamily="34" charset="0"/>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848009" y="1495557"/>
            <a:ext cx="2506919"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N=50</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62"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519459" y="1393066"/>
            <a:ext cx="596122"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Oct 2021</a:t>
            </a:r>
            <a:endParaRPr lang="zh-CN" altLang="en-US" sz="750" b="1">
              <a:solidFill>
                <a:srgbClr val="44546A"/>
              </a:solidFill>
              <a:latin typeface="Calibri" panose="020F0502020204030204" pitchFamily="34" charset="0"/>
            </a:endParaRP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3047808" y="1393066"/>
            <a:ext cx="630370"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2024 Dec</a:t>
            </a:r>
            <a:endParaRPr lang="zh-CN" altLang="en-US" sz="750" b="1">
              <a:solidFill>
                <a:srgbClr val="44546A"/>
              </a:solidFill>
              <a:latin typeface="Calibri" panose="020F0502020204030204" pitchFamily="34" charset="0"/>
            </a:endParaRPr>
          </a:p>
        </p:txBody>
      </p:sp>
      <p:sp>
        <p:nvSpPr>
          <p:cNvPr id="68" name="Rectangle 67"/>
          <p:cNvSpPr/>
          <p:nvPr/>
        </p:nvSpPr>
        <p:spPr>
          <a:xfrm>
            <a:off x="3272465" y="1614795"/>
            <a:ext cx="34176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69" name="Star: 4 Points 143">
            <a:extLst>
              <a:ext uri="{FF2B5EF4-FFF2-40B4-BE49-F238E27FC236}">
                <a16:creationId xmlns:a16="http://schemas.microsoft.com/office/drawing/2014/main" id="{B361C849-6669-4EC4-A9AD-EB1BCC463147}"/>
              </a:ext>
            </a:extLst>
          </p:cNvPr>
          <p:cNvSpPr/>
          <p:nvPr/>
        </p:nvSpPr>
        <p:spPr bwMode="auto">
          <a:xfrm>
            <a:off x="3287713" y="160558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70" name="Rectangle 69"/>
          <p:cNvSpPr/>
          <p:nvPr/>
        </p:nvSpPr>
        <p:spPr>
          <a:xfrm>
            <a:off x="636794" y="1614795"/>
            <a:ext cx="306495"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803530" y="160558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76" name="OTLSHAPE_T_e17f3958430f4cff8650518c93c7635e_StartDate">
            <a:extLst>
              <a:ext uri="{FF2B5EF4-FFF2-40B4-BE49-F238E27FC236}">
                <a16:creationId xmlns:a16="http://schemas.microsoft.com/office/drawing/2014/main" id="{9224C17E-1AA1-4096-A3FD-25D6FD8BA444}"/>
              </a:ext>
            </a:extLst>
          </p:cNvPr>
          <p:cNvSpPr txBox="1"/>
          <p:nvPr>
            <p:custDataLst>
              <p:tags r:id="rId4"/>
            </p:custDataLst>
          </p:nvPr>
        </p:nvSpPr>
        <p:spPr>
          <a:xfrm>
            <a:off x="8717548" y="2069411"/>
            <a:ext cx="511967"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Sep 2031</a:t>
            </a:r>
            <a:endParaRPr lang="zh-CN" altLang="en-US"/>
          </a:p>
        </p:txBody>
      </p:sp>
      <p:sp>
        <p:nvSpPr>
          <p:cNvPr id="78" name="TextBox 77"/>
          <p:cNvSpPr txBox="1"/>
          <p:nvPr/>
        </p:nvSpPr>
        <p:spPr>
          <a:xfrm>
            <a:off x="4" y="2149653"/>
            <a:ext cx="514139"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1425.5</a:t>
            </a:r>
            <a:endParaRPr lang="en-US" sz="800" b="1">
              <a:solidFill>
                <a:srgbClr val="0066CC"/>
              </a:solidFill>
              <a:latin typeface="Calibri" panose="020F0502020204030204" pitchFamily="34" charset="0"/>
              <a:cs typeface="Calibri" panose="020F0502020204030204" pitchFamily="34" charset="0"/>
            </a:endParaRPr>
          </a:p>
        </p:txBody>
      </p:sp>
      <p:sp>
        <p:nvSpPr>
          <p:cNvPr id="80" name="Rectangle 79"/>
          <p:cNvSpPr/>
          <p:nvPr/>
        </p:nvSpPr>
        <p:spPr>
          <a:xfrm>
            <a:off x="8747303" y="2342833"/>
            <a:ext cx="402077"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81" name="Rectangle 80"/>
          <p:cNvSpPr/>
          <p:nvPr/>
        </p:nvSpPr>
        <p:spPr>
          <a:xfrm>
            <a:off x="6111318" y="2350554"/>
            <a:ext cx="306495"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82" name="TextBox 81"/>
          <p:cNvSpPr txBox="1"/>
          <p:nvPr/>
        </p:nvSpPr>
        <p:spPr>
          <a:xfrm>
            <a:off x="4" y="1826898"/>
            <a:ext cx="514139"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Ph2b-</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1425.4</a:t>
            </a:r>
            <a:endParaRPr lang="en-US" sz="800" b="1">
              <a:solidFill>
                <a:srgbClr val="0066CC"/>
              </a:solidFill>
              <a:latin typeface="Calibri" panose="020F0502020204030204" pitchFamily="34" charset="0"/>
              <a:cs typeface="Calibri" panose="020F0502020204030204" pitchFamily="34" charset="0"/>
            </a:endParaRPr>
          </a:p>
        </p:txBody>
      </p:sp>
      <p:sp>
        <p:nvSpPr>
          <p:cNvPr id="86"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5985085" y="1709992"/>
            <a:ext cx="575402"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solidFill>
                  <a:schemeClr val="tx1"/>
                </a:solidFill>
              </a:rPr>
              <a:t>Sep 2028</a:t>
            </a:r>
            <a:endParaRPr lang="zh-CN" altLang="en-US">
              <a:solidFill>
                <a:schemeClr val="tx1"/>
              </a:solidFill>
            </a:endParaRP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6"/>
            </p:custDataLst>
          </p:nvPr>
        </p:nvSpPr>
        <p:spPr>
          <a:xfrm>
            <a:off x="3696165" y="1709993"/>
            <a:ext cx="421303"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solidFill>
                  <a:schemeClr val="tx1"/>
                </a:solidFill>
              </a:rPr>
              <a:t>Aug 2025</a:t>
            </a:r>
            <a:endParaRPr lang="zh-CN" altLang="en-US">
              <a:solidFill>
                <a:schemeClr val="tx1"/>
              </a:solidFill>
            </a:endParaRPr>
          </a:p>
        </p:txBody>
      </p:sp>
      <p:sp>
        <p:nvSpPr>
          <p:cNvPr id="89" name="Rectangle 88"/>
          <p:cNvSpPr/>
          <p:nvPr/>
        </p:nvSpPr>
        <p:spPr>
          <a:xfrm>
            <a:off x="6145112" y="2007094"/>
            <a:ext cx="34176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91" name="Rectangle 90"/>
          <p:cNvSpPr/>
          <p:nvPr/>
        </p:nvSpPr>
        <p:spPr>
          <a:xfrm>
            <a:off x="3742373" y="1991199"/>
            <a:ext cx="385443"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97" name="五角星 55"/>
          <p:cNvSpPr>
            <a:spLocks noChangeAspect="1"/>
          </p:cNvSpPr>
          <p:nvPr/>
        </p:nvSpPr>
        <p:spPr bwMode="auto">
          <a:xfrm>
            <a:off x="8975502" y="2893265"/>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Opti"/>
            </a:endParaRPr>
          </a:p>
        </p:txBody>
      </p:sp>
      <p:sp>
        <p:nvSpPr>
          <p:cNvPr id="98" name="Rectangle 97"/>
          <p:cNvSpPr/>
          <p:nvPr/>
        </p:nvSpPr>
        <p:spPr>
          <a:xfrm>
            <a:off x="8461372" y="2868441"/>
            <a:ext cx="550151" cy="323165"/>
          </a:xfrm>
          <a:prstGeom prst="rect">
            <a:avLst/>
          </a:prstGeom>
        </p:spPr>
        <p:txBody>
          <a:bodyPr wrap="none">
            <a:spAutoFit/>
          </a:bodyPr>
          <a:lstStyle/>
          <a:p>
            <a:pPr algn="r" defTabSz="914288">
              <a:defRPr/>
            </a:pPr>
            <a:r>
              <a:rPr lang="en-US" altLang="zh-CN" sz="750" b="1">
                <a:solidFill>
                  <a:srgbClr val="44546A"/>
                </a:solidFill>
                <a:latin typeface="Calibri" panose="020F0502020204030204" pitchFamily="34" charset="0"/>
                <a:cs typeface="Calibri" panose="020F0502020204030204" pitchFamily="34" charset="0"/>
              </a:rPr>
              <a:t>NDA APP</a:t>
            </a:r>
          </a:p>
          <a:p>
            <a:pPr algn="r" defTabSz="914288">
              <a:defRPr/>
            </a:pPr>
            <a:r>
              <a:rPr lang="en-US" altLang="zh-CN" sz="750" b="1">
                <a:solidFill>
                  <a:srgbClr val="44546A"/>
                </a:solidFill>
                <a:latin typeface="Calibri" panose="020F0502020204030204" pitchFamily="34" charset="0"/>
                <a:cs typeface="Calibri" panose="020F0502020204030204" pitchFamily="34" charset="0"/>
              </a:rPr>
              <a:t>Jul 2033</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50" name="TextBox 49"/>
          <p:cNvSpPr txBox="1"/>
          <p:nvPr/>
        </p:nvSpPr>
        <p:spPr>
          <a:xfrm>
            <a:off x="4" y="2434594"/>
            <a:ext cx="516956"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1425.6</a:t>
            </a:r>
            <a:endParaRPr lang="en-US" sz="800" b="1">
              <a:solidFill>
                <a:srgbClr val="0066CC"/>
              </a:solidFill>
              <a:latin typeface="Calibri" panose="020F0502020204030204" pitchFamily="34" charset="0"/>
              <a:cs typeface="Calibri" panose="020F0502020204030204" pitchFamily="34" charset="0"/>
            </a:endParaRPr>
          </a:p>
        </p:txBody>
      </p:sp>
      <p:sp>
        <p:nvSpPr>
          <p:cNvPr id="54" name="OTLSHAPE_T_5a934a26f311425e8ebaa0f45e6533ad_Shape">
            <a:extLst>
              <a:ext uri="{FF2B5EF4-FFF2-40B4-BE49-F238E27FC236}">
                <a16:creationId xmlns:a16="http://schemas.microsoft.com/office/drawing/2014/main" id="{A1E70551-578A-4B35-ACAC-04BA6E603952}"/>
              </a:ext>
            </a:extLst>
          </p:cNvPr>
          <p:cNvSpPr/>
          <p:nvPr/>
        </p:nvSpPr>
        <p:spPr bwMode="auto">
          <a:xfrm>
            <a:off x="6219529" y="2561205"/>
            <a:ext cx="2905645"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lnSpc>
                <a:spcPct val="70000"/>
              </a:lnSpc>
              <a:defRPr/>
            </a:pPr>
            <a:r>
              <a:rPr lang="en-US" altLang="zh-CN" sz="700" b="1" spc="-5">
                <a:solidFill>
                  <a:srgbClr val="000000"/>
                </a:solidFill>
                <a:latin typeface="Calibri" panose="020F0502020204030204" pitchFamily="34" charset="0"/>
              </a:rPr>
              <a:t>TNF naïve &amp; non-failure (N=700)</a:t>
            </a:r>
          </a:p>
        </p:txBody>
      </p:sp>
      <p:sp>
        <p:nvSpPr>
          <p:cNvPr id="101" name="TextBox 100"/>
          <p:cNvSpPr txBox="1"/>
          <p:nvPr/>
        </p:nvSpPr>
        <p:spPr>
          <a:xfrm>
            <a:off x="4" y="3276986"/>
            <a:ext cx="516956"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Ph2b-</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1425.4</a:t>
            </a:r>
            <a:endParaRPr lang="en-US" sz="800" b="1">
              <a:solidFill>
                <a:srgbClr val="0066CC"/>
              </a:solidFill>
              <a:latin typeface="Calibri" panose="020F0502020204030204" pitchFamily="34" charset="0"/>
              <a:cs typeface="Calibri" panose="020F0502020204030204" pitchFamily="34" charset="0"/>
            </a:endParaRPr>
          </a:p>
        </p:txBody>
      </p:sp>
      <p:grpSp>
        <p:nvGrpSpPr>
          <p:cNvPr id="112" name="Group 111"/>
          <p:cNvGrpSpPr/>
          <p:nvPr/>
        </p:nvGrpSpPr>
        <p:grpSpPr>
          <a:xfrm>
            <a:off x="8519066" y="4508827"/>
            <a:ext cx="688010" cy="572700"/>
            <a:chOff x="8540644" y="1766789"/>
            <a:chExt cx="688010" cy="572700"/>
          </a:xfrm>
        </p:grpSpPr>
        <p:sp>
          <p:nvSpPr>
            <p:cNvPr id="113" name="五角星 55"/>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288" eaLnBrk="0" hangingPunct="0">
                <a:defRPr/>
              </a:pPr>
              <a:endParaRPr lang="zh-CN" altLang="en-US">
                <a:solidFill>
                  <a:srgbClr val="FF0000"/>
                </a:solidFill>
                <a:latin typeface="BISansOpti"/>
              </a:endParaRPr>
            </a:p>
          </p:txBody>
        </p:sp>
        <p:sp>
          <p:nvSpPr>
            <p:cNvPr id="119" name="Rectangle 118"/>
            <p:cNvSpPr/>
            <p:nvPr/>
          </p:nvSpPr>
          <p:spPr>
            <a:xfrm>
              <a:off x="8540644" y="2016324"/>
              <a:ext cx="688010" cy="323165"/>
            </a:xfrm>
            <a:prstGeom prst="rect">
              <a:avLst/>
            </a:prstGeom>
          </p:spPr>
          <p:txBody>
            <a:bodyPr wrap="none">
              <a:spAutoFit/>
            </a:bodyPr>
            <a:lstStyle/>
            <a:p>
              <a:pPr algn="r" defTabSz="914288">
                <a:defRPr/>
              </a:pPr>
              <a:r>
                <a:rPr lang="en-US" altLang="zh-CN" sz="750" b="1">
                  <a:latin typeface="Calibri" panose="020F0502020204030204" pitchFamily="34" charset="0"/>
                  <a:cs typeface="Calibri" panose="020F0502020204030204" pitchFamily="34" charset="0"/>
                </a:rPr>
                <a:t>CN NDA App</a:t>
              </a:r>
            </a:p>
            <a:p>
              <a:pPr algn="r" defTabSz="914288">
                <a:defRPr/>
              </a:pPr>
              <a:r>
                <a:rPr lang="en-US" altLang="zh-CN" sz="750" b="1">
                  <a:latin typeface="Calibri" panose="020F0502020204030204" pitchFamily="34" charset="0"/>
                  <a:cs typeface="Calibri" panose="020F0502020204030204" pitchFamily="34" charset="0"/>
                </a:rPr>
                <a:t>2034</a:t>
              </a:r>
              <a:endParaRPr lang="zh-CN" altLang="en-US" sz="750" b="1">
                <a:latin typeface="Calibri" panose="020F0502020204030204" pitchFamily="34" charset="0"/>
                <a:cs typeface="Calibri" panose="020F0502020204030204" pitchFamily="34" charset="0"/>
              </a:endParaRPr>
            </a:p>
          </p:txBody>
        </p:sp>
        <p:sp>
          <p:nvSpPr>
            <p:cNvPr id="120" name="OTLSHAPE_T_e17f3958430f4cff8650518c93c7635e_StartDate">
              <a:extLst>
                <a:ext uri="{FF2B5EF4-FFF2-40B4-BE49-F238E27FC236}">
                  <a16:creationId xmlns:a16="http://schemas.microsoft.com/office/drawing/2014/main" id="{9224C17E-1AA1-4096-A3FD-25D6FD8BA444}"/>
                </a:ext>
              </a:extLst>
            </p:cNvPr>
            <p:cNvSpPr txBox="1"/>
            <p:nvPr>
              <p:custDataLst>
                <p:tags r:id="rId19"/>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288">
                <a:defRPr/>
              </a:pPr>
              <a:endParaRPr lang="zh-CN" altLang="en-US" sz="750" b="1">
                <a:solidFill>
                  <a:srgbClr val="44546A"/>
                </a:solidFill>
                <a:latin typeface="Calibri" panose="020F0502020204030204" pitchFamily="34" charset="0"/>
                <a:cs typeface="Calibri" panose="020F0502020204030204" pitchFamily="34" charset="0"/>
              </a:endParaRPr>
            </a:p>
          </p:txBody>
        </p:sp>
      </p:grpSp>
      <p:pic>
        <p:nvPicPr>
          <p:cNvPr id="2" name="Picture 1"/>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6556" y="1134508"/>
            <a:ext cx="853514" cy="420660"/>
          </a:xfrm>
          <a:prstGeom prst="rect">
            <a:avLst/>
          </a:prstGeom>
        </p:spPr>
      </p:pic>
      <p:sp>
        <p:nvSpPr>
          <p:cNvPr id="66" name="TextBox 65">
            <a:extLst>
              <a:ext uri="{FF2B5EF4-FFF2-40B4-BE49-F238E27FC236}">
                <a16:creationId xmlns:a16="http://schemas.microsoft.com/office/drawing/2014/main" id="{ABBA8552-4EEC-4A1B-894B-35E4445D1E2D}"/>
              </a:ext>
            </a:extLst>
          </p:cNvPr>
          <p:cNvSpPr txBox="1"/>
          <p:nvPr/>
        </p:nvSpPr>
        <p:spPr>
          <a:xfrm>
            <a:off x="4" y="2726250"/>
            <a:ext cx="514139"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JP Ph1-</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1425.8</a:t>
            </a:r>
            <a:endParaRPr lang="en-US" sz="800" b="1">
              <a:solidFill>
                <a:srgbClr val="0066CC"/>
              </a:solidFill>
              <a:latin typeface="Calibri" panose="020F0502020204030204" pitchFamily="34" charset="0"/>
              <a:cs typeface="Calibri" panose="020F0502020204030204" pitchFamily="34" charset="0"/>
            </a:endParaRPr>
          </a:p>
        </p:txBody>
      </p:sp>
      <p:sp>
        <p:nvSpPr>
          <p:cNvPr id="94" name="Rectangle 93">
            <a:extLst>
              <a:ext uri="{FF2B5EF4-FFF2-40B4-BE49-F238E27FC236}">
                <a16:creationId xmlns:a16="http://schemas.microsoft.com/office/drawing/2014/main" id="{D128A71D-3DB3-44D0-9F4D-CE8A6C30E9CD}"/>
              </a:ext>
            </a:extLst>
          </p:cNvPr>
          <p:cNvSpPr/>
          <p:nvPr/>
        </p:nvSpPr>
        <p:spPr>
          <a:xfrm>
            <a:off x="898898" y="2897670"/>
            <a:ext cx="306495"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102" name="Rectangle 101">
            <a:extLst>
              <a:ext uri="{FF2B5EF4-FFF2-40B4-BE49-F238E27FC236}">
                <a16:creationId xmlns:a16="http://schemas.microsoft.com/office/drawing/2014/main" id="{C94C35D3-6A95-4C11-B6AA-2419244468C6}"/>
              </a:ext>
            </a:extLst>
          </p:cNvPr>
          <p:cNvSpPr/>
          <p:nvPr/>
        </p:nvSpPr>
        <p:spPr>
          <a:xfrm>
            <a:off x="2496640" y="2089525"/>
            <a:ext cx="635982" cy="276999"/>
          </a:xfrm>
          <a:prstGeom prst="rect">
            <a:avLst/>
          </a:prstGeom>
        </p:spPr>
        <p:txBody>
          <a:bodyPr wrap="square">
            <a:spAutoFit/>
          </a:bodyPr>
          <a:lstStyle/>
          <a:p>
            <a:pPr algn="ctr" defTabSz="914288">
              <a:defRPr/>
            </a:pPr>
            <a:r>
              <a:rPr lang="en-US" altLang="zh-CN" sz="600" b="1" err="1">
                <a:solidFill>
                  <a:srgbClr val="44546A"/>
                </a:solidFill>
                <a:latin typeface="Calibri" panose="020F0502020204030204" pitchFamily="34" charset="0"/>
              </a:rPr>
              <a:t>PoCP</a:t>
            </a:r>
            <a:endParaRPr lang="en-US" altLang="zh-CN" sz="600" b="1">
              <a:solidFill>
                <a:srgbClr val="44546A"/>
              </a:solidFill>
              <a:latin typeface="Calibri" panose="020F0502020204030204" pitchFamily="34" charset="0"/>
            </a:endParaRPr>
          </a:p>
          <a:p>
            <a:pPr algn="ctr" defTabSz="914288">
              <a:defRPr/>
            </a:pPr>
            <a:r>
              <a:rPr lang="en-US" altLang="zh-CN" sz="600" b="1">
                <a:solidFill>
                  <a:srgbClr val="44546A"/>
                </a:solidFill>
                <a:latin typeface="Calibri" panose="020F0502020204030204" pitchFamily="34" charset="0"/>
              </a:rPr>
              <a:t>Aug 2024 </a:t>
            </a:r>
            <a:endParaRPr lang="zh-CN" altLang="en-US" sz="600" b="1">
              <a:solidFill>
                <a:srgbClr val="44546A"/>
              </a:solidFill>
              <a:latin typeface="Calibri" panose="020F0502020204030204" pitchFamily="34" charset="0"/>
            </a:endParaRPr>
          </a:p>
        </p:txBody>
      </p:sp>
      <p:sp>
        <p:nvSpPr>
          <p:cNvPr id="134" name="Star: 4 Points 143">
            <a:extLst>
              <a:ext uri="{FF2B5EF4-FFF2-40B4-BE49-F238E27FC236}">
                <a16:creationId xmlns:a16="http://schemas.microsoft.com/office/drawing/2014/main" id="{EE34A535-276B-469F-9495-A162B9FE04FD}"/>
              </a:ext>
            </a:extLst>
          </p:cNvPr>
          <p:cNvSpPr/>
          <p:nvPr/>
        </p:nvSpPr>
        <p:spPr bwMode="auto">
          <a:xfrm>
            <a:off x="2823160" y="160558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35" name="Rectangle 134">
            <a:extLst>
              <a:ext uri="{FF2B5EF4-FFF2-40B4-BE49-F238E27FC236}">
                <a16:creationId xmlns:a16="http://schemas.microsoft.com/office/drawing/2014/main" id="{82321E30-CCB3-4124-987A-20BAE479DC5C}"/>
              </a:ext>
            </a:extLst>
          </p:cNvPr>
          <p:cNvSpPr/>
          <p:nvPr/>
        </p:nvSpPr>
        <p:spPr>
          <a:xfrm>
            <a:off x="2302256" y="1614791"/>
            <a:ext cx="731395" cy="384721"/>
          </a:xfrm>
          <a:prstGeom prst="rect">
            <a:avLst/>
          </a:prstGeom>
        </p:spPr>
        <p:txBody>
          <a:bodyPr wrap="square">
            <a:spAutoFit/>
          </a:bodyPr>
          <a:lstStyle/>
          <a:p>
            <a:pPr algn="ctr" defTabSz="914288">
              <a:defRPr/>
            </a:pPr>
            <a:r>
              <a:rPr lang="en-US" altLang="zh-CN" sz="600" b="1">
                <a:solidFill>
                  <a:srgbClr val="44546A"/>
                </a:solidFill>
                <a:latin typeface="Calibri" panose="020F0502020204030204" pitchFamily="34" charset="0"/>
              </a:rPr>
              <a:t>Primary endpoint LPO</a:t>
            </a:r>
          </a:p>
          <a:p>
            <a:pPr algn="ctr" defTabSz="914288">
              <a:defRPr/>
            </a:pPr>
            <a:r>
              <a:rPr lang="en-US" altLang="zh-CN" sz="700">
                <a:solidFill>
                  <a:srgbClr val="FFFFFF">
                    <a:lumMod val="65000"/>
                  </a:srgbClr>
                </a:solidFill>
                <a:latin typeface="Calibri" panose="020F0502020204030204" pitchFamily="34" charset="0"/>
              </a:rPr>
              <a:t>Jun 2024</a:t>
            </a:r>
            <a:endParaRPr lang="zh-CN" altLang="en-US" sz="700">
              <a:solidFill>
                <a:srgbClr val="FFFFFF">
                  <a:lumMod val="65000"/>
                </a:srgbClr>
              </a:solidFill>
              <a:latin typeface="Calibri" panose="020F0502020204030204" pitchFamily="34" charset="0"/>
            </a:endParaRPr>
          </a:p>
        </p:txBody>
      </p:sp>
      <p:sp>
        <p:nvSpPr>
          <p:cNvPr id="129" name="OTLSHAPE_T_e17f3958430f4cff8650518c93c7635e_Shape">
            <a:extLst>
              <a:ext uri="{FF2B5EF4-FFF2-40B4-BE49-F238E27FC236}">
                <a16:creationId xmlns:a16="http://schemas.microsoft.com/office/drawing/2014/main" id="{A472545C-E2E3-4833-83A7-2A56BF714092}"/>
              </a:ext>
            </a:extLst>
          </p:cNvPr>
          <p:cNvSpPr/>
          <p:nvPr>
            <p:custDataLst>
              <p:tags r:id="rId7"/>
            </p:custDataLst>
          </p:nvPr>
        </p:nvSpPr>
        <p:spPr bwMode="auto">
          <a:xfrm>
            <a:off x="552385" y="3675465"/>
            <a:ext cx="341976" cy="197317"/>
          </a:xfrm>
          <a:prstGeom prst="roundRect">
            <a:avLst/>
          </a:prstGeom>
          <a:solidFill>
            <a:schemeClr val="accent1">
              <a:lumMod val="40000"/>
              <a:lumOff val="60000"/>
            </a:schemeClr>
          </a:solidFill>
          <a:ln w="12700">
            <a:noFill/>
          </a:ln>
          <a:extLst>
            <a:ext uri="{53640926-AAD7-44D8-BBD7-CCE9431645EC}">
              <a14:shadowObscured xmlns:a14="http://schemas.microsoft.com/office/drawing/2010/main" val="1"/>
            </a:ext>
          </a:extLst>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16" eaLnBrk="0" fontAlgn="base" hangingPunct="0">
              <a:spcBef>
                <a:spcPct val="0"/>
              </a:spcBef>
              <a:spcAft>
                <a:spcPct val="0"/>
              </a:spcAft>
              <a:defRPr/>
            </a:pPr>
            <a:r>
              <a:rPr lang="en-US" altLang="zh-CN" sz="700" b="1">
                <a:solidFill>
                  <a:srgbClr val="000000"/>
                </a:solidFill>
                <a:latin typeface="BISansCond"/>
              </a:rPr>
              <a:t>Pre-IND  </a:t>
            </a:r>
            <a:endParaRPr lang="zh-CN" altLang="en-US" sz="700" b="1">
              <a:solidFill>
                <a:srgbClr val="000000"/>
              </a:solidFill>
              <a:latin typeface="BISansCond"/>
            </a:endParaRPr>
          </a:p>
        </p:txBody>
      </p:sp>
      <p:sp>
        <p:nvSpPr>
          <p:cNvPr id="138" name="OTLSHAPE_T_e17f3958430f4cff8650518c93c7635e_StartDate">
            <a:extLst>
              <a:ext uri="{FF2B5EF4-FFF2-40B4-BE49-F238E27FC236}">
                <a16:creationId xmlns:a16="http://schemas.microsoft.com/office/drawing/2014/main" id="{5A42D2FA-9810-4293-AE5E-39E8D920BA24}"/>
              </a:ext>
            </a:extLst>
          </p:cNvPr>
          <p:cNvSpPr txBox="1"/>
          <p:nvPr>
            <p:custDataLst>
              <p:tags r:id="rId8"/>
            </p:custDataLst>
          </p:nvPr>
        </p:nvSpPr>
        <p:spPr>
          <a:xfrm>
            <a:off x="324214" y="3542548"/>
            <a:ext cx="377174" cy="18466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sz="600"/>
              <a:t>Aug </a:t>
            </a:r>
          </a:p>
          <a:p>
            <a:pPr defTabSz="914288">
              <a:defRPr/>
            </a:pPr>
            <a:r>
              <a:rPr lang="en-US" altLang="zh-CN" sz="600"/>
              <a:t>2021</a:t>
            </a:r>
            <a:endParaRPr lang="zh-CN" altLang="en-US" sz="600"/>
          </a:p>
        </p:txBody>
      </p:sp>
      <p:sp>
        <p:nvSpPr>
          <p:cNvPr id="163" name="Rectangle 162">
            <a:extLst>
              <a:ext uri="{FF2B5EF4-FFF2-40B4-BE49-F238E27FC236}">
                <a16:creationId xmlns:a16="http://schemas.microsoft.com/office/drawing/2014/main" id="{CCF09699-0FD8-451C-94E9-55247AF7A353}"/>
              </a:ext>
            </a:extLst>
          </p:cNvPr>
          <p:cNvSpPr/>
          <p:nvPr/>
        </p:nvSpPr>
        <p:spPr>
          <a:xfrm>
            <a:off x="1131157" y="2719403"/>
            <a:ext cx="933416" cy="216000"/>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760" b="1">
                <a:solidFill>
                  <a:srgbClr val="000000"/>
                </a:solidFill>
                <a:latin typeface="Calibri" panose="020F0502020204030204" pitchFamily="34" charset="0"/>
                <a:cs typeface="Calibri" panose="020F0502020204030204" pitchFamily="34" charset="0"/>
              </a:rPr>
              <a:t>Pan Asia PK </a:t>
            </a:r>
          </a:p>
        </p:txBody>
      </p:sp>
      <p:sp>
        <p:nvSpPr>
          <p:cNvPr id="165" name="OTLSHAPE_T_e17f3958430f4cff8650518c93c7635e_StartDate">
            <a:extLst>
              <a:ext uri="{FF2B5EF4-FFF2-40B4-BE49-F238E27FC236}">
                <a16:creationId xmlns:a16="http://schemas.microsoft.com/office/drawing/2014/main" id="{79D4E5D7-2DDF-486B-B409-6264CDBF9508}"/>
              </a:ext>
            </a:extLst>
          </p:cNvPr>
          <p:cNvSpPr txBox="1"/>
          <p:nvPr>
            <p:custDataLst>
              <p:tags r:id="rId9"/>
            </p:custDataLst>
          </p:nvPr>
        </p:nvSpPr>
        <p:spPr>
          <a:xfrm>
            <a:off x="755409" y="2601402"/>
            <a:ext cx="596122"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Feb 2022</a:t>
            </a:r>
            <a:endParaRPr lang="zh-CN" altLang="en-US" sz="750" b="1">
              <a:solidFill>
                <a:srgbClr val="44546A"/>
              </a:solidFill>
              <a:latin typeface="Calibri" panose="020F0502020204030204" pitchFamily="34" charset="0"/>
            </a:endParaRPr>
          </a:p>
        </p:txBody>
      </p:sp>
      <p:sp>
        <p:nvSpPr>
          <p:cNvPr id="166" name="OTLSHAPE_T_e17f3958430f4cff8650518c93c7635e_StartDate">
            <a:extLst>
              <a:ext uri="{FF2B5EF4-FFF2-40B4-BE49-F238E27FC236}">
                <a16:creationId xmlns:a16="http://schemas.microsoft.com/office/drawing/2014/main" id="{0BE49BB2-752D-4F67-B612-EB63B9CA68A0}"/>
              </a:ext>
            </a:extLst>
          </p:cNvPr>
          <p:cNvSpPr txBox="1"/>
          <p:nvPr>
            <p:custDataLst>
              <p:tags r:id="rId10"/>
            </p:custDataLst>
          </p:nvPr>
        </p:nvSpPr>
        <p:spPr>
          <a:xfrm>
            <a:off x="1747482" y="2601402"/>
            <a:ext cx="596122"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rPr>
              <a:t>Aug 2022</a:t>
            </a:r>
            <a:endParaRPr lang="zh-CN" altLang="en-US" sz="750" b="1">
              <a:solidFill>
                <a:srgbClr val="44546A"/>
              </a:solidFill>
              <a:latin typeface="Calibri" panose="020F0502020204030204" pitchFamily="34" charset="0"/>
            </a:endParaRPr>
          </a:p>
        </p:txBody>
      </p:sp>
      <p:sp>
        <p:nvSpPr>
          <p:cNvPr id="8" name="Diamond 7">
            <a:extLst>
              <a:ext uri="{FF2B5EF4-FFF2-40B4-BE49-F238E27FC236}">
                <a16:creationId xmlns:a16="http://schemas.microsoft.com/office/drawing/2014/main" id="{F88320FE-D48D-4701-9F87-6B269186C56E}"/>
              </a:ext>
            </a:extLst>
          </p:cNvPr>
          <p:cNvSpPr/>
          <p:nvPr/>
        </p:nvSpPr>
        <p:spPr>
          <a:xfrm>
            <a:off x="2936924" y="2092613"/>
            <a:ext cx="108000" cy="108000"/>
          </a:xfrm>
          <a:prstGeom prst="diamond">
            <a:avLst/>
          </a:prstGeom>
          <a:solidFill>
            <a:srgbClr val="FF99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GB" sz="1400" err="1">
              <a:solidFill>
                <a:srgbClr val="000000"/>
              </a:solidFill>
              <a:latin typeface="BISansCond"/>
            </a:endParaRPr>
          </a:p>
        </p:txBody>
      </p:sp>
      <p:cxnSp>
        <p:nvCxnSpPr>
          <p:cNvPr id="15" name="Connector: Elbow 14">
            <a:extLst>
              <a:ext uri="{FF2B5EF4-FFF2-40B4-BE49-F238E27FC236}">
                <a16:creationId xmlns:a16="http://schemas.microsoft.com/office/drawing/2014/main" id="{B32A4B1D-C806-4E71-91B0-CF321B6D9567}"/>
              </a:ext>
            </a:extLst>
          </p:cNvPr>
          <p:cNvCxnSpPr>
            <a:cxnSpLocks/>
            <a:stCxn id="134" idx="2"/>
          </p:cNvCxnSpPr>
          <p:nvPr/>
        </p:nvCxnSpPr>
        <p:spPr>
          <a:xfrm rot="16200000" flipH="1">
            <a:off x="2746158" y="1892536"/>
            <a:ext cx="396358" cy="104174"/>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3" name="OTLSHAPE_T_e17f3958430f4cff8650518c93c7635e_Shape">
            <a:extLst>
              <a:ext uri="{FF2B5EF4-FFF2-40B4-BE49-F238E27FC236}">
                <a16:creationId xmlns:a16="http://schemas.microsoft.com/office/drawing/2014/main" id="{4F63E0E3-2EA8-450F-ABA0-7A4A3F50A9B5}"/>
              </a:ext>
            </a:extLst>
          </p:cNvPr>
          <p:cNvSpPr/>
          <p:nvPr>
            <p:custDataLst>
              <p:tags r:id="rId11"/>
            </p:custDataLst>
          </p:nvPr>
        </p:nvSpPr>
        <p:spPr bwMode="auto">
          <a:xfrm>
            <a:off x="3950947" y="1823448"/>
            <a:ext cx="2475912"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N=210</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17" name="Isosceles Triangle 16">
            <a:extLst>
              <a:ext uri="{FF2B5EF4-FFF2-40B4-BE49-F238E27FC236}">
                <a16:creationId xmlns:a16="http://schemas.microsoft.com/office/drawing/2014/main" id="{EECD3CB9-C281-44DF-8100-73C1304D0FD3}"/>
              </a:ext>
            </a:extLst>
          </p:cNvPr>
          <p:cNvSpPr/>
          <p:nvPr/>
        </p:nvSpPr>
        <p:spPr>
          <a:xfrm>
            <a:off x="522274" y="3849055"/>
            <a:ext cx="72000" cy="72000"/>
          </a:xfrm>
          <a:prstGeom prst="triangle">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GB" sz="1400" err="1">
              <a:solidFill>
                <a:srgbClr val="000000"/>
              </a:solidFill>
              <a:latin typeface="BISansCond"/>
            </a:endParaRPr>
          </a:p>
        </p:txBody>
      </p:sp>
      <p:sp>
        <p:nvSpPr>
          <p:cNvPr id="132" name="Rectangle 131">
            <a:extLst>
              <a:ext uri="{FF2B5EF4-FFF2-40B4-BE49-F238E27FC236}">
                <a16:creationId xmlns:a16="http://schemas.microsoft.com/office/drawing/2014/main" id="{1F42F99F-36E1-4311-97D1-D884145ACF4C}"/>
              </a:ext>
            </a:extLst>
          </p:cNvPr>
          <p:cNvSpPr/>
          <p:nvPr/>
        </p:nvSpPr>
        <p:spPr>
          <a:xfrm>
            <a:off x="327854" y="3893395"/>
            <a:ext cx="492444"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MR Sub</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08" name="Isosceles Triangle 16">
            <a:extLst>
              <a:ext uri="{FF2B5EF4-FFF2-40B4-BE49-F238E27FC236}">
                <a16:creationId xmlns:a16="http://schemas.microsoft.com/office/drawing/2014/main" id="{390E7CD3-3668-4C26-BC91-6B0315FC41F4}"/>
              </a:ext>
            </a:extLst>
          </p:cNvPr>
          <p:cNvSpPr/>
          <p:nvPr/>
        </p:nvSpPr>
        <p:spPr>
          <a:xfrm>
            <a:off x="863229" y="3851712"/>
            <a:ext cx="72000" cy="72000"/>
          </a:xfrm>
          <a:prstGeom prst="triangle">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GB" sz="1400" err="1">
              <a:solidFill>
                <a:srgbClr val="000000"/>
              </a:solidFill>
              <a:latin typeface="BISansCond"/>
            </a:endParaRPr>
          </a:p>
        </p:txBody>
      </p:sp>
      <p:sp>
        <p:nvSpPr>
          <p:cNvPr id="115" name="Rectangle 131">
            <a:extLst>
              <a:ext uri="{FF2B5EF4-FFF2-40B4-BE49-F238E27FC236}">
                <a16:creationId xmlns:a16="http://schemas.microsoft.com/office/drawing/2014/main" id="{34852BE7-ED18-41A7-987A-9CB34FB4DEF9}"/>
              </a:ext>
            </a:extLst>
          </p:cNvPr>
          <p:cNvSpPr/>
          <p:nvPr/>
        </p:nvSpPr>
        <p:spPr>
          <a:xfrm>
            <a:off x="717372" y="3901731"/>
            <a:ext cx="325731"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WR</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92" name="OTLSHAPE_T_e17f3958430f4cff8650518c93c7635e_StartDate">
            <a:extLst>
              <a:ext uri="{FF2B5EF4-FFF2-40B4-BE49-F238E27FC236}">
                <a16:creationId xmlns:a16="http://schemas.microsoft.com/office/drawing/2014/main" id="{1FA7D839-5652-42B8-A554-C3F740C50D96}"/>
              </a:ext>
            </a:extLst>
          </p:cNvPr>
          <p:cNvSpPr txBox="1"/>
          <p:nvPr>
            <p:custDataLst>
              <p:tags r:id="rId12"/>
            </p:custDataLst>
          </p:nvPr>
        </p:nvSpPr>
        <p:spPr>
          <a:xfrm>
            <a:off x="805530" y="3542548"/>
            <a:ext cx="242502" cy="18466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sz="600"/>
              <a:t>Dec </a:t>
            </a:r>
          </a:p>
          <a:p>
            <a:pPr defTabSz="914288">
              <a:defRPr/>
            </a:pPr>
            <a:r>
              <a:rPr lang="en-US" altLang="zh-CN" sz="600"/>
              <a:t>2021</a:t>
            </a:r>
            <a:endParaRPr lang="zh-CN" altLang="en-US" sz="600"/>
          </a:p>
        </p:txBody>
      </p:sp>
      <p:sp>
        <p:nvSpPr>
          <p:cNvPr id="93" name="Rectangle 92">
            <a:extLst>
              <a:ext uri="{FF2B5EF4-FFF2-40B4-BE49-F238E27FC236}">
                <a16:creationId xmlns:a16="http://schemas.microsoft.com/office/drawing/2014/main" id="{C76994BD-01DF-4AE2-A51C-911B716811AF}"/>
              </a:ext>
            </a:extLst>
          </p:cNvPr>
          <p:cNvSpPr/>
          <p:nvPr/>
        </p:nvSpPr>
        <p:spPr>
          <a:xfrm>
            <a:off x="1888159" y="2900515"/>
            <a:ext cx="400874"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99" name="TextBox 98">
            <a:extLst>
              <a:ext uri="{FF2B5EF4-FFF2-40B4-BE49-F238E27FC236}">
                <a16:creationId xmlns:a16="http://schemas.microsoft.com/office/drawing/2014/main" id="{D11E8C8E-EA83-4AF2-B5EA-9A0D5FDC196B}"/>
              </a:ext>
            </a:extLst>
          </p:cNvPr>
          <p:cNvSpPr txBox="1"/>
          <p:nvPr/>
        </p:nvSpPr>
        <p:spPr>
          <a:xfrm>
            <a:off x="941712" y="4452724"/>
            <a:ext cx="2727702" cy="357545"/>
          </a:xfrm>
          <a:prstGeom prst="round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171430" indent="-171430" defTabSz="1219019">
              <a:spcBef>
                <a:spcPts val="400"/>
              </a:spcBef>
              <a:buFont typeface="Arial" panose="020B0604020202020204" pitchFamily="34" charset="0"/>
              <a:buChar char="•"/>
              <a:defRPr/>
            </a:pPr>
            <a:r>
              <a:rPr lang="en-US" altLang="zh-CN" sz="700">
                <a:solidFill>
                  <a:schemeClr val="tx1"/>
                </a:solidFill>
                <a:latin typeface="BISans" panose="02000503040000020004" pitchFamily="2" charset="0"/>
              </a:rPr>
              <a:t>CTA submission for Ph2b moved from Sep 2024 to May 2025, to reduce  early frontloading activities until the key results of the </a:t>
            </a:r>
            <a:r>
              <a:rPr lang="en-US" altLang="zh-CN" sz="700" err="1">
                <a:solidFill>
                  <a:schemeClr val="tx1"/>
                </a:solidFill>
                <a:latin typeface="BISans" panose="02000503040000020004" pitchFamily="2" charset="0"/>
              </a:rPr>
              <a:t>PoCP</a:t>
            </a:r>
            <a:r>
              <a:rPr lang="en-US" altLang="zh-CN" sz="700">
                <a:solidFill>
                  <a:schemeClr val="tx1"/>
                </a:solidFill>
                <a:latin typeface="BISans" panose="02000503040000020004" pitchFamily="2" charset="0"/>
              </a:rPr>
              <a:t> trial becomes available. (Jul-Aug 2024)</a:t>
            </a:r>
          </a:p>
        </p:txBody>
      </p:sp>
      <p:sp>
        <p:nvSpPr>
          <p:cNvPr id="100" name="Rechteck 85">
            <a:extLst>
              <a:ext uri="{FF2B5EF4-FFF2-40B4-BE49-F238E27FC236}">
                <a16:creationId xmlns:a16="http://schemas.microsoft.com/office/drawing/2014/main" id="{BB730A7E-323C-4B8A-AEC8-36B23B68DA3C}"/>
              </a:ext>
            </a:extLst>
          </p:cNvPr>
          <p:cNvSpPr/>
          <p:nvPr/>
        </p:nvSpPr>
        <p:spPr>
          <a:xfrm>
            <a:off x="3273670" y="2194122"/>
            <a:ext cx="635982" cy="369332"/>
          </a:xfrm>
          <a:prstGeom prst="rect">
            <a:avLst/>
          </a:prstGeom>
        </p:spPr>
        <p:txBody>
          <a:bodyPr wrap="square">
            <a:spAutoFit/>
          </a:bodyPr>
          <a:lstStyle/>
          <a:p>
            <a:pPr algn="ctr" defTabSz="914288">
              <a:defRPr/>
            </a:pPr>
            <a:r>
              <a:rPr lang="en-US" sz="600" b="1">
                <a:solidFill>
                  <a:srgbClr val="44546A"/>
                </a:solidFill>
                <a:latin typeface="Calibri" panose="020F0502020204030204" pitchFamily="34" charset="0"/>
              </a:rPr>
              <a:t>CTA sub</a:t>
            </a:r>
          </a:p>
          <a:p>
            <a:pPr algn="ctr" defTabSz="914288">
              <a:defRPr/>
            </a:pPr>
            <a:r>
              <a:rPr lang="en-US" sz="600" b="1" strike="sngStrike">
                <a:solidFill>
                  <a:srgbClr val="44546A"/>
                </a:solidFill>
                <a:latin typeface="Calibri" panose="020F0502020204030204" pitchFamily="34" charset="0"/>
              </a:rPr>
              <a:t>Sep </a:t>
            </a:r>
            <a:r>
              <a:rPr lang="en-US" altLang="zh-CN" sz="600" b="1" strike="sngStrike">
                <a:solidFill>
                  <a:srgbClr val="44546A"/>
                </a:solidFill>
                <a:latin typeface="Calibri" panose="020F0502020204030204" pitchFamily="34" charset="0"/>
              </a:rPr>
              <a:t>2024 </a:t>
            </a:r>
          </a:p>
          <a:p>
            <a:pPr algn="ctr" defTabSz="914288">
              <a:defRPr/>
            </a:pPr>
            <a:r>
              <a:rPr lang="en-US" sz="600" b="1">
                <a:solidFill>
                  <a:srgbClr val="FF0000"/>
                </a:solidFill>
                <a:latin typeface="Calibri" panose="020F0502020204030204" pitchFamily="34" charset="0"/>
              </a:rPr>
              <a:t>May 2025</a:t>
            </a:r>
          </a:p>
        </p:txBody>
      </p:sp>
      <p:sp>
        <p:nvSpPr>
          <p:cNvPr id="103" name="5-Point Star 36">
            <a:extLst>
              <a:ext uri="{FF2B5EF4-FFF2-40B4-BE49-F238E27FC236}">
                <a16:creationId xmlns:a16="http://schemas.microsoft.com/office/drawing/2014/main" id="{3FD22029-9C44-419C-B2F8-B81A3F046A71}"/>
              </a:ext>
            </a:extLst>
          </p:cNvPr>
          <p:cNvSpPr/>
          <p:nvPr/>
        </p:nvSpPr>
        <p:spPr>
          <a:xfrm>
            <a:off x="3536730" y="2041762"/>
            <a:ext cx="143062" cy="134102"/>
          </a:xfrm>
          <a:prstGeom prst="star5">
            <a:avLst>
              <a:gd name="adj" fmla="val 15800"/>
              <a:gd name="hf" fmla="val 105146"/>
              <a:gd name="vf" fmla="val 110557"/>
            </a:avLst>
          </a:prstGeom>
          <a:solidFill>
            <a:srgbClr val="FF0000"/>
          </a:solidFill>
          <a:ln w="25400" cap="flat" cmpd="sng" algn="ctr">
            <a:noFill/>
            <a:prstDash val="solid"/>
          </a:ln>
          <a:effectLst/>
        </p:spPr>
        <p:txBody>
          <a:bodyPr rtlCol="0" anchor="ctr"/>
          <a:lstStyle/>
          <a:p>
            <a:pPr algn="ctr" defTabSz="914265">
              <a:defRPr/>
            </a:pPr>
            <a:endParaRPr lang="en-US" sz="750">
              <a:solidFill>
                <a:srgbClr val="000000"/>
              </a:solidFill>
              <a:latin typeface="BISansNEXTCond" panose="02000506040000020004" pitchFamily="50" charset="0"/>
            </a:endParaRPr>
          </a:p>
        </p:txBody>
      </p:sp>
      <p:sp>
        <p:nvSpPr>
          <p:cNvPr id="104" name="Rectangle 103">
            <a:extLst>
              <a:ext uri="{FF2B5EF4-FFF2-40B4-BE49-F238E27FC236}">
                <a16:creationId xmlns:a16="http://schemas.microsoft.com/office/drawing/2014/main" id="{02E58887-B3EA-40E7-B357-0C5CAB72BABC}"/>
              </a:ext>
            </a:extLst>
          </p:cNvPr>
          <p:cNvSpPr/>
          <p:nvPr/>
        </p:nvSpPr>
        <p:spPr>
          <a:xfrm>
            <a:off x="3893518" y="2728634"/>
            <a:ext cx="174251" cy="180960"/>
          </a:xfrm>
          <a:prstGeom prst="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a:lnSpc>
                <a:spcPct val="70000"/>
              </a:lnSpc>
              <a:defRPr/>
            </a:pPr>
            <a:endParaRPr lang="zh-CN" altLang="en-US" sz="700" b="1" spc="-5">
              <a:solidFill>
                <a:srgbClr val="000000"/>
              </a:solidFill>
              <a:latin typeface="Calibri" panose="020F0502020204030204" pitchFamily="34" charset="0"/>
            </a:endParaRPr>
          </a:p>
        </p:txBody>
      </p:sp>
      <p:sp>
        <p:nvSpPr>
          <p:cNvPr id="114" name="矩形 20">
            <a:extLst>
              <a:ext uri="{FF2B5EF4-FFF2-40B4-BE49-F238E27FC236}">
                <a16:creationId xmlns:a16="http://schemas.microsoft.com/office/drawing/2014/main" id="{C087434B-ADD8-44FC-BE9E-202734CBCB1D}"/>
              </a:ext>
            </a:extLst>
          </p:cNvPr>
          <p:cNvSpPr/>
          <p:nvPr/>
        </p:nvSpPr>
        <p:spPr>
          <a:xfrm>
            <a:off x="4138338" y="3716244"/>
            <a:ext cx="1607514" cy="21031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China Ph2 1425.4 recruitment wind.  17~20m</a:t>
            </a:r>
          </a:p>
        </p:txBody>
      </p:sp>
      <p:sp>
        <p:nvSpPr>
          <p:cNvPr id="121" name="5-Point Star 36">
            <a:extLst>
              <a:ext uri="{FF2B5EF4-FFF2-40B4-BE49-F238E27FC236}">
                <a16:creationId xmlns:a16="http://schemas.microsoft.com/office/drawing/2014/main" id="{DB17CDCC-A711-4BE3-8523-C5F54659122B}"/>
              </a:ext>
            </a:extLst>
          </p:cNvPr>
          <p:cNvSpPr/>
          <p:nvPr/>
        </p:nvSpPr>
        <p:spPr>
          <a:xfrm>
            <a:off x="3673620" y="3622030"/>
            <a:ext cx="143062" cy="134102"/>
          </a:xfrm>
          <a:prstGeom prst="star5">
            <a:avLst/>
          </a:prstGeom>
          <a:solidFill>
            <a:schemeClr val="tx1"/>
          </a:solidFill>
          <a:ln w="25400" cap="flat" cmpd="sng" algn="ctr">
            <a:noFill/>
            <a:prstDash val="solid"/>
          </a:ln>
          <a:effectLst/>
        </p:spPr>
        <p:txBody>
          <a:bodyPr rtlCol="0" anchor="ctr"/>
          <a:lstStyle/>
          <a:p>
            <a:pPr algn="ctr" defTabSz="914265">
              <a:defRPr/>
            </a:pPr>
            <a:endParaRPr lang="en-US" sz="750">
              <a:solidFill>
                <a:srgbClr val="000000"/>
              </a:solidFill>
              <a:latin typeface="BISansNEXTCond" panose="02000506040000020004" pitchFamily="50" charset="0"/>
            </a:endParaRPr>
          </a:p>
        </p:txBody>
      </p:sp>
      <p:sp>
        <p:nvSpPr>
          <p:cNvPr id="130" name="矩形 20">
            <a:extLst>
              <a:ext uri="{FF2B5EF4-FFF2-40B4-BE49-F238E27FC236}">
                <a16:creationId xmlns:a16="http://schemas.microsoft.com/office/drawing/2014/main" id="{E8BC0BFC-B7D4-42E4-9A6A-4BDCFDC5236D}"/>
              </a:ext>
            </a:extLst>
          </p:cNvPr>
          <p:cNvSpPr/>
          <p:nvPr/>
        </p:nvSpPr>
        <p:spPr>
          <a:xfrm>
            <a:off x="3773974" y="3710037"/>
            <a:ext cx="198524" cy="249401"/>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a:t>
            </a:r>
          </a:p>
        </p:txBody>
      </p:sp>
      <p:sp>
        <p:nvSpPr>
          <p:cNvPr id="139" name="Isosceles Triangle 138">
            <a:extLst>
              <a:ext uri="{FF2B5EF4-FFF2-40B4-BE49-F238E27FC236}">
                <a16:creationId xmlns:a16="http://schemas.microsoft.com/office/drawing/2014/main" id="{C8B3A2F4-6671-4079-B5C4-FA83E993CDE1}"/>
              </a:ext>
            </a:extLst>
          </p:cNvPr>
          <p:cNvSpPr/>
          <p:nvPr/>
        </p:nvSpPr>
        <p:spPr>
          <a:xfrm rot="10800000">
            <a:off x="4020509" y="2595836"/>
            <a:ext cx="92539" cy="91791"/>
          </a:xfrm>
          <a:prstGeom prst="triangle">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zh-CN" altLang="en-US" sz="1400" err="1">
              <a:solidFill>
                <a:srgbClr val="000000"/>
              </a:solidFill>
              <a:latin typeface="BISansOpti"/>
            </a:endParaRPr>
          </a:p>
        </p:txBody>
      </p:sp>
      <p:sp>
        <p:nvSpPr>
          <p:cNvPr id="140" name="TextBox 139">
            <a:extLst>
              <a:ext uri="{FF2B5EF4-FFF2-40B4-BE49-F238E27FC236}">
                <a16:creationId xmlns:a16="http://schemas.microsoft.com/office/drawing/2014/main" id="{9CBD3BA2-DC90-4A15-888F-95C75C2D9322}"/>
              </a:ext>
            </a:extLst>
          </p:cNvPr>
          <p:cNvSpPr txBox="1"/>
          <p:nvPr/>
        </p:nvSpPr>
        <p:spPr>
          <a:xfrm>
            <a:off x="4111968" y="2594703"/>
            <a:ext cx="963405" cy="92333"/>
          </a:xfrm>
          <a:prstGeom prst="rect">
            <a:avLst/>
          </a:prstGeom>
          <a:noFill/>
        </p:spPr>
        <p:txBody>
          <a:bodyPr wrap="none" lIns="0" tIns="0" rIns="0" bIns="0" rtlCol="0">
            <a:spAutoFit/>
          </a:bodyPr>
          <a:lstStyle/>
          <a:p>
            <a:pPr defTabSz="914288">
              <a:defRPr/>
            </a:pPr>
            <a:r>
              <a:rPr lang="en-US" altLang="zh-CN" sz="600">
                <a:solidFill>
                  <a:srgbClr val="000000"/>
                </a:solidFill>
                <a:latin typeface="BISansOpti"/>
              </a:rPr>
              <a:t>Chinese HV PK data available</a:t>
            </a:r>
          </a:p>
        </p:txBody>
      </p:sp>
      <p:sp>
        <p:nvSpPr>
          <p:cNvPr id="141" name="Rectangle 140">
            <a:extLst>
              <a:ext uri="{FF2B5EF4-FFF2-40B4-BE49-F238E27FC236}">
                <a16:creationId xmlns:a16="http://schemas.microsoft.com/office/drawing/2014/main" id="{70110C93-C0EA-49DF-8806-13C4379A91A6}"/>
              </a:ext>
            </a:extLst>
          </p:cNvPr>
          <p:cNvSpPr/>
          <p:nvPr/>
        </p:nvSpPr>
        <p:spPr>
          <a:xfrm>
            <a:off x="3966950" y="3705552"/>
            <a:ext cx="178749" cy="26362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288">
              <a:defRPr/>
            </a:pPr>
            <a:endParaRPr lang="zh-CN" altLang="en-US" sz="150">
              <a:solidFill>
                <a:srgbClr val="FF0000"/>
              </a:solidFill>
              <a:latin typeface="BISans" panose="02000503040000020004" pitchFamily="2" charset="0"/>
            </a:endParaRPr>
          </a:p>
        </p:txBody>
      </p:sp>
      <p:sp>
        <p:nvSpPr>
          <p:cNvPr id="143" name="矩形 20">
            <a:extLst>
              <a:ext uri="{FF2B5EF4-FFF2-40B4-BE49-F238E27FC236}">
                <a16:creationId xmlns:a16="http://schemas.microsoft.com/office/drawing/2014/main" id="{E0AB2F68-1A6F-4613-81AA-412A2980584A}"/>
              </a:ext>
            </a:extLst>
          </p:cNvPr>
          <p:cNvSpPr/>
          <p:nvPr/>
        </p:nvSpPr>
        <p:spPr>
          <a:xfrm>
            <a:off x="3759304" y="3294141"/>
            <a:ext cx="373772" cy="19202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CTA Review + EC + HGRAC + 1</a:t>
            </a:r>
            <a:r>
              <a:rPr lang="en-US" altLang="zh-CN" sz="450" b="1" baseline="30000">
                <a:solidFill>
                  <a:srgbClr val="000000"/>
                </a:solidFill>
                <a:latin typeface="BISansCond"/>
              </a:rPr>
              <a:t>st</a:t>
            </a:r>
            <a:r>
              <a:rPr lang="en-US" altLang="zh-CN" sz="450" b="1">
                <a:solidFill>
                  <a:srgbClr val="000000"/>
                </a:solidFill>
                <a:latin typeface="BISansCond"/>
              </a:rPr>
              <a:t> SIV (6m)</a:t>
            </a:r>
            <a:r>
              <a:rPr lang="en-US" altLang="zh-CN" sz="450" b="1">
                <a:solidFill>
                  <a:srgbClr val="000000"/>
                </a:solidFill>
                <a:latin typeface="Verdana" charset="0"/>
                <a:ea typeface="宋体" panose="02010600030101010101" pitchFamily="2" charset="-122"/>
              </a:rPr>
              <a:t> </a:t>
            </a:r>
          </a:p>
        </p:txBody>
      </p:sp>
      <p:sp>
        <p:nvSpPr>
          <p:cNvPr id="144" name="矩形 20">
            <a:extLst>
              <a:ext uri="{FF2B5EF4-FFF2-40B4-BE49-F238E27FC236}">
                <a16:creationId xmlns:a16="http://schemas.microsoft.com/office/drawing/2014/main" id="{FCF88BB6-3BDE-49E8-A64F-CF688A7AC12F}"/>
              </a:ext>
            </a:extLst>
          </p:cNvPr>
          <p:cNvSpPr/>
          <p:nvPr/>
        </p:nvSpPr>
        <p:spPr>
          <a:xfrm>
            <a:off x="4138340" y="3315592"/>
            <a:ext cx="1601963"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China Ph2 1425.4 recruitment wind.  ~20m</a:t>
            </a:r>
          </a:p>
        </p:txBody>
      </p:sp>
      <p:sp>
        <p:nvSpPr>
          <p:cNvPr id="145" name="5-Point Star 36">
            <a:extLst>
              <a:ext uri="{FF2B5EF4-FFF2-40B4-BE49-F238E27FC236}">
                <a16:creationId xmlns:a16="http://schemas.microsoft.com/office/drawing/2014/main" id="{E8987277-390D-4C73-9111-B3F37848D49E}"/>
              </a:ext>
            </a:extLst>
          </p:cNvPr>
          <p:cNvSpPr/>
          <p:nvPr/>
        </p:nvSpPr>
        <p:spPr>
          <a:xfrm>
            <a:off x="3662487" y="3228574"/>
            <a:ext cx="143062" cy="134102"/>
          </a:xfrm>
          <a:prstGeom prst="star5">
            <a:avLst/>
          </a:prstGeom>
          <a:solidFill>
            <a:schemeClr val="tx1"/>
          </a:solidFill>
          <a:ln w="25400" cap="flat" cmpd="sng" algn="ctr">
            <a:noFill/>
            <a:prstDash val="solid"/>
          </a:ln>
          <a:effectLst/>
        </p:spPr>
        <p:txBody>
          <a:bodyPr rtlCol="0" anchor="ctr"/>
          <a:lstStyle/>
          <a:p>
            <a:pPr algn="ctr" defTabSz="914265">
              <a:defRPr/>
            </a:pPr>
            <a:endParaRPr lang="en-US" sz="750">
              <a:solidFill>
                <a:srgbClr val="000000"/>
              </a:solidFill>
              <a:latin typeface="BISansNEXTCond" panose="02000506040000020004" pitchFamily="50" charset="0"/>
            </a:endParaRPr>
          </a:p>
        </p:txBody>
      </p:sp>
      <p:sp>
        <p:nvSpPr>
          <p:cNvPr id="146" name="矩形 20">
            <a:extLst>
              <a:ext uri="{FF2B5EF4-FFF2-40B4-BE49-F238E27FC236}">
                <a16:creationId xmlns:a16="http://schemas.microsoft.com/office/drawing/2014/main" id="{BE1EEA03-C53D-40B3-8DF9-EB7F206C0A7F}"/>
              </a:ext>
            </a:extLst>
          </p:cNvPr>
          <p:cNvSpPr/>
          <p:nvPr/>
        </p:nvSpPr>
        <p:spPr>
          <a:xfrm>
            <a:off x="5745853" y="3306448"/>
            <a:ext cx="637461" cy="210312"/>
          </a:xfrm>
          <a:prstGeom prst="rect">
            <a:avLst/>
          </a:prstGeom>
          <a:pattFill prst="pct60">
            <a:fgClr>
              <a:srgbClr val="D4F5E3"/>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r>
              <a:rPr lang="en-US" altLang="zh-CN" sz="800" b="1">
                <a:solidFill>
                  <a:srgbClr val="000000"/>
                </a:solidFill>
                <a:latin typeface="Calibri" panose="020F0502020204030204" pitchFamily="34" charset="0"/>
                <a:cs typeface="Calibri" panose="020F0502020204030204" pitchFamily="34" charset="0"/>
              </a:rPr>
              <a:t>LSS-LSC</a:t>
            </a:r>
          </a:p>
        </p:txBody>
      </p:sp>
      <p:sp>
        <p:nvSpPr>
          <p:cNvPr id="148" name="TextBox 147">
            <a:extLst>
              <a:ext uri="{FF2B5EF4-FFF2-40B4-BE49-F238E27FC236}">
                <a16:creationId xmlns:a16="http://schemas.microsoft.com/office/drawing/2014/main" id="{6DE88DAD-2FA1-4C68-802F-4B891A578146}"/>
              </a:ext>
            </a:extLst>
          </p:cNvPr>
          <p:cNvSpPr txBox="1"/>
          <p:nvPr/>
        </p:nvSpPr>
        <p:spPr>
          <a:xfrm>
            <a:off x="3899679" y="4765508"/>
            <a:ext cx="1454608" cy="369332"/>
          </a:xfrm>
          <a:prstGeom prst="rect">
            <a:avLst/>
          </a:prstGeom>
          <a:noFill/>
        </p:spPr>
        <p:txBody>
          <a:bodyPr wrap="square">
            <a:spAutoFit/>
          </a:bodyPr>
          <a:lstStyle/>
          <a:p>
            <a:pPr defTabSz="914288">
              <a:defRPr/>
            </a:pPr>
            <a:r>
              <a:rPr lang="en-US" altLang="zh-CN" sz="600">
                <a:solidFill>
                  <a:srgbClr val="000000"/>
                </a:solidFill>
                <a:latin typeface="BISans" panose="02000503040000020004" pitchFamily="2" charset="0"/>
              </a:rPr>
              <a:t>(</a:t>
            </a:r>
            <a:r>
              <a:rPr lang="en-US" altLang="zh-CN" sz="600">
                <a:solidFill>
                  <a:srgbClr val="FF0000"/>
                </a:solidFill>
                <a:latin typeface="BISans" panose="02000503040000020004" pitchFamily="2" charset="0"/>
              </a:rPr>
              <a:t>#</a:t>
            </a:r>
            <a:r>
              <a:rPr lang="en-US" altLang="zh-CN" sz="600">
                <a:solidFill>
                  <a:srgbClr val="000000"/>
                </a:solidFill>
                <a:latin typeface="BISans" panose="02000503040000020004" pitchFamily="2" charset="0"/>
              </a:rPr>
              <a:t> additional 1-3m might be needed for another round of EC review on PK data)</a:t>
            </a:r>
            <a:endParaRPr lang="zh-CN" altLang="en-US" sz="1400">
              <a:solidFill>
                <a:srgbClr val="000000"/>
              </a:solidFill>
              <a:latin typeface="BISansOpti"/>
            </a:endParaRPr>
          </a:p>
        </p:txBody>
      </p:sp>
      <p:sp>
        <p:nvSpPr>
          <p:cNvPr id="170" name="Oval 169">
            <a:extLst>
              <a:ext uri="{FF2B5EF4-FFF2-40B4-BE49-F238E27FC236}">
                <a16:creationId xmlns:a16="http://schemas.microsoft.com/office/drawing/2014/main" id="{912E6E0F-1853-4598-81E8-FBD5D1F2FFC2}"/>
              </a:ext>
            </a:extLst>
          </p:cNvPr>
          <p:cNvSpPr/>
          <p:nvPr/>
        </p:nvSpPr>
        <p:spPr>
          <a:xfrm>
            <a:off x="1215921" y="3277056"/>
            <a:ext cx="144000" cy="144000"/>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r>
              <a:rPr lang="en-US" sz="800">
                <a:solidFill>
                  <a:srgbClr val="FFFFFF"/>
                </a:solidFill>
                <a:latin typeface="BISansCond"/>
              </a:rPr>
              <a:t>1</a:t>
            </a:r>
            <a:endParaRPr lang="en-GB" sz="800">
              <a:solidFill>
                <a:srgbClr val="FFFFFF"/>
              </a:solidFill>
              <a:latin typeface="BISansCond"/>
            </a:endParaRPr>
          </a:p>
        </p:txBody>
      </p:sp>
      <p:sp>
        <p:nvSpPr>
          <p:cNvPr id="171" name="TextBox 170">
            <a:extLst>
              <a:ext uri="{FF2B5EF4-FFF2-40B4-BE49-F238E27FC236}">
                <a16:creationId xmlns:a16="http://schemas.microsoft.com/office/drawing/2014/main" id="{10FE3D4D-0D47-41D6-9772-3A8B2FEC1778}"/>
              </a:ext>
            </a:extLst>
          </p:cNvPr>
          <p:cNvSpPr txBox="1"/>
          <p:nvPr/>
        </p:nvSpPr>
        <p:spPr>
          <a:xfrm>
            <a:off x="1346521" y="3203365"/>
            <a:ext cx="960224" cy="338554"/>
          </a:xfrm>
          <a:prstGeom prst="rect">
            <a:avLst/>
          </a:prstGeom>
          <a:noFill/>
        </p:spPr>
        <p:txBody>
          <a:bodyPr wrap="square">
            <a:spAutoFit/>
          </a:bodyPr>
          <a:lstStyle/>
          <a:p>
            <a:pPr defTabSz="914288">
              <a:defRPr/>
            </a:pPr>
            <a:r>
              <a:rPr lang="en-US" altLang="zh-CN" sz="800">
                <a:solidFill>
                  <a:srgbClr val="000000"/>
                </a:solidFill>
                <a:latin typeface="BISansCond"/>
              </a:rPr>
              <a:t>CDE accepts JP </a:t>
            </a:r>
          </a:p>
          <a:p>
            <a:pPr defTabSz="914288">
              <a:defRPr/>
            </a:pPr>
            <a:r>
              <a:rPr lang="en-US" altLang="zh-CN" sz="800">
                <a:solidFill>
                  <a:srgbClr val="000000"/>
                </a:solidFill>
                <a:latin typeface="BISansCond"/>
              </a:rPr>
              <a:t>PK data (Low POS)</a:t>
            </a:r>
            <a:endParaRPr lang="zh-CN" altLang="en-US" sz="800">
              <a:solidFill>
                <a:srgbClr val="000000"/>
              </a:solidFill>
              <a:latin typeface="BISansCond"/>
            </a:endParaRPr>
          </a:p>
        </p:txBody>
      </p:sp>
      <p:sp>
        <p:nvSpPr>
          <p:cNvPr id="174" name="Oval 173">
            <a:extLst>
              <a:ext uri="{FF2B5EF4-FFF2-40B4-BE49-F238E27FC236}">
                <a16:creationId xmlns:a16="http://schemas.microsoft.com/office/drawing/2014/main" id="{00F7B3D4-3E11-464C-ABA2-A2D50602CFC0}"/>
              </a:ext>
            </a:extLst>
          </p:cNvPr>
          <p:cNvSpPr/>
          <p:nvPr/>
        </p:nvSpPr>
        <p:spPr>
          <a:xfrm>
            <a:off x="1200207" y="3710032"/>
            <a:ext cx="144000" cy="144000"/>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r>
              <a:rPr lang="en-US" sz="800">
                <a:solidFill>
                  <a:srgbClr val="FFFFFF"/>
                </a:solidFill>
                <a:latin typeface="BISansCond"/>
              </a:rPr>
              <a:t>2</a:t>
            </a:r>
            <a:endParaRPr lang="en-GB" sz="800">
              <a:solidFill>
                <a:srgbClr val="FFFFFF"/>
              </a:solidFill>
              <a:latin typeface="BISansCond"/>
            </a:endParaRPr>
          </a:p>
        </p:txBody>
      </p:sp>
      <p:sp>
        <p:nvSpPr>
          <p:cNvPr id="175" name="TextBox 174">
            <a:extLst>
              <a:ext uri="{FF2B5EF4-FFF2-40B4-BE49-F238E27FC236}">
                <a16:creationId xmlns:a16="http://schemas.microsoft.com/office/drawing/2014/main" id="{A334370B-FC0A-48B4-B14C-4CEB8E52BAAA}"/>
              </a:ext>
            </a:extLst>
          </p:cNvPr>
          <p:cNvSpPr txBox="1"/>
          <p:nvPr/>
        </p:nvSpPr>
        <p:spPr>
          <a:xfrm>
            <a:off x="1324988" y="3642275"/>
            <a:ext cx="1163419" cy="415498"/>
          </a:xfrm>
          <a:prstGeom prst="rect">
            <a:avLst/>
          </a:prstGeom>
          <a:noFill/>
        </p:spPr>
        <p:txBody>
          <a:bodyPr wrap="square">
            <a:spAutoFit/>
          </a:bodyPr>
          <a:lstStyle/>
          <a:p>
            <a:pPr defTabSz="914288">
              <a:defRPr/>
            </a:pPr>
            <a:r>
              <a:rPr lang="en-US" altLang="zh-CN" sz="700">
                <a:solidFill>
                  <a:srgbClr val="000000"/>
                </a:solidFill>
                <a:latin typeface="BISansCond"/>
              </a:rPr>
              <a:t>Hold Chinese cohort</a:t>
            </a:r>
          </a:p>
          <a:p>
            <a:pPr defTabSz="914288">
              <a:defRPr/>
            </a:pPr>
            <a:r>
              <a:rPr lang="en-US" altLang="zh-CN" sz="700">
                <a:solidFill>
                  <a:srgbClr val="000000"/>
                </a:solidFill>
                <a:latin typeface="BISansCond"/>
              </a:rPr>
              <a:t>after Ph2b CTA feedback</a:t>
            </a:r>
          </a:p>
          <a:p>
            <a:pPr defTabSz="914288">
              <a:defRPr/>
            </a:pPr>
            <a:r>
              <a:rPr lang="en-US" altLang="zh-CN" sz="700">
                <a:solidFill>
                  <a:srgbClr val="000000"/>
                </a:solidFill>
                <a:latin typeface="BISansCond"/>
              </a:rPr>
              <a:t>(</a:t>
            </a:r>
            <a:r>
              <a:rPr lang="en-US" altLang="zh-CN" sz="700">
                <a:solidFill>
                  <a:srgbClr val="9E9C23"/>
                </a:solidFill>
                <a:latin typeface="BISansCond"/>
              </a:rPr>
              <a:t>Agreed by asset team</a:t>
            </a:r>
            <a:r>
              <a:rPr lang="en-US" altLang="zh-CN" sz="700">
                <a:solidFill>
                  <a:srgbClr val="000000"/>
                </a:solidFill>
                <a:latin typeface="BISansCond"/>
              </a:rPr>
              <a:t>)</a:t>
            </a:r>
          </a:p>
        </p:txBody>
      </p:sp>
      <p:sp>
        <p:nvSpPr>
          <p:cNvPr id="21" name="Left Brace 20">
            <a:extLst>
              <a:ext uri="{FF2B5EF4-FFF2-40B4-BE49-F238E27FC236}">
                <a16:creationId xmlns:a16="http://schemas.microsoft.com/office/drawing/2014/main" id="{2F87FEBD-9E2E-44CD-BBC3-AEEFC1B66679}"/>
              </a:ext>
            </a:extLst>
          </p:cNvPr>
          <p:cNvSpPr/>
          <p:nvPr/>
        </p:nvSpPr>
        <p:spPr>
          <a:xfrm>
            <a:off x="1040818" y="3332399"/>
            <a:ext cx="124550" cy="460275"/>
          </a:xfrm>
          <a:prstGeom prst="leftBrace">
            <a:avLst>
              <a:gd name="adj1" fmla="val 8333"/>
              <a:gd name="adj2" fmla="val 15553"/>
            </a:avLst>
          </a:prstGeom>
          <a:ln w="12700">
            <a:solidFill>
              <a:srgbClr val="003366"/>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288">
              <a:defRPr/>
            </a:pPr>
            <a:endParaRPr lang="zh-CN" altLang="en-US">
              <a:solidFill>
                <a:srgbClr val="000000"/>
              </a:solidFill>
              <a:latin typeface="BISansCond"/>
            </a:endParaRPr>
          </a:p>
        </p:txBody>
      </p:sp>
      <p:sp>
        <p:nvSpPr>
          <p:cNvPr id="184" name="OTLSHAPE_T_e17f3958430f4cff8650518c93c7635e_StartDate">
            <a:extLst>
              <a:ext uri="{FF2B5EF4-FFF2-40B4-BE49-F238E27FC236}">
                <a16:creationId xmlns:a16="http://schemas.microsoft.com/office/drawing/2014/main" id="{0B0B25B2-C045-494D-9DF9-BC8283F93224}"/>
              </a:ext>
            </a:extLst>
          </p:cNvPr>
          <p:cNvSpPr txBox="1"/>
          <p:nvPr>
            <p:custDataLst>
              <p:tags r:id="rId13"/>
            </p:custDataLst>
          </p:nvPr>
        </p:nvSpPr>
        <p:spPr>
          <a:xfrm>
            <a:off x="6079546" y="3151759"/>
            <a:ext cx="575402"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Sep 2028</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85" name="Rectangle 184">
            <a:extLst>
              <a:ext uri="{FF2B5EF4-FFF2-40B4-BE49-F238E27FC236}">
                <a16:creationId xmlns:a16="http://schemas.microsoft.com/office/drawing/2014/main" id="{794D14E8-313E-4BAC-B79E-A95872421B81}"/>
              </a:ext>
            </a:extLst>
          </p:cNvPr>
          <p:cNvSpPr/>
          <p:nvPr/>
        </p:nvSpPr>
        <p:spPr>
          <a:xfrm>
            <a:off x="6255462" y="3474088"/>
            <a:ext cx="34176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186" name="Rectangle 185">
            <a:extLst>
              <a:ext uri="{FF2B5EF4-FFF2-40B4-BE49-F238E27FC236}">
                <a16:creationId xmlns:a16="http://schemas.microsoft.com/office/drawing/2014/main" id="{49D9883D-1B68-405E-9BDD-4022B845E210}"/>
              </a:ext>
            </a:extLst>
          </p:cNvPr>
          <p:cNvSpPr/>
          <p:nvPr/>
        </p:nvSpPr>
        <p:spPr>
          <a:xfrm>
            <a:off x="5579155" y="3470070"/>
            <a:ext cx="33054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LPR</a:t>
            </a:r>
            <a:endParaRPr lang="zh-CN" altLang="en-US" sz="750" b="1">
              <a:solidFill>
                <a:srgbClr val="44546A"/>
              </a:solidFill>
              <a:latin typeface="Calibri" panose="020F0502020204030204" pitchFamily="34" charset="0"/>
            </a:endParaRPr>
          </a:p>
        </p:txBody>
      </p:sp>
      <p:sp>
        <p:nvSpPr>
          <p:cNvPr id="187" name="OTLSHAPE_T_e17f3958430f4cff8650518c93c7635e_StartDate">
            <a:extLst>
              <a:ext uri="{FF2B5EF4-FFF2-40B4-BE49-F238E27FC236}">
                <a16:creationId xmlns:a16="http://schemas.microsoft.com/office/drawing/2014/main" id="{C6EBE238-42B3-4270-B570-786024E3F5C2}"/>
              </a:ext>
            </a:extLst>
          </p:cNvPr>
          <p:cNvSpPr txBox="1"/>
          <p:nvPr>
            <p:custDataLst>
              <p:tags r:id="rId14"/>
            </p:custDataLst>
          </p:nvPr>
        </p:nvSpPr>
        <p:spPr>
          <a:xfrm>
            <a:off x="5220013" y="3151759"/>
            <a:ext cx="575402" cy="115416"/>
          </a:xfrm>
          <a:prstGeom prst="rect">
            <a:avLst/>
          </a:prstGeom>
          <a:noFill/>
        </p:spPr>
        <p:txBody>
          <a:bodyPr vert="horz" wrap="square" lIns="0" tIns="0" rIns="0" bIns="0" rtlCol="0" anchor="ctr" anchorCtr="0">
            <a:spAutoFit/>
          </a:bodyPr>
          <a:lstStyle/>
          <a:p>
            <a:pPr algn="ctr" defTabSz="914288">
              <a:defRPr/>
            </a:pPr>
            <a:r>
              <a:rPr lang="en-US" altLang="zh-CN" sz="750" b="1">
                <a:solidFill>
                  <a:srgbClr val="44546A"/>
                </a:solidFill>
                <a:latin typeface="Calibri" panose="020F0502020204030204" pitchFamily="34" charset="0"/>
                <a:cs typeface="Calibri" panose="020F0502020204030204" pitchFamily="34" charset="0"/>
              </a:rPr>
              <a:t> Sep  2027</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25" name="TextBox 124">
            <a:extLst>
              <a:ext uri="{FF2B5EF4-FFF2-40B4-BE49-F238E27FC236}">
                <a16:creationId xmlns:a16="http://schemas.microsoft.com/office/drawing/2014/main" id="{818F6090-B0DB-410C-B9C3-839145EB000E}"/>
              </a:ext>
            </a:extLst>
          </p:cNvPr>
          <p:cNvSpPr txBox="1"/>
          <p:nvPr/>
        </p:nvSpPr>
        <p:spPr>
          <a:xfrm>
            <a:off x="3273671" y="3151759"/>
            <a:ext cx="749603" cy="115416"/>
          </a:xfrm>
          <a:prstGeom prst="rect">
            <a:avLst/>
          </a:prstGeom>
          <a:noFill/>
        </p:spPr>
        <p:txBody>
          <a:bodyPr vert="horz" wrap="square" lIns="0" tIns="0" rIns="0" bIns="0" rtlCol="0" anchor="t"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88">
              <a:defRPr/>
            </a:pPr>
            <a:r>
              <a:rPr lang="en-US" altLang="zh-CN">
                <a:solidFill>
                  <a:srgbClr val="FF0000"/>
                </a:solidFill>
              </a:rPr>
              <a:t>May 2025 </a:t>
            </a:r>
            <a:endParaRPr lang="zh-CN" altLang="en-US">
              <a:solidFill>
                <a:srgbClr val="FF0000"/>
              </a:solidFill>
            </a:endParaRPr>
          </a:p>
        </p:txBody>
      </p:sp>
      <p:sp>
        <p:nvSpPr>
          <p:cNvPr id="126" name="TextBox 125">
            <a:extLst>
              <a:ext uri="{FF2B5EF4-FFF2-40B4-BE49-F238E27FC236}">
                <a16:creationId xmlns:a16="http://schemas.microsoft.com/office/drawing/2014/main" id="{51D562F0-9766-4D79-9645-120EF4B974BB}"/>
              </a:ext>
            </a:extLst>
          </p:cNvPr>
          <p:cNvSpPr txBox="1"/>
          <p:nvPr/>
        </p:nvSpPr>
        <p:spPr>
          <a:xfrm>
            <a:off x="4006068" y="3151763"/>
            <a:ext cx="411138"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88">
              <a:defRPr/>
            </a:pPr>
            <a:r>
              <a:rPr lang="en-US" altLang="zh-CN"/>
              <a:t>Nov 2025</a:t>
            </a:r>
            <a:endParaRPr lang="zh-CN" altLang="en-US"/>
          </a:p>
        </p:txBody>
      </p:sp>
      <p:cxnSp>
        <p:nvCxnSpPr>
          <p:cNvPr id="6" name="Connector: Elbow 5">
            <a:extLst>
              <a:ext uri="{FF2B5EF4-FFF2-40B4-BE49-F238E27FC236}">
                <a16:creationId xmlns:a16="http://schemas.microsoft.com/office/drawing/2014/main" id="{6E149423-07A1-42A4-9FCD-34F798736588}"/>
              </a:ext>
            </a:extLst>
          </p:cNvPr>
          <p:cNvCxnSpPr>
            <a:cxnSpLocks/>
          </p:cNvCxnSpPr>
          <p:nvPr/>
        </p:nvCxnSpPr>
        <p:spPr>
          <a:xfrm rot="16200000" flipH="1">
            <a:off x="3674135" y="3273859"/>
            <a:ext cx="882095" cy="118435"/>
          </a:xfrm>
          <a:prstGeom prst="bentConnector3">
            <a:avLst>
              <a:gd name="adj1" fmla="val 50000"/>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111" name="OTLSHAPE_T_e17f3958430f4cff8650518c93c7635e_StartDate">
            <a:extLst>
              <a:ext uri="{FF2B5EF4-FFF2-40B4-BE49-F238E27FC236}">
                <a16:creationId xmlns:a16="http://schemas.microsoft.com/office/drawing/2014/main" id="{811AE4EA-2B1C-41E2-A724-E1CC12C58BC0}"/>
              </a:ext>
            </a:extLst>
          </p:cNvPr>
          <p:cNvSpPr txBox="1"/>
          <p:nvPr>
            <p:custDataLst>
              <p:tags r:id="rId15"/>
            </p:custDataLst>
          </p:nvPr>
        </p:nvSpPr>
        <p:spPr>
          <a:xfrm>
            <a:off x="5760819" y="2069411"/>
            <a:ext cx="511967"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solidFill>
                  <a:schemeClr val="tx1"/>
                </a:solidFill>
              </a:rPr>
              <a:t>Jun 2028</a:t>
            </a:r>
            <a:endParaRPr lang="zh-CN" altLang="en-US">
              <a:solidFill>
                <a:schemeClr val="tx1"/>
              </a:solidFill>
            </a:endParaRPr>
          </a:p>
        </p:txBody>
      </p:sp>
      <p:sp>
        <p:nvSpPr>
          <p:cNvPr id="127" name="TextBox 126">
            <a:extLst>
              <a:ext uri="{FF2B5EF4-FFF2-40B4-BE49-F238E27FC236}">
                <a16:creationId xmlns:a16="http://schemas.microsoft.com/office/drawing/2014/main" id="{43CAFE49-3B92-45D6-9EA8-9BC3CD6DD014}"/>
              </a:ext>
            </a:extLst>
          </p:cNvPr>
          <p:cNvSpPr txBox="1"/>
          <p:nvPr/>
        </p:nvSpPr>
        <p:spPr>
          <a:xfrm>
            <a:off x="3698834" y="3698609"/>
            <a:ext cx="330540" cy="307777"/>
          </a:xfrm>
          <a:prstGeom prst="rect">
            <a:avLst/>
          </a:prstGeom>
          <a:no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38576" tIns="19289" rIns="38576" bIns="19289" numCol="1" rtlCol="0" anchor="ctr" anchorCtr="0" compatLnSpc="1">
            <a:prstTxWarp prst="textNoShape">
              <a:avLst/>
            </a:prstTxWarp>
          </a:bodyPr>
          <a:lstStyle>
            <a:defPPr>
              <a:defRPr lang="de-DE"/>
            </a:defPPr>
            <a:lvl1pPr algn="ctr" defTabSz="685784" eaLnBrk="0" fontAlgn="base" hangingPunct="0">
              <a:spcBef>
                <a:spcPct val="0"/>
              </a:spcBef>
              <a:spcAft>
                <a:spcPct val="0"/>
              </a:spcAft>
              <a:defRPr kumimoji="0" sz="450" b="1" i="0" u="none" strike="noStrike" cap="none" spc="0" normalizeH="0" baseline="0">
                <a:ln>
                  <a:noFill/>
                </a:ln>
                <a:solidFill>
                  <a:srgbClr val="000000"/>
                </a:solidFill>
                <a:effectLst/>
                <a:uLnTx/>
                <a:uFillTx/>
                <a:latin typeface="BISansCond"/>
              </a:defRPr>
            </a:lvl1pPr>
          </a:lstStyle>
          <a:p>
            <a:pPr defTabSz="685716">
              <a:defRPr/>
            </a:pPr>
            <a:r>
              <a:rPr lang="en-US" altLang="zh-CN"/>
              <a:t>CTA </a:t>
            </a:r>
          </a:p>
          <a:p>
            <a:pPr defTabSz="685716">
              <a:defRPr/>
            </a:pPr>
            <a:r>
              <a:rPr lang="en-US" altLang="zh-CN"/>
              <a:t>sub</a:t>
            </a:r>
          </a:p>
          <a:p>
            <a:pPr defTabSz="685716">
              <a:defRPr/>
            </a:pPr>
            <a:r>
              <a:rPr lang="en-US" altLang="zh-CN"/>
              <a:t>-app</a:t>
            </a:r>
            <a:endParaRPr lang="zh-CN" altLang="en-US"/>
          </a:p>
        </p:txBody>
      </p:sp>
      <p:sp>
        <p:nvSpPr>
          <p:cNvPr id="133" name="TextBox 132">
            <a:extLst>
              <a:ext uri="{FF2B5EF4-FFF2-40B4-BE49-F238E27FC236}">
                <a16:creationId xmlns:a16="http://schemas.microsoft.com/office/drawing/2014/main" id="{3E51C6D8-E44B-40A2-98A7-DCEDAAA0C090}"/>
              </a:ext>
            </a:extLst>
          </p:cNvPr>
          <p:cNvSpPr txBox="1"/>
          <p:nvPr/>
        </p:nvSpPr>
        <p:spPr>
          <a:xfrm>
            <a:off x="3902222" y="3742404"/>
            <a:ext cx="378541" cy="230832"/>
          </a:xfrm>
          <a:prstGeom prst="rect">
            <a:avLst/>
          </a:prstGeom>
          <a:noFill/>
        </p:spPr>
        <p:txBody>
          <a:bodyPr wrap="square">
            <a:spAutoFit/>
          </a:bodyPr>
          <a:lstStyle/>
          <a:p>
            <a:pPr defTabSz="914310">
              <a:defRPr/>
            </a:pPr>
            <a:r>
              <a:rPr lang="en-US" altLang="zh-CN" sz="450">
                <a:solidFill>
                  <a:srgbClr val="000000"/>
                </a:solidFill>
                <a:latin typeface="BISansCond"/>
              </a:rPr>
              <a:t>Ph2 sites set up</a:t>
            </a:r>
            <a:r>
              <a:rPr lang="en-US" altLang="zh-CN" sz="450">
                <a:solidFill>
                  <a:srgbClr val="FF0000"/>
                </a:solidFill>
                <a:latin typeface="BISansCond"/>
              </a:rPr>
              <a:t>#</a:t>
            </a:r>
          </a:p>
        </p:txBody>
      </p:sp>
      <p:sp>
        <p:nvSpPr>
          <p:cNvPr id="142" name="矩形 20">
            <a:extLst>
              <a:ext uri="{FF2B5EF4-FFF2-40B4-BE49-F238E27FC236}">
                <a16:creationId xmlns:a16="http://schemas.microsoft.com/office/drawing/2014/main" id="{28208DE8-21BF-4F77-90B2-B2E71E0957D2}"/>
              </a:ext>
            </a:extLst>
          </p:cNvPr>
          <p:cNvSpPr/>
          <p:nvPr/>
        </p:nvSpPr>
        <p:spPr>
          <a:xfrm>
            <a:off x="5740304" y="3716401"/>
            <a:ext cx="637461" cy="210001"/>
          </a:xfrm>
          <a:prstGeom prst="rect">
            <a:avLst/>
          </a:prstGeom>
          <a:pattFill prst="pct60">
            <a:fgClr>
              <a:srgbClr val="D4F5E3"/>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t" anchorCtr="0" compatLnSpc="1">
            <a:prstTxWarp prst="textNoShape">
              <a:avLst/>
            </a:prstTxWarp>
          </a:bodyPr>
          <a:lstStyle/>
          <a:p>
            <a:pPr algn="ctr" defTabSz="914288">
              <a:defRPr/>
            </a:pPr>
            <a:r>
              <a:rPr lang="en-US" altLang="zh-CN" sz="800" b="1">
                <a:solidFill>
                  <a:srgbClr val="000000"/>
                </a:solidFill>
                <a:latin typeface="Calibri" panose="020F0502020204030204" pitchFamily="34" charset="0"/>
                <a:cs typeface="Calibri" panose="020F0502020204030204" pitchFamily="34" charset="0"/>
              </a:rPr>
              <a:t>LSS-LSC</a:t>
            </a:r>
          </a:p>
        </p:txBody>
      </p:sp>
      <p:sp>
        <p:nvSpPr>
          <p:cNvPr id="149" name="Rectangle 148">
            <a:extLst>
              <a:ext uri="{FF2B5EF4-FFF2-40B4-BE49-F238E27FC236}">
                <a16:creationId xmlns:a16="http://schemas.microsoft.com/office/drawing/2014/main" id="{962B4856-DBC9-43A7-A434-C50D15EB5160}"/>
              </a:ext>
            </a:extLst>
          </p:cNvPr>
          <p:cNvSpPr/>
          <p:nvPr/>
        </p:nvSpPr>
        <p:spPr>
          <a:xfrm>
            <a:off x="6251049" y="3917683"/>
            <a:ext cx="34176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150" name="Rectangle 149">
            <a:extLst>
              <a:ext uri="{FF2B5EF4-FFF2-40B4-BE49-F238E27FC236}">
                <a16:creationId xmlns:a16="http://schemas.microsoft.com/office/drawing/2014/main" id="{E7F52DAA-A157-47BC-A5C9-75269C2E9F80}"/>
              </a:ext>
            </a:extLst>
          </p:cNvPr>
          <p:cNvSpPr/>
          <p:nvPr/>
        </p:nvSpPr>
        <p:spPr>
          <a:xfrm>
            <a:off x="5587237" y="3921554"/>
            <a:ext cx="330540"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LPR</a:t>
            </a:r>
            <a:endParaRPr lang="zh-CN" altLang="en-US" sz="750" b="1">
              <a:solidFill>
                <a:srgbClr val="44546A"/>
              </a:solidFill>
              <a:latin typeface="Calibri" panose="020F0502020204030204" pitchFamily="34" charset="0"/>
            </a:endParaRPr>
          </a:p>
        </p:txBody>
      </p:sp>
      <p:sp>
        <p:nvSpPr>
          <p:cNvPr id="155" name="TextBox 154">
            <a:extLst>
              <a:ext uri="{FF2B5EF4-FFF2-40B4-BE49-F238E27FC236}">
                <a16:creationId xmlns:a16="http://schemas.microsoft.com/office/drawing/2014/main" id="{FB07F190-2473-4357-8793-5725F297EB67}"/>
              </a:ext>
            </a:extLst>
          </p:cNvPr>
          <p:cNvSpPr txBox="1"/>
          <p:nvPr/>
        </p:nvSpPr>
        <p:spPr>
          <a:xfrm>
            <a:off x="3793960" y="2729374"/>
            <a:ext cx="357222" cy="192024"/>
          </a:xfrm>
          <a:prstGeom prst="rect">
            <a:avLst/>
          </a:prstGeom>
          <a:no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defPPr>
              <a:defRPr lang="de-DE"/>
            </a:defPPr>
            <a:lvl1pPr marR="0" lvl="0" indent="0" algn="ctr" defTabSz="914378" eaLnBrk="0" fontAlgn="base" hangingPunct="0">
              <a:lnSpc>
                <a:spcPct val="100000"/>
              </a:lnSpc>
              <a:spcBef>
                <a:spcPct val="0"/>
              </a:spcBef>
              <a:spcAft>
                <a:spcPct val="0"/>
              </a:spcAft>
              <a:buClrTx/>
              <a:buSzTx/>
              <a:buFontTx/>
              <a:buNone/>
              <a:tabLst/>
              <a:defRPr kumimoji="0" sz="800" b="1" i="0" u="none" strike="noStrike" cap="none" spc="0" normalizeH="0" baseline="0">
                <a:ln>
                  <a:noFill/>
                </a:ln>
                <a:solidFill>
                  <a:srgbClr val="000000"/>
                </a:solidFill>
                <a:effectLst/>
                <a:uLnTx/>
                <a:uFillTx/>
                <a:latin typeface="Calibri" panose="020F0502020204030204" pitchFamily="34" charset="0"/>
                <a:cs typeface="Calibri" panose="020F0502020204030204" pitchFamily="34" charset="0"/>
              </a:defRPr>
            </a:lvl1pPr>
          </a:lstStyle>
          <a:p>
            <a:pPr defTabSz="914288">
              <a:defRPr/>
            </a:pPr>
            <a:r>
              <a:rPr lang="en-US" altLang="zh-CN" sz="500"/>
              <a:t>Chinese</a:t>
            </a:r>
          </a:p>
          <a:p>
            <a:pPr defTabSz="914288">
              <a:defRPr/>
            </a:pPr>
            <a:r>
              <a:rPr lang="en-US" altLang="zh-CN" sz="500"/>
              <a:t> part</a:t>
            </a:r>
            <a:endParaRPr lang="zh-CN" altLang="en-US" sz="500"/>
          </a:p>
        </p:txBody>
      </p:sp>
      <p:sp>
        <p:nvSpPr>
          <p:cNvPr id="157" name="OTLSHAPE_T_5a934a26f311425e8ebaa0f45e6533ad_Shape">
            <a:extLst>
              <a:ext uri="{FF2B5EF4-FFF2-40B4-BE49-F238E27FC236}">
                <a16:creationId xmlns:a16="http://schemas.microsoft.com/office/drawing/2014/main" id="{FF75C4F4-33DE-4229-A57D-9053019EA87F}"/>
              </a:ext>
            </a:extLst>
          </p:cNvPr>
          <p:cNvSpPr/>
          <p:nvPr/>
        </p:nvSpPr>
        <p:spPr bwMode="auto">
          <a:xfrm>
            <a:off x="6334338" y="4095145"/>
            <a:ext cx="2766404" cy="192362"/>
          </a:xfrm>
          <a:prstGeom prst="roundRect">
            <a:avLst/>
          </a:prstGeom>
          <a:solidFill>
            <a:schemeClr val="bg1">
              <a:lumMod val="7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lnSpc>
                <a:spcPct val="70000"/>
              </a:lnSpc>
              <a:defRPr/>
            </a:pPr>
            <a:r>
              <a:rPr lang="en-US" altLang="zh-CN" sz="700" b="1" spc="-5">
                <a:solidFill>
                  <a:srgbClr val="000000"/>
                </a:solidFill>
                <a:latin typeface="Calibri" panose="020F0502020204030204" pitchFamily="34" charset="0"/>
              </a:rPr>
              <a:t>TNF naïve &amp; non-failure</a:t>
            </a:r>
          </a:p>
        </p:txBody>
      </p:sp>
      <p:sp>
        <p:nvSpPr>
          <p:cNvPr id="158" name="TextBox 157">
            <a:extLst>
              <a:ext uri="{FF2B5EF4-FFF2-40B4-BE49-F238E27FC236}">
                <a16:creationId xmlns:a16="http://schemas.microsoft.com/office/drawing/2014/main" id="{6E841615-1B59-4322-9FB3-D70E9562AFF7}"/>
              </a:ext>
            </a:extLst>
          </p:cNvPr>
          <p:cNvSpPr txBox="1"/>
          <p:nvPr/>
        </p:nvSpPr>
        <p:spPr>
          <a:xfrm>
            <a:off x="4" y="4131860"/>
            <a:ext cx="496411"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1425.5</a:t>
            </a:r>
            <a:endParaRPr lang="en-US" sz="800" b="1">
              <a:solidFill>
                <a:srgbClr val="0066CC"/>
              </a:solidFill>
              <a:latin typeface="Calibri" panose="020F0502020204030204" pitchFamily="34" charset="0"/>
              <a:cs typeface="Calibri" panose="020F0502020204030204" pitchFamily="34" charset="0"/>
            </a:endParaRPr>
          </a:p>
        </p:txBody>
      </p:sp>
      <p:sp>
        <p:nvSpPr>
          <p:cNvPr id="159" name="TextBox 158">
            <a:extLst>
              <a:ext uri="{FF2B5EF4-FFF2-40B4-BE49-F238E27FC236}">
                <a16:creationId xmlns:a16="http://schemas.microsoft.com/office/drawing/2014/main" id="{FDC32608-7663-40C3-82FA-A8D6BD24E744}"/>
              </a:ext>
            </a:extLst>
          </p:cNvPr>
          <p:cNvSpPr txBox="1"/>
          <p:nvPr/>
        </p:nvSpPr>
        <p:spPr>
          <a:xfrm>
            <a:off x="4" y="4403564"/>
            <a:ext cx="496411"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Ph3-</a:t>
            </a:r>
          </a:p>
          <a:p>
            <a:pPr algn="ctr" defTabSz="914288">
              <a:defRPr/>
            </a:pPr>
            <a:r>
              <a:rPr lang="en-US" altLang="zh-CN" sz="800" b="1">
                <a:solidFill>
                  <a:srgbClr val="0066CC"/>
                </a:solidFill>
                <a:latin typeface="Calibri" panose="020F0502020204030204" pitchFamily="34" charset="0"/>
                <a:cs typeface="Calibri" panose="020F0502020204030204" pitchFamily="34" charset="0"/>
              </a:rPr>
              <a:t>1425.6</a:t>
            </a:r>
            <a:endParaRPr lang="en-US" sz="800" b="1">
              <a:solidFill>
                <a:srgbClr val="0066CC"/>
              </a:solidFill>
              <a:latin typeface="Calibri" panose="020F0502020204030204" pitchFamily="34" charset="0"/>
              <a:cs typeface="Calibri" panose="020F0502020204030204" pitchFamily="34" charset="0"/>
            </a:endParaRPr>
          </a:p>
        </p:txBody>
      </p:sp>
      <p:sp>
        <p:nvSpPr>
          <p:cNvPr id="160" name="OTLSHAPE_T_5a934a26f311425e8ebaa0f45e6533ad_Shape">
            <a:extLst>
              <a:ext uri="{FF2B5EF4-FFF2-40B4-BE49-F238E27FC236}">
                <a16:creationId xmlns:a16="http://schemas.microsoft.com/office/drawing/2014/main" id="{FB342BF6-D989-46F9-94AF-75E70552FA7B}"/>
              </a:ext>
            </a:extLst>
          </p:cNvPr>
          <p:cNvSpPr/>
          <p:nvPr/>
        </p:nvSpPr>
        <p:spPr bwMode="auto">
          <a:xfrm>
            <a:off x="6346434" y="4387870"/>
            <a:ext cx="2766404" cy="192362"/>
          </a:xfrm>
          <a:prstGeom prst="roundRect">
            <a:avLst/>
          </a:prstGeom>
          <a:solidFill>
            <a:schemeClr val="bg1">
              <a:lumMod val="7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lnSpc>
                <a:spcPct val="70000"/>
              </a:lnSpc>
              <a:defRPr/>
            </a:pPr>
            <a:r>
              <a:rPr lang="en-US" altLang="zh-CN" sz="700" b="1" spc="-5">
                <a:solidFill>
                  <a:srgbClr val="000000"/>
                </a:solidFill>
                <a:latin typeface="Calibri" panose="020F0502020204030204" pitchFamily="34" charset="0"/>
              </a:rPr>
              <a:t>TNF naïve &amp; non-failure</a:t>
            </a:r>
          </a:p>
        </p:txBody>
      </p:sp>
      <p:sp>
        <p:nvSpPr>
          <p:cNvPr id="5" name="Isosceles Triangle 4">
            <a:extLst>
              <a:ext uri="{FF2B5EF4-FFF2-40B4-BE49-F238E27FC236}">
                <a16:creationId xmlns:a16="http://schemas.microsoft.com/office/drawing/2014/main" id="{396D9A65-6539-4360-8450-2F67AD6B5D4D}"/>
              </a:ext>
            </a:extLst>
          </p:cNvPr>
          <p:cNvSpPr/>
          <p:nvPr/>
        </p:nvSpPr>
        <p:spPr>
          <a:xfrm>
            <a:off x="3931162" y="3883912"/>
            <a:ext cx="74911" cy="111157"/>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zh-CN" altLang="en-US" sz="1400" err="1">
              <a:solidFill>
                <a:srgbClr val="000000"/>
              </a:solidFill>
              <a:latin typeface="BISansCond"/>
            </a:endParaRPr>
          </a:p>
        </p:txBody>
      </p:sp>
      <p:sp>
        <p:nvSpPr>
          <p:cNvPr id="10" name="TextBox 9">
            <a:extLst>
              <a:ext uri="{FF2B5EF4-FFF2-40B4-BE49-F238E27FC236}">
                <a16:creationId xmlns:a16="http://schemas.microsoft.com/office/drawing/2014/main" id="{77AC8500-E01D-4266-A37A-A48AA09F0942}"/>
              </a:ext>
            </a:extLst>
          </p:cNvPr>
          <p:cNvSpPr txBox="1"/>
          <p:nvPr/>
        </p:nvSpPr>
        <p:spPr>
          <a:xfrm>
            <a:off x="3177168" y="3920895"/>
            <a:ext cx="548548" cy="323165"/>
          </a:xfrm>
          <a:prstGeom prst="rect">
            <a:avLst/>
          </a:prstGeom>
        </p:spPr>
        <p:txBody>
          <a:bodyPr wrap="none">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CDE </a:t>
            </a:r>
          </a:p>
          <a:p>
            <a:pPr defTabSz="914288">
              <a:defRPr/>
            </a:pPr>
            <a:r>
              <a:rPr lang="en-US" altLang="zh-CN"/>
              <a:t>feedback</a:t>
            </a:r>
            <a:endParaRPr lang="zh-CN" altLang="en-US"/>
          </a:p>
        </p:txBody>
      </p:sp>
      <p:pic>
        <p:nvPicPr>
          <p:cNvPr id="151" name="Picture 150">
            <a:extLst>
              <a:ext uri="{FF2B5EF4-FFF2-40B4-BE49-F238E27FC236}">
                <a16:creationId xmlns:a16="http://schemas.microsoft.com/office/drawing/2014/main" id="{0C3DB77D-21ED-405D-84D2-57E0E7623BA9}"/>
              </a:ext>
            </a:extLst>
          </p:cNvPr>
          <p:cNvPicPr>
            <a:picLocks noChangeAspect="1"/>
          </p:cNvPicPr>
          <p:nvPr/>
        </p:nvPicPr>
        <p:blipFill>
          <a:blip r:embed="rId23"/>
          <a:stretch>
            <a:fillRect/>
          </a:stretch>
        </p:blipFill>
        <p:spPr>
          <a:xfrm rot="10800000">
            <a:off x="7840854" y="175048"/>
            <a:ext cx="1023191" cy="415970"/>
          </a:xfrm>
          <a:prstGeom prst="rect">
            <a:avLst/>
          </a:prstGeom>
        </p:spPr>
      </p:pic>
      <p:sp>
        <p:nvSpPr>
          <p:cNvPr id="162" name="TextBox 161">
            <a:extLst>
              <a:ext uri="{FF2B5EF4-FFF2-40B4-BE49-F238E27FC236}">
                <a16:creationId xmlns:a16="http://schemas.microsoft.com/office/drawing/2014/main" id="{046F2279-B150-49F8-92F4-C3B7C3A20F7B}"/>
              </a:ext>
            </a:extLst>
          </p:cNvPr>
          <p:cNvSpPr txBox="1"/>
          <p:nvPr/>
        </p:nvSpPr>
        <p:spPr>
          <a:xfrm>
            <a:off x="3861844" y="3568546"/>
            <a:ext cx="587774"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defTabSz="914288">
              <a:defRPr/>
            </a:pPr>
            <a:r>
              <a:rPr lang="en-US" altLang="zh-CN"/>
              <a:t>Dec 2025 </a:t>
            </a:r>
          </a:p>
        </p:txBody>
      </p:sp>
      <p:cxnSp>
        <p:nvCxnSpPr>
          <p:cNvPr id="13" name="Straight Arrow Connector 12">
            <a:extLst>
              <a:ext uri="{FF2B5EF4-FFF2-40B4-BE49-F238E27FC236}">
                <a16:creationId xmlns:a16="http://schemas.microsoft.com/office/drawing/2014/main" id="{937BA6EA-416E-4B25-A9AD-7404CBD7E79F}"/>
              </a:ext>
            </a:extLst>
          </p:cNvPr>
          <p:cNvCxnSpPr>
            <a:cxnSpLocks/>
          </p:cNvCxnSpPr>
          <p:nvPr/>
        </p:nvCxnSpPr>
        <p:spPr>
          <a:xfrm flipH="1" flipV="1">
            <a:off x="3399608" y="2845166"/>
            <a:ext cx="11221" cy="732792"/>
          </a:xfrm>
          <a:prstGeom prst="straightConnector1">
            <a:avLst/>
          </a:prstGeom>
          <a:noFill/>
        </p:spPr>
      </p:cxnSp>
      <p:sp>
        <p:nvSpPr>
          <p:cNvPr id="11" name="TextBox 10">
            <a:extLst>
              <a:ext uri="{FF2B5EF4-FFF2-40B4-BE49-F238E27FC236}">
                <a16:creationId xmlns:a16="http://schemas.microsoft.com/office/drawing/2014/main" id="{CAFF531A-41F7-4119-A3B2-E92052950CD8}"/>
              </a:ext>
            </a:extLst>
          </p:cNvPr>
          <p:cNvSpPr txBox="1"/>
          <p:nvPr/>
        </p:nvSpPr>
        <p:spPr>
          <a:xfrm>
            <a:off x="4102624" y="2865903"/>
            <a:ext cx="282129" cy="92333"/>
          </a:xfrm>
          <a:prstGeom prst="rect">
            <a:avLst/>
          </a:prstGeom>
          <a:noFill/>
        </p:spPr>
        <p:txBody>
          <a:bodyPr wrap="none" lIns="0" tIns="0" rIns="0" bIns="0" rtlCol="0">
            <a:spAutoFit/>
          </a:bodyPr>
          <a:lstStyle/>
          <a:p>
            <a:pPr defTabSz="914310">
              <a:defRPr/>
            </a:pPr>
            <a:r>
              <a:rPr lang="en-US" altLang="zh-CN" sz="600">
                <a:solidFill>
                  <a:srgbClr val="44546A"/>
                </a:solidFill>
                <a:latin typeface="BISansCond"/>
              </a:rPr>
              <a:t>Dec 2025</a:t>
            </a:r>
            <a:endParaRPr lang="zh-CN" altLang="en-US" sz="600">
              <a:solidFill>
                <a:srgbClr val="44546A"/>
              </a:solidFill>
              <a:latin typeface="BISansCond"/>
            </a:endParaRPr>
          </a:p>
        </p:txBody>
      </p:sp>
      <p:sp>
        <p:nvSpPr>
          <p:cNvPr id="12" name="OTLSHAPE_T_e17f3958430f4cff8650518c93c7635e_StartDate">
            <a:extLst>
              <a:ext uri="{FF2B5EF4-FFF2-40B4-BE49-F238E27FC236}">
                <a16:creationId xmlns:a16="http://schemas.microsoft.com/office/drawing/2014/main" id="{9EB96B7A-08B9-07B9-F15D-9A5F79112891}"/>
              </a:ext>
            </a:extLst>
          </p:cNvPr>
          <p:cNvSpPr txBox="1"/>
          <p:nvPr>
            <p:custDataLst>
              <p:tags r:id="rId16"/>
            </p:custDataLst>
          </p:nvPr>
        </p:nvSpPr>
        <p:spPr>
          <a:xfrm>
            <a:off x="8671232" y="2481350"/>
            <a:ext cx="511967"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Mar 2032</a:t>
            </a:r>
            <a:endParaRPr lang="zh-CN" altLang="en-US"/>
          </a:p>
        </p:txBody>
      </p:sp>
      <p:sp>
        <p:nvSpPr>
          <p:cNvPr id="16" name="Rectangle 15">
            <a:extLst>
              <a:ext uri="{FF2B5EF4-FFF2-40B4-BE49-F238E27FC236}">
                <a16:creationId xmlns:a16="http://schemas.microsoft.com/office/drawing/2014/main" id="{D2C293DD-BB24-32AD-00A0-AF3120997CD2}"/>
              </a:ext>
            </a:extLst>
          </p:cNvPr>
          <p:cNvSpPr/>
          <p:nvPr/>
        </p:nvSpPr>
        <p:spPr>
          <a:xfrm>
            <a:off x="8876520" y="2742927"/>
            <a:ext cx="402077" cy="207749"/>
          </a:xfrm>
          <a:prstGeom prst="rect">
            <a:avLst/>
          </a:prstGeom>
        </p:spPr>
        <p:txBody>
          <a:bodyPr wrap="square">
            <a:spAutoFit/>
          </a:bodyPr>
          <a:lstStyle/>
          <a:p>
            <a:pPr algn="ctr" defTabSz="914288">
              <a:defRPr/>
            </a:pPr>
            <a:r>
              <a:rPr lang="en-US" altLang="zh-CN" sz="750" b="1">
                <a:solidFill>
                  <a:srgbClr val="44546A"/>
                </a:solidFill>
                <a:latin typeface="Calibri" panose="020F0502020204030204" pitchFamily="34" charset="0"/>
              </a:rPr>
              <a:t>LPO</a:t>
            </a:r>
            <a:endParaRPr lang="zh-CN" altLang="en-US" sz="750" b="1">
              <a:solidFill>
                <a:srgbClr val="44546A"/>
              </a:solidFill>
              <a:latin typeface="Calibri" panose="020F0502020204030204" pitchFamily="34" charset="0"/>
            </a:endParaRPr>
          </a:p>
        </p:txBody>
      </p:sp>
      <p:sp>
        <p:nvSpPr>
          <p:cNvPr id="19" name="Rectangle 18">
            <a:extLst>
              <a:ext uri="{FF2B5EF4-FFF2-40B4-BE49-F238E27FC236}">
                <a16:creationId xmlns:a16="http://schemas.microsoft.com/office/drawing/2014/main" id="{4D485D98-B076-DC2E-6DB4-3FBD5AB266EC}"/>
              </a:ext>
            </a:extLst>
          </p:cNvPr>
          <p:cNvSpPr/>
          <p:nvPr/>
        </p:nvSpPr>
        <p:spPr>
          <a:xfrm>
            <a:off x="6058851" y="2709784"/>
            <a:ext cx="306495" cy="207749"/>
          </a:xfrm>
          <a:prstGeom prst="rect">
            <a:avLst/>
          </a:prstGeom>
        </p:spPr>
        <p:txBody>
          <a:bodyPr wrap="none">
            <a:spAutoFit/>
          </a:bodyPr>
          <a:lstStyle/>
          <a:p>
            <a:pPr algn="ctr" defTabSz="914288">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B1636693-EB5A-ACC7-11B1-C41FFB7C5052}"/>
              </a:ext>
            </a:extLst>
          </p:cNvPr>
          <p:cNvSpPr txBox="1"/>
          <p:nvPr>
            <p:custDataLst>
              <p:tags r:id="rId17"/>
            </p:custDataLst>
          </p:nvPr>
        </p:nvSpPr>
        <p:spPr>
          <a:xfrm>
            <a:off x="5787681" y="2481884"/>
            <a:ext cx="511967" cy="11541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a:t>Jun 2028</a:t>
            </a:r>
            <a:endParaRPr lang="zh-CN" altLang="en-US"/>
          </a:p>
        </p:txBody>
      </p:sp>
      <p:grpSp>
        <p:nvGrpSpPr>
          <p:cNvPr id="128" name="Group 127">
            <a:extLst>
              <a:ext uri="{FF2B5EF4-FFF2-40B4-BE49-F238E27FC236}">
                <a16:creationId xmlns:a16="http://schemas.microsoft.com/office/drawing/2014/main" id="{18FAE71D-3E51-412E-BC9C-CCABC8191DB1}"/>
              </a:ext>
            </a:extLst>
          </p:cNvPr>
          <p:cNvGrpSpPr/>
          <p:nvPr/>
        </p:nvGrpSpPr>
        <p:grpSpPr>
          <a:xfrm>
            <a:off x="2501022" y="1193477"/>
            <a:ext cx="410060" cy="3947333"/>
            <a:chOff x="277988" y="1069620"/>
            <a:chExt cx="546747" cy="3947330"/>
          </a:xfrm>
        </p:grpSpPr>
        <p:cxnSp>
          <p:nvCxnSpPr>
            <p:cNvPr id="136" name="Straight Connector 135">
              <a:extLst>
                <a:ext uri="{FF2B5EF4-FFF2-40B4-BE49-F238E27FC236}">
                  <a16:creationId xmlns:a16="http://schemas.microsoft.com/office/drawing/2014/main" id="{8BA9A112-92C7-4EB0-9C05-85A78BB9AE40}"/>
                </a:ext>
              </a:extLst>
            </p:cNvPr>
            <p:cNvCxnSpPr>
              <a:cxnSpLocks/>
            </p:cNvCxnSpPr>
            <p:nvPr/>
          </p:nvCxnSpPr>
          <p:spPr bwMode="auto">
            <a:xfrm flipV="1">
              <a:off x="647893" y="1241977"/>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47" name="OTLSHAPE_T_e17f3958430f4cff8650518c93c7635e_StartDate">
              <a:extLst>
                <a:ext uri="{FF2B5EF4-FFF2-40B4-BE49-F238E27FC236}">
                  <a16:creationId xmlns:a16="http://schemas.microsoft.com/office/drawing/2014/main" id="{BEACE33C-80CF-423E-B8AC-6731AD2D7CFD}"/>
                </a:ext>
              </a:extLst>
            </p:cNvPr>
            <p:cNvSpPr txBox="1"/>
            <p:nvPr>
              <p:custDataLst>
                <p:tags r:id="rId18"/>
              </p:custDataLst>
            </p:nvPr>
          </p:nvSpPr>
          <p:spPr>
            <a:xfrm>
              <a:off x="277988" y="1069620"/>
              <a:ext cx="546747" cy="24622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cxnSp>
        <p:nvCxnSpPr>
          <p:cNvPr id="30" name="Connector: Elbow 29">
            <a:extLst>
              <a:ext uri="{FF2B5EF4-FFF2-40B4-BE49-F238E27FC236}">
                <a16:creationId xmlns:a16="http://schemas.microsoft.com/office/drawing/2014/main" id="{5E48148B-CFF2-CA3A-AEE3-A4D89B9E5C26}"/>
              </a:ext>
            </a:extLst>
          </p:cNvPr>
          <p:cNvCxnSpPr>
            <a:cxnSpLocks/>
          </p:cNvCxnSpPr>
          <p:nvPr/>
        </p:nvCxnSpPr>
        <p:spPr bwMode="gray">
          <a:xfrm rot="16200000" flipV="1">
            <a:off x="3430877" y="3327480"/>
            <a:ext cx="975192" cy="104290"/>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800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OTLSHAPE_T_e17f3958430f4cff8650518c93c7635e_Shape">
            <a:extLst>
              <a:ext uri="{FF2B5EF4-FFF2-40B4-BE49-F238E27FC236}">
                <a16:creationId xmlns:a16="http://schemas.microsoft.com/office/drawing/2014/main" id="{F8992FBD-04FA-4901-8338-C0A999A1E99C}"/>
              </a:ext>
            </a:extLst>
          </p:cNvPr>
          <p:cNvSpPr/>
          <p:nvPr>
            <p:custDataLst>
              <p:tags r:id="rId1"/>
            </p:custDataLst>
          </p:nvPr>
        </p:nvSpPr>
        <p:spPr bwMode="auto">
          <a:xfrm>
            <a:off x="2564300" y="2087548"/>
            <a:ext cx="831387" cy="192024"/>
          </a:xfrm>
          <a:prstGeom prst="roundRect">
            <a:avLst/>
          </a:prstGeom>
          <a:solidFill>
            <a:schemeClr val="tx1">
              <a:lumMod val="65000"/>
              <a:lumOff val="35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JP Ph1/Pan Asia</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290495" y="143569"/>
            <a:ext cx="8424863" cy="540000"/>
          </a:xfrm>
        </p:spPr>
        <p:txBody>
          <a:bodyPr>
            <a:noAutofit/>
          </a:bodyPr>
          <a:lstStyle/>
          <a:p>
            <a:r>
              <a:rPr lang="en-US" sz="2000" u="sng">
                <a:latin typeface="Calibri" panose="020F0502020204030204" pitchFamily="34" charset="0"/>
                <a:cs typeface="Calibri" panose="020F0502020204030204" pitchFamily="34" charset="0"/>
              </a:rPr>
              <a:t>Under Evaluation:</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3032950 (Anti-TREM1): Crohn’s Disease (CD)</a:t>
            </a:r>
            <a:endParaRPr lang="en-US" sz="2000">
              <a:latin typeface="BISans" panose="02000503040000020004" pitchFamily="2" charset="0"/>
            </a:endParaRPr>
          </a:p>
        </p:txBody>
      </p:sp>
      <p:sp>
        <p:nvSpPr>
          <p:cNvPr id="9" name="灯片编号占位符 8"/>
          <p:cNvSpPr>
            <a:spLocks noGrp="1"/>
          </p:cNvSpPr>
          <p:nvPr>
            <p:ph type="sldNum" sz="quarter" idx="20"/>
          </p:nvPr>
        </p:nvSpPr>
        <p:spPr/>
        <p:txBody>
          <a:bodyPr/>
          <a:lstStyle/>
          <a:p>
            <a:pPr defTabSz="914310">
              <a:defRPr/>
            </a:pPr>
            <a:endParaRPr lang="en-GB">
              <a:solidFill>
                <a:srgbClr val="08312A"/>
              </a:solidFill>
              <a:latin typeface="Boehringer Forward Text"/>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11430" y="3876699"/>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17" name="Isosceles Triangle 116"/>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118" name="Isosceles Triangle 117"/>
          <p:cNvSpPr/>
          <p:nvPr/>
        </p:nvSpPr>
        <p:spPr>
          <a:xfrm rot="5400000">
            <a:off x="8802712"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52" name="TextBox 51"/>
          <p:cNvSpPr txBox="1"/>
          <p:nvPr/>
        </p:nvSpPr>
        <p:spPr>
          <a:xfrm>
            <a:off x="8377" y="1500648"/>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Ph1 SRD-</a:t>
            </a:r>
          </a:p>
          <a:p>
            <a:pPr algn="ctr" defTabSz="914310">
              <a:defRPr/>
            </a:pPr>
            <a:r>
              <a:rPr lang="en-US" altLang="zh-CN" sz="800" b="1">
                <a:solidFill>
                  <a:srgbClr val="0066CC"/>
                </a:solidFill>
                <a:latin typeface="Calibri" panose="020F0502020204030204" pitchFamily="34" charset="0"/>
                <a:cs typeface="Calibri" panose="020F0502020204030204" pitchFamily="34" charset="0"/>
              </a:rPr>
              <a:t>1486.1</a:t>
            </a:r>
            <a:endParaRPr lang="en-US" sz="800" b="1">
              <a:solidFill>
                <a:srgbClr val="0066CC"/>
              </a:solidFill>
              <a:latin typeface="Calibri" panose="020F0502020204030204" pitchFamily="34" charset="0"/>
              <a:cs typeface="Calibri" panose="020F0502020204030204" pitchFamily="34" charset="0"/>
            </a:endParaRPr>
          </a:p>
        </p:txBody>
      </p:sp>
      <p:sp>
        <p:nvSpPr>
          <p:cNvPr id="70" name="Rectangle 69"/>
          <p:cNvSpPr/>
          <p:nvPr/>
        </p:nvSpPr>
        <p:spPr>
          <a:xfrm>
            <a:off x="591778" y="1326525"/>
            <a:ext cx="538930" cy="207749"/>
          </a:xfrm>
          <a:prstGeom prst="rect">
            <a:avLst/>
          </a:prstGeom>
        </p:spPr>
        <p:txBody>
          <a:bodyPr wrap="none">
            <a:spAutoFit/>
          </a:bodyPr>
          <a:lstStyle/>
          <a:p>
            <a:pPr algn="ctr" defTabSz="914310">
              <a:defRPr/>
            </a:pPr>
            <a:r>
              <a:rPr lang="en-US" altLang="zh-CN" sz="750" b="1">
                <a:solidFill>
                  <a:srgbClr val="44546A"/>
                </a:solidFill>
                <a:latin typeface="Calibri" panose="020F0502020204030204" pitchFamily="34" charset="0"/>
              </a:rPr>
              <a:t>Oct 2022</a:t>
            </a:r>
            <a:endParaRPr lang="zh-CN" altLang="en-US" sz="750" b="1">
              <a:solidFill>
                <a:srgbClr val="44546A"/>
              </a:solidFill>
              <a:latin typeface="Calibri" panose="020F0502020204030204" pitchFamily="34" charset="0"/>
            </a:endParaRPr>
          </a:p>
        </p:txBody>
      </p:sp>
      <p:sp>
        <p:nvSpPr>
          <p:cNvPr id="78" name="TextBox 77"/>
          <p:cNvSpPr txBox="1"/>
          <p:nvPr/>
        </p:nvSpPr>
        <p:spPr>
          <a:xfrm>
            <a:off x="8377" y="2188326"/>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JP Ph1</a:t>
            </a:r>
          </a:p>
          <a:p>
            <a:pPr algn="ctr" defTabSz="914310">
              <a:defRPr/>
            </a:pPr>
            <a:r>
              <a:rPr lang="en-US" sz="800" b="1">
                <a:solidFill>
                  <a:srgbClr val="0066CC"/>
                </a:solidFill>
                <a:latin typeface="Calibri" panose="020F0502020204030204" pitchFamily="34" charset="0"/>
                <a:cs typeface="Calibri" panose="020F0502020204030204" pitchFamily="34" charset="0"/>
              </a:rPr>
              <a:t>1486.4</a:t>
            </a:r>
          </a:p>
        </p:txBody>
      </p:sp>
      <p:sp>
        <p:nvSpPr>
          <p:cNvPr id="82" name="TextBox 81"/>
          <p:cNvSpPr txBox="1"/>
          <p:nvPr/>
        </p:nvSpPr>
        <p:spPr>
          <a:xfrm>
            <a:off x="8377" y="1851744"/>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Ph1 MRD-</a:t>
            </a:r>
          </a:p>
          <a:p>
            <a:pPr algn="ctr" defTabSz="914310">
              <a:defRPr/>
            </a:pPr>
            <a:r>
              <a:rPr lang="en-US" altLang="zh-CN" sz="800" b="1">
                <a:solidFill>
                  <a:srgbClr val="0066CC"/>
                </a:solidFill>
                <a:latin typeface="Calibri" panose="020F0502020204030204" pitchFamily="34" charset="0"/>
                <a:cs typeface="Calibri" panose="020F0502020204030204" pitchFamily="34" charset="0"/>
              </a:rPr>
              <a:t>1486.2</a:t>
            </a:r>
            <a:endParaRPr lang="en-US" sz="800" b="1">
              <a:solidFill>
                <a:srgbClr val="0066CC"/>
              </a:solidFill>
              <a:latin typeface="Calibri" panose="020F0502020204030204" pitchFamily="34" charset="0"/>
              <a:cs typeface="Calibri" panose="020F0502020204030204" pitchFamily="34" charset="0"/>
            </a:endParaRPr>
          </a:p>
        </p:txBody>
      </p:sp>
      <p:sp>
        <p:nvSpPr>
          <p:cNvPr id="50" name="TextBox 49"/>
          <p:cNvSpPr txBox="1"/>
          <p:nvPr/>
        </p:nvSpPr>
        <p:spPr>
          <a:xfrm>
            <a:off x="8377" y="2662803"/>
            <a:ext cx="548640" cy="24622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Ph2a in UC-</a:t>
            </a:r>
          </a:p>
          <a:p>
            <a:pPr algn="ctr" defTabSz="914310">
              <a:defRPr/>
            </a:pPr>
            <a:r>
              <a:rPr lang="en-US" altLang="zh-CN" sz="800" b="1">
                <a:solidFill>
                  <a:srgbClr val="0066CC"/>
                </a:solidFill>
                <a:latin typeface="Calibri" panose="020F0502020204030204" pitchFamily="34" charset="0"/>
                <a:cs typeface="Calibri" panose="020F0502020204030204" pitchFamily="34" charset="0"/>
              </a:rPr>
              <a:t>1486.5</a:t>
            </a:r>
            <a:endParaRPr lang="en-US" sz="800" b="1">
              <a:solidFill>
                <a:srgbClr val="0066CC"/>
              </a:solidFill>
              <a:latin typeface="Calibri" panose="020F0502020204030204" pitchFamily="34" charset="0"/>
              <a:cs typeface="Calibri" panose="020F0502020204030204" pitchFamily="34" charset="0"/>
            </a:endParaRPr>
          </a:p>
        </p:txBody>
      </p:sp>
      <p:grpSp>
        <p:nvGrpSpPr>
          <p:cNvPr id="112" name="Group 111"/>
          <p:cNvGrpSpPr/>
          <p:nvPr/>
        </p:nvGrpSpPr>
        <p:grpSpPr>
          <a:xfrm>
            <a:off x="8615763" y="3350083"/>
            <a:ext cx="609509" cy="457284"/>
            <a:chOff x="8619145" y="1766789"/>
            <a:chExt cx="609509" cy="457284"/>
          </a:xfrm>
        </p:grpSpPr>
        <p:sp>
          <p:nvSpPr>
            <p:cNvPr id="113" name="五角星 55"/>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ndParaRPr>
            </a:p>
          </p:txBody>
        </p:sp>
        <p:sp>
          <p:nvSpPr>
            <p:cNvPr id="119" name="Rectangle 118"/>
            <p:cNvSpPr/>
            <p:nvPr/>
          </p:nvSpPr>
          <p:spPr>
            <a:xfrm>
              <a:off x="8680106" y="2016324"/>
              <a:ext cx="548548" cy="207749"/>
            </a:xfrm>
            <a:prstGeom prst="rect">
              <a:avLst/>
            </a:prstGeom>
          </p:spPr>
          <p:txBody>
            <a:bodyPr wrap="none">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US Lunch</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120" name="OTLSHAPE_T_e17f3958430f4cff8650518c93c7635e_StartDate">
              <a:extLst>
                <a:ext uri="{FF2B5EF4-FFF2-40B4-BE49-F238E27FC236}">
                  <a16:creationId xmlns:a16="http://schemas.microsoft.com/office/drawing/2014/main" id="{9224C17E-1AA1-4096-A3FD-25D6FD8BA444}"/>
                </a:ext>
              </a:extLst>
            </p:cNvPr>
            <p:cNvSpPr txBox="1"/>
            <p:nvPr>
              <p:custDataLst>
                <p:tags r:id="rId10"/>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2033 Aug</a:t>
              </a:r>
              <a:endParaRPr lang="zh-CN" altLang="en-US" sz="750" b="1">
                <a:solidFill>
                  <a:srgbClr val="44546A"/>
                </a:solidFill>
                <a:latin typeface="Calibri" panose="020F0502020204030204" pitchFamily="34" charset="0"/>
                <a:cs typeface="Calibri" panose="020F0502020204030204" pitchFamily="34" charset="0"/>
              </a:endParaRPr>
            </a:p>
          </p:txBody>
        </p:sp>
      </p:grpSp>
      <p:pic>
        <p:nvPicPr>
          <p:cNvPr id="2" name="Picture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6556" y="1134508"/>
            <a:ext cx="853514" cy="420660"/>
          </a:xfrm>
          <a:prstGeom prst="rect">
            <a:avLst/>
          </a:prstGeom>
        </p:spPr>
      </p:pic>
      <p:pic>
        <p:nvPicPr>
          <p:cNvPr id="4" name="Picture 3"/>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36265" y="3712837"/>
            <a:ext cx="853514" cy="420660"/>
          </a:xfrm>
          <a:prstGeom prst="rect">
            <a:avLst/>
          </a:prstGeom>
        </p:spPr>
      </p:pic>
      <p:grpSp>
        <p:nvGrpSpPr>
          <p:cNvPr id="59" name="Group 58"/>
          <p:cNvGrpSpPr/>
          <p:nvPr/>
        </p:nvGrpSpPr>
        <p:grpSpPr>
          <a:xfrm>
            <a:off x="1969108" y="1219828"/>
            <a:ext cx="410060" cy="3910535"/>
            <a:chOff x="-904450" y="1074325"/>
            <a:chExt cx="546747" cy="3910534"/>
          </a:xfrm>
        </p:grpSpPr>
        <p:cxnSp>
          <p:nvCxnSpPr>
            <p:cNvPr id="61" name="Straight Connector 60">
              <a:extLst>
                <a:ext uri="{FF2B5EF4-FFF2-40B4-BE49-F238E27FC236}">
                  <a16:creationId xmlns:a16="http://schemas.microsoft.com/office/drawing/2014/main" id="{9C165100-0114-4167-8FF0-BFF01B293D04}"/>
                </a:ext>
              </a:extLst>
            </p:cNvPr>
            <p:cNvCxnSpPr>
              <a:cxnSpLocks/>
            </p:cNvCxnSpPr>
            <p:nvPr/>
          </p:nvCxnSpPr>
          <p:spPr bwMode="auto">
            <a:xfrm flipV="1">
              <a:off x="-838399" y="1209886"/>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3" name="OTLSHAPE_T_e17f3958430f4cff8650518c93c7635e_StartDate">
              <a:extLst>
                <a:ext uri="{FF2B5EF4-FFF2-40B4-BE49-F238E27FC236}">
                  <a16:creationId xmlns:a16="http://schemas.microsoft.com/office/drawing/2014/main" id="{9224C17E-1AA1-4096-A3FD-25D6FD8BA444}"/>
                </a:ext>
              </a:extLst>
            </p:cNvPr>
            <p:cNvSpPr txBox="1"/>
            <p:nvPr>
              <p:custDataLst>
                <p:tags r:id="rId9"/>
              </p:custDataLst>
            </p:nvPr>
          </p:nvSpPr>
          <p:spPr>
            <a:xfrm>
              <a:off x="-904450" y="1074325"/>
              <a:ext cx="546747" cy="24622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65" name="Picture 64" descr="Traffic light - Simple English Wikipedia, the free ..."/>
          <p:cNvPicPr>
            <a:picLocks noChangeAspect="1"/>
          </p:cNvPicPr>
          <p:nvPr/>
        </p:nvPicPr>
        <p:blipFill rotWithShape="1">
          <a:blip r:embed="rId15"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66" name="TextBox 65">
            <a:extLst>
              <a:ext uri="{FF2B5EF4-FFF2-40B4-BE49-F238E27FC236}">
                <a16:creationId xmlns:a16="http://schemas.microsoft.com/office/drawing/2014/main" id="{ABBA8552-4EEC-4A1B-894B-35E4445D1E2D}"/>
              </a:ext>
            </a:extLst>
          </p:cNvPr>
          <p:cNvSpPr txBox="1"/>
          <p:nvPr/>
        </p:nvSpPr>
        <p:spPr>
          <a:xfrm>
            <a:off x="8377" y="3050188"/>
            <a:ext cx="548640"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Ph2b </a:t>
            </a:r>
            <a:endParaRPr lang="en-US" sz="800" b="1">
              <a:solidFill>
                <a:srgbClr val="0066CC"/>
              </a:solidFill>
              <a:latin typeface="Calibri" panose="020F0502020204030204" pitchFamily="34" charset="0"/>
              <a:cs typeface="Calibri" panose="020F0502020204030204" pitchFamily="34" charset="0"/>
            </a:endParaRPr>
          </a:p>
        </p:txBody>
      </p:sp>
      <p:sp>
        <p:nvSpPr>
          <p:cNvPr id="99" name="TextBox 98">
            <a:extLst>
              <a:ext uri="{FF2B5EF4-FFF2-40B4-BE49-F238E27FC236}">
                <a16:creationId xmlns:a16="http://schemas.microsoft.com/office/drawing/2014/main" id="{D11E8C8E-EA83-4AF2-B5EA-9A0D5FDC196B}"/>
              </a:ext>
            </a:extLst>
          </p:cNvPr>
          <p:cNvSpPr txBox="1"/>
          <p:nvPr/>
        </p:nvSpPr>
        <p:spPr>
          <a:xfrm>
            <a:off x="1379303" y="4378608"/>
            <a:ext cx="4689342" cy="772567"/>
          </a:xfrm>
          <a:prstGeom prst="roundRect">
            <a:avLst>
              <a:gd name="adj" fmla="val 6490"/>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0" tIns="0" rIns="0" bIns="0" rtlCol="0" anchor="t">
            <a:spAutoFit/>
          </a:bodyPr>
          <a:lstStyle/>
          <a:p>
            <a:pPr marL="171434" indent="-171434" defTabSz="1219049">
              <a:spcBef>
                <a:spcPts val="400"/>
              </a:spcBef>
              <a:buFont typeface="Arial" panose="020B0604020202020204" pitchFamily="34" charset="0"/>
              <a:buChar char="•"/>
              <a:defRPr/>
            </a:pPr>
            <a:r>
              <a:rPr lang="en-US" altLang="zh-CN" sz="900">
                <a:solidFill>
                  <a:srgbClr val="000000"/>
                </a:solidFill>
                <a:latin typeface="BISans" panose="02000503040000020004" pitchFamily="2" charset="0"/>
              </a:rPr>
              <a:t>Therapeutic Area Management cost saving efforts for 2024 and 2025: Pan –Asian Ph1 study postponed to 2026. </a:t>
            </a:r>
          </a:p>
          <a:p>
            <a:pPr marL="171434" indent="-171434" defTabSz="1219049">
              <a:spcBef>
                <a:spcPts val="400"/>
              </a:spcBef>
              <a:buFont typeface="Arial" panose="020B0604020202020204" pitchFamily="34" charset="0"/>
              <a:buChar char="•"/>
              <a:defRPr/>
            </a:pPr>
            <a:r>
              <a:rPr lang="en-US" altLang="zh-CN" sz="900">
                <a:solidFill>
                  <a:srgbClr val="000000"/>
                </a:solidFill>
                <a:latin typeface="BISans" panose="02000503040000020004" pitchFamily="2" charset="0"/>
              </a:rPr>
              <a:t>Scenarios evaluation to allow Japan/China join global </a:t>
            </a:r>
            <a:r>
              <a:rPr lang="en-US" altLang="zh-CN" sz="900" err="1">
                <a:solidFill>
                  <a:srgbClr val="000000"/>
                </a:solidFill>
                <a:latin typeface="BISans" panose="02000503040000020004" pitchFamily="2" charset="0"/>
              </a:rPr>
              <a:t>PhIIb</a:t>
            </a:r>
            <a:r>
              <a:rPr lang="en-US" altLang="zh-CN" sz="900">
                <a:solidFill>
                  <a:srgbClr val="000000"/>
                </a:solidFill>
                <a:latin typeface="BISans" panose="02000503040000020004" pitchFamily="2" charset="0"/>
              </a:rPr>
              <a:t> to be discussed on</a:t>
            </a:r>
            <a:r>
              <a:rPr lang="zh-CN" altLang="en-US" sz="900">
                <a:solidFill>
                  <a:srgbClr val="000000"/>
                </a:solidFill>
                <a:latin typeface="BISans" panose="02000503040000020004" pitchFamily="2" charset="0"/>
              </a:rPr>
              <a:t> </a:t>
            </a:r>
            <a:r>
              <a:rPr lang="en-US" altLang="zh-CN" sz="900">
                <a:solidFill>
                  <a:srgbClr val="000000"/>
                </a:solidFill>
                <a:latin typeface="BISans" panose="02000503040000020004" pitchFamily="2" charset="0"/>
              </a:rPr>
              <a:t>Apr</a:t>
            </a:r>
            <a:r>
              <a:rPr lang="zh-CN" altLang="en-US" sz="900">
                <a:solidFill>
                  <a:srgbClr val="000000"/>
                </a:solidFill>
                <a:latin typeface="BISans" panose="02000503040000020004" pitchFamily="2" charset="0"/>
              </a:rPr>
              <a:t> </a:t>
            </a:r>
            <a:r>
              <a:rPr lang="en-US" altLang="zh-CN" sz="900">
                <a:solidFill>
                  <a:srgbClr val="000000"/>
                </a:solidFill>
                <a:latin typeface="BISans" panose="02000503040000020004" pitchFamily="2" charset="0"/>
              </a:rPr>
              <a:t>25.</a:t>
            </a:r>
            <a:r>
              <a:rPr lang="zh-CN" altLang="en-US" sz="900">
                <a:solidFill>
                  <a:srgbClr val="000000"/>
                </a:solidFill>
                <a:latin typeface="BISans" panose="02000503040000020004" pitchFamily="2" charset="0"/>
              </a:rPr>
              <a:t> </a:t>
            </a:r>
            <a:r>
              <a:rPr lang="en-US" altLang="zh-CN" sz="900">
                <a:solidFill>
                  <a:srgbClr val="000000"/>
                </a:solidFill>
                <a:latin typeface="BISans" panose="02000503040000020004" pitchFamily="2" charset="0"/>
              </a:rPr>
              <a:t>China</a:t>
            </a:r>
            <a:r>
              <a:rPr lang="zh-CN" altLang="en-US" sz="900">
                <a:solidFill>
                  <a:srgbClr val="000000"/>
                </a:solidFill>
                <a:latin typeface="BISans" panose="02000503040000020004" pitchFamily="2" charset="0"/>
              </a:rPr>
              <a:t> </a:t>
            </a:r>
            <a:r>
              <a:rPr lang="en-US" altLang="zh-CN" sz="900">
                <a:solidFill>
                  <a:srgbClr val="000000"/>
                </a:solidFill>
                <a:latin typeface="BISans" panose="02000503040000020004" pitchFamily="2" charset="0"/>
              </a:rPr>
              <a:t>team</a:t>
            </a:r>
            <a:r>
              <a:rPr lang="zh-CN" altLang="en-US" sz="900">
                <a:solidFill>
                  <a:srgbClr val="000000"/>
                </a:solidFill>
                <a:latin typeface="BISans" panose="02000503040000020004" pitchFamily="2" charset="0"/>
              </a:rPr>
              <a:t> </a:t>
            </a:r>
            <a:r>
              <a:rPr lang="en-US" altLang="zh-CN" sz="900">
                <a:solidFill>
                  <a:srgbClr val="000000"/>
                </a:solidFill>
                <a:latin typeface="BISans" panose="02000503040000020004" pitchFamily="2" charset="0"/>
              </a:rPr>
              <a:t>proposal: to initiate Pan Asian PK or dedicated China PK study from the beginning of 2026</a:t>
            </a:r>
          </a:p>
        </p:txBody>
      </p:sp>
      <p:graphicFrame>
        <p:nvGraphicFramePr>
          <p:cNvPr id="30" name="Table 29">
            <a:extLst>
              <a:ext uri="{FF2B5EF4-FFF2-40B4-BE49-F238E27FC236}">
                <a16:creationId xmlns:a16="http://schemas.microsoft.com/office/drawing/2014/main" id="{01A0A25C-1FD1-4158-9AD8-8EC6640CA6D8}"/>
              </a:ext>
            </a:extLst>
          </p:cNvPr>
          <p:cNvGraphicFramePr>
            <a:graphicFrameLocks noGrp="1"/>
          </p:cNvGraphicFramePr>
          <p:nvPr/>
        </p:nvGraphicFramePr>
        <p:xfrm>
          <a:off x="170512" y="748778"/>
          <a:ext cx="8787702" cy="514350"/>
        </p:xfrm>
        <a:graphic>
          <a:graphicData uri="http://schemas.openxmlformats.org/drawingml/2006/table">
            <a:tbl>
              <a:tblPr firstRow="1" bandRow="1"/>
              <a:tblGrid>
                <a:gridCol w="399441">
                  <a:extLst>
                    <a:ext uri="{9D8B030D-6E8A-4147-A177-3AD203B41FA5}">
                      <a16:colId xmlns:a16="http://schemas.microsoft.com/office/drawing/2014/main" val="4084298666"/>
                    </a:ext>
                  </a:extLst>
                </a:gridCol>
                <a:gridCol w="399441">
                  <a:extLst>
                    <a:ext uri="{9D8B030D-6E8A-4147-A177-3AD203B41FA5}">
                      <a16:colId xmlns:a16="http://schemas.microsoft.com/office/drawing/2014/main" val="2609182075"/>
                    </a:ext>
                  </a:extLst>
                </a:gridCol>
                <a:gridCol w="399441">
                  <a:extLst>
                    <a:ext uri="{9D8B030D-6E8A-4147-A177-3AD203B41FA5}">
                      <a16:colId xmlns:a16="http://schemas.microsoft.com/office/drawing/2014/main" val="3091663135"/>
                    </a:ext>
                  </a:extLst>
                </a:gridCol>
                <a:gridCol w="399441">
                  <a:extLst>
                    <a:ext uri="{9D8B030D-6E8A-4147-A177-3AD203B41FA5}">
                      <a16:colId xmlns:a16="http://schemas.microsoft.com/office/drawing/2014/main" val="2003423086"/>
                    </a:ext>
                  </a:extLst>
                </a:gridCol>
                <a:gridCol w="399441">
                  <a:extLst>
                    <a:ext uri="{9D8B030D-6E8A-4147-A177-3AD203B41FA5}">
                      <a16:colId xmlns:a16="http://schemas.microsoft.com/office/drawing/2014/main" val="2466911814"/>
                    </a:ext>
                  </a:extLst>
                </a:gridCol>
                <a:gridCol w="399441">
                  <a:extLst>
                    <a:ext uri="{9D8B030D-6E8A-4147-A177-3AD203B41FA5}">
                      <a16:colId xmlns:a16="http://schemas.microsoft.com/office/drawing/2014/main" val="3023231563"/>
                    </a:ext>
                  </a:extLst>
                </a:gridCol>
                <a:gridCol w="399441">
                  <a:extLst>
                    <a:ext uri="{9D8B030D-6E8A-4147-A177-3AD203B41FA5}">
                      <a16:colId xmlns:a16="http://schemas.microsoft.com/office/drawing/2014/main" val="3411862845"/>
                    </a:ext>
                  </a:extLst>
                </a:gridCol>
                <a:gridCol w="399441">
                  <a:extLst>
                    <a:ext uri="{9D8B030D-6E8A-4147-A177-3AD203B41FA5}">
                      <a16:colId xmlns:a16="http://schemas.microsoft.com/office/drawing/2014/main" val="2851474774"/>
                    </a:ext>
                  </a:extLst>
                </a:gridCol>
                <a:gridCol w="399441">
                  <a:extLst>
                    <a:ext uri="{9D8B030D-6E8A-4147-A177-3AD203B41FA5}">
                      <a16:colId xmlns:a16="http://schemas.microsoft.com/office/drawing/2014/main" val="107595344"/>
                    </a:ext>
                  </a:extLst>
                </a:gridCol>
                <a:gridCol w="399441">
                  <a:extLst>
                    <a:ext uri="{9D8B030D-6E8A-4147-A177-3AD203B41FA5}">
                      <a16:colId xmlns:a16="http://schemas.microsoft.com/office/drawing/2014/main" val="1666999431"/>
                    </a:ext>
                  </a:extLst>
                </a:gridCol>
                <a:gridCol w="399441">
                  <a:extLst>
                    <a:ext uri="{9D8B030D-6E8A-4147-A177-3AD203B41FA5}">
                      <a16:colId xmlns:a16="http://schemas.microsoft.com/office/drawing/2014/main" val="3696607442"/>
                    </a:ext>
                  </a:extLst>
                </a:gridCol>
                <a:gridCol w="399441">
                  <a:extLst>
                    <a:ext uri="{9D8B030D-6E8A-4147-A177-3AD203B41FA5}">
                      <a16:colId xmlns:a16="http://schemas.microsoft.com/office/drawing/2014/main" val="223989776"/>
                    </a:ext>
                  </a:extLst>
                </a:gridCol>
                <a:gridCol w="399441">
                  <a:extLst>
                    <a:ext uri="{9D8B030D-6E8A-4147-A177-3AD203B41FA5}">
                      <a16:colId xmlns:a16="http://schemas.microsoft.com/office/drawing/2014/main" val="124731204"/>
                    </a:ext>
                  </a:extLst>
                </a:gridCol>
                <a:gridCol w="399441">
                  <a:extLst>
                    <a:ext uri="{9D8B030D-6E8A-4147-A177-3AD203B41FA5}">
                      <a16:colId xmlns:a16="http://schemas.microsoft.com/office/drawing/2014/main" val="3066978585"/>
                    </a:ext>
                  </a:extLst>
                </a:gridCol>
                <a:gridCol w="399441">
                  <a:extLst>
                    <a:ext uri="{9D8B030D-6E8A-4147-A177-3AD203B41FA5}">
                      <a16:colId xmlns:a16="http://schemas.microsoft.com/office/drawing/2014/main" val="1064917641"/>
                    </a:ext>
                  </a:extLst>
                </a:gridCol>
                <a:gridCol w="399441">
                  <a:extLst>
                    <a:ext uri="{9D8B030D-6E8A-4147-A177-3AD203B41FA5}">
                      <a16:colId xmlns:a16="http://schemas.microsoft.com/office/drawing/2014/main" val="4221117315"/>
                    </a:ext>
                  </a:extLst>
                </a:gridCol>
                <a:gridCol w="399441">
                  <a:extLst>
                    <a:ext uri="{9D8B030D-6E8A-4147-A177-3AD203B41FA5}">
                      <a16:colId xmlns:a16="http://schemas.microsoft.com/office/drawing/2014/main" val="3266065341"/>
                    </a:ext>
                  </a:extLst>
                </a:gridCol>
                <a:gridCol w="399441">
                  <a:extLst>
                    <a:ext uri="{9D8B030D-6E8A-4147-A177-3AD203B41FA5}">
                      <a16:colId xmlns:a16="http://schemas.microsoft.com/office/drawing/2014/main" val="2374051224"/>
                    </a:ext>
                  </a:extLst>
                </a:gridCol>
                <a:gridCol w="399441">
                  <a:extLst>
                    <a:ext uri="{9D8B030D-6E8A-4147-A177-3AD203B41FA5}">
                      <a16:colId xmlns:a16="http://schemas.microsoft.com/office/drawing/2014/main" val="1840388365"/>
                    </a:ext>
                  </a:extLst>
                </a:gridCol>
                <a:gridCol w="399441">
                  <a:extLst>
                    <a:ext uri="{9D8B030D-6E8A-4147-A177-3AD203B41FA5}">
                      <a16:colId xmlns:a16="http://schemas.microsoft.com/office/drawing/2014/main" val="267750830"/>
                    </a:ext>
                  </a:extLst>
                </a:gridCol>
                <a:gridCol w="399441">
                  <a:extLst>
                    <a:ext uri="{9D8B030D-6E8A-4147-A177-3AD203B41FA5}">
                      <a16:colId xmlns:a16="http://schemas.microsoft.com/office/drawing/2014/main" val="3966469970"/>
                    </a:ext>
                  </a:extLst>
                </a:gridCol>
                <a:gridCol w="399441">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a:cs typeface="Arial"/>
                        </a:rPr>
                        <a:t>2022</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2023</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2024</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a:cs typeface="Arial"/>
                        </a:rPr>
                        <a:t>2025</a:t>
                      </a:r>
                      <a:endParaRPr lang="zh-CN" altLang="en-US" sz="800" b="1">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2026</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2027</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2028</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solidFill>
                            <a:schemeClr val="bg1"/>
                          </a:solidFill>
                          <a:latin typeface="Arial"/>
                          <a:cs typeface="Arial"/>
                        </a:rPr>
                        <a:t>2029</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a:cs typeface="Arial"/>
                        </a:rPr>
                        <a:t>2030</a:t>
                      </a:r>
                      <a:endParaRPr lang="zh-CN" altLang="en-US" sz="800" b="1">
                        <a:solidFill>
                          <a:schemeClr val="bg1"/>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bg1"/>
                          </a:solidFill>
                          <a:latin typeface="Arial"/>
                          <a:ea typeface="+mn-ea"/>
                          <a:cs typeface="Arial"/>
                        </a:rPr>
                        <a:t>2031</a:t>
                      </a:r>
                      <a:endParaRPr lang="zh-CN" altLang="en-US" sz="800" b="1" kern="1200">
                        <a:solidFill>
                          <a:schemeClr val="bg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a:ea typeface="+mn-ea"/>
                          <a:cs typeface="Arial"/>
                        </a:rPr>
                        <a:t>2032</a:t>
                      </a:r>
                      <a:endParaRPr lang="zh-CN" altLang="en-US" sz="800" b="1" kern="1200">
                        <a:solidFill>
                          <a:schemeClr val="lt1"/>
                        </a:solidFill>
                        <a:latin typeface="Arial"/>
                        <a:ea typeface="+mn-ea"/>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Q1</a:t>
                      </a:r>
                    </a:p>
                    <a:p>
                      <a:pPr algn="ctr"/>
                      <a:r>
                        <a:rPr lang="en-US" altLang="zh-CN" sz="800" b="1">
                          <a:solidFill>
                            <a:srgbClr val="000000"/>
                          </a:solidFill>
                          <a:latin typeface="Arial"/>
                          <a:cs typeface="Arial"/>
                        </a:rPr>
                        <a:t>Q2</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a:cs typeface="Arial"/>
                        </a:rPr>
                        <a:t>Q3</a:t>
                      </a:r>
                    </a:p>
                    <a:p>
                      <a:pPr algn="ctr"/>
                      <a:r>
                        <a:rPr lang="en-US" altLang="zh-CN" sz="800" b="1">
                          <a:solidFill>
                            <a:srgbClr val="000000"/>
                          </a:solidFill>
                          <a:latin typeface="Arial"/>
                          <a:cs typeface="Arial"/>
                        </a:rPr>
                        <a:t>Q4</a:t>
                      </a:r>
                      <a:endParaRPr lang="zh-CN" altLang="en-US" sz="800" b="1">
                        <a:solidFill>
                          <a:srgbClr val="000000"/>
                        </a:solidFill>
                        <a:latin typeface="Arial"/>
                        <a:cs typeface="Arial"/>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31" name="Isosceles Triangle 30">
            <a:extLst>
              <a:ext uri="{FF2B5EF4-FFF2-40B4-BE49-F238E27FC236}">
                <a16:creationId xmlns:a16="http://schemas.microsoft.com/office/drawing/2014/main" id="{ED75BECB-DCAB-42C7-898F-97609E3ADFF6}"/>
              </a:ext>
            </a:extLst>
          </p:cNvPr>
          <p:cNvSpPr/>
          <p:nvPr/>
        </p:nvSpPr>
        <p:spPr>
          <a:xfrm rot="16200000" flipH="1">
            <a:off x="-157891" y="914154"/>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2" name="Isosceles Triangle 31">
            <a:extLst>
              <a:ext uri="{FF2B5EF4-FFF2-40B4-BE49-F238E27FC236}">
                <a16:creationId xmlns:a16="http://schemas.microsoft.com/office/drawing/2014/main" id="{6ADB379A-95E9-4BE6-8B96-A623E74DBED3}"/>
              </a:ext>
            </a:extLst>
          </p:cNvPr>
          <p:cNvSpPr/>
          <p:nvPr/>
        </p:nvSpPr>
        <p:spPr>
          <a:xfrm rot="5400000">
            <a:off x="8802713" y="9190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33" name="OTLSHAPE_T_e17f3958430f4cff8650518c93c7635e_Shape">
            <a:extLst>
              <a:ext uri="{FF2B5EF4-FFF2-40B4-BE49-F238E27FC236}">
                <a16:creationId xmlns:a16="http://schemas.microsoft.com/office/drawing/2014/main" id="{A4964953-3186-4BE6-959D-00A263283B95}"/>
              </a:ext>
            </a:extLst>
          </p:cNvPr>
          <p:cNvSpPr/>
          <p:nvPr>
            <p:custDataLst>
              <p:tags r:id="rId2"/>
            </p:custDataLst>
          </p:nvPr>
        </p:nvSpPr>
        <p:spPr bwMode="auto">
          <a:xfrm>
            <a:off x="778475" y="1490729"/>
            <a:ext cx="771072" cy="19291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SRD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4" name="Rectangle 33">
            <a:extLst>
              <a:ext uri="{FF2B5EF4-FFF2-40B4-BE49-F238E27FC236}">
                <a16:creationId xmlns:a16="http://schemas.microsoft.com/office/drawing/2014/main" id="{A73A1D39-5041-41EF-B93F-2958D0DC23E9}"/>
              </a:ext>
            </a:extLst>
          </p:cNvPr>
          <p:cNvSpPr/>
          <p:nvPr/>
        </p:nvSpPr>
        <p:spPr>
          <a:xfrm>
            <a:off x="1379303" y="1338236"/>
            <a:ext cx="543740" cy="207749"/>
          </a:xfrm>
          <a:prstGeom prst="rect">
            <a:avLst/>
          </a:prstGeom>
        </p:spPr>
        <p:txBody>
          <a:bodyPr wrap="none">
            <a:spAutoFit/>
          </a:bodyPr>
          <a:lstStyle/>
          <a:p>
            <a:pPr algn="ctr" defTabSz="914310">
              <a:defRPr/>
            </a:pPr>
            <a:r>
              <a:rPr lang="en-US" altLang="zh-CN" sz="750" b="1">
                <a:solidFill>
                  <a:srgbClr val="44546A"/>
                </a:solidFill>
                <a:latin typeface="Calibri" panose="020F0502020204030204" pitchFamily="34" charset="0"/>
              </a:rPr>
              <a:t>Sep 2023</a:t>
            </a:r>
            <a:endParaRPr lang="zh-CN" altLang="en-US" sz="750" b="1">
              <a:solidFill>
                <a:srgbClr val="44546A"/>
              </a:solidFill>
              <a:latin typeface="Calibri" panose="020F0502020204030204" pitchFamily="34" charset="0"/>
            </a:endParaRPr>
          </a:p>
        </p:txBody>
      </p:sp>
      <p:sp>
        <p:nvSpPr>
          <p:cNvPr id="35" name="OTLSHAPE_T_e17f3958430f4cff8650518c93c7635e_Shape">
            <a:extLst>
              <a:ext uri="{FF2B5EF4-FFF2-40B4-BE49-F238E27FC236}">
                <a16:creationId xmlns:a16="http://schemas.microsoft.com/office/drawing/2014/main" id="{23DDCA6C-805E-4775-9002-2C78A3E9DD7B}"/>
              </a:ext>
            </a:extLst>
          </p:cNvPr>
          <p:cNvSpPr/>
          <p:nvPr>
            <p:custDataLst>
              <p:tags r:id="rId3"/>
            </p:custDataLst>
          </p:nvPr>
        </p:nvSpPr>
        <p:spPr bwMode="auto">
          <a:xfrm>
            <a:off x="1297153" y="1758538"/>
            <a:ext cx="543740" cy="194095"/>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MRD</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4D21F0F6-FB8E-4E58-AC10-61D2DB84133D}"/>
              </a:ext>
            </a:extLst>
          </p:cNvPr>
          <p:cNvSpPr/>
          <p:nvPr/>
        </p:nvSpPr>
        <p:spPr>
          <a:xfrm>
            <a:off x="831898" y="1686768"/>
            <a:ext cx="530978" cy="323165"/>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May 2023</a:t>
            </a:r>
            <a:endParaRPr lang="zh-CN" altLang="en-US" sz="750" b="1">
              <a:solidFill>
                <a:srgbClr val="44546A"/>
              </a:solidFill>
              <a:latin typeface="Calibri" panose="020F0502020204030204" pitchFamily="34" charset="0"/>
            </a:endParaRPr>
          </a:p>
        </p:txBody>
      </p:sp>
      <p:sp>
        <p:nvSpPr>
          <p:cNvPr id="37" name="Rectangle 36">
            <a:extLst>
              <a:ext uri="{FF2B5EF4-FFF2-40B4-BE49-F238E27FC236}">
                <a16:creationId xmlns:a16="http://schemas.microsoft.com/office/drawing/2014/main" id="{9331D34C-4405-4E0E-8C7E-7B9A63C3A1C8}"/>
              </a:ext>
            </a:extLst>
          </p:cNvPr>
          <p:cNvSpPr/>
          <p:nvPr/>
        </p:nvSpPr>
        <p:spPr>
          <a:xfrm>
            <a:off x="1694108" y="1649460"/>
            <a:ext cx="543739"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Jan 2024</a:t>
            </a:r>
            <a:endParaRPr lang="zh-CN" altLang="en-US" sz="750" b="1">
              <a:solidFill>
                <a:srgbClr val="44546A"/>
              </a:solidFill>
              <a:latin typeface="Calibri" panose="020F0502020204030204" pitchFamily="34" charset="0"/>
            </a:endParaRPr>
          </a:p>
        </p:txBody>
      </p:sp>
      <p:sp>
        <p:nvSpPr>
          <p:cNvPr id="40" name="Rectangle 39">
            <a:extLst>
              <a:ext uri="{FF2B5EF4-FFF2-40B4-BE49-F238E27FC236}">
                <a16:creationId xmlns:a16="http://schemas.microsoft.com/office/drawing/2014/main" id="{F4E17231-EB84-4C26-89B0-D0CDF75BFBBC}"/>
              </a:ext>
            </a:extLst>
          </p:cNvPr>
          <p:cNvSpPr/>
          <p:nvPr/>
        </p:nvSpPr>
        <p:spPr>
          <a:xfrm>
            <a:off x="2207213" y="1978812"/>
            <a:ext cx="657097" cy="184666"/>
          </a:xfrm>
          <a:prstGeom prst="rect">
            <a:avLst/>
          </a:prstGeom>
        </p:spPr>
        <p:txBody>
          <a:bodyPr wrap="square">
            <a:spAutoFit/>
          </a:bodyPr>
          <a:lstStyle/>
          <a:p>
            <a:pPr algn="ctr" defTabSz="914310">
              <a:defRPr/>
            </a:pPr>
            <a:r>
              <a:rPr lang="en-US" altLang="zh-CN" sz="600" b="1">
                <a:solidFill>
                  <a:srgbClr val="44546A"/>
                </a:solidFill>
                <a:latin typeface="Calibri" panose="020F0502020204030204" pitchFamily="34" charset="0"/>
              </a:rPr>
              <a:t>Q4 2024</a:t>
            </a:r>
            <a:endParaRPr lang="zh-CN" altLang="en-US" sz="600" b="1">
              <a:solidFill>
                <a:srgbClr val="44546A"/>
              </a:solidFill>
              <a:latin typeface="Calibri" panose="020F0502020204030204" pitchFamily="34" charset="0"/>
            </a:endParaRPr>
          </a:p>
        </p:txBody>
      </p:sp>
      <p:sp>
        <p:nvSpPr>
          <p:cNvPr id="41" name="OTLSHAPE_T_e17f3958430f4cff8650518c93c7635e_Shape">
            <a:extLst>
              <a:ext uri="{FF2B5EF4-FFF2-40B4-BE49-F238E27FC236}">
                <a16:creationId xmlns:a16="http://schemas.microsoft.com/office/drawing/2014/main" id="{371ED482-FCD9-43D7-BB71-A24786EAE75F}"/>
              </a:ext>
            </a:extLst>
          </p:cNvPr>
          <p:cNvSpPr/>
          <p:nvPr>
            <p:custDataLst>
              <p:tags r:id="rId4"/>
            </p:custDataLst>
          </p:nvPr>
        </p:nvSpPr>
        <p:spPr bwMode="auto">
          <a:xfrm>
            <a:off x="2416486" y="2517377"/>
            <a:ext cx="3085711" cy="192024"/>
          </a:xfrm>
          <a:prstGeom prst="roundRect">
            <a:avLst>
              <a:gd name="adj" fmla="val 8560"/>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Ph2a  in UC</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89C355A1-7C4E-4FB6-A111-D974557D88EB}"/>
              </a:ext>
            </a:extLst>
          </p:cNvPr>
          <p:cNvSpPr/>
          <p:nvPr/>
        </p:nvSpPr>
        <p:spPr>
          <a:xfrm>
            <a:off x="3591980" y="2645652"/>
            <a:ext cx="823491" cy="323165"/>
          </a:xfrm>
          <a:prstGeom prst="rect">
            <a:avLst/>
          </a:prstGeom>
        </p:spPr>
        <p:txBody>
          <a:bodyPr wrap="square">
            <a:spAutoFit/>
          </a:bodyPr>
          <a:lstStyle/>
          <a:p>
            <a:pPr algn="ctr" defTabSz="914288">
              <a:defRPr/>
            </a:pPr>
            <a:r>
              <a:rPr lang="en-US" altLang="zh-CN" sz="750" b="1" err="1">
                <a:solidFill>
                  <a:srgbClr val="44546A"/>
                </a:solidFill>
                <a:latin typeface="Calibri" panose="020F0502020204030204" pitchFamily="34" charset="0"/>
              </a:rPr>
              <a:t>PoCP</a:t>
            </a:r>
            <a:endParaRPr lang="en-US" altLang="zh-CN" sz="750" b="1">
              <a:solidFill>
                <a:srgbClr val="44546A"/>
              </a:solidFill>
              <a:latin typeface="Calibri" panose="020F0502020204030204" pitchFamily="34" charset="0"/>
            </a:endParaRPr>
          </a:p>
          <a:p>
            <a:pPr algn="ctr" defTabSz="914288">
              <a:defRPr/>
            </a:pPr>
            <a:r>
              <a:rPr lang="en-US" altLang="zh-CN" sz="750" b="1">
                <a:solidFill>
                  <a:srgbClr val="44546A"/>
                </a:solidFill>
                <a:latin typeface="Calibri" panose="020F0502020204030204" pitchFamily="34" charset="0"/>
              </a:rPr>
              <a:t>Jul 2026</a:t>
            </a:r>
            <a:endParaRPr lang="zh-CN" altLang="en-US" sz="750" b="1">
              <a:solidFill>
                <a:srgbClr val="44546A"/>
              </a:solidFill>
              <a:latin typeface="Calibri" panose="020F0502020204030204" pitchFamily="34" charset="0"/>
            </a:endParaRPr>
          </a:p>
        </p:txBody>
      </p:sp>
      <p:sp>
        <p:nvSpPr>
          <p:cNvPr id="43" name="Diamond 42">
            <a:extLst>
              <a:ext uri="{FF2B5EF4-FFF2-40B4-BE49-F238E27FC236}">
                <a16:creationId xmlns:a16="http://schemas.microsoft.com/office/drawing/2014/main" id="{D23393F2-1003-4EF8-8708-D490A7C332D4}"/>
              </a:ext>
            </a:extLst>
          </p:cNvPr>
          <p:cNvSpPr/>
          <p:nvPr/>
        </p:nvSpPr>
        <p:spPr>
          <a:xfrm>
            <a:off x="3721591" y="2741443"/>
            <a:ext cx="108000" cy="108000"/>
          </a:xfrm>
          <a:prstGeom prst="diamond">
            <a:avLst/>
          </a:prstGeom>
          <a:solidFill>
            <a:srgbClr val="FF99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GB" sz="1400" err="1">
              <a:solidFill>
                <a:srgbClr val="000000"/>
              </a:solidFill>
              <a:latin typeface="BISansCond"/>
            </a:endParaRPr>
          </a:p>
        </p:txBody>
      </p:sp>
      <p:sp>
        <p:nvSpPr>
          <p:cNvPr id="44" name="OTLSHAPE_T_e17f3958430f4cff8650518c93c7635e_Shape">
            <a:extLst>
              <a:ext uri="{FF2B5EF4-FFF2-40B4-BE49-F238E27FC236}">
                <a16:creationId xmlns:a16="http://schemas.microsoft.com/office/drawing/2014/main" id="{100CBE5C-17B7-489E-A752-C98EA539F051}"/>
              </a:ext>
            </a:extLst>
          </p:cNvPr>
          <p:cNvSpPr/>
          <p:nvPr>
            <p:custDataLst>
              <p:tags r:id="rId5"/>
            </p:custDataLst>
          </p:nvPr>
        </p:nvSpPr>
        <p:spPr bwMode="auto">
          <a:xfrm>
            <a:off x="3787345" y="3017274"/>
            <a:ext cx="2744616"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Ph2b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AC3B3234-993B-4A10-B3E4-C17DE956EA17}"/>
              </a:ext>
            </a:extLst>
          </p:cNvPr>
          <p:cNvSpPr/>
          <p:nvPr/>
        </p:nvSpPr>
        <p:spPr>
          <a:xfrm>
            <a:off x="3505907" y="2890571"/>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Oct 2026</a:t>
            </a:r>
            <a:endParaRPr lang="zh-CN" altLang="en-US" sz="750" b="1">
              <a:solidFill>
                <a:srgbClr val="44546A"/>
              </a:solidFill>
              <a:latin typeface="Calibri" panose="020F0502020204030204" pitchFamily="34" charset="0"/>
            </a:endParaRPr>
          </a:p>
        </p:txBody>
      </p:sp>
      <p:sp>
        <p:nvSpPr>
          <p:cNvPr id="46" name="Rectangle 45">
            <a:extLst>
              <a:ext uri="{FF2B5EF4-FFF2-40B4-BE49-F238E27FC236}">
                <a16:creationId xmlns:a16="http://schemas.microsoft.com/office/drawing/2014/main" id="{C4E89E5F-94EE-4CA6-9C3B-E3C158741EF9}"/>
              </a:ext>
            </a:extLst>
          </p:cNvPr>
          <p:cNvSpPr/>
          <p:nvPr/>
        </p:nvSpPr>
        <p:spPr>
          <a:xfrm>
            <a:off x="6188063" y="2888563"/>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Nov 2029</a:t>
            </a:r>
            <a:endParaRPr lang="zh-CN" altLang="en-US" sz="750" b="1">
              <a:solidFill>
                <a:srgbClr val="44546A"/>
              </a:solidFill>
              <a:latin typeface="Calibri" panose="020F0502020204030204" pitchFamily="34" charset="0"/>
            </a:endParaRPr>
          </a:p>
        </p:txBody>
      </p:sp>
      <p:sp>
        <p:nvSpPr>
          <p:cNvPr id="47" name="OTLSHAPE_T_e17f3958430f4cff8650518c93c7635e_Shape">
            <a:extLst>
              <a:ext uri="{FF2B5EF4-FFF2-40B4-BE49-F238E27FC236}">
                <a16:creationId xmlns:a16="http://schemas.microsoft.com/office/drawing/2014/main" id="{429B0501-63DF-4C45-A5E2-DAA4DEE660AD}"/>
              </a:ext>
            </a:extLst>
          </p:cNvPr>
          <p:cNvSpPr/>
          <p:nvPr>
            <p:custDataLst>
              <p:tags r:id="rId6"/>
            </p:custDataLst>
          </p:nvPr>
        </p:nvSpPr>
        <p:spPr bwMode="auto">
          <a:xfrm>
            <a:off x="6244124" y="3340545"/>
            <a:ext cx="2256549"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2300E49A-DADF-4DC4-860D-98E6D9CC5BE6}"/>
              </a:ext>
            </a:extLst>
          </p:cNvPr>
          <p:cNvSpPr/>
          <p:nvPr/>
        </p:nvSpPr>
        <p:spPr>
          <a:xfrm>
            <a:off x="5853353" y="3183332"/>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Jul 2029</a:t>
            </a:r>
            <a:endParaRPr lang="zh-CN" altLang="en-US" sz="750" b="1">
              <a:solidFill>
                <a:srgbClr val="44546A"/>
              </a:solidFill>
              <a:latin typeface="Calibri" panose="020F0502020204030204" pitchFamily="34" charset="0"/>
            </a:endParaRPr>
          </a:p>
        </p:txBody>
      </p:sp>
      <p:sp>
        <p:nvSpPr>
          <p:cNvPr id="49" name="Rectangle 48">
            <a:extLst>
              <a:ext uri="{FF2B5EF4-FFF2-40B4-BE49-F238E27FC236}">
                <a16:creationId xmlns:a16="http://schemas.microsoft.com/office/drawing/2014/main" id="{8BEBEE7B-7062-4423-9FDE-57035B780AE2}"/>
              </a:ext>
            </a:extLst>
          </p:cNvPr>
          <p:cNvSpPr/>
          <p:nvPr/>
        </p:nvSpPr>
        <p:spPr>
          <a:xfrm>
            <a:off x="8071842" y="3179147"/>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Jul 2032</a:t>
            </a:r>
            <a:endParaRPr lang="zh-CN" altLang="en-US" sz="750" b="1">
              <a:solidFill>
                <a:srgbClr val="44546A"/>
              </a:solidFill>
              <a:latin typeface="Calibri" panose="020F0502020204030204" pitchFamily="34" charset="0"/>
            </a:endParaRPr>
          </a:p>
        </p:txBody>
      </p:sp>
      <p:sp>
        <p:nvSpPr>
          <p:cNvPr id="51" name="TextBox 50">
            <a:extLst>
              <a:ext uri="{FF2B5EF4-FFF2-40B4-BE49-F238E27FC236}">
                <a16:creationId xmlns:a16="http://schemas.microsoft.com/office/drawing/2014/main" id="{DE65D891-F23C-4DDA-A055-F3F9C40CA97D}"/>
              </a:ext>
            </a:extLst>
          </p:cNvPr>
          <p:cNvSpPr txBox="1"/>
          <p:nvPr/>
        </p:nvSpPr>
        <p:spPr>
          <a:xfrm>
            <a:off x="8377" y="3314461"/>
            <a:ext cx="548640"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Ph3 </a:t>
            </a:r>
            <a:endParaRPr lang="en-US" sz="800" b="1">
              <a:solidFill>
                <a:srgbClr val="0066CC"/>
              </a:solidFill>
              <a:latin typeface="Calibri" panose="020F0502020204030204" pitchFamily="34" charset="0"/>
              <a:cs typeface="Calibri" panose="020F0502020204030204" pitchFamily="34" charset="0"/>
            </a:endParaRPr>
          </a:p>
        </p:txBody>
      </p:sp>
      <p:sp>
        <p:nvSpPr>
          <p:cNvPr id="53" name="矩形 20">
            <a:extLst>
              <a:ext uri="{FF2B5EF4-FFF2-40B4-BE49-F238E27FC236}">
                <a16:creationId xmlns:a16="http://schemas.microsoft.com/office/drawing/2014/main" id="{FA6C2BD6-B89E-42F0-B246-1BBB4E4157A9}"/>
              </a:ext>
            </a:extLst>
          </p:cNvPr>
          <p:cNvSpPr/>
          <p:nvPr/>
        </p:nvSpPr>
        <p:spPr>
          <a:xfrm>
            <a:off x="3591980" y="4043955"/>
            <a:ext cx="510465" cy="208284"/>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38576" tIns="19289" rIns="38576" bIns="19289" numCol="1" rtlCol="0" anchor="ctr" anchorCtr="0" compatLnSpc="1">
            <a:prstTxWarp prst="textNoShape">
              <a:avLst/>
            </a:prstTxWarp>
          </a:bodyPr>
          <a:lstStyle/>
          <a:p>
            <a:pPr algn="ctr" defTabSz="685716" eaLnBrk="0" fontAlgn="base" hangingPunct="0">
              <a:spcBef>
                <a:spcPct val="0"/>
              </a:spcBef>
              <a:spcAft>
                <a:spcPct val="0"/>
              </a:spcAft>
              <a:defRPr/>
            </a:pPr>
            <a:r>
              <a:rPr lang="en-US" altLang="zh-CN" sz="450" b="1">
                <a:solidFill>
                  <a:srgbClr val="000000"/>
                </a:solidFill>
                <a:latin typeface="BISansCond"/>
              </a:rPr>
              <a:t>China Ph2b CTA sub.-1st SIV (6M) </a:t>
            </a:r>
          </a:p>
        </p:txBody>
      </p:sp>
      <p:sp>
        <p:nvSpPr>
          <p:cNvPr id="54" name="Isosceles Triangle 53">
            <a:extLst>
              <a:ext uri="{FF2B5EF4-FFF2-40B4-BE49-F238E27FC236}">
                <a16:creationId xmlns:a16="http://schemas.microsoft.com/office/drawing/2014/main" id="{090C4857-48A6-473B-B500-2A93E4FC3E35}"/>
              </a:ext>
            </a:extLst>
          </p:cNvPr>
          <p:cNvSpPr/>
          <p:nvPr/>
        </p:nvSpPr>
        <p:spPr>
          <a:xfrm>
            <a:off x="3557278" y="4252243"/>
            <a:ext cx="69404" cy="68843"/>
          </a:xfrm>
          <a:prstGeom prst="triangle">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32">
              <a:defRPr/>
            </a:pPr>
            <a:endParaRPr lang="zh-CN" altLang="en-US" sz="1050" err="1">
              <a:solidFill>
                <a:srgbClr val="000000"/>
              </a:solidFill>
              <a:latin typeface="BISansOpti"/>
            </a:endParaRPr>
          </a:p>
        </p:txBody>
      </p:sp>
      <p:sp>
        <p:nvSpPr>
          <p:cNvPr id="55" name="矩形 20">
            <a:extLst>
              <a:ext uri="{FF2B5EF4-FFF2-40B4-BE49-F238E27FC236}">
                <a16:creationId xmlns:a16="http://schemas.microsoft.com/office/drawing/2014/main" id="{A99D1088-68BC-41A9-8E6F-2678BAC196B2}"/>
              </a:ext>
            </a:extLst>
          </p:cNvPr>
          <p:cNvSpPr/>
          <p:nvPr/>
        </p:nvSpPr>
        <p:spPr>
          <a:xfrm>
            <a:off x="4102672" y="4042665"/>
            <a:ext cx="2429293" cy="192024"/>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China Ph2b recruitment TBD</a:t>
            </a:r>
          </a:p>
        </p:txBody>
      </p:sp>
      <p:sp>
        <p:nvSpPr>
          <p:cNvPr id="57" name="Star: 4 Points 143">
            <a:extLst>
              <a:ext uri="{FF2B5EF4-FFF2-40B4-BE49-F238E27FC236}">
                <a16:creationId xmlns:a16="http://schemas.microsoft.com/office/drawing/2014/main" id="{42DBDC38-CA1A-4071-BEEF-9C01C32E3D96}"/>
              </a:ext>
            </a:extLst>
          </p:cNvPr>
          <p:cNvSpPr/>
          <p:nvPr/>
        </p:nvSpPr>
        <p:spPr bwMode="auto">
          <a:xfrm>
            <a:off x="4041100" y="4177343"/>
            <a:ext cx="115368" cy="1154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sz="1200">
              <a:solidFill>
                <a:srgbClr val="000000"/>
              </a:solidFill>
              <a:latin typeface="Verdana" charset="0"/>
            </a:endParaRPr>
          </a:p>
        </p:txBody>
      </p:sp>
      <p:sp>
        <p:nvSpPr>
          <p:cNvPr id="60" name="OTLSHAPE_T_e17f3958430f4cff8650518c93c7635e_Shape">
            <a:extLst>
              <a:ext uri="{FF2B5EF4-FFF2-40B4-BE49-F238E27FC236}">
                <a16:creationId xmlns:a16="http://schemas.microsoft.com/office/drawing/2014/main" id="{2A1B1EE0-FF72-4C70-82EC-AE3B9DF1033B}"/>
              </a:ext>
            </a:extLst>
          </p:cNvPr>
          <p:cNvSpPr/>
          <p:nvPr>
            <p:custDataLst>
              <p:tags r:id="rId7"/>
            </p:custDataLst>
          </p:nvPr>
        </p:nvSpPr>
        <p:spPr bwMode="auto">
          <a:xfrm>
            <a:off x="6094250" y="4413518"/>
            <a:ext cx="2521499" cy="19311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800" b="1">
                <a:solidFill>
                  <a:srgbClr val="000000"/>
                </a:solidFill>
                <a:latin typeface="Calibri" panose="020F0502020204030204" pitchFamily="34" charset="0"/>
                <a:cs typeface="Calibri" panose="020F0502020204030204" pitchFamily="34" charset="0"/>
              </a:rPr>
              <a:t>Ph3 </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67" name="Rectangle 66">
            <a:extLst>
              <a:ext uri="{FF2B5EF4-FFF2-40B4-BE49-F238E27FC236}">
                <a16:creationId xmlns:a16="http://schemas.microsoft.com/office/drawing/2014/main" id="{76C8E6E8-05D6-4E09-B2F1-81C6C61A6516}"/>
              </a:ext>
            </a:extLst>
          </p:cNvPr>
          <p:cNvSpPr/>
          <p:nvPr/>
        </p:nvSpPr>
        <p:spPr>
          <a:xfrm>
            <a:off x="6188063" y="3899383"/>
            <a:ext cx="657097" cy="207749"/>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Nov 2029</a:t>
            </a:r>
            <a:endParaRPr lang="zh-CN" altLang="en-US" sz="750" b="1">
              <a:solidFill>
                <a:srgbClr val="44546A"/>
              </a:solidFill>
              <a:latin typeface="Calibri" panose="020F0502020204030204" pitchFamily="34" charset="0"/>
            </a:endParaRPr>
          </a:p>
        </p:txBody>
      </p:sp>
      <p:grpSp>
        <p:nvGrpSpPr>
          <p:cNvPr id="69" name="Group 68">
            <a:extLst>
              <a:ext uri="{FF2B5EF4-FFF2-40B4-BE49-F238E27FC236}">
                <a16:creationId xmlns:a16="http://schemas.microsoft.com/office/drawing/2014/main" id="{74D3BA44-B340-451F-AADE-FFF646D62AAB}"/>
              </a:ext>
            </a:extLst>
          </p:cNvPr>
          <p:cNvGrpSpPr/>
          <p:nvPr/>
        </p:nvGrpSpPr>
        <p:grpSpPr>
          <a:xfrm>
            <a:off x="8537230" y="4399376"/>
            <a:ext cx="688010" cy="457284"/>
            <a:chOff x="8540644" y="1766789"/>
            <a:chExt cx="688010" cy="457284"/>
          </a:xfrm>
        </p:grpSpPr>
        <p:sp>
          <p:nvSpPr>
            <p:cNvPr id="71" name="五角星 55">
              <a:extLst>
                <a:ext uri="{FF2B5EF4-FFF2-40B4-BE49-F238E27FC236}">
                  <a16:creationId xmlns:a16="http://schemas.microsoft.com/office/drawing/2014/main" id="{2DB66806-6994-477A-BDCD-E4C9E1DFEF6F}"/>
                </a:ext>
              </a:extLst>
            </p:cNvPr>
            <p:cNvSpPr>
              <a:spLocks noChangeAspect="1"/>
            </p:cNvSpPr>
            <p:nvPr/>
          </p:nvSpPr>
          <p:spPr bwMode="auto">
            <a:xfrm>
              <a:off x="8960599" y="190666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ndParaRPr>
            </a:p>
          </p:txBody>
        </p:sp>
        <p:sp>
          <p:nvSpPr>
            <p:cNvPr id="73" name="Rectangle 72">
              <a:extLst>
                <a:ext uri="{FF2B5EF4-FFF2-40B4-BE49-F238E27FC236}">
                  <a16:creationId xmlns:a16="http://schemas.microsoft.com/office/drawing/2014/main" id="{36C4B64F-88CA-471C-A90C-9F6AC261BACB}"/>
                </a:ext>
              </a:extLst>
            </p:cNvPr>
            <p:cNvSpPr/>
            <p:nvPr/>
          </p:nvSpPr>
          <p:spPr>
            <a:xfrm>
              <a:off x="8540644" y="2016324"/>
              <a:ext cx="688010" cy="207749"/>
            </a:xfrm>
            <a:prstGeom prst="rect">
              <a:avLst/>
            </a:prstGeom>
          </p:spPr>
          <p:txBody>
            <a:bodyPr wrap="none">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CN NDA App</a:t>
              </a:r>
              <a:endParaRPr lang="zh-CN" altLang="en-US" sz="750" b="1">
                <a:solidFill>
                  <a:srgbClr val="44546A"/>
                </a:solidFill>
                <a:latin typeface="Calibri" panose="020F0502020204030204" pitchFamily="34" charset="0"/>
                <a:cs typeface="Calibri" panose="020F0502020204030204" pitchFamily="34" charset="0"/>
              </a:endParaRPr>
            </a:p>
          </p:txBody>
        </p:sp>
        <p:sp>
          <p:nvSpPr>
            <p:cNvPr id="74" name="OTLSHAPE_T_e17f3958430f4cff8650518c93c7635e_StartDate">
              <a:extLst>
                <a:ext uri="{FF2B5EF4-FFF2-40B4-BE49-F238E27FC236}">
                  <a16:creationId xmlns:a16="http://schemas.microsoft.com/office/drawing/2014/main" id="{5356DC64-70BF-40D4-989C-EAE12C15AF17}"/>
                </a:ext>
              </a:extLst>
            </p:cNvPr>
            <p:cNvSpPr txBox="1"/>
            <p:nvPr>
              <p:custDataLst>
                <p:tags r:id="rId8"/>
              </p:custDataLst>
            </p:nvPr>
          </p:nvSpPr>
          <p:spPr>
            <a:xfrm>
              <a:off x="8619145" y="1766789"/>
              <a:ext cx="511967" cy="115416"/>
            </a:xfrm>
            <a:prstGeom prst="rect">
              <a:avLst/>
            </a:prstGeom>
            <a:noFill/>
          </p:spPr>
          <p:txBody>
            <a:bodyPr vert="horz" wrap="square" lIns="0" tIns="0" rIns="0" bIns="0" rtlCol="0" anchor="ctr" anchorCtr="0">
              <a:spAutoFit/>
            </a:bodyPr>
            <a:lstStyle/>
            <a:p>
              <a:pPr algn="r" defTabSz="914310">
                <a:defRPr/>
              </a:pPr>
              <a:r>
                <a:rPr lang="en-US" altLang="zh-CN" sz="750" b="1">
                  <a:solidFill>
                    <a:srgbClr val="44546A"/>
                  </a:solidFill>
                  <a:latin typeface="Calibri" panose="020F0502020204030204" pitchFamily="34" charset="0"/>
                  <a:cs typeface="Calibri" panose="020F0502020204030204" pitchFamily="34" charset="0"/>
                </a:rPr>
                <a:t>2033 TBD</a:t>
              </a:r>
              <a:endParaRPr lang="zh-CN" altLang="en-US" sz="750" b="1">
                <a:solidFill>
                  <a:srgbClr val="44546A"/>
                </a:solidFill>
                <a:latin typeface="Calibri" panose="020F0502020204030204" pitchFamily="34" charset="0"/>
                <a:cs typeface="Calibri" panose="020F0502020204030204" pitchFamily="34" charset="0"/>
              </a:endParaRPr>
            </a:p>
          </p:txBody>
        </p:sp>
      </p:grpSp>
      <p:sp>
        <p:nvSpPr>
          <p:cNvPr id="75" name="TextBox 74">
            <a:extLst>
              <a:ext uri="{FF2B5EF4-FFF2-40B4-BE49-F238E27FC236}">
                <a16:creationId xmlns:a16="http://schemas.microsoft.com/office/drawing/2014/main" id="{EEF700EF-0B63-4EA1-97EC-153820CAEE4B}"/>
              </a:ext>
            </a:extLst>
          </p:cNvPr>
          <p:cNvSpPr txBox="1"/>
          <p:nvPr/>
        </p:nvSpPr>
        <p:spPr>
          <a:xfrm>
            <a:off x="23296" y="4062523"/>
            <a:ext cx="496411"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Ph2b </a:t>
            </a:r>
            <a:endParaRPr lang="en-US" sz="800" b="1">
              <a:solidFill>
                <a:srgbClr val="0066CC"/>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C34540DA-01EB-4110-A335-46141BA37114}"/>
              </a:ext>
            </a:extLst>
          </p:cNvPr>
          <p:cNvSpPr txBox="1"/>
          <p:nvPr/>
        </p:nvSpPr>
        <p:spPr>
          <a:xfrm>
            <a:off x="16292" y="4466715"/>
            <a:ext cx="496411" cy="123111"/>
          </a:xfrm>
          <a:prstGeom prst="rect">
            <a:avLst/>
          </a:prstGeom>
          <a:noFill/>
          <a:ln>
            <a:solidFill>
              <a:schemeClr val="accent1"/>
            </a:solidFill>
          </a:ln>
        </p:spPr>
        <p:txBody>
          <a:bodyPr wrap="square" lIns="0" tIns="0" rIns="0" bIns="0" rtlCol="0">
            <a:spAutoFit/>
          </a:bodyPr>
          <a:lstStyle/>
          <a:p>
            <a:pPr algn="ctr" defTabSz="914310">
              <a:defRPr/>
            </a:pPr>
            <a:r>
              <a:rPr lang="en-US" altLang="zh-CN" sz="800" b="1">
                <a:solidFill>
                  <a:srgbClr val="0066CC"/>
                </a:solidFill>
                <a:latin typeface="Calibri" panose="020F0502020204030204" pitchFamily="34" charset="0"/>
                <a:cs typeface="Calibri" panose="020F0502020204030204" pitchFamily="34" charset="0"/>
              </a:rPr>
              <a:t>Ph3 </a:t>
            </a:r>
            <a:endParaRPr lang="en-US" sz="800" b="1">
              <a:solidFill>
                <a:srgbClr val="0066CC"/>
              </a:solidFill>
              <a:latin typeface="Calibri" panose="020F0502020204030204" pitchFamily="34" charset="0"/>
              <a:cs typeface="Calibri" panose="020F0502020204030204" pitchFamily="34" charset="0"/>
            </a:endParaRPr>
          </a:p>
        </p:txBody>
      </p:sp>
      <p:sp>
        <p:nvSpPr>
          <p:cNvPr id="68" name="Rectangle 67">
            <a:extLst>
              <a:ext uri="{FF2B5EF4-FFF2-40B4-BE49-F238E27FC236}">
                <a16:creationId xmlns:a16="http://schemas.microsoft.com/office/drawing/2014/main" id="{4BF959CE-B140-4839-8158-B35CEFF4646E}"/>
              </a:ext>
            </a:extLst>
          </p:cNvPr>
          <p:cNvSpPr/>
          <p:nvPr/>
        </p:nvSpPr>
        <p:spPr>
          <a:xfrm>
            <a:off x="2064376" y="2400036"/>
            <a:ext cx="530978" cy="323165"/>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Dec 2024</a:t>
            </a:r>
            <a:endParaRPr lang="zh-CN" altLang="en-US" sz="750" b="1">
              <a:solidFill>
                <a:srgbClr val="44546A"/>
              </a:solidFill>
              <a:latin typeface="Calibri" panose="020F0502020204030204" pitchFamily="34" charset="0"/>
            </a:endParaRPr>
          </a:p>
        </p:txBody>
      </p:sp>
      <p:sp>
        <p:nvSpPr>
          <p:cNvPr id="79" name="Rectangle 78">
            <a:extLst>
              <a:ext uri="{FF2B5EF4-FFF2-40B4-BE49-F238E27FC236}">
                <a16:creationId xmlns:a16="http://schemas.microsoft.com/office/drawing/2014/main" id="{35312632-74E8-414D-9840-08BEB8211CF8}"/>
              </a:ext>
            </a:extLst>
          </p:cNvPr>
          <p:cNvSpPr/>
          <p:nvPr/>
        </p:nvSpPr>
        <p:spPr>
          <a:xfrm>
            <a:off x="5370175" y="2437314"/>
            <a:ext cx="530978" cy="323165"/>
          </a:xfrm>
          <a:prstGeom prst="rect">
            <a:avLst/>
          </a:prstGeom>
        </p:spPr>
        <p:txBody>
          <a:bodyPr wrap="square">
            <a:spAutoFit/>
          </a:bodyPr>
          <a:lstStyle/>
          <a:p>
            <a:pPr algn="ctr" defTabSz="914310">
              <a:defRPr/>
            </a:pPr>
            <a:r>
              <a:rPr lang="en-US" altLang="zh-CN" sz="750" b="1">
                <a:solidFill>
                  <a:srgbClr val="44546A"/>
                </a:solidFill>
                <a:latin typeface="Calibri" panose="020F0502020204030204" pitchFamily="34" charset="0"/>
              </a:rPr>
              <a:t>Aug 2028</a:t>
            </a:r>
            <a:endParaRPr lang="zh-CN" altLang="en-US" sz="750" b="1">
              <a:solidFill>
                <a:srgbClr val="44546A"/>
              </a:solidFill>
              <a:latin typeface="Calibri" panose="020F0502020204030204" pitchFamily="34" charset="0"/>
            </a:endParaRPr>
          </a:p>
        </p:txBody>
      </p:sp>
      <p:sp>
        <p:nvSpPr>
          <p:cNvPr id="5" name="TextBox 4">
            <a:extLst>
              <a:ext uri="{FF2B5EF4-FFF2-40B4-BE49-F238E27FC236}">
                <a16:creationId xmlns:a16="http://schemas.microsoft.com/office/drawing/2014/main" id="{0E849768-1A2B-4C53-A20B-2A4C9EB495D9}"/>
              </a:ext>
            </a:extLst>
          </p:cNvPr>
          <p:cNvSpPr txBox="1"/>
          <p:nvPr/>
        </p:nvSpPr>
        <p:spPr>
          <a:xfrm>
            <a:off x="2289741" y="2297488"/>
            <a:ext cx="498508" cy="276999"/>
          </a:xfrm>
          <a:prstGeom prst="rect">
            <a:avLst/>
          </a:prstGeom>
        </p:spPr>
        <p:txBody>
          <a:bodyPr wrap="square">
            <a:spAutoFit/>
          </a:bodyPr>
          <a:lstStyle>
            <a:defPPr>
              <a:defRPr lang="de-DE"/>
            </a:defPPr>
            <a:lvl1pPr marR="0" lvl="0" indent="0" algn="ctr"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a:t>JP cohort FPI</a:t>
            </a:r>
            <a:endParaRPr lang="zh-CN" altLang="en-US"/>
          </a:p>
        </p:txBody>
      </p:sp>
      <p:sp>
        <p:nvSpPr>
          <p:cNvPr id="77" name="TextBox 76">
            <a:extLst>
              <a:ext uri="{FF2B5EF4-FFF2-40B4-BE49-F238E27FC236}">
                <a16:creationId xmlns:a16="http://schemas.microsoft.com/office/drawing/2014/main" id="{DEF5C9FE-688C-419A-BC64-8132B05D8177}"/>
              </a:ext>
            </a:extLst>
          </p:cNvPr>
          <p:cNvSpPr txBox="1"/>
          <p:nvPr/>
        </p:nvSpPr>
        <p:spPr>
          <a:xfrm>
            <a:off x="2681551" y="2297492"/>
            <a:ext cx="711572" cy="276999"/>
          </a:xfrm>
          <a:prstGeom prst="rect">
            <a:avLst/>
          </a:prstGeom>
        </p:spPr>
        <p:txBody>
          <a:bodyPr wrap="square">
            <a:spAutoFit/>
          </a:bodyPr>
          <a:lstStyle>
            <a:defPPr>
              <a:defRPr lang="de-DE"/>
            </a:defPPr>
            <a:lvl1pPr marR="0" lvl="0" indent="0" algn="ctr"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a:t>CN cohort</a:t>
            </a:r>
          </a:p>
          <a:p>
            <a:pPr defTabSz="914310">
              <a:defRPr/>
            </a:pPr>
            <a:r>
              <a:rPr lang="en-US" altLang="zh-CN"/>
              <a:t> FPI</a:t>
            </a:r>
            <a:endParaRPr lang="zh-CN" altLang="en-US"/>
          </a:p>
        </p:txBody>
      </p:sp>
      <p:sp>
        <p:nvSpPr>
          <p:cNvPr id="80" name="Star: 4 Points 143">
            <a:extLst>
              <a:ext uri="{FF2B5EF4-FFF2-40B4-BE49-F238E27FC236}">
                <a16:creationId xmlns:a16="http://schemas.microsoft.com/office/drawing/2014/main" id="{9144D594-AE5D-4E52-819F-B8A1BBACB904}"/>
              </a:ext>
            </a:extLst>
          </p:cNvPr>
          <p:cNvSpPr/>
          <p:nvPr/>
        </p:nvSpPr>
        <p:spPr bwMode="auto">
          <a:xfrm>
            <a:off x="2507216" y="2235891"/>
            <a:ext cx="115368" cy="1154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sz="1200">
              <a:solidFill>
                <a:srgbClr val="000000"/>
              </a:solidFill>
              <a:latin typeface="Verdana" charset="0"/>
            </a:endParaRPr>
          </a:p>
        </p:txBody>
      </p:sp>
      <p:sp>
        <p:nvSpPr>
          <p:cNvPr id="81" name="Star: 4 Points 143">
            <a:extLst>
              <a:ext uri="{FF2B5EF4-FFF2-40B4-BE49-F238E27FC236}">
                <a16:creationId xmlns:a16="http://schemas.microsoft.com/office/drawing/2014/main" id="{44503FF0-78C1-460A-8E7A-7EDBAD274C70}"/>
              </a:ext>
            </a:extLst>
          </p:cNvPr>
          <p:cNvSpPr/>
          <p:nvPr/>
        </p:nvSpPr>
        <p:spPr bwMode="auto">
          <a:xfrm>
            <a:off x="2986070" y="2235891"/>
            <a:ext cx="115368" cy="1154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sz="1200">
              <a:solidFill>
                <a:srgbClr val="000000"/>
              </a:solidFill>
              <a:latin typeface="Verdana" charset="0"/>
            </a:endParaRPr>
          </a:p>
        </p:txBody>
      </p:sp>
      <p:sp>
        <p:nvSpPr>
          <p:cNvPr id="83" name="TextBox 82">
            <a:extLst>
              <a:ext uri="{FF2B5EF4-FFF2-40B4-BE49-F238E27FC236}">
                <a16:creationId xmlns:a16="http://schemas.microsoft.com/office/drawing/2014/main" id="{E529B186-59A0-4617-A999-8F8B000CAA6F}"/>
              </a:ext>
            </a:extLst>
          </p:cNvPr>
          <p:cNvSpPr txBox="1"/>
          <p:nvPr/>
        </p:nvSpPr>
        <p:spPr>
          <a:xfrm>
            <a:off x="3152810" y="2297230"/>
            <a:ext cx="541395" cy="276999"/>
          </a:xfrm>
          <a:prstGeom prst="rect">
            <a:avLst/>
          </a:prstGeom>
        </p:spPr>
        <p:txBody>
          <a:bodyPr wrap="square">
            <a:spAutoFit/>
          </a:bodyPr>
          <a:lstStyle>
            <a:defPPr>
              <a:defRPr lang="de-DE"/>
            </a:defPPr>
            <a:lvl1pPr marR="0" lvl="0" indent="0" algn="ctr"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a:t>CN cohort</a:t>
            </a:r>
          </a:p>
          <a:p>
            <a:pPr defTabSz="914310">
              <a:defRPr/>
            </a:pPr>
            <a:r>
              <a:rPr lang="en-US" altLang="zh-CN"/>
              <a:t> LPO</a:t>
            </a:r>
            <a:endParaRPr lang="zh-CN" altLang="en-US"/>
          </a:p>
        </p:txBody>
      </p:sp>
      <p:sp>
        <p:nvSpPr>
          <p:cNvPr id="84" name="Star: 4 Points 143">
            <a:extLst>
              <a:ext uri="{FF2B5EF4-FFF2-40B4-BE49-F238E27FC236}">
                <a16:creationId xmlns:a16="http://schemas.microsoft.com/office/drawing/2014/main" id="{67A7B272-D22B-4EB2-9D10-D45121C0982A}"/>
              </a:ext>
            </a:extLst>
          </p:cNvPr>
          <p:cNvSpPr/>
          <p:nvPr/>
        </p:nvSpPr>
        <p:spPr bwMode="auto">
          <a:xfrm>
            <a:off x="3331318" y="2235891"/>
            <a:ext cx="115368" cy="11541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sz="1200">
              <a:solidFill>
                <a:srgbClr val="000000"/>
              </a:solidFill>
              <a:latin typeface="Verdana" charset="0"/>
            </a:endParaRPr>
          </a:p>
        </p:txBody>
      </p:sp>
      <p:sp>
        <p:nvSpPr>
          <p:cNvPr id="6" name="Isosceles Triangle 5">
            <a:extLst>
              <a:ext uri="{FF2B5EF4-FFF2-40B4-BE49-F238E27FC236}">
                <a16:creationId xmlns:a16="http://schemas.microsoft.com/office/drawing/2014/main" id="{12363FAB-033E-4292-B85E-9E201BD7F4B9}"/>
              </a:ext>
            </a:extLst>
          </p:cNvPr>
          <p:cNvSpPr/>
          <p:nvPr/>
        </p:nvSpPr>
        <p:spPr>
          <a:xfrm>
            <a:off x="3537738" y="2167384"/>
            <a:ext cx="67962" cy="106292"/>
          </a:xfrm>
          <a:prstGeom prst="triangle">
            <a:avLst/>
          </a:prstGeom>
          <a:solidFill>
            <a:schemeClr val="accent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zh-CN" altLang="en-US" sz="1400" err="1">
              <a:solidFill>
                <a:srgbClr val="000000"/>
              </a:solidFill>
              <a:latin typeface="BISansOpti"/>
            </a:endParaRPr>
          </a:p>
        </p:txBody>
      </p:sp>
      <p:sp>
        <p:nvSpPr>
          <p:cNvPr id="86" name="TextBox 85">
            <a:extLst>
              <a:ext uri="{FF2B5EF4-FFF2-40B4-BE49-F238E27FC236}">
                <a16:creationId xmlns:a16="http://schemas.microsoft.com/office/drawing/2014/main" id="{35B6FB51-A084-46C4-B930-729C50F9349D}"/>
              </a:ext>
            </a:extLst>
          </p:cNvPr>
          <p:cNvSpPr txBox="1"/>
          <p:nvPr/>
        </p:nvSpPr>
        <p:spPr>
          <a:xfrm>
            <a:off x="3233428" y="1978812"/>
            <a:ext cx="711572" cy="184666"/>
          </a:xfrm>
          <a:prstGeom prst="rect">
            <a:avLst/>
          </a:prstGeom>
        </p:spPr>
        <p:txBody>
          <a:bodyPr wrap="square">
            <a:spAutoFit/>
          </a:bodyPr>
          <a:lstStyle>
            <a:defPPr>
              <a:defRPr lang="de-DE"/>
            </a:defPPr>
            <a:lvl1pPr marR="0" lvl="0" indent="0" algn="ctr"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a:t>PK data (TBD)</a:t>
            </a:r>
          </a:p>
        </p:txBody>
      </p:sp>
      <p:cxnSp>
        <p:nvCxnSpPr>
          <p:cNvPr id="15" name="Straight Arrow Connector 14">
            <a:extLst>
              <a:ext uri="{FF2B5EF4-FFF2-40B4-BE49-F238E27FC236}">
                <a16:creationId xmlns:a16="http://schemas.microsoft.com/office/drawing/2014/main" id="{053C2F43-FB07-450E-B944-CA85DA048606}"/>
              </a:ext>
            </a:extLst>
          </p:cNvPr>
          <p:cNvCxnSpPr/>
          <p:nvPr/>
        </p:nvCxnSpPr>
        <p:spPr>
          <a:xfrm>
            <a:off x="3575393" y="2297228"/>
            <a:ext cx="17493" cy="1771177"/>
          </a:xfrm>
          <a:prstGeom prst="straightConnector1">
            <a:avLst/>
          </a:prstGeom>
          <a:ln w="6350">
            <a:solidFill>
              <a:srgbClr val="003366"/>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116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92996A-31E0-4B59-8476-314A994254C9}"/>
              </a:ext>
            </a:extLst>
          </p:cNvPr>
          <p:cNvSpPr>
            <a:spLocks noGrp="1"/>
          </p:cNvSpPr>
          <p:nvPr>
            <p:ph type="title"/>
          </p:nvPr>
        </p:nvSpPr>
        <p:spPr>
          <a:xfrm>
            <a:off x="315871" y="166213"/>
            <a:ext cx="8573528" cy="540000"/>
          </a:xfrm>
        </p:spPr>
        <p:txBody>
          <a:bodyPr/>
          <a:lstStyle/>
          <a:p>
            <a:r>
              <a:rPr lang="en-US" altLang="zh-CN" sz="1800"/>
              <a:t>China joining TREM-1 Ph2b timeline </a:t>
            </a:r>
            <a:endParaRPr lang="zh-CN" altLang="en-US" sz="1800"/>
          </a:p>
        </p:txBody>
      </p:sp>
      <p:sp>
        <p:nvSpPr>
          <p:cNvPr id="2" name="Content Placeholder 1">
            <a:extLst>
              <a:ext uri="{FF2B5EF4-FFF2-40B4-BE49-F238E27FC236}">
                <a16:creationId xmlns:a16="http://schemas.microsoft.com/office/drawing/2014/main" id="{C96CF343-7951-276A-67A5-A02FFE06E35B}"/>
              </a:ext>
            </a:extLst>
          </p:cNvPr>
          <p:cNvSpPr>
            <a:spLocks noGrp="1"/>
          </p:cNvSpPr>
          <p:nvPr>
            <p:ph idx="1"/>
          </p:nvPr>
        </p:nvSpPr>
        <p:spPr>
          <a:xfrm>
            <a:off x="359571" y="1706459"/>
            <a:ext cx="8424863" cy="3294000"/>
          </a:xfrm>
        </p:spPr>
        <p:txBody>
          <a:bodyPr/>
          <a:lstStyle/>
          <a:p>
            <a:endParaRPr lang="zh-CN" altLang="en-US"/>
          </a:p>
        </p:txBody>
      </p:sp>
      <p:graphicFrame>
        <p:nvGraphicFramePr>
          <p:cNvPr id="6" name="表格 2">
            <a:extLst>
              <a:ext uri="{FF2B5EF4-FFF2-40B4-BE49-F238E27FC236}">
                <a16:creationId xmlns:a16="http://schemas.microsoft.com/office/drawing/2014/main" id="{1E78441F-3562-4376-B187-C0527AC95E71}"/>
              </a:ext>
            </a:extLst>
          </p:cNvPr>
          <p:cNvGraphicFramePr>
            <a:graphicFrameLocks noGrp="1"/>
          </p:cNvGraphicFramePr>
          <p:nvPr/>
        </p:nvGraphicFramePr>
        <p:xfrm>
          <a:off x="-22185" y="631141"/>
          <a:ext cx="9166206" cy="4470049"/>
        </p:xfrm>
        <a:graphic>
          <a:graphicData uri="http://schemas.openxmlformats.org/drawingml/2006/table">
            <a:tbl>
              <a:tblPr>
                <a:tableStyleId>{5C22544A-7EE6-4342-B048-85BDC9FD1C3A}</a:tableStyleId>
              </a:tblPr>
              <a:tblGrid>
                <a:gridCol w="218243">
                  <a:extLst>
                    <a:ext uri="{9D8B030D-6E8A-4147-A177-3AD203B41FA5}">
                      <a16:colId xmlns:a16="http://schemas.microsoft.com/office/drawing/2014/main" val="2950056059"/>
                    </a:ext>
                  </a:extLst>
                </a:gridCol>
                <a:gridCol w="218243">
                  <a:extLst>
                    <a:ext uri="{9D8B030D-6E8A-4147-A177-3AD203B41FA5}">
                      <a16:colId xmlns:a16="http://schemas.microsoft.com/office/drawing/2014/main" val="3084666172"/>
                    </a:ext>
                  </a:extLst>
                </a:gridCol>
                <a:gridCol w="218243">
                  <a:extLst>
                    <a:ext uri="{9D8B030D-6E8A-4147-A177-3AD203B41FA5}">
                      <a16:colId xmlns:a16="http://schemas.microsoft.com/office/drawing/2014/main" val="1549469629"/>
                    </a:ext>
                  </a:extLst>
                </a:gridCol>
                <a:gridCol w="218243">
                  <a:extLst>
                    <a:ext uri="{9D8B030D-6E8A-4147-A177-3AD203B41FA5}">
                      <a16:colId xmlns:a16="http://schemas.microsoft.com/office/drawing/2014/main" val="4060531014"/>
                    </a:ext>
                  </a:extLst>
                </a:gridCol>
                <a:gridCol w="218243">
                  <a:extLst>
                    <a:ext uri="{9D8B030D-6E8A-4147-A177-3AD203B41FA5}">
                      <a16:colId xmlns:a16="http://schemas.microsoft.com/office/drawing/2014/main" val="585184583"/>
                    </a:ext>
                  </a:extLst>
                </a:gridCol>
                <a:gridCol w="218243">
                  <a:extLst>
                    <a:ext uri="{9D8B030D-6E8A-4147-A177-3AD203B41FA5}">
                      <a16:colId xmlns:a16="http://schemas.microsoft.com/office/drawing/2014/main" val="3587203034"/>
                    </a:ext>
                  </a:extLst>
                </a:gridCol>
                <a:gridCol w="218243">
                  <a:extLst>
                    <a:ext uri="{9D8B030D-6E8A-4147-A177-3AD203B41FA5}">
                      <a16:colId xmlns:a16="http://schemas.microsoft.com/office/drawing/2014/main" val="2102165475"/>
                    </a:ext>
                  </a:extLst>
                </a:gridCol>
                <a:gridCol w="218243">
                  <a:extLst>
                    <a:ext uri="{9D8B030D-6E8A-4147-A177-3AD203B41FA5}">
                      <a16:colId xmlns:a16="http://schemas.microsoft.com/office/drawing/2014/main" val="526853529"/>
                    </a:ext>
                  </a:extLst>
                </a:gridCol>
                <a:gridCol w="218243">
                  <a:extLst>
                    <a:ext uri="{9D8B030D-6E8A-4147-A177-3AD203B41FA5}">
                      <a16:colId xmlns:a16="http://schemas.microsoft.com/office/drawing/2014/main" val="1658044523"/>
                    </a:ext>
                  </a:extLst>
                </a:gridCol>
                <a:gridCol w="218243">
                  <a:extLst>
                    <a:ext uri="{9D8B030D-6E8A-4147-A177-3AD203B41FA5}">
                      <a16:colId xmlns:a16="http://schemas.microsoft.com/office/drawing/2014/main" val="2319808770"/>
                    </a:ext>
                  </a:extLst>
                </a:gridCol>
                <a:gridCol w="218243">
                  <a:extLst>
                    <a:ext uri="{9D8B030D-6E8A-4147-A177-3AD203B41FA5}">
                      <a16:colId xmlns:a16="http://schemas.microsoft.com/office/drawing/2014/main" val="881077524"/>
                    </a:ext>
                  </a:extLst>
                </a:gridCol>
                <a:gridCol w="218243">
                  <a:extLst>
                    <a:ext uri="{9D8B030D-6E8A-4147-A177-3AD203B41FA5}">
                      <a16:colId xmlns:a16="http://schemas.microsoft.com/office/drawing/2014/main" val="536425742"/>
                    </a:ext>
                  </a:extLst>
                </a:gridCol>
                <a:gridCol w="218243">
                  <a:extLst>
                    <a:ext uri="{9D8B030D-6E8A-4147-A177-3AD203B41FA5}">
                      <a16:colId xmlns:a16="http://schemas.microsoft.com/office/drawing/2014/main" val="2923774769"/>
                    </a:ext>
                  </a:extLst>
                </a:gridCol>
                <a:gridCol w="218243">
                  <a:extLst>
                    <a:ext uri="{9D8B030D-6E8A-4147-A177-3AD203B41FA5}">
                      <a16:colId xmlns:a16="http://schemas.microsoft.com/office/drawing/2014/main" val="1059791204"/>
                    </a:ext>
                  </a:extLst>
                </a:gridCol>
                <a:gridCol w="218243">
                  <a:extLst>
                    <a:ext uri="{9D8B030D-6E8A-4147-A177-3AD203B41FA5}">
                      <a16:colId xmlns:a16="http://schemas.microsoft.com/office/drawing/2014/main" val="1588885341"/>
                    </a:ext>
                  </a:extLst>
                </a:gridCol>
                <a:gridCol w="218243">
                  <a:extLst>
                    <a:ext uri="{9D8B030D-6E8A-4147-A177-3AD203B41FA5}">
                      <a16:colId xmlns:a16="http://schemas.microsoft.com/office/drawing/2014/main" val="2289369256"/>
                    </a:ext>
                  </a:extLst>
                </a:gridCol>
                <a:gridCol w="218243">
                  <a:extLst>
                    <a:ext uri="{9D8B030D-6E8A-4147-A177-3AD203B41FA5}">
                      <a16:colId xmlns:a16="http://schemas.microsoft.com/office/drawing/2014/main" val="3097930585"/>
                    </a:ext>
                  </a:extLst>
                </a:gridCol>
                <a:gridCol w="218243">
                  <a:extLst>
                    <a:ext uri="{9D8B030D-6E8A-4147-A177-3AD203B41FA5}">
                      <a16:colId xmlns:a16="http://schemas.microsoft.com/office/drawing/2014/main" val="863914226"/>
                    </a:ext>
                  </a:extLst>
                </a:gridCol>
                <a:gridCol w="218243">
                  <a:extLst>
                    <a:ext uri="{9D8B030D-6E8A-4147-A177-3AD203B41FA5}">
                      <a16:colId xmlns:a16="http://schemas.microsoft.com/office/drawing/2014/main" val="2382749158"/>
                    </a:ext>
                  </a:extLst>
                </a:gridCol>
                <a:gridCol w="218243">
                  <a:extLst>
                    <a:ext uri="{9D8B030D-6E8A-4147-A177-3AD203B41FA5}">
                      <a16:colId xmlns:a16="http://schemas.microsoft.com/office/drawing/2014/main" val="552941157"/>
                    </a:ext>
                  </a:extLst>
                </a:gridCol>
                <a:gridCol w="218243">
                  <a:extLst>
                    <a:ext uri="{9D8B030D-6E8A-4147-A177-3AD203B41FA5}">
                      <a16:colId xmlns:a16="http://schemas.microsoft.com/office/drawing/2014/main" val="3691448304"/>
                    </a:ext>
                  </a:extLst>
                </a:gridCol>
                <a:gridCol w="218243">
                  <a:extLst>
                    <a:ext uri="{9D8B030D-6E8A-4147-A177-3AD203B41FA5}">
                      <a16:colId xmlns:a16="http://schemas.microsoft.com/office/drawing/2014/main" val="3910297845"/>
                    </a:ext>
                  </a:extLst>
                </a:gridCol>
                <a:gridCol w="218243">
                  <a:extLst>
                    <a:ext uri="{9D8B030D-6E8A-4147-A177-3AD203B41FA5}">
                      <a16:colId xmlns:a16="http://schemas.microsoft.com/office/drawing/2014/main" val="1827860218"/>
                    </a:ext>
                  </a:extLst>
                </a:gridCol>
                <a:gridCol w="218243">
                  <a:extLst>
                    <a:ext uri="{9D8B030D-6E8A-4147-A177-3AD203B41FA5}">
                      <a16:colId xmlns:a16="http://schemas.microsoft.com/office/drawing/2014/main" val="2289299273"/>
                    </a:ext>
                  </a:extLst>
                </a:gridCol>
                <a:gridCol w="218243">
                  <a:extLst>
                    <a:ext uri="{9D8B030D-6E8A-4147-A177-3AD203B41FA5}">
                      <a16:colId xmlns:a16="http://schemas.microsoft.com/office/drawing/2014/main" val="4047530833"/>
                    </a:ext>
                  </a:extLst>
                </a:gridCol>
                <a:gridCol w="218243">
                  <a:extLst>
                    <a:ext uri="{9D8B030D-6E8A-4147-A177-3AD203B41FA5}">
                      <a16:colId xmlns:a16="http://schemas.microsoft.com/office/drawing/2014/main" val="3521495359"/>
                    </a:ext>
                  </a:extLst>
                </a:gridCol>
                <a:gridCol w="218243">
                  <a:extLst>
                    <a:ext uri="{9D8B030D-6E8A-4147-A177-3AD203B41FA5}">
                      <a16:colId xmlns:a16="http://schemas.microsoft.com/office/drawing/2014/main" val="3213524229"/>
                    </a:ext>
                  </a:extLst>
                </a:gridCol>
                <a:gridCol w="218243">
                  <a:extLst>
                    <a:ext uri="{9D8B030D-6E8A-4147-A177-3AD203B41FA5}">
                      <a16:colId xmlns:a16="http://schemas.microsoft.com/office/drawing/2014/main" val="4024996900"/>
                    </a:ext>
                  </a:extLst>
                </a:gridCol>
                <a:gridCol w="218243">
                  <a:extLst>
                    <a:ext uri="{9D8B030D-6E8A-4147-A177-3AD203B41FA5}">
                      <a16:colId xmlns:a16="http://schemas.microsoft.com/office/drawing/2014/main" val="1320141164"/>
                    </a:ext>
                  </a:extLst>
                </a:gridCol>
                <a:gridCol w="218243">
                  <a:extLst>
                    <a:ext uri="{9D8B030D-6E8A-4147-A177-3AD203B41FA5}">
                      <a16:colId xmlns:a16="http://schemas.microsoft.com/office/drawing/2014/main" val="83303545"/>
                    </a:ext>
                  </a:extLst>
                </a:gridCol>
                <a:gridCol w="218243">
                  <a:extLst>
                    <a:ext uri="{9D8B030D-6E8A-4147-A177-3AD203B41FA5}">
                      <a16:colId xmlns:a16="http://schemas.microsoft.com/office/drawing/2014/main" val="4167603525"/>
                    </a:ext>
                  </a:extLst>
                </a:gridCol>
                <a:gridCol w="218243">
                  <a:extLst>
                    <a:ext uri="{9D8B030D-6E8A-4147-A177-3AD203B41FA5}">
                      <a16:colId xmlns:a16="http://schemas.microsoft.com/office/drawing/2014/main" val="3690434303"/>
                    </a:ext>
                  </a:extLst>
                </a:gridCol>
                <a:gridCol w="218243">
                  <a:extLst>
                    <a:ext uri="{9D8B030D-6E8A-4147-A177-3AD203B41FA5}">
                      <a16:colId xmlns:a16="http://schemas.microsoft.com/office/drawing/2014/main" val="196996162"/>
                    </a:ext>
                  </a:extLst>
                </a:gridCol>
                <a:gridCol w="218243">
                  <a:extLst>
                    <a:ext uri="{9D8B030D-6E8A-4147-A177-3AD203B41FA5}">
                      <a16:colId xmlns:a16="http://schemas.microsoft.com/office/drawing/2014/main" val="878093213"/>
                    </a:ext>
                  </a:extLst>
                </a:gridCol>
                <a:gridCol w="218243">
                  <a:extLst>
                    <a:ext uri="{9D8B030D-6E8A-4147-A177-3AD203B41FA5}">
                      <a16:colId xmlns:a16="http://schemas.microsoft.com/office/drawing/2014/main" val="1713888735"/>
                    </a:ext>
                  </a:extLst>
                </a:gridCol>
                <a:gridCol w="218243">
                  <a:extLst>
                    <a:ext uri="{9D8B030D-6E8A-4147-A177-3AD203B41FA5}">
                      <a16:colId xmlns:a16="http://schemas.microsoft.com/office/drawing/2014/main" val="2697647971"/>
                    </a:ext>
                  </a:extLst>
                </a:gridCol>
                <a:gridCol w="218243">
                  <a:extLst>
                    <a:ext uri="{9D8B030D-6E8A-4147-A177-3AD203B41FA5}">
                      <a16:colId xmlns:a16="http://schemas.microsoft.com/office/drawing/2014/main" val="2119375714"/>
                    </a:ext>
                  </a:extLst>
                </a:gridCol>
                <a:gridCol w="218243">
                  <a:extLst>
                    <a:ext uri="{9D8B030D-6E8A-4147-A177-3AD203B41FA5}">
                      <a16:colId xmlns:a16="http://schemas.microsoft.com/office/drawing/2014/main" val="4005378296"/>
                    </a:ext>
                  </a:extLst>
                </a:gridCol>
                <a:gridCol w="218243">
                  <a:extLst>
                    <a:ext uri="{9D8B030D-6E8A-4147-A177-3AD203B41FA5}">
                      <a16:colId xmlns:a16="http://schemas.microsoft.com/office/drawing/2014/main" val="2737014111"/>
                    </a:ext>
                  </a:extLst>
                </a:gridCol>
                <a:gridCol w="218243">
                  <a:extLst>
                    <a:ext uri="{9D8B030D-6E8A-4147-A177-3AD203B41FA5}">
                      <a16:colId xmlns:a16="http://schemas.microsoft.com/office/drawing/2014/main" val="2613707627"/>
                    </a:ext>
                  </a:extLst>
                </a:gridCol>
                <a:gridCol w="218243">
                  <a:extLst>
                    <a:ext uri="{9D8B030D-6E8A-4147-A177-3AD203B41FA5}">
                      <a16:colId xmlns:a16="http://schemas.microsoft.com/office/drawing/2014/main" val="2782382015"/>
                    </a:ext>
                  </a:extLst>
                </a:gridCol>
                <a:gridCol w="218243">
                  <a:extLst>
                    <a:ext uri="{9D8B030D-6E8A-4147-A177-3AD203B41FA5}">
                      <a16:colId xmlns:a16="http://schemas.microsoft.com/office/drawing/2014/main" val="1745967868"/>
                    </a:ext>
                  </a:extLst>
                </a:gridCol>
              </a:tblGrid>
              <a:tr h="270583">
                <a:tc gridSpan="8">
                  <a:txBody>
                    <a:bodyPr/>
                    <a:lstStyle/>
                    <a:p>
                      <a:pPr algn="ctr" fontAlgn="ctr"/>
                      <a:r>
                        <a:rPr lang="en-US" sz="1000" b="1" i="0" u="none" strike="noStrike">
                          <a:solidFill>
                            <a:srgbClr val="000000"/>
                          </a:solidFill>
                          <a:effectLst/>
                          <a:latin typeface="+mj-lt"/>
                        </a:rPr>
                        <a:t>2025</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r>
                        <a:rPr lang="en-US" sz="1300" b="1" i="0" u="none" strike="noStrike">
                          <a:solidFill>
                            <a:srgbClr val="000000"/>
                          </a:solidFill>
                          <a:effectLst/>
                          <a:latin typeface="+mj-lt"/>
                        </a:rPr>
                        <a:t>2025</a:t>
                      </a: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2">
                  <a:txBody>
                    <a:bodyPr/>
                    <a:lstStyle/>
                    <a:p>
                      <a:pPr algn="ctr" fontAlgn="ctr"/>
                      <a:r>
                        <a:rPr lang="en-US" sz="1000" b="1" i="0" u="none" strike="noStrike">
                          <a:solidFill>
                            <a:srgbClr val="000000"/>
                          </a:solidFill>
                          <a:effectLst/>
                          <a:latin typeface="+mj-lt"/>
                        </a:rPr>
                        <a:t>2026</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2">
                  <a:txBody>
                    <a:bodyPr/>
                    <a:lstStyle/>
                    <a:p>
                      <a:pPr algn="ctr" fontAlgn="ctr"/>
                      <a:r>
                        <a:rPr lang="en-US" sz="1000" b="1" i="0" u="none" strike="noStrike">
                          <a:solidFill>
                            <a:srgbClr val="000000"/>
                          </a:solidFill>
                          <a:effectLst/>
                          <a:latin typeface="+mj-lt"/>
                        </a:rPr>
                        <a:t>2027</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0">
                  <a:txBody>
                    <a:bodyPr/>
                    <a:lstStyle/>
                    <a:p>
                      <a:pPr algn="ctr" fontAlgn="ctr"/>
                      <a:r>
                        <a:rPr lang="en-US" sz="1000" b="1" i="0" u="none" strike="noStrike">
                          <a:solidFill>
                            <a:srgbClr val="000000"/>
                          </a:solidFill>
                          <a:effectLst/>
                          <a:latin typeface="+mj-lt"/>
                        </a:rPr>
                        <a:t>2028</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extLst>
                  <a:ext uri="{0D108BD9-81ED-4DB2-BD59-A6C34878D82A}">
                    <a16:rowId xmlns:a16="http://schemas.microsoft.com/office/drawing/2014/main" val="1869287711"/>
                  </a:ext>
                </a:extLst>
              </a:tr>
              <a:tr h="270583">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u="none" strike="noStrike">
                          <a:effectLst/>
                          <a:latin typeface="+mj-lt"/>
                        </a:rPr>
                        <a:t>9</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10</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3</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u="none" strike="noStrike">
                          <a:effectLst/>
                          <a:latin typeface="+mj-lt"/>
                        </a:rPr>
                        <a:t>7</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8</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9</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10</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3</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9</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10</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11</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12</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2</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3</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9</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10</a:t>
                      </a:r>
                    </a:p>
                  </a:txBody>
                  <a:tcPr marL="9525" marR="9525" marT="9525" marB="0" anchor="ctr">
                    <a:solidFill>
                      <a:srgbClr val="92D050"/>
                    </a:solidFill>
                  </a:tcPr>
                </a:tc>
                <a:extLst>
                  <a:ext uri="{0D108BD9-81ED-4DB2-BD59-A6C34878D82A}">
                    <a16:rowId xmlns:a16="http://schemas.microsoft.com/office/drawing/2014/main" val="2034342042"/>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257589860"/>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67215884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2805462270"/>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791589082"/>
                  </a:ext>
                </a:extLst>
              </a:tr>
              <a:tr h="295845">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6982755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474461828"/>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213139735"/>
                  </a:ext>
                </a:extLst>
              </a:tr>
              <a:tr h="386042">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333527397"/>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719719222"/>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71489465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20048549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98790313"/>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923163066"/>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008781090"/>
                  </a:ext>
                </a:extLst>
              </a:tr>
            </a:tbl>
          </a:graphicData>
        </a:graphic>
      </p:graphicFrame>
      <p:sp>
        <p:nvSpPr>
          <p:cNvPr id="46" name="Rectangle 45">
            <a:extLst>
              <a:ext uri="{FF2B5EF4-FFF2-40B4-BE49-F238E27FC236}">
                <a16:creationId xmlns:a16="http://schemas.microsoft.com/office/drawing/2014/main" id="{04F251CA-14B8-4B88-8C7F-EB50EAE2BC2E}"/>
              </a:ext>
            </a:extLst>
          </p:cNvPr>
          <p:cNvSpPr/>
          <p:nvPr/>
        </p:nvSpPr>
        <p:spPr>
          <a:xfrm>
            <a:off x="3803495" y="1440368"/>
            <a:ext cx="5081883"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r>
              <a:rPr lang="en-US" altLang="zh-CN" sz="1050">
                <a:solidFill>
                  <a:srgbClr val="000000"/>
                </a:solidFill>
                <a:latin typeface="BISansOpti"/>
              </a:rPr>
              <a:t>Ph2b recruitment</a:t>
            </a:r>
            <a:endParaRPr lang="zh-CN" altLang="en-US" sz="1050">
              <a:solidFill>
                <a:srgbClr val="000000"/>
              </a:solidFill>
              <a:latin typeface="BISansOpti"/>
            </a:endParaRPr>
          </a:p>
        </p:txBody>
      </p:sp>
      <p:sp>
        <p:nvSpPr>
          <p:cNvPr id="3" name="Isosceles Triangle 2">
            <a:extLst>
              <a:ext uri="{FF2B5EF4-FFF2-40B4-BE49-F238E27FC236}">
                <a16:creationId xmlns:a16="http://schemas.microsoft.com/office/drawing/2014/main" id="{BC42C8AF-30E8-C4E2-2D57-C40CAFD57331}"/>
              </a:ext>
            </a:extLst>
          </p:cNvPr>
          <p:cNvSpPr/>
          <p:nvPr/>
        </p:nvSpPr>
        <p:spPr>
          <a:xfrm>
            <a:off x="2933628" y="1520518"/>
            <a:ext cx="92539" cy="91791"/>
          </a:xfrm>
          <a:prstGeom prst="triangle">
            <a:avLst/>
          </a:prstGeom>
          <a:solidFill>
            <a:srgbClr val="3366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zh-CN" altLang="en-US" sz="1400" err="1">
              <a:solidFill>
                <a:srgbClr val="000000"/>
              </a:solidFill>
              <a:latin typeface="BISansOpti"/>
            </a:endParaRPr>
          </a:p>
        </p:txBody>
      </p:sp>
      <p:sp>
        <p:nvSpPr>
          <p:cNvPr id="20" name="Rechteck 85">
            <a:extLst>
              <a:ext uri="{FF2B5EF4-FFF2-40B4-BE49-F238E27FC236}">
                <a16:creationId xmlns:a16="http://schemas.microsoft.com/office/drawing/2014/main" id="{AAACEFA5-C068-EFD2-2B29-951E4D0E8679}"/>
              </a:ext>
            </a:extLst>
          </p:cNvPr>
          <p:cNvSpPr/>
          <p:nvPr/>
        </p:nvSpPr>
        <p:spPr>
          <a:xfrm>
            <a:off x="3448689" y="1188449"/>
            <a:ext cx="635982" cy="297517"/>
          </a:xfrm>
          <a:prstGeom prst="rect">
            <a:avLst/>
          </a:prstGeom>
        </p:spPr>
        <p:txBody>
          <a:bodyPr wrap="square">
            <a:spAutoFit/>
          </a:bodyPr>
          <a:lstStyle/>
          <a:p>
            <a:pPr algn="ctr" defTabSz="914310">
              <a:lnSpc>
                <a:spcPts val="800"/>
              </a:lnSpc>
              <a:defRPr/>
            </a:pPr>
            <a:r>
              <a:rPr lang="en-US" altLang="zh-CN" sz="675" b="1">
                <a:solidFill>
                  <a:srgbClr val="000000"/>
                </a:solidFill>
                <a:latin typeface="BISansOpti"/>
              </a:rPr>
              <a:t>FSS Oct 2026</a:t>
            </a:r>
            <a:endParaRPr lang="en-US" sz="675" b="1">
              <a:solidFill>
                <a:srgbClr val="000000"/>
              </a:solidFill>
              <a:latin typeface="BISansOpti"/>
            </a:endParaRPr>
          </a:p>
        </p:txBody>
      </p:sp>
      <p:cxnSp>
        <p:nvCxnSpPr>
          <p:cNvPr id="180" name="Straight Connector 179">
            <a:extLst>
              <a:ext uri="{FF2B5EF4-FFF2-40B4-BE49-F238E27FC236}">
                <a16:creationId xmlns:a16="http://schemas.microsoft.com/office/drawing/2014/main" id="{BF10FC96-F404-F964-F1C0-49E1C29D5EFC}"/>
              </a:ext>
            </a:extLst>
          </p:cNvPr>
          <p:cNvCxnSpPr/>
          <p:nvPr/>
        </p:nvCxnSpPr>
        <p:spPr>
          <a:xfrm>
            <a:off x="117309" y="1737096"/>
            <a:ext cx="8970904"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Rechteck 85">
            <a:extLst>
              <a:ext uri="{FF2B5EF4-FFF2-40B4-BE49-F238E27FC236}">
                <a16:creationId xmlns:a16="http://schemas.microsoft.com/office/drawing/2014/main" id="{9D7892B1-FD06-7F59-B38D-8C1BA63E60B3}"/>
              </a:ext>
            </a:extLst>
          </p:cNvPr>
          <p:cNvSpPr/>
          <p:nvPr/>
        </p:nvSpPr>
        <p:spPr>
          <a:xfrm>
            <a:off x="2502607" y="1177646"/>
            <a:ext cx="981536" cy="274434"/>
          </a:xfrm>
          <a:prstGeom prst="rect">
            <a:avLst/>
          </a:prstGeom>
        </p:spPr>
        <p:txBody>
          <a:bodyPr wrap="square" lIns="68580" tIns="34290" rIns="68580" bIns="34290" anchor="t">
            <a:spAutoFit/>
          </a:bodyPr>
          <a:lstStyle/>
          <a:p>
            <a:pPr algn="ctr" defTabSz="914310">
              <a:lnSpc>
                <a:spcPts val="800"/>
              </a:lnSpc>
              <a:defRPr/>
            </a:pPr>
            <a:r>
              <a:rPr lang="en-US" altLang="zh-CN" sz="675" b="1">
                <a:solidFill>
                  <a:srgbClr val="000000"/>
                </a:solidFill>
                <a:latin typeface="BISansOpti"/>
              </a:rPr>
              <a:t>CTA submission </a:t>
            </a:r>
          </a:p>
          <a:p>
            <a:pPr algn="ctr" defTabSz="914310">
              <a:lnSpc>
                <a:spcPts val="800"/>
              </a:lnSpc>
              <a:defRPr/>
            </a:pPr>
            <a:r>
              <a:rPr lang="en-US" altLang="zh-CN" sz="675" b="1">
                <a:solidFill>
                  <a:srgbClr val="000000"/>
                </a:solidFill>
                <a:latin typeface="BISansOpti"/>
              </a:rPr>
              <a:t>Jun 2026</a:t>
            </a:r>
            <a:endParaRPr lang="en-US" sz="675" b="1">
              <a:solidFill>
                <a:srgbClr val="000000"/>
              </a:solidFill>
              <a:latin typeface="BISansOpti"/>
            </a:endParaRPr>
          </a:p>
        </p:txBody>
      </p:sp>
      <p:sp>
        <p:nvSpPr>
          <p:cNvPr id="16" name="Rectangle 15">
            <a:extLst>
              <a:ext uri="{FF2B5EF4-FFF2-40B4-BE49-F238E27FC236}">
                <a16:creationId xmlns:a16="http://schemas.microsoft.com/office/drawing/2014/main" id="{39E7EC60-2F9F-D3E2-6457-FC3CFBD2ACE3}"/>
              </a:ext>
            </a:extLst>
          </p:cNvPr>
          <p:cNvSpPr/>
          <p:nvPr/>
        </p:nvSpPr>
        <p:spPr>
          <a:xfrm>
            <a:off x="2994337" y="3340721"/>
            <a:ext cx="802088" cy="271195"/>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defRPr/>
            </a:pPr>
            <a:r>
              <a:rPr lang="en-US" altLang="zh-CN" sz="600" b="1">
                <a:solidFill>
                  <a:srgbClr val="000000"/>
                </a:solidFill>
                <a:latin typeface="BISansCond"/>
              </a:rPr>
              <a:t>PK sample export (2m)+analysis 1m</a:t>
            </a:r>
          </a:p>
          <a:p>
            <a:pPr algn="ctr" defTabSz="685750" eaLnBrk="0" fontAlgn="base" hangingPunct="0">
              <a:spcBef>
                <a:spcPct val="0"/>
              </a:spcBef>
              <a:spcAft>
                <a:spcPct val="0"/>
              </a:spcAft>
              <a:defRPr/>
            </a:pPr>
            <a:r>
              <a:rPr lang="en-US" altLang="zh-CN" sz="600" b="1">
                <a:solidFill>
                  <a:srgbClr val="000000"/>
                </a:solidFill>
                <a:latin typeface="BISansCond"/>
              </a:rPr>
              <a:t>+</a:t>
            </a:r>
            <a:r>
              <a:rPr lang="en-US" altLang="zh-CN" sz="600" b="1">
                <a:solidFill>
                  <a:schemeClr val="tx1"/>
                </a:solidFill>
                <a:latin typeface="BISansCond"/>
              </a:rPr>
              <a:t>1m report</a:t>
            </a:r>
            <a:endParaRPr lang="zh-CN" altLang="en-US" sz="600" b="1">
              <a:solidFill>
                <a:schemeClr val="tx1"/>
              </a:solidFill>
              <a:latin typeface="BISansCond"/>
            </a:endParaRPr>
          </a:p>
        </p:txBody>
      </p:sp>
      <p:sp>
        <p:nvSpPr>
          <p:cNvPr id="45" name="Isosceles Triangle 44">
            <a:extLst>
              <a:ext uri="{FF2B5EF4-FFF2-40B4-BE49-F238E27FC236}">
                <a16:creationId xmlns:a16="http://schemas.microsoft.com/office/drawing/2014/main" id="{9A201E60-89EA-0CAA-A8C3-54AD00C1916C}"/>
              </a:ext>
            </a:extLst>
          </p:cNvPr>
          <p:cNvSpPr/>
          <p:nvPr/>
        </p:nvSpPr>
        <p:spPr>
          <a:xfrm>
            <a:off x="-9902" y="3835354"/>
            <a:ext cx="92539" cy="91791"/>
          </a:xfrm>
          <a:prstGeom prst="triangle">
            <a:avLst/>
          </a:prstGeom>
          <a:solidFill>
            <a:srgbClr val="3366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zh-CN" altLang="en-US" sz="1400" err="1">
              <a:solidFill>
                <a:srgbClr val="000000"/>
              </a:solidFill>
              <a:latin typeface="BISansOpti"/>
            </a:endParaRPr>
          </a:p>
        </p:txBody>
      </p:sp>
      <p:sp>
        <p:nvSpPr>
          <p:cNvPr id="47" name="Rechteck 85">
            <a:extLst>
              <a:ext uri="{FF2B5EF4-FFF2-40B4-BE49-F238E27FC236}">
                <a16:creationId xmlns:a16="http://schemas.microsoft.com/office/drawing/2014/main" id="{F026C060-8DF2-B58F-B65B-1E0B5D57E7BC}"/>
              </a:ext>
            </a:extLst>
          </p:cNvPr>
          <p:cNvSpPr/>
          <p:nvPr/>
        </p:nvSpPr>
        <p:spPr>
          <a:xfrm>
            <a:off x="1933975" y="2551473"/>
            <a:ext cx="981536" cy="400110"/>
          </a:xfrm>
          <a:prstGeom prst="rect">
            <a:avLst/>
          </a:prstGeom>
        </p:spPr>
        <p:txBody>
          <a:bodyPr wrap="square">
            <a:spAutoFit/>
          </a:bodyPr>
          <a:lstStyle/>
          <a:p>
            <a:pPr algn="ctr" defTabSz="914310">
              <a:lnSpc>
                <a:spcPts val="800"/>
              </a:lnSpc>
              <a:defRPr/>
            </a:pPr>
            <a:r>
              <a:rPr lang="en-US" altLang="zh-CN" sz="675" b="1">
                <a:solidFill>
                  <a:srgbClr val="000000"/>
                </a:solidFill>
                <a:latin typeface="BISansOpti"/>
              </a:rPr>
              <a:t>Chinese cohort initiation </a:t>
            </a:r>
          </a:p>
          <a:p>
            <a:pPr algn="ctr" defTabSz="914310">
              <a:lnSpc>
                <a:spcPts val="800"/>
              </a:lnSpc>
              <a:defRPr/>
            </a:pPr>
            <a:r>
              <a:rPr lang="en-US" altLang="zh-CN" sz="675" b="1">
                <a:solidFill>
                  <a:srgbClr val="000000"/>
                </a:solidFill>
                <a:latin typeface="BISansOpti"/>
              </a:rPr>
              <a:t>Mar 2026</a:t>
            </a:r>
            <a:endParaRPr lang="en-US" sz="675" b="1">
              <a:solidFill>
                <a:srgbClr val="000000"/>
              </a:solidFill>
              <a:latin typeface="BISansOpti"/>
            </a:endParaRPr>
          </a:p>
        </p:txBody>
      </p:sp>
      <p:pic>
        <p:nvPicPr>
          <p:cNvPr id="53" name="Picture 52">
            <a:extLst>
              <a:ext uri="{FF2B5EF4-FFF2-40B4-BE49-F238E27FC236}">
                <a16:creationId xmlns:a16="http://schemas.microsoft.com/office/drawing/2014/main" id="{B06D96FF-BCC3-5243-D91D-7E8DD20C9E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887" y="1083643"/>
            <a:ext cx="853514" cy="420660"/>
          </a:xfrm>
          <a:prstGeom prst="rect">
            <a:avLst/>
          </a:prstGeom>
        </p:spPr>
      </p:pic>
      <p:pic>
        <p:nvPicPr>
          <p:cNvPr id="54" name="Picture 53">
            <a:extLst>
              <a:ext uri="{FF2B5EF4-FFF2-40B4-BE49-F238E27FC236}">
                <a16:creationId xmlns:a16="http://schemas.microsoft.com/office/drawing/2014/main" id="{0923C4B9-F457-BF04-3A05-2F91CAAD94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887" y="1660343"/>
            <a:ext cx="853514" cy="420660"/>
          </a:xfrm>
          <a:prstGeom prst="rect">
            <a:avLst/>
          </a:prstGeom>
        </p:spPr>
      </p:pic>
      <p:sp>
        <p:nvSpPr>
          <p:cNvPr id="55" name="Rechteck 85">
            <a:extLst>
              <a:ext uri="{FF2B5EF4-FFF2-40B4-BE49-F238E27FC236}">
                <a16:creationId xmlns:a16="http://schemas.microsoft.com/office/drawing/2014/main" id="{0F1784A6-DC27-E753-49A2-2479832F3853}"/>
              </a:ext>
            </a:extLst>
          </p:cNvPr>
          <p:cNvSpPr/>
          <p:nvPr/>
        </p:nvSpPr>
        <p:spPr>
          <a:xfrm>
            <a:off x="1410616" y="3077929"/>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FSS</a:t>
            </a:r>
          </a:p>
          <a:p>
            <a:pPr algn="ctr" defTabSz="914310">
              <a:lnSpc>
                <a:spcPts val="800"/>
              </a:lnSpc>
              <a:defRPr/>
            </a:pPr>
            <a:r>
              <a:rPr lang="en-US" sz="525" b="1">
                <a:solidFill>
                  <a:srgbClr val="000000"/>
                </a:solidFill>
                <a:latin typeface="BISansOpti"/>
              </a:rPr>
              <a:t>Jan 2026</a:t>
            </a:r>
          </a:p>
        </p:txBody>
      </p:sp>
      <p:sp>
        <p:nvSpPr>
          <p:cNvPr id="61" name="矩形 20">
            <a:extLst>
              <a:ext uri="{FF2B5EF4-FFF2-40B4-BE49-F238E27FC236}">
                <a16:creationId xmlns:a16="http://schemas.microsoft.com/office/drawing/2014/main" id="{D1E69803-DAB3-BCB6-E22D-FAE5B9C2ED0F}"/>
              </a:ext>
            </a:extLst>
          </p:cNvPr>
          <p:cNvSpPr/>
          <p:nvPr/>
        </p:nvSpPr>
        <p:spPr>
          <a:xfrm>
            <a:off x="1767794" y="3337595"/>
            <a:ext cx="1258373" cy="274320"/>
          </a:xfrm>
          <a:prstGeom prst="rect">
            <a:avLst/>
          </a:prstGeom>
          <a:pattFill prst="pct50">
            <a:fgClr>
              <a:schemeClr val="accent3">
                <a:lumMod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pPr>
            <a:r>
              <a:rPr lang="en-US" altLang="zh-CN" sz="788" b="1">
                <a:solidFill>
                  <a:srgbClr val="000000"/>
                </a:solidFill>
                <a:latin typeface="BISansCond"/>
              </a:rPr>
              <a:t>China PK study</a:t>
            </a:r>
          </a:p>
        </p:txBody>
      </p:sp>
      <p:sp>
        <p:nvSpPr>
          <p:cNvPr id="4" name="Rechteck 85">
            <a:extLst>
              <a:ext uri="{FF2B5EF4-FFF2-40B4-BE49-F238E27FC236}">
                <a16:creationId xmlns:a16="http://schemas.microsoft.com/office/drawing/2014/main" id="{AD57C012-BC51-939C-7E18-4CBF74D08CC3}"/>
              </a:ext>
            </a:extLst>
          </p:cNvPr>
          <p:cNvSpPr/>
          <p:nvPr/>
        </p:nvSpPr>
        <p:spPr>
          <a:xfrm>
            <a:off x="2537956" y="3077929"/>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LSC</a:t>
            </a:r>
          </a:p>
          <a:p>
            <a:pPr algn="ctr" defTabSz="914310">
              <a:lnSpc>
                <a:spcPts val="800"/>
              </a:lnSpc>
              <a:defRPr/>
            </a:pPr>
            <a:r>
              <a:rPr lang="en-US" sz="525" b="1">
                <a:solidFill>
                  <a:srgbClr val="000000"/>
                </a:solidFill>
                <a:latin typeface="BISansOpti"/>
              </a:rPr>
              <a:t>Jun 2025</a:t>
            </a:r>
          </a:p>
        </p:txBody>
      </p:sp>
      <p:sp>
        <p:nvSpPr>
          <p:cNvPr id="15" name="Rectangle 14">
            <a:extLst>
              <a:ext uri="{FF2B5EF4-FFF2-40B4-BE49-F238E27FC236}">
                <a16:creationId xmlns:a16="http://schemas.microsoft.com/office/drawing/2014/main" id="{6071E72A-941F-ECF6-4051-6F0BA4159741}"/>
              </a:ext>
            </a:extLst>
          </p:cNvPr>
          <p:cNvSpPr/>
          <p:nvPr/>
        </p:nvSpPr>
        <p:spPr>
          <a:xfrm>
            <a:off x="1770979" y="2080315"/>
            <a:ext cx="1448312" cy="274320"/>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defRPr/>
            </a:pPr>
            <a:r>
              <a:rPr lang="en-US" altLang="zh-CN" sz="788" b="1">
                <a:solidFill>
                  <a:srgbClr val="000000"/>
                </a:solidFill>
                <a:latin typeface="BISansCond"/>
              </a:rPr>
              <a:t>Pan Asian PK</a:t>
            </a:r>
            <a:endParaRPr lang="zh-CN" altLang="en-US" sz="788" b="1">
              <a:solidFill>
                <a:srgbClr val="000000"/>
              </a:solidFill>
              <a:latin typeface="BISansCond"/>
            </a:endParaRPr>
          </a:p>
        </p:txBody>
      </p:sp>
      <p:sp>
        <p:nvSpPr>
          <p:cNvPr id="9" name="Isosceles Triangle 8">
            <a:extLst>
              <a:ext uri="{FF2B5EF4-FFF2-40B4-BE49-F238E27FC236}">
                <a16:creationId xmlns:a16="http://schemas.microsoft.com/office/drawing/2014/main" id="{0C48D4F0-23DD-FF59-7A1B-E7ECD4CE9FD4}"/>
              </a:ext>
            </a:extLst>
          </p:cNvPr>
          <p:cNvSpPr/>
          <p:nvPr/>
        </p:nvSpPr>
        <p:spPr bwMode="gray">
          <a:xfrm>
            <a:off x="3370221" y="2114247"/>
            <a:ext cx="79940" cy="177221"/>
          </a:xfrm>
          <a:prstGeom prst="triangl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83">
              <a:lnSpc>
                <a:spcPct val="140000"/>
              </a:lnSpc>
              <a:defRPr/>
            </a:pPr>
            <a:endParaRPr lang="zh-CN" altLang="en-US" sz="1200">
              <a:solidFill>
                <a:prstClr val="black"/>
              </a:solidFill>
              <a:latin typeface="Boehringer Forward Text"/>
            </a:endParaRPr>
          </a:p>
        </p:txBody>
      </p:sp>
      <p:sp>
        <p:nvSpPr>
          <p:cNvPr id="10" name="Rechteck 85">
            <a:extLst>
              <a:ext uri="{FF2B5EF4-FFF2-40B4-BE49-F238E27FC236}">
                <a16:creationId xmlns:a16="http://schemas.microsoft.com/office/drawing/2014/main" id="{344F27D9-D58E-E900-BCD8-75DE0FCFB72F}"/>
              </a:ext>
            </a:extLst>
          </p:cNvPr>
          <p:cNvSpPr/>
          <p:nvPr/>
        </p:nvSpPr>
        <p:spPr>
          <a:xfrm>
            <a:off x="2919421" y="2317048"/>
            <a:ext cx="981536" cy="286553"/>
          </a:xfrm>
          <a:prstGeom prst="rect">
            <a:avLst/>
          </a:prstGeom>
        </p:spPr>
        <p:txBody>
          <a:bodyPr wrap="square">
            <a:spAutoFit/>
          </a:bodyPr>
          <a:lstStyle/>
          <a:p>
            <a:pPr algn="ctr" defTabSz="914310">
              <a:lnSpc>
                <a:spcPts val="800"/>
              </a:lnSpc>
              <a:defRPr/>
            </a:pPr>
            <a:r>
              <a:rPr lang="en-US" altLang="zh-CN" sz="525" b="1">
                <a:solidFill>
                  <a:srgbClr val="000000"/>
                </a:solidFill>
                <a:latin typeface="BISansOpti"/>
              </a:rPr>
              <a:t>PK r</a:t>
            </a:r>
            <a:r>
              <a:rPr lang="en-US" altLang="zh-CN" sz="525" b="1" err="1">
                <a:solidFill>
                  <a:srgbClr val="000000"/>
                </a:solidFill>
                <a:latin typeface="BISansOpti"/>
              </a:rPr>
              <a:t>esults</a:t>
            </a:r>
            <a:endParaRPr lang="en-US" altLang="zh-CN" sz="525" b="1">
              <a:solidFill>
                <a:srgbClr val="000000"/>
              </a:solidFill>
              <a:latin typeface="BISansOpti"/>
            </a:endParaRPr>
          </a:p>
          <a:p>
            <a:pPr algn="ctr" defTabSz="914310">
              <a:lnSpc>
                <a:spcPts val="800"/>
              </a:lnSpc>
              <a:defRPr/>
            </a:pPr>
            <a:r>
              <a:rPr lang="en-US" sz="525" b="1">
                <a:solidFill>
                  <a:srgbClr val="000000"/>
                </a:solidFill>
                <a:latin typeface="BISansOpti"/>
              </a:rPr>
              <a:t>Aug 2026</a:t>
            </a:r>
          </a:p>
        </p:txBody>
      </p:sp>
      <p:sp>
        <p:nvSpPr>
          <p:cNvPr id="14" name="Rectangle 13">
            <a:extLst>
              <a:ext uri="{FF2B5EF4-FFF2-40B4-BE49-F238E27FC236}">
                <a16:creationId xmlns:a16="http://schemas.microsoft.com/office/drawing/2014/main" id="{044BE29D-5FA0-8A2E-3436-E7654F212C1D}"/>
              </a:ext>
            </a:extLst>
          </p:cNvPr>
          <p:cNvSpPr/>
          <p:nvPr/>
        </p:nvSpPr>
        <p:spPr>
          <a:xfrm>
            <a:off x="8885378" y="1440368"/>
            <a:ext cx="909594" cy="274320"/>
          </a:xfrm>
          <a:prstGeom prst="rect">
            <a:avLst/>
          </a:prstGeom>
          <a:pattFill prst="pct80">
            <a:fgClr>
              <a:schemeClr val="accent1">
                <a:lumMod val="10000"/>
                <a:lumOff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endParaRPr lang="zh-CN" altLang="en-US" sz="1050">
              <a:solidFill>
                <a:srgbClr val="000000"/>
              </a:solidFill>
              <a:latin typeface="BISansOpti"/>
            </a:endParaRPr>
          </a:p>
        </p:txBody>
      </p:sp>
      <p:sp>
        <p:nvSpPr>
          <p:cNvPr id="17" name="Rechteck 85">
            <a:extLst>
              <a:ext uri="{FF2B5EF4-FFF2-40B4-BE49-F238E27FC236}">
                <a16:creationId xmlns:a16="http://schemas.microsoft.com/office/drawing/2014/main" id="{A8AD568D-7A19-78D4-73B4-49C289AB9A9F}"/>
              </a:ext>
            </a:extLst>
          </p:cNvPr>
          <p:cNvSpPr/>
          <p:nvPr/>
        </p:nvSpPr>
        <p:spPr>
          <a:xfrm>
            <a:off x="8633483" y="1170123"/>
            <a:ext cx="635982" cy="297517"/>
          </a:xfrm>
          <a:prstGeom prst="rect">
            <a:avLst/>
          </a:prstGeom>
        </p:spPr>
        <p:txBody>
          <a:bodyPr wrap="square">
            <a:spAutoFit/>
          </a:bodyPr>
          <a:lstStyle/>
          <a:p>
            <a:pPr algn="ctr" defTabSz="914310">
              <a:lnSpc>
                <a:spcPts val="800"/>
              </a:lnSpc>
              <a:defRPr/>
            </a:pPr>
            <a:r>
              <a:rPr lang="en-US" altLang="zh-CN" sz="675" b="1">
                <a:solidFill>
                  <a:srgbClr val="000000"/>
                </a:solidFill>
                <a:latin typeface="BISansOpti"/>
              </a:rPr>
              <a:t>LSR </a:t>
            </a:r>
          </a:p>
          <a:p>
            <a:pPr algn="ctr" defTabSz="914310">
              <a:lnSpc>
                <a:spcPts val="800"/>
              </a:lnSpc>
              <a:defRPr/>
            </a:pPr>
            <a:r>
              <a:rPr lang="en-US" altLang="zh-CN" sz="675" b="1">
                <a:solidFill>
                  <a:srgbClr val="000000"/>
                </a:solidFill>
                <a:latin typeface="BISansOpti"/>
              </a:rPr>
              <a:t>Sep 2028</a:t>
            </a:r>
            <a:endParaRPr lang="en-US" sz="675" b="1">
              <a:solidFill>
                <a:srgbClr val="000000"/>
              </a:solidFill>
              <a:latin typeface="BISansOpti"/>
            </a:endParaRPr>
          </a:p>
        </p:txBody>
      </p:sp>
      <p:sp>
        <p:nvSpPr>
          <p:cNvPr id="19" name="Rectangle 18">
            <a:extLst>
              <a:ext uri="{FF2B5EF4-FFF2-40B4-BE49-F238E27FC236}">
                <a16:creationId xmlns:a16="http://schemas.microsoft.com/office/drawing/2014/main" id="{FC15CA56-199F-AEE9-D1ED-2558869B3348}"/>
              </a:ext>
            </a:extLst>
          </p:cNvPr>
          <p:cNvSpPr/>
          <p:nvPr/>
        </p:nvSpPr>
        <p:spPr>
          <a:xfrm>
            <a:off x="2273630" y="2376065"/>
            <a:ext cx="945661" cy="158249"/>
          </a:xfrm>
          <a:prstGeom prst="rect">
            <a:avLst/>
          </a:prstGeom>
          <a:pattFill prst="pct50">
            <a:fgClr>
              <a:schemeClr val="accent3">
                <a:lumMod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defRPr/>
            </a:pPr>
            <a:r>
              <a:rPr lang="en-US" altLang="zh-CN" sz="788" b="1">
                <a:solidFill>
                  <a:srgbClr val="000000"/>
                </a:solidFill>
                <a:latin typeface="BISansCond"/>
              </a:rPr>
              <a:t>Pan Asian PK-Chinese cohort</a:t>
            </a:r>
            <a:endParaRPr lang="zh-CN" altLang="en-US" sz="788" b="1">
              <a:solidFill>
                <a:srgbClr val="000000"/>
              </a:solidFill>
              <a:latin typeface="BISansCond"/>
            </a:endParaRPr>
          </a:p>
        </p:txBody>
      </p:sp>
      <p:sp>
        <p:nvSpPr>
          <p:cNvPr id="23" name="Rechteck 85">
            <a:extLst>
              <a:ext uri="{FF2B5EF4-FFF2-40B4-BE49-F238E27FC236}">
                <a16:creationId xmlns:a16="http://schemas.microsoft.com/office/drawing/2014/main" id="{8AEBE941-AA80-7527-BF85-9A582CE3E398}"/>
              </a:ext>
            </a:extLst>
          </p:cNvPr>
          <p:cNvSpPr/>
          <p:nvPr/>
        </p:nvSpPr>
        <p:spPr>
          <a:xfrm>
            <a:off x="2688624" y="1806133"/>
            <a:ext cx="981536" cy="297517"/>
          </a:xfrm>
          <a:prstGeom prst="rect">
            <a:avLst/>
          </a:prstGeom>
        </p:spPr>
        <p:txBody>
          <a:bodyPr wrap="square">
            <a:spAutoFit/>
          </a:bodyPr>
          <a:lstStyle/>
          <a:p>
            <a:pPr algn="ctr" defTabSz="914310">
              <a:lnSpc>
                <a:spcPts val="800"/>
              </a:lnSpc>
              <a:defRPr/>
            </a:pPr>
            <a:r>
              <a:rPr lang="en-US" altLang="zh-CN" sz="675" b="1">
                <a:solidFill>
                  <a:srgbClr val="000000"/>
                </a:solidFill>
                <a:latin typeface="BISansOpti"/>
              </a:rPr>
              <a:t>LSC</a:t>
            </a:r>
          </a:p>
          <a:p>
            <a:pPr algn="ctr" defTabSz="914310">
              <a:lnSpc>
                <a:spcPts val="800"/>
              </a:lnSpc>
              <a:defRPr/>
            </a:pPr>
            <a:r>
              <a:rPr lang="en-US" sz="675" b="1">
                <a:solidFill>
                  <a:srgbClr val="000000"/>
                </a:solidFill>
                <a:latin typeface="BISansOpti"/>
              </a:rPr>
              <a:t>Jul 2026 </a:t>
            </a:r>
          </a:p>
        </p:txBody>
      </p:sp>
      <p:sp>
        <p:nvSpPr>
          <p:cNvPr id="24" name="OTLSHAPE_T_e17f3958430f4cff8650518c93c7635e_Shape">
            <a:extLst>
              <a:ext uri="{FF2B5EF4-FFF2-40B4-BE49-F238E27FC236}">
                <a16:creationId xmlns:a16="http://schemas.microsoft.com/office/drawing/2014/main" id="{CDB66A03-05B2-0F7B-BE85-07CAEA59B40C}"/>
              </a:ext>
            </a:extLst>
          </p:cNvPr>
          <p:cNvSpPr/>
          <p:nvPr>
            <p:custDataLst>
              <p:tags r:id="rId1"/>
            </p:custDataLst>
          </p:nvPr>
        </p:nvSpPr>
        <p:spPr bwMode="auto">
          <a:xfrm>
            <a:off x="3441119" y="2586244"/>
            <a:ext cx="1327025"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50"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25" name="Rectangle 24">
            <a:extLst>
              <a:ext uri="{FF2B5EF4-FFF2-40B4-BE49-F238E27FC236}">
                <a16:creationId xmlns:a16="http://schemas.microsoft.com/office/drawing/2014/main" id="{0D384432-58D1-164A-AEEA-1EE7E8FBE2A5}"/>
              </a:ext>
            </a:extLst>
          </p:cNvPr>
          <p:cNvSpPr/>
          <p:nvPr/>
        </p:nvSpPr>
        <p:spPr>
          <a:xfrm>
            <a:off x="4772884" y="2586244"/>
            <a:ext cx="4112495"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r>
              <a:rPr lang="en-US" altLang="zh-CN" sz="1050">
                <a:solidFill>
                  <a:srgbClr val="000000"/>
                </a:solidFill>
                <a:latin typeface="BISansOpti"/>
              </a:rPr>
              <a:t>Ph2b recruitment window in China~ 17m</a:t>
            </a:r>
            <a:endParaRPr lang="zh-CN" altLang="en-US" sz="1050">
              <a:solidFill>
                <a:srgbClr val="000000"/>
              </a:solidFill>
              <a:latin typeface="BISansOpti"/>
            </a:endParaRPr>
          </a:p>
        </p:txBody>
      </p:sp>
      <p:sp>
        <p:nvSpPr>
          <p:cNvPr id="26" name="Rectangle 25">
            <a:extLst>
              <a:ext uri="{FF2B5EF4-FFF2-40B4-BE49-F238E27FC236}">
                <a16:creationId xmlns:a16="http://schemas.microsoft.com/office/drawing/2014/main" id="{8787A824-9F3A-A12F-EE00-A270712D97F8}"/>
              </a:ext>
            </a:extLst>
          </p:cNvPr>
          <p:cNvSpPr/>
          <p:nvPr/>
        </p:nvSpPr>
        <p:spPr>
          <a:xfrm>
            <a:off x="8885378" y="2589206"/>
            <a:ext cx="909594" cy="268397"/>
          </a:xfrm>
          <a:prstGeom prst="rect">
            <a:avLst/>
          </a:prstGeom>
          <a:pattFill prst="pct80">
            <a:fgClr>
              <a:schemeClr val="accent1">
                <a:lumMod val="10000"/>
                <a:lumOff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endParaRPr lang="zh-CN" altLang="en-US" sz="1050">
              <a:solidFill>
                <a:srgbClr val="000000"/>
              </a:solidFill>
              <a:latin typeface="BISansOpti"/>
            </a:endParaRPr>
          </a:p>
        </p:txBody>
      </p:sp>
      <p:sp>
        <p:nvSpPr>
          <p:cNvPr id="27" name="Rechteck 85">
            <a:extLst>
              <a:ext uri="{FF2B5EF4-FFF2-40B4-BE49-F238E27FC236}">
                <a16:creationId xmlns:a16="http://schemas.microsoft.com/office/drawing/2014/main" id="{A2F7CD9F-848D-7847-F24C-85BB21DF5324}"/>
              </a:ext>
            </a:extLst>
          </p:cNvPr>
          <p:cNvSpPr/>
          <p:nvPr/>
        </p:nvSpPr>
        <p:spPr>
          <a:xfrm>
            <a:off x="1292094" y="1817392"/>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FSS</a:t>
            </a:r>
          </a:p>
          <a:p>
            <a:pPr algn="ctr" defTabSz="914310">
              <a:lnSpc>
                <a:spcPts val="800"/>
              </a:lnSpc>
              <a:defRPr/>
            </a:pPr>
            <a:r>
              <a:rPr lang="en-US" altLang="zh-CN" sz="525" b="1">
                <a:solidFill>
                  <a:srgbClr val="000000"/>
                </a:solidFill>
                <a:latin typeface="BISansOpti"/>
              </a:rPr>
              <a:t>Jan</a:t>
            </a:r>
            <a:r>
              <a:rPr lang="en-US" sz="525" b="1">
                <a:solidFill>
                  <a:srgbClr val="000000"/>
                </a:solidFill>
                <a:latin typeface="BISansOpti"/>
              </a:rPr>
              <a:t> 2026</a:t>
            </a:r>
          </a:p>
        </p:txBody>
      </p:sp>
      <p:sp>
        <p:nvSpPr>
          <p:cNvPr id="28" name="Rechteck 85">
            <a:extLst>
              <a:ext uri="{FF2B5EF4-FFF2-40B4-BE49-F238E27FC236}">
                <a16:creationId xmlns:a16="http://schemas.microsoft.com/office/drawing/2014/main" id="{9BDEA669-F1EB-8F3F-68A7-943E1D3AD78C}"/>
              </a:ext>
            </a:extLst>
          </p:cNvPr>
          <p:cNvSpPr/>
          <p:nvPr/>
        </p:nvSpPr>
        <p:spPr>
          <a:xfrm>
            <a:off x="3319501" y="3081521"/>
            <a:ext cx="981536" cy="263470"/>
          </a:xfrm>
          <a:prstGeom prst="rect">
            <a:avLst/>
          </a:prstGeom>
        </p:spPr>
        <p:txBody>
          <a:bodyPr wrap="square" lIns="68580" tIns="34290" rIns="68580" bIns="34290" anchor="t">
            <a:spAutoFit/>
          </a:bodyPr>
          <a:lstStyle/>
          <a:p>
            <a:pPr algn="ctr" defTabSz="914310">
              <a:lnSpc>
                <a:spcPts val="800"/>
              </a:lnSpc>
              <a:defRPr/>
            </a:pPr>
            <a:r>
              <a:rPr lang="en-US" sz="525" b="1">
                <a:solidFill>
                  <a:srgbClr val="000000"/>
                </a:solidFill>
                <a:latin typeface="BISansOpti"/>
              </a:rPr>
              <a:t>PK result</a:t>
            </a:r>
          </a:p>
          <a:p>
            <a:pPr algn="ctr" defTabSz="914310">
              <a:lnSpc>
                <a:spcPts val="800"/>
              </a:lnSpc>
              <a:defRPr/>
            </a:pPr>
            <a:r>
              <a:rPr lang="en-US" altLang="zh-CN" sz="525" b="1">
                <a:solidFill>
                  <a:srgbClr val="000000"/>
                </a:solidFill>
                <a:latin typeface="BISansOpti"/>
              </a:rPr>
              <a:t>Oct</a:t>
            </a:r>
            <a:r>
              <a:rPr lang="en-US" sz="525" b="1">
                <a:solidFill>
                  <a:srgbClr val="000000"/>
                </a:solidFill>
                <a:latin typeface="BISansOpti"/>
              </a:rPr>
              <a:t> 2026</a:t>
            </a:r>
          </a:p>
        </p:txBody>
      </p:sp>
      <p:sp>
        <p:nvSpPr>
          <p:cNvPr id="29" name="OTLSHAPE_T_e17f3958430f4cff8650518c93c7635e_Shape">
            <a:extLst>
              <a:ext uri="{FF2B5EF4-FFF2-40B4-BE49-F238E27FC236}">
                <a16:creationId xmlns:a16="http://schemas.microsoft.com/office/drawing/2014/main" id="{3AAE5180-992F-9209-71E6-6987B9B6C5E9}"/>
              </a:ext>
            </a:extLst>
          </p:cNvPr>
          <p:cNvSpPr/>
          <p:nvPr>
            <p:custDataLst>
              <p:tags r:id="rId2"/>
            </p:custDataLst>
          </p:nvPr>
        </p:nvSpPr>
        <p:spPr bwMode="auto">
          <a:xfrm>
            <a:off x="3803495" y="3804784"/>
            <a:ext cx="1311483" cy="256556"/>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50"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30" name="Rectangle 29">
            <a:extLst>
              <a:ext uri="{FF2B5EF4-FFF2-40B4-BE49-F238E27FC236}">
                <a16:creationId xmlns:a16="http://schemas.microsoft.com/office/drawing/2014/main" id="{7F41F673-E47F-1B36-5103-D32D06CDCCF6}"/>
              </a:ext>
            </a:extLst>
          </p:cNvPr>
          <p:cNvSpPr/>
          <p:nvPr/>
        </p:nvSpPr>
        <p:spPr>
          <a:xfrm>
            <a:off x="5114979" y="3840256"/>
            <a:ext cx="3755999" cy="221083"/>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r>
              <a:rPr lang="en-US" altLang="zh-CN" sz="1050">
                <a:solidFill>
                  <a:srgbClr val="000000"/>
                </a:solidFill>
                <a:latin typeface="BISansOpti"/>
              </a:rPr>
              <a:t>Ph2b recruitment window in China~ 15m</a:t>
            </a:r>
            <a:endParaRPr lang="zh-CN" altLang="en-US" sz="1050">
              <a:solidFill>
                <a:srgbClr val="000000"/>
              </a:solidFill>
              <a:latin typeface="BISansOpti"/>
            </a:endParaRPr>
          </a:p>
        </p:txBody>
      </p:sp>
      <p:sp>
        <p:nvSpPr>
          <p:cNvPr id="31" name="Rechteck 85">
            <a:extLst>
              <a:ext uri="{FF2B5EF4-FFF2-40B4-BE49-F238E27FC236}">
                <a16:creationId xmlns:a16="http://schemas.microsoft.com/office/drawing/2014/main" id="{3877C848-C47B-1125-F8E2-31751B6BFD8E}"/>
              </a:ext>
            </a:extLst>
          </p:cNvPr>
          <p:cNvSpPr/>
          <p:nvPr/>
        </p:nvSpPr>
        <p:spPr>
          <a:xfrm>
            <a:off x="4523788" y="3513480"/>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10">
              <a:lnSpc>
                <a:spcPts val="800"/>
              </a:lnSpc>
              <a:defRPr/>
            </a:pPr>
            <a:r>
              <a:rPr lang="en-US" altLang="zh-CN" sz="525" b="1">
                <a:solidFill>
                  <a:srgbClr val="000000"/>
                </a:solidFill>
                <a:latin typeface="BISansOpti"/>
              </a:rPr>
              <a:t>Mar</a:t>
            </a:r>
            <a:r>
              <a:rPr lang="en-US" sz="525" b="1">
                <a:solidFill>
                  <a:srgbClr val="000000"/>
                </a:solidFill>
                <a:latin typeface="BISansOpti"/>
              </a:rPr>
              <a:t> 2027</a:t>
            </a:r>
          </a:p>
        </p:txBody>
      </p:sp>
      <p:sp>
        <p:nvSpPr>
          <p:cNvPr id="32" name="TextBox 31">
            <a:extLst>
              <a:ext uri="{FF2B5EF4-FFF2-40B4-BE49-F238E27FC236}">
                <a16:creationId xmlns:a16="http://schemas.microsoft.com/office/drawing/2014/main" id="{20D884D5-BC39-00D8-55E1-DD58F97000C9}"/>
              </a:ext>
            </a:extLst>
          </p:cNvPr>
          <p:cNvSpPr txBox="1"/>
          <p:nvPr/>
        </p:nvSpPr>
        <p:spPr bwMode="gray">
          <a:xfrm>
            <a:off x="214096" y="1989943"/>
            <a:ext cx="1222445" cy="371577"/>
          </a:xfrm>
          <a:prstGeom prst="rect">
            <a:avLst/>
          </a:prstGeom>
          <a:noFill/>
          <a:ln>
            <a:solidFill>
              <a:schemeClr val="accent3">
                <a:lumMod val="50000"/>
              </a:schemeClr>
            </a:solidFill>
          </a:ln>
        </p:spPr>
        <p:txBody>
          <a:bodyPr wrap="square" lIns="0" tIns="0" rIns="0" bIns="0" rtlCol="0">
            <a:spAutoFit/>
          </a:bodyPr>
          <a:lstStyle/>
          <a:p>
            <a:pPr defTabSz="685783">
              <a:lnSpc>
                <a:spcPct val="140000"/>
              </a:lnSpc>
              <a:defRPr/>
            </a:pPr>
            <a:r>
              <a:rPr lang="en-US" altLang="zh-CN" sz="900">
                <a:solidFill>
                  <a:prstClr val="black"/>
                </a:solidFill>
                <a:latin typeface="Boehringer Forward Text"/>
              </a:rPr>
              <a:t>Option 1: Pan Asian PK initiation in Jan 2026</a:t>
            </a:r>
            <a:endParaRPr lang="zh-CN" altLang="en-US" sz="900">
              <a:solidFill>
                <a:prstClr val="black"/>
              </a:solidFill>
              <a:latin typeface="Boehringer Forward Text"/>
            </a:endParaRPr>
          </a:p>
        </p:txBody>
      </p:sp>
      <p:cxnSp>
        <p:nvCxnSpPr>
          <p:cNvPr id="34" name="Straight Connector 33">
            <a:extLst>
              <a:ext uri="{FF2B5EF4-FFF2-40B4-BE49-F238E27FC236}">
                <a16:creationId xmlns:a16="http://schemas.microsoft.com/office/drawing/2014/main" id="{8BC4563A-DDC7-9F3D-0DD2-B2FA87E33225}"/>
              </a:ext>
            </a:extLst>
          </p:cNvPr>
          <p:cNvCxnSpPr/>
          <p:nvPr/>
        </p:nvCxnSpPr>
        <p:spPr bwMode="gray">
          <a:xfrm>
            <a:off x="-22185" y="2930518"/>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FC5D180-463D-E573-501B-2E94BAE31523}"/>
              </a:ext>
            </a:extLst>
          </p:cNvPr>
          <p:cNvSpPr txBox="1"/>
          <p:nvPr/>
        </p:nvSpPr>
        <p:spPr bwMode="gray">
          <a:xfrm>
            <a:off x="155342" y="2970398"/>
            <a:ext cx="5850603" cy="162930"/>
          </a:xfrm>
          <a:prstGeom prst="rect">
            <a:avLst/>
          </a:prstGeom>
          <a:noFill/>
          <a:ln>
            <a:solidFill>
              <a:schemeClr val="accent3">
                <a:lumMod val="50000"/>
              </a:schemeClr>
            </a:solidFill>
          </a:ln>
        </p:spPr>
        <p:txBody>
          <a:bodyPr wrap="square" lIns="0" tIns="0" rIns="0" bIns="0" rtlCol="0">
            <a:spAutoFit/>
          </a:bodyPr>
          <a:lstStyle/>
          <a:p>
            <a:pPr defTabSz="685783">
              <a:lnSpc>
                <a:spcPct val="140000"/>
              </a:lnSpc>
              <a:defRPr/>
            </a:pPr>
            <a:r>
              <a:rPr lang="en-US" altLang="zh-CN" sz="825">
                <a:solidFill>
                  <a:prstClr val="black"/>
                </a:solidFill>
                <a:latin typeface="Boehringer Forward Text"/>
              </a:rPr>
              <a:t>Option 2: China PK study if JP PK is not needed based PMDA feedback (protocol development and CTA frontloaded)</a:t>
            </a:r>
            <a:endParaRPr lang="zh-CN" altLang="en-US" sz="825">
              <a:solidFill>
                <a:prstClr val="black"/>
              </a:solidFill>
              <a:latin typeface="Boehringer Forward Text"/>
            </a:endParaRPr>
          </a:p>
        </p:txBody>
      </p:sp>
      <p:sp>
        <p:nvSpPr>
          <p:cNvPr id="37" name="TextBox 36">
            <a:extLst>
              <a:ext uri="{FF2B5EF4-FFF2-40B4-BE49-F238E27FC236}">
                <a16:creationId xmlns:a16="http://schemas.microsoft.com/office/drawing/2014/main" id="{9C66D4D7-3A68-7B03-639C-E0FBF336AF2E}"/>
              </a:ext>
            </a:extLst>
          </p:cNvPr>
          <p:cNvSpPr txBox="1"/>
          <p:nvPr/>
        </p:nvSpPr>
        <p:spPr bwMode="gray">
          <a:xfrm>
            <a:off x="3496492" y="3565900"/>
            <a:ext cx="737468" cy="286553"/>
          </a:xfrm>
          <a:prstGeom prst="rect">
            <a:avLst/>
          </a:prstGeom>
          <a:noFill/>
        </p:spPr>
        <p:txBody>
          <a:bodyPr wrap="square">
            <a:spAutoFit/>
          </a:bodyPr>
          <a:lstStyle/>
          <a:p>
            <a:pPr algn="ctr" defTabSz="914310">
              <a:lnSpc>
                <a:spcPts val="800"/>
              </a:lnSpc>
              <a:defRPr/>
            </a:pPr>
            <a:r>
              <a:rPr lang="en-US" altLang="zh-CN" sz="525" b="1">
                <a:solidFill>
                  <a:srgbClr val="000000"/>
                </a:solidFill>
                <a:latin typeface="BISansOpti"/>
              </a:rPr>
              <a:t>CTA submission</a:t>
            </a:r>
          </a:p>
          <a:p>
            <a:pPr algn="ctr" defTabSz="914310">
              <a:lnSpc>
                <a:spcPts val="800"/>
              </a:lnSpc>
              <a:defRPr/>
            </a:pPr>
            <a:r>
              <a:rPr lang="en-US" altLang="zh-CN" sz="525" b="1">
                <a:solidFill>
                  <a:srgbClr val="000000"/>
                </a:solidFill>
                <a:latin typeface="BISansOpti"/>
              </a:rPr>
              <a:t>Oct 2026</a:t>
            </a:r>
          </a:p>
        </p:txBody>
      </p:sp>
      <p:sp>
        <p:nvSpPr>
          <p:cNvPr id="38" name="Rechteck 85">
            <a:extLst>
              <a:ext uri="{FF2B5EF4-FFF2-40B4-BE49-F238E27FC236}">
                <a16:creationId xmlns:a16="http://schemas.microsoft.com/office/drawing/2014/main" id="{41394847-3A13-4C30-F58E-E98BB456C6C3}"/>
              </a:ext>
            </a:extLst>
          </p:cNvPr>
          <p:cNvSpPr/>
          <p:nvPr/>
        </p:nvSpPr>
        <p:spPr>
          <a:xfrm>
            <a:off x="4317937" y="2285754"/>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10">
              <a:lnSpc>
                <a:spcPts val="800"/>
              </a:lnSpc>
              <a:defRPr/>
            </a:pPr>
            <a:r>
              <a:rPr lang="en-US" sz="525" b="1">
                <a:solidFill>
                  <a:srgbClr val="000000"/>
                </a:solidFill>
                <a:latin typeface="BISansOpti"/>
              </a:rPr>
              <a:t>Feb 2027</a:t>
            </a:r>
          </a:p>
        </p:txBody>
      </p:sp>
      <p:sp>
        <p:nvSpPr>
          <p:cNvPr id="39" name="Rectangle 38">
            <a:extLst>
              <a:ext uri="{FF2B5EF4-FFF2-40B4-BE49-F238E27FC236}">
                <a16:creationId xmlns:a16="http://schemas.microsoft.com/office/drawing/2014/main" id="{DD27C74A-2480-B8BC-D248-2BDF58C7B6E4}"/>
              </a:ext>
            </a:extLst>
          </p:cNvPr>
          <p:cNvSpPr/>
          <p:nvPr/>
        </p:nvSpPr>
        <p:spPr>
          <a:xfrm>
            <a:off x="8876920" y="3787019"/>
            <a:ext cx="909594" cy="268397"/>
          </a:xfrm>
          <a:prstGeom prst="rect">
            <a:avLst/>
          </a:prstGeom>
          <a:pattFill prst="pct80">
            <a:fgClr>
              <a:schemeClr val="accent1">
                <a:lumMod val="10000"/>
                <a:lumOff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endParaRPr lang="zh-CN" altLang="en-US" sz="1050">
              <a:solidFill>
                <a:srgbClr val="000000"/>
              </a:solidFill>
              <a:latin typeface="BISansOpti"/>
            </a:endParaRPr>
          </a:p>
        </p:txBody>
      </p:sp>
      <p:sp>
        <p:nvSpPr>
          <p:cNvPr id="40" name="OTLSHAPE_T_e17f3958430f4cff8650518c93c7635e_Shape">
            <a:extLst>
              <a:ext uri="{FF2B5EF4-FFF2-40B4-BE49-F238E27FC236}">
                <a16:creationId xmlns:a16="http://schemas.microsoft.com/office/drawing/2014/main" id="{C3627D1B-BF1D-2A0B-3962-CF75CB51664B}"/>
              </a:ext>
            </a:extLst>
          </p:cNvPr>
          <p:cNvSpPr/>
          <p:nvPr>
            <p:custDataLst>
              <p:tags r:id="rId3"/>
            </p:custDataLst>
          </p:nvPr>
        </p:nvSpPr>
        <p:spPr bwMode="auto">
          <a:xfrm>
            <a:off x="344387" y="3337595"/>
            <a:ext cx="1345650"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50"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42" name="Rechteck 85">
            <a:extLst>
              <a:ext uri="{FF2B5EF4-FFF2-40B4-BE49-F238E27FC236}">
                <a16:creationId xmlns:a16="http://schemas.microsoft.com/office/drawing/2014/main" id="{0B22CAE4-17A5-428D-BAE4-4CBD9D6969A5}"/>
              </a:ext>
            </a:extLst>
          </p:cNvPr>
          <p:cNvSpPr/>
          <p:nvPr/>
        </p:nvSpPr>
        <p:spPr>
          <a:xfrm>
            <a:off x="-161643" y="3099672"/>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CTA</a:t>
            </a:r>
          </a:p>
          <a:p>
            <a:pPr algn="ctr" defTabSz="914310">
              <a:lnSpc>
                <a:spcPts val="800"/>
              </a:lnSpc>
              <a:defRPr/>
            </a:pPr>
            <a:r>
              <a:rPr lang="en-US" sz="525" b="1">
                <a:solidFill>
                  <a:srgbClr val="000000"/>
                </a:solidFill>
                <a:latin typeface="BISansOpti"/>
              </a:rPr>
              <a:t>Jun 2025</a:t>
            </a:r>
          </a:p>
        </p:txBody>
      </p:sp>
      <p:sp>
        <p:nvSpPr>
          <p:cNvPr id="43" name="Rechteck 85">
            <a:extLst>
              <a:ext uri="{FF2B5EF4-FFF2-40B4-BE49-F238E27FC236}">
                <a16:creationId xmlns:a16="http://schemas.microsoft.com/office/drawing/2014/main" id="{8601B2E9-C129-0BDD-ABFB-E28F57846149}"/>
              </a:ext>
            </a:extLst>
          </p:cNvPr>
          <p:cNvSpPr/>
          <p:nvPr/>
        </p:nvSpPr>
        <p:spPr>
          <a:xfrm>
            <a:off x="1033987" y="3087290"/>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a:t>
            </a:r>
          </a:p>
          <a:p>
            <a:pPr algn="ctr" defTabSz="914310">
              <a:lnSpc>
                <a:spcPts val="800"/>
              </a:lnSpc>
              <a:defRPr/>
            </a:pPr>
            <a:r>
              <a:rPr lang="en-US" sz="525" b="1">
                <a:solidFill>
                  <a:srgbClr val="000000"/>
                </a:solidFill>
                <a:latin typeface="BISansOpti"/>
              </a:rPr>
              <a:t>Dec 2025</a:t>
            </a:r>
          </a:p>
        </p:txBody>
      </p:sp>
      <p:sp>
        <p:nvSpPr>
          <p:cNvPr id="48" name="Rechteck 85">
            <a:extLst>
              <a:ext uri="{FF2B5EF4-FFF2-40B4-BE49-F238E27FC236}">
                <a16:creationId xmlns:a16="http://schemas.microsoft.com/office/drawing/2014/main" id="{4566B380-25E7-074B-C8E1-4BB8E9A01A27}"/>
              </a:ext>
            </a:extLst>
          </p:cNvPr>
          <p:cNvSpPr/>
          <p:nvPr/>
        </p:nvSpPr>
        <p:spPr>
          <a:xfrm>
            <a:off x="-169981" y="3804784"/>
            <a:ext cx="1341035"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China PK Protocol develop</a:t>
            </a:r>
          </a:p>
          <a:p>
            <a:pPr algn="ctr" defTabSz="914310">
              <a:lnSpc>
                <a:spcPts val="800"/>
              </a:lnSpc>
              <a:defRPr/>
            </a:pPr>
            <a:r>
              <a:rPr lang="en-US" sz="525" b="1">
                <a:solidFill>
                  <a:srgbClr val="000000"/>
                </a:solidFill>
                <a:latin typeface="BISansOpti"/>
              </a:rPr>
              <a:t> kick off Feb 2025</a:t>
            </a:r>
          </a:p>
        </p:txBody>
      </p:sp>
      <p:cxnSp>
        <p:nvCxnSpPr>
          <p:cNvPr id="11" name="Straight Connector 10">
            <a:extLst>
              <a:ext uri="{FF2B5EF4-FFF2-40B4-BE49-F238E27FC236}">
                <a16:creationId xmlns:a16="http://schemas.microsoft.com/office/drawing/2014/main" id="{1C233F40-B6C3-0622-5E6C-BAE3C2573E44}"/>
              </a:ext>
            </a:extLst>
          </p:cNvPr>
          <p:cNvCxnSpPr/>
          <p:nvPr/>
        </p:nvCxnSpPr>
        <p:spPr bwMode="gray">
          <a:xfrm>
            <a:off x="1" y="4146862"/>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48410D5-5F32-2DA9-EF9C-5A8B412F6A13}"/>
              </a:ext>
            </a:extLst>
          </p:cNvPr>
          <p:cNvSpPr/>
          <p:nvPr/>
        </p:nvSpPr>
        <p:spPr>
          <a:xfrm>
            <a:off x="5119398" y="4310987"/>
            <a:ext cx="787222" cy="274320"/>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defRPr/>
            </a:pPr>
            <a:r>
              <a:rPr lang="en-US" altLang="zh-CN" sz="600" b="1">
                <a:solidFill>
                  <a:srgbClr val="000000"/>
                </a:solidFill>
                <a:latin typeface="BISansCond"/>
              </a:rPr>
              <a:t>PK sample export (2m)+analysis 1m+1m report</a:t>
            </a:r>
            <a:endParaRPr lang="zh-CN" altLang="en-US" sz="600" b="1">
              <a:solidFill>
                <a:srgbClr val="000000"/>
              </a:solidFill>
              <a:latin typeface="BISansCond"/>
            </a:endParaRPr>
          </a:p>
        </p:txBody>
      </p:sp>
      <p:sp>
        <p:nvSpPr>
          <p:cNvPr id="21" name="Rechteck 85">
            <a:extLst>
              <a:ext uri="{FF2B5EF4-FFF2-40B4-BE49-F238E27FC236}">
                <a16:creationId xmlns:a16="http://schemas.microsoft.com/office/drawing/2014/main" id="{A61FD6DC-8E42-4632-F592-3C0CFB0345CE}"/>
              </a:ext>
            </a:extLst>
          </p:cNvPr>
          <p:cNvSpPr/>
          <p:nvPr/>
        </p:nvSpPr>
        <p:spPr>
          <a:xfrm>
            <a:off x="3645123" y="4570719"/>
            <a:ext cx="963491"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FSS</a:t>
            </a:r>
          </a:p>
          <a:p>
            <a:pPr algn="ctr" defTabSz="914310">
              <a:lnSpc>
                <a:spcPts val="800"/>
              </a:lnSpc>
              <a:defRPr/>
            </a:pPr>
            <a:r>
              <a:rPr lang="en-US" altLang="zh-CN" sz="525" b="1">
                <a:solidFill>
                  <a:srgbClr val="000000"/>
                </a:solidFill>
                <a:latin typeface="BISansOpti"/>
              </a:rPr>
              <a:t>Nov </a:t>
            </a:r>
            <a:r>
              <a:rPr lang="en-US" sz="525" b="1">
                <a:solidFill>
                  <a:srgbClr val="000000"/>
                </a:solidFill>
                <a:latin typeface="BISansOpti"/>
              </a:rPr>
              <a:t> 2026</a:t>
            </a:r>
          </a:p>
        </p:txBody>
      </p:sp>
      <p:sp>
        <p:nvSpPr>
          <p:cNvPr id="22" name="矩形 20">
            <a:extLst>
              <a:ext uri="{FF2B5EF4-FFF2-40B4-BE49-F238E27FC236}">
                <a16:creationId xmlns:a16="http://schemas.microsoft.com/office/drawing/2014/main" id="{DEB9FE59-876E-778C-9856-2DE59BBA029A}"/>
              </a:ext>
            </a:extLst>
          </p:cNvPr>
          <p:cNvSpPr/>
          <p:nvPr/>
        </p:nvSpPr>
        <p:spPr>
          <a:xfrm>
            <a:off x="4000231" y="4310987"/>
            <a:ext cx="1114748" cy="274320"/>
          </a:xfrm>
          <a:prstGeom prst="rect">
            <a:avLst/>
          </a:prstGeom>
          <a:pattFill prst="pct50">
            <a:fgClr>
              <a:schemeClr val="accent3">
                <a:lumMod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50" eaLnBrk="0" fontAlgn="base" hangingPunct="0">
              <a:spcBef>
                <a:spcPct val="0"/>
              </a:spcBef>
              <a:spcAft>
                <a:spcPct val="0"/>
              </a:spcAft>
            </a:pPr>
            <a:r>
              <a:rPr lang="en-US" altLang="zh-CN" sz="788" b="1">
                <a:solidFill>
                  <a:srgbClr val="000000"/>
                </a:solidFill>
                <a:latin typeface="BISansCond"/>
              </a:rPr>
              <a:t>China PK study</a:t>
            </a:r>
          </a:p>
        </p:txBody>
      </p:sp>
      <p:sp>
        <p:nvSpPr>
          <p:cNvPr id="33" name="Rechteck 85">
            <a:extLst>
              <a:ext uri="{FF2B5EF4-FFF2-40B4-BE49-F238E27FC236}">
                <a16:creationId xmlns:a16="http://schemas.microsoft.com/office/drawing/2014/main" id="{E0068EF6-6A94-1172-F408-0489F7ADF8D7}"/>
              </a:ext>
            </a:extLst>
          </p:cNvPr>
          <p:cNvSpPr/>
          <p:nvPr/>
        </p:nvSpPr>
        <p:spPr>
          <a:xfrm>
            <a:off x="4584103" y="4562437"/>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LSC</a:t>
            </a:r>
          </a:p>
          <a:p>
            <a:pPr algn="ctr" defTabSz="914310">
              <a:lnSpc>
                <a:spcPts val="800"/>
              </a:lnSpc>
              <a:defRPr/>
            </a:pPr>
            <a:r>
              <a:rPr lang="en-US" altLang="zh-CN" sz="525" b="1">
                <a:solidFill>
                  <a:srgbClr val="000000"/>
                </a:solidFill>
                <a:latin typeface="BISansOpti"/>
              </a:rPr>
              <a:t>Apr</a:t>
            </a:r>
            <a:r>
              <a:rPr lang="en-US" sz="525" b="1">
                <a:solidFill>
                  <a:srgbClr val="000000"/>
                </a:solidFill>
                <a:latin typeface="BISansOpti"/>
              </a:rPr>
              <a:t> 2027</a:t>
            </a:r>
          </a:p>
        </p:txBody>
      </p:sp>
      <p:sp>
        <p:nvSpPr>
          <p:cNvPr id="36" name="Rechteck 85">
            <a:extLst>
              <a:ext uri="{FF2B5EF4-FFF2-40B4-BE49-F238E27FC236}">
                <a16:creationId xmlns:a16="http://schemas.microsoft.com/office/drawing/2014/main" id="{DC0ACA7B-547A-1C86-CD8B-751C905A8ACC}"/>
              </a:ext>
            </a:extLst>
          </p:cNvPr>
          <p:cNvSpPr/>
          <p:nvPr/>
        </p:nvSpPr>
        <p:spPr>
          <a:xfrm>
            <a:off x="5311756" y="4550706"/>
            <a:ext cx="981536" cy="263470"/>
          </a:xfrm>
          <a:prstGeom prst="rect">
            <a:avLst/>
          </a:prstGeom>
        </p:spPr>
        <p:txBody>
          <a:bodyPr wrap="square" lIns="68580" tIns="34290" rIns="68580" bIns="34290" anchor="t">
            <a:spAutoFit/>
          </a:bodyPr>
          <a:lstStyle/>
          <a:p>
            <a:pPr algn="ctr" defTabSz="914310">
              <a:lnSpc>
                <a:spcPts val="800"/>
              </a:lnSpc>
              <a:defRPr/>
            </a:pPr>
            <a:r>
              <a:rPr lang="en-US" sz="525" b="1">
                <a:solidFill>
                  <a:srgbClr val="000000"/>
                </a:solidFill>
                <a:latin typeface="BISansOpti"/>
              </a:rPr>
              <a:t>PK result</a:t>
            </a:r>
          </a:p>
          <a:p>
            <a:pPr algn="ctr" defTabSz="914310">
              <a:lnSpc>
                <a:spcPts val="800"/>
              </a:lnSpc>
              <a:defRPr/>
            </a:pPr>
            <a:r>
              <a:rPr lang="en-US" altLang="zh-CN" sz="525" b="1">
                <a:solidFill>
                  <a:srgbClr val="000000"/>
                </a:solidFill>
                <a:latin typeface="BISansOpti"/>
              </a:rPr>
              <a:t>Aug</a:t>
            </a:r>
            <a:r>
              <a:rPr lang="en-US" sz="525" b="1">
                <a:solidFill>
                  <a:srgbClr val="000000"/>
                </a:solidFill>
                <a:latin typeface="BISansOpti"/>
              </a:rPr>
              <a:t> 2027</a:t>
            </a:r>
          </a:p>
        </p:txBody>
      </p:sp>
      <p:sp>
        <p:nvSpPr>
          <p:cNvPr id="41" name="OTLSHAPE_T_e17f3958430f4cff8650518c93c7635e_Shape">
            <a:extLst>
              <a:ext uri="{FF2B5EF4-FFF2-40B4-BE49-F238E27FC236}">
                <a16:creationId xmlns:a16="http://schemas.microsoft.com/office/drawing/2014/main" id="{56132B25-52E6-6F27-44EE-31D209D50DF9}"/>
              </a:ext>
            </a:extLst>
          </p:cNvPr>
          <p:cNvSpPr/>
          <p:nvPr>
            <p:custDataLst>
              <p:tags r:id="rId4"/>
            </p:custDataLst>
          </p:nvPr>
        </p:nvSpPr>
        <p:spPr bwMode="auto">
          <a:xfrm>
            <a:off x="6002471" y="4788009"/>
            <a:ext cx="1322523"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50"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44" name="Rectangle 43">
            <a:extLst>
              <a:ext uri="{FF2B5EF4-FFF2-40B4-BE49-F238E27FC236}">
                <a16:creationId xmlns:a16="http://schemas.microsoft.com/office/drawing/2014/main" id="{B1D8C09F-6995-B7C8-0742-1A40DE9DA8A9}"/>
              </a:ext>
            </a:extLst>
          </p:cNvPr>
          <p:cNvSpPr/>
          <p:nvPr/>
        </p:nvSpPr>
        <p:spPr>
          <a:xfrm>
            <a:off x="7324995" y="4788009"/>
            <a:ext cx="1560384"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r>
              <a:rPr lang="en-US" altLang="zh-CN" sz="1050">
                <a:solidFill>
                  <a:srgbClr val="000000"/>
                </a:solidFill>
                <a:latin typeface="BISansOpti"/>
              </a:rPr>
              <a:t>Ph2b recruitment window in China~ 5m</a:t>
            </a:r>
            <a:endParaRPr lang="zh-CN" altLang="en-US" sz="1050">
              <a:solidFill>
                <a:srgbClr val="000000"/>
              </a:solidFill>
              <a:latin typeface="BISansOpti"/>
            </a:endParaRPr>
          </a:p>
        </p:txBody>
      </p:sp>
      <p:sp>
        <p:nvSpPr>
          <p:cNvPr id="49" name="Rechteck 85">
            <a:extLst>
              <a:ext uri="{FF2B5EF4-FFF2-40B4-BE49-F238E27FC236}">
                <a16:creationId xmlns:a16="http://schemas.microsoft.com/office/drawing/2014/main" id="{2E4F350A-12F0-CD5B-117A-0390F7D35D28}"/>
              </a:ext>
            </a:extLst>
          </p:cNvPr>
          <p:cNvSpPr/>
          <p:nvPr/>
        </p:nvSpPr>
        <p:spPr>
          <a:xfrm>
            <a:off x="6730125" y="4514470"/>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10">
              <a:lnSpc>
                <a:spcPts val="800"/>
              </a:lnSpc>
              <a:defRPr/>
            </a:pPr>
            <a:r>
              <a:rPr lang="en-US" altLang="zh-CN" sz="525" b="1">
                <a:solidFill>
                  <a:srgbClr val="000000"/>
                </a:solidFill>
                <a:latin typeface="BISansOpti"/>
              </a:rPr>
              <a:t>Feb</a:t>
            </a:r>
            <a:r>
              <a:rPr lang="en-US" sz="525" b="1">
                <a:solidFill>
                  <a:srgbClr val="000000"/>
                </a:solidFill>
                <a:latin typeface="BISansOpti"/>
              </a:rPr>
              <a:t> 2028</a:t>
            </a:r>
          </a:p>
        </p:txBody>
      </p:sp>
      <p:cxnSp>
        <p:nvCxnSpPr>
          <p:cNvPr id="50" name="Straight Connector 49">
            <a:extLst>
              <a:ext uri="{FF2B5EF4-FFF2-40B4-BE49-F238E27FC236}">
                <a16:creationId xmlns:a16="http://schemas.microsoft.com/office/drawing/2014/main" id="{03EC9738-9F5C-D204-3F3D-15AE68E28167}"/>
              </a:ext>
            </a:extLst>
          </p:cNvPr>
          <p:cNvCxnSpPr/>
          <p:nvPr/>
        </p:nvCxnSpPr>
        <p:spPr bwMode="gray">
          <a:xfrm>
            <a:off x="50554" y="4049269"/>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7630337-234A-16B0-64B7-531B697C7ABE}"/>
              </a:ext>
            </a:extLst>
          </p:cNvPr>
          <p:cNvSpPr txBox="1"/>
          <p:nvPr/>
        </p:nvSpPr>
        <p:spPr bwMode="gray">
          <a:xfrm>
            <a:off x="228080" y="4089149"/>
            <a:ext cx="5850603" cy="162930"/>
          </a:xfrm>
          <a:prstGeom prst="rect">
            <a:avLst/>
          </a:prstGeom>
          <a:noFill/>
          <a:ln>
            <a:solidFill>
              <a:schemeClr val="accent3">
                <a:lumMod val="50000"/>
              </a:schemeClr>
            </a:solidFill>
          </a:ln>
        </p:spPr>
        <p:txBody>
          <a:bodyPr wrap="square" lIns="0" tIns="0" rIns="0" bIns="0" rtlCol="0">
            <a:spAutoFit/>
          </a:bodyPr>
          <a:lstStyle/>
          <a:p>
            <a:pPr defTabSz="685783">
              <a:lnSpc>
                <a:spcPct val="140000"/>
              </a:lnSpc>
              <a:defRPr/>
            </a:pPr>
            <a:r>
              <a:rPr lang="en-US" altLang="zh-CN" sz="825">
                <a:solidFill>
                  <a:prstClr val="black"/>
                </a:solidFill>
                <a:latin typeface="Boehringer Forward Text"/>
              </a:rPr>
              <a:t>Option 3: China PK study if JP PK is not needed based PMDA feedback (protocol development and CTA not frontloaded)</a:t>
            </a:r>
            <a:endParaRPr lang="zh-CN" altLang="en-US" sz="825">
              <a:solidFill>
                <a:prstClr val="black"/>
              </a:solidFill>
              <a:latin typeface="Boehringer Forward Text"/>
            </a:endParaRPr>
          </a:p>
        </p:txBody>
      </p:sp>
      <p:sp>
        <p:nvSpPr>
          <p:cNvPr id="52" name="TextBox 51">
            <a:extLst>
              <a:ext uri="{FF2B5EF4-FFF2-40B4-BE49-F238E27FC236}">
                <a16:creationId xmlns:a16="http://schemas.microsoft.com/office/drawing/2014/main" id="{0CF4541B-EDE5-F248-A499-73A301499FA3}"/>
              </a:ext>
            </a:extLst>
          </p:cNvPr>
          <p:cNvSpPr txBox="1"/>
          <p:nvPr/>
        </p:nvSpPr>
        <p:spPr bwMode="gray">
          <a:xfrm>
            <a:off x="5326225" y="4777192"/>
            <a:ext cx="737468" cy="286553"/>
          </a:xfrm>
          <a:prstGeom prst="rect">
            <a:avLst/>
          </a:prstGeom>
          <a:noFill/>
        </p:spPr>
        <p:txBody>
          <a:bodyPr wrap="square">
            <a:spAutoFit/>
          </a:bodyPr>
          <a:lstStyle/>
          <a:p>
            <a:pPr algn="ctr" defTabSz="914310">
              <a:lnSpc>
                <a:spcPts val="800"/>
              </a:lnSpc>
              <a:defRPr/>
            </a:pPr>
            <a:r>
              <a:rPr lang="en-US" altLang="zh-CN" sz="525" b="1">
                <a:solidFill>
                  <a:srgbClr val="000000"/>
                </a:solidFill>
                <a:latin typeface="BISansOpti"/>
              </a:rPr>
              <a:t>CTA submission</a:t>
            </a:r>
          </a:p>
          <a:p>
            <a:pPr algn="ctr" defTabSz="914310">
              <a:lnSpc>
                <a:spcPts val="800"/>
              </a:lnSpc>
              <a:defRPr/>
            </a:pPr>
            <a:r>
              <a:rPr lang="en-US" altLang="zh-CN" sz="525" b="1">
                <a:solidFill>
                  <a:srgbClr val="000000"/>
                </a:solidFill>
                <a:latin typeface="BISansOpti"/>
              </a:rPr>
              <a:t>Aug 2027</a:t>
            </a:r>
          </a:p>
        </p:txBody>
      </p:sp>
      <p:sp>
        <p:nvSpPr>
          <p:cNvPr id="56" name="Rectangle 55">
            <a:extLst>
              <a:ext uri="{FF2B5EF4-FFF2-40B4-BE49-F238E27FC236}">
                <a16:creationId xmlns:a16="http://schemas.microsoft.com/office/drawing/2014/main" id="{D08997F3-6F2F-6838-E89A-1AB91ECE3EE8}"/>
              </a:ext>
            </a:extLst>
          </p:cNvPr>
          <p:cNvSpPr/>
          <p:nvPr/>
        </p:nvSpPr>
        <p:spPr>
          <a:xfrm>
            <a:off x="8885378" y="4780805"/>
            <a:ext cx="909594" cy="268397"/>
          </a:xfrm>
          <a:prstGeom prst="rect">
            <a:avLst/>
          </a:prstGeom>
          <a:pattFill prst="pct80">
            <a:fgClr>
              <a:schemeClr val="accent1">
                <a:lumMod val="10000"/>
                <a:lumOff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49">
              <a:defRPr/>
            </a:pPr>
            <a:endParaRPr lang="zh-CN" altLang="en-US" sz="1050">
              <a:solidFill>
                <a:srgbClr val="000000"/>
              </a:solidFill>
              <a:latin typeface="BISansOpti"/>
            </a:endParaRPr>
          </a:p>
        </p:txBody>
      </p:sp>
      <p:sp>
        <p:nvSpPr>
          <p:cNvPr id="57" name="OTLSHAPE_T_e17f3958430f4cff8650518c93c7635e_Shape">
            <a:extLst>
              <a:ext uri="{FF2B5EF4-FFF2-40B4-BE49-F238E27FC236}">
                <a16:creationId xmlns:a16="http://schemas.microsoft.com/office/drawing/2014/main" id="{4903EA4F-C6C9-7714-2792-2DEC48EB92F7}"/>
              </a:ext>
            </a:extLst>
          </p:cNvPr>
          <p:cNvSpPr/>
          <p:nvPr>
            <p:custDataLst>
              <p:tags r:id="rId5"/>
            </p:custDataLst>
          </p:nvPr>
        </p:nvSpPr>
        <p:spPr bwMode="auto">
          <a:xfrm>
            <a:off x="2678926" y="4303951"/>
            <a:ext cx="1175828"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50"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58" name="Rechteck 85">
            <a:extLst>
              <a:ext uri="{FF2B5EF4-FFF2-40B4-BE49-F238E27FC236}">
                <a16:creationId xmlns:a16="http://schemas.microsoft.com/office/drawing/2014/main" id="{5B421695-04F7-3720-BF6D-5FCE81BB77F7}"/>
              </a:ext>
            </a:extLst>
          </p:cNvPr>
          <p:cNvSpPr/>
          <p:nvPr/>
        </p:nvSpPr>
        <p:spPr>
          <a:xfrm>
            <a:off x="3254974" y="4562437"/>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a:t>
            </a:r>
          </a:p>
          <a:p>
            <a:pPr algn="ctr" defTabSz="914310">
              <a:lnSpc>
                <a:spcPts val="800"/>
              </a:lnSpc>
              <a:defRPr/>
            </a:pPr>
            <a:r>
              <a:rPr lang="en-US" altLang="zh-CN" sz="525" b="1">
                <a:solidFill>
                  <a:srgbClr val="000000"/>
                </a:solidFill>
                <a:latin typeface="BISansOpti"/>
              </a:rPr>
              <a:t>Oct</a:t>
            </a:r>
            <a:r>
              <a:rPr lang="en-US" sz="525" b="1">
                <a:solidFill>
                  <a:srgbClr val="000000"/>
                </a:solidFill>
                <a:latin typeface="BISansOpti"/>
              </a:rPr>
              <a:t> 2025</a:t>
            </a:r>
          </a:p>
        </p:txBody>
      </p:sp>
      <p:cxnSp>
        <p:nvCxnSpPr>
          <p:cNvPr id="60" name="Straight Connector 59">
            <a:extLst>
              <a:ext uri="{FF2B5EF4-FFF2-40B4-BE49-F238E27FC236}">
                <a16:creationId xmlns:a16="http://schemas.microsoft.com/office/drawing/2014/main" id="{B1D11A15-4F35-49BD-9DE9-D23FCE72B400}"/>
              </a:ext>
            </a:extLst>
          </p:cNvPr>
          <p:cNvCxnSpPr/>
          <p:nvPr/>
        </p:nvCxnSpPr>
        <p:spPr bwMode="gray">
          <a:xfrm>
            <a:off x="2455717" y="5265613"/>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E81C5DEB-3C78-EA70-6D3B-08F493C5CB07}"/>
              </a:ext>
            </a:extLst>
          </p:cNvPr>
          <p:cNvSpPr/>
          <p:nvPr/>
        </p:nvSpPr>
        <p:spPr>
          <a:xfrm>
            <a:off x="1768650" y="4304313"/>
            <a:ext cx="909594" cy="268397"/>
          </a:xfrm>
          <a:prstGeom prst="rect">
            <a:avLst/>
          </a:prstGeom>
          <a:solidFill>
            <a:srgbClr val="FFC000"/>
          </a:solidFill>
          <a:ln>
            <a:prstDash val="sysDash"/>
          </a:ln>
        </p:spPr>
        <p:style>
          <a:lnRef idx="1">
            <a:schemeClr val="accent6"/>
          </a:lnRef>
          <a:fillRef idx="2">
            <a:schemeClr val="accent6"/>
          </a:fillRef>
          <a:effectRef idx="1">
            <a:schemeClr val="accent6"/>
          </a:effectRef>
          <a:fontRef idx="minor">
            <a:schemeClr val="dk1"/>
          </a:fontRef>
        </p:style>
        <p:txBody>
          <a:bodyPr lIns="71933" tIns="71933" rIns="71933" bIns="71933" rtlCol="0" anchor="ctr"/>
          <a:lstStyle/>
          <a:p>
            <a:pPr algn="ctr" defTabSz="685749"/>
            <a:r>
              <a:rPr lang="en-US" altLang="zh-CN" sz="825">
                <a:solidFill>
                  <a:srgbClr val="002060"/>
                </a:solidFill>
                <a:latin typeface="BISansOpti"/>
              </a:rPr>
              <a:t>Protocol development</a:t>
            </a:r>
            <a:endParaRPr lang="zh-CN" altLang="en-US" sz="825">
              <a:solidFill>
                <a:srgbClr val="002060"/>
              </a:solidFill>
              <a:latin typeface="BISansOpti"/>
            </a:endParaRPr>
          </a:p>
        </p:txBody>
      </p:sp>
      <p:sp>
        <p:nvSpPr>
          <p:cNvPr id="63" name="Rechteck 85">
            <a:extLst>
              <a:ext uri="{FF2B5EF4-FFF2-40B4-BE49-F238E27FC236}">
                <a16:creationId xmlns:a16="http://schemas.microsoft.com/office/drawing/2014/main" id="{79D73D28-B3F6-E88B-94FC-37EB819CAEC6}"/>
              </a:ext>
            </a:extLst>
          </p:cNvPr>
          <p:cNvSpPr/>
          <p:nvPr/>
        </p:nvSpPr>
        <p:spPr>
          <a:xfrm>
            <a:off x="1032532" y="4579001"/>
            <a:ext cx="1341035"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China PK Protocol develop</a:t>
            </a:r>
          </a:p>
          <a:p>
            <a:pPr algn="ctr" defTabSz="914310">
              <a:lnSpc>
                <a:spcPts val="800"/>
              </a:lnSpc>
              <a:defRPr/>
            </a:pPr>
            <a:r>
              <a:rPr lang="en-US" sz="525" b="1">
                <a:solidFill>
                  <a:srgbClr val="000000"/>
                </a:solidFill>
                <a:latin typeface="BISansOpti"/>
              </a:rPr>
              <a:t> kick off Jan 2026</a:t>
            </a:r>
          </a:p>
        </p:txBody>
      </p:sp>
      <p:sp>
        <p:nvSpPr>
          <p:cNvPr id="160" name="Rechteck 85">
            <a:extLst>
              <a:ext uri="{FF2B5EF4-FFF2-40B4-BE49-F238E27FC236}">
                <a16:creationId xmlns:a16="http://schemas.microsoft.com/office/drawing/2014/main" id="{75774036-6756-59F5-3746-2886DA28BCBD}"/>
              </a:ext>
            </a:extLst>
          </p:cNvPr>
          <p:cNvSpPr/>
          <p:nvPr/>
        </p:nvSpPr>
        <p:spPr>
          <a:xfrm>
            <a:off x="2209042" y="4564774"/>
            <a:ext cx="981536" cy="286553"/>
          </a:xfrm>
          <a:prstGeom prst="rect">
            <a:avLst/>
          </a:prstGeom>
        </p:spPr>
        <p:txBody>
          <a:bodyPr wrap="square">
            <a:spAutoFit/>
          </a:bodyPr>
          <a:lstStyle/>
          <a:p>
            <a:pPr algn="ctr" defTabSz="914310">
              <a:lnSpc>
                <a:spcPts val="800"/>
              </a:lnSpc>
              <a:defRPr/>
            </a:pPr>
            <a:r>
              <a:rPr lang="en-US" sz="525" b="1">
                <a:solidFill>
                  <a:srgbClr val="000000"/>
                </a:solidFill>
                <a:latin typeface="BISansOpti"/>
              </a:rPr>
              <a:t>CTA</a:t>
            </a:r>
          </a:p>
          <a:p>
            <a:pPr algn="ctr" defTabSz="914310">
              <a:lnSpc>
                <a:spcPts val="800"/>
              </a:lnSpc>
              <a:defRPr/>
            </a:pPr>
            <a:r>
              <a:rPr lang="en-US" altLang="zh-CN" sz="525" b="1">
                <a:solidFill>
                  <a:srgbClr val="000000"/>
                </a:solidFill>
                <a:latin typeface="BISansOpti"/>
              </a:rPr>
              <a:t>Apr </a:t>
            </a:r>
            <a:r>
              <a:rPr lang="en-US" sz="525" b="1">
                <a:solidFill>
                  <a:srgbClr val="000000"/>
                </a:solidFill>
                <a:latin typeface="BISansOpti"/>
              </a:rPr>
              <a:t>2026</a:t>
            </a:r>
          </a:p>
        </p:txBody>
      </p:sp>
      <p:sp>
        <p:nvSpPr>
          <p:cNvPr id="161" name="TextBox 160">
            <a:extLst>
              <a:ext uri="{FF2B5EF4-FFF2-40B4-BE49-F238E27FC236}">
                <a16:creationId xmlns:a16="http://schemas.microsoft.com/office/drawing/2014/main" id="{F4E99E70-6535-3F04-ECF0-FAF3B04DA40C}"/>
              </a:ext>
            </a:extLst>
          </p:cNvPr>
          <p:cNvSpPr txBox="1"/>
          <p:nvPr/>
        </p:nvSpPr>
        <p:spPr bwMode="gray">
          <a:xfrm>
            <a:off x="6148879" y="4129590"/>
            <a:ext cx="3035190" cy="236924"/>
          </a:xfrm>
          <a:prstGeom prst="rect">
            <a:avLst/>
          </a:prstGeom>
          <a:noFill/>
          <a:ln w="38100">
            <a:solidFill>
              <a:schemeClr val="accent4"/>
            </a:solidFill>
          </a:ln>
        </p:spPr>
        <p:txBody>
          <a:bodyPr wrap="none" lIns="0" tIns="0" rIns="0" bIns="0" rtlCol="0">
            <a:spAutoFit/>
          </a:bodyPr>
          <a:lstStyle/>
          <a:p>
            <a:pPr defTabSz="685783">
              <a:lnSpc>
                <a:spcPct val="140000"/>
              </a:lnSpc>
              <a:defRPr/>
            </a:pPr>
            <a:r>
              <a:rPr lang="en-US" altLang="zh-CN" sz="1200">
                <a:solidFill>
                  <a:srgbClr val="F58A68"/>
                </a:solidFill>
                <a:latin typeface="Boehringer Forward Text"/>
              </a:rPr>
              <a:t>Most China sites have only 2m recruitment</a:t>
            </a:r>
            <a:endParaRPr lang="zh-CN" altLang="en-US" sz="1200">
              <a:solidFill>
                <a:srgbClr val="F58A68"/>
              </a:solidFill>
              <a:latin typeface="Boehringer Forward Text"/>
            </a:endParaRPr>
          </a:p>
        </p:txBody>
      </p:sp>
      <p:sp>
        <p:nvSpPr>
          <p:cNvPr id="7" name="Rectangle 6">
            <a:extLst>
              <a:ext uri="{FF2B5EF4-FFF2-40B4-BE49-F238E27FC236}">
                <a16:creationId xmlns:a16="http://schemas.microsoft.com/office/drawing/2014/main" id="{13D6CCBF-D08A-B6CF-B12E-F53454ED2AA3}"/>
              </a:ext>
            </a:extLst>
          </p:cNvPr>
          <p:cNvSpPr/>
          <p:nvPr/>
        </p:nvSpPr>
        <p:spPr bwMode="gray">
          <a:xfrm>
            <a:off x="0" y="4101099"/>
            <a:ext cx="9166206" cy="1040021"/>
          </a:xfrm>
          <a:prstGeom prst="rect">
            <a:avLst/>
          </a:prstGeom>
          <a:solidFill>
            <a:srgbClr val="F2F2F2">
              <a:alpha val="74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201938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5B50A-3A1F-05DE-0321-AFCABD307AB8}"/>
              </a:ext>
            </a:extLst>
          </p:cNvPr>
          <p:cNvSpPr>
            <a:spLocks noGrp="1"/>
          </p:cNvSpPr>
          <p:nvPr>
            <p:ph type="title"/>
          </p:nvPr>
        </p:nvSpPr>
        <p:spPr/>
        <p:txBody>
          <a:bodyPr/>
          <a:lstStyle/>
          <a:p>
            <a:r>
              <a:rPr lang="en-US" altLang="zh-CN"/>
              <a:t>China PK Strategy Options</a:t>
            </a:r>
            <a:endParaRPr lang="zh-CN" altLang="en-US"/>
          </a:p>
        </p:txBody>
      </p:sp>
      <p:sp>
        <p:nvSpPr>
          <p:cNvPr id="3" name="Content Placeholder 2">
            <a:extLst>
              <a:ext uri="{FF2B5EF4-FFF2-40B4-BE49-F238E27FC236}">
                <a16:creationId xmlns:a16="http://schemas.microsoft.com/office/drawing/2014/main" id="{BA3E8FF1-FBFA-8435-9D31-E5A5A2F16493}"/>
              </a:ext>
            </a:extLst>
          </p:cNvPr>
          <p:cNvSpPr>
            <a:spLocks noGrp="1"/>
          </p:cNvSpPr>
          <p:nvPr>
            <p:ph idx="1"/>
          </p:nvPr>
        </p:nvSpPr>
        <p:spPr/>
        <p:txBody>
          <a:bodyPr/>
          <a:lstStyle/>
          <a:p>
            <a:r>
              <a:rPr lang="en-US" altLang="zh-CN"/>
              <a:t>Option 1: Pan Asian PK study initiation from beginning of 2026</a:t>
            </a:r>
          </a:p>
          <a:p>
            <a:pPr lvl="1"/>
            <a:r>
              <a:rPr lang="en-US" altLang="zh-CN"/>
              <a:t>Protocol and CTA needs to be frontloaded</a:t>
            </a:r>
          </a:p>
          <a:p>
            <a:r>
              <a:rPr lang="en-US" altLang="zh-CN"/>
              <a:t>Option 2: China PK study in China, JP PK is not needed based PMDA feedback (</a:t>
            </a:r>
            <a:r>
              <a:rPr lang="en-US" altLang="zh-CN">
                <a:solidFill>
                  <a:schemeClr val="accent3">
                    <a:lumMod val="75000"/>
                  </a:schemeClr>
                </a:solidFill>
              </a:rPr>
              <a:t>with China PK protocol and CTA frontloaded before 2026</a:t>
            </a:r>
            <a:r>
              <a:rPr lang="en-US" altLang="zh-CN"/>
              <a:t>)</a:t>
            </a:r>
          </a:p>
          <a:p>
            <a:pPr lvl="1" algn="just"/>
            <a:r>
              <a:rPr lang="en-US" altLang="zh-CN"/>
              <a:t>Study Design: Single dose evaluation with healthy volunteers</a:t>
            </a:r>
            <a:endParaRPr lang="zh-CN" altLang="zh-CN"/>
          </a:p>
          <a:p>
            <a:pPr lvl="2" algn="just"/>
            <a:r>
              <a:rPr lang="en-US" altLang="zh-CN" sz="1050"/>
              <a:t>6 active + 2 placebo for each dose groups (total 8 x 3 = 24 subjects)</a:t>
            </a:r>
            <a:endParaRPr lang="zh-CN" altLang="zh-CN" sz="1050"/>
          </a:p>
          <a:p>
            <a:pPr lvl="2" algn="just"/>
            <a:r>
              <a:rPr lang="en-US" altLang="zh-CN" sz="1050" err="1"/>
              <a:t>i.v.</a:t>
            </a:r>
            <a:r>
              <a:rPr lang="en-US" altLang="zh-CN" sz="1050"/>
              <a:t> 2 dose (2nd dose evaluation will be started one month later from 1st dose with safety monitoring)</a:t>
            </a:r>
            <a:endParaRPr lang="zh-CN" altLang="zh-CN" sz="1050"/>
          </a:p>
          <a:p>
            <a:pPr lvl="2" algn="just"/>
            <a:r>
              <a:rPr lang="en-US" altLang="zh-CN" sz="1050" err="1"/>
              <a:t>s.c.</a:t>
            </a:r>
            <a:r>
              <a:rPr lang="en-US" altLang="zh-CN" sz="1050"/>
              <a:t> 1 dose (parallel with 1st </a:t>
            </a:r>
            <a:r>
              <a:rPr lang="en-US" altLang="zh-CN" sz="1050" err="1"/>
              <a:t>i.v.</a:t>
            </a:r>
            <a:r>
              <a:rPr lang="en-US" altLang="zh-CN" sz="1050"/>
              <a:t> dose)</a:t>
            </a:r>
            <a:endParaRPr lang="zh-CN" altLang="zh-CN" sz="1050"/>
          </a:p>
          <a:p>
            <a:pPr lvl="2"/>
            <a:r>
              <a:rPr lang="en-US" altLang="zh-CN" sz="1050"/>
              <a:t>evaluation period for each cohort will be 4 months</a:t>
            </a:r>
          </a:p>
          <a:p>
            <a:r>
              <a:rPr lang="en-US" altLang="zh-CN"/>
              <a:t>Option 3: China PK study in China, JP PK is not needed based PMDA feedback (</a:t>
            </a:r>
            <a:r>
              <a:rPr lang="en-US" altLang="zh-CN">
                <a:solidFill>
                  <a:schemeClr val="accent3">
                    <a:lumMod val="75000"/>
                  </a:schemeClr>
                </a:solidFill>
              </a:rPr>
              <a:t>with China PK protocol kick off in 2026</a:t>
            </a:r>
            <a:r>
              <a:rPr lang="en-US" altLang="zh-CN"/>
              <a:t>)</a:t>
            </a:r>
          </a:p>
          <a:p>
            <a:pPr lvl="1" algn="just"/>
            <a:r>
              <a:rPr lang="en-US" altLang="zh-CN"/>
              <a:t>Study Design: same as Option 2</a:t>
            </a:r>
            <a:endParaRPr lang="zh-CN" altLang="zh-CN"/>
          </a:p>
          <a:p>
            <a:pPr lvl="2"/>
            <a:endParaRPr lang="en-US" altLang="zh-CN" sz="1050"/>
          </a:p>
          <a:p>
            <a:pPr marL="269993" lvl="2" indent="0">
              <a:buNone/>
            </a:pPr>
            <a:endParaRPr lang="en-US" altLang="zh-CN" sz="1050"/>
          </a:p>
          <a:p>
            <a:endParaRPr lang="en-US" altLang="zh-CN"/>
          </a:p>
          <a:p>
            <a:endParaRPr lang="en-US" altLang="zh-CN"/>
          </a:p>
          <a:p>
            <a:endParaRPr lang="zh-CN" altLang="en-US"/>
          </a:p>
        </p:txBody>
      </p:sp>
      <p:sp>
        <p:nvSpPr>
          <p:cNvPr id="4" name="Text Placeholder 3">
            <a:extLst>
              <a:ext uri="{FF2B5EF4-FFF2-40B4-BE49-F238E27FC236}">
                <a16:creationId xmlns:a16="http://schemas.microsoft.com/office/drawing/2014/main" id="{5EE3FA67-87D7-A46E-948E-8744E9EFDC25}"/>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05CC3DED-FBAE-D7DA-CA00-3DF02FFB7774}"/>
              </a:ext>
            </a:extLst>
          </p:cNvPr>
          <p:cNvSpPr>
            <a:spLocks noGrp="1"/>
          </p:cNvSpPr>
          <p:nvPr>
            <p:ph type="ftr" sz="quarter" idx="19"/>
          </p:nvPr>
        </p:nvSpPr>
        <p:spPr/>
        <p:txBody>
          <a:bodyPr/>
          <a:lstStyle/>
          <a:p>
            <a:pPr defTabSz="685800">
              <a:defRPr/>
            </a:pPr>
            <a:r>
              <a:rPr lang="en-US">
                <a:solidFill>
                  <a:srgbClr val="08312A"/>
                </a:solidFill>
                <a:latin typeface="Boehringer Forward Text"/>
              </a:rPr>
              <a:t>Presentation title    |    ONLY FOR INTERNAL USE</a:t>
            </a:r>
          </a:p>
        </p:txBody>
      </p:sp>
      <p:sp>
        <p:nvSpPr>
          <p:cNvPr id="6" name="Slide Number Placeholder 5">
            <a:extLst>
              <a:ext uri="{FF2B5EF4-FFF2-40B4-BE49-F238E27FC236}">
                <a16:creationId xmlns:a16="http://schemas.microsoft.com/office/drawing/2014/main" id="{E81BD50F-9A5F-E951-0E61-A2FC6F192FE3}"/>
              </a:ext>
            </a:extLst>
          </p:cNvPr>
          <p:cNvSpPr>
            <a:spLocks noGrp="1"/>
          </p:cNvSpPr>
          <p:nvPr>
            <p:ph type="sldNum" sz="quarter" idx="20"/>
          </p:nvPr>
        </p:nvSpPr>
        <p:spPr/>
        <p:txBody>
          <a:bodyPr/>
          <a:lstStyle/>
          <a:p>
            <a:pPr defTabSz="685800">
              <a:defRPr/>
            </a:pPr>
            <a:fld id="{DF4E8F9F-5B1F-4F5B-BE49-3245D8C18D9F}" type="slidenum">
              <a:rPr lang="en-US">
                <a:solidFill>
                  <a:srgbClr val="08312A"/>
                </a:solidFill>
                <a:latin typeface="Boehringer Forward Text"/>
              </a:rPr>
              <a:pPr defTabSz="685800">
                <a:defRPr/>
              </a:pPr>
              <a:t>41</a:t>
            </a:fld>
            <a:endParaRPr lang="en-US">
              <a:solidFill>
                <a:srgbClr val="08312A"/>
              </a:solidFill>
              <a:latin typeface="Boehringer Forward Text"/>
            </a:endParaRPr>
          </a:p>
        </p:txBody>
      </p:sp>
    </p:spTree>
    <p:extLst>
      <p:ext uri="{BB962C8B-B14F-4D97-AF65-F5344CB8AC3E}">
        <p14:creationId xmlns:p14="http://schemas.microsoft.com/office/powerpoint/2010/main" val="650102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B92996A-31E0-4B59-8476-314A994254C9}"/>
              </a:ext>
            </a:extLst>
          </p:cNvPr>
          <p:cNvSpPr>
            <a:spLocks noGrp="1"/>
          </p:cNvSpPr>
          <p:nvPr>
            <p:ph type="title"/>
          </p:nvPr>
        </p:nvSpPr>
        <p:spPr>
          <a:xfrm>
            <a:off x="315871" y="166213"/>
            <a:ext cx="8573528" cy="540000"/>
          </a:xfrm>
        </p:spPr>
        <p:txBody>
          <a:bodyPr/>
          <a:lstStyle/>
          <a:p>
            <a:r>
              <a:rPr lang="en-US" altLang="zh-CN" sz="1800">
                <a:solidFill>
                  <a:schemeClr val="tx1"/>
                </a:solidFill>
              </a:rPr>
              <a:t>China joining TREM-1 Ph2b timeline (back up option 4)</a:t>
            </a:r>
            <a:endParaRPr lang="zh-CN" altLang="en-US" sz="1800">
              <a:solidFill>
                <a:schemeClr val="tx1"/>
              </a:solidFill>
            </a:endParaRPr>
          </a:p>
        </p:txBody>
      </p:sp>
      <p:sp>
        <p:nvSpPr>
          <p:cNvPr id="2" name="Content Placeholder 1">
            <a:extLst>
              <a:ext uri="{FF2B5EF4-FFF2-40B4-BE49-F238E27FC236}">
                <a16:creationId xmlns:a16="http://schemas.microsoft.com/office/drawing/2014/main" id="{C96CF343-7951-276A-67A5-A02FFE06E35B}"/>
              </a:ext>
            </a:extLst>
          </p:cNvPr>
          <p:cNvSpPr>
            <a:spLocks noGrp="1"/>
          </p:cNvSpPr>
          <p:nvPr>
            <p:ph idx="1"/>
          </p:nvPr>
        </p:nvSpPr>
        <p:spPr>
          <a:xfrm>
            <a:off x="359570" y="1706459"/>
            <a:ext cx="8424863" cy="3294000"/>
          </a:xfrm>
        </p:spPr>
        <p:txBody>
          <a:bodyPr/>
          <a:lstStyle/>
          <a:p>
            <a:endParaRPr lang="zh-CN" altLang="en-US"/>
          </a:p>
        </p:txBody>
      </p:sp>
      <p:graphicFrame>
        <p:nvGraphicFramePr>
          <p:cNvPr id="6" name="表格 2">
            <a:extLst>
              <a:ext uri="{FF2B5EF4-FFF2-40B4-BE49-F238E27FC236}">
                <a16:creationId xmlns:a16="http://schemas.microsoft.com/office/drawing/2014/main" id="{1E78441F-3562-4376-B187-C0527AC95E71}"/>
              </a:ext>
            </a:extLst>
          </p:cNvPr>
          <p:cNvGraphicFramePr>
            <a:graphicFrameLocks noGrp="1"/>
          </p:cNvGraphicFramePr>
          <p:nvPr/>
        </p:nvGraphicFramePr>
        <p:xfrm>
          <a:off x="-22185" y="631140"/>
          <a:ext cx="9166206" cy="4470049"/>
        </p:xfrm>
        <a:graphic>
          <a:graphicData uri="http://schemas.openxmlformats.org/drawingml/2006/table">
            <a:tbl>
              <a:tblPr>
                <a:tableStyleId>{5C22544A-7EE6-4342-B048-85BDC9FD1C3A}</a:tableStyleId>
              </a:tblPr>
              <a:tblGrid>
                <a:gridCol w="218243">
                  <a:extLst>
                    <a:ext uri="{9D8B030D-6E8A-4147-A177-3AD203B41FA5}">
                      <a16:colId xmlns:a16="http://schemas.microsoft.com/office/drawing/2014/main" val="2950056059"/>
                    </a:ext>
                  </a:extLst>
                </a:gridCol>
                <a:gridCol w="218243">
                  <a:extLst>
                    <a:ext uri="{9D8B030D-6E8A-4147-A177-3AD203B41FA5}">
                      <a16:colId xmlns:a16="http://schemas.microsoft.com/office/drawing/2014/main" val="3084666172"/>
                    </a:ext>
                  </a:extLst>
                </a:gridCol>
                <a:gridCol w="218243">
                  <a:extLst>
                    <a:ext uri="{9D8B030D-6E8A-4147-A177-3AD203B41FA5}">
                      <a16:colId xmlns:a16="http://schemas.microsoft.com/office/drawing/2014/main" val="1549469629"/>
                    </a:ext>
                  </a:extLst>
                </a:gridCol>
                <a:gridCol w="218243">
                  <a:extLst>
                    <a:ext uri="{9D8B030D-6E8A-4147-A177-3AD203B41FA5}">
                      <a16:colId xmlns:a16="http://schemas.microsoft.com/office/drawing/2014/main" val="4060531014"/>
                    </a:ext>
                  </a:extLst>
                </a:gridCol>
                <a:gridCol w="218243">
                  <a:extLst>
                    <a:ext uri="{9D8B030D-6E8A-4147-A177-3AD203B41FA5}">
                      <a16:colId xmlns:a16="http://schemas.microsoft.com/office/drawing/2014/main" val="585184583"/>
                    </a:ext>
                  </a:extLst>
                </a:gridCol>
                <a:gridCol w="218243">
                  <a:extLst>
                    <a:ext uri="{9D8B030D-6E8A-4147-A177-3AD203B41FA5}">
                      <a16:colId xmlns:a16="http://schemas.microsoft.com/office/drawing/2014/main" val="3587203034"/>
                    </a:ext>
                  </a:extLst>
                </a:gridCol>
                <a:gridCol w="218243">
                  <a:extLst>
                    <a:ext uri="{9D8B030D-6E8A-4147-A177-3AD203B41FA5}">
                      <a16:colId xmlns:a16="http://schemas.microsoft.com/office/drawing/2014/main" val="2102165475"/>
                    </a:ext>
                  </a:extLst>
                </a:gridCol>
                <a:gridCol w="218243">
                  <a:extLst>
                    <a:ext uri="{9D8B030D-6E8A-4147-A177-3AD203B41FA5}">
                      <a16:colId xmlns:a16="http://schemas.microsoft.com/office/drawing/2014/main" val="526853529"/>
                    </a:ext>
                  </a:extLst>
                </a:gridCol>
                <a:gridCol w="218243">
                  <a:extLst>
                    <a:ext uri="{9D8B030D-6E8A-4147-A177-3AD203B41FA5}">
                      <a16:colId xmlns:a16="http://schemas.microsoft.com/office/drawing/2014/main" val="1658044523"/>
                    </a:ext>
                  </a:extLst>
                </a:gridCol>
                <a:gridCol w="218243">
                  <a:extLst>
                    <a:ext uri="{9D8B030D-6E8A-4147-A177-3AD203B41FA5}">
                      <a16:colId xmlns:a16="http://schemas.microsoft.com/office/drawing/2014/main" val="2319808770"/>
                    </a:ext>
                  </a:extLst>
                </a:gridCol>
                <a:gridCol w="218243">
                  <a:extLst>
                    <a:ext uri="{9D8B030D-6E8A-4147-A177-3AD203B41FA5}">
                      <a16:colId xmlns:a16="http://schemas.microsoft.com/office/drawing/2014/main" val="881077524"/>
                    </a:ext>
                  </a:extLst>
                </a:gridCol>
                <a:gridCol w="218243">
                  <a:extLst>
                    <a:ext uri="{9D8B030D-6E8A-4147-A177-3AD203B41FA5}">
                      <a16:colId xmlns:a16="http://schemas.microsoft.com/office/drawing/2014/main" val="536425742"/>
                    </a:ext>
                  </a:extLst>
                </a:gridCol>
                <a:gridCol w="218243">
                  <a:extLst>
                    <a:ext uri="{9D8B030D-6E8A-4147-A177-3AD203B41FA5}">
                      <a16:colId xmlns:a16="http://schemas.microsoft.com/office/drawing/2014/main" val="2923774769"/>
                    </a:ext>
                  </a:extLst>
                </a:gridCol>
                <a:gridCol w="218243">
                  <a:extLst>
                    <a:ext uri="{9D8B030D-6E8A-4147-A177-3AD203B41FA5}">
                      <a16:colId xmlns:a16="http://schemas.microsoft.com/office/drawing/2014/main" val="1059791204"/>
                    </a:ext>
                  </a:extLst>
                </a:gridCol>
                <a:gridCol w="218243">
                  <a:extLst>
                    <a:ext uri="{9D8B030D-6E8A-4147-A177-3AD203B41FA5}">
                      <a16:colId xmlns:a16="http://schemas.microsoft.com/office/drawing/2014/main" val="1588885341"/>
                    </a:ext>
                  </a:extLst>
                </a:gridCol>
                <a:gridCol w="218243">
                  <a:extLst>
                    <a:ext uri="{9D8B030D-6E8A-4147-A177-3AD203B41FA5}">
                      <a16:colId xmlns:a16="http://schemas.microsoft.com/office/drawing/2014/main" val="2289369256"/>
                    </a:ext>
                  </a:extLst>
                </a:gridCol>
                <a:gridCol w="218243">
                  <a:extLst>
                    <a:ext uri="{9D8B030D-6E8A-4147-A177-3AD203B41FA5}">
                      <a16:colId xmlns:a16="http://schemas.microsoft.com/office/drawing/2014/main" val="3097930585"/>
                    </a:ext>
                  </a:extLst>
                </a:gridCol>
                <a:gridCol w="218243">
                  <a:extLst>
                    <a:ext uri="{9D8B030D-6E8A-4147-A177-3AD203B41FA5}">
                      <a16:colId xmlns:a16="http://schemas.microsoft.com/office/drawing/2014/main" val="863914226"/>
                    </a:ext>
                  </a:extLst>
                </a:gridCol>
                <a:gridCol w="218243">
                  <a:extLst>
                    <a:ext uri="{9D8B030D-6E8A-4147-A177-3AD203B41FA5}">
                      <a16:colId xmlns:a16="http://schemas.microsoft.com/office/drawing/2014/main" val="2382749158"/>
                    </a:ext>
                  </a:extLst>
                </a:gridCol>
                <a:gridCol w="218243">
                  <a:extLst>
                    <a:ext uri="{9D8B030D-6E8A-4147-A177-3AD203B41FA5}">
                      <a16:colId xmlns:a16="http://schemas.microsoft.com/office/drawing/2014/main" val="552941157"/>
                    </a:ext>
                  </a:extLst>
                </a:gridCol>
                <a:gridCol w="218243">
                  <a:extLst>
                    <a:ext uri="{9D8B030D-6E8A-4147-A177-3AD203B41FA5}">
                      <a16:colId xmlns:a16="http://schemas.microsoft.com/office/drawing/2014/main" val="3691448304"/>
                    </a:ext>
                  </a:extLst>
                </a:gridCol>
                <a:gridCol w="218243">
                  <a:extLst>
                    <a:ext uri="{9D8B030D-6E8A-4147-A177-3AD203B41FA5}">
                      <a16:colId xmlns:a16="http://schemas.microsoft.com/office/drawing/2014/main" val="3910297845"/>
                    </a:ext>
                  </a:extLst>
                </a:gridCol>
                <a:gridCol w="218243">
                  <a:extLst>
                    <a:ext uri="{9D8B030D-6E8A-4147-A177-3AD203B41FA5}">
                      <a16:colId xmlns:a16="http://schemas.microsoft.com/office/drawing/2014/main" val="1827860218"/>
                    </a:ext>
                  </a:extLst>
                </a:gridCol>
                <a:gridCol w="218243">
                  <a:extLst>
                    <a:ext uri="{9D8B030D-6E8A-4147-A177-3AD203B41FA5}">
                      <a16:colId xmlns:a16="http://schemas.microsoft.com/office/drawing/2014/main" val="2289299273"/>
                    </a:ext>
                  </a:extLst>
                </a:gridCol>
                <a:gridCol w="218243">
                  <a:extLst>
                    <a:ext uri="{9D8B030D-6E8A-4147-A177-3AD203B41FA5}">
                      <a16:colId xmlns:a16="http://schemas.microsoft.com/office/drawing/2014/main" val="4047530833"/>
                    </a:ext>
                  </a:extLst>
                </a:gridCol>
                <a:gridCol w="218243">
                  <a:extLst>
                    <a:ext uri="{9D8B030D-6E8A-4147-A177-3AD203B41FA5}">
                      <a16:colId xmlns:a16="http://schemas.microsoft.com/office/drawing/2014/main" val="3521495359"/>
                    </a:ext>
                  </a:extLst>
                </a:gridCol>
                <a:gridCol w="218243">
                  <a:extLst>
                    <a:ext uri="{9D8B030D-6E8A-4147-A177-3AD203B41FA5}">
                      <a16:colId xmlns:a16="http://schemas.microsoft.com/office/drawing/2014/main" val="3213524229"/>
                    </a:ext>
                  </a:extLst>
                </a:gridCol>
                <a:gridCol w="218243">
                  <a:extLst>
                    <a:ext uri="{9D8B030D-6E8A-4147-A177-3AD203B41FA5}">
                      <a16:colId xmlns:a16="http://schemas.microsoft.com/office/drawing/2014/main" val="4024996900"/>
                    </a:ext>
                  </a:extLst>
                </a:gridCol>
                <a:gridCol w="218243">
                  <a:extLst>
                    <a:ext uri="{9D8B030D-6E8A-4147-A177-3AD203B41FA5}">
                      <a16:colId xmlns:a16="http://schemas.microsoft.com/office/drawing/2014/main" val="1320141164"/>
                    </a:ext>
                  </a:extLst>
                </a:gridCol>
                <a:gridCol w="218243">
                  <a:extLst>
                    <a:ext uri="{9D8B030D-6E8A-4147-A177-3AD203B41FA5}">
                      <a16:colId xmlns:a16="http://schemas.microsoft.com/office/drawing/2014/main" val="83303545"/>
                    </a:ext>
                  </a:extLst>
                </a:gridCol>
                <a:gridCol w="218243">
                  <a:extLst>
                    <a:ext uri="{9D8B030D-6E8A-4147-A177-3AD203B41FA5}">
                      <a16:colId xmlns:a16="http://schemas.microsoft.com/office/drawing/2014/main" val="4167603525"/>
                    </a:ext>
                  </a:extLst>
                </a:gridCol>
                <a:gridCol w="218243">
                  <a:extLst>
                    <a:ext uri="{9D8B030D-6E8A-4147-A177-3AD203B41FA5}">
                      <a16:colId xmlns:a16="http://schemas.microsoft.com/office/drawing/2014/main" val="3690434303"/>
                    </a:ext>
                  </a:extLst>
                </a:gridCol>
                <a:gridCol w="218243">
                  <a:extLst>
                    <a:ext uri="{9D8B030D-6E8A-4147-A177-3AD203B41FA5}">
                      <a16:colId xmlns:a16="http://schemas.microsoft.com/office/drawing/2014/main" val="196996162"/>
                    </a:ext>
                  </a:extLst>
                </a:gridCol>
                <a:gridCol w="218243">
                  <a:extLst>
                    <a:ext uri="{9D8B030D-6E8A-4147-A177-3AD203B41FA5}">
                      <a16:colId xmlns:a16="http://schemas.microsoft.com/office/drawing/2014/main" val="878093213"/>
                    </a:ext>
                  </a:extLst>
                </a:gridCol>
                <a:gridCol w="218243">
                  <a:extLst>
                    <a:ext uri="{9D8B030D-6E8A-4147-A177-3AD203B41FA5}">
                      <a16:colId xmlns:a16="http://schemas.microsoft.com/office/drawing/2014/main" val="1713888735"/>
                    </a:ext>
                  </a:extLst>
                </a:gridCol>
                <a:gridCol w="218243">
                  <a:extLst>
                    <a:ext uri="{9D8B030D-6E8A-4147-A177-3AD203B41FA5}">
                      <a16:colId xmlns:a16="http://schemas.microsoft.com/office/drawing/2014/main" val="2697647971"/>
                    </a:ext>
                  </a:extLst>
                </a:gridCol>
                <a:gridCol w="218243">
                  <a:extLst>
                    <a:ext uri="{9D8B030D-6E8A-4147-A177-3AD203B41FA5}">
                      <a16:colId xmlns:a16="http://schemas.microsoft.com/office/drawing/2014/main" val="2119375714"/>
                    </a:ext>
                  </a:extLst>
                </a:gridCol>
                <a:gridCol w="218243">
                  <a:extLst>
                    <a:ext uri="{9D8B030D-6E8A-4147-A177-3AD203B41FA5}">
                      <a16:colId xmlns:a16="http://schemas.microsoft.com/office/drawing/2014/main" val="4005378296"/>
                    </a:ext>
                  </a:extLst>
                </a:gridCol>
                <a:gridCol w="218243">
                  <a:extLst>
                    <a:ext uri="{9D8B030D-6E8A-4147-A177-3AD203B41FA5}">
                      <a16:colId xmlns:a16="http://schemas.microsoft.com/office/drawing/2014/main" val="2737014111"/>
                    </a:ext>
                  </a:extLst>
                </a:gridCol>
                <a:gridCol w="218243">
                  <a:extLst>
                    <a:ext uri="{9D8B030D-6E8A-4147-A177-3AD203B41FA5}">
                      <a16:colId xmlns:a16="http://schemas.microsoft.com/office/drawing/2014/main" val="2613707627"/>
                    </a:ext>
                  </a:extLst>
                </a:gridCol>
                <a:gridCol w="218243">
                  <a:extLst>
                    <a:ext uri="{9D8B030D-6E8A-4147-A177-3AD203B41FA5}">
                      <a16:colId xmlns:a16="http://schemas.microsoft.com/office/drawing/2014/main" val="2782382015"/>
                    </a:ext>
                  </a:extLst>
                </a:gridCol>
                <a:gridCol w="218243">
                  <a:extLst>
                    <a:ext uri="{9D8B030D-6E8A-4147-A177-3AD203B41FA5}">
                      <a16:colId xmlns:a16="http://schemas.microsoft.com/office/drawing/2014/main" val="1745967868"/>
                    </a:ext>
                  </a:extLst>
                </a:gridCol>
              </a:tblGrid>
              <a:tr h="270583">
                <a:tc gridSpan="8">
                  <a:txBody>
                    <a:bodyPr/>
                    <a:lstStyle/>
                    <a:p>
                      <a:pPr algn="ctr" fontAlgn="ctr"/>
                      <a:r>
                        <a:rPr lang="en-US" sz="1000" b="1" i="0" u="none" strike="noStrike">
                          <a:solidFill>
                            <a:srgbClr val="000000"/>
                          </a:solidFill>
                          <a:effectLst/>
                          <a:latin typeface="+mj-lt"/>
                        </a:rPr>
                        <a:t>2025</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r>
                        <a:rPr lang="en-US" sz="1300" b="1" i="0" u="none" strike="noStrike">
                          <a:solidFill>
                            <a:srgbClr val="000000"/>
                          </a:solidFill>
                          <a:effectLst/>
                          <a:latin typeface="+mj-lt"/>
                        </a:rPr>
                        <a:t>2025</a:t>
                      </a: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2">
                  <a:txBody>
                    <a:bodyPr/>
                    <a:lstStyle/>
                    <a:p>
                      <a:pPr algn="ctr" fontAlgn="ctr"/>
                      <a:r>
                        <a:rPr lang="en-US" sz="1000" b="1" i="0" u="none" strike="noStrike">
                          <a:solidFill>
                            <a:srgbClr val="000000"/>
                          </a:solidFill>
                          <a:effectLst/>
                          <a:latin typeface="+mj-lt"/>
                        </a:rPr>
                        <a:t>2026</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2">
                  <a:txBody>
                    <a:bodyPr/>
                    <a:lstStyle/>
                    <a:p>
                      <a:pPr algn="ctr" fontAlgn="ctr"/>
                      <a:r>
                        <a:rPr lang="en-US" sz="1000" b="1" i="0" u="none" strike="noStrike">
                          <a:solidFill>
                            <a:srgbClr val="000000"/>
                          </a:solidFill>
                          <a:effectLst/>
                          <a:latin typeface="+mj-lt"/>
                        </a:rPr>
                        <a:t>2027</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gridSpan="10">
                  <a:txBody>
                    <a:bodyPr/>
                    <a:lstStyle/>
                    <a:p>
                      <a:pPr algn="ctr" fontAlgn="ctr"/>
                      <a:r>
                        <a:rPr lang="en-US" sz="1000" b="1" i="0" u="none" strike="noStrike">
                          <a:solidFill>
                            <a:srgbClr val="000000"/>
                          </a:solidFill>
                          <a:effectLst/>
                          <a:latin typeface="+mj-lt"/>
                        </a:rPr>
                        <a:t>2028</a:t>
                      </a:r>
                    </a:p>
                  </a:txBody>
                  <a:tcPr marL="9525" marR="9525" marT="9525"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tc hMerge="1">
                  <a:txBody>
                    <a:bodyPr/>
                    <a:lstStyle/>
                    <a:p>
                      <a:pPr algn="ctr" fontAlgn="ctr"/>
                      <a:endParaRPr lang="en-US" sz="1300" b="1" i="0" u="none" strike="noStrike">
                        <a:solidFill>
                          <a:srgbClr val="000000"/>
                        </a:solidFill>
                        <a:effectLst/>
                        <a:latin typeface="+mj-lt"/>
                      </a:endParaRPr>
                    </a:p>
                  </a:txBody>
                  <a:tcPr marL="12700" marR="12700" marT="12700" marB="0" anchor="ctr">
                    <a:solidFill>
                      <a:srgbClr val="92D050"/>
                    </a:solidFill>
                  </a:tcPr>
                </a:tc>
                <a:extLst>
                  <a:ext uri="{0D108BD9-81ED-4DB2-BD59-A6C34878D82A}">
                    <a16:rowId xmlns:a16="http://schemas.microsoft.com/office/drawing/2014/main" val="1869287711"/>
                  </a:ext>
                </a:extLst>
              </a:tr>
              <a:tr h="270583">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u="none" strike="noStrike">
                          <a:effectLst/>
                          <a:latin typeface="+mj-lt"/>
                        </a:rPr>
                        <a:t>9</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10</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3</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u="none" strike="noStrike">
                          <a:effectLst/>
                          <a:latin typeface="+mj-lt"/>
                        </a:rPr>
                        <a:t>7</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8</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9</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10</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1</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2</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u="none" strike="noStrike">
                          <a:effectLst/>
                          <a:latin typeface="+mj-lt"/>
                        </a:rPr>
                        <a:t>3</a:t>
                      </a:r>
                      <a:endParaRPr lang="en-US" sz="1000" b="1" i="0" u="none" strike="noStrike">
                        <a:solidFill>
                          <a:srgbClr val="000000"/>
                        </a:solidFill>
                        <a:effectLst/>
                        <a:latin typeface="+mj-lt"/>
                      </a:endParaRP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9</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10</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11</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12</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2</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3</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4</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5</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6</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7</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8</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9</a:t>
                      </a:r>
                    </a:p>
                  </a:txBody>
                  <a:tcPr marL="9525" marR="9525" marT="9525" marB="0" anchor="ctr">
                    <a:solidFill>
                      <a:srgbClr val="92D050"/>
                    </a:solidFill>
                  </a:tcPr>
                </a:tc>
                <a:tc>
                  <a:txBody>
                    <a:bodyPr/>
                    <a:lstStyle/>
                    <a:p>
                      <a:pPr algn="ctr" fontAlgn="ctr"/>
                      <a:r>
                        <a:rPr lang="en-US" sz="1000" b="1" i="0" u="none" strike="noStrike">
                          <a:solidFill>
                            <a:srgbClr val="000000"/>
                          </a:solidFill>
                          <a:effectLst/>
                          <a:latin typeface="+mj-lt"/>
                        </a:rPr>
                        <a:t>10</a:t>
                      </a:r>
                    </a:p>
                  </a:txBody>
                  <a:tcPr marL="9525" marR="9525" marT="9525" marB="0" anchor="ctr">
                    <a:solidFill>
                      <a:srgbClr val="92D050"/>
                    </a:solidFill>
                  </a:tcPr>
                </a:tc>
                <a:extLst>
                  <a:ext uri="{0D108BD9-81ED-4DB2-BD59-A6C34878D82A}">
                    <a16:rowId xmlns:a16="http://schemas.microsoft.com/office/drawing/2014/main" val="2034342042"/>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257589860"/>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67215884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2805462270"/>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791589082"/>
                  </a:ext>
                </a:extLst>
              </a:tr>
              <a:tr h="295845">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6982755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474461828"/>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213139735"/>
                  </a:ext>
                </a:extLst>
              </a:tr>
              <a:tr h="386042">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333527397"/>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719719222"/>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71489465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200485499"/>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98790313"/>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1923163066"/>
                  </a:ext>
                </a:extLst>
              </a:tr>
              <a:tr h="270583">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tc>
                  <a:txBody>
                    <a:bodyPr/>
                    <a:lstStyle/>
                    <a:p>
                      <a:pPr algn="l" fontAlgn="b"/>
                      <a:endParaRPr lang="en-US" sz="1000" b="0" i="0" u="none" strike="noStrike">
                        <a:solidFill>
                          <a:srgbClr val="000000"/>
                        </a:solidFill>
                        <a:effectLst/>
                        <a:latin typeface="+mj-lt"/>
                      </a:endParaRPr>
                    </a:p>
                  </a:txBody>
                  <a:tcPr marL="9525" marR="9525" marT="9525" marB="0" anchor="b"/>
                </a:tc>
                <a:extLst>
                  <a:ext uri="{0D108BD9-81ED-4DB2-BD59-A6C34878D82A}">
                    <a16:rowId xmlns:a16="http://schemas.microsoft.com/office/drawing/2014/main" val="3008781090"/>
                  </a:ext>
                </a:extLst>
              </a:tr>
            </a:tbl>
          </a:graphicData>
        </a:graphic>
      </p:graphicFrame>
      <p:sp>
        <p:nvSpPr>
          <p:cNvPr id="46" name="Rectangle 45">
            <a:extLst>
              <a:ext uri="{FF2B5EF4-FFF2-40B4-BE49-F238E27FC236}">
                <a16:creationId xmlns:a16="http://schemas.microsoft.com/office/drawing/2014/main" id="{04F251CA-14B8-4B88-8C7F-EB50EAE2BC2E}"/>
              </a:ext>
            </a:extLst>
          </p:cNvPr>
          <p:cNvSpPr/>
          <p:nvPr/>
        </p:nvSpPr>
        <p:spPr>
          <a:xfrm>
            <a:off x="3803495" y="1440368"/>
            <a:ext cx="5081883"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r>
              <a:rPr lang="en-US" altLang="zh-CN" sz="1050">
                <a:solidFill>
                  <a:srgbClr val="000000"/>
                </a:solidFill>
                <a:latin typeface="BISansOpti"/>
              </a:rPr>
              <a:t>Ph2b recruitment</a:t>
            </a:r>
            <a:endParaRPr lang="zh-CN" altLang="en-US" sz="1050">
              <a:solidFill>
                <a:srgbClr val="000000"/>
              </a:solidFill>
              <a:latin typeface="BISansOpti"/>
            </a:endParaRPr>
          </a:p>
        </p:txBody>
      </p:sp>
      <p:sp>
        <p:nvSpPr>
          <p:cNvPr id="3" name="Isosceles Triangle 2">
            <a:extLst>
              <a:ext uri="{FF2B5EF4-FFF2-40B4-BE49-F238E27FC236}">
                <a16:creationId xmlns:a16="http://schemas.microsoft.com/office/drawing/2014/main" id="{BC42C8AF-30E8-C4E2-2D57-C40CAFD57331}"/>
              </a:ext>
            </a:extLst>
          </p:cNvPr>
          <p:cNvSpPr/>
          <p:nvPr/>
        </p:nvSpPr>
        <p:spPr>
          <a:xfrm>
            <a:off x="2933627" y="1520517"/>
            <a:ext cx="92539" cy="91791"/>
          </a:xfrm>
          <a:prstGeom prst="triangle">
            <a:avLst/>
          </a:prstGeom>
          <a:solidFill>
            <a:srgbClr val="3366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zh-CN" altLang="en-US" sz="1400" err="1">
              <a:solidFill>
                <a:srgbClr val="000000"/>
              </a:solidFill>
              <a:latin typeface="BISansOpti"/>
            </a:endParaRPr>
          </a:p>
        </p:txBody>
      </p:sp>
      <p:sp>
        <p:nvSpPr>
          <p:cNvPr id="20" name="Rechteck 85">
            <a:extLst>
              <a:ext uri="{FF2B5EF4-FFF2-40B4-BE49-F238E27FC236}">
                <a16:creationId xmlns:a16="http://schemas.microsoft.com/office/drawing/2014/main" id="{AAACEFA5-C068-EFD2-2B29-951E4D0E8679}"/>
              </a:ext>
            </a:extLst>
          </p:cNvPr>
          <p:cNvSpPr/>
          <p:nvPr/>
        </p:nvSpPr>
        <p:spPr>
          <a:xfrm>
            <a:off x="3448689" y="1188448"/>
            <a:ext cx="635982" cy="297517"/>
          </a:xfrm>
          <a:prstGeom prst="rect">
            <a:avLst/>
          </a:prstGeom>
        </p:spPr>
        <p:txBody>
          <a:bodyPr wrap="square">
            <a:spAutoFit/>
          </a:bodyPr>
          <a:lstStyle/>
          <a:p>
            <a:pPr algn="ctr" defTabSz="914333">
              <a:lnSpc>
                <a:spcPts val="800"/>
              </a:lnSpc>
              <a:defRPr/>
            </a:pPr>
            <a:r>
              <a:rPr lang="en-US" altLang="zh-CN" sz="675" b="1">
                <a:solidFill>
                  <a:srgbClr val="000000"/>
                </a:solidFill>
                <a:latin typeface="BISansOpti"/>
              </a:rPr>
              <a:t>FSS Oct 2026</a:t>
            </a:r>
            <a:endParaRPr lang="en-US" sz="675" b="1">
              <a:solidFill>
                <a:srgbClr val="000000"/>
              </a:solidFill>
              <a:latin typeface="BISansOpti"/>
            </a:endParaRPr>
          </a:p>
        </p:txBody>
      </p:sp>
      <p:cxnSp>
        <p:nvCxnSpPr>
          <p:cNvPr id="180" name="Straight Connector 179">
            <a:extLst>
              <a:ext uri="{FF2B5EF4-FFF2-40B4-BE49-F238E27FC236}">
                <a16:creationId xmlns:a16="http://schemas.microsoft.com/office/drawing/2014/main" id="{BF10FC96-F404-F964-F1C0-49E1C29D5EFC}"/>
              </a:ext>
            </a:extLst>
          </p:cNvPr>
          <p:cNvCxnSpPr/>
          <p:nvPr/>
        </p:nvCxnSpPr>
        <p:spPr>
          <a:xfrm>
            <a:off x="117308" y="1737096"/>
            <a:ext cx="8970904"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Rechteck 85">
            <a:extLst>
              <a:ext uri="{FF2B5EF4-FFF2-40B4-BE49-F238E27FC236}">
                <a16:creationId xmlns:a16="http://schemas.microsoft.com/office/drawing/2014/main" id="{9D7892B1-FD06-7F59-B38D-8C1BA63E60B3}"/>
              </a:ext>
            </a:extLst>
          </p:cNvPr>
          <p:cNvSpPr/>
          <p:nvPr/>
        </p:nvSpPr>
        <p:spPr>
          <a:xfrm>
            <a:off x="2502607" y="1177645"/>
            <a:ext cx="981536" cy="274434"/>
          </a:xfrm>
          <a:prstGeom prst="rect">
            <a:avLst/>
          </a:prstGeom>
        </p:spPr>
        <p:txBody>
          <a:bodyPr wrap="square" lIns="68580" tIns="34290" rIns="68580" bIns="34290" anchor="t">
            <a:spAutoFit/>
          </a:bodyPr>
          <a:lstStyle/>
          <a:p>
            <a:pPr algn="ctr" defTabSz="914333">
              <a:lnSpc>
                <a:spcPts val="800"/>
              </a:lnSpc>
              <a:defRPr/>
            </a:pPr>
            <a:r>
              <a:rPr lang="en-US" altLang="zh-CN" sz="675" b="1">
                <a:solidFill>
                  <a:srgbClr val="000000"/>
                </a:solidFill>
                <a:latin typeface="BISansOpti"/>
              </a:rPr>
              <a:t>CTA submission </a:t>
            </a:r>
          </a:p>
          <a:p>
            <a:pPr algn="ctr" defTabSz="914333">
              <a:lnSpc>
                <a:spcPts val="800"/>
              </a:lnSpc>
              <a:defRPr/>
            </a:pPr>
            <a:r>
              <a:rPr lang="en-US" altLang="zh-CN" sz="675" b="1">
                <a:solidFill>
                  <a:srgbClr val="000000"/>
                </a:solidFill>
                <a:latin typeface="BISansOpti"/>
              </a:rPr>
              <a:t>Jun 2025</a:t>
            </a:r>
            <a:endParaRPr lang="en-US" sz="675" b="1">
              <a:solidFill>
                <a:srgbClr val="000000"/>
              </a:solidFill>
              <a:latin typeface="BISansOpti"/>
            </a:endParaRPr>
          </a:p>
        </p:txBody>
      </p:sp>
      <p:sp>
        <p:nvSpPr>
          <p:cNvPr id="16" name="Rectangle 15">
            <a:extLst>
              <a:ext uri="{FF2B5EF4-FFF2-40B4-BE49-F238E27FC236}">
                <a16:creationId xmlns:a16="http://schemas.microsoft.com/office/drawing/2014/main" id="{39E7EC60-2F9F-D3E2-6457-FC3CFBD2ACE3}"/>
              </a:ext>
            </a:extLst>
          </p:cNvPr>
          <p:cNvSpPr/>
          <p:nvPr/>
        </p:nvSpPr>
        <p:spPr>
          <a:xfrm>
            <a:off x="2994336" y="3337595"/>
            <a:ext cx="657694" cy="274320"/>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67" eaLnBrk="0" fontAlgn="base" hangingPunct="0">
              <a:spcBef>
                <a:spcPct val="0"/>
              </a:spcBef>
              <a:spcAft>
                <a:spcPct val="0"/>
              </a:spcAft>
              <a:defRPr/>
            </a:pPr>
            <a:r>
              <a:rPr lang="en-US" altLang="zh-CN" sz="600" b="1">
                <a:solidFill>
                  <a:srgbClr val="000000"/>
                </a:solidFill>
                <a:latin typeface="BISansCond"/>
              </a:rPr>
              <a:t>PK sample export (2m)+analysis 1m</a:t>
            </a:r>
            <a:endParaRPr lang="zh-CN" altLang="en-US" sz="600" b="1">
              <a:solidFill>
                <a:srgbClr val="000000"/>
              </a:solidFill>
              <a:latin typeface="BISansCond"/>
            </a:endParaRPr>
          </a:p>
        </p:txBody>
      </p:sp>
      <p:sp>
        <p:nvSpPr>
          <p:cNvPr id="45" name="Isosceles Triangle 44">
            <a:extLst>
              <a:ext uri="{FF2B5EF4-FFF2-40B4-BE49-F238E27FC236}">
                <a16:creationId xmlns:a16="http://schemas.microsoft.com/office/drawing/2014/main" id="{9A201E60-89EA-0CAA-A8C3-54AD00C1916C}"/>
              </a:ext>
            </a:extLst>
          </p:cNvPr>
          <p:cNvSpPr/>
          <p:nvPr/>
        </p:nvSpPr>
        <p:spPr>
          <a:xfrm>
            <a:off x="-9903" y="3835353"/>
            <a:ext cx="92539" cy="91791"/>
          </a:xfrm>
          <a:prstGeom prst="triangle">
            <a:avLst/>
          </a:prstGeom>
          <a:solidFill>
            <a:srgbClr val="3366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zh-CN" altLang="en-US" sz="1400" err="1">
              <a:solidFill>
                <a:srgbClr val="000000"/>
              </a:solidFill>
              <a:latin typeface="BISansOpti"/>
            </a:endParaRPr>
          </a:p>
        </p:txBody>
      </p:sp>
      <p:sp>
        <p:nvSpPr>
          <p:cNvPr id="47" name="Rechteck 85">
            <a:extLst>
              <a:ext uri="{FF2B5EF4-FFF2-40B4-BE49-F238E27FC236}">
                <a16:creationId xmlns:a16="http://schemas.microsoft.com/office/drawing/2014/main" id="{F026C060-8DF2-B58F-B65B-1E0B5D57E7BC}"/>
              </a:ext>
            </a:extLst>
          </p:cNvPr>
          <p:cNvSpPr/>
          <p:nvPr/>
        </p:nvSpPr>
        <p:spPr>
          <a:xfrm>
            <a:off x="1933975" y="2551472"/>
            <a:ext cx="981536" cy="400110"/>
          </a:xfrm>
          <a:prstGeom prst="rect">
            <a:avLst/>
          </a:prstGeom>
        </p:spPr>
        <p:txBody>
          <a:bodyPr wrap="square">
            <a:spAutoFit/>
          </a:bodyPr>
          <a:lstStyle/>
          <a:p>
            <a:pPr algn="ctr" defTabSz="914333">
              <a:lnSpc>
                <a:spcPts val="800"/>
              </a:lnSpc>
              <a:defRPr/>
            </a:pPr>
            <a:r>
              <a:rPr lang="en-US" altLang="zh-CN" sz="675" b="1">
                <a:solidFill>
                  <a:srgbClr val="000000"/>
                </a:solidFill>
                <a:latin typeface="BISansOpti"/>
              </a:rPr>
              <a:t>Chinese cohort initiation </a:t>
            </a:r>
          </a:p>
          <a:p>
            <a:pPr algn="ctr" defTabSz="914333">
              <a:lnSpc>
                <a:spcPts val="800"/>
              </a:lnSpc>
              <a:defRPr/>
            </a:pPr>
            <a:r>
              <a:rPr lang="en-US" altLang="zh-CN" sz="675" b="1">
                <a:solidFill>
                  <a:srgbClr val="000000"/>
                </a:solidFill>
                <a:latin typeface="BISansOpti"/>
              </a:rPr>
              <a:t>Mar 2026</a:t>
            </a:r>
            <a:endParaRPr lang="en-US" sz="675" b="1">
              <a:solidFill>
                <a:srgbClr val="000000"/>
              </a:solidFill>
              <a:latin typeface="BISansOpti"/>
            </a:endParaRPr>
          </a:p>
        </p:txBody>
      </p:sp>
      <p:pic>
        <p:nvPicPr>
          <p:cNvPr id="53" name="Picture 52">
            <a:extLst>
              <a:ext uri="{FF2B5EF4-FFF2-40B4-BE49-F238E27FC236}">
                <a16:creationId xmlns:a16="http://schemas.microsoft.com/office/drawing/2014/main" id="{B06D96FF-BCC3-5243-D91D-7E8DD20C9EA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0887" y="1083643"/>
            <a:ext cx="853514" cy="420660"/>
          </a:xfrm>
          <a:prstGeom prst="rect">
            <a:avLst/>
          </a:prstGeom>
        </p:spPr>
      </p:pic>
      <p:pic>
        <p:nvPicPr>
          <p:cNvPr id="54" name="Picture 53">
            <a:extLst>
              <a:ext uri="{FF2B5EF4-FFF2-40B4-BE49-F238E27FC236}">
                <a16:creationId xmlns:a16="http://schemas.microsoft.com/office/drawing/2014/main" id="{0923C4B9-F457-BF04-3A05-2F91CAAD94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0887" y="1660343"/>
            <a:ext cx="853514" cy="420660"/>
          </a:xfrm>
          <a:prstGeom prst="rect">
            <a:avLst/>
          </a:prstGeom>
        </p:spPr>
      </p:pic>
      <p:sp>
        <p:nvSpPr>
          <p:cNvPr id="55" name="Rechteck 85">
            <a:extLst>
              <a:ext uri="{FF2B5EF4-FFF2-40B4-BE49-F238E27FC236}">
                <a16:creationId xmlns:a16="http://schemas.microsoft.com/office/drawing/2014/main" id="{0F1784A6-DC27-E753-49A2-2479832F3853}"/>
              </a:ext>
            </a:extLst>
          </p:cNvPr>
          <p:cNvSpPr/>
          <p:nvPr/>
        </p:nvSpPr>
        <p:spPr>
          <a:xfrm>
            <a:off x="1410616" y="3077928"/>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FSS</a:t>
            </a:r>
          </a:p>
          <a:p>
            <a:pPr algn="ctr" defTabSz="914333">
              <a:lnSpc>
                <a:spcPts val="800"/>
              </a:lnSpc>
              <a:defRPr/>
            </a:pPr>
            <a:r>
              <a:rPr lang="en-US" sz="525" b="1">
                <a:solidFill>
                  <a:srgbClr val="000000"/>
                </a:solidFill>
                <a:latin typeface="BISansOpti"/>
              </a:rPr>
              <a:t>Jan 2026</a:t>
            </a:r>
          </a:p>
        </p:txBody>
      </p:sp>
      <p:sp>
        <p:nvSpPr>
          <p:cNvPr id="61" name="矩形 20">
            <a:extLst>
              <a:ext uri="{FF2B5EF4-FFF2-40B4-BE49-F238E27FC236}">
                <a16:creationId xmlns:a16="http://schemas.microsoft.com/office/drawing/2014/main" id="{D1E69803-DAB3-BCB6-E22D-FAE5B9C2ED0F}"/>
              </a:ext>
            </a:extLst>
          </p:cNvPr>
          <p:cNvSpPr/>
          <p:nvPr/>
        </p:nvSpPr>
        <p:spPr>
          <a:xfrm>
            <a:off x="1767793" y="3337595"/>
            <a:ext cx="1258373" cy="274320"/>
          </a:xfrm>
          <a:prstGeom prst="rect">
            <a:avLst/>
          </a:prstGeom>
          <a:solidFill>
            <a:srgbClr val="FFC000"/>
          </a:solidFill>
          <a:ln>
            <a:prstDash val="sysDash"/>
          </a:ln>
        </p:spPr>
        <p:style>
          <a:lnRef idx="1">
            <a:schemeClr val="accent6"/>
          </a:lnRef>
          <a:fillRef idx="2">
            <a:schemeClr val="accent6"/>
          </a:fillRef>
          <a:effectRef idx="1">
            <a:schemeClr val="accent6"/>
          </a:effectRef>
          <a:fontRef idx="minor">
            <a:schemeClr val="dk1"/>
          </a:fontRef>
        </p:style>
        <p:txBody>
          <a:bodyPr lIns="71933" tIns="71933" rIns="71933" bIns="71933" rtlCol="0" anchor="ctr"/>
          <a:lstStyle/>
          <a:p>
            <a:pPr algn="ctr" defTabSz="685766">
              <a:defRPr/>
            </a:pPr>
            <a:r>
              <a:rPr lang="en-US" altLang="zh-CN" sz="825">
                <a:solidFill>
                  <a:srgbClr val="002060"/>
                </a:solidFill>
                <a:latin typeface="BISansOpti"/>
              </a:rPr>
              <a:t>China PK study</a:t>
            </a:r>
            <a:endParaRPr lang="en-US" altLang="zh-CN" sz="825">
              <a:solidFill>
                <a:srgbClr val="000000"/>
              </a:solidFill>
              <a:latin typeface="BISansOpti"/>
            </a:endParaRPr>
          </a:p>
        </p:txBody>
      </p:sp>
      <p:sp>
        <p:nvSpPr>
          <p:cNvPr id="4" name="Rechteck 85">
            <a:extLst>
              <a:ext uri="{FF2B5EF4-FFF2-40B4-BE49-F238E27FC236}">
                <a16:creationId xmlns:a16="http://schemas.microsoft.com/office/drawing/2014/main" id="{AD57C012-BC51-939C-7E18-4CBF74D08CC3}"/>
              </a:ext>
            </a:extLst>
          </p:cNvPr>
          <p:cNvSpPr/>
          <p:nvPr/>
        </p:nvSpPr>
        <p:spPr>
          <a:xfrm>
            <a:off x="2537955" y="3077928"/>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LSC</a:t>
            </a:r>
          </a:p>
          <a:p>
            <a:pPr algn="ctr" defTabSz="914333">
              <a:lnSpc>
                <a:spcPts val="800"/>
              </a:lnSpc>
              <a:defRPr/>
            </a:pPr>
            <a:r>
              <a:rPr lang="en-US" sz="525" b="1">
                <a:solidFill>
                  <a:srgbClr val="000000"/>
                </a:solidFill>
                <a:latin typeface="BISansOpti"/>
              </a:rPr>
              <a:t>Jun 2025</a:t>
            </a:r>
          </a:p>
        </p:txBody>
      </p:sp>
      <p:sp>
        <p:nvSpPr>
          <p:cNvPr id="15" name="Rectangle 14">
            <a:extLst>
              <a:ext uri="{FF2B5EF4-FFF2-40B4-BE49-F238E27FC236}">
                <a16:creationId xmlns:a16="http://schemas.microsoft.com/office/drawing/2014/main" id="{6071E72A-941F-ECF6-4051-6F0BA4159741}"/>
              </a:ext>
            </a:extLst>
          </p:cNvPr>
          <p:cNvSpPr/>
          <p:nvPr/>
        </p:nvSpPr>
        <p:spPr>
          <a:xfrm>
            <a:off x="1770978" y="2080315"/>
            <a:ext cx="1448312" cy="274320"/>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67" eaLnBrk="0" fontAlgn="base" hangingPunct="0">
              <a:spcBef>
                <a:spcPct val="0"/>
              </a:spcBef>
              <a:spcAft>
                <a:spcPct val="0"/>
              </a:spcAft>
              <a:defRPr/>
            </a:pPr>
            <a:r>
              <a:rPr lang="en-US" altLang="zh-CN" sz="788" b="1">
                <a:solidFill>
                  <a:srgbClr val="000000"/>
                </a:solidFill>
                <a:latin typeface="BISansCond"/>
              </a:rPr>
              <a:t>Pan Asian PK</a:t>
            </a:r>
            <a:endParaRPr lang="zh-CN" altLang="en-US" sz="788" b="1">
              <a:solidFill>
                <a:srgbClr val="000000"/>
              </a:solidFill>
              <a:latin typeface="BISansCond"/>
            </a:endParaRPr>
          </a:p>
        </p:txBody>
      </p:sp>
      <p:sp>
        <p:nvSpPr>
          <p:cNvPr id="9" name="Isosceles Triangle 8">
            <a:extLst>
              <a:ext uri="{FF2B5EF4-FFF2-40B4-BE49-F238E27FC236}">
                <a16:creationId xmlns:a16="http://schemas.microsoft.com/office/drawing/2014/main" id="{0C48D4F0-23DD-FF59-7A1B-E7ECD4CE9FD4}"/>
              </a:ext>
            </a:extLst>
          </p:cNvPr>
          <p:cNvSpPr/>
          <p:nvPr/>
        </p:nvSpPr>
        <p:spPr bwMode="gray">
          <a:xfrm>
            <a:off x="3370220" y="2114246"/>
            <a:ext cx="79940" cy="177221"/>
          </a:xfrm>
          <a:prstGeom prst="triangl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200">
              <a:solidFill>
                <a:schemeClr val="tx1"/>
              </a:solidFill>
            </a:endParaRPr>
          </a:p>
        </p:txBody>
      </p:sp>
      <p:sp>
        <p:nvSpPr>
          <p:cNvPr id="10" name="Rechteck 85">
            <a:extLst>
              <a:ext uri="{FF2B5EF4-FFF2-40B4-BE49-F238E27FC236}">
                <a16:creationId xmlns:a16="http://schemas.microsoft.com/office/drawing/2014/main" id="{344F27D9-D58E-E900-BCD8-75DE0FCFB72F}"/>
              </a:ext>
            </a:extLst>
          </p:cNvPr>
          <p:cNvSpPr/>
          <p:nvPr/>
        </p:nvSpPr>
        <p:spPr>
          <a:xfrm>
            <a:off x="2919421" y="2317047"/>
            <a:ext cx="981536" cy="286553"/>
          </a:xfrm>
          <a:prstGeom prst="rect">
            <a:avLst/>
          </a:prstGeom>
        </p:spPr>
        <p:txBody>
          <a:bodyPr wrap="square">
            <a:spAutoFit/>
          </a:bodyPr>
          <a:lstStyle/>
          <a:p>
            <a:pPr algn="ctr" defTabSz="914333">
              <a:lnSpc>
                <a:spcPts val="800"/>
              </a:lnSpc>
              <a:defRPr/>
            </a:pPr>
            <a:r>
              <a:rPr lang="en-US" altLang="zh-CN" sz="525" b="1">
                <a:solidFill>
                  <a:srgbClr val="000000"/>
                </a:solidFill>
                <a:latin typeface="BISansOpti"/>
              </a:rPr>
              <a:t>PK r</a:t>
            </a:r>
            <a:r>
              <a:rPr lang="en-US" altLang="zh-CN" sz="525" b="1" err="1">
                <a:solidFill>
                  <a:srgbClr val="000000"/>
                </a:solidFill>
                <a:latin typeface="BISansOpti"/>
              </a:rPr>
              <a:t>esults</a:t>
            </a:r>
            <a:endParaRPr lang="en-US" altLang="zh-CN" sz="525" b="1">
              <a:solidFill>
                <a:srgbClr val="000000"/>
              </a:solidFill>
              <a:latin typeface="BISansOpti"/>
            </a:endParaRPr>
          </a:p>
          <a:p>
            <a:pPr algn="ctr" defTabSz="914333">
              <a:lnSpc>
                <a:spcPts val="800"/>
              </a:lnSpc>
              <a:defRPr/>
            </a:pPr>
            <a:r>
              <a:rPr lang="en-US" sz="525" b="1">
                <a:solidFill>
                  <a:srgbClr val="000000"/>
                </a:solidFill>
                <a:latin typeface="BISansOpti"/>
              </a:rPr>
              <a:t>Aug 2026</a:t>
            </a:r>
          </a:p>
        </p:txBody>
      </p:sp>
      <p:sp>
        <p:nvSpPr>
          <p:cNvPr id="14" name="Rectangle 13">
            <a:extLst>
              <a:ext uri="{FF2B5EF4-FFF2-40B4-BE49-F238E27FC236}">
                <a16:creationId xmlns:a16="http://schemas.microsoft.com/office/drawing/2014/main" id="{044BE29D-5FA0-8A2E-3436-E7654F212C1D}"/>
              </a:ext>
            </a:extLst>
          </p:cNvPr>
          <p:cNvSpPr/>
          <p:nvPr/>
        </p:nvSpPr>
        <p:spPr>
          <a:xfrm>
            <a:off x="8885378" y="1440368"/>
            <a:ext cx="909594" cy="274320"/>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endParaRPr lang="zh-CN" altLang="en-US" sz="1050">
              <a:solidFill>
                <a:srgbClr val="000000"/>
              </a:solidFill>
              <a:latin typeface="BISansOpti"/>
            </a:endParaRPr>
          </a:p>
        </p:txBody>
      </p:sp>
      <p:sp>
        <p:nvSpPr>
          <p:cNvPr id="17" name="Rechteck 85">
            <a:extLst>
              <a:ext uri="{FF2B5EF4-FFF2-40B4-BE49-F238E27FC236}">
                <a16:creationId xmlns:a16="http://schemas.microsoft.com/office/drawing/2014/main" id="{A8AD568D-7A19-78D4-73B4-49C289AB9A9F}"/>
              </a:ext>
            </a:extLst>
          </p:cNvPr>
          <p:cNvSpPr/>
          <p:nvPr/>
        </p:nvSpPr>
        <p:spPr>
          <a:xfrm>
            <a:off x="8633483" y="1170122"/>
            <a:ext cx="635982" cy="297517"/>
          </a:xfrm>
          <a:prstGeom prst="rect">
            <a:avLst/>
          </a:prstGeom>
        </p:spPr>
        <p:txBody>
          <a:bodyPr wrap="square">
            <a:spAutoFit/>
          </a:bodyPr>
          <a:lstStyle/>
          <a:p>
            <a:pPr algn="ctr" defTabSz="914333">
              <a:lnSpc>
                <a:spcPts val="800"/>
              </a:lnSpc>
              <a:defRPr/>
            </a:pPr>
            <a:r>
              <a:rPr lang="en-US" altLang="zh-CN" sz="675" b="1">
                <a:solidFill>
                  <a:srgbClr val="000000"/>
                </a:solidFill>
                <a:latin typeface="BISansOpti"/>
              </a:rPr>
              <a:t>LSR </a:t>
            </a:r>
          </a:p>
          <a:p>
            <a:pPr algn="ctr" defTabSz="914333">
              <a:lnSpc>
                <a:spcPts val="800"/>
              </a:lnSpc>
              <a:defRPr/>
            </a:pPr>
            <a:r>
              <a:rPr lang="en-US" altLang="zh-CN" sz="675" b="1">
                <a:solidFill>
                  <a:srgbClr val="000000"/>
                </a:solidFill>
                <a:latin typeface="BISansOpti"/>
              </a:rPr>
              <a:t>Sep 2028</a:t>
            </a:r>
            <a:endParaRPr lang="en-US" sz="675" b="1">
              <a:solidFill>
                <a:srgbClr val="000000"/>
              </a:solidFill>
              <a:latin typeface="BISansOpti"/>
            </a:endParaRPr>
          </a:p>
        </p:txBody>
      </p:sp>
      <p:sp>
        <p:nvSpPr>
          <p:cNvPr id="19" name="Rectangle 18">
            <a:extLst>
              <a:ext uri="{FF2B5EF4-FFF2-40B4-BE49-F238E27FC236}">
                <a16:creationId xmlns:a16="http://schemas.microsoft.com/office/drawing/2014/main" id="{FC15CA56-199F-AEE9-D1ED-2558869B3348}"/>
              </a:ext>
            </a:extLst>
          </p:cNvPr>
          <p:cNvSpPr/>
          <p:nvPr/>
        </p:nvSpPr>
        <p:spPr>
          <a:xfrm>
            <a:off x="2273629" y="2376064"/>
            <a:ext cx="945661" cy="158249"/>
          </a:xfrm>
          <a:prstGeom prst="rect">
            <a:avLst/>
          </a:prstGeom>
          <a:pattFill prst="pct50">
            <a:fgClr>
              <a:schemeClr val="accent3">
                <a:lumMod val="90000"/>
              </a:schemeClr>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67" eaLnBrk="0" fontAlgn="base" hangingPunct="0">
              <a:spcBef>
                <a:spcPct val="0"/>
              </a:spcBef>
              <a:spcAft>
                <a:spcPct val="0"/>
              </a:spcAft>
              <a:defRPr/>
            </a:pPr>
            <a:r>
              <a:rPr lang="en-US" altLang="zh-CN" sz="788" b="1">
                <a:solidFill>
                  <a:srgbClr val="000000"/>
                </a:solidFill>
                <a:latin typeface="BISansCond"/>
              </a:rPr>
              <a:t>Pan Asian PK-Chinese cohort</a:t>
            </a:r>
            <a:endParaRPr lang="zh-CN" altLang="en-US" sz="788" b="1">
              <a:solidFill>
                <a:srgbClr val="000000"/>
              </a:solidFill>
              <a:latin typeface="BISansCond"/>
            </a:endParaRPr>
          </a:p>
        </p:txBody>
      </p:sp>
      <p:sp>
        <p:nvSpPr>
          <p:cNvPr id="23" name="Rechteck 85">
            <a:extLst>
              <a:ext uri="{FF2B5EF4-FFF2-40B4-BE49-F238E27FC236}">
                <a16:creationId xmlns:a16="http://schemas.microsoft.com/office/drawing/2014/main" id="{8AEBE941-AA80-7527-BF85-9A582CE3E398}"/>
              </a:ext>
            </a:extLst>
          </p:cNvPr>
          <p:cNvSpPr/>
          <p:nvPr/>
        </p:nvSpPr>
        <p:spPr>
          <a:xfrm>
            <a:off x="2688623" y="1806132"/>
            <a:ext cx="981536" cy="297517"/>
          </a:xfrm>
          <a:prstGeom prst="rect">
            <a:avLst/>
          </a:prstGeom>
        </p:spPr>
        <p:txBody>
          <a:bodyPr wrap="square">
            <a:spAutoFit/>
          </a:bodyPr>
          <a:lstStyle/>
          <a:p>
            <a:pPr algn="ctr" defTabSz="914333">
              <a:lnSpc>
                <a:spcPts val="800"/>
              </a:lnSpc>
              <a:defRPr/>
            </a:pPr>
            <a:r>
              <a:rPr lang="en-US" altLang="zh-CN" sz="675" b="1">
                <a:solidFill>
                  <a:srgbClr val="000000"/>
                </a:solidFill>
                <a:latin typeface="BISansOpti"/>
              </a:rPr>
              <a:t>LSC</a:t>
            </a:r>
          </a:p>
          <a:p>
            <a:pPr algn="ctr" defTabSz="914333">
              <a:lnSpc>
                <a:spcPts val="800"/>
              </a:lnSpc>
              <a:defRPr/>
            </a:pPr>
            <a:r>
              <a:rPr lang="en-US" sz="675" b="1">
                <a:solidFill>
                  <a:srgbClr val="000000"/>
                </a:solidFill>
                <a:latin typeface="BISansOpti"/>
              </a:rPr>
              <a:t>Jul 2026 </a:t>
            </a:r>
          </a:p>
        </p:txBody>
      </p:sp>
      <p:sp>
        <p:nvSpPr>
          <p:cNvPr id="24" name="OTLSHAPE_T_e17f3958430f4cff8650518c93c7635e_Shape">
            <a:extLst>
              <a:ext uri="{FF2B5EF4-FFF2-40B4-BE49-F238E27FC236}">
                <a16:creationId xmlns:a16="http://schemas.microsoft.com/office/drawing/2014/main" id="{CDB66A03-05B2-0F7B-BE85-07CAEA59B40C}"/>
              </a:ext>
            </a:extLst>
          </p:cNvPr>
          <p:cNvSpPr/>
          <p:nvPr>
            <p:custDataLst>
              <p:tags r:id="rId1"/>
            </p:custDataLst>
          </p:nvPr>
        </p:nvSpPr>
        <p:spPr bwMode="auto">
          <a:xfrm>
            <a:off x="3441118" y="2586244"/>
            <a:ext cx="1327025"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67"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25" name="Rectangle 24">
            <a:extLst>
              <a:ext uri="{FF2B5EF4-FFF2-40B4-BE49-F238E27FC236}">
                <a16:creationId xmlns:a16="http://schemas.microsoft.com/office/drawing/2014/main" id="{0D384432-58D1-164A-AEEA-1EE7E8FBE2A5}"/>
              </a:ext>
            </a:extLst>
          </p:cNvPr>
          <p:cNvSpPr/>
          <p:nvPr/>
        </p:nvSpPr>
        <p:spPr>
          <a:xfrm>
            <a:off x="4772883" y="2586244"/>
            <a:ext cx="4112495"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r>
              <a:rPr lang="en-US" altLang="zh-CN" sz="1050">
                <a:solidFill>
                  <a:srgbClr val="000000"/>
                </a:solidFill>
                <a:latin typeface="BISansOpti"/>
              </a:rPr>
              <a:t>Ph2b recruitment window in China~ 17m</a:t>
            </a:r>
            <a:endParaRPr lang="zh-CN" altLang="en-US" sz="1050">
              <a:solidFill>
                <a:srgbClr val="000000"/>
              </a:solidFill>
              <a:latin typeface="BISansOpti"/>
            </a:endParaRPr>
          </a:p>
        </p:txBody>
      </p:sp>
      <p:sp>
        <p:nvSpPr>
          <p:cNvPr id="26" name="Rectangle 25">
            <a:extLst>
              <a:ext uri="{FF2B5EF4-FFF2-40B4-BE49-F238E27FC236}">
                <a16:creationId xmlns:a16="http://schemas.microsoft.com/office/drawing/2014/main" id="{8787A824-9F3A-A12F-EE00-A270712D97F8}"/>
              </a:ext>
            </a:extLst>
          </p:cNvPr>
          <p:cNvSpPr/>
          <p:nvPr/>
        </p:nvSpPr>
        <p:spPr>
          <a:xfrm>
            <a:off x="8885378" y="2589205"/>
            <a:ext cx="909594" cy="268397"/>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endParaRPr lang="zh-CN" altLang="en-US" sz="1050">
              <a:solidFill>
                <a:srgbClr val="000000"/>
              </a:solidFill>
              <a:latin typeface="BISansOpti"/>
            </a:endParaRPr>
          </a:p>
        </p:txBody>
      </p:sp>
      <p:sp>
        <p:nvSpPr>
          <p:cNvPr id="27" name="Rechteck 85">
            <a:extLst>
              <a:ext uri="{FF2B5EF4-FFF2-40B4-BE49-F238E27FC236}">
                <a16:creationId xmlns:a16="http://schemas.microsoft.com/office/drawing/2014/main" id="{A2F7CD9F-848D-7847-F24C-85BB21DF5324}"/>
              </a:ext>
            </a:extLst>
          </p:cNvPr>
          <p:cNvSpPr/>
          <p:nvPr/>
        </p:nvSpPr>
        <p:spPr>
          <a:xfrm>
            <a:off x="1292093" y="1817391"/>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FSS</a:t>
            </a:r>
          </a:p>
          <a:p>
            <a:pPr algn="ctr" defTabSz="914333">
              <a:lnSpc>
                <a:spcPts val="800"/>
              </a:lnSpc>
              <a:defRPr/>
            </a:pPr>
            <a:r>
              <a:rPr lang="en-US" altLang="zh-CN" sz="525" b="1">
                <a:solidFill>
                  <a:srgbClr val="000000"/>
                </a:solidFill>
                <a:latin typeface="BISansOpti"/>
              </a:rPr>
              <a:t>Jan</a:t>
            </a:r>
            <a:r>
              <a:rPr lang="en-US" sz="525" b="1">
                <a:solidFill>
                  <a:srgbClr val="000000"/>
                </a:solidFill>
                <a:latin typeface="BISansOpti"/>
              </a:rPr>
              <a:t> 2026</a:t>
            </a:r>
          </a:p>
        </p:txBody>
      </p:sp>
      <p:sp>
        <p:nvSpPr>
          <p:cNvPr id="28" name="Rechteck 85">
            <a:extLst>
              <a:ext uri="{FF2B5EF4-FFF2-40B4-BE49-F238E27FC236}">
                <a16:creationId xmlns:a16="http://schemas.microsoft.com/office/drawing/2014/main" id="{9BDEA669-F1EB-8F3F-68A7-943E1D3AD78C}"/>
              </a:ext>
            </a:extLst>
          </p:cNvPr>
          <p:cNvSpPr/>
          <p:nvPr/>
        </p:nvSpPr>
        <p:spPr>
          <a:xfrm>
            <a:off x="3319501" y="3081520"/>
            <a:ext cx="981536" cy="263470"/>
          </a:xfrm>
          <a:prstGeom prst="rect">
            <a:avLst/>
          </a:prstGeom>
        </p:spPr>
        <p:txBody>
          <a:bodyPr wrap="square" lIns="68580" tIns="34290" rIns="68580" bIns="34290" anchor="t">
            <a:spAutoFit/>
          </a:bodyPr>
          <a:lstStyle/>
          <a:p>
            <a:pPr algn="ctr" defTabSz="914333">
              <a:lnSpc>
                <a:spcPts val="800"/>
              </a:lnSpc>
              <a:defRPr/>
            </a:pPr>
            <a:r>
              <a:rPr lang="en-US" sz="525" b="1">
                <a:solidFill>
                  <a:srgbClr val="000000"/>
                </a:solidFill>
                <a:latin typeface="BISansOpti"/>
              </a:rPr>
              <a:t>PK result</a:t>
            </a:r>
          </a:p>
          <a:p>
            <a:pPr algn="ctr" defTabSz="914333">
              <a:lnSpc>
                <a:spcPts val="800"/>
              </a:lnSpc>
              <a:defRPr/>
            </a:pPr>
            <a:r>
              <a:rPr lang="en-US" sz="525" b="1">
                <a:solidFill>
                  <a:srgbClr val="000000"/>
                </a:solidFill>
                <a:latin typeface="BISansOpti"/>
              </a:rPr>
              <a:t>Sep 2026</a:t>
            </a:r>
          </a:p>
        </p:txBody>
      </p:sp>
      <p:sp>
        <p:nvSpPr>
          <p:cNvPr id="29" name="OTLSHAPE_T_e17f3958430f4cff8650518c93c7635e_Shape">
            <a:extLst>
              <a:ext uri="{FF2B5EF4-FFF2-40B4-BE49-F238E27FC236}">
                <a16:creationId xmlns:a16="http://schemas.microsoft.com/office/drawing/2014/main" id="{3AAE5180-992F-9209-71E6-6987B9B6C5E9}"/>
              </a:ext>
            </a:extLst>
          </p:cNvPr>
          <p:cNvSpPr/>
          <p:nvPr>
            <p:custDataLst>
              <p:tags r:id="rId2"/>
            </p:custDataLst>
          </p:nvPr>
        </p:nvSpPr>
        <p:spPr bwMode="auto">
          <a:xfrm>
            <a:off x="3654635" y="3787019"/>
            <a:ext cx="1345650"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67"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30" name="Rectangle 29">
            <a:extLst>
              <a:ext uri="{FF2B5EF4-FFF2-40B4-BE49-F238E27FC236}">
                <a16:creationId xmlns:a16="http://schemas.microsoft.com/office/drawing/2014/main" id="{7F41F673-E47F-1B36-5103-D32D06CDCCF6}"/>
              </a:ext>
            </a:extLst>
          </p:cNvPr>
          <p:cNvSpPr/>
          <p:nvPr/>
        </p:nvSpPr>
        <p:spPr>
          <a:xfrm>
            <a:off x="5006228" y="3787019"/>
            <a:ext cx="3864749"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r>
              <a:rPr lang="en-US" altLang="zh-CN" sz="1050">
                <a:solidFill>
                  <a:srgbClr val="000000"/>
                </a:solidFill>
                <a:latin typeface="BISansOpti"/>
              </a:rPr>
              <a:t>Ph2b recruitment window in China~ 16m</a:t>
            </a:r>
            <a:endParaRPr lang="zh-CN" altLang="en-US" sz="1050">
              <a:solidFill>
                <a:srgbClr val="000000"/>
              </a:solidFill>
              <a:latin typeface="BISansOpti"/>
            </a:endParaRPr>
          </a:p>
        </p:txBody>
      </p:sp>
      <p:sp>
        <p:nvSpPr>
          <p:cNvPr id="31" name="Rechteck 85">
            <a:extLst>
              <a:ext uri="{FF2B5EF4-FFF2-40B4-BE49-F238E27FC236}">
                <a16:creationId xmlns:a16="http://schemas.microsoft.com/office/drawing/2014/main" id="{3877C848-C47B-1125-F8E2-31751B6BFD8E}"/>
              </a:ext>
            </a:extLst>
          </p:cNvPr>
          <p:cNvSpPr/>
          <p:nvPr/>
        </p:nvSpPr>
        <p:spPr>
          <a:xfrm>
            <a:off x="4523787" y="3513479"/>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33">
              <a:lnSpc>
                <a:spcPts val="800"/>
              </a:lnSpc>
              <a:defRPr/>
            </a:pPr>
            <a:r>
              <a:rPr lang="en-US" altLang="zh-CN" sz="525" b="1">
                <a:solidFill>
                  <a:srgbClr val="000000"/>
                </a:solidFill>
                <a:latin typeface="BISansOpti"/>
              </a:rPr>
              <a:t>Mar</a:t>
            </a:r>
            <a:r>
              <a:rPr lang="en-US" sz="525" b="1">
                <a:solidFill>
                  <a:srgbClr val="000000"/>
                </a:solidFill>
                <a:latin typeface="BISansOpti"/>
              </a:rPr>
              <a:t> 2027</a:t>
            </a:r>
          </a:p>
        </p:txBody>
      </p:sp>
      <p:sp>
        <p:nvSpPr>
          <p:cNvPr id="32" name="TextBox 31">
            <a:extLst>
              <a:ext uri="{FF2B5EF4-FFF2-40B4-BE49-F238E27FC236}">
                <a16:creationId xmlns:a16="http://schemas.microsoft.com/office/drawing/2014/main" id="{20D884D5-BC39-00D8-55E1-DD58F97000C9}"/>
              </a:ext>
            </a:extLst>
          </p:cNvPr>
          <p:cNvSpPr txBox="1"/>
          <p:nvPr/>
        </p:nvSpPr>
        <p:spPr bwMode="gray">
          <a:xfrm>
            <a:off x="214095" y="1989942"/>
            <a:ext cx="1222445" cy="371577"/>
          </a:xfrm>
          <a:prstGeom prst="rect">
            <a:avLst/>
          </a:prstGeom>
          <a:noFill/>
          <a:ln>
            <a:solidFill>
              <a:schemeClr val="accent3">
                <a:lumMod val="50000"/>
              </a:schemeClr>
            </a:solidFill>
          </a:ln>
        </p:spPr>
        <p:txBody>
          <a:bodyPr wrap="square" lIns="0" tIns="0" rIns="0" bIns="0" rtlCol="0">
            <a:spAutoFit/>
          </a:bodyPr>
          <a:lstStyle/>
          <a:p>
            <a:pPr algn="l">
              <a:lnSpc>
                <a:spcPct val="140000"/>
              </a:lnSpc>
            </a:pPr>
            <a:r>
              <a:rPr lang="en-US" altLang="zh-CN" sz="900"/>
              <a:t>Option 1: Pan Asian PK initiation in Jan 2026</a:t>
            </a:r>
            <a:endParaRPr lang="zh-CN" altLang="en-US" sz="900"/>
          </a:p>
        </p:txBody>
      </p:sp>
      <p:cxnSp>
        <p:nvCxnSpPr>
          <p:cNvPr id="34" name="Straight Connector 33">
            <a:extLst>
              <a:ext uri="{FF2B5EF4-FFF2-40B4-BE49-F238E27FC236}">
                <a16:creationId xmlns:a16="http://schemas.microsoft.com/office/drawing/2014/main" id="{8BC4563A-DDC7-9F3D-0DD2-B2FA87E33225}"/>
              </a:ext>
            </a:extLst>
          </p:cNvPr>
          <p:cNvCxnSpPr/>
          <p:nvPr/>
        </p:nvCxnSpPr>
        <p:spPr bwMode="gray">
          <a:xfrm>
            <a:off x="-22185" y="2930518"/>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FC5D180-463D-E573-501B-2E94BAE31523}"/>
              </a:ext>
            </a:extLst>
          </p:cNvPr>
          <p:cNvSpPr txBox="1"/>
          <p:nvPr/>
        </p:nvSpPr>
        <p:spPr bwMode="gray">
          <a:xfrm>
            <a:off x="155342" y="2970398"/>
            <a:ext cx="5850603" cy="162930"/>
          </a:xfrm>
          <a:prstGeom prst="rect">
            <a:avLst/>
          </a:prstGeom>
          <a:noFill/>
          <a:ln>
            <a:solidFill>
              <a:schemeClr val="accent3">
                <a:lumMod val="50000"/>
              </a:schemeClr>
            </a:solidFill>
          </a:ln>
        </p:spPr>
        <p:txBody>
          <a:bodyPr wrap="square" lIns="0" tIns="0" rIns="0" bIns="0" rtlCol="0">
            <a:spAutoFit/>
          </a:bodyPr>
          <a:lstStyle/>
          <a:p>
            <a:pPr algn="l">
              <a:lnSpc>
                <a:spcPct val="140000"/>
              </a:lnSpc>
            </a:pPr>
            <a:r>
              <a:rPr lang="en-US" altLang="zh-CN" sz="825"/>
              <a:t>Option 2: China PK study if JP PK is not needed based PMDA feedback (protocol development and CTA frontloaded)</a:t>
            </a:r>
            <a:endParaRPr lang="zh-CN" altLang="en-US" sz="825"/>
          </a:p>
        </p:txBody>
      </p:sp>
      <p:sp>
        <p:nvSpPr>
          <p:cNvPr id="37" name="TextBox 36">
            <a:extLst>
              <a:ext uri="{FF2B5EF4-FFF2-40B4-BE49-F238E27FC236}">
                <a16:creationId xmlns:a16="http://schemas.microsoft.com/office/drawing/2014/main" id="{9C66D4D7-3A68-7B03-639C-E0FBF336AF2E}"/>
              </a:ext>
            </a:extLst>
          </p:cNvPr>
          <p:cNvSpPr txBox="1"/>
          <p:nvPr/>
        </p:nvSpPr>
        <p:spPr bwMode="gray">
          <a:xfrm>
            <a:off x="3279954" y="3585444"/>
            <a:ext cx="737468" cy="286553"/>
          </a:xfrm>
          <a:prstGeom prst="rect">
            <a:avLst/>
          </a:prstGeom>
          <a:noFill/>
        </p:spPr>
        <p:txBody>
          <a:bodyPr wrap="square">
            <a:spAutoFit/>
          </a:bodyPr>
          <a:lstStyle/>
          <a:p>
            <a:pPr algn="ctr" defTabSz="914333">
              <a:lnSpc>
                <a:spcPts val="800"/>
              </a:lnSpc>
              <a:defRPr/>
            </a:pPr>
            <a:r>
              <a:rPr lang="en-US" altLang="zh-CN" sz="525" b="1">
                <a:solidFill>
                  <a:srgbClr val="000000"/>
                </a:solidFill>
                <a:latin typeface="BISansOpti"/>
              </a:rPr>
              <a:t>CTA submission</a:t>
            </a:r>
          </a:p>
          <a:p>
            <a:pPr algn="ctr" defTabSz="914333">
              <a:lnSpc>
                <a:spcPts val="800"/>
              </a:lnSpc>
              <a:defRPr/>
            </a:pPr>
            <a:r>
              <a:rPr lang="en-US" altLang="zh-CN" sz="525" b="1">
                <a:solidFill>
                  <a:srgbClr val="000000"/>
                </a:solidFill>
                <a:latin typeface="BISansOpti"/>
              </a:rPr>
              <a:t>Sep 2026</a:t>
            </a:r>
          </a:p>
        </p:txBody>
      </p:sp>
      <p:sp>
        <p:nvSpPr>
          <p:cNvPr id="38" name="Rechteck 85">
            <a:extLst>
              <a:ext uri="{FF2B5EF4-FFF2-40B4-BE49-F238E27FC236}">
                <a16:creationId xmlns:a16="http://schemas.microsoft.com/office/drawing/2014/main" id="{41394847-3A13-4C30-F58E-E98BB456C6C3}"/>
              </a:ext>
            </a:extLst>
          </p:cNvPr>
          <p:cNvSpPr/>
          <p:nvPr/>
        </p:nvSpPr>
        <p:spPr>
          <a:xfrm>
            <a:off x="4317937" y="2285753"/>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33">
              <a:lnSpc>
                <a:spcPts val="800"/>
              </a:lnSpc>
              <a:defRPr/>
            </a:pPr>
            <a:r>
              <a:rPr lang="en-US" sz="525" b="1">
                <a:solidFill>
                  <a:srgbClr val="000000"/>
                </a:solidFill>
                <a:latin typeface="BISansOpti"/>
              </a:rPr>
              <a:t>Feb 2027</a:t>
            </a:r>
          </a:p>
        </p:txBody>
      </p:sp>
      <p:sp>
        <p:nvSpPr>
          <p:cNvPr id="39" name="Rectangle 38">
            <a:extLst>
              <a:ext uri="{FF2B5EF4-FFF2-40B4-BE49-F238E27FC236}">
                <a16:creationId xmlns:a16="http://schemas.microsoft.com/office/drawing/2014/main" id="{DD27C74A-2480-B8BC-D248-2BDF58C7B6E4}"/>
              </a:ext>
            </a:extLst>
          </p:cNvPr>
          <p:cNvSpPr/>
          <p:nvPr/>
        </p:nvSpPr>
        <p:spPr>
          <a:xfrm>
            <a:off x="8876920" y="3787018"/>
            <a:ext cx="909594" cy="268397"/>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endParaRPr lang="zh-CN" altLang="en-US" sz="1050">
              <a:solidFill>
                <a:srgbClr val="000000"/>
              </a:solidFill>
              <a:latin typeface="BISansOpti"/>
            </a:endParaRPr>
          </a:p>
        </p:txBody>
      </p:sp>
      <p:sp>
        <p:nvSpPr>
          <p:cNvPr id="40" name="OTLSHAPE_T_e17f3958430f4cff8650518c93c7635e_Shape">
            <a:extLst>
              <a:ext uri="{FF2B5EF4-FFF2-40B4-BE49-F238E27FC236}">
                <a16:creationId xmlns:a16="http://schemas.microsoft.com/office/drawing/2014/main" id="{C3627D1B-BF1D-2A0B-3962-CF75CB51664B}"/>
              </a:ext>
            </a:extLst>
          </p:cNvPr>
          <p:cNvSpPr/>
          <p:nvPr>
            <p:custDataLst>
              <p:tags r:id="rId3"/>
            </p:custDataLst>
          </p:nvPr>
        </p:nvSpPr>
        <p:spPr bwMode="auto">
          <a:xfrm>
            <a:off x="344387" y="3337595"/>
            <a:ext cx="1345650"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67"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42" name="Rechteck 85">
            <a:extLst>
              <a:ext uri="{FF2B5EF4-FFF2-40B4-BE49-F238E27FC236}">
                <a16:creationId xmlns:a16="http://schemas.microsoft.com/office/drawing/2014/main" id="{0B22CAE4-17A5-428D-BAE4-4CBD9D6969A5}"/>
              </a:ext>
            </a:extLst>
          </p:cNvPr>
          <p:cNvSpPr/>
          <p:nvPr/>
        </p:nvSpPr>
        <p:spPr>
          <a:xfrm>
            <a:off x="-161643" y="3099671"/>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CTA</a:t>
            </a:r>
          </a:p>
          <a:p>
            <a:pPr algn="ctr" defTabSz="914333">
              <a:lnSpc>
                <a:spcPts val="800"/>
              </a:lnSpc>
              <a:defRPr/>
            </a:pPr>
            <a:r>
              <a:rPr lang="en-US" sz="525" b="1">
                <a:solidFill>
                  <a:srgbClr val="000000"/>
                </a:solidFill>
                <a:latin typeface="BISansOpti"/>
              </a:rPr>
              <a:t>Jun 2025</a:t>
            </a:r>
          </a:p>
        </p:txBody>
      </p:sp>
      <p:sp>
        <p:nvSpPr>
          <p:cNvPr id="43" name="Rechteck 85">
            <a:extLst>
              <a:ext uri="{FF2B5EF4-FFF2-40B4-BE49-F238E27FC236}">
                <a16:creationId xmlns:a16="http://schemas.microsoft.com/office/drawing/2014/main" id="{8601B2E9-C129-0BDD-ABFB-E28F57846149}"/>
              </a:ext>
            </a:extLst>
          </p:cNvPr>
          <p:cNvSpPr/>
          <p:nvPr/>
        </p:nvSpPr>
        <p:spPr>
          <a:xfrm>
            <a:off x="1033987" y="3087289"/>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a:t>
            </a:r>
          </a:p>
          <a:p>
            <a:pPr algn="ctr" defTabSz="914333">
              <a:lnSpc>
                <a:spcPts val="800"/>
              </a:lnSpc>
              <a:defRPr/>
            </a:pPr>
            <a:r>
              <a:rPr lang="en-US" sz="525" b="1">
                <a:solidFill>
                  <a:srgbClr val="000000"/>
                </a:solidFill>
                <a:latin typeface="BISansOpti"/>
              </a:rPr>
              <a:t>Dec 2025</a:t>
            </a:r>
          </a:p>
        </p:txBody>
      </p:sp>
      <p:sp>
        <p:nvSpPr>
          <p:cNvPr id="48" name="Rechteck 85">
            <a:extLst>
              <a:ext uri="{FF2B5EF4-FFF2-40B4-BE49-F238E27FC236}">
                <a16:creationId xmlns:a16="http://schemas.microsoft.com/office/drawing/2014/main" id="{4566B380-25E7-074B-C8E1-4BB8E9A01A27}"/>
              </a:ext>
            </a:extLst>
          </p:cNvPr>
          <p:cNvSpPr/>
          <p:nvPr/>
        </p:nvSpPr>
        <p:spPr>
          <a:xfrm>
            <a:off x="-169982" y="3804783"/>
            <a:ext cx="1341035"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China PK Protocol develop</a:t>
            </a:r>
          </a:p>
          <a:p>
            <a:pPr algn="ctr" defTabSz="914333">
              <a:lnSpc>
                <a:spcPts val="800"/>
              </a:lnSpc>
              <a:defRPr/>
            </a:pPr>
            <a:r>
              <a:rPr lang="en-US" sz="525" b="1">
                <a:solidFill>
                  <a:srgbClr val="000000"/>
                </a:solidFill>
                <a:latin typeface="BISansOpti"/>
              </a:rPr>
              <a:t> kick off Feb 2025</a:t>
            </a:r>
          </a:p>
        </p:txBody>
      </p:sp>
      <p:cxnSp>
        <p:nvCxnSpPr>
          <p:cNvPr id="11" name="Straight Connector 10">
            <a:extLst>
              <a:ext uri="{FF2B5EF4-FFF2-40B4-BE49-F238E27FC236}">
                <a16:creationId xmlns:a16="http://schemas.microsoft.com/office/drawing/2014/main" id="{1C233F40-B6C3-0622-5E6C-BAE3C2573E44}"/>
              </a:ext>
            </a:extLst>
          </p:cNvPr>
          <p:cNvCxnSpPr/>
          <p:nvPr/>
        </p:nvCxnSpPr>
        <p:spPr bwMode="gray">
          <a:xfrm>
            <a:off x="0" y="4146862"/>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48410D5-5F32-2DA9-EF9C-5A8B412F6A13}"/>
              </a:ext>
            </a:extLst>
          </p:cNvPr>
          <p:cNvSpPr/>
          <p:nvPr/>
        </p:nvSpPr>
        <p:spPr>
          <a:xfrm>
            <a:off x="4440521" y="4310987"/>
            <a:ext cx="820918" cy="274320"/>
          </a:xfrm>
          <a:prstGeom prst="rect">
            <a:avLst/>
          </a:prstGeom>
          <a:solidFill>
            <a:schemeClr val="accent1">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0500" tIns="40500" rIns="40500" bIns="40500" rtlCol="0" anchor="ctr"/>
          <a:lstStyle/>
          <a:p>
            <a:pPr algn="ctr" defTabSz="685767" eaLnBrk="0" fontAlgn="base" hangingPunct="0">
              <a:spcBef>
                <a:spcPct val="0"/>
              </a:spcBef>
              <a:spcAft>
                <a:spcPct val="0"/>
              </a:spcAft>
              <a:defRPr/>
            </a:pPr>
            <a:r>
              <a:rPr lang="en-US" altLang="zh-CN" sz="600" b="1">
                <a:solidFill>
                  <a:srgbClr val="000000"/>
                </a:solidFill>
                <a:latin typeface="BISansCond"/>
              </a:rPr>
              <a:t>PK sample export (2m)+analysis 1m+report 1m</a:t>
            </a:r>
            <a:endParaRPr lang="zh-CN" altLang="en-US" sz="600" b="1">
              <a:solidFill>
                <a:srgbClr val="000000"/>
              </a:solidFill>
              <a:latin typeface="BISansCond"/>
            </a:endParaRPr>
          </a:p>
        </p:txBody>
      </p:sp>
      <p:sp>
        <p:nvSpPr>
          <p:cNvPr id="21" name="Rechteck 85">
            <a:extLst>
              <a:ext uri="{FF2B5EF4-FFF2-40B4-BE49-F238E27FC236}">
                <a16:creationId xmlns:a16="http://schemas.microsoft.com/office/drawing/2014/main" id="{A61FD6DC-8E42-4632-F592-3C0CFB0345CE}"/>
              </a:ext>
            </a:extLst>
          </p:cNvPr>
          <p:cNvSpPr/>
          <p:nvPr/>
        </p:nvSpPr>
        <p:spPr>
          <a:xfrm>
            <a:off x="2891391" y="4562436"/>
            <a:ext cx="963491"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FSS</a:t>
            </a:r>
          </a:p>
          <a:p>
            <a:pPr algn="ctr" defTabSz="914333">
              <a:lnSpc>
                <a:spcPts val="800"/>
              </a:lnSpc>
              <a:defRPr/>
            </a:pPr>
            <a:r>
              <a:rPr lang="en-US" altLang="zh-CN" sz="525" b="1">
                <a:solidFill>
                  <a:srgbClr val="000000"/>
                </a:solidFill>
                <a:latin typeface="BISansOpti"/>
              </a:rPr>
              <a:t>Aug </a:t>
            </a:r>
            <a:r>
              <a:rPr lang="en-US" sz="525" b="1">
                <a:solidFill>
                  <a:srgbClr val="000000"/>
                </a:solidFill>
                <a:latin typeface="BISansOpti"/>
              </a:rPr>
              <a:t> 2026</a:t>
            </a:r>
          </a:p>
        </p:txBody>
      </p:sp>
      <p:sp>
        <p:nvSpPr>
          <p:cNvPr id="22" name="矩形 20">
            <a:extLst>
              <a:ext uri="{FF2B5EF4-FFF2-40B4-BE49-F238E27FC236}">
                <a16:creationId xmlns:a16="http://schemas.microsoft.com/office/drawing/2014/main" id="{DEB9FE59-876E-778C-9856-2DE59BBA029A}"/>
              </a:ext>
            </a:extLst>
          </p:cNvPr>
          <p:cNvSpPr/>
          <p:nvPr/>
        </p:nvSpPr>
        <p:spPr>
          <a:xfrm>
            <a:off x="3321354" y="4310987"/>
            <a:ext cx="1114748" cy="274320"/>
          </a:xfrm>
          <a:prstGeom prst="rect">
            <a:avLst/>
          </a:prstGeom>
          <a:solidFill>
            <a:srgbClr val="FFC000"/>
          </a:solidFill>
          <a:ln>
            <a:prstDash val="sysDash"/>
          </a:ln>
        </p:spPr>
        <p:style>
          <a:lnRef idx="1">
            <a:schemeClr val="accent6"/>
          </a:lnRef>
          <a:fillRef idx="2">
            <a:schemeClr val="accent6"/>
          </a:fillRef>
          <a:effectRef idx="1">
            <a:schemeClr val="accent6"/>
          </a:effectRef>
          <a:fontRef idx="minor">
            <a:schemeClr val="dk1"/>
          </a:fontRef>
        </p:style>
        <p:txBody>
          <a:bodyPr lIns="71933" tIns="71933" rIns="71933" bIns="71933" rtlCol="0" anchor="ctr"/>
          <a:lstStyle/>
          <a:p>
            <a:pPr algn="ctr" defTabSz="685766">
              <a:defRPr/>
            </a:pPr>
            <a:r>
              <a:rPr lang="en-US" altLang="zh-CN" sz="825">
                <a:solidFill>
                  <a:srgbClr val="002060"/>
                </a:solidFill>
                <a:latin typeface="BISansOpti"/>
              </a:rPr>
              <a:t>China PK study</a:t>
            </a:r>
            <a:endParaRPr lang="en-US" altLang="zh-CN" sz="825">
              <a:solidFill>
                <a:srgbClr val="000000"/>
              </a:solidFill>
              <a:latin typeface="BISansOpti"/>
            </a:endParaRPr>
          </a:p>
        </p:txBody>
      </p:sp>
      <p:sp>
        <p:nvSpPr>
          <p:cNvPr id="33" name="Rechteck 85">
            <a:extLst>
              <a:ext uri="{FF2B5EF4-FFF2-40B4-BE49-F238E27FC236}">
                <a16:creationId xmlns:a16="http://schemas.microsoft.com/office/drawing/2014/main" id="{E0068EF6-6A94-1172-F408-0489F7ADF8D7}"/>
              </a:ext>
            </a:extLst>
          </p:cNvPr>
          <p:cNvSpPr/>
          <p:nvPr/>
        </p:nvSpPr>
        <p:spPr>
          <a:xfrm>
            <a:off x="3935231" y="4576116"/>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LSC</a:t>
            </a:r>
          </a:p>
          <a:p>
            <a:pPr algn="ctr" defTabSz="914333">
              <a:lnSpc>
                <a:spcPts val="800"/>
              </a:lnSpc>
              <a:defRPr/>
            </a:pPr>
            <a:r>
              <a:rPr lang="en-US" altLang="zh-CN" sz="525" b="1">
                <a:solidFill>
                  <a:srgbClr val="000000"/>
                </a:solidFill>
                <a:latin typeface="BISansOpti"/>
              </a:rPr>
              <a:t>Jan</a:t>
            </a:r>
            <a:r>
              <a:rPr lang="en-US" sz="525" b="1">
                <a:solidFill>
                  <a:srgbClr val="000000"/>
                </a:solidFill>
                <a:latin typeface="BISansOpti"/>
              </a:rPr>
              <a:t> 2027</a:t>
            </a:r>
          </a:p>
        </p:txBody>
      </p:sp>
      <p:sp>
        <p:nvSpPr>
          <p:cNvPr id="36" name="Rechteck 85">
            <a:extLst>
              <a:ext uri="{FF2B5EF4-FFF2-40B4-BE49-F238E27FC236}">
                <a16:creationId xmlns:a16="http://schemas.microsoft.com/office/drawing/2014/main" id="{DC0ACA7B-547A-1C86-CD8B-751C905A8ACC}"/>
              </a:ext>
            </a:extLst>
          </p:cNvPr>
          <p:cNvSpPr/>
          <p:nvPr/>
        </p:nvSpPr>
        <p:spPr>
          <a:xfrm>
            <a:off x="4778724" y="4542700"/>
            <a:ext cx="981536" cy="263470"/>
          </a:xfrm>
          <a:prstGeom prst="rect">
            <a:avLst/>
          </a:prstGeom>
        </p:spPr>
        <p:txBody>
          <a:bodyPr wrap="square" lIns="68580" tIns="34290" rIns="68580" bIns="34290" anchor="t">
            <a:spAutoFit/>
          </a:bodyPr>
          <a:lstStyle/>
          <a:p>
            <a:pPr algn="ctr" defTabSz="914333">
              <a:lnSpc>
                <a:spcPts val="800"/>
              </a:lnSpc>
              <a:defRPr/>
            </a:pPr>
            <a:r>
              <a:rPr lang="en-US" sz="525" b="1">
                <a:solidFill>
                  <a:srgbClr val="000000"/>
                </a:solidFill>
                <a:latin typeface="BISansOpti"/>
              </a:rPr>
              <a:t>PK result</a:t>
            </a:r>
          </a:p>
          <a:p>
            <a:pPr algn="ctr" defTabSz="914333">
              <a:lnSpc>
                <a:spcPts val="800"/>
              </a:lnSpc>
              <a:defRPr/>
            </a:pPr>
            <a:r>
              <a:rPr lang="en-US" altLang="zh-CN" sz="525" b="1">
                <a:solidFill>
                  <a:srgbClr val="000000"/>
                </a:solidFill>
                <a:latin typeface="BISansOpti"/>
              </a:rPr>
              <a:t>Apr</a:t>
            </a:r>
            <a:r>
              <a:rPr lang="en-US" sz="525" b="1">
                <a:solidFill>
                  <a:srgbClr val="000000"/>
                </a:solidFill>
                <a:latin typeface="BISansOpti"/>
              </a:rPr>
              <a:t> 2027</a:t>
            </a:r>
          </a:p>
        </p:txBody>
      </p:sp>
      <p:sp>
        <p:nvSpPr>
          <p:cNvPr id="41" name="OTLSHAPE_T_e17f3958430f4cff8650518c93c7635e_Shape">
            <a:extLst>
              <a:ext uri="{FF2B5EF4-FFF2-40B4-BE49-F238E27FC236}">
                <a16:creationId xmlns:a16="http://schemas.microsoft.com/office/drawing/2014/main" id="{56132B25-52E6-6F27-44EE-31D209D50DF9}"/>
              </a:ext>
            </a:extLst>
          </p:cNvPr>
          <p:cNvSpPr/>
          <p:nvPr>
            <p:custDataLst>
              <p:tags r:id="rId4"/>
            </p:custDataLst>
          </p:nvPr>
        </p:nvSpPr>
        <p:spPr bwMode="auto">
          <a:xfrm>
            <a:off x="5340981" y="4780756"/>
            <a:ext cx="1288116"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67"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44" name="Rectangle 43">
            <a:extLst>
              <a:ext uri="{FF2B5EF4-FFF2-40B4-BE49-F238E27FC236}">
                <a16:creationId xmlns:a16="http://schemas.microsoft.com/office/drawing/2014/main" id="{B1D8C09F-6995-B7C8-0742-1A40DE9DA8A9}"/>
              </a:ext>
            </a:extLst>
          </p:cNvPr>
          <p:cNvSpPr/>
          <p:nvPr/>
        </p:nvSpPr>
        <p:spPr>
          <a:xfrm>
            <a:off x="6629097" y="4788009"/>
            <a:ext cx="2256280" cy="274320"/>
          </a:xfrm>
          <a:prstGeom prst="rect">
            <a:avLst/>
          </a:prstGeom>
          <a:solidFill>
            <a:schemeClr val="accent1">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r>
              <a:rPr lang="en-US" altLang="zh-CN" sz="1050">
                <a:solidFill>
                  <a:srgbClr val="000000"/>
                </a:solidFill>
                <a:latin typeface="BISansOpti"/>
              </a:rPr>
              <a:t>Ph2b recruitment window in China~ 8m</a:t>
            </a:r>
            <a:endParaRPr lang="zh-CN" altLang="en-US" sz="1050">
              <a:solidFill>
                <a:srgbClr val="000000"/>
              </a:solidFill>
              <a:latin typeface="BISansOpti"/>
            </a:endParaRPr>
          </a:p>
        </p:txBody>
      </p:sp>
      <p:sp>
        <p:nvSpPr>
          <p:cNvPr id="49" name="Rechteck 85">
            <a:extLst>
              <a:ext uri="{FF2B5EF4-FFF2-40B4-BE49-F238E27FC236}">
                <a16:creationId xmlns:a16="http://schemas.microsoft.com/office/drawing/2014/main" id="{2E4F350A-12F0-CD5B-117A-0390F7D35D28}"/>
              </a:ext>
            </a:extLst>
          </p:cNvPr>
          <p:cNvSpPr/>
          <p:nvPr/>
        </p:nvSpPr>
        <p:spPr>
          <a:xfrm>
            <a:off x="6051248" y="4514469"/>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 </a:t>
            </a:r>
          </a:p>
          <a:p>
            <a:pPr algn="ctr" defTabSz="914333">
              <a:lnSpc>
                <a:spcPts val="800"/>
              </a:lnSpc>
              <a:defRPr/>
            </a:pPr>
            <a:r>
              <a:rPr lang="en-US" altLang="zh-CN" sz="525" b="1">
                <a:solidFill>
                  <a:srgbClr val="000000"/>
                </a:solidFill>
                <a:latin typeface="BISansOpti"/>
              </a:rPr>
              <a:t>Nov</a:t>
            </a:r>
            <a:r>
              <a:rPr lang="en-US" sz="525" b="1">
                <a:solidFill>
                  <a:srgbClr val="000000"/>
                </a:solidFill>
                <a:latin typeface="BISansOpti"/>
              </a:rPr>
              <a:t> 2027</a:t>
            </a:r>
          </a:p>
        </p:txBody>
      </p:sp>
      <p:cxnSp>
        <p:nvCxnSpPr>
          <p:cNvPr id="50" name="Straight Connector 49">
            <a:extLst>
              <a:ext uri="{FF2B5EF4-FFF2-40B4-BE49-F238E27FC236}">
                <a16:creationId xmlns:a16="http://schemas.microsoft.com/office/drawing/2014/main" id="{03EC9738-9F5C-D204-3F3D-15AE68E28167}"/>
              </a:ext>
            </a:extLst>
          </p:cNvPr>
          <p:cNvCxnSpPr/>
          <p:nvPr/>
        </p:nvCxnSpPr>
        <p:spPr bwMode="gray">
          <a:xfrm>
            <a:off x="50553" y="4049269"/>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7630337-234A-16B0-64B7-531B697C7ABE}"/>
              </a:ext>
            </a:extLst>
          </p:cNvPr>
          <p:cNvSpPr txBox="1"/>
          <p:nvPr/>
        </p:nvSpPr>
        <p:spPr bwMode="gray">
          <a:xfrm>
            <a:off x="228080" y="4089149"/>
            <a:ext cx="5850603" cy="162930"/>
          </a:xfrm>
          <a:prstGeom prst="rect">
            <a:avLst/>
          </a:prstGeom>
          <a:noFill/>
          <a:ln>
            <a:solidFill>
              <a:schemeClr val="accent3">
                <a:lumMod val="50000"/>
              </a:schemeClr>
            </a:solidFill>
          </a:ln>
        </p:spPr>
        <p:txBody>
          <a:bodyPr wrap="square" lIns="0" tIns="0" rIns="0" bIns="0" rtlCol="0">
            <a:spAutoFit/>
          </a:bodyPr>
          <a:lstStyle/>
          <a:p>
            <a:pPr algn="l">
              <a:lnSpc>
                <a:spcPct val="140000"/>
              </a:lnSpc>
            </a:pPr>
            <a:r>
              <a:rPr lang="en-US" altLang="zh-CN" sz="825"/>
              <a:t>Option 4: China PK study if JP PK is not needed based PMDA feedback (</a:t>
            </a:r>
            <a:r>
              <a:rPr lang="en-US" altLang="zh-CN" sz="825">
                <a:solidFill>
                  <a:srgbClr val="FF0000"/>
                </a:solidFill>
              </a:rPr>
              <a:t>ONLY</a:t>
            </a:r>
            <a:r>
              <a:rPr lang="en-US" altLang="zh-CN" sz="825"/>
              <a:t> protocol development frontloaded)</a:t>
            </a:r>
            <a:endParaRPr lang="zh-CN" altLang="en-US" sz="825"/>
          </a:p>
        </p:txBody>
      </p:sp>
      <p:sp>
        <p:nvSpPr>
          <p:cNvPr id="52" name="TextBox 51">
            <a:extLst>
              <a:ext uri="{FF2B5EF4-FFF2-40B4-BE49-F238E27FC236}">
                <a16:creationId xmlns:a16="http://schemas.microsoft.com/office/drawing/2014/main" id="{0CF4541B-EDE5-F248-A499-73A301499FA3}"/>
              </a:ext>
            </a:extLst>
          </p:cNvPr>
          <p:cNvSpPr txBox="1"/>
          <p:nvPr/>
        </p:nvSpPr>
        <p:spPr bwMode="gray">
          <a:xfrm>
            <a:off x="4645820" y="4768471"/>
            <a:ext cx="737468" cy="286553"/>
          </a:xfrm>
          <a:prstGeom prst="rect">
            <a:avLst/>
          </a:prstGeom>
          <a:noFill/>
        </p:spPr>
        <p:txBody>
          <a:bodyPr wrap="square">
            <a:spAutoFit/>
          </a:bodyPr>
          <a:lstStyle/>
          <a:p>
            <a:pPr algn="ctr" defTabSz="914333">
              <a:lnSpc>
                <a:spcPts val="800"/>
              </a:lnSpc>
              <a:defRPr/>
            </a:pPr>
            <a:r>
              <a:rPr lang="en-US" altLang="zh-CN" sz="525" b="1">
                <a:solidFill>
                  <a:srgbClr val="000000"/>
                </a:solidFill>
                <a:latin typeface="BISansOpti"/>
              </a:rPr>
              <a:t>CTA submission</a:t>
            </a:r>
          </a:p>
          <a:p>
            <a:pPr algn="ctr" defTabSz="914333">
              <a:lnSpc>
                <a:spcPts val="800"/>
              </a:lnSpc>
              <a:defRPr/>
            </a:pPr>
            <a:r>
              <a:rPr lang="en-US" altLang="zh-CN" sz="525" b="1">
                <a:solidFill>
                  <a:srgbClr val="000000"/>
                </a:solidFill>
                <a:latin typeface="BISansOpti"/>
              </a:rPr>
              <a:t>May 2027</a:t>
            </a:r>
          </a:p>
        </p:txBody>
      </p:sp>
      <p:sp>
        <p:nvSpPr>
          <p:cNvPr id="56" name="Rectangle 55">
            <a:extLst>
              <a:ext uri="{FF2B5EF4-FFF2-40B4-BE49-F238E27FC236}">
                <a16:creationId xmlns:a16="http://schemas.microsoft.com/office/drawing/2014/main" id="{D08997F3-6F2F-6838-E89A-1AB91ECE3EE8}"/>
              </a:ext>
            </a:extLst>
          </p:cNvPr>
          <p:cNvSpPr/>
          <p:nvPr/>
        </p:nvSpPr>
        <p:spPr>
          <a:xfrm>
            <a:off x="8893430" y="4786893"/>
            <a:ext cx="909594" cy="268397"/>
          </a:xfrm>
          <a:prstGeom prst="rect">
            <a:avLst/>
          </a:prstGeom>
          <a:solidFill>
            <a:schemeClr val="accent3">
              <a:lumMod val="9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endParaRPr lang="zh-CN" altLang="en-US" sz="1050">
              <a:solidFill>
                <a:srgbClr val="000000"/>
              </a:solidFill>
              <a:latin typeface="BISansOpti"/>
            </a:endParaRPr>
          </a:p>
        </p:txBody>
      </p:sp>
      <p:sp>
        <p:nvSpPr>
          <p:cNvPr id="57" name="OTLSHAPE_T_e17f3958430f4cff8650518c93c7635e_Shape">
            <a:extLst>
              <a:ext uri="{FF2B5EF4-FFF2-40B4-BE49-F238E27FC236}">
                <a16:creationId xmlns:a16="http://schemas.microsoft.com/office/drawing/2014/main" id="{4903EA4F-C6C9-7714-2792-2DEC48EB92F7}"/>
              </a:ext>
            </a:extLst>
          </p:cNvPr>
          <p:cNvSpPr/>
          <p:nvPr>
            <p:custDataLst>
              <p:tags r:id="rId5"/>
            </p:custDataLst>
          </p:nvPr>
        </p:nvSpPr>
        <p:spPr bwMode="auto">
          <a:xfrm>
            <a:off x="1806090" y="4303951"/>
            <a:ext cx="1292666" cy="27432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8576" tIns="19289" rIns="38576" bIns="19289" numCol="1" rtlCol="0" anchor="ctr" anchorCtr="0" compatLnSpc="1">
            <a:prstTxWarp prst="textNoShape">
              <a:avLst/>
            </a:prstTxWarp>
          </a:bodyPr>
          <a:lstStyle/>
          <a:p>
            <a:pPr algn="ctr" defTabSz="685767" eaLnBrk="0" fontAlgn="base" hangingPunct="0">
              <a:spcBef>
                <a:spcPct val="0"/>
              </a:spcBef>
              <a:spcAft>
                <a:spcPct val="0"/>
              </a:spcAft>
              <a:defRPr/>
            </a:pPr>
            <a:r>
              <a:rPr lang="en-US" altLang="zh-CN" sz="750" b="1">
                <a:solidFill>
                  <a:srgbClr val="000000"/>
                </a:solidFill>
                <a:latin typeface="BISansCond"/>
              </a:rPr>
              <a:t>CTA Review + EC + HGRAC + 1</a:t>
            </a:r>
            <a:r>
              <a:rPr lang="en-US" altLang="zh-CN" sz="750" b="1" baseline="30000">
                <a:solidFill>
                  <a:srgbClr val="000000"/>
                </a:solidFill>
                <a:latin typeface="BISansCond"/>
              </a:rPr>
              <a:t>st</a:t>
            </a:r>
            <a:r>
              <a:rPr lang="en-US" altLang="zh-CN" sz="750" b="1">
                <a:solidFill>
                  <a:srgbClr val="000000"/>
                </a:solidFill>
                <a:latin typeface="BISansCond"/>
              </a:rPr>
              <a:t> SIV (6m) *</a:t>
            </a:r>
            <a:endParaRPr lang="zh-CN" altLang="en-US" sz="750" b="1">
              <a:solidFill>
                <a:srgbClr val="000000"/>
              </a:solidFill>
              <a:latin typeface="BISansCond"/>
            </a:endParaRPr>
          </a:p>
        </p:txBody>
      </p:sp>
      <p:sp>
        <p:nvSpPr>
          <p:cNvPr id="58" name="Rechteck 85">
            <a:extLst>
              <a:ext uri="{FF2B5EF4-FFF2-40B4-BE49-F238E27FC236}">
                <a16:creationId xmlns:a16="http://schemas.microsoft.com/office/drawing/2014/main" id="{5B421695-04F7-3720-BF6D-5FCE81BB77F7}"/>
              </a:ext>
            </a:extLst>
          </p:cNvPr>
          <p:cNvSpPr/>
          <p:nvPr/>
        </p:nvSpPr>
        <p:spPr>
          <a:xfrm>
            <a:off x="2526807" y="4562436"/>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1</a:t>
            </a:r>
            <a:r>
              <a:rPr lang="en-US" sz="525" b="1" baseline="30000">
                <a:solidFill>
                  <a:srgbClr val="000000"/>
                </a:solidFill>
                <a:latin typeface="BISansOpti"/>
              </a:rPr>
              <a:t>st</a:t>
            </a:r>
            <a:r>
              <a:rPr lang="en-US" sz="525" b="1">
                <a:solidFill>
                  <a:srgbClr val="000000"/>
                </a:solidFill>
                <a:latin typeface="BISansOpti"/>
              </a:rPr>
              <a:t> SIV</a:t>
            </a:r>
          </a:p>
          <a:p>
            <a:pPr algn="ctr" defTabSz="914333">
              <a:lnSpc>
                <a:spcPts val="800"/>
              </a:lnSpc>
              <a:defRPr/>
            </a:pPr>
            <a:r>
              <a:rPr lang="en-US" altLang="zh-CN" sz="525" b="1">
                <a:solidFill>
                  <a:srgbClr val="000000"/>
                </a:solidFill>
                <a:latin typeface="BISansOpti"/>
              </a:rPr>
              <a:t>Jul</a:t>
            </a:r>
            <a:r>
              <a:rPr lang="en-US" sz="525" b="1">
                <a:solidFill>
                  <a:srgbClr val="000000"/>
                </a:solidFill>
                <a:latin typeface="BISansOpti"/>
              </a:rPr>
              <a:t> 2026</a:t>
            </a:r>
          </a:p>
        </p:txBody>
      </p:sp>
      <p:cxnSp>
        <p:nvCxnSpPr>
          <p:cNvPr id="60" name="Straight Connector 59">
            <a:extLst>
              <a:ext uri="{FF2B5EF4-FFF2-40B4-BE49-F238E27FC236}">
                <a16:creationId xmlns:a16="http://schemas.microsoft.com/office/drawing/2014/main" id="{B1D11A15-4F35-49BD-9DE9-D23FCE72B400}"/>
              </a:ext>
            </a:extLst>
          </p:cNvPr>
          <p:cNvCxnSpPr/>
          <p:nvPr/>
        </p:nvCxnSpPr>
        <p:spPr bwMode="gray">
          <a:xfrm>
            <a:off x="2455716" y="5265613"/>
            <a:ext cx="9026693" cy="0"/>
          </a:xfrm>
          <a:prstGeom prst="line">
            <a:avLst/>
          </a:prstGeom>
          <a:ln w="63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E81C5DEB-3C78-EA70-6D3B-08F493C5CB07}"/>
              </a:ext>
            </a:extLst>
          </p:cNvPr>
          <p:cNvSpPr/>
          <p:nvPr/>
        </p:nvSpPr>
        <p:spPr>
          <a:xfrm>
            <a:off x="895814" y="4304312"/>
            <a:ext cx="909594" cy="268397"/>
          </a:xfrm>
          <a:prstGeom prst="rect">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766">
              <a:defRPr/>
            </a:pPr>
            <a:r>
              <a:rPr lang="en-US" altLang="zh-CN" sz="825">
                <a:solidFill>
                  <a:srgbClr val="002060"/>
                </a:solidFill>
                <a:latin typeface="BISansOpti"/>
              </a:rPr>
              <a:t>Protocol development</a:t>
            </a:r>
            <a:endParaRPr lang="zh-CN" altLang="en-US" sz="825">
              <a:solidFill>
                <a:srgbClr val="002060"/>
              </a:solidFill>
              <a:latin typeface="BISansOpti"/>
            </a:endParaRPr>
          </a:p>
        </p:txBody>
      </p:sp>
      <p:sp>
        <p:nvSpPr>
          <p:cNvPr id="63" name="Rechteck 85">
            <a:extLst>
              <a:ext uri="{FF2B5EF4-FFF2-40B4-BE49-F238E27FC236}">
                <a16:creationId xmlns:a16="http://schemas.microsoft.com/office/drawing/2014/main" id="{79D73D28-B3F6-E88B-94FC-37EB819CAEC6}"/>
              </a:ext>
            </a:extLst>
          </p:cNvPr>
          <p:cNvSpPr/>
          <p:nvPr/>
        </p:nvSpPr>
        <p:spPr>
          <a:xfrm>
            <a:off x="159694" y="4579000"/>
            <a:ext cx="1341035"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China PK Protocol develop</a:t>
            </a:r>
          </a:p>
          <a:p>
            <a:pPr algn="ctr" defTabSz="914333">
              <a:lnSpc>
                <a:spcPts val="800"/>
              </a:lnSpc>
              <a:defRPr/>
            </a:pPr>
            <a:r>
              <a:rPr lang="en-US" sz="525" b="1">
                <a:solidFill>
                  <a:srgbClr val="000000"/>
                </a:solidFill>
                <a:latin typeface="BISansOpti"/>
              </a:rPr>
              <a:t> kick off </a:t>
            </a:r>
            <a:r>
              <a:rPr lang="en-US" altLang="zh-CN" sz="525" b="1">
                <a:solidFill>
                  <a:srgbClr val="000000"/>
                </a:solidFill>
                <a:latin typeface="BISansOpti"/>
              </a:rPr>
              <a:t>Sep </a:t>
            </a:r>
            <a:r>
              <a:rPr lang="en-US" sz="525" b="1">
                <a:solidFill>
                  <a:srgbClr val="000000"/>
                </a:solidFill>
                <a:latin typeface="BISansOpti"/>
              </a:rPr>
              <a:t>2025</a:t>
            </a:r>
          </a:p>
        </p:txBody>
      </p:sp>
      <p:sp>
        <p:nvSpPr>
          <p:cNvPr id="160" name="Rechteck 85">
            <a:extLst>
              <a:ext uri="{FF2B5EF4-FFF2-40B4-BE49-F238E27FC236}">
                <a16:creationId xmlns:a16="http://schemas.microsoft.com/office/drawing/2014/main" id="{75774036-6756-59F5-3746-2886DA28BCBD}"/>
              </a:ext>
            </a:extLst>
          </p:cNvPr>
          <p:cNvSpPr/>
          <p:nvPr/>
        </p:nvSpPr>
        <p:spPr>
          <a:xfrm>
            <a:off x="1336204" y="4564773"/>
            <a:ext cx="981536" cy="286553"/>
          </a:xfrm>
          <a:prstGeom prst="rect">
            <a:avLst/>
          </a:prstGeom>
        </p:spPr>
        <p:txBody>
          <a:bodyPr wrap="square">
            <a:spAutoFit/>
          </a:bodyPr>
          <a:lstStyle/>
          <a:p>
            <a:pPr algn="ctr" defTabSz="914333">
              <a:lnSpc>
                <a:spcPts val="800"/>
              </a:lnSpc>
              <a:defRPr/>
            </a:pPr>
            <a:r>
              <a:rPr lang="en-US" sz="525" b="1">
                <a:solidFill>
                  <a:srgbClr val="000000"/>
                </a:solidFill>
                <a:latin typeface="BISansOpti"/>
              </a:rPr>
              <a:t>CTA</a:t>
            </a:r>
          </a:p>
          <a:p>
            <a:pPr algn="ctr" defTabSz="914333">
              <a:lnSpc>
                <a:spcPts val="800"/>
              </a:lnSpc>
              <a:defRPr/>
            </a:pPr>
            <a:r>
              <a:rPr lang="en-US" altLang="zh-CN" sz="525" b="1">
                <a:solidFill>
                  <a:srgbClr val="000000"/>
                </a:solidFill>
                <a:latin typeface="BISansOpti"/>
              </a:rPr>
              <a:t>Jan </a:t>
            </a:r>
            <a:r>
              <a:rPr lang="en-US" sz="525" b="1">
                <a:solidFill>
                  <a:srgbClr val="000000"/>
                </a:solidFill>
                <a:latin typeface="BISansOpti"/>
              </a:rPr>
              <a:t>2026</a:t>
            </a:r>
          </a:p>
        </p:txBody>
      </p:sp>
    </p:spTree>
    <p:extLst>
      <p:ext uri="{BB962C8B-B14F-4D97-AF65-F5344CB8AC3E}">
        <p14:creationId xmlns:p14="http://schemas.microsoft.com/office/powerpoint/2010/main" val="1807067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22"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A671-08DE-DFA2-7C9B-287DEB08E030}"/>
              </a:ext>
            </a:extLst>
          </p:cNvPr>
          <p:cNvSpPr>
            <a:spLocks noGrp="1"/>
          </p:cNvSpPr>
          <p:nvPr>
            <p:ph type="title"/>
          </p:nvPr>
        </p:nvSpPr>
        <p:spPr/>
        <p:txBody>
          <a:bodyPr/>
          <a:lstStyle/>
          <a:p>
            <a:r>
              <a:rPr lang="en-US" altLang="zh-CN"/>
              <a:t>PDE4 PK study budget reference</a:t>
            </a:r>
            <a:endParaRPr lang="zh-CN" altLang="en-US"/>
          </a:p>
        </p:txBody>
      </p:sp>
      <p:sp>
        <p:nvSpPr>
          <p:cNvPr id="3" name="Content Placeholder 2">
            <a:extLst>
              <a:ext uri="{FF2B5EF4-FFF2-40B4-BE49-F238E27FC236}">
                <a16:creationId xmlns:a16="http://schemas.microsoft.com/office/drawing/2014/main" id="{A33A1F72-68A2-59E8-7AF2-FDA46ED28AF6}"/>
              </a:ext>
            </a:extLst>
          </p:cNvPr>
          <p:cNvSpPr>
            <a:spLocks noGrp="1"/>
          </p:cNvSpPr>
          <p:nvPr>
            <p:ph idx="1"/>
          </p:nvPr>
        </p:nvSpPr>
        <p:spPr/>
        <p:txBody>
          <a:bodyPr vert="horz" lIns="0" tIns="0" rIns="0" bIns="0" rtlCol="0" anchor="t">
            <a:noAutofit/>
          </a:bodyPr>
          <a:lstStyle/>
          <a:p>
            <a:pPr marL="161925" indent="-161925"/>
            <a:r>
              <a:rPr lang="zh-CN" altLang="en-US"/>
              <a:t>Total budget 1,393,125 Euro</a:t>
            </a:r>
          </a:p>
          <a:p>
            <a:pPr marL="161925" indent="-161925"/>
            <a:r>
              <a:rPr lang="zh-CN" altLang="en-US"/>
              <a:t>Before SIV, the payment was 436,580 Euro, around 31% of total budget.</a:t>
            </a:r>
          </a:p>
        </p:txBody>
      </p:sp>
      <p:sp>
        <p:nvSpPr>
          <p:cNvPr id="4" name="Text Placeholder 3">
            <a:extLst>
              <a:ext uri="{FF2B5EF4-FFF2-40B4-BE49-F238E27FC236}">
                <a16:creationId xmlns:a16="http://schemas.microsoft.com/office/drawing/2014/main" id="{847E4F89-47AC-A86E-ED71-78CE1EDBE63F}"/>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5EAF9219-68E2-E9C8-25E7-ABACB7297BBA}"/>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77BDFDE9-F0EC-0B54-23EE-3C98599394D8}"/>
              </a:ext>
            </a:extLst>
          </p:cNvPr>
          <p:cNvSpPr>
            <a:spLocks noGrp="1"/>
          </p:cNvSpPr>
          <p:nvPr>
            <p:ph type="sldNum" sz="quarter" idx="20"/>
          </p:nvPr>
        </p:nvSpPr>
        <p:spPr/>
        <p:txBody>
          <a:bodyPr/>
          <a:lstStyle/>
          <a:p>
            <a:fld id="{DF4E8F9F-5B1F-4F5B-BE49-3245D8C18D9F}" type="slidenum">
              <a:rPr lang="en-US" smtClean="0"/>
              <a:pPr/>
              <a:t>43</a:t>
            </a:fld>
            <a:endParaRPr lang="en-US"/>
          </a:p>
        </p:txBody>
      </p:sp>
    </p:spTree>
    <p:extLst>
      <p:ext uri="{BB962C8B-B14F-4D97-AF65-F5344CB8AC3E}">
        <p14:creationId xmlns:p14="http://schemas.microsoft.com/office/powerpoint/2010/main" val="3283230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B27487-EF03-22BC-F66F-8A5CEC13A9A4}"/>
              </a:ext>
            </a:extLst>
          </p:cNvPr>
          <p:cNvSpPr>
            <a:spLocks noGrp="1"/>
          </p:cNvSpPr>
          <p:nvPr>
            <p:ph type="title"/>
          </p:nvPr>
        </p:nvSpPr>
        <p:spPr/>
        <p:txBody>
          <a:bodyPr/>
          <a:lstStyle/>
          <a:p>
            <a:r>
              <a:rPr kumimoji="1" lang="en-US" altLang="ja-JP"/>
              <a:t>TREM-1 development Schedule and Option </a:t>
            </a:r>
            <a:r>
              <a:rPr kumimoji="1" lang="zh-CN" altLang="en-US"/>
              <a:t> </a:t>
            </a:r>
            <a:r>
              <a:rPr kumimoji="1" lang="en-US" altLang="zh-CN"/>
              <a:t>for</a:t>
            </a:r>
            <a:r>
              <a:rPr kumimoji="1" lang="zh-CN" altLang="en-US"/>
              <a:t> </a:t>
            </a:r>
            <a:r>
              <a:rPr kumimoji="1" lang="en-US" altLang="zh-CN"/>
              <a:t>JP</a:t>
            </a:r>
            <a:endParaRPr kumimoji="1" lang="ja-JP" altLang="en-US"/>
          </a:p>
        </p:txBody>
      </p:sp>
      <p:sp>
        <p:nvSpPr>
          <p:cNvPr id="4" name="フッター プレースホルダー 3">
            <a:extLst>
              <a:ext uri="{FF2B5EF4-FFF2-40B4-BE49-F238E27FC236}">
                <a16:creationId xmlns:a16="http://schemas.microsoft.com/office/drawing/2014/main" id="{CA0C2768-CE9B-1035-CFEF-A01EEC9F9EA2}"/>
              </a:ext>
            </a:extLst>
          </p:cNvPr>
          <p:cNvSpPr>
            <a:spLocks noGrp="1"/>
          </p:cNvSpPr>
          <p:nvPr>
            <p:ph type="ftr" sz="quarter" idx="16"/>
          </p:nvPr>
        </p:nvSpPr>
        <p:spPr/>
        <p:txBody>
          <a:bodyPr/>
          <a:lstStyle/>
          <a:p>
            <a:pPr defTabSz="685800"/>
            <a:r>
              <a:rPr kumimoji="1" lang="en-US">
                <a:solidFill>
                  <a:srgbClr val="08312A"/>
                </a:solidFill>
                <a:latin typeface="Boehringer Forward Text"/>
              </a:rPr>
              <a:t>Presentation title    |    ONLY FOR INTERNAL USE</a:t>
            </a:r>
          </a:p>
        </p:txBody>
      </p:sp>
      <p:sp>
        <p:nvSpPr>
          <p:cNvPr id="5" name="スライド番号プレースホルダー 4">
            <a:extLst>
              <a:ext uri="{FF2B5EF4-FFF2-40B4-BE49-F238E27FC236}">
                <a16:creationId xmlns:a16="http://schemas.microsoft.com/office/drawing/2014/main" id="{A15C38BD-98DD-C7CB-020C-98F370FD019A}"/>
              </a:ext>
            </a:extLst>
          </p:cNvPr>
          <p:cNvSpPr>
            <a:spLocks noGrp="1"/>
          </p:cNvSpPr>
          <p:nvPr>
            <p:ph type="sldNum" sz="quarter" idx="17"/>
          </p:nvPr>
        </p:nvSpPr>
        <p:spPr/>
        <p:txBody>
          <a:bodyPr/>
          <a:lstStyle/>
          <a:p>
            <a:pPr defTabSz="685800"/>
            <a:fld id="{8FF9B0DE-3FEB-4AA0-B465-B80EF7C1333D}" type="slidenum">
              <a:rPr kumimoji="1" lang="en-US">
                <a:solidFill>
                  <a:srgbClr val="08312A"/>
                </a:solidFill>
                <a:latin typeface="Boehringer Forward Text"/>
              </a:rPr>
              <a:pPr defTabSz="685800"/>
              <a:t>44</a:t>
            </a:fld>
            <a:endParaRPr kumimoji="1" lang="en-US">
              <a:solidFill>
                <a:srgbClr val="08312A"/>
              </a:solidFill>
              <a:latin typeface="Boehringer Forward Text"/>
            </a:endParaRPr>
          </a:p>
        </p:txBody>
      </p:sp>
      <p:pic>
        <p:nvPicPr>
          <p:cNvPr id="6" name="Picture 8">
            <a:extLst>
              <a:ext uri="{FF2B5EF4-FFF2-40B4-BE49-F238E27FC236}">
                <a16:creationId xmlns:a16="http://schemas.microsoft.com/office/drawing/2014/main" id="{B0EF33D1-11ED-084A-9912-360977F4F824}"/>
              </a:ext>
            </a:extLst>
          </p:cNvPr>
          <p:cNvPicPr>
            <a:picLocks noChangeAspect="1"/>
          </p:cNvPicPr>
          <p:nvPr/>
        </p:nvPicPr>
        <p:blipFill rotWithShape="1">
          <a:blip r:embed="rId3"/>
          <a:srcRect r="30980" b="43963"/>
          <a:stretch/>
        </p:blipFill>
        <p:spPr>
          <a:xfrm>
            <a:off x="252412" y="881367"/>
            <a:ext cx="8617865" cy="3580875"/>
          </a:xfrm>
          <a:prstGeom prst="rect">
            <a:avLst/>
          </a:prstGeom>
        </p:spPr>
      </p:pic>
      <p:sp>
        <p:nvSpPr>
          <p:cNvPr id="8" name="星: 5 pt 7">
            <a:extLst>
              <a:ext uri="{FF2B5EF4-FFF2-40B4-BE49-F238E27FC236}">
                <a16:creationId xmlns:a16="http://schemas.microsoft.com/office/drawing/2014/main" id="{809BC25D-DF45-20C8-99C3-0BB015F2BD26}"/>
              </a:ext>
            </a:extLst>
          </p:cNvPr>
          <p:cNvSpPr/>
          <p:nvPr/>
        </p:nvSpPr>
        <p:spPr bwMode="gray">
          <a:xfrm>
            <a:off x="3396758" y="2949754"/>
            <a:ext cx="162000" cy="135000"/>
          </a:xfrm>
          <a:prstGeom prst="star5">
            <a:avLst>
              <a:gd name="adj" fmla="val 19098"/>
              <a:gd name="hf" fmla="val 105146"/>
              <a:gd name="vf" fmla="val 110557"/>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sp>
        <p:nvSpPr>
          <p:cNvPr id="9" name="星: 5 pt 8">
            <a:extLst>
              <a:ext uri="{FF2B5EF4-FFF2-40B4-BE49-F238E27FC236}">
                <a16:creationId xmlns:a16="http://schemas.microsoft.com/office/drawing/2014/main" id="{FDCAC1D4-5F23-228D-5278-8EB1F478BE21}"/>
              </a:ext>
            </a:extLst>
          </p:cNvPr>
          <p:cNvSpPr/>
          <p:nvPr/>
        </p:nvSpPr>
        <p:spPr bwMode="gray">
          <a:xfrm>
            <a:off x="4319756" y="3939109"/>
            <a:ext cx="162000" cy="135000"/>
          </a:xfrm>
          <a:prstGeom prst="star5">
            <a:avLst>
              <a:gd name="adj" fmla="val 19098"/>
              <a:gd name="hf" fmla="val 105146"/>
              <a:gd name="vf" fmla="val 110557"/>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sp>
        <p:nvSpPr>
          <p:cNvPr id="3" name="吹き出し: 線 2">
            <a:extLst>
              <a:ext uri="{FF2B5EF4-FFF2-40B4-BE49-F238E27FC236}">
                <a16:creationId xmlns:a16="http://schemas.microsoft.com/office/drawing/2014/main" id="{B51DED1E-6CF4-D4EF-423F-154BE47391A5}"/>
              </a:ext>
            </a:extLst>
          </p:cNvPr>
          <p:cNvSpPr/>
          <p:nvPr/>
        </p:nvSpPr>
        <p:spPr bwMode="gray">
          <a:xfrm>
            <a:off x="2028690" y="3308920"/>
            <a:ext cx="1393652" cy="428381"/>
          </a:xfrm>
          <a:prstGeom prst="borderCallout1">
            <a:avLst>
              <a:gd name="adj1" fmla="val 53141"/>
              <a:gd name="adj2" fmla="val 100682"/>
              <a:gd name="adj3" fmla="val 55992"/>
              <a:gd name="adj4" fmla="val 137369"/>
            </a:avLst>
          </a:prstGeom>
          <a:solidFill>
            <a:schemeClr val="accent5">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kumimoji="1" lang="ja-JP" altLang="en-US" sz="1200">
                <a:solidFill>
                  <a:prstClr val="black"/>
                </a:solidFill>
                <a:latin typeface="Boehringer Forward Text"/>
              </a:rPr>
              <a:t>②</a:t>
            </a:r>
            <a:r>
              <a:rPr kumimoji="1" lang="en-US" altLang="ja-JP" sz="1200">
                <a:solidFill>
                  <a:prstClr val="black"/>
                </a:solidFill>
                <a:latin typeface="Boehringer Forward Text"/>
              </a:rPr>
              <a:t>Pan-Asian Ph1</a:t>
            </a:r>
          </a:p>
          <a:p>
            <a:pPr algn="ctr" defTabSz="685800"/>
            <a:r>
              <a:rPr kumimoji="1" lang="en-US" altLang="ja-JP" sz="1200">
                <a:solidFill>
                  <a:prstClr val="black"/>
                </a:solidFill>
                <a:latin typeface="Boehringer Forward Text"/>
              </a:rPr>
              <a:t>(Japanese part)</a:t>
            </a:r>
            <a:endParaRPr kumimoji="1" lang="ja-JP" altLang="en-US" sz="1200">
              <a:solidFill>
                <a:prstClr val="black"/>
              </a:solidFill>
              <a:latin typeface="Boehringer Forward Text"/>
            </a:endParaRPr>
          </a:p>
        </p:txBody>
      </p:sp>
      <p:sp>
        <p:nvSpPr>
          <p:cNvPr id="14" name="吹き出し: 線 13">
            <a:extLst>
              <a:ext uri="{FF2B5EF4-FFF2-40B4-BE49-F238E27FC236}">
                <a16:creationId xmlns:a16="http://schemas.microsoft.com/office/drawing/2014/main" id="{E364843A-4F13-6666-F53E-986624843488}"/>
              </a:ext>
            </a:extLst>
          </p:cNvPr>
          <p:cNvSpPr/>
          <p:nvPr/>
        </p:nvSpPr>
        <p:spPr bwMode="gray">
          <a:xfrm>
            <a:off x="1986279" y="2584842"/>
            <a:ext cx="1333733" cy="453284"/>
          </a:xfrm>
          <a:prstGeom prst="borderCallout1">
            <a:avLst>
              <a:gd name="adj1" fmla="val 55133"/>
              <a:gd name="adj2" fmla="val 100435"/>
              <a:gd name="adj3" fmla="val 84784"/>
              <a:gd name="adj4" fmla="val 105984"/>
            </a:avLst>
          </a:prstGeom>
          <a:solidFill>
            <a:schemeClr val="accent5">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kumimoji="1" lang="ja-JP" altLang="en-US" sz="1200">
                <a:solidFill>
                  <a:prstClr val="black"/>
                </a:solidFill>
                <a:latin typeface="Boehringer Forward Text"/>
              </a:rPr>
              <a:t>①</a:t>
            </a:r>
            <a:r>
              <a:rPr kumimoji="1" lang="en-US" altLang="ja-JP" sz="1200">
                <a:solidFill>
                  <a:prstClr val="black"/>
                </a:solidFill>
                <a:latin typeface="Boehringer Forward Text"/>
              </a:rPr>
              <a:t>Consultation before Ph2a</a:t>
            </a:r>
            <a:endParaRPr kumimoji="1" lang="ja-JP" altLang="en-US" sz="1200">
              <a:solidFill>
                <a:prstClr val="black"/>
              </a:solidFill>
              <a:latin typeface="Boehringer Forward Text"/>
            </a:endParaRPr>
          </a:p>
        </p:txBody>
      </p:sp>
      <p:sp>
        <p:nvSpPr>
          <p:cNvPr id="10" name="正方形/長方形 9">
            <a:extLst>
              <a:ext uri="{FF2B5EF4-FFF2-40B4-BE49-F238E27FC236}">
                <a16:creationId xmlns:a16="http://schemas.microsoft.com/office/drawing/2014/main" id="{1B831E33-7806-9E41-F0DC-787A5CA5F5E8}"/>
              </a:ext>
            </a:extLst>
          </p:cNvPr>
          <p:cNvSpPr/>
          <p:nvPr/>
        </p:nvSpPr>
        <p:spPr bwMode="gray">
          <a:xfrm>
            <a:off x="4019343" y="3500959"/>
            <a:ext cx="265210" cy="90197"/>
          </a:xfrm>
          <a:prstGeom prst="rect">
            <a:avLst/>
          </a:prstGeom>
          <a:solidFill>
            <a:schemeClr val="tx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sp>
        <p:nvSpPr>
          <p:cNvPr id="7" name="星: 5 pt 6">
            <a:extLst>
              <a:ext uri="{FF2B5EF4-FFF2-40B4-BE49-F238E27FC236}">
                <a16:creationId xmlns:a16="http://schemas.microsoft.com/office/drawing/2014/main" id="{2670E19A-73BB-5E6D-E4BD-78536775A99E}"/>
              </a:ext>
            </a:extLst>
          </p:cNvPr>
          <p:cNvSpPr/>
          <p:nvPr/>
        </p:nvSpPr>
        <p:spPr bwMode="gray">
          <a:xfrm>
            <a:off x="3931553" y="3469735"/>
            <a:ext cx="162000" cy="135000"/>
          </a:xfrm>
          <a:prstGeom prst="star5">
            <a:avLst>
              <a:gd name="adj" fmla="val 19098"/>
              <a:gd name="hf" fmla="val 105146"/>
              <a:gd name="vf" fmla="val 110557"/>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cxnSp>
        <p:nvCxnSpPr>
          <p:cNvPr id="12" name="コネクタ: カギ線 11">
            <a:extLst>
              <a:ext uri="{FF2B5EF4-FFF2-40B4-BE49-F238E27FC236}">
                <a16:creationId xmlns:a16="http://schemas.microsoft.com/office/drawing/2014/main" id="{E5B6821C-0974-4B1F-E870-3827C270BD51}"/>
              </a:ext>
            </a:extLst>
          </p:cNvPr>
          <p:cNvCxnSpPr>
            <a:cxnSpLocks/>
          </p:cNvCxnSpPr>
          <p:nvPr/>
        </p:nvCxnSpPr>
        <p:spPr bwMode="gray">
          <a:xfrm flipV="1">
            <a:off x="3506323" y="2804399"/>
            <a:ext cx="978683" cy="217671"/>
          </a:xfrm>
          <a:prstGeom prst="bentConnector3">
            <a:avLst>
              <a:gd name="adj1" fmla="val 50680"/>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BB665640-A92D-75F9-EA61-BF5C518473EB}"/>
              </a:ext>
            </a:extLst>
          </p:cNvPr>
          <p:cNvSpPr/>
          <p:nvPr/>
        </p:nvSpPr>
        <p:spPr bwMode="gray">
          <a:xfrm>
            <a:off x="1745056" y="3814715"/>
            <a:ext cx="1385180" cy="2593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cxnSp>
        <p:nvCxnSpPr>
          <p:cNvPr id="18" name="コネクタ: カギ線 17">
            <a:extLst>
              <a:ext uri="{FF2B5EF4-FFF2-40B4-BE49-F238E27FC236}">
                <a16:creationId xmlns:a16="http://schemas.microsoft.com/office/drawing/2014/main" id="{EFB1571F-228C-F9F0-4FD8-F794C169D031}"/>
              </a:ext>
            </a:extLst>
          </p:cNvPr>
          <p:cNvCxnSpPr>
            <a:cxnSpLocks/>
          </p:cNvCxnSpPr>
          <p:nvPr/>
        </p:nvCxnSpPr>
        <p:spPr bwMode="gray">
          <a:xfrm rot="5400000" flipH="1" flipV="1">
            <a:off x="4062845" y="3097663"/>
            <a:ext cx="761592" cy="161999"/>
          </a:xfrm>
          <a:prstGeom prst="bentConnector3">
            <a:avLst>
              <a:gd name="adj1" fmla="val 964"/>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0BBD7A54-F15C-976A-DCF5-21FC6FC83305}"/>
              </a:ext>
            </a:extLst>
          </p:cNvPr>
          <p:cNvSpPr txBox="1"/>
          <p:nvPr/>
        </p:nvSpPr>
        <p:spPr bwMode="gray">
          <a:xfrm>
            <a:off x="3716645" y="2758059"/>
            <a:ext cx="258276" cy="236924"/>
          </a:xfrm>
          <a:prstGeom prst="rect">
            <a:avLst/>
          </a:prstGeom>
          <a:noFill/>
        </p:spPr>
        <p:txBody>
          <a:bodyPr wrap="none" lIns="0" tIns="0" rIns="0" bIns="0" rtlCol="0">
            <a:spAutoFit/>
          </a:bodyPr>
          <a:lstStyle/>
          <a:p>
            <a:pPr defTabSz="685800">
              <a:lnSpc>
                <a:spcPct val="140000"/>
              </a:lnSpc>
            </a:pPr>
            <a:r>
              <a:rPr kumimoji="1" lang="en-US" altLang="ja-JP" sz="1200" b="1">
                <a:solidFill>
                  <a:srgbClr val="6AD2E2"/>
                </a:solidFill>
                <a:latin typeface="Boehringer Forward Text"/>
              </a:rPr>
              <a:t>Yes</a:t>
            </a:r>
            <a:endParaRPr kumimoji="1" lang="ja-JP" altLang="en-US" sz="1200" b="1">
              <a:solidFill>
                <a:srgbClr val="6AD2E2"/>
              </a:solidFill>
              <a:latin typeface="Boehringer Forward Text"/>
            </a:endParaRPr>
          </a:p>
        </p:txBody>
      </p:sp>
      <p:sp>
        <p:nvSpPr>
          <p:cNvPr id="35" name="テキスト ボックス 34">
            <a:extLst>
              <a:ext uri="{FF2B5EF4-FFF2-40B4-BE49-F238E27FC236}">
                <a16:creationId xmlns:a16="http://schemas.microsoft.com/office/drawing/2014/main" id="{DA90C92C-2197-A703-CD41-FDB7E813B63A}"/>
              </a:ext>
            </a:extLst>
          </p:cNvPr>
          <p:cNvSpPr txBox="1"/>
          <p:nvPr/>
        </p:nvSpPr>
        <p:spPr bwMode="gray">
          <a:xfrm>
            <a:off x="4004840" y="4036817"/>
            <a:ext cx="339837" cy="323165"/>
          </a:xfrm>
          <a:prstGeom prst="rect">
            <a:avLst/>
          </a:prstGeom>
          <a:noFill/>
        </p:spPr>
        <p:txBody>
          <a:bodyPr wrap="none" lIns="0" tIns="0" rIns="0" bIns="0" rtlCol="0">
            <a:spAutoFit/>
          </a:bodyPr>
          <a:lstStyle/>
          <a:p>
            <a:pPr defTabSz="685800"/>
            <a:r>
              <a:rPr kumimoji="1" lang="en-US" altLang="ja-JP" sz="1050">
                <a:solidFill>
                  <a:prstClr val="black"/>
                </a:solidFill>
                <a:latin typeface="Boehringer Forward Text"/>
              </a:rPr>
              <a:t>Aug</a:t>
            </a:r>
          </a:p>
          <a:p>
            <a:pPr defTabSz="685800"/>
            <a:r>
              <a:rPr kumimoji="1" lang="en-US" altLang="ja-JP" sz="1050">
                <a:solidFill>
                  <a:prstClr val="black"/>
                </a:solidFill>
                <a:latin typeface="Boehringer Forward Text"/>
              </a:rPr>
              <a:t>2026</a:t>
            </a:r>
            <a:endParaRPr kumimoji="1" lang="ja-JP" altLang="en-US" sz="1050">
              <a:solidFill>
                <a:prstClr val="black"/>
              </a:solidFill>
              <a:latin typeface="Boehringer Forward Text"/>
            </a:endParaRPr>
          </a:p>
        </p:txBody>
      </p:sp>
      <p:sp>
        <p:nvSpPr>
          <p:cNvPr id="36" name="テキスト ボックス 35">
            <a:extLst>
              <a:ext uri="{FF2B5EF4-FFF2-40B4-BE49-F238E27FC236}">
                <a16:creationId xmlns:a16="http://schemas.microsoft.com/office/drawing/2014/main" id="{7E72C28E-CE62-BD89-C0BE-1BC3EABE8F53}"/>
              </a:ext>
            </a:extLst>
          </p:cNvPr>
          <p:cNvSpPr txBox="1"/>
          <p:nvPr/>
        </p:nvSpPr>
        <p:spPr bwMode="gray">
          <a:xfrm>
            <a:off x="3736948" y="3604735"/>
            <a:ext cx="368691" cy="323165"/>
          </a:xfrm>
          <a:prstGeom prst="rect">
            <a:avLst/>
          </a:prstGeom>
          <a:noFill/>
        </p:spPr>
        <p:txBody>
          <a:bodyPr wrap="none" lIns="0" tIns="0" rIns="0" bIns="0" rtlCol="0">
            <a:spAutoFit/>
          </a:bodyPr>
          <a:lstStyle/>
          <a:p>
            <a:pPr defTabSz="685800"/>
            <a:r>
              <a:rPr kumimoji="1" lang="en-US" altLang="ja-JP" sz="1050">
                <a:solidFill>
                  <a:prstClr val="black"/>
                </a:solidFill>
                <a:latin typeface="Boehringer Forward Text"/>
              </a:rPr>
              <a:t>Jan</a:t>
            </a:r>
          </a:p>
          <a:p>
            <a:pPr defTabSz="685800"/>
            <a:r>
              <a:rPr kumimoji="1" lang="en-US" altLang="ja-JP" sz="1050">
                <a:solidFill>
                  <a:prstClr val="black"/>
                </a:solidFill>
                <a:latin typeface="Boehringer Forward Text"/>
              </a:rPr>
              <a:t>2026 </a:t>
            </a:r>
            <a:endParaRPr kumimoji="1" lang="ja-JP" altLang="en-US" sz="1050">
              <a:solidFill>
                <a:prstClr val="black"/>
              </a:solidFill>
              <a:latin typeface="Boehringer Forward Text"/>
            </a:endParaRPr>
          </a:p>
        </p:txBody>
      </p:sp>
      <p:sp>
        <p:nvSpPr>
          <p:cNvPr id="37" name="テキスト ボックス 36">
            <a:extLst>
              <a:ext uri="{FF2B5EF4-FFF2-40B4-BE49-F238E27FC236}">
                <a16:creationId xmlns:a16="http://schemas.microsoft.com/office/drawing/2014/main" id="{67986023-B4F7-F74E-69DD-A776214282F7}"/>
              </a:ext>
            </a:extLst>
          </p:cNvPr>
          <p:cNvSpPr txBox="1"/>
          <p:nvPr/>
        </p:nvSpPr>
        <p:spPr bwMode="gray">
          <a:xfrm>
            <a:off x="4187322" y="3604735"/>
            <a:ext cx="339837" cy="323165"/>
          </a:xfrm>
          <a:prstGeom prst="rect">
            <a:avLst/>
          </a:prstGeom>
          <a:noFill/>
        </p:spPr>
        <p:txBody>
          <a:bodyPr wrap="none" lIns="0" tIns="0" rIns="0" bIns="0" rtlCol="0">
            <a:spAutoFit/>
          </a:bodyPr>
          <a:lstStyle/>
          <a:p>
            <a:pPr defTabSz="685800"/>
            <a:r>
              <a:rPr kumimoji="1" lang="en-US" altLang="ja-JP" sz="1050">
                <a:solidFill>
                  <a:prstClr val="black"/>
                </a:solidFill>
                <a:latin typeface="Boehringer Forward Text"/>
              </a:rPr>
              <a:t> Jun</a:t>
            </a:r>
          </a:p>
          <a:p>
            <a:pPr defTabSz="685800"/>
            <a:r>
              <a:rPr kumimoji="1" lang="en-US" altLang="ja-JP" sz="1050">
                <a:solidFill>
                  <a:prstClr val="black"/>
                </a:solidFill>
                <a:latin typeface="Boehringer Forward Text"/>
              </a:rPr>
              <a:t>2026</a:t>
            </a:r>
            <a:endParaRPr kumimoji="1" lang="ja-JP" altLang="en-US" sz="1050">
              <a:solidFill>
                <a:prstClr val="black"/>
              </a:solidFill>
              <a:latin typeface="Boehringer Forward Text"/>
            </a:endParaRPr>
          </a:p>
        </p:txBody>
      </p:sp>
      <p:cxnSp>
        <p:nvCxnSpPr>
          <p:cNvPr id="38" name="コネクタ: カギ線 37">
            <a:extLst>
              <a:ext uri="{FF2B5EF4-FFF2-40B4-BE49-F238E27FC236}">
                <a16:creationId xmlns:a16="http://schemas.microsoft.com/office/drawing/2014/main" id="{A7B24748-A122-0AC4-8E17-5AF4B3409035}"/>
              </a:ext>
            </a:extLst>
          </p:cNvPr>
          <p:cNvCxnSpPr>
            <a:cxnSpLocks/>
          </p:cNvCxnSpPr>
          <p:nvPr/>
        </p:nvCxnSpPr>
        <p:spPr bwMode="gray">
          <a:xfrm rot="5400000" flipH="1" flipV="1">
            <a:off x="3939673" y="3374757"/>
            <a:ext cx="1205885" cy="65170"/>
          </a:xfrm>
          <a:prstGeom prst="bentConnector3">
            <a:avLst>
              <a:gd name="adj1" fmla="val -677"/>
            </a:avLst>
          </a:prstGeom>
          <a:ln w="6350">
            <a:solidFill>
              <a:srgbClr val="6AD2E2"/>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C6B8876C-E92C-63F7-95A3-46A2F0E6C7C4}"/>
              </a:ext>
            </a:extLst>
          </p:cNvPr>
          <p:cNvSpPr txBox="1"/>
          <p:nvPr/>
        </p:nvSpPr>
        <p:spPr bwMode="gray">
          <a:xfrm>
            <a:off x="2946250" y="3052638"/>
            <a:ext cx="599523" cy="207301"/>
          </a:xfrm>
          <a:prstGeom prst="rect">
            <a:avLst/>
          </a:prstGeom>
          <a:noFill/>
        </p:spPr>
        <p:txBody>
          <a:bodyPr wrap="none" lIns="0" tIns="0" rIns="0" bIns="0" rtlCol="0">
            <a:spAutoFit/>
          </a:bodyPr>
          <a:lstStyle/>
          <a:p>
            <a:pPr defTabSz="685800">
              <a:lnSpc>
                <a:spcPct val="140000"/>
              </a:lnSpc>
            </a:pPr>
            <a:r>
              <a:rPr kumimoji="1" lang="en-US" altLang="ja-JP" sz="1050">
                <a:solidFill>
                  <a:prstClr val="black"/>
                </a:solidFill>
                <a:latin typeface="Boehringer Forward Text"/>
              </a:rPr>
              <a:t>Feb 2025</a:t>
            </a:r>
            <a:endParaRPr kumimoji="1" lang="ja-JP" altLang="en-US" sz="1050">
              <a:solidFill>
                <a:prstClr val="black"/>
              </a:solidFill>
              <a:latin typeface="Boehringer Forward Text"/>
            </a:endParaRPr>
          </a:p>
        </p:txBody>
      </p:sp>
      <p:sp>
        <p:nvSpPr>
          <p:cNvPr id="45" name="正方形/長方形 44">
            <a:extLst>
              <a:ext uri="{FF2B5EF4-FFF2-40B4-BE49-F238E27FC236}">
                <a16:creationId xmlns:a16="http://schemas.microsoft.com/office/drawing/2014/main" id="{043E9F26-DEB4-4416-4252-B58FD06CB14A}"/>
              </a:ext>
            </a:extLst>
          </p:cNvPr>
          <p:cNvSpPr/>
          <p:nvPr/>
        </p:nvSpPr>
        <p:spPr bwMode="gray">
          <a:xfrm>
            <a:off x="4509711" y="4100968"/>
            <a:ext cx="265210" cy="90197"/>
          </a:xfrm>
          <a:prstGeom prst="rect">
            <a:avLst/>
          </a:prstGeom>
          <a:solidFill>
            <a:schemeClr val="tx2">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kumimoji="1" lang="ja-JP" altLang="en-US" sz="1200">
              <a:solidFill>
                <a:prstClr val="black"/>
              </a:solidFill>
              <a:latin typeface="Boehringer Forward Text"/>
            </a:endParaRPr>
          </a:p>
        </p:txBody>
      </p:sp>
      <p:cxnSp>
        <p:nvCxnSpPr>
          <p:cNvPr id="46" name="コネクタ: カギ線 45">
            <a:extLst>
              <a:ext uri="{FF2B5EF4-FFF2-40B4-BE49-F238E27FC236}">
                <a16:creationId xmlns:a16="http://schemas.microsoft.com/office/drawing/2014/main" id="{14BA98A7-EA5A-2D60-D524-51B8E3CC518E}"/>
              </a:ext>
            </a:extLst>
          </p:cNvPr>
          <p:cNvCxnSpPr>
            <a:cxnSpLocks/>
          </p:cNvCxnSpPr>
          <p:nvPr/>
        </p:nvCxnSpPr>
        <p:spPr bwMode="gray">
          <a:xfrm rot="5400000" flipH="1" flipV="1">
            <a:off x="4192803" y="3429187"/>
            <a:ext cx="1341302" cy="117275"/>
          </a:xfrm>
          <a:prstGeom prst="bentConnector3">
            <a:avLst>
              <a:gd name="adj1" fmla="val -117"/>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2F7F093-8FF0-40B4-16C5-E21BC7C74A6B}"/>
              </a:ext>
            </a:extLst>
          </p:cNvPr>
          <p:cNvSpPr txBox="1"/>
          <p:nvPr/>
        </p:nvSpPr>
        <p:spPr bwMode="gray">
          <a:xfrm>
            <a:off x="4706051" y="4225611"/>
            <a:ext cx="339837" cy="323165"/>
          </a:xfrm>
          <a:prstGeom prst="rect">
            <a:avLst/>
          </a:prstGeom>
          <a:noFill/>
        </p:spPr>
        <p:txBody>
          <a:bodyPr wrap="none" lIns="0" tIns="0" rIns="0" bIns="0" rtlCol="0">
            <a:spAutoFit/>
          </a:bodyPr>
          <a:lstStyle/>
          <a:p>
            <a:pPr defTabSz="685800"/>
            <a:r>
              <a:rPr kumimoji="1" lang="en-US" altLang="ja-JP" sz="1050">
                <a:solidFill>
                  <a:prstClr val="black"/>
                </a:solidFill>
                <a:latin typeface="Boehringer Forward Text"/>
              </a:rPr>
              <a:t> Feb</a:t>
            </a:r>
          </a:p>
          <a:p>
            <a:pPr defTabSz="685800"/>
            <a:r>
              <a:rPr kumimoji="1" lang="en-US" altLang="ja-JP" sz="1050">
                <a:solidFill>
                  <a:prstClr val="black"/>
                </a:solidFill>
                <a:latin typeface="Boehringer Forward Text"/>
              </a:rPr>
              <a:t>2027</a:t>
            </a:r>
            <a:endParaRPr kumimoji="1" lang="ja-JP" altLang="en-US" sz="1050">
              <a:solidFill>
                <a:prstClr val="black"/>
              </a:solidFill>
              <a:latin typeface="Boehringer Forward Text"/>
            </a:endParaRPr>
          </a:p>
        </p:txBody>
      </p:sp>
      <p:sp>
        <p:nvSpPr>
          <p:cNvPr id="13" name="吹き出し: 線 12">
            <a:extLst>
              <a:ext uri="{FF2B5EF4-FFF2-40B4-BE49-F238E27FC236}">
                <a16:creationId xmlns:a16="http://schemas.microsoft.com/office/drawing/2014/main" id="{031F6165-473B-75AA-4A21-DAF0215D6408}"/>
              </a:ext>
            </a:extLst>
          </p:cNvPr>
          <p:cNvSpPr/>
          <p:nvPr/>
        </p:nvSpPr>
        <p:spPr bwMode="gray">
          <a:xfrm>
            <a:off x="2242924" y="3933710"/>
            <a:ext cx="1385180" cy="410402"/>
          </a:xfrm>
          <a:prstGeom prst="borderCallout1">
            <a:avLst>
              <a:gd name="adj1" fmla="val 33660"/>
              <a:gd name="adj2" fmla="val 100543"/>
              <a:gd name="adj3" fmla="val 20640"/>
              <a:gd name="adj4" fmla="val 150136"/>
            </a:avLst>
          </a:prstGeom>
          <a:solidFill>
            <a:schemeClr val="accent5">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685800"/>
            <a:r>
              <a:rPr kumimoji="1" lang="ja-JP" altLang="en-US" sz="1200">
                <a:solidFill>
                  <a:prstClr val="black"/>
                </a:solidFill>
                <a:latin typeface="Boehringer Forward Text"/>
              </a:rPr>
              <a:t>③</a:t>
            </a:r>
            <a:r>
              <a:rPr kumimoji="1" lang="en-US" altLang="ja-JP" sz="1200">
                <a:solidFill>
                  <a:prstClr val="black"/>
                </a:solidFill>
                <a:latin typeface="Boehringer Forward Text"/>
              </a:rPr>
              <a:t>Consultation</a:t>
            </a:r>
          </a:p>
          <a:p>
            <a:pPr algn="ctr" defTabSz="685800"/>
            <a:r>
              <a:rPr kumimoji="1" lang="en-US" altLang="ja-JP" sz="1200">
                <a:solidFill>
                  <a:prstClr val="black"/>
                </a:solidFill>
                <a:latin typeface="Boehringer Forward Text"/>
              </a:rPr>
              <a:t> before Ph2b</a:t>
            </a:r>
            <a:endParaRPr kumimoji="1" lang="ja-JP" altLang="en-US" sz="1200">
              <a:solidFill>
                <a:prstClr val="black"/>
              </a:solidFill>
              <a:latin typeface="Boehringer Forward Text"/>
            </a:endParaRPr>
          </a:p>
        </p:txBody>
      </p:sp>
      <p:sp>
        <p:nvSpPr>
          <p:cNvPr id="56" name="テキスト ボックス 55">
            <a:extLst>
              <a:ext uri="{FF2B5EF4-FFF2-40B4-BE49-F238E27FC236}">
                <a16:creationId xmlns:a16="http://schemas.microsoft.com/office/drawing/2014/main" id="{6D192DBD-344F-ED42-C8DA-71A6EBCFD412}"/>
              </a:ext>
            </a:extLst>
          </p:cNvPr>
          <p:cNvSpPr txBox="1"/>
          <p:nvPr/>
        </p:nvSpPr>
        <p:spPr bwMode="gray">
          <a:xfrm>
            <a:off x="4361271" y="4225611"/>
            <a:ext cx="400133" cy="323165"/>
          </a:xfrm>
          <a:prstGeom prst="rect">
            <a:avLst/>
          </a:prstGeom>
          <a:noFill/>
        </p:spPr>
        <p:txBody>
          <a:bodyPr wrap="square" lIns="0" tIns="0" rIns="0" bIns="0" rtlCol="0">
            <a:spAutoFit/>
          </a:bodyPr>
          <a:lstStyle/>
          <a:p>
            <a:pPr defTabSz="685800"/>
            <a:r>
              <a:rPr kumimoji="1" lang="en-US" altLang="ja-JP" sz="1050">
                <a:solidFill>
                  <a:prstClr val="black"/>
                </a:solidFill>
                <a:latin typeface="Boehringer Forward Text"/>
              </a:rPr>
              <a:t>Oct</a:t>
            </a:r>
          </a:p>
          <a:p>
            <a:pPr defTabSz="685800"/>
            <a:r>
              <a:rPr kumimoji="1" lang="en-US" altLang="ja-JP" sz="1050">
                <a:solidFill>
                  <a:prstClr val="black"/>
                </a:solidFill>
                <a:latin typeface="Boehringer Forward Text"/>
              </a:rPr>
              <a:t>2026</a:t>
            </a:r>
            <a:endParaRPr kumimoji="1" lang="ja-JP" altLang="en-US" sz="1050">
              <a:solidFill>
                <a:prstClr val="black"/>
              </a:solidFill>
              <a:latin typeface="Boehringer Forward Text"/>
            </a:endParaRPr>
          </a:p>
        </p:txBody>
      </p:sp>
      <p:sp>
        <p:nvSpPr>
          <p:cNvPr id="59" name="テキスト ボックス 58">
            <a:extLst>
              <a:ext uri="{FF2B5EF4-FFF2-40B4-BE49-F238E27FC236}">
                <a16:creationId xmlns:a16="http://schemas.microsoft.com/office/drawing/2014/main" id="{E98B7C32-34F0-039A-E770-4EA92674F03A}"/>
              </a:ext>
            </a:extLst>
          </p:cNvPr>
          <p:cNvSpPr txBox="1"/>
          <p:nvPr/>
        </p:nvSpPr>
        <p:spPr bwMode="gray">
          <a:xfrm>
            <a:off x="4606871" y="3367795"/>
            <a:ext cx="258276" cy="236924"/>
          </a:xfrm>
          <a:prstGeom prst="rect">
            <a:avLst/>
          </a:prstGeom>
          <a:noFill/>
        </p:spPr>
        <p:txBody>
          <a:bodyPr wrap="none" lIns="0" tIns="0" rIns="0" bIns="0" rtlCol="0">
            <a:spAutoFit/>
          </a:bodyPr>
          <a:lstStyle/>
          <a:p>
            <a:pPr defTabSz="685800">
              <a:lnSpc>
                <a:spcPct val="140000"/>
              </a:lnSpc>
            </a:pPr>
            <a:r>
              <a:rPr kumimoji="1" lang="en-US" altLang="ja-JP" sz="1200" b="1">
                <a:solidFill>
                  <a:srgbClr val="6AD2E2"/>
                </a:solidFill>
                <a:latin typeface="Boehringer Forward Text"/>
              </a:rPr>
              <a:t>Yes</a:t>
            </a:r>
            <a:endParaRPr kumimoji="1" lang="ja-JP" altLang="en-US" sz="1200" b="1">
              <a:solidFill>
                <a:srgbClr val="6AD2E2"/>
              </a:solidFill>
              <a:latin typeface="Boehringer Forward Text"/>
            </a:endParaRPr>
          </a:p>
        </p:txBody>
      </p:sp>
      <p:sp>
        <p:nvSpPr>
          <p:cNvPr id="60" name="テキスト ボックス 59">
            <a:extLst>
              <a:ext uri="{FF2B5EF4-FFF2-40B4-BE49-F238E27FC236}">
                <a16:creationId xmlns:a16="http://schemas.microsoft.com/office/drawing/2014/main" id="{843B0D46-A3D0-693A-51D8-C6EE39EE94DA}"/>
              </a:ext>
            </a:extLst>
          </p:cNvPr>
          <p:cNvSpPr txBox="1"/>
          <p:nvPr/>
        </p:nvSpPr>
        <p:spPr bwMode="gray">
          <a:xfrm>
            <a:off x="4986457" y="3617528"/>
            <a:ext cx="214802" cy="236924"/>
          </a:xfrm>
          <a:prstGeom prst="rect">
            <a:avLst/>
          </a:prstGeom>
          <a:noFill/>
        </p:spPr>
        <p:txBody>
          <a:bodyPr wrap="none" lIns="0" tIns="0" rIns="0" bIns="0" rtlCol="0">
            <a:spAutoFit/>
          </a:bodyPr>
          <a:lstStyle/>
          <a:p>
            <a:pPr defTabSz="685800">
              <a:lnSpc>
                <a:spcPct val="140000"/>
              </a:lnSpc>
            </a:pPr>
            <a:r>
              <a:rPr kumimoji="1" lang="en-US" altLang="ja-JP" sz="1200">
                <a:solidFill>
                  <a:srgbClr val="FF0000"/>
                </a:solidFill>
                <a:latin typeface="Boehringer Forward Text"/>
              </a:rPr>
              <a:t>No</a:t>
            </a:r>
            <a:endParaRPr kumimoji="1" lang="ja-JP" altLang="en-US" sz="1200">
              <a:solidFill>
                <a:srgbClr val="FF0000"/>
              </a:solidFill>
              <a:latin typeface="Boehringer Forward Text"/>
            </a:endParaRPr>
          </a:p>
        </p:txBody>
      </p:sp>
      <p:sp>
        <p:nvSpPr>
          <p:cNvPr id="61" name="吹き出し: 四角形 60">
            <a:extLst>
              <a:ext uri="{FF2B5EF4-FFF2-40B4-BE49-F238E27FC236}">
                <a16:creationId xmlns:a16="http://schemas.microsoft.com/office/drawing/2014/main" id="{272FFC9B-6952-005F-A3B6-8E039A93375D}"/>
              </a:ext>
            </a:extLst>
          </p:cNvPr>
          <p:cNvSpPr/>
          <p:nvPr/>
        </p:nvSpPr>
        <p:spPr bwMode="gray">
          <a:xfrm>
            <a:off x="5567881" y="1466662"/>
            <a:ext cx="2946557" cy="488887"/>
          </a:xfrm>
          <a:prstGeom prst="wedgeRectCallout">
            <a:avLst>
              <a:gd name="adj1" fmla="val -41640"/>
              <a:gd name="adj2" fmla="val 75000"/>
            </a:avLst>
          </a:prstGeom>
          <a:solidFill>
            <a:srgbClr val="D2F2F7"/>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kumimoji="1" lang="en-US" altLang="ja-JP" sz="1200">
                <a:solidFill>
                  <a:prstClr val="black"/>
                </a:solidFill>
                <a:latin typeface="Boehringer Forward Text"/>
              </a:rPr>
              <a:t>Try to recruit Asian patients </a:t>
            </a:r>
          </a:p>
          <a:p>
            <a:pPr algn="ctr" defTabSz="685800"/>
            <a:r>
              <a:rPr kumimoji="1" lang="en-US" altLang="ja-JP" sz="1200">
                <a:solidFill>
                  <a:prstClr val="black"/>
                </a:solidFill>
                <a:latin typeface="Boehringer Forward Text"/>
              </a:rPr>
              <a:t>(living in U.S, European countries </a:t>
            </a:r>
            <a:r>
              <a:rPr kumimoji="1" lang="en-US" altLang="ja-JP" sz="1200" err="1">
                <a:solidFill>
                  <a:prstClr val="black"/>
                </a:solidFill>
                <a:latin typeface="Boehringer Forward Text"/>
              </a:rPr>
              <a:t>etc</a:t>
            </a:r>
            <a:r>
              <a:rPr kumimoji="1" lang="en-US" altLang="ja-JP" sz="1200">
                <a:solidFill>
                  <a:prstClr val="black"/>
                </a:solidFill>
                <a:latin typeface="Boehringer Forward Text"/>
              </a:rPr>
              <a:t>)</a:t>
            </a:r>
            <a:endParaRPr kumimoji="1" lang="ja-JP" altLang="en-US" sz="1200">
              <a:solidFill>
                <a:prstClr val="black"/>
              </a:solidFill>
              <a:latin typeface="Boehringer Forward Text"/>
            </a:endParaRPr>
          </a:p>
        </p:txBody>
      </p:sp>
      <p:cxnSp>
        <p:nvCxnSpPr>
          <p:cNvPr id="19" name="直線矢印コネクタ 18">
            <a:extLst>
              <a:ext uri="{FF2B5EF4-FFF2-40B4-BE49-F238E27FC236}">
                <a16:creationId xmlns:a16="http://schemas.microsoft.com/office/drawing/2014/main" id="{62163394-4BFC-4169-F37F-38982604142D}"/>
              </a:ext>
            </a:extLst>
          </p:cNvPr>
          <p:cNvCxnSpPr>
            <a:cxnSpLocks/>
          </p:cNvCxnSpPr>
          <p:nvPr/>
        </p:nvCxnSpPr>
        <p:spPr bwMode="gray">
          <a:xfrm>
            <a:off x="3536217" y="3068411"/>
            <a:ext cx="423042" cy="299384"/>
          </a:xfrm>
          <a:prstGeom prst="straightConnector1">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8F557F41-D940-7A1F-115A-63B304B29F21}"/>
              </a:ext>
            </a:extLst>
          </p:cNvPr>
          <p:cNvSpPr txBox="1"/>
          <p:nvPr/>
        </p:nvSpPr>
        <p:spPr bwMode="gray">
          <a:xfrm>
            <a:off x="3743297" y="3003606"/>
            <a:ext cx="214802" cy="236924"/>
          </a:xfrm>
          <a:prstGeom prst="rect">
            <a:avLst/>
          </a:prstGeom>
          <a:noFill/>
        </p:spPr>
        <p:txBody>
          <a:bodyPr wrap="none" lIns="0" tIns="0" rIns="0" bIns="0" rtlCol="0">
            <a:spAutoFit/>
          </a:bodyPr>
          <a:lstStyle/>
          <a:p>
            <a:pPr defTabSz="685800">
              <a:lnSpc>
                <a:spcPct val="140000"/>
              </a:lnSpc>
            </a:pPr>
            <a:r>
              <a:rPr kumimoji="1" lang="en-US" altLang="ja-JP" sz="1200">
                <a:solidFill>
                  <a:srgbClr val="FF0000"/>
                </a:solidFill>
                <a:latin typeface="Boehringer Forward Text"/>
              </a:rPr>
              <a:t>No</a:t>
            </a:r>
            <a:endParaRPr kumimoji="1" lang="ja-JP" altLang="en-US" sz="1200">
              <a:solidFill>
                <a:srgbClr val="FF0000"/>
              </a:solidFill>
              <a:latin typeface="Boehringer Forward Text"/>
            </a:endParaRPr>
          </a:p>
        </p:txBody>
      </p:sp>
      <p:sp>
        <p:nvSpPr>
          <p:cNvPr id="11" name="Rectangle 10">
            <a:extLst>
              <a:ext uri="{FF2B5EF4-FFF2-40B4-BE49-F238E27FC236}">
                <a16:creationId xmlns:a16="http://schemas.microsoft.com/office/drawing/2014/main" id="{CDB5CAEF-7A07-6819-611C-335FC40444E9}"/>
              </a:ext>
            </a:extLst>
          </p:cNvPr>
          <p:cNvSpPr/>
          <p:nvPr/>
        </p:nvSpPr>
        <p:spPr bwMode="gray">
          <a:xfrm>
            <a:off x="3290914" y="1983256"/>
            <a:ext cx="567577" cy="106769"/>
          </a:xfrm>
          <a:prstGeom prst="rect">
            <a:avLst/>
          </a:prstGeom>
          <a:solidFill>
            <a:schemeClr val="bg1">
              <a:lumMod val="6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kumimoji="1" lang="en-US" sz="1200">
              <a:solidFill>
                <a:prstClr val="black"/>
              </a:solidFill>
              <a:latin typeface="Boehringer Forward Text"/>
            </a:endParaRPr>
          </a:p>
        </p:txBody>
      </p:sp>
      <p:sp>
        <p:nvSpPr>
          <p:cNvPr id="16" name="Rectangle 15">
            <a:extLst>
              <a:ext uri="{FF2B5EF4-FFF2-40B4-BE49-F238E27FC236}">
                <a16:creationId xmlns:a16="http://schemas.microsoft.com/office/drawing/2014/main" id="{700086A3-F3FE-9176-FAAC-E3D6D5A329C2}"/>
              </a:ext>
            </a:extLst>
          </p:cNvPr>
          <p:cNvSpPr/>
          <p:nvPr/>
        </p:nvSpPr>
        <p:spPr bwMode="gray">
          <a:xfrm>
            <a:off x="2653146" y="1955549"/>
            <a:ext cx="2636947" cy="165882"/>
          </a:xfrm>
          <a:prstGeom prst="rect">
            <a:avLst/>
          </a:prstGeom>
          <a:noFill/>
          <a:ln w="19050">
            <a:solidFill>
              <a:srgbClr val="B7B6B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kumimoji="1" lang="en-US" sz="1200">
              <a:solidFill>
                <a:prstClr val="black"/>
              </a:solidFill>
              <a:latin typeface="Boehringer Forward Text"/>
            </a:endParaRPr>
          </a:p>
        </p:txBody>
      </p:sp>
      <p:sp>
        <p:nvSpPr>
          <p:cNvPr id="17" name="テキスト ボックス 16">
            <a:extLst>
              <a:ext uri="{FF2B5EF4-FFF2-40B4-BE49-F238E27FC236}">
                <a16:creationId xmlns:a16="http://schemas.microsoft.com/office/drawing/2014/main" id="{B6272C1E-467A-93B5-2CD1-91698CB0C242}"/>
              </a:ext>
            </a:extLst>
          </p:cNvPr>
          <p:cNvSpPr txBox="1"/>
          <p:nvPr/>
        </p:nvSpPr>
        <p:spPr bwMode="gray">
          <a:xfrm>
            <a:off x="4980987" y="2815449"/>
            <a:ext cx="339837" cy="323165"/>
          </a:xfrm>
          <a:prstGeom prst="rect">
            <a:avLst/>
          </a:prstGeom>
          <a:noFill/>
        </p:spPr>
        <p:txBody>
          <a:bodyPr wrap="none" lIns="0" tIns="0" rIns="0" bIns="0" rtlCol="0">
            <a:spAutoFit/>
          </a:bodyPr>
          <a:lstStyle/>
          <a:p>
            <a:pPr defTabSz="685800"/>
            <a:r>
              <a:rPr kumimoji="1" lang="en-US" altLang="ja-JP" sz="1050">
                <a:solidFill>
                  <a:prstClr val="black"/>
                </a:solidFill>
                <a:latin typeface="Boehringer Forward Text"/>
              </a:rPr>
              <a:t> Jun</a:t>
            </a:r>
          </a:p>
          <a:p>
            <a:pPr defTabSz="685800"/>
            <a:r>
              <a:rPr kumimoji="1" lang="en-US" altLang="ja-JP" sz="1050">
                <a:solidFill>
                  <a:prstClr val="black"/>
                </a:solidFill>
                <a:latin typeface="Boehringer Forward Text"/>
              </a:rPr>
              <a:t>2027</a:t>
            </a:r>
            <a:endParaRPr kumimoji="1" lang="ja-JP" altLang="en-US" sz="1050">
              <a:solidFill>
                <a:prstClr val="black"/>
              </a:solidFill>
              <a:latin typeface="Boehringer Forward Text"/>
            </a:endParaRPr>
          </a:p>
        </p:txBody>
      </p:sp>
      <p:sp>
        <p:nvSpPr>
          <p:cNvPr id="21" name="TextBox 20">
            <a:extLst>
              <a:ext uri="{FF2B5EF4-FFF2-40B4-BE49-F238E27FC236}">
                <a16:creationId xmlns:a16="http://schemas.microsoft.com/office/drawing/2014/main" id="{0008950B-9143-E4A4-F52E-DAED1F816F7B}"/>
              </a:ext>
            </a:extLst>
          </p:cNvPr>
          <p:cNvSpPr txBox="1"/>
          <p:nvPr/>
        </p:nvSpPr>
        <p:spPr bwMode="gray">
          <a:xfrm>
            <a:off x="1446661" y="4513890"/>
            <a:ext cx="2412520" cy="387735"/>
          </a:xfrm>
          <a:prstGeom prst="rect">
            <a:avLst/>
          </a:prstGeom>
          <a:noFill/>
        </p:spPr>
        <p:txBody>
          <a:bodyPr wrap="none" lIns="0" tIns="0" rIns="0" bIns="0" rtlCol="0">
            <a:spAutoFit/>
          </a:bodyPr>
          <a:lstStyle/>
          <a:p>
            <a:pPr defTabSz="685800">
              <a:lnSpc>
                <a:spcPct val="140000"/>
              </a:lnSpc>
            </a:pPr>
            <a:r>
              <a:rPr kumimoji="1" lang="en-US" sz="975" b="1">
                <a:solidFill>
                  <a:srgbClr val="6AD2E2"/>
                </a:solidFill>
                <a:latin typeface="Boehringer Forward Text"/>
              </a:rPr>
              <a:t>Yes</a:t>
            </a:r>
            <a:r>
              <a:rPr kumimoji="1" lang="en-US" sz="900" b="1">
                <a:solidFill>
                  <a:prstClr val="black"/>
                </a:solidFill>
                <a:latin typeface="Boehringer Forward Text"/>
              </a:rPr>
              <a:t>=</a:t>
            </a:r>
            <a:r>
              <a:rPr kumimoji="1" lang="en-US" sz="900">
                <a:solidFill>
                  <a:prstClr val="black"/>
                </a:solidFill>
                <a:latin typeface="Boehringer Forward Text"/>
              </a:rPr>
              <a:t> acceptable to</a:t>
            </a:r>
            <a:r>
              <a:rPr kumimoji="1" lang="en-US" altLang="ja-JP" sz="900">
                <a:solidFill>
                  <a:prstClr val="black"/>
                </a:solidFill>
                <a:latin typeface="Boehringer Forward Text"/>
              </a:rPr>
              <a:t> join gPh2 w/o J-Ph1 data</a:t>
            </a:r>
          </a:p>
          <a:p>
            <a:pPr defTabSz="685800">
              <a:lnSpc>
                <a:spcPct val="140000"/>
              </a:lnSpc>
            </a:pPr>
            <a:r>
              <a:rPr kumimoji="1" lang="en-US" sz="900">
                <a:solidFill>
                  <a:srgbClr val="F62B2B"/>
                </a:solidFill>
                <a:latin typeface="Boehringer Forward Text"/>
              </a:rPr>
              <a:t>No</a:t>
            </a:r>
            <a:r>
              <a:rPr kumimoji="1" lang="en-US" sz="900">
                <a:solidFill>
                  <a:prstClr val="black"/>
                </a:solidFill>
                <a:latin typeface="Boehringer Forward Text"/>
              </a:rPr>
              <a:t>=</a:t>
            </a:r>
            <a:r>
              <a:rPr kumimoji="1" lang="en-US" altLang="ja-JP" sz="900">
                <a:solidFill>
                  <a:prstClr val="black"/>
                </a:solidFill>
                <a:latin typeface="Boehringer Forward Text"/>
              </a:rPr>
              <a:t>J-Ph1 data to be available before gPh2</a:t>
            </a:r>
            <a:endParaRPr kumimoji="1" lang="en-US" sz="900">
              <a:solidFill>
                <a:prstClr val="black"/>
              </a:solidFill>
              <a:latin typeface="Boehringer Forward Text"/>
            </a:endParaRPr>
          </a:p>
        </p:txBody>
      </p:sp>
    </p:spTree>
    <p:extLst>
      <p:ext uri="{BB962C8B-B14F-4D97-AF65-F5344CB8AC3E}">
        <p14:creationId xmlns:p14="http://schemas.microsoft.com/office/powerpoint/2010/main" val="3117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10" grpId="0" animBg="1"/>
      <p:bldP spid="7" grpId="0" animBg="1"/>
      <p:bldP spid="35" grpId="0"/>
      <p:bldP spid="36" grpId="0"/>
      <p:bldP spid="37" grpId="0"/>
      <p:bldP spid="45" grpId="0" animBg="1"/>
      <p:bldP spid="54" grpId="0"/>
      <p:bldP spid="13" grpId="0" animBg="1"/>
      <p:bldP spid="56" grpId="0"/>
      <p:bldP spid="59" grpId="0"/>
      <p:bldP spid="60" grpId="0"/>
      <p:bldP spid="61" grpId="0" animBg="1"/>
      <p:bldP spid="20" grpId="0"/>
      <p:bldP spid="17"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A915B-3E2B-51E6-1043-93255C940998}"/>
              </a:ext>
            </a:extLst>
          </p:cNvPr>
          <p:cNvSpPr>
            <a:spLocks noGrp="1"/>
          </p:cNvSpPr>
          <p:nvPr>
            <p:ph type="title"/>
          </p:nvPr>
        </p:nvSpPr>
        <p:spPr/>
        <p:txBody>
          <a:bodyPr/>
          <a:lstStyle/>
          <a:p>
            <a:r>
              <a:rPr lang="en-US"/>
              <a:t>China PK Study Needs</a:t>
            </a:r>
          </a:p>
        </p:txBody>
      </p:sp>
      <p:sp>
        <p:nvSpPr>
          <p:cNvPr id="3" name="Content Placeholder 2">
            <a:extLst>
              <a:ext uri="{FF2B5EF4-FFF2-40B4-BE49-F238E27FC236}">
                <a16:creationId xmlns:a16="http://schemas.microsoft.com/office/drawing/2014/main" id="{772591F5-4266-42EC-36FA-7EDC6BDADFF4}"/>
              </a:ext>
            </a:extLst>
          </p:cNvPr>
          <p:cNvSpPr>
            <a:spLocks noGrp="1"/>
          </p:cNvSpPr>
          <p:nvPr>
            <p:ph idx="1"/>
          </p:nvPr>
        </p:nvSpPr>
        <p:spPr/>
        <p:txBody>
          <a:bodyPr/>
          <a:lstStyle/>
          <a:p>
            <a:r>
              <a:rPr lang="en-US"/>
              <a:t>PK data on Chinese population is considered pre-requisite to further join global MRCT study, based on industry intelligence. </a:t>
            </a:r>
          </a:p>
          <a:p>
            <a:pPr lvl="1"/>
            <a:r>
              <a:rPr lang="en-US"/>
              <a:t>We learn from some industry intelligence that evaluation division of IBD in CDE require PK study in Chinese subjects prior to further trials in China.  (5 companies got CDE reviewer's request to conduct China PK study ahead of join global Ph2 or Ph3. The requests seem neither related to study phase (ph2 or ph3), nor related to compound modality (small molecule or biologics), nor JP PK data availability.)</a:t>
            </a:r>
          </a:p>
          <a:p>
            <a:r>
              <a:rPr lang="en-US" altLang="zh-CN"/>
              <a:t>If Pan Asian PK study is not planned in JP, t</a:t>
            </a:r>
            <a:r>
              <a:rPr lang="en-US"/>
              <a:t>o ensure China can join global phase IIb study smoothly with enough recruitment window, a dedicated China PK study is necessary.</a:t>
            </a:r>
          </a:p>
        </p:txBody>
      </p:sp>
      <p:sp>
        <p:nvSpPr>
          <p:cNvPr id="4" name="Text Placeholder 3">
            <a:extLst>
              <a:ext uri="{FF2B5EF4-FFF2-40B4-BE49-F238E27FC236}">
                <a16:creationId xmlns:a16="http://schemas.microsoft.com/office/drawing/2014/main" id="{AC74EFE0-2C65-915D-5697-19B56C94E380}"/>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8A680600-F98C-FA3D-CC95-0356472EA6AA}"/>
              </a:ext>
            </a:extLst>
          </p:cNvPr>
          <p:cNvSpPr>
            <a:spLocks noGrp="1"/>
          </p:cNvSpPr>
          <p:nvPr>
            <p:ph type="ftr" sz="quarter" idx="19"/>
          </p:nvPr>
        </p:nvSpPr>
        <p:spPr/>
        <p:txBody>
          <a:bodyPr/>
          <a:lstStyle/>
          <a:p>
            <a:pPr defTabSz="685800"/>
            <a:r>
              <a:rPr lang="en-US">
                <a:solidFill>
                  <a:srgbClr val="08312A"/>
                </a:solidFill>
                <a:latin typeface="Boehringer Forward Text"/>
              </a:rPr>
              <a:t>Presentation title    |    ONLY FOR INTERNAL USE</a:t>
            </a:r>
          </a:p>
        </p:txBody>
      </p:sp>
      <p:sp>
        <p:nvSpPr>
          <p:cNvPr id="6" name="Slide Number Placeholder 5">
            <a:extLst>
              <a:ext uri="{FF2B5EF4-FFF2-40B4-BE49-F238E27FC236}">
                <a16:creationId xmlns:a16="http://schemas.microsoft.com/office/drawing/2014/main" id="{74460C92-C5EC-4058-9A0C-12F7A1D9D9F5}"/>
              </a:ext>
            </a:extLst>
          </p:cNvPr>
          <p:cNvSpPr>
            <a:spLocks noGrp="1"/>
          </p:cNvSpPr>
          <p:nvPr>
            <p:ph type="sldNum" sz="quarter" idx="20"/>
          </p:nvPr>
        </p:nvSpPr>
        <p:spPr/>
        <p:txBody>
          <a:bodyPr/>
          <a:lstStyle/>
          <a:p>
            <a:pPr defTabSz="685800"/>
            <a:fld id="{DF4E8F9F-5B1F-4F5B-BE49-3245D8C18D9F}" type="slidenum">
              <a:rPr lang="en-US">
                <a:solidFill>
                  <a:srgbClr val="08312A"/>
                </a:solidFill>
                <a:latin typeface="Boehringer Forward Text"/>
              </a:rPr>
              <a:pPr defTabSz="685800"/>
              <a:t>45</a:t>
            </a:fld>
            <a:endParaRPr lang="en-US">
              <a:solidFill>
                <a:srgbClr val="08312A"/>
              </a:solidFill>
              <a:latin typeface="Boehringer Forward Text"/>
            </a:endParaRPr>
          </a:p>
        </p:txBody>
      </p:sp>
    </p:spTree>
    <p:extLst>
      <p:ext uri="{BB962C8B-B14F-4D97-AF65-F5344CB8AC3E}">
        <p14:creationId xmlns:p14="http://schemas.microsoft.com/office/powerpoint/2010/main" val="35994494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359570" y="88616"/>
            <a:ext cx="8424863" cy="374076"/>
          </a:xfrm>
        </p:spPr>
        <p:txBody>
          <a:bodyPr/>
          <a:lstStyle/>
          <a:p>
            <a:r>
              <a:rPr lang="en-US" altLang="zh-CN"/>
              <a:t>Inflammation Product Overview</a:t>
            </a:r>
          </a:p>
        </p:txBody>
      </p:sp>
      <p:sp>
        <p:nvSpPr>
          <p:cNvPr id="4" name="灯片编号占位符 3"/>
          <p:cNvSpPr>
            <a:spLocks noGrp="1"/>
          </p:cNvSpPr>
          <p:nvPr>
            <p:ph type="sldNum" sz="quarter" idx="11"/>
          </p:nvPr>
        </p:nvSpPr>
        <p:spPr/>
        <p:txBody>
          <a:bodyPr/>
          <a:lstStyle/>
          <a:p>
            <a:pPr defTabSz="685749">
              <a:defRPr/>
            </a:pPr>
            <a:fld id="{143B55C4-4F5A-416B-997D-6CE47EB0A945}" type="slidenum">
              <a:rPr lang="en-GB" sz="800">
                <a:solidFill>
                  <a:srgbClr val="FFFFFF">
                    <a:lumMod val="50000"/>
                  </a:srgbClr>
                </a:solidFill>
                <a:latin typeface="BISans" panose="02000503040000020004" pitchFamily="2" charset="0"/>
              </a:rPr>
              <a:pPr defTabSz="685749">
                <a:defRPr/>
              </a:pPr>
              <a:t>46</a:t>
            </a:fld>
            <a:endParaRPr lang="en-GB" sz="800">
              <a:solidFill>
                <a:srgbClr val="FFFFFF">
                  <a:lumMod val="50000"/>
                </a:srgbClr>
              </a:solidFill>
              <a:latin typeface="BISans" panose="02000503040000020004" pitchFamily="2" charset="0"/>
            </a:endParaRPr>
          </a:p>
        </p:txBody>
      </p:sp>
      <p:graphicFrame>
        <p:nvGraphicFramePr>
          <p:cNvPr id="3" name="表格 2">
            <a:extLst>
              <a:ext uri="{FF2B5EF4-FFF2-40B4-BE49-F238E27FC236}">
                <a16:creationId xmlns:a16="http://schemas.microsoft.com/office/drawing/2014/main" id="{42627265-6254-5D05-37A2-610AB63446DB}"/>
              </a:ext>
            </a:extLst>
          </p:cNvPr>
          <p:cNvGraphicFramePr>
            <a:graphicFrameLocks noGrp="1"/>
          </p:cNvGraphicFramePr>
          <p:nvPr>
            <p:extLst>
              <p:ext uri="{D42A27DB-BD31-4B8C-83A1-F6EECF244321}">
                <p14:modId xmlns:p14="http://schemas.microsoft.com/office/powerpoint/2010/main" val="3543222555"/>
              </p:ext>
            </p:extLst>
          </p:nvPr>
        </p:nvGraphicFramePr>
        <p:xfrm>
          <a:off x="61912" y="1130522"/>
          <a:ext cx="9020176" cy="3095816"/>
        </p:xfrm>
        <a:graphic>
          <a:graphicData uri="http://schemas.openxmlformats.org/drawingml/2006/table">
            <a:tbl>
              <a:tblPr firstRow="1" bandRow="1">
                <a:tableStyleId>{5C22544A-7EE6-4342-B048-85BDC9FD1C3A}</a:tableStyleId>
              </a:tblPr>
              <a:tblGrid>
                <a:gridCol w="1208399">
                  <a:extLst>
                    <a:ext uri="{9D8B030D-6E8A-4147-A177-3AD203B41FA5}">
                      <a16:colId xmlns:a16="http://schemas.microsoft.com/office/drawing/2014/main" val="2252930927"/>
                    </a:ext>
                  </a:extLst>
                </a:gridCol>
                <a:gridCol w="647017">
                  <a:extLst>
                    <a:ext uri="{9D8B030D-6E8A-4147-A177-3AD203B41FA5}">
                      <a16:colId xmlns:a16="http://schemas.microsoft.com/office/drawing/2014/main" val="351198493"/>
                    </a:ext>
                  </a:extLst>
                </a:gridCol>
                <a:gridCol w="1227429">
                  <a:extLst>
                    <a:ext uri="{9D8B030D-6E8A-4147-A177-3AD203B41FA5}">
                      <a16:colId xmlns:a16="http://schemas.microsoft.com/office/drawing/2014/main" val="4131575568"/>
                    </a:ext>
                  </a:extLst>
                </a:gridCol>
                <a:gridCol w="723137">
                  <a:extLst>
                    <a:ext uri="{9D8B030D-6E8A-4147-A177-3AD203B41FA5}">
                      <a16:colId xmlns:a16="http://schemas.microsoft.com/office/drawing/2014/main" val="1414913374"/>
                    </a:ext>
                  </a:extLst>
                </a:gridCol>
                <a:gridCol w="742166">
                  <a:extLst>
                    <a:ext uri="{9D8B030D-6E8A-4147-A177-3AD203B41FA5}">
                      <a16:colId xmlns:a16="http://schemas.microsoft.com/office/drawing/2014/main" val="3969963600"/>
                    </a:ext>
                  </a:extLst>
                </a:gridCol>
                <a:gridCol w="675562">
                  <a:extLst>
                    <a:ext uri="{9D8B030D-6E8A-4147-A177-3AD203B41FA5}">
                      <a16:colId xmlns:a16="http://schemas.microsoft.com/office/drawing/2014/main" val="609413913"/>
                    </a:ext>
                  </a:extLst>
                </a:gridCol>
                <a:gridCol w="3606167">
                  <a:extLst>
                    <a:ext uri="{9D8B030D-6E8A-4147-A177-3AD203B41FA5}">
                      <a16:colId xmlns:a16="http://schemas.microsoft.com/office/drawing/2014/main" val="3997765776"/>
                    </a:ext>
                  </a:extLst>
                </a:gridCol>
                <a:gridCol w="190299">
                  <a:extLst>
                    <a:ext uri="{9D8B030D-6E8A-4147-A177-3AD203B41FA5}">
                      <a16:colId xmlns:a16="http://schemas.microsoft.com/office/drawing/2014/main" val="1843762105"/>
                    </a:ext>
                  </a:extLst>
                </a:gridCol>
              </a:tblGrid>
              <a:tr h="345948">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panose="020F0502020204030204" pitchFamily="34" charset="0"/>
                        </a:rPr>
                        <a:t>Substance/</a:t>
                      </a:r>
                      <a:endParaRPr lang="en-US" altLang="zh-CN" sz="1400" b="0" i="0" u="none" strike="noStrike">
                        <a:effectLst/>
                        <a:highlight>
                          <a:srgbClr val="18927D"/>
                        </a:highlight>
                        <a:latin typeface="Arial" panose="020B0604020202020204" pitchFamily="34" charset="0"/>
                      </a:endParaRPr>
                    </a:p>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panose="020F0502020204030204" pitchFamily="34" charset="0"/>
                        </a:rPr>
                        <a:t>MOA/Formulation</a:t>
                      </a:r>
                      <a:endParaRPr lang="en-US" altLang="zh-CN" sz="1400" b="0" i="0" u="none" strike="noStrike">
                        <a:effectLst/>
                        <a:highlight>
                          <a:srgbClr val="18927D"/>
                        </a:highlight>
                        <a:latin typeface="Arial" panose="020B0604020202020204" pitchFamily="34" charset="0"/>
                      </a:endParaRPr>
                    </a:p>
                  </a:txBody>
                  <a:tcPr marL="52197" marR="52197" marT="21431" marB="2143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panose="020F0502020204030204" pitchFamily="34" charset="0"/>
                        </a:rPr>
                        <a:t>Indication</a:t>
                      </a:r>
                      <a:endParaRPr lang="en-US" altLang="zh-CN" sz="1400" b="0" i="0" u="none" strike="noStrike">
                        <a:effectLst/>
                        <a:highlight>
                          <a:srgbClr val="18927D"/>
                        </a:highlight>
                        <a:latin typeface="Arial" panose="020B0604020202020204" pitchFamily="34" charset="0"/>
                      </a:endParaRPr>
                    </a:p>
                  </a:txBody>
                  <a:tcPr marL="52197" marR="52197" marT="21431" marB="21431"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a:rPr>
                        <a:t>Study type/Global</a:t>
                      </a:r>
                      <a:r>
                        <a:rPr lang="en-US" sz="800" b="1" i="0" u="none" strike="noStrike" kern="1200" baseline="0">
                          <a:solidFill>
                            <a:srgbClr val="FFFFFF"/>
                          </a:solidFill>
                          <a:effectLst/>
                          <a:highlight>
                            <a:srgbClr val="18927D"/>
                          </a:highlight>
                          <a:latin typeface="Calibri"/>
                        </a:rPr>
                        <a:t> </a:t>
                      </a:r>
                      <a:r>
                        <a:rPr lang="en-US" sz="800" b="1" i="0" u="none" strike="noStrike" kern="1200">
                          <a:solidFill>
                            <a:srgbClr val="FFFFFF"/>
                          </a:solidFill>
                          <a:effectLst/>
                          <a:highlight>
                            <a:srgbClr val="18927D"/>
                          </a:highlight>
                          <a:latin typeface="Calibri"/>
                        </a:rPr>
                        <a:t>Status</a:t>
                      </a:r>
                      <a:endParaRPr lang="en-US" altLang="zh-CN" sz="1400" b="0" i="0" u="none" strike="noStrike">
                        <a:effectLst/>
                        <a:highlight>
                          <a:srgbClr val="18927D"/>
                        </a:highlight>
                        <a:latin typeface="Calibri"/>
                      </a:endParaRPr>
                    </a:p>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panose="020F0502020204030204" pitchFamily="34" charset="0"/>
                        </a:rPr>
                        <a:t>(Study</a:t>
                      </a:r>
                      <a:r>
                        <a:rPr lang="en-US" sz="800" b="1" i="0" u="none" strike="noStrike" kern="1200" baseline="0">
                          <a:solidFill>
                            <a:srgbClr val="FFFFFF"/>
                          </a:solidFill>
                          <a:effectLst/>
                          <a:highlight>
                            <a:srgbClr val="18927D"/>
                          </a:highlight>
                          <a:latin typeface="Calibri" panose="020F0502020204030204" pitchFamily="34" charset="0"/>
                        </a:rPr>
                        <a:t> no.: FPI-LPO, CTR</a:t>
                      </a:r>
                      <a:r>
                        <a:rPr lang="en-US" sz="800" b="1" i="0" u="none" strike="noStrike" kern="1200">
                          <a:solidFill>
                            <a:srgbClr val="FFFFFF"/>
                          </a:solidFill>
                          <a:effectLst/>
                          <a:highlight>
                            <a:srgbClr val="18927D"/>
                          </a:highlight>
                          <a:latin typeface="Calibri" panose="020F0502020204030204" pitchFamily="34" charset="0"/>
                        </a:rPr>
                        <a:t>)</a:t>
                      </a:r>
                      <a:endParaRPr lang="en-US" altLang="zh-CN"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Boehringer Forward Text"/>
                        </a:rPr>
                        <a:t>China</a:t>
                      </a:r>
                      <a:r>
                        <a:rPr lang="en-US" sz="800" b="1" i="0" u="none" strike="noStrike" kern="1200" baseline="0">
                          <a:solidFill>
                            <a:srgbClr val="FFFFFF"/>
                          </a:solidFill>
                          <a:effectLst/>
                          <a:highlight>
                            <a:srgbClr val="18927D"/>
                          </a:highlight>
                          <a:latin typeface="Boehringer Forward Text"/>
                        </a:rPr>
                        <a:t> </a:t>
                      </a:r>
                      <a:endParaRPr lang="en-US" altLang="zh-CN" sz="1400" b="0" i="0" u="none" strike="noStrike">
                        <a:effectLst/>
                        <a:highlight>
                          <a:srgbClr val="18927D"/>
                        </a:highlight>
                        <a:latin typeface="Boehringer Forward Text"/>
                      </a:endParaRPr>
                    </a:p>
                    <a:p>
                      <a:pPr marL="0" marR="0" indent="0" algn="l" rtl="0" eaLnBrk="1" fontAlgn="auto" latinLnBrk="0" hangingPunct="1">
                        <a:spcBef>
                          <a:spcPts val="0"/>
                        </a:spcBef>
                        <a:spcAft>
                          <a:spcPts val="0"/>
                        </a:spcAft>
                      </a:pPr>
                      <a:r>
                        <a:rPr lang="en-US" sz="800" b="1" i="0" u="none" strike="noStrike" kern="1200" baseline="0">
                          <a:solidFill>
                            <a:srgbClr val="FFFFFF"/>
                          </a:solidFill>
                          <a:effectLst/>
                          <a:highlight>
                            <a:srgbClr val="18927D"/>
                          </a:highlight>
                          <a:latin typeface="Boehringer Forward Text" panose="02000500000000020000" pitchFamily="2" charset="0"/>
                        </a:rPr>
                        <a:t>Dev. Strat.</a:t>
                      </a:r>
                      <a:endParaRPr lang="en-US" altLang="zh-CN"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Boehringer Forward Text" panose="02000500000000020000" pitchFamily="2" charset="0"/>
                        </a:rPr>
                        <a:t>Current Status</a:t>
                      </a:r>
                      <a:endParaRPr lang="en-US" altLang="zh-CN"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Boehringer Forward Text" panose="02000500000000020000" pitchFamily="2" charset="0"/>
                        </a:rPr>
                        <a:t> Next Mile-stone</a:t>
                      </a:r>
                      <a:endParaRPr lang="en-US" altLang="zh-CN"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marR="0" indent="0" algn="l" rtl="0" eaLnBrk="1" fontAlgn="auto" latinLnBrk="0" hangingPunct="1">
                        <a:spcBef>
                          <a:spcPts val="0"/>
                        </a:spcBef>
                        <a:spcAft>
                          <a:spcPts val="0"/>
                        </a:spcAft>
                      </a:pPr>
                      <a:r>
                        <a:rPr lang="en-US" sz="800" b="1" i="0" u="none" strike="noStrike" kern="1200">
                          <a:solidFill>
                            <a:srgbClr val="FFFFFF"/>
                          </a:solidFill>
                          <a:effectLst/>
                          <a:highlight>
                            <a:srgbClr val="18927D"/>
                          </a:highlight>
                          <a:latin typeface="Calibri" panose="020F0502020204030204" pitchFamily="34" charset="0"/>
                        </a:rPr>
                        <a:t>Key Updates</a:t>
                      </a:r>
                      <a:endParaRPr lang="en-US" altLang="zh-CN"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tc>
                  <a:txBody>
                    <a:bodyPr/>
                    <a:lstStyle/>
                    <a:p>
                      <a:pPr marL="0" algn="l" rtl="0" eaLnBrk="1" fontAlgn="ctr" latinLnBrk="0" hangingPunct="1">
                        <a:spcBef>
                          <a:spcPts val="0"/>
                        </a:spcBef>
                        <a:spcAft>
                          <a:spcPts val="0"/>
                        </a:spcAft>
                      </a:pPr>
                      <a:endParaRPr lang="zh-CN" altLang="en-US" sz="1400" b="0" i="0" u="none" strike="noStrike">
                        <a:effectLst/>
                        <a:highlight>
                          <a:srgbClr val="18927D"/>
                        </a:highlight>
                        <a:latin typeface="Arial" panose="020B0604020202020204" pitchFamily="34" charset="0"/>
                      </a:endParaRPr>
                    </a:p>
                  </a:txBody>
                  <a:tcPr marL="52197" marR="52197" marT="25718" marB="2571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8927D"/>
                    </a:solidFill>
                  </a:tcPr>
                </a:tc>
                <a:extLst>
                  <a:ext uri="{0D108BD9-81ED-4DB2-BD59-A6C34878D82A}">
                    <a16:rowId xmlns:a16="http://schemas.microsoft.com/office/drawing/2014/main" val="3486263373"/>
                  </a:ext>
                </a:extLst>
              </a:tr>
              <a:tr h="519589">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China IPF Registry Study (PORTRAY) </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IPF </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IIS (1199-0302)</a:t>
                      </a:r>
                      <a:endParaRPr lang="en-US" altLang="zh-CN" sz="1400" b="0" i="0" u="none" strike="noStrike">
                        <a:effectLst/>
                        <a:highlight>
                          <a:srgbClr val="D9D9D9"/>
                        </a:highlight>
                        <a:latin typeface="Arial" panose="020B0604020202020204" pitchFamily="34" charset="0"/>
                      </a:endParaRPr>
                    </a:p>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(Jul2018-July2026,July2027)</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China alone</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Follow up</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LPO</a:t>
                      </a:r>
                      <a:r>
                        <a:rPr lang="zh-CN" altLang="en-US" sz="800" b="0" i="0" u="none" strike="noStrike" kern="1200" spc="0" baseline="0">
                          <a:ln>
                            <a:noFill/>
                          </a:ln>
                          <a:solidFill>
                            <a:srgbClr val="000000"/>
                          </a:solidFill>
                          <a:effectLst/>
                          <a:highlight>
                            <a:srgbClr val="D9D9D9"/>
                          </a:highlight>
                          <a:latin typeface="Boehringer Forward Text" panose="02000500000000020000" pitchFamily="2" charset="0"/>
                        </a:rPr>
                        <a:t>：</a:t>
                      </a:r>
                      <a:endParaRPr lang="en-US" altLang="zh-CN" sz="1400" b="0" i="0" u="none" strike="noStrike">
                        <a:effectLst/>
                        <a:highlight>
                          <a:srgbClr val="D9D9D9"/>
                        </a:highlight>
                        <a:latin typeface="Arial" panose="020B0604020202020204" pitchFamily="34" charset="0"/>
                      </a:endParaRPr>
                    </a:p>
                    <a:p>
                      <a:pPr marL="0" marR="0" indent="0" algn="ctr" rtl="0" eaLnBrk="1" fontAlgn="auto"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July 2026</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171450" marR="0" indent="-171450" algn="l" rtl="0" eaLnBrk="1" fontAlgn="auto"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chemeClr val="bg1">
                              <a:lumMod val="50000"/>
                            </a:schemeClr>
                          </a:solidFill>
                          <a:effectLst/>
                          <a:highlight>
                            <a:srgbClr val="D9D9D9"/>
                          </a:highlight>
                          <a:latin typeface="Boehringer Forward Text" panose="02000500000000020000" pitchFamily="2" charset="0"/>
                        </a:rPr>
                        <a:t>Completed recruitment in Apr 2023</a:t>
                      </a:r>
                      <a:endParaRPr lang="en-US" altLang="zh-CN" sz="800" b="0" i="0" u="none" strike="noStrike">
                        <a:solidFill>
                          <a:schemeClr val="bg1">
                            <a:lumMod val="50000"/>
                          </a:schemeClr>
                        </a:solidFill>
                        <a:effectLst/>
                        <a:highlight>
                          <a:srgbClr val="D9D9D9"/>
                        </a:highlight>
                        <a:latin typeface="Arial" panose="020B0604020202020204" pitchFamily="34" charset="0"/>
                      </a:endParaRPr>
                    </a:p>
                    <a:p>
                      <a:pPr marL="173355" marR="0" indent="-173355" algn="l" rtl="0" eaLnBrk="1" fontAlgn="auto"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Follow up ongoing</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l" rtl="0" eaLnBrk="1" fontAlgn="t" latinLnBrk="0" hangingPunct="1">
                        <a:spcBef>
                          <a:spcPts val="0"/>
                        </a:spcBef>
                        <a:spcAft>
                          <a:spcPts val="0"/>
                        </a:spcAft>
                      </a:pPr>
                      <a:endParaRPr lang="zh-CN" altLang="en-US" sz="1400" b="0" i="0" u="none" strike="noStrike">
                        <a:effectLst/>
                        <a:highlight>
                          <a:srgbClr val="009933"/>
                        </a:highlight>
                        <a:latin typeface="Arial" panose="020B0604020202020204" pitchFamily="34" charset="0"/>
                      </a:endParaRPr>
                    </a:p>
                  </a:txBody>
                  <a:tcPr marL="52197" marR="52197" marT="21431" marB="2143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9933"/>
                    </a:solidFill>
                  </a:tcPr>
                </a:tc>
                <a:extLst>
                  <a:ext uri="{0D108BD9-81ED-4DB2-BD59-A6C34878D82A}">
                    <a16:rowId xmlns:a16="http://schemas.microsoft.com/office/drawing/2014/main" val="2885205960"/>
                  </a:ext>
                </a:extLst>
              </a:tr>
              <a:tr h="519589">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IPF SURVEY</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IPF</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ECR(1199-0562)</a:t>
                      </a:r>
                      <a:endParaRPr lang="en-US" altLang="zh-CN" sz="1400" b="0" i="0" u="none" strike="noStrike">
                        <a:effectLst/>
                        <a:highlight>
                          <a:srgbClr val="D9D9D9"/>
                        </a:highlight>
                        <a:latin typeface="Arial" panose="020B0604020202020204" pitchFamily="34" charset="0"/>
                      </a:endParaRPr>
                    </a:p>
                    <a:p>
                      <a:pPr marL="0" marR="0" indent="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(Sep2023-Jul2026)</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China alone</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EC approval</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base"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Contract effective(Jul2024)</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171450" indent="-171450" algn="l" rtl="0" eaLnBrk="1" fontAlgn="ctr"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rgbClr val="7F7F7F"/>
                          </a:solidFill>
                          <a:effectLst/>
                          <a:highlight>
                            <a:srgbClr val="D9D9D9"/>
                          </a:highlight>
                          <a:latin typeface="Boehringer Forward Text" panose="02000500000000020000" pitchFamily="2" charset="0"/>
                        </a:rPr>
                        <a:t>Protocol approved 20Feb2024</a:t>
                      </a:r>
                      <a:endParaRPr lang="en-US" altLang="zh-CN" sz="800" b="0" i="0" u="none" strike="noStrike">
                        <a:effectLst/>
                        <a:highlight>
                          <a:srgbClr val="D9D9D9"/>
                        </a:highlight>
                        <a:latin typeface="Arial" panose="020B0604020202020204" pitchFamily="34" charset="0"/>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7F7F7F"/>
                          </a:solidFill>
                          <a:effectLst/>
                          <a:highlight>
                            <a:srgbClr val="D9D9D9"/>
                          </a:highlight>
                          <a:latin typeface="Boehringer Forward Text" panose="02000500000000020000" pitchFamily="2" charset="0"/>
                        </a:rPr>
                        <a:t>EC approval 11Mar2024</a:t>
                      </a:r>
                      <a:endParaRPr lang="en-US" altLang="zh-CN" sz="1400" b="0" i="0" u="none" strike="noStrike">
                        <a:effectLst/>
                        <a:highlight>
                          <a:srgbClr val="D9D9D9"/>
                        </a:highlight>
                        <a:latin typeface="Arial" panose="020B0604020202020204" pitchFamily="34" charset="0"/>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Contract review process</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l" rtl="0" eaLnBrk="1" fontAlgn="t" latinLnBrk="0" hangingPunct="1">
                        <a:spcBef>
                          <a:spcPts val="0"/>
                        </a:spcBef>
                        <a:spcAft>
                          <a:spcPts val="0"/>
                        </a:spcAft>
                      </a:pPr>
                      <a:endParaRPr lang="zh-CN" altLang="en-US" sz="1400" b="0" i="0" u="none" strike="noStrike">
                        <a:effectLst/>
                        <a:highlight>
                          <a:srgbClr val="009933"/>
                        </a:highlight>
                        <a:latin typeface="Arial" panose="020B0604020202020204" pitchFamily="34" charset="0"/>
                      </a:endParaRPr>
                    </a:p>
                  </a:txBody>
                  <a:tcPr marL="52197" marR="52197" marT="21431" marB="2143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9933"/>
                    </a:solidFill>
                  </a:tcPr>
                </a:tc>
                <a:extLst>
                  <a:ext uri="{0D108BD9-81ED-4DB2-BD59-A6C34878D82A}">
                    <a16:rowId xmlns:a16="http://schemas.microsoft.com/office/drawing/2014/main" val="2883736323"/>
                  </a:ext>
                </a:extLst>
              </a:tr>
              <a:tr h="742950">
                <a:tc>
                  <a:txBody>
                    <a:bodyPr/>
                    <a:lstStyle/>
                    <a:p>
                      <a:pPr marL="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Development and Validation of a Patient Reported Outcomes (PRO) Questionnaire of Patients with Pulmonary Fibrosis in China</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IPF</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a:rPr>
                        <a:t>ECR</a:t>
                      </a:r>
                      <a:r>
                        <a:rPr lang="zh-CN" altLang="en-US" sz="800" b="0" i="0" u="none" strike="noStrike" kern="1200" spc="0" baseline="0">
                          <a:ln>
                            <a:noFill/>
                          </a:ln>
                          <a:solidFill>
                            <a:srgbClr val="000000"/>
                          </a:solidFill>
                          <a:effectLst/>
                          <a:highlight>
                            <a:srgbClr val="D9D9D9"/>
                          </a:highlight>
                          <a:latin typeface="Boehringer Forward Text"/>
                        </a:rPr>
                        <a:t>（</a:t>
                      </a:r>
                      <a:r>
                        <a:rPr lang="en-US" sz="800" b="0" i="0" u="none" strike="noStrike" kern="1200" spc="0" baseline="0">
                          <a:ln>
                            <a:noFill/>
                          </a:ln>
                          <a:solidFill>
                            <a:srgbClr val="000000"/>
                          </a:solidFill>
                          <a:effectLst/>
                          <a:highlight>
                            <a:srgbClr val="D9D9D9"/>
                          </a:highlight>
                          <a:latin typeface="Boehringer Forward Text"/>
                        </a:rPr>
                        <a:t>2024-2025</a:t>
                      </a:r>
                      <a:r>
                        <a:rPr lang="zh-CN" altLang="en-US" sz="800" b="0" i="0" u="none" strike="noStrike" kern="1200" spc="0" baseline="0">
                          <a:ln>
                            <a:noFill/>
                          </a:ln>
                          <a:solidFill>
                            <a:srgbClr val="000000"/>
                          </a:solidFill>
                          <a:effectLst/>
                          <a:highlight>
                            <a:srgbClr val="D9D9D9"/>
                          </a:highlight>
                          <a:latin typeface="Boehringer Forward Text"/>
                        </a:rPr>
                        <a:t>）</a:t>
                      </a:r>
                      <a:endParaRPr lang="en-US" altLang="zh-CN" sz="1400" b="0" i="0" u="none" strike="noStrike">
                        <a:effectLst/>
                        <a:highlight>
                          <a:srgbClr val="D9D9D9"/>
                        </a:highlight>
                        <a:latin typeface="Boehringer Forward Text"/>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China alone</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PEC endorsement</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Proposal approval(Mar2024)</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171450" indent="-171450" algn="l" rtl="0" eaLnBrk="1" fontAlgn="ctr" latinLnBrk="0" hangingPunct="1">
                        <a:spcBef>
                          <a:spcPts val="0"/>
                        </a:spcBef>
                        <a:spcAft>
                          <a:spcPts val="0"/>
                        </a:spcAft>
                        <a:buClr>
                          <a:srgbClr val="002060"/>
                        </a:buClr>
                        <a:buSzPts val="1000"/>
                        <a:buFont typeface="Arial" panose="020B0604020202020204" pitchFamily="34" charset="0"/>
                        <a:buChar char="•"/>
                      </a:pPr>
                      <a:r>
                        <a:rPr lang="en-US" sz="800" b="0" i="0" u="none" strike="noStrike" kern="1200" spc="0" baseline="0">
                          <a:ln>
                            <a:noFill/>
                          </a:ln>
                          <a:solidFill>
                            <a:srgbClr val="7F7F7F"/>
                          </a:solidFill>
                          <a:effectLst/>
                          <a:highlight>
                            <a:srgbClr val="D9D9D9"/>
                          </a:highlight>
                          <a:latin typeface="Boehringer Forward Text" panose="02000500000000020000" pitchFamily="2" charset="0"/>
                        </a:rPr>
                        <a:t>PEC endorsed this study in Dec 2023</a:t>
                      </a:r>
                      <a:endParaRPr lang="en-US" altLang="zh-CN" sz="800" b="0" i="0" u="none" strike="noStrike">
                        <a:effectLst/>
                        <a:highlight>
                          <a:srgbClr val="D9D9D9"/>
                        </a:highlight>
                        <a:latin typeface="Arial" panose="020B0604020202020204" pitchFamily="34" charset="0"/>
                      </a:endParaRPr>
                    </a:p>
                    <a:p>
                      <a:pPr marL="173355" marR="0" indent="-173355" algn="l" rtl="0" eaLnBrk="1" fontAlgn="ctr" latinLnBrk="0" hangingPunct="1">
                        <a:spcBef>
                          <a:spcPts val="0"/>
                        </a:spcBef>
                        <a:spcAft>
                          <a:spcPts val="0"/>
                        </a:spcAft>
                        <a:buFont typeface="Arial" panose="020B0604020202020204" pitchFamily="34" charset="0"/>
                        <a:buChar char="•"/>
                      </a:pPr>
                      <a:r>
                        <a:rPr lang="en-US" altLang="zh-CN" sz="800" b="0" i="0" u="none" strike="noStrike" kern="1200" spc="0" baseline="0">
                          <a:ln>
                            <a:noFill/>
                          </a:ln>
                          <a:solidFill>
                            <a:srgbClr val="000000"/>
                          </a:solidFill>
                          <a:effectLst/>
                          <a:highlight>
                            <a:srgbClr val="D9D9D9"/>
                          </a:highlight>
                          <a:latin typeface="Boehringer Forward Text"/>
                        </a:rPr>
                        <a:t>Further revision on the proposal (including PI, timeline, etc.) ongoing. </a:t>
                      </a:r>
                      <a:endParaRPr lang="en-US" altLang="zh-CN" sz="1400" b="0" i="0" u="none" strike="noStrike">
                        <a:effectLst/>
                        <a:highlight>
                          <a:srgbClr val="D9D9D9"/>
                        </a:highlight>
                        <a:latin typeface="Arial" panose="020B0604020202020204" pitchFamily="34" charset="0"/>
                      </a:endParaRPr>
                    </a:p>
                  </a:txBody>
                  <a:tcPr marL="69628" marR="69628"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l" rtl="0" eaLnBrk="1" fontAlgn="t" latinLnBrk="0" hangingPunct="1">
                        <a:spcBef>
                          <a:spcPts val="0"/>
                        </a:spcBef>
                        <a:spcAft>
                          <a:spcPts val="0"/>
                        </a:spcAft>
                      </a:pPr>
                      <a:endParaRPr lang="zh-CN" altLang="en-US" sz="1400" b="0" i="0" u="none" strike="noStrike">
                        <a:effectLst/>
                        <a:highlight>
                          <a:srgbClr val="FFFF00"/>
                        </a:highlight>
                        <a:latin typeface="Arial" panose="020B0604020202020204" pitchFamily="34" charset="0"/>
                      </a:endParaRPr>
                    </a:p>
                  </a:txBody>
                  <a:tcPr marL="52197" marR="52197" marT="21431" marB="2143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extLst>
                  <a:ext uri="{0D108BD9-81ED-4DB2-BD59-A6C34878D82A}">
                    <a16:rowId xmlns:a16="http://schemas.microsoft.com/office/drawing/2014/main" val="3348673065"/>
                  </a:ext>
                </a:extLst>
              </a:tr>
              <a:tr h="754380">
                <a:tc>
                  <a:txBody>
                    <a:bodyPr/>
                    <a:lstStyle/>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A Prospective, Multi-Center Registry Study of Progressive Pulmonary Fibrosis (PPF) in China (PROFINA)</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PPF</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ECR</a:t>
                      </a:r>
                      <a:endParaRPr lang="en-US" altLang="zh-CN" sz="1400" b="0" i="0" u="none" strike="noStrike">
                        <a:effectLst/>
                        <a:highlight>
                          <a:srgbClr val="D9D9D9"/>
                        </a:highlight>
                        <a:latin typeface="Arial" panose="020B0604020202020204" pitchFamily="34" charset="0"/>
                      </a:endParaRPr>
                    </a:p>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(2023-2027)</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marR="0" indent="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China alone</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PEC approval</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ctr" rtl="0" eaLnBrk="1" fontAlgn="ctr" latinLnBrk="0" hangingPunct="1">
                        <a:spcBef>
                          <a:spcPts val="0"/>
                        </a:spcBef>
                        <a:spcAft>
                          <a:spcPts val="0"/>
                        </a:spcAft>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Global endorse(Apr2024)</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171450" indent="-171450" algn="l" rtl="0" eaLnBrk="1" fontAlgn="ctr"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chemeClr val="bg1">
                              <a:lumMod val="50000"/>
                            </a:schemeClr>
                          </a:solidFill>
                          <a:effectLst/>
                          <a:highlight>
                            <a:srgbClr val="D9D9D9"/>
                          </a:highlight>
                          <a:latin typeface="Boehringer Forward Text" panose="02000500000000020000" pitchFamily="2" charset="0"/>
                        </a:rPr>
                        <a:t>PEC approval obtained on 28Feb2024</a:t>
                      </a:r>
                      <a:endParaRPr lang="en-US" altLang="zh-CN" sz="800" b="0" i="0" u="none" strike="noStrike">
                        <a:solidFill>
                          <a:schemeClr val="bg1">
                            <a:lumMod val="50000"/>
                          </a:schemeClr>
                        </a:solidFill>
                        <a:effectLst/>
                        <a:highlight>
                          <a:srgbClr val="D9D9D9"/>
                        </a:highlight>
                        <a:latin typeface="Arial" panose="020B0604020202020204" pitchFamily="34" charset="0"/>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highlight>
                            <a:srgbClr val="D9D9D9"/>
                          </a:highlight>
                          <a:latin typeface="Boehringer Forward Text" panose="02000500000000020000" pitchFamily="2" charset="0"/>
                        </a:rPr>
                        <a:t>Under hybrid review process</a:t>
                      </a:r>
                      <a:endParaRPr lang="en-US" altLang="zh-CN" sz="1400" b="0" i="0" u="none" strike="noStrike">
                        <a:effectLst/>
                        <a:highlight>
                          <a:srgbClr val="D9D9D9"/>
                        </a:highlight>
                        <a:latin typeface="Arial" panose="020B0604020202020204" pitchFamily="34" charset="0"/>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marL="0" algn="l" rtl="0" eaLnBrk="1" fontAlgn="t" latinLnBrk="0" hangingPunct="1">
                        <a:spcBef>
                          <a:spcPts val="0"/>
                        </a:spcBef>
                        <a:spcAft>
                          <a:spcPts val="0"/>
                        </a:spcAft>
                      </a:pPr>
                      <a:endParaRPr lang="zh-CN" altLang="en-US" sz="1400" b="0" i="0" u="none" strike="noStrike">
                        <a:effectLst/>
                        <a:highlight>
                          <a:srgbClr val="009933"/>
                        </a:highlight>
                        <a:latin typeface="Arial" panose="020B0604020202020204" pitchFamily="34" charset="0"/>
                      </a:endParaRPr>
                    </a:p>
                  </a:txBody>
                  <a:tcPr marL="52197" marR="52197" marT="21431" marB="2143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9933"/>
                    </a:solidFill>
                  </a:tcPr>
                </a:tc>
                <a:extLst>
                  <a:ext uri="{0D108BD9-81ED-4DB2-BD59-A6C34878D82A}">
                    <a16:rowId xmlns:a16="http://schemas.microsoft.com/office/drawing/2014/main" val="3018902157"/>
                  </a:ext>
                </a:extLst>
              </a:tr>
            </a:tbl>
          </a:graphicData>
        </a:graphic>
      </p:graphicFrame>
    </p:spTree>
    <p:extLst>
      <p:ext uri="{BB962C8B-B14F-4D97-AF65-F5344CB8AC3E}">
        <p14:creationId xmlns:p14="http://schemas.microsoft.com/office/powerpoint/2010/main" val="1345512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BC78-AE8A-ADB9-2757-8C364F77E6A2}"/>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191576B3-342D-C5EF-7D37-38A24EA562D3}"/>
              </a:ext>
            </a:extLst>
          </p:cNvPr>
          <p:cNvSpPr>
            <a:spLocks noGrp="1"/>
          </p:cNvSpPr>
          <p:nvPr>
            <p:ph idx="1"/>
          </p:nvPr>
        </p:nvSpPr>
        <p:spPr/>
        <p:txBody>
          <a:bodyPr anchor="ctr"/>
          <a:lstStyle/>
          <a:p>
            <a:pPr marL="0" indent="0" algn="ctr">
              <a:buNone/>
            </a:pPr>
            <a:r>
              <a:rPr lang="en-US" altLang="zh-CN" sz="2000" err="1"/>
              <a:t>Spesolimab</a:t>
            </a:r>
            <a:r>
              <a:rPr lang="en-US" altLang="zh-CN" sz="2000"/>
              <a:t> Update</a:t>
            </a:r>
            <a:endParaRPr lang="zh-CN" altLang="en-US" sz="2000"/>
          </a:p>
        </p:txBody>
      </p:sp>
      <p:sp>
        <p:nvSpPr>
          <p:cNvPr id="4" name="Text Placeholder 3">
            <a:extLst>
              <a:ext uri="{FF2B5EF4-FFF2-40B4-BE49-F238E27FC236}">
                <a16:creationId xmlns:a16="http://schemas.microsoft.com/office/drawing/2014/main" id="{F768CFBA-F0EE-183B-5E30-FB523CC21945}"/>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AFD01428-FCF2-936F-0F81-254EDEA8DE46}"/>
              </a:ext>
            </a:extLst>
          </p:cNvPr>
          <p:cNvSpPr>
            <a:spLocks noGrp="1"/>
          </p:cNvSpPr>
          <p:nvPr>
            <p:ph type="ftr" sz="quarter" idx="19"/>
          </p:nvPr>
        </p:nvSpPr>
        <p:spPr/>
        <p:txBody>
          <a:bodyPr/>
          <a:lstStyle/>
          <a:p>
            <a:r>
              <a:rPr lang="en-US"/>
              <a:t>Confidential</a:t>
            </a:r>
            <a:endParaRPr lang="en-GB"/>
          </a:p>
        </p:txBody>
      </p:sp>
      <p:sp>
        <p:nvSpPr>
          <p:cNvPr id="6" name="Slide Number Placeholder 5">
            <a:extLst>
              <a:ext uri="{FF2B5EF4-FFF2-40B4-BE49-F238E27FC236}">
                <a16:creationId xmlns:a16="http://schemas.microsoft.com/office/drawing/2014/main" id="{8DA3962F-E4DB-2C20-3E27-79B077CD31D8}"/>
              </a:ext>
            </a:extLst>
          </p:cNvPr>
          <p:cNvSpPr>
            <a:spLocks noGrp="1"/>
          </p:cNvSpPr>
          <p:nvPr>
            <p:ph type="sldNum" sz="quarter" idx="20"/>
          </p:nvPr>
        </p:nvSpPr>
        <p:spPr/>
        <p:txBody>
          <a:bodyPr/>
          <a:lstStyle/>
          <a:p>
            <a:fld id="{143B55C4-4F5A-416B-997D-6CE47EB0A945}" type="slidenum">
              <a:rPr lang="en-GB" smtClean="0"/>
              <a:pPr/>
              <a:t>47</a:t>
            </a:fld>
            <a:endParaRPr lang="en-GB"/>
          </a:p>
        </p:txBody>
      </p:sp>
    </p:spTree>
    <p:extLst>
      <p:ext uri="{BB962C8B-B14F-4D97-AF65-F5344CB8AC3E}">
        <p14:creationId xmlns:p14="http://schemas.microsoft.com/office/powerpoint/2010/main" val="3626548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46" name="Straight Connector 76">
            <a:extLst>
              <a:ext uri="{FF2B5EF4-FFF2-40B4-BE49-F238E27FC236}">
                <a16:creationId xmlns:a16="http://schemas.microsoft.com/office/drawing/2014/main" id="{16CB1FDB-DD6E-4C3D-AC66-15F442E0463F}"/>
              </a:ext>
            </a:extLst>
          </p:cNvPr>
          <p:cNvCxnSpPr>
            <a:cxnSpLocks/>
          </p:cNvCxnSpPr>
          <p:nvPr/>
        </p:nvCxnSpPr>
        <p:spPr>
          <a:xfrm flipH="1" flipV="1">
            <a:off x="4346430" y="3180556"/>
            <a:ext cx="6439" cy="707293"/>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0" y="917114"/>
            <a:ext cx="708660" cy="820458"/>
            <a:chOff x="192154" y="958479"/>
            <a:chExt cx="944880" cy="1093944"/>
          </a:xfrm>
        </p:grpSpPr>
        <p:sp>
          <p:nvSpPr>
            <p:cNvPr id="22" name="Arrow: Pentagon 5">
              <a:extLst>
                <a:ext uri="{FF2B5EF4-FFF2-40B4-BE49-F238E27FC236}">
                  <a16:creationId xmlns:a16="http://schemas.microsoft.com/office/drawing/2014/main" id="{5CC1B34C-DACC-4D97-84FA-EA051095C205}"/>
                </a:ext>
              </a:extLst>
            </p:cNvPr>
            <p:cNvSpPr/>
            <p:nvPr/>
          </p:nvSpPr>
          <p:spPr>
            <a:xfrm>
              <a:off x="192154" y="958479"/>
              <a:ext cx="944880" cy="1093944"/>
            </a:xfrm>
            <a:prstGeom prst="homePlate">
              <a:avLst>
                <a:gd name="adj" fmla="val 27345"/>
              </a:avLst>
            </a:prstGeom>
            <a:solidFill>
              <a:srgbClr val="076D7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68580" rIns="68580" bIns="34290" rtlCol="0" anchor="t"/>
            <a:lstStyle/>
            <a:p>
              <a:pPr defTabSz="685732">
                <a:buClr>
                  <a:srgbClr val="FFFFFF"/>
                </a:buClr>
                <a:defRPr/>
              </a:pPr>
              <a:r>
                <a:rPr lang="en-GB" sz="900" b="1" kern="0">
                  <a:solidFill>
                    <a:prstClr val="white"/>
                  </a:solidFill>
                  <a:latin typeface="等线" panose="020F0502020204030204"/>
                  <a:cs typeface="Calibri" panose="020F0502020204030204" pitchFamily="34" charset="0"/>
                  <a:sym typeface="Calibri" panose="020F0502020204030204" pitchFamily="34" charset="0"/>
                </a:rPr>
                <a:t>Global</a:t>
              </a:r>
            </a:p>
          </p:txBody>
        </p:sp>
        <p:sp>
          <p:nvSpPr>
            <p:cNvPr id="23" name="Freeform: Shape 93">
              <a:extLst>
                <a:ext uri="{FF2B5EF4-FFF2-40B4-BE49-F238E27FC236}">
                  <a16:creationId xmlns:a16="http://schemas.microsoft.com/office/drawing/2014/main" id="{62140342-5D43-4DF7-95C4-CAD062ABDEC5}"/>
                </a:ext>
              </a:extLst>
            </p:cNvPr>
            <p:cNvSpPr/>
            <p:nvPr/>
          </p:nvSpPr>
          <p:spPr>
            <a:xfrm>
              <a:off x="193541" y="1517591"/>
              <a:ext cx="861335" cy="463512"/>
            </a:xfrm>
            <a:custGeom>
              <a:avLst/>
              <a:gdLst>
                <a:gd name="connsiteX0" fmla="*/ 0 w 861335"/>
                <a:gd name="connsiteY0" fmla="*/ 0 h 463512"/>
                <a:gd name="connsiteX1" fmla="*/ 861335 w 861335"/>
                <a:gd name="connsiteY1" fmla="*/ 0 h 463512"/>
                <a:gd name="connsiteX2" fmla="*/ 639948 w 861335"/>
                <a:gd name="connsiteY2" fmla="*/ 463512 h 463512"/>
                <a:gd name="connsiteX3" fmla="*/ 0 w 861335"/>
                <a:gd name="connsiteY3" fmla="*/ 463512 h 463512"/>
              </a:gdLst>
              <a:ahLst/>
              <a:cxnLst>
                <a:cxn ang="0">
                  <a:pos x="connsiteX0" y="connsiteY0"/>
                </a:cxn>
                <a:cxn ang="0">
                  <a:pos x="connsiteX1" y="connsiteY1"/>
                </a:cxn>
                <a:cxn ang="0">
                  <a:pos x="connsiteX2" y="connsiteY2"/>
                </a:cxn>
                <a:cxn ang="0">
                  <a:pos x="connsiteX3" y="connsiteY3"/>
                </a:cxn>
              </a:cxnLst>
              <a:rect l="l" t="t" r="r" b="b"/>
              <a:pathLst>
                <a:path w="861335" h="463512">
                  <a:moveTo>
                    <a:pt x="0" y="0"/>
                  </a:moveTo>
                  <a:lnTo>
                    <a:pt x="861335" y="0"/>
                  </a:lnTo>
                  <a:lnTo>
                    <a:pt x="639948" y="463512"/>
                  </a:lnTo>
                  <a:lnTo>
                    <a:pt x="0" y="463512"/>
                  </a:lnTo>
                  <a:close/>
                </a:path>
              </a:pathLst>
            </a:custGeom>
            <a:solidFill>
              <a:schemeClr val="bg1"/>
            </a:solidFill>
            <a:ln w="12700">
              <a:noFill/>
            </a:ln>
            <a:effectLst>
              <a:innerShdw blurRad="25400">
                <a:srgbClr val="003366"/>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pPr defTabSz="685732">
                <a:defRPr/>
              </a:pPr>
              <a:endParaRPr lang="en-GB" sz="788" err="1">
                <a:solidFill>
                  <a:prstClr val="white"/>
                </a:solidFill>
                <a:latin typeface="等线" panose="020F0502020204030204"/>
              </a:endParaRPr>
            </a:p>
          </p:txBody>
        </p:sp>
        <p:grpSp>
          <p:nvGrpSpPr>
            <p:cNvPr id="24" name="Group 23">
              <a:extLst>
                <a:ext uri="{FF2B5EF4-FFF2-40B4-BE49-F238E27FC236}">
                  <a16:creationId xmlns:a16="http://schemas.microsoft.com/office/drawing/2014/main" id="{89769024-B4CD-4569-A367-E337CE463464}"/>
                </a:ext>
              </a:extLst>
            </p:cNvPr>
            <p:cNvGrpSpPr/>
            <p:nvPr/>
          </p:nvGrpSpPr>
          <p:grpSpPr>
            <a:xfrm>
              <a:off x="381121" y="1606098"/>
              <a:ext cx="289666" cy="286498"/>
              <a:chOff x="2259225" y="1370382"/>
              <a:chExt cx="324453" cy="320907"/>
            </a:xfrm>
            <a:solidFill>
              <a:srgbClr val="003366"/>
            </a:solidFill>
          </p:grpSpPr>
          <p:sp>
            <p:nvSpPr>
              <p:cNvPr id="25" name="Freeform: Shape 25">
                <a:extLst>
                  <a:ext uri="{FF2B5EF4-FFF2-40B4-BE49-F238E27FC236}">
                    <a16:creationId xmlns:a16="http://schemas.microsoft.com/office/drawing/2014/main" id="{EC566760-B680-48D7-B702-C097C0DA0F92}"/>
                  </a:ext>
                </a:extLst>
              </p:cNvPr>
              <p:cNvSpPr/>
              <p:nvPr/>
            </p:nvSpPr>
            <p:spPr>
              <a:xfrm>
                <a:off x="2365720" y="1605564"/>
                <a:ext cx="47625" cy="85725"/>
              </a:xfrm>
              <a:custGeom>
                <a:avLst/>
                <a:gdLst>
                  <a:gd name="connsiteX0" fmla="*/ 50659 w 47625"/>
                  <a:gd name="connsiteY0" fmla="*/ 91792 h 85725"/>
                  <a:gd name="connsiteX1" fmla="*/ 50659 w 47625"/>
                  <a:gd name="connsiteY1" fmla="*/ 0 h 85725"/>
                  <a:gd name="connsiteX2" fmla="*/ 0 w 47625"/>
                  <a:gd name="connsiteY2" fmla="*/ 10192 h 85725"/>
                  <a:gd name="connsiteX3" fmla="*/ 50659 w 47625"/>
                  <a:gd name="connsiteY3" fmla="*/ 91792 h 85725"/>
                </a:gdLst>
                <a:ahLst/>
                <a:cxnLst>
                  <a:cxn ang="0">
                    <a:pos x="connsiteX0" y="connsiteY0"/>
                  </a:cxn>
                  <a:cxn ang="0">
                    <a:pos x="connsiteX1" y="connsiteY1"/>
                  </a:cxn>
                  <a:cxn ang="0">
                    <a:pos x="connsiteX2" y="connsiteY2"/>
                  </a:cxn>
                  <a:cxn ang="0">
                    <a:pos x="connsiteX3" y="connsiteY3"/>
                  </a:cxn>
                </a:cxnLst>
                <a:rect l="l" t="t" r="r" b="b"/>
                <a:pathLst>
                  <a:path w="47625" h="85725">
                    <a:moveTo>
                      <a:pt x="50659" y="91792"/>
                    </a:moveTo>
                    <a:lnTo>
                      <a:pt x="50659" y="0"/>
                    </a:lnTo>
                    <a:cubicBezTo>
                      <a:pt x="33070" y="741"/>
                      <a:pt x="16031" y="4191"/>
                      <a:pt x="0" y="10192"/>
                    </a:cubicBezTo>
                    <a:cubicBezTo>
                      <a:pt x="10600" y="54265"/>
                      <a:pt x="29301" y="85936"/>
                      <a:pt x="50659" y="91792"/>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26" name="Freeform: Shape 26">
                <a:extLst>
                  <a:ext uri="{FF2B5EF4-FFF2-40B4-BE49-F238E27FC236}">
                    <a16:creationId xmlns:a16="http://schemas.microsoft.com/office/drawing/2014/main" id="{A74F134D-2AB8-43E9-AD83-063D178BBBF5}"/>
                  </a:ext>
                </a:extLst>
              </p:cNvPr>
              <p:cNvSpPr/>
              <p:nvPr/>
            </p:nvSpPr>
            <p:spPr>
              <a:xfrm>
                <a:off x="2356561" y="1541021"/>
                <a:ext cx="57150" cy="57150"/>
              </a:xfrm>
              <a:custGeom>
                <a:avLst/>
                <a:gdLst>
                  <a:gd name="connsiteX0" fmla="*/ 6126 w 57150"/>
                  <a:gd name="connsiteY0" fmla="*/ 60624 h 57150"/>
                  <a:gd name="connsiteX1" fmla="*/ 59818 w 57150"/>
                  <a:gd name="connsiteY1" fmla="*/ 50240 h 57150"/>
                  <a:gd name="connsiteX2" fmla="*/ 59818 w 57150"/>
                  <a:gd name="connsiteY2" fmla="*/ 0 h 57150"/>
                  <a:gd name="connsiteX3" fmla="*/ 0 w 57150"/>
                  <a:gd name="connsiteY3" fmla="*/ 0 h 57150"/>
                  <a:gd name="connsiteX4" fmla="*/ 6126 w 57150"/>
                  <a:gd name="connsiteY4" fmla="*/ 6062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126" y="60624"/>
                    </a:moveTo>
                    <a:cubicBezTo>
                      <a:pt x="23159" y="54482"/>
                      <a:pt x="41205" y="50961"/>
                      <a:pt x="59818" y="50240"/>
                    </a:cubicBezTo>
                    <a:lnTo>
                      <a:pt x="59818" y="0"/>
                    </a:lnTo>
                    <a:lnTo>
                      <a:pt x="0" y="0"/>
                    </a:lnTo>
                    <a:cubicBezTo>
                      <a:pt x="396" y="21414"/>
                      <a:pt x="2561" y="41903"/>
                      <a:pt x="6126" y="60624"/>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27" name="Freeform: Shape 27">
                <a:extLst>
                  <a:ext uri="{FF2B5EF4-FFF2-40B4-BE49-F238E27FC236}">
                    <a16:creationId xmlns:a16="http://schemas.microsoft.com/office/drawing/2014/main" id="{D058D8C5-289D-4820-BC1D-9A9237DAE9E3}"/>
                  </a:ext>
                </a:extLst>
              </p:cNvPr>
              <p:cNvSpPr/>
              <p:nvPr/>
            </p:nvSpPr>
            <p:spPr>
              <a:xfrm>
                <a:off x="2430683" y="1541021"/>
                <a:ext cx="57150" cy="57150"/>
              </a:xfrm>
              <a:custGeom>
                <a:avLst/>
                <a:gdLst>
                  <a:gd name="connsiteX0" fmla="*/ 59818 w 57150"/>
                  <a:gd name="connsiteY0" fmla="*/ 0 h 57150"/>
                  <a:gd name="connsiteX1" fmla="*/ 0 w 57150"/>
                  <a:gd name="connsiteY1" fmla="*/ 0 h 57150"/>
                  <a:gd name="connsiteX2" fmla="*/ 0 w 57150"/>
                  <a:gd name="connsiteY2" fmla="*/ 50240 h 57150"/>
                  <a:gd name="connsiteX3" fmla="*/ 53692 w 57150"/>
                  <a:gd name="connsiteY3" fmla="*/ 60624 h 57150"/>
                  <a:gd name="connsiteX4" fmla="*/ 59818 w 57150"/>
                  <a:gd name="connsiteY4" fmla="*/ 0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818" y="0"/>
                    </a:moveTo>
                    <a:lnTo>
                      <a:pt x="0" y="0"/>
                    </a:lnTo>
                    <a:lnTo>
                      <a:pt x="0" y="50240"/>
                    </a:lnTo>
                    <a:cubicBezTo>
                      <a:pt x="18613" y="50961"/>
                      <a:pt x="36659" y="54482"/>
                      <a:pt x="53692" y="60624"/>
                    </a:cubicBezTo>
                    <a:cubicBezTo>
                      <a:pt x="57257" y="41903"/>
                      <a:pt x="59422" y="21414"/>
                      <a:pt x="59818"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28" name="Freeform: Shape 28">
                <a:extLst>
                  <a:ext uri="{FF2B5EF4-FFF2-40B4-BE49-F238E27FC236}">
                    <a16:creationId xmlns:a16="http://schemas.microsoft.com/office/drawing/2014/main" id="{EA9F7B95-AE86-449C-9E48-70E8E5314BBB}"/>
                  </a:ext>
                </a:extLst>
              </p:cNvPr>
              <p:cNvSpPr/>
              <p:nvPr/>
            </p:nvSpPr>
            <p:spPr>
              <a:xfrm>
                <a:off x="2430683" y="1605564"/>
                <a:ext cx="47625" cy="85725"/>
              </a:xfrm>
              <a:custGeom>
                <a:avLst/>
                <a:gdLst>
                  <a:gd name="connsiteX0" fmla="*/ 0 w 47625"/>
                  <a:gd name="connsiteY0" fmla="*/ 0 h 85725"/>
                  <a:gd name="connsiteX1" fmla="*/ 0 w 47625"/>
                  <a:gd name="connsiteY1" fmla="*/ 91792 h 85725"/>
                  <a:gd name="connsiteX2" fmla="*/ 50659 w 47625"/>
                  <a:gd name="connsiteY2" fmla="*/ 10192 h 85725"/>
                  <a:gd name="connsiteX3" fmla="*/ 0 w 47625"/>
                  <a:gd name="connsiteY3" fmla="*/ 0 h 85725"/>
                </a:gdLst>
                <a:ahLst/>
                <a:cxnLst>
                  <a:cxn ang="0">
                    <a:pos x="connsiteX0" y="connsiteY0"/>
                  </a:cxn>
                  <a:cxn ang="0">
                    <a:pos x="connsiteX1" y="connsiteY1"/>
                  </a:cxn>
                  <a:cxn ang="0">
                    <a:pos x="connsiteX2" y="connsiteY2"/>
                  </a:cxn>
                  <a:cxn ang="0">
                    <a:pos x="connsiteX3" y="connsiteY3"/>
                  </a:cxn>
                </a:cxnLst>
                <a:rect l="l" t="t" r="r" b="b"/>
                <a:pathLst>
                  <a:path w="47625" h="85725">
                    <a:moveTo>
                      <a:pt x="0" y="0"/>
                    </a:moveTo>
                    <a:lnTo>
                      <a:pt x="0" y="91792"/>
                    </a:lnTo>
                    <a:cubicBezTo>
                      <a:pt x="21358" y="85936"/>
                      <a:pt x="40059" y="54265"/>
                      <a:pt x="50659" y="10192"/>
                    </a:cubicBezTo>
                    <a:cubicBezTo>
                      <a:pt x="34628" y="4191"/>
                      <a:pt x="17589" y="741"/>
                      <a:pt x="0"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29" name="Freeform: Shape 447">
                <a:extLst>
                  <a:ext uri="{FF2B5EF4-FFF2-40B4-BE49-F238E27FC236}">
                    <a16:creationId xmlns:a16="http://schemas.microsoft.com/office/drawing/2014/main" id="{DEA3B6A9-C9A6-4988-9ACA-07805F620D3E}"/>
                  </a:ext>
                </a:extLst>
              </p:cNvPr>
              <p:cNvSpPr/>
              <p:nvPr/>
            </p:nvSpPr>
            <p:spPr>
              <a:xfrm>
                <a:off x="2259225" y="1541021"/>
                <a:ext cx="85725" cy="95250"/>
              </a:xfrm>
              <a:custGeom>
                <a:avLst/>
                <a:gdLst>
                  <a:gd name="connsiteX0" fmla="*/ 83036 w 85725"/>
                  <a:gd name="connsiteY0" fmla="*/ 0 h 95250"/>
                  <a:gd name="connsiteX1" fmla="*/ 0 w 85725"/>
                  <a:gd name="connsiteY1" fmla="*/ 0 h 95250"/>
                  <a:gd name="connsiteX2" fmla="*/ 40023 w 85725"/>
                  <a:gd name="connsiteY2" fmla="*/ 100412 h 95250"/>
                  <a:gd name="connsiteX3" fmla="*/ 89884 w 85725"/>
                  <a:gd name="connsiteY3" fmla="*/ 66198 h 95250"/>
                  <a:gd name="connsiteX4" fmla="*/ 83036 w 85725"/>
                  <a:gd name="connsiteY4" fmla="*/ 0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95250">
                    <a:moveTo>
                      <a:pt x="83036" y="0"/>
                    </a:moveTo>
                    <a:lnTo>
                      <a:pt x="0" y="0"/>
                    </a:lnTo>
                    <a:cubicBezTo>
                      <a:pt x="1648" y="38305"/>
                      <a:pt x="16468" y="73233"/>
                      <a:pt x="40023" y="100412"/>
                    </a:cubicBezTo>
                    <a:cubicBezTo>
                      <a:pt x="54820" y="86033"/>
                      <a:pt x="71652" y="74557"/>
                      <a:pt x="89884" y="66198"/>
                    </a:cubicBezTo>
                    <a:cubicBezTo>
                      <a:pt x="85841" y="45951"/>
                      <a:pt x="83440" y="23638"/>
                      <a:pt x="83036"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0" name="Freeform: Shape 448">
                <a:extLst>
                  <a:ext uri="{FF2B5EF4-FFF2-40B4-BE49-F238E27FC236}">
                    <a16:creationId xmlns:a16="http://schemas.microsoft.com/office/drawing/2014/main" id="{EE62E52A-B946-4551-878E-F210BDD5D9AA}"/>
                  </a:ext>
                </a:extLst>
              </p:cNvPr>
              <p:cNvSpPr/>
              <p:nvPr/>
            </p:nvSpPr>
            <p:spPr>
              <a:xfrm>
                <a:off x="2259225" y="1426305"/>
                <a:ext cx="85725" cy="95250"/>
              </a:xfrm>
              <a:custGeom>
                <a:avLst/>
                <a:gdLst>
                  <a:gd name="connsiteX0" fmla="*/ 89884 w 85725"/>
                  <a:gd name="connsiteY0" fmla="*/ 34214 h 95250"/>
                  <a:gd name="connsiteX1" fmla="*/ 40023 w 85725"/>
                  <a:gd name="connsiteY1" fmla="*/ 0 h 95250"/>
                  <a:gd name="connsiteX2" fmla="*/ 0 w 85725"/>
                  <a:gd name="connsiteY2" fmla="*/ 100412 h 95250"/>
                  <a:gd name="connsiteX3" fmla="*/ 83036 w 85725"/>
                  <a:gd name="connsiteY3" fmla="*/ 100412 h 95250"/>
                  <a:gd name="connsiteX4" fmla="*/ 89884 w 85725"/>
                  <a:gd name="connsiteY4" fmla="*/ 3421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95250">
                    <a:moveTo>
                      <a:pt x="89884" y="34214"/>
                    </a:moveTo>
                    <a:cubicBezTo>
                      <a:pt x="71652" y="25855"/>
                      <a:pt x="54820" y="14379"/>
                      <a:pt x="40023" y="0"/>
                    </a:cubicBezTo>
                    <a:cubicBezTo>
                      <a:pt x="16468" y="27180"/>
                      <a:pt x="1648" y="62107"/>
                      <a:pt x="0" y="100412"/>
                    </a:cubicBezTo>
                    <a:lnTo>
                      <a:pt x="83036" y="100412"/>
                    </a:lnTo>
                    <a:cubicBezTo>
                      <a:pt x="83440" y="76774"/>
                      <a:pt x="85841" y="54461"/>
                      <a:pt x="89884" y="34214"/>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1" name="Freeform: Shape 449">
                <a:extLst>
                  <a:ext uri="{FF2B5EF4-FFF2-40B4-BE49-F238E27FC236}">
                    <a16:creationId xmlns:a16="http://schemas.microsoft.com/office/drawing/2014/main" id="{682268A8-FE4F-40D2-9C90-C91443C9089A}"/>
                  </a:ext>
                </a:extLst>
              </p:cNvPr>
              <p:cNvSpPr/>
              <p:nvPr/>
            </p:nvSpPr>
            <p:spPr>
              <a:xfrm>
                <a:off x="2497953" y="1541021"/>
                <a:ext cx="85725" cy="95250"/>
              </a:xfrm>
              <a:custGeom>
                <a:avLst/>
                <a:gdLst>
                  <a:gd name="connsiteX0" fmla="*/ 0 w 85725"/>
                  <a:gd name="connsiteY0" fmla="*/ 66198 h 95250"/>
                  <a:gd name="connsiteX1" fmla="*/ 49861 w 85725"/>
                  <a:gd name="connsiteY1" fmla="*/ 100412 h 95250"/>
                  <a:gd name="connsiteX2" fmla="*/ 89884 w 85725"/>
                  <a:gd name="connsiteY2" fmla="*/ 0 h 95250"/>
                  <a:gd name="connsiteX3" fmla="*/ 6848 w 85725"/>
                  <a:gd name="connsiteY3" fmla="*/ 0 h 95250"/>
                  <a:gd name="connsiteX4" fmla="*/ 0 w 85725"/>
                  <a:gd name="connsiteY4" fmla="*/ 6619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95250">
                    <a:moveTo>
                      <a:pt x="0" y="66198"/>
                    </a:moveTo>
                    <a:cubicBezTo>
                      <a:pt x="18232" y="74557"/>
                      <a:pt x="35064" y="86033"/>
                      <a:pt x="49861" y="100412"/>
                    </a:cubicBezTo>
                    <a:cubicBezTo>
                      <a:pt x="73416" y="73233"/>
                      <a:pt x="88236" y="38305"/>
                      <a:pt x="89884" y="0"/>
                    </a:cubicBezTo>
                    <a:lnTo>
                      <a:pt x="6848" y="0"/>
                    </a:lnTo>
                    <a:cubicBezTo>
                      <a:pt x="6444" y="23638"/>
                      <a:pt x="4043" y="45951"/>
                      <a:pt x="0" y="66198"/>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2" name="Freeform: Shape 450">
                <a:extLst>
                  <a:ext uri="{FF2B5EF4-FFF2-40B4-BE49-F238E27FC236}">
                    <a16:creationId xmlns:a16="http://schemas.microsoft.com/office/drawing/2014/main" id="{5BBE7BEC-B132-4654-9E02-BD109D70CE0E}"/>
                  </a:ext>
                </a:extLst>
              </p:cNvPr>
              <p:cNvSpPr/>
              <p:nvPr/>
            </p:nvSpPr>
            <p:spPr>
              <a:xfrm>
                <a:off x="2356561" y="1466093"/>
                <a:ext cx="57150" cy="57150"/>
              </a:xfrm>
              <a:custGeom>
                <a:avLst/>
                <a:gdLst>
                  <a:gd name="connsiteX0" fmla="*/ 0 w 57150"/>
                  <a:gd name="connsiteY0" fmla="*/ 60624 h 57150"/>
                  <a:gd name="connsiteX1" fmla="*/ 59818 w 57150"/>
                  <a:gd name="connsiteY1" fmla="*/ 60624 h 57150"/>
                  <a:gd name="connsiteX2" fmla="*/ 59818 w 57150"/>
                  <a:gd name="connsiteY2" fmla="*/ 10384 h 57150"/>
                  <a:gd name="connsiteX3" fmla="*/ 6126 w 57150"/>
                  <a:gd name="connsiteY3" fmla="*/ 0 h 57150"/>
                  <a:gd name="connsiteX4" fmla="*/ 0 w 57150"/>
                  <a:gd name="connsiteY4" fmla="*/ 6062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0" y="60624"/>
                    </a:moveTo>
                    <a:lnTo>
                      <a:pt x="59818" y="60624"/>
                    </a:lnTo>
                    <a:lnTo>
                      <a:pt x="59818" y="10384"/>
                    </a:lnTo>
                    <a:cubicBezTo>
                      <a:pt x="41205" y="9663"/>
                      <a:pt x="23159" y="6142"/>
                      <a:pt x="6126" y="0"/>
                    </a:cubicBezTo>
                    <a:cubicBezTo>
                      <a:pt x="2561" y="18720"/>
                      <a:pt x="396" y="39210"/>
                      <a:pt x="0" y="60624"/>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3" name="Freeform: Shape 451">
                <a:extLst>
                  <a:ext uri="{FF2B5EF4-FFF2-40B4-BE49-F238E27FC236}">
                    <a16:creationId xmlns:a16="http://schemas.microsoft.com/office/drawing/2014/main" id="{829A4FD3-9344-4B9F-890C-9F613A1A3EB4}"/>
                  </a:ext>
                </a:extLst>
              </p:cNvPr>
              <p:cNvSpPr/>
              <p:nvPr/>
            </p:nvSpPr>
            <p:spPr>
              <a:xfrm>
                <a:off x="2365720" y="1370382"/>
                <a:ext cx="47625" cy="85725"/>
              </a:xfrm>
              <a:custGeom>
                <a:avLst/>
                <a:gdLst>
                  <a:gd name="connsiteX0" fmla="*/ 0 w 47625"/>
                  <a:gd name="connsiteY0" fmla="*/ 81600 h 85725"/>
                  <a:gd name="connsiteX1" fmla="*/ 50659 w 47625"/>
                  <a:gd name="connsiteY1" fmla="*/ 91792 h 85725"/>
                  <a:gd name="connsiteX2" fmla="*/ 50659 w 47625"/>
                  <a:gd name="connsiteY2" fmla="*/ 0 h 85725"/>
                  <a:gd name="connsiteX3" fmla="*/ 0 w 47625"/>
                  <a:gd name="connsiteY3" fmla="*/ 81600 h 85725"/>
                </a:gdLst>
                <a:ahLst/>
                <a:cxnLst>
                  <a:cxn ang="0">
                    <a:pos x="connsiteX0" y="connsiteY0"/>
                  </a:cxn>
                  <a:cxn ang="0">
                    <a:pos x="connsiteX1" y="connsiteY1"/>
                  </a:cxn>
                  <a:cxn ang="0">
                    <a:pos x="connsiteX2" y="connsiteY2"/>
                  </a:cxn>
                  <a:cxn ang="0">
                    <a:pos x="connsiteX3" y="connsiteY3"/>
                  </a:cxn>
                </a:cxnLst>
                <a:rect l="l" t="t" r="r" b="b"/>
                <a:pathLst>
                  <a:path w="47625" h="85725">
                    <a:moveTo>
                      <a:pt x="0" y="81600"/>
                    </a:moveTo>
                    <a:cubicBezTo>
                      <a:pt x="16031" y="87601"/>
                      <a:pt x="33070" y="91051"/>
                      <a:pt x="50659" y="91792"/>
                    </a:cubicBezTo>
                    <a:lnTo>
                      <a:pt x="50659" y="0"/>
                    </a:lnTo>
                    <a:cubicBezTo>
                      <a:pt x="29301" y="5856"/>
                      <a:pt x="10600" y="37527"/>
                      <a:pt x="0" y="8160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4" name="Freeform: Shape 452">
                <a:extLst>
                  <a:ext uri="{FF2B5EF4-FFF2-40B4-BE49-F238E27FC236}">
                    <a16:creationId xmlns:a16="http://schemas.microsoft.com/office/drawing/2014/main" id="{14B9975C-A1B1-4BD4-AF67-6D7390E8E627}"/>
                  </a:ext>
                </a:extLst>
              </p:cNvPr>
              <p:cNvSpPr/>
              <p:nvPr/>
            </p:nvSpPr>
            <p:spPr>
              <a:xfrm>
                <a:off x="2460063" y="1373522"/>
                <a:ext cx="76200" cy="66675"/>
              </a:xfrm>
              <a:custGeom>
                <a:avLst/>
                <a:gdLst>
                  <a:gd name="connsiteX0" fmla="*/ 77930 w 76200"/>
                  <a:gd name="connsiteY0" fmla="*/ 42382 h 66675"/>
                  <a:gd name="connsiteX1" fmla="*/ 0 w 76200"/>
                  <a:gd name="connsiteY1" fmla="*/ 0 h 66675"/>
                  <a:gd name="connsiteX2" fmla="*/ 34688 w 76200"/>
                  <a:gd name="connsiteY2" fmla="*/ 72715 h 66675"/>
                  <a:gd name="connsiteX3" fmla="*/ 77930 w 76200"/>
                  <a:gd name="connsiteY3" fmla="*/ 42382 h 66675"/>
                </a:gdLst>
                <a:ahLst/>
                <a:cxnLst>
                  <a:cxn ang="0">
                    <a:pos x="connsiteX0" y="connsiteY0"/>
                  </a:cxn>
                  <a:cxn ang="0">
                    <a:pos x="connsiteX1" y="connsiteY1"/>
                  </a:cxn>
                  <a:cxn ang="0">
                    <a:pos x="connsiteX2" y="connsiteY2"/>
                  </a:cxn>
                  <a:cxn ang="0">
                    <a:pos x="connsiteX3" y="connsiteY3"/>
                  </a:cxn>
                </a:cxnLst>
                <a:rect l="l" t="t" r="r" b="b"/>
                <a:pathLst>
                  <a:path w="76200" h="66675">
                    <a:moveTo>
                      <a:pt x="77930" y="42382"/>
                    </a:moveTo>
                    <a:cubicBezTo>
                      <a:pt x="56666" y="21743"/>
                      <a:pt x="29872" y="6804"/>
                      <a:pt x="0" y="0"/>
                    </a:cubicBezTo>
                    <a:cubicBezTo>
                      <a:pt x="14725" y="15910"/>
                      <a:pt x="26798" y="41265"/>
                      <a:pt x="34688" y="72715"/>
                    </a:cubicBezTo>
                    <a:cubicBezTo>
                      <a:pt x="50458" y="65122"/>
                      <a:pt x="65032" y="54942"/>
                      <a:pt x="77930" y="42382"/>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5" name="Freeform: Shape 453">
                <a:extLst>
                  <a:ext uri="{FF2B5EF4-FFF2-40B4-BE49-F238E27FC236}">
                    <a16:creationId xmlns:a16="http://schemas.microsoft.com/office/drawing/2014/main" id="{EAC363DD-957C-482B-885E-5F630602BB6E}"/>
                  </a:ext>
                </a:extLst>
              </p:cNvPr>
              <p:cNvSpPr/>
              <p:nvPr/>
            </p:nvSpPr>
            <p:spPr>
              <a:xfrm>
                <a:off x="2497953" y="1426305"/>
                <a:ext cx="85725" cy="95250"/>
              </a:xfrm>
              <a:custGeom>
                <a:avLst/>
                <a:gdLst>
                  <a:gd name="connsiteX0" fmla="*/ 6848 w 85725"/>
                  <a:gd name="connsiteY0" fmla="*/ 100412 h 95250"/>
                  <a:gd name="connsiteX1" fmla="*/ 89884 w 85725"/>
                  <a:gd name="connsiteY1" fmla="*/ 100412 h 95250"/>
                  <a:gd name="connsiteX2" fmla="*/ 49861 w 85725"/>
                  <a:gd name="connsiteY2" fmla="*/ 0 h 95250"/>
                  <a:gd name="connsiteX3" fmla="*/ 0 w 85725"/>
                  <a:gd name="connsiteY3" fmla="*/ 34214 h 95250"/>
                  <a:gd name="connsiteX4" fmla="*/ 6848 w 85725"/>
                  <a:gd name="connsiteY4" fmla="*/ 10041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95250">
                    <a:moveTo>
                      <a:pt x="6848" y="100412"/>
                    </a:moveTo>
                    <a:lnTo>
                      <a:pt x="89884" y="100412"/>
                    </a:lnTo>
                    <a:cubicBezTo>
                      <a:pt x="88236" y="62107"/>
                      <a:pt x="73416" y="27180"/>
                      <a:pt x="49861" y="0"/>
                    </a:cubicBezTo>
                    <a:cubicBezTo>
                      <a:pt x="35064" y="14379"/>
                      <a:pt x="18232" y="25855"/>
                      <a:pt x="0" y="34214"/>
                    </a:cubicBezTo>
                    <a:cubicBezTo>
                      <a:pt x="4043" y="54461"/>
                      <a:pt x="6444" y="76774"/>
                      <a:pt x="6848" y="100412"/>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6" name="Freeform: Shape 454">
                <a:extLst>
                  <a:ext uri="{FF2B5EF4-FFF2-40B4-BE49-F238E27FC236}">
                    <a16:creationId xmlns:a16="http://schemas.microsoft.com/office/drawing/2014/main" id="{2D5A2664-7908-4485-99EF-0AD0787E15DB}"/>
                  </a:ext>
                </a:extLst>
              </p:cNvPr>
              <p:cNvSpPr/>
              <p:nvPr/>
            </p:nvSpPr>
            <p:spPr>
              <a:xfrm>
                <a:off x="2460063" y="1621501"/>
                <a:ext cx="76200" cy="66675"/>
              </a:xfrm>
              <a:custGeom>
                <a:avLst/>
                <a:gdLst>
                  <a:gd name="connsiteX0" fmla="*/ 0 w 76200"/>
                  <a:gd name="connsiteY0" fmla="*/ 72715 h 66675"/>
                  <a:gd name="connsiteX1" fmla="*/ 77930 w 76200"/>
                  <a:gd name="connsiteY1" fmla="*/ 30333 h 66675"/>
                  <a:gd name="connsiteX2" fmla="*/ 34688 w 76200"/>
                  <a:gd name="connsiteY2" fmla="*/ 0 h 66675"/>
                  <a:gd name="connsiteX3" fmla="*/ 0 w 76200"/>
                  <a:gd name="connsiteY3" fmla="*/ 72715 h 66675"/>
                </a:gdLst>
                <a:ahLst/>
                <a:cxnLst>
                  <a:cxn ang="0">
                    <a:pos x="connsiteX0" y="connsiteY0"/>
                  </a:cxn>
                  <a:cxn ang="0">
                    <a:pos x="connsiteX1" y="connsiteY1"/>
                  </a:cxn>
                  <a:cxn ang="0">
                    <a:pos x="connsiteX2" y="connsiteY2"/>
                  </a:cxn>
                  <a:cxn ang="0">
                    <a:pos x="connsiteX3" y="connsiteY3"/>
                  </a:cxn>
                </a:cxnLst>
                <a:rect l="l" t="t" r="r" b="b"/>
                <a:pathLst>
                  <a:path w="76200" h="66675">
                    <a:moveTo>
                      <a:pt x="0" y="72715"/>
                    </a:moveTo>
                    <a:cubicBezTo>
                      <a:pt x="29872" y="65911"/>
                      <a:pt x="56666" y="50971"/>
                      <a:pt x="77930" y="30333"/>
                    </a:cubicBezTo>
                    <a:cubicBezTo>
                      <a:pt x="65032" y="17773"/>
                      <a:pt x="50458" y="7593"/>
                      <a:pt x="34688" y="0"/>
                    </a:cubicBezTo>
                    <a:cubicBezTo>
                      <a:pt x="26798" y="31450"/>
                      <a:pt x="14725" y="56805"/>
                      <a:pt x="0" y="72715"/>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7" name="Freeform: Shape 455">
                <a:extLst>
                  <a:ext uri="{FF2B5EF4-FFF2-40B4-BE49-F238E27FC236}">
                    <a16:creationId xmlns:a16="http://schemas.microsoft.com/office/drawing/2014/main" id="{3152FD59-8B12-4CF7-8137-DC71540AFA06}"/>
                  </a:ext>
                </a:extLst>
              </p:cNvPr>
              <p:cNvSpPr/>
              <p:nvPr/>
            </p:nvSpPr>
            <p:spPr>
              <a:xfrm>
                <a:off x="2430683" y="1466093"/>
                <a:ext cx="57150" cy="57150"/>
              </a:xfrm>
              <a:custGeom>
                <a:avLst/>
                <a:gdLst>
                  <a:gd name="connsiteX0" fmla="*/ 53692 w 57150"/>
                  <a:gd name="connsiteY0" fmla="*/ 0 h 57150"/>
                  <a:gd name="connsiteX1" fmla="*/ 0 w 57150"/>
                  <a:gd name="connsiteY1" fmla="*/ 10384 h 57150"/>
                  <a:gd name="connsiteX2" fmla="*/ 0 w 57150"/>
                  <a:gd name="connsiteY2" fmla="*/ 60624 h 57150"/>
                  <a:gd name="connsiteX3" fmla="*/ 59818 w 57150"/>
                  <a:gd name="connsiteY3" fmla="*/ 60624 h 57150"/>
                  <a:gd name="connsiteX4" fmla="*/ 53692 w 57150"/>
                  <a:gd name="connsiteY4" fmla="*/ 0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3692" y="0"/>
                    </a:moveTo>
                    <a:cubicBezTo>
                      <a:pt x="36659" y="6142"/>
                      <a:pt x="18613" y="9663"/>
                      <a:pt x="0" y="10384"/>
                    </a:cubicBezTo>
                    <a:lnTo>
                      <a:pt x="0" y="60624"/>
                    </a:lnTo>
                    <a:lnTo>
                      <a:pt x="59818" y="60624"/>
                    </a:lnTo>
                    <a:cubicBezTo>
                      <a:pt x="59422" y="39210"/>
                      <a:pt x="57257" y="18720"/>
                      <a:pt x="53692"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8" name="Freeform: Shape 456">
                <a:extLst>
                  <a:ext uri="{FF2B5EF4-FFF2-40B4-BE49-F238E27FC236}">
                    <a16:creationId xmlns:a16="http://schemas.microsoft.com/office/drawing/2014/main" id="{F82C236E-407E-493D-81B7-64E592359AE8}"/>
                  </a:ext>
                </a:extLst>
              </p:cNvPr>
              <p:cNvSpPr/>
              <p:nvPr/>
            </p:nvSpPr>
            <p:spPr>
              <a:xfrm>
                <a:off x="2309069" y="1621501"/>
                <a:ext cx="76200" cy="66675"/>
              </a:xfrm>
              <a:custGeom>
                <a:avLst/>
                <a:gdLst>
                  <a:gd name="connsiteX0" fmla="*/ 0 w 76200"/>
                  <a:gd name="connsiteY0" fmla="*/ 30333 h 66675"/>
                  <a:gd name="connsiteX1" fmla="*/ 77930 w 76200"/>
                  <a:gd name="connsiteY1" fmla="*/ 72715 h 66675"/>
                  <a:gd name="connsiteX2" fmla="*/ 43242 w 76200"/>
                  <a:gd name="connsiteY2" fmla="*/ 0 h 66675"/>
                  <a:gd name="connsiteX3" fmla="*/ 0 w 76200"/>
                  <a:gd name="connsiteY3" fmla="*/ 30333 h 66675"/>
                </a:gdLst>
                <a:ahLst/>
                <a:cxnLst>
                  <a:cxn ang="0">
                    <a:pos x="connsiteX0" y="connsiteY0"/>
                  </a:cxn>
                  <a:cxn ang="0">
                    <a:pos x="connsiteX1" y="connsiteY1"/>
                  </a:cxn>
                  <a:cxn ang="0">
                    <a:pos x="connsiteX2" y="connsiteY2"/>
                  </a:cxn>
                  <a:cxn ang="0">
                    <a:pos x="connsiteX3" y="connsiteY3"/>
                  </a:cxn>
                </a:cxnLst>
                <a:rect l="l" t="t" r="r" b="b"/>
                <a:pathLst>
                  <a:path w="76200" h="66675">
                    <a:moveTo>
                      <a:pt x="0" y="30333"/>
                    </a:moveTo>
                    <a:cubicBezTo>
                      <a:pt x="21265" y="50971"/>
                      <a:pt x="48058" y="65911"/>
                      <a:pt x="77930" y="72715"/>
                    </a:cubicBezTo>
                    <a:cubicBezTo>
                      <a:pt x="63205" y="56805"/>
                      <a:pt x="51132" y="31450"/>
                      <a:pt x="43242" y="0"/>
                    </a:cubicBezTo>
                    <a:cubicBezTo>
                      <a:pt x="27472" y="7593"/>
                      <a:pt x="12898" y="17773"/>
                      <a:pt x="0" y="30333"/>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39" name="Freeform: Shape 457">
                <a:extLst>
                  <a:ext uri="{FF2B5EF4-FFF2-40B4-BE49-F238E27FC236}">
                    <a16:creationId xmlns:a16="http://schemas.microsoft.com/office/drawing/2014/main" id="{65C86646-B58E-455D-88A2-78368C223DD7}"/>
                  </a:ext>
                </a:extLst>
              </p:cNvPr>
              <p:cNvSpPr/>
              <p:nvPr/>
            </p:nvSpPr>
            <p:spPr>
              <a:xfrm>
                <a:off x="2430683" y="1370382"/>
                <a:ext cx="47625" cy="85725"/>
              </a:xfrm>
              <a:custGeom>
                <a:avLst/>
                <a:gdLst>
                  <a:gd name="connsiteX0" fmla="*/ 0 w 47625"/>
                  <a:gd name="connsiteY0" fmla="*/ 0 h 85725"/>
                  <a:gd name="connsiteX1" fmla="*/ 0 w 47625"/>
                  <a:gd name="connsiteY1" fmla="*/ 91792 h 85725"/>
                  <a:gd name="connsiteX2" fmla="*/ 50659 w 47625"/>
                  <a:gd name="connsiteY2" fmla="*/ 81600 h 85725"/>
                  <a:gd name="connsiteX3" fmla="*/ 0 w 47625"/>
                  <a:gd name="connsiteY3" fmla="*/ 0 h 85725"/>
                </a:gdLst>
                <a:ahLst/>
                <a:cxnLst>
                  <a:cxn ang="0">
                    <a:pos x="connsiteX0" y="connsiteY0"/>
                  </a:cxn>
                  <a:cxn ang="0">
                    <a:pos x="connsiteX1" y="connsiteY1"/>
                  </a:cxn>
                  <a:cxn ang="0">
                    <a:pos x="connsiteX2" y="connsiteY2"/>
                  </a:cxn>
                  <a:cxn ang="0">
                    <a:pos x="connsiteX3" y="connsiteY3"/>
                  </a:cxn>
                </a:cxnLst>
                <a:rect l="l" t="t" r="r" b="b"/>
                <a:pathLst>
                  <a:path w="47625" h="85725">
                    <a:moveTo>
                      <a:pt x="0" y="0"/>
                    </a:moveTo>
                    <a:lnTo>
                      <a:pt x="0" y="91792"/>
                    </a:lnTo>
                    <a:cubicBezTo>
                      <a:pt x="17589" y="91051"/>
                      <a:pt x="34628" y="87601"/>
                      <a:pt x="50659" y="81600"/>
                    </a:cubicBezTo>
                    <a:cubicBezTo>
                      <a:pt x="40059" y="37527"/>
                      <a:pt x="21358" y="5856"/>
                      <a:pt x="0"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40" name="Freeform: Shape 459">
                <a:extLst>
                  <a:ext uri="{FF2B5EF4-FFF2-40B4-BE49-F238E27FC236}">
                    <a16:creationId xmlns:a16="http://schemas.microsoft.com/office/drawing/2014/main" id="{80591BD0-E1AA-47C6-AF32-5B6571AA84EC}"/>
                  </a:ext>
                </a:extLst>
              </p:cNvPr>
              <p:cNvSpPr/>
              <p:nvPr/>
            </p:nvSpPr>
            <p:spPr>
              <a:xfrm>
                <a:off x="2309069" y="1373522"/>
                <a:ext cx="76200" cy="66675"/>
              </a:xfrm>
              <a:custGeom>
                <a:avLst/>
                <a:gdLst>
                  <a:gd name="connsiteX0" fmla="*/ 77930 w 76200"/>
                  <a:gd name="connsiteY0" fmla="*/ 0 h 66675"/>
                  <a:gd name="connsiteX1" fmla="*/ 0 w 76200"/>
                  <a:gd name="connsiteY1" fmla="*/ 42382 h 66675"/>
                  <a:gd name="connsiteX2" fmla="*/ 43242 w 76200"/>
                  <a:gd name="connsiteY2" fmla="*/ 72715 h 66675"/>
                  <a:gd name="connsiteX3" fmla="*/ 77930 w 76200"/>
                  <a:gd name="connsiteY3" fmla="*/ 0 h 66675"/>
                </a:gdLst>
                <a:ahLst/>
                <a:cxnLst>
                  <a:cxn ang="0">
                    <a:pos x="connsiteX0" y="connsiteY0"/>
                  </a:cxn>
                  <a:cxn ang="0">
                    <a:pos x="connsiteX1" y="connsiteY1"/>
                  </a:cxn>
                  <a:cxn ang="0">
                    <a:pos x="connsiteX2" y="connsiteY2"/>
                  </a:cxn>
                  <a:cxn ang="0">
                    <a:pos x="connsiteX3" y="connsiteY3"/>
                  </a:cxn>
                </a:cxnLst>
                <a:rect l="l" t="t" r="r" b="b"/>
                <a:pathLst>
                  <a:path w="76200" h="66675">
                    <a:moveTo>
                      <a:pt x="77930" y="0"/>
                    </a:moveTo>
                    <a:cubicBezTo>
                      <a:pt x="48058" y="6804"/>
                      <a:pt x="21265" y="21743"/>
                      <a:pt x="0" y="42382"/>
                    </a:cubicBezTo>
                    <a:cubicBezTo>
                      <a:pt x="12898" y="54942"/>
                      <a:pt x="27472" y="65122"/>
                      <a:pt x="43242" y="72715"/>
                    </a:cubicBezTo>
                    <a:cubicBezTo>
                      <a:pt x="51132" y="41265"/>
                      <a:pt x="63205" y="15910"/>
                      <a:pt x="77930" y="0"/>
                    </a:cubicBez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grpSp>
      </p:grpSp>
      <p:grpSp>
        <p:nvGrpSpPr>
          <p:cNvPr id="41" name="Group 40"/>
          <p:cNvGrpSpPr/>
          <p:nvPr/>
        </p:nvGrpSpPr>
        <p:grpSpPr>
          <a:xfrm>
            <a:off x="4" y="3877868"/>
            <a:ext cx="713855" cy="820458"/>
            <a:chOff x="185228" y="2867426"/>
            <a:chExt cx="951806" cy="1093944"/>
          </a:xfrm>
        </p:grpSpPr>
        <p:sp>
          <p:nvSpPr>
            <p:cNvPr id="42" name="Arrow: Pentagon 61">
              <a:extLst>
                <a:ext uri="{FF2B5EF4-FFF2-40B4-BE49-F238E27FC236}">
                  <a16:creationId xmlns:a16="http://schemas.microsoft.com/office/drawing/2014/main" id="{EADFB78F-13CF-49FF-A903-4CFB0914C7E9}"/>
                </a:ext>
              </a:extLst>
            </p:cNvPr>
            <p:cNvSpPr/>
            <p:nvPr/>
          </p:nvSpPr>
          <p:spPr>
            <a:xfrm>
              <a:off x="192154" y="2867426"/>
              <a:ext cx="944880" cy="1093944"/>
            </a:xfrm>
            <a:prstGeom prst="homePlate">
              <a:avLst>
                <a:gd name="adj" fmla="val 27345"/>
              </a:avLst>
            </a:prstGeom>
            <a:solidFill>
              <a:srgbClr val="86251B"/>
            </a:solidFill>
            <a:ln/>
          </p:spPr>
          <p:style>
            <a:lnRef idx="2">
              <a:schemeClr val="accent4">
                <a:shade val="50000"/>
              </a:schemeClr>
            </a:lnRef>
            <a:fillRef idx="1">
              <a:schemeClr val="accent4"/>
            </a:fillRef>
            <a:effectRef idx="0">
              <a:schemeClr val="accent4"/>
            </a:effectRef>
            <a:fontRef idx="minor">
              <a:schemeClr val="lt1"/>
            </a:fontRef>
          </p:style>
          <p:txBody>
            <a:bodyPr lIns="68580" tIns="68580" rIns="68580" bIns="34290" rtlCol="0" anchor="t"/>
            <a:lstStyle/>
            <a:p>
              <a:pPr defTabSz="685732">
                <a:buClr>
                  <a:srgbClr val="FFFFFF"/>
                </a:buClr>
                <a:defRPr/>
              </a:pPr>
              <a:r>
                <a:rPr lang="en-GB" sz="900" b="1" kern="0">
                  <a:solidFill>
                    <a:prstClr val="white"/>
                  </a:solidFill>
                  <a:latin typeface="等线" panose="020F0502020204030204"/>
                  <a:cs typeface="Calibri" panose="020F0502020204030204" pitchFamily="34" charset="0"/>
                  <a:sym typeface="Calibri" panose="020F0502020204030204" pitchFamily="34" charset="0"/>
                </a:rPr>
                <a:t>China</a:t>
              </a:r>
            </a:p>
          </p:txBody>
        </p:sp>
        <p:sp>
          <p:nvSpPr>
            <p:cNvPr id="43" name="Freeform: Shape 95">
              <a:extLst>
                <a:ext uri="{FF2B5EF4-FFF2-40B4-BE49-F238E27FC236}">
                  <a16:creationId xmlns:a16="http://schemas.microsoft.com/office/drawing/2014/main" id="{55154E20-860C-4C93-97E1-16EA8ED12293}"/>
                </a:ext>
              </a:extLst>
            </p:cNvPr>
            <p:cNvSpPr/>
            <p:nvPr/>
          </p:nvSpPr>
          <p:spPr>
            <a:xfrm>
              <a:off x="185228" y="3420685"/>
              <a:ext cx="861335" cy="463512"/>
            </a:xfrm>
            <a:custGeom>
              <a:avLst/>
              <a:gdLst>
                <a:gd name="connsiteX0" fmla="*/ 0 w 861335"/>
                <a:gd name="connsiteY0" fmla="*/ 0 h 463512"/>
                <a:gd name="connsiteX1" fmla="*/ 861335 w 861335"/>
                <a:gd name="connsiteY1" fmla="*/ 0 h 463512"/>
                <a:gd name="connsiteX2" fmla="*/ 639948 w 861335"/>
                <a:gd name="connsiteY2" fmla="*/ 463512 h 463512"/>
                <a:gd name="connsiteX3" fmla="*/ 0 w 861335"/>
                <a:gd name="connsiteY3" fmla="*/ 463512 h 463512"/>
              </a:gdLst>
              <a:ahLst/>
              <a:cxnLst>
                <a:cxn ang="0">
                  <a:pos x="connsiteX0" y="connsiteY0"/>
                </a:cxn>
                <a:cxn ang="0">
                  <a:pos x="connsiteX1" y="connsiteY1"/>
                </a:cxn>
                <a:cxn ang="0">
                  <a:pos x="connsiteX2" y="connsiteY2"/>
                </a:cxn>
                <a:cxn ang="0">
                  <a:pos x="connsiteX3" y="connsiteY3"/>
                </a:cxn>
              </a:cxnLst>
              <a:rect l="l" t="t" r="r" b="b"/>
              <a:pathLst>
                <a:path w="861335" h="463512">
                  <a:moveTo>
                    <a:pt x="0" y="0"/>
                  </a:moveTo>
                  <a:lnTo>
                    <a:pt x="861335" y="0"/>
                  </a:lnTo>
                  <a:lnTo>
                    <a:pt x="639948" y="463512"/>
                  </a:lnTo>
                  <a:lnTo>
                    <a:pt x="0" y="463512"/>
                  </a:lnTo>
                  <a:close/>
                </a:path>
              </a:pathLst>
            </a:custGeom>
            <a:solidFill>
              <a:schemeClr val="bg1"/>
            </a:solidFill>
            <a:ln w="12700">
              <a:noFill/>
            </a:ln>
            <a:effectLst>
              <a:innerShdw blurRad="25400">
                <a:srgbClr val="003366"/>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pPr defTabSz="685732">
                <a:defRPr/>
              </a:pPr>
              <a:endParaRPr lang="en-GB" sz="788" err="1">
                <a:solidFill>
                  <a:prstClr val="white"/>
                </a:solidFill>
                <a:latin typeface="等线" panose="020F0502020204030204"/>
              </a:endParaRPr>
            </a:p>
          </p:txBody>
        </p:sp>
        <p:grpSp>
          <p:nvGrpSpPr>
            <p:cNvPr id="44" name="Group 43">
              <a:extLst>
                <a:ext uri="{FF2B5EF4-FFF2-40B4-BE49-F238E27FC236}">
                  <a16:creationId xmlns:a16="http://schemas.microsoft.com/office/drawing/2014/main" id="{69C7178F-EE3A-4F3F-892E-E5F9CFEBDA35}"/>
                </a:ext>
              </a:extLst>
            </p:cNvPr>
            <p:cNvGrpSpPr/>
            <p:nvPr/>
          </p:nvGrpSpPr>
          <p:grpSpPr>
            <a:xfrm>
              <a:off x="337439" y="3477963"/>
              <a:ext cx="421453" cy="348956"/>
              <a:chOff x="145285" y="3475768"/>
              <a:chExt cx="600075" cy="496852"/>
            </a:xfrm>
            <a:solidFill>
              <a:srgbClr val="FF0000"/>
            </a:solidFill>
          </p:grpSpPr>
          <p:sp>
            <p:nvSpPr>
              <p:cNvPr id="45" name="Freeform: Shape 469">
                <a:extLst>
                  <a:ext uri="{FF2B5EF4-FFF2-40B4-BE49-F238E27FC236}">
                    <a16:creationId xmlns:a16="http://schemas.microsoft.com/office/drawing/2014/main" id="{2BF751BC-6071-4062-86D9-ED0B80E747C5}"/>
                  </a:ext>
                </a:extLst>
              </p:cNvPr>
              <p:cNvSpPr/>
              <p:nvPr/>
            </p:nvSpPr>
            <p:spPr>
              <a:xfrm>
                <a:off x="145285" y="3475768"/>
                <a:ext cx="600075" cy="466725"/>
              </a:xfrm>
              <a:custGeom>
                <a:avLst/>
                <a:gdLst>
                  <a:gd name="connsiteX0" fmla="*/ 72295 w 600075"/>
                  <a:gd name="connsiteY0" fmla="*/ 156420 h 466725"/>
                  <a:gd name="connsiteX1" fmla="*/ 87411 w 600075"/>
                  <a:gd name="connsiteY1" fmla="*/ 135388 h 466725"/>
                  <a:gd name="connsiteX2" fmla="*/ 87411 w 600075"/>
                  <a:gd name="connsiteY2" fmla="*/ 118301 h 466725"/>
                  <a:gd name="connsiteX3" fmla="*/ 107128 w 600075"/>
                  <a:gd name="connsiteY3" fmla="*/ 113043 h 466725"/>
                  <a:gd name="connsiteX4" fmla="*/ 120272 w 600075"/>
                  <a:gd name="connsiteY4" fmla="*/ 86754 h 466725"/>
                  <a:gd name="connsiteX5" fmla="*/ 138017 w 600075"/>
                  <a:gd name="connsiteY5" fmla="*/ 94640 h 466725"/>
                  <a:gd name="connsiteX6" fmla="*/ 145247 w 600075"/>
                  <a:gd name="connsiteY6" fmla="*/ 76895 h 466725"/>
                  <a:gd name="connsiteX7" fmla="*/ 164963 w 600075"/>
                  <a:gd name="connsiteY7" fmla="*/ 68351 h 466725"/>
                  <a:gd name="connsiteX8" fmla="*/ 178765 w 600075"/>
                  <a:gd name="connsiteY8" fmla="*/ 84125 h 466725"/>
                  <a:gd name="connsiteX9" fmla="*/ 192567 w 600075"/>
                  <a:gd name="connsiteY9" fmla="*/ 93326 h 466725"/>
                  <a:gd name="connsiteX10" fmla="*/ 192567 w 600075"/>
                  <a:gd name="connsiteY10" fmla="*/ 124873 h 466725"/>
                  <a:gd name="connsiteX11" fmla="*/ 208998 w 600075"/>
                  <a:gd name="connsiteY11" fmla="*/ 130788 h 466725"/>
                  <a:gd name="connsiteX12" fmla="*/ 232658 w 600075"/>
                  <a:gd name="connsiteY12" fmla="*/ 145904 h 466725"/>
                  <a:gd name="connsiteX13" fmla="*/ 243830 w 600075"/>
                  <a:gd name="connsiteY13" fmla="*/ 165621 h 466725"/>
                  <a:gd name="connsiteX14" fmla="*/ 273406 w 600075"/>
                  <a:gd name="connsiteY14" fmla="*/ 168907 h 466725"/>
                  <a:gd name="connsiteX15" fmla="*/ 300352 w 600075"/>
                  <a:gd name="connsiteY15" fmla="*/ 177451 h 466725"/>
                  <a:gd name="connsiteX16" fmla="*/ 331899 w 600075"/>
                  <a:gd name="connsiteY16" fmla="*/ 182709 h 466725"/>
                  <a:gd name="connsiteX17" fmla="*/ 356216 w 600075"/>
                  <a:gd name="connsiteY17" fmla="*/ 172193 h 466725"/>
                  <a:gd name="connsiteX18" fmla="*/ 378562 w 600075"/>
                  <a:gd name="connsiteY18" fmla="*/ 166278 h 466725"/>
                  <a:gd name="connsiteX19" fmla="*/ 402879 w 600075"/>
                  <a:gd name="connsiteY19" fmla="*/ 149190 h 466725"/>
                  <a:gd name="connsiteX20" fmla="*/ 397621 w 600075"/>
                  <a:gd name="connsiteY20" fmla="*/ 131445 h 466725"/>
                  <a:gd name="connsiteX21" fmla="*/ 416023 w 600075"/>
                  <a:gd name="connsiteY21" fmla="*/ 131445 h 466725"/>
                  <a:gd name="connsiteX22" fmla="*/ 439026 w 600075"/>
                  <a:gd name="connsiteY22" fmla="*/ 114357 h 466725"/>
                  <a:gd name="connsiteX23" fmla="*/ 463344 w 600075"/>
                  <a:gd name="connsiteY23" fmla="*/ 97927 h 466725"/>
                  <a:gd name="connsiteX24" fmla="*/ 473859 w 600075"/>
                  <a:gd name="connsiteY24" fmla="*/ 95955 h 466725"/>
                  <a:gd name="connsiteX25" fmla="*/ 458086 w 600075"/>
                  <a:gd name="connsiteY25" fmla="*/ 80839 h 466725"/>
                  <a:gd name="connsiteX26" fmla="*/ 441655 w 600075"/>
                  <a:gd name="connsiteY26" fmla="*/ 86754 h 466725"/>
                  <a:gd name="connsiteX27" fmla="*/ 430482 w 600075"/>
                  <a:gd name="connsiteY27" fmla="*/ 84782 h 466725"/>
                  <a:gd name="connsiteX28" fmla="*/ 437055 w 600075"/>
                  <a:gd name="connsiteY28" fmla="*/ 59150 h 466725"/>
                  <a:gd name="connsiteX29" fmla="*/ 448885 w 600075"/>
                  <a:gd name="connsiteY29" fmla="*/ 59150 h 466725"/>
                  <a:gd name="connsiteX30" fmla="*/ 458743 w 600075"/>
                  <a:gd name="connsiteY30" fmla="*/ 49292 h 466725"/>
                  <a:gd name="connsiteX31" fmla="*/ 466630 w 600075"/>
                  <a:gd name="connsiteY31" fmla="*/ 11830 h 466725"/>
                  <a:gd name="connsiteX32" fmla="*/ 481089 w 600075"/>
                  <a:gd name="connsiteY32" fmla="*/ 0 h 466725"/>
                  <a:gd name="connsiteX33" fmla="*/ 501463 w 600075"/>
                  <a:gd name="connsiteY33" fmla="*/ 0 h 466725"/>
                  <a:gd name="connsiteX34" fmla="*/ 520522 w 600075"/>
                  <a:gd name="connsiteY34" fmla="*/ 19060 h 466725"/>
                  <a:gd name="connsiteX35" fmla="*/ 534324 w 600075"/>
                  <a:gd name="connsiteY35" fmla="*/ 39434 h 466725"/>
                  <a:gd name="connsiteX36" fmla="*/ 547468 w 600075"/>
                  <a:gd name="connsiteY36" fmla="*/ 39434 h 466725"/>
                  <a:gd name="connsiteX37" fmla="*/ 567185 w 600075"/>
                  <a:gd name="connsiteY37" fmla="*/ 51921 h 466725"/>
                  <a:gd name="connsiteX38" fmla="*/ 572443 w 600075"/>
                  <a:gd name="connsiteY38" fmla="*/ 61122 h 466725"/>
                  <a:gd name="connsiteX39" fmla="*/ 582959 w 600075"/>
                  <a:gd name="connsiteY39" fmla="*/ 55864 h 466725"/>
                  <a:gd name="connsiteX40" fmla="*/ 603333 w 600075"/>
                  <a:gd name="connsiteY40" fmla="*/ 39434 h 466725"/>
                  <a:gd name="connsiteX41" fmla="*/ 606619 w 600075"/>
                  <a:gd name="connsiteY41" fmla="*/ 53235 h 466725"/>
                  <a:gd name="connsiteX42" fmla="*/ 606619 w 600075"/>
                  <a:gd name="connsiteY42" fmla="*/ 72295 h 466725"/>
                  <a:gd name="connsiteX43" fmla="*/ 600704 w 600075"/>
                  <a:gd name="connsiteY43" fmla="*/ 88068 h 466725"/>
                  <a:gd name="connsiteX44" fmla="*/ 584273 w 600075"/>
                  <a:gd name="connsiteY44" fmla="*/ 97927 h 466725"/>
                  <a:gd name="connsiteX45" fmla="*/ 593474 w 600075"/>
                  <a:gd name="connsiteY45" fmla="*/ 122901 h 466725"/>
                  <a:gd name="connsiteX46" fmla="*/ 577044 w 600075"/>
                  <a:gd name="connsiteY46" fmla="*/ 137360 h 466725"/>
                  <a:gd name="connsiteX47" fmla="*/ 555355 w 600075"/>
                  <a:gd name="connsiteY47" fmla="*/ 149847 h 466725"/>
                  <a:gd name="connsiteX48" fmla="*/ 540239 w 600075"/>
                  <a:gd name="connsiteY48" fmla="*/ 173507 h 466725"/>
                  <a:gd name="connsiteX49" fmla="*/ 506721 w 600075"/>
                  <a:gd name="connsiteY49" fmla="*/ 201768 h 466725"/>
                  <a:gd name="connsiteX50" fmla="*/ 509349 w 600075"/>
                  <a:gd name="connsiteY50" fmla="*/ 173507 h 466725"/>
                  <a:gd name="connsiteX51" fmla="*/ 485689 w 600075"/>
                  <a:gd name="connsiteY51" fmla="*/ 192567 h 466725"/>
                  <a:gd name="connsiteX52" fmla="*/ 478460 w 600075"/>
                  <a:gd name="connsiteY52" fmla="*/ 201768 h 466725"/>
                  <a:gd name="connsiteX53" fmla="*/ 465973 w 600075"/>
                  <a:gd name="connsiteY53" fmla="*/ 207026 h 466725"/>
                  <a:gd name="connsiteX54" fmla="*/ 471888 w 600075"/>
                  <a:gd name="connsiteY54" fmla="*/ 216884 h 466725"/>
                  <a:gd name="connsiteX55" fmla="*/ 481746 w 600075"/>
                  <a:gd name="connsiteY55" fmla="*/ 216884 h 466725"/>
                  <a:gd name="connsiteX56" fmla="*/ 481746 w 600075"/>
                  <a:gd name="connsiteY56" fmla="*/ 230029 h 466725"/>
                  <a:gd name="connsiteX57" fmla="*/ 494890 w 600075"/>
                  <a:gd name="connsiteY57" fmla="*/ 230029 h 466725"/>
                  <a:gd name="connsiteX58" fmla="*/ 502120 w 600075"/>
                  <a:gd name="connsiteY58" fmla="*/ 218856 h 466725"/>
                  <a:gd name="connsiteX59" fmla="*/ 520522 w 600075"/>
                  <a:gd name="connsiteY59" fmla="*/ 219513 h 466725"/>
                  <a:gd name="connsiteX60" fmla="*/ 524466 w 600075"/>
                  <a:gd name="connsiteY60" fmla="*/ 230029 h 466725"/>
                  <a:gd name="connsiteX61" fmla="*/ 494890 w 600075"/>
                  <a:gd name="connsiteY61" fmla="*/ 259604 h 466725"/>
                  <a:gd name="connsiteX62" fmla="*/ 505406 w 600075"/>
                  <a:gd name="connsiteY62" fmla="*/ 267491 h 466725"/>
                  <a:gd name="connsiteX63" fmla="*/ 517236 w 600075"/>
                  <a:gd name="connsiteY63" fmla="*/ 285893 h 466725"/>
                  <a:gd name="connsiteX64" fmla="*/ 534324 w 600075"/>
                  <a:gd name="connsiteY64" fmla="*/ 298380 h 466725"/>
                  <a:gd name="connsiteX65" fmla="*/ 530381 w 600075"/>
                  <a:gd name="connsiteY65" fmla="*/ 306924 h 466725"/>
                  <a:gd name="connsiteX66" fmla="*/ 514607 w 600075"/>
                  <a:gd name="connsiteY66" fmla="*/ 322040 h 466725"/>
                  <a:gd name="connsiteX67" fmla="*/ 540896 w 600075"/>
                  <a:gd name="connsiteY67" fmla="*/ 322040 h 466725"/>
                  <a:gd name="connsiteX68" fmla="*/ 533010 w 600075"/>
                  <a:gd name="connsiteY68" fmla="*/ 343729 h 466725"/>
                  <a:gd name="connsiteX69" fmla="*/ 518551 w 600075"/>
                  <a:gd name="connsiteY69" fmla="*/ 373961 h 466725"/>
                  <a:gd name="connsiteX70" fmla="*/ 513293 w 600075"/>
                  <a:gd name="connsiteY70" fmla="*/ 390392 h 466725"/>
                  <a:gd name="connsiteX71" fmla="*/ 494233 w 600075"/>
                  <a:gd name="connsiteY71" fmla="*/ 415366 h 466725"/>
                  <a:gd name="connsiteX72" fmla="*/ 479117 w 600075"/>
                  <a:gd name="connsiteY72" fmla="*/ 429825 h 466725"/>
                  <a:gd name="connsiteX73" fmla="*/ 458086 w 600075"/>
                  <a:gd name="connsiteY73" fmla="*/ 438369 h 466725"/>
                  <a:gd name="connsiteX74" fmla="*/ 438369 w 600075"/>
                  <a:gd name="connsiteY74" fmla="*/ 449542 h 466725"/>
                  <a:gd name="connsiteX75" fmla="*/ 419310 w 600075"/>
                  <a:gd name="connsiteY75" fmla="*/ 460058 h 466725"/>
                  <a:gd name="connsiteX76" fmla="*/ 409451 w 600075"/>
                  <a:gd name="connsiteY76" fmla="*/ 464001 h 466725"/>
                  <a:gd name="connsiteX77" fmla="*/ 409451 w 600075"/>
                  <a:gd name="connsiteY77" fmla="*/ 473202 h 466725"/>
                  <a:gd name="connsiteX78" fmla="*/ 402879 w 600075"/>
                  <a:gd name="connsiteY78" fmla="*/ 473202 h 466725"/>
                  <a:gd name="connsiteX79" fmla="*/ 402222 w 600075"/>
                  <a:gd name="connsiteY79" fmla="*/ 460058 h 466725"/>
                  <a:gd name="connsiteX80" fmla="*/ 385791 w 600075"/>
                  <a:gd name="connsiteY80" fmla="*/ 456771 h 466725"/>
                  <a:gd name="connsiteX81" fmla="*/ 371332 w 600075"/>
                  <a:gd name="connsiteY81" fmla="*/ 459400 h 466725"/>
                  <a:gd name="connsiteX82" fmla="*/ 360817 w 600075"/>
                  <a:gd name="connsiteY82" fmla="*/ 444284 h 466725"/>
                  <a:gd name="connsiteX83" fmla="*/ 339785 w 600075"/>
                  <a:gd name="connsiteY83" fmla="*/ 437712 h 466725"/>
                  <a:gd name="connsiteX84" fmla="*/ 324012 w 600075"/>
                  <a:gd name="connsiteY84" fmla="*/ 445599 h 466725"/>
                  <a:gd name="connsiteX85" fmla="*/ 294437 w 600075"/>
                  <a:gd name="connsiteY85" fmla="*/ 450856 h 466725"/>
                  <a:gd name="connsiteX86" fmla="*/ 297066 w 600075"/>
                  <a:gd name="connsiteY86" fmla="*/ 465973 h 466725"/>
                  <a:gd name="connsiteX87" fmla="*/ 277349 w 600075"/>
                  <a:gd name="connsiteY87" fmla="*/ 463344 h 466725"/>
                  <a:gd name="connsiteX88" fmla="*/ 262233 w 600075"/>
                  <a:gd name="connsiteY88" fmla="*/ 438369 h 466725"/>
                  <a:gd name="connsiteX89" fmla="*/ 245145 w 600075"/>
                  <a:gd name="connsiteY89" fmla="*/ 425882 h 466725"/>
                  <a:gd name="connsiteX90" fmla="*/ 245145 w 600075"/>
                  <a:gd name="connsiteY90" fmla="*/ 407480 h 466725"/>
                  <a:gd name="connsiteX91" fmla="*/ 255003 w 600075"/>
                  <a:gd name="connsiteY91" fmla="*/ 400907 h 466725"/>
                  <a:gd name="connsiteX92" fmla="*/ 256975 w 600075"/>
                  <a:gd name="connsiteY92" fmla="*/ 372647 h 466725"/>
                  <a:gd name="connsiteX93" fmla="*/ 245145 w 600075"/>
                  <a:gd name="connsiteY93" fmla="*/ 363445 h 466725"/>
                  <a:gd name="connsiteX94" fmla="*/ 206369 w 600075"/>
                  <a:gd name="connsiteY94" fmla="*/ 360159 h 466725"/>
                  <a:gd name="connsiteX95" fmla="*/ 180080 w 600075"/>
                  <a:gd name="connsiteY95" fmla="*/ 366074 h 466725"/>
                  <a:gd name="connsiteX96" fmla="*/ 157077 w 600075"/>
                  <a:gd name="connsiteY96" fmla="*/ 357530 h 466725"/>
                  <a:gd name="connsiteX97" fmla="*/ 141303 w 600075"/>
                  <a:gd name="connsiteY97" fmla="*/ 368046 h 466725"/>
                  <a:gd name="connsiteX98" fmla="*/ 135388 w 600075"/>
                  <a:gd name="connsiteY98" fmla="*/ 360159 h 466725"/>
                  <a:gd name="connsiteX99" fmla="*/ 112385 w 600075"/>
                  <a:gd name="connsiteY99" fmla="*/ 354244 h 466725"/>
                  <a:gd name="connsiteX100" fmla="*/ 88068 w 600075"/>
                  <a:gd name="connsiteY100" fmla="*/ 343729 h 466725"/>
                  <a:gd name="connsiteX101" fmla="*/ 72295 w 600075"/>
                  <a:gd name="connsiteY101" fmla="*/ 327298 h 466725"/>
                  <a:gd name="connsiteX102" fmla="*/ 57179 w 600075"/>
                  <a:gd name="connsiteY102" fmla="*/ 314154 h 466725"/>
                  <a:gd name="connsiteX103" fmla="*/ 32861 w 600075"/>
                  <a:gd name="connsiteY103" fmla="*/ 295094 h 466725"/>
                  <a:gd name="connsiteX104" fmla="*/ 26289 w 600075"/>
                  <a:gd name="connsiteY104" fmla="*/ 274720 h 466725"/>
                  <a:gd name="connsiteX105" fmla="*/ 40748 w 600075"/>
                  <a:gd name="connsiteY105" fmla="*/ 279978 h 466725"/>
                  <a:gd name="connsiteX106" fmla="*/ 36147 w 600075"/>
                  <a:gd name="connsiteY106" fmla="*/ 262890 h 466725"/>
                  <a:gd name="connsiteX107" fmla="*/ 41405 w 600075"/>
                  <a:gd name="connsiteY107" fmla="*/ 249746 h 466725"/>
                  <a:gd name="connsiteX108" fmla="*/ 26289 w 600075"/>
                  <a:gd name="connsiteY108" fmla="*/ 236601 h 466725"/>
                  <a:gd name="connsiteX109" fmla="*/ 11830 w 600075"/>
                  <a:gd name="connsiteY109" fmla="*/ 216884 h 466725"/>
                  <a:gd name="connsiteX110" fmla="*/ 5258 w 600075"/>
                  <a:gd name="connsiteY110" fmla="*/ 200454 h 466725"/>
                  <a:gd name="connsiteX111" fmla="*/ 8544 w 600075"/>
                  <a:gd name="connsiteY111" fmla="*/ 185337 h 466725"/>
                  <a:gd name="connsiteX112" fmla="*/ 0 w 600075"/>
                  <a:gd name="connsiteY112" fmla="*/ 181394 h 466725"/>
                  <a:gd name="connsiteX113" fmla="*/ 10516 w 600075"/>
                  <a:gd name="connsiteY113" fmla="*/ 161677 h 466725"/>
                  <a:gd name="connsiteX114" fmla="*/ 29575 w 600075"/>
                  <a:gd name="connsiteY114" fmla="*/ 165621 h 466725"/>
                  <a:gd name="connsiteX115" fmla="*/ 42062 w 600075"/>
                  <a:gd name="connsiteY115" fmla="*/ 158391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600075" h="466725">
                    <a:moveTo>
                      <a:pt x="72295" y="156420"/>
                    </a:moveTo>
                    <a:lnTo>
                      <a:pt x="87411" y="135388"/>
                    </a:lnTo>
                    <a:lnTo>
                      <a:pt x="87411" y="118301"/>
                    </a:lnTo>
                    <a:lnTo>
                      <a:pt x="107128" y="113043"/>
                    </a:lnTo>
                    <a:lnTo>
                      <a:pt x="120272" y="86754"/>
                    </a:lnTo>
                    <a:lnTo>
                      <a:pt x="138017" y="94640"/>
                    </a:lnTo>
                    <a:lnTo>
                      <a:pt x="145247" y="76895"/>
                    </a:lnTo>
                    <a:lnTo>
                      <a:pt x="164963" y="68351"/>
                    </a:lnTo>
                    <a:lnTo>
                      <a:pt x="178765" y="84125"/>
                    </a:lnTo>
                    <a:lnTo>
                      <a:pt x="192567" y="93326"/>
                    </a:lnTo>
                    <a:lnTo>
                      <a:pt x="192567" y="124873"/>
                    </a:lnTo>
                    <a:lnTo>
                      <a:pt x="208998" y="130788"/>
                    </a:lnTo>
                    <a:lnTo>
                      <a:pt x="232658" y="145904"/>
                    </a:lnTo>
                    <a:lnTo>
                      <a:pt x="243830" y="165621"/>
                    </a:lnTo>
                    <a:lnTo>
                      <a:pt x="273406" y="168907"/>
                    </a:lnTo>
                    <a:lnTo>
                      <a:pt x="300352" y="177451"/>
                    </a:lnTo>
                    <a:lnTo>
                      <a:pt x="331899" y="182709"/>
                    </a:lnTo>
                    <a:lnTo>
                      <a:pt x="356216" y="172193"/>
                    </a:lnTo>
                    <a:lnTo>
                      <a:pt x="378562" y="166278"/>
                    </a:lnTo>
                    <a:lnTo>
                      <a:pt x="402879" y="149190"/>
                    </a:lnTo>
                    <a:lnTo>
                      <a:pt x="397621" y="131445"/>
                    </a:lnTo>
                    <a:lnTo>
                      <a:pt x="416023" y="131445"/>
                    </a:lnTo>
                    <a:lnTo>
                      <a:pt x="439026" y="114357"/>
                    </a:lnTo>
                    <a:lnTo>
                      <a:pt x="463344" y="97927"/>
                    </a:lnTo>
                    <a:lnTo>
                      <a:pt x="473859" y="95955"/>
                    </a:lnTo>
                    <a:lnTo>
                      <a:pt x="458086" y="80839"/>
                    </a:lnTo>
                    <a:lnTo>
                      <a:pt x="441655" y="86754"/>
                    </a:lnTo>
                    <a:lnTo>
                      <a:pt x="430482" y="84782"/>
                    </a:lnTo>
                    <a:lnTo>
                      <a:pt x="437055" y="59150"/>
                    </a:lnTo>
                    <a:lnTo>
                      <a:pt x="448885" y="59150"/>
                    </a:lnTo>
                    <a:lnTo>
                      <a:pt x="458743" y="49292"/>
                    </a:lnTo>
                    <a:lnTo>
                      <a:pt x="466630" y="11830"/>
                    </a:lnTo>
                    <a:lnTo>
                      <a:pt x="481089" y="0"/>
                    </a:lnTo>
                    <a:lnTo>
                      <a:pt x="501463" y="0"/>
                    </a:lnTo>
                    <a:lnTo>
                      <a:pt x="520522" y="19060"/>
                    </a:lnTo>
                    <a:lnTo>
                      <a:pt x="534324" y="39434"/>
                    </a:lnTo>
                    <a:lnTo>
                      <a:pt x="547468" y="39434"/>
                    </a:lnTo>
                    <a:lnTo>
                      <a:pt x="567185" y="51921"/>
                    </a:lnTo>
                    <a:lnTo>
                      <a:pt x="572443" y="61122"/>
                    </a:lnTo>
                    <a:lnTo>
                      <a:pt x="582959" y="55864"/>
                    </a:lnTo>
                    <a:lnTo>
                      <a:pt x="603333" y="39434"/>
                    </a:lnTo>
                    <a:lnTo>
                      <a:pt x="606619" y="53235"/>
                    </a:lnTo>
                    <a:lnTo>
                      <a:pt x="606619" y="72295"/>
                    </a:lnTo>
                    <a:lnTo>
                      <a:pt x="600704" y="88068"/>
                    </a:lnTo>
                    <a:lnTo>
                      <a:pt x="584273" y="97927"/>
                    </a:lnTo>
                    <a:lnTo>
                      <a:pt x="593474" y="122901"/>
                    </a:lnTo>
                    <a:lnTo>
                      <a:pt x="577044" y="137360"/>
                    </a:lnTo>
                    <a:lnTo>
                      <a:pt x="555355" y="149847"/>
                    </a:lnTo>
                    <a:lnTo>
                      <a:pt x="540239" y="173507"/>
                    </a:lnTo>
                    <a:lnTo>
                      <a:pt x="506721" y="201768"/>
                    </a:lnTo>
                    <a:lnTo>
                      <a:pt x="509349" y="173507"/>
                    </a:lnTo>
                    <a:lnTo>
                      <a:pt x="485689" y="192567"/>
                    </a:lnTo>
                    <a:lnTo>
                      <a:pt x="478460" y="201768"/>
                    </a:lnTo>
                    <a:lnTo>
                      <a:pt x="465973" y="207026"/>
                    </a:lnTo>
                    <a:lnTo>
                      <a:pt x="471888" y="216884"/>
                    </a:lnTo>
                    <a:lnTo>
                      <a:pt x="481746" y="216884"/>
                    </a:lnTo>
                    <a:lnTo>
                      <a:pt x="481746" y="230029"/>
                    </a:lnTo>
                    <a:lnTo>
                      <a:pt x="494890" y="230029"/>
                    </a:lnTo>
                    <a:lnTo>
                      <a:pt x="502120" y="218856"/>
                    </a:lnTo>
                    <a:lnTo>
                      <a:pt x="520522" y="219513"/>
                    </a:lnTo>
                    <a:lnTo>
                      <a:pt x="524466" y="230029"/>
                    </a:lnTo>
                    <a:lnTo>
                      <a:pt x="494890" y="259604"/>
                    </a:lnTo>
                    <a:lnTo>
                      <a:pt x="505406" y="267491"/>
                    </a:lnTo>
                    <a:lnTo>
                      <a:pt x="517236" y="285893"/>
                    </a:lnTo>
                    <a:lnTo>
                      <a:pt x="534324" y="298380"/>
                    </a:lnTo>
                    <a:lnTo>
                      <a:pt x="530381" y="306924"/>
                    </a:lnTo>
                    <a:lnTo>
                      <a:pt x="514607" y="322040"/>
                    </a:lnTo>
                    <a:lnTo>
                      <a:pt x="540896" y="322040"/>
                    </a:lnTo>
                    <a:lnTo>
                      <a:pt x="533010" y="343729"/>
                    </a:lnTo>
                    <a:lnTo>
                      <a:pt x="518551" y="373961"/>
                    </a:lnTo>
                    <a:lnTo>
                      <a:pt x="513293" y="390392"/>
                    </a:lnTo>
                    <a:lnTo>
                      <a:pt x="494233" y="415366"/>
                    </a:lnTo>
                    <a:lnTo>
                      <a:pt x="479117" y="429825"/>
                    </a:lnTo>
                    <a:lnTo>
                      <a:pt x="458086" y="438369"/>
                    </a:lnTo>
                    <a:lnTo>
                      <a:pt x="438369" y="449542"/>
                    </a:lnTo>
                    <a:lnTo>
                      <a:pt x="419310" y="460058"/>
                    </a:lnTo>
                    <a:lnTo>
                      <a:pt x="409451" y="464001"/>
                    </a:lnTo>
                    <a:lnTo>
                      <a:pt x="409451" y="473202"/>
                    </a:lnTo>
                    <a:lnTo>
                      <a:pt x="402879" y="473202"/>
                    </a:lnTo>
                    <a:lnTo>
                      <a:pt x="402222" y="460058"/>
                    </a:lnTo>
                    <a:lnTo>
                      <a:pt x="385791" y="456771"/>
                    </a:lnTo>
                    <a:lnTo>
                      <a:pt x="371332" y="459400"/>
                    </a:lnTo>
                    <a:lnTo>
                      <a:pt x="360817" y="444284"/>
                    </a:lnTo>
                    <a:lnTo>
                      <a:pt x="339785" y="437712"/>
                    </a:lnTo>
                    <a:lnTo>
                      <a:pt x="324012" y="445599"/>
                    </a:lnTo>
                    <a:lnTo>
                      <a:pt x="294437" y="450856"/>
                    </a:lnTo>
                    <a:lnTo>
                      <a:pt x="297066" y="465973"/>
                    </a:lnTo>
                    <a:lnTo>
                      <a:pt x="277349" y="463344"/>
                    </a:lnTo>
                    <a:lnTo>
                      <a:pt x="262233" y="438369"/>
                    </a:lnTo>
                    <a:lnTo>
                      <a:pt x="245145" y="425882"/>
                    </a:lnTo>
                    <a:lnTo>
                      <a:pt x="245145" y="407480"/>
                    </a:lnTo>
                    <a:lnTo>
                      <a:pt x="255003" y="400907"/>
                    </a:lnTo>
                    <a:lnTo>
                      <a:pt x="256975" y="372647"/>
                    </a:lnTo>
                    <a:lnTo>
                      <a:pt x="245145" y="363445"/>
                    </a:lnTo>
                    <a:lnTo>
                      <a:pt x="206369" y="360159"/>
                    </a:lnTo>
                    <a:lnTo>
                      <a:pt x="180080" y="366074"/>
                    </a:lnTo>
                    <a:lnTo>
                      <a:pt x="157077" y="357530"/>
                    </a:lnTo>
                    <a:lnTo>
                      <a:pt x="141303" y="368046"/>
                    </a:lnTo>
                    <a:lnTo>
                      <a:pt x="135388" y="360159"/>
                    </a:lnTo>
                    <a:lnTo>
                      <a:pt x="112385" y="354244"/>
                    </a:lnTo>
                    <a:lnTo>
                      <a:pt x="88068" y="343729"/>
                    </a:lnTo>
                    <a:lnTo>
                      <a:pt x="72295" y="327298"/>
                    </a:lnTo>
                    <a:lnTo>
                      <a:pt x="57179" y="314154"/>
                    </a:lnTo>
                    <a:lnTo>
                      <a:pt x="32861" y="295094"/>
                    </a:lnTo>
                    <a:lnTo>
                      <a:pt x="26289" y="274720"/>
                    </a:lnTo>
                    <a:lnTo>
                      <a:pt x="40748" y="279978"/>
                    </a:lnTo>
                    <a:lnTo>
                      <a:pt x="36147" y="262890"/>
                    </a:lnTo>
                    <a:lnTo>
                      <a:pt x="41405" y="249746"/>
                    </a:lnTo>
                    <a:lnTo>
                      <a:pt x="26289" y="236601"/>
                    </a:lnTo>
                    <a:lnTo>
                      <a:pt x="11830" y="216884"/>
                    </a:lnTo>
                    <a:lnTo>
                      <a:pt x="5258" y="200454"/>
                    </a:lnTo>
                    <a:lnTo>
                      <a:pt x="8544" y="185337"/>
                    </a:lnTo>
                    <a:lnTo>
                      <a:pt x="0" y="181394"/>
                    </a:lnTo>
                    <a:lnTo>
                      <a:pt x="10516" y="161677"/>
                    </a:lnTo>
                    <a:lnTo>
                      <a:pt x="29575" y="165621"/>
                    </a:lnTo>
                    <a:lnTo>
                      <a:pt x="42062" y="158391"/>
                    </a:ln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sp>
            <p:nvSpPr>
              <p:cNvPr id="46" name="Freeform: Shape 471">
                <a:extLst>
                  <a:ext uri="{FF2B5EF4-FFF2-40B4-BE49-F238E27FC236}">
                    <a16:creationId xmlns:a16="http://schemas.microsoft.com/office/drawing/2014/main" id="{B2DD1BA0-38D3-4EF2-8C05-63AA89847E01}"/>
                  </a:ext>
                </a:extLst>
              </p:cNvPr>
              <p:cNvSpPr/>
              <p:nvPr/>
            </p:nvSpPr>
            <p:spPr>
              <a:xfrm>
                <a:off x="532390" y="3953570"/>
                <a:ext cx="28575" cy="19050"/>
              </a:xfrm>
              <a:custGeom>
                <a:avLst/>
                <a:gdLst>
                  <a:gd name="connsiteX0" fmla="*/ 4601 w 28575"/>
                  <a:gd name="connsiteY0" fmla="*/ 11830 h 19050"/>
                  <a:gd name="connsiteX1" fmla="*/ 27603 w 28575"/>
                  <a:gd name="connsiteY1" fmla="*/ 0 h 19050"/>
                  <a:gd name="connsiteX2" fmla="*/ 32861 w 28575"/>
                  <a:gd name="connsiteY2" fmla="*/ 5915 h 19050"/>
                  <a:gd name="connsiteX3" fmla="*/ 23003 w 28575"/>
                  <a:gd name="connsiteY3" fmla="*/ 21031 h 19050"/>
                  <a:gd name="connsiteX4" fmla="*/ 11830 w 28575"/>
                  <a:gd name="connsiteY4" fmla="*/ 28261 h 19050"/>
                  <a:gd name="connsiteX5" fmla="*/ 0 w 28575"/>
                  <a:gd name="connsiteY5" fmla="*/ 21688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19050">
                    <a:moveTo>
                      <a:pt x="4601" y="11830"/>
                    </a:moveTo>
                    <a:lnTo>
                      <a:pt x="27603" y="0"/>
                    </a:lnTo>
                    <a:lnTo>
                      <a:pt x="32861" y="5915"/>
                    </a:lnTo>
                    <a:lnTo>
                      <a:pt x="23003" y="21031"/>
                    </a:lnTo>
                    <a:lnTo>
                      <a:pt x="11830" y="28261"/>
                    </a:lnTo>
                    <a:lnTo>
                      <a:pt x="0" y="21688"/>
                    </a:lnTo>
                    <a:close/>
                  </a:path>
                </a:pathLst>
              </a:custGeom>
              <a:grpFill/>
              <a:ln w="6572" cap="flat">
                <a:noFill/>
                <a:prstDash val="solid"/>
                <a:miter/>
              </a:ln>
            </p:spPr>
            <p:txBody>
              <a:bodyPr rtlCol="0" anchor="ctr"/>
              <a:lstStyle/>
              <a:p>
                <a:pPr defTabSz="685732">
                  <a:defRPr/>
                </a:pPr>
                <a:endParaRPr lang="en-GB" sz="1350">
                  <a:solidFill>
                    <a:prstClr val="black"/>
                  </a:solidFill>
                  <a:latin typeface="等线" panose="020F0502020204030204"/>
                </a:endParaRPr>
              </a:p>
            </p:txBody>
          </p:sp>
        </p:grpSp>
      </p:grpSp>
      <p:sp>
        <p:nvSpPr>
          <p:cNvPr id="80" name="灯片编号占位符 4">
            <a:extLst>
              <a:ext uri="{FF2B5EF4-FFF2-40B4-BE49-F238E27FC236}">
                <a16:creationId xmlns:a16="http://schemas.microsoft.com/office/drawing/2014/main" id="{9A0BB704-F40C-44CA-BF01-29EFFE82A4B0}"/>
              </a:ext>
            </a:extLst>
          </p:cNvPr>
          <p:cNvSpPr txBox="1">
            <a:spLocks/>
          </p:cNvSpPr>
          <p:nvPr/>
        </p:nvSpPr>
        <p:spPr>
          <a:xfrm>
            <a:off x="8628553" y="4633338"/>
            <a:ext cx="147877" cy="153841"/>
          </a:xfrm>
          <a:prstGeom prst="rect">
            <a:avLst/>
          </a:prstGeom>
        </p:spPr>
        <p:txBody>
          <a:bodyPr vert="horz" lIns="68580" tIns="34290" rIns="68580" bIns="3429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732">
              <a:defRPr/>
            </a:pPr>
            <a:fld id="{47547CF9-5B10-D24F-A8D7-45A9778164F7}" type="slidenum">
              <a:rPr lang="uk-UA" sz="900">
                <a:solidFill>
                  <a:prstClr val="black">
                    <a:tint val="75000"/>
                  </a:prstClr>
                </a:solidFill>
                <a:latin typeface="等线" panose="020F0502020204030204"/>
              </a:rPr>
              <a:pPr defTabSz="685732">
                <a:defRPr/>
              </a:pPr>
              <a:t>48</a:t>
            </a:fld>
            <a:endParaRPr lang="uk-UA" sz="900">
              <a:solidFill>
                <a:prstClr val="black">
                  <a:tint val="75000"/>
                </a:prstClr>
              </a:solidFill>
              <a:latin typeface="等线" panose="020F0502020204030204"/>
            </a:endParaRPr>
          </a:p>
        </p:txBody>
      </p:sp>
      <p:sp>
        <p:nvSpPr>
          <p:cNvPr id="81" name="TextBox 29">
            <a:extLst>
              <a:ext uri="{FF2B5EF4-FFF2-40B4-BE49-F238E27FC236}">
                <a16:creationId xmlns:a16="http://schemas.microsoft.com/office/drawing/2014/main" id="{E6DD438D-B7CD-407D-B2F1-2DDE4E448581}"/>
              </a:ext>
            </a:extLst>
          </p:cNvPr>
          <p:cNvSpPr txBox="1"/>
          <p:nvPr/>
        </p:nvSpPr>
        <p:spPr>
          <a:xfrm>
            <a:off x="202555" y="1920476"/>
            <a:ext cx="1146731" cy="507831"/>
          </a:xfrm>
          <a:prstGeom prst="rect">
            <a:avLst/>
          </a:prstGeom>
          <a:noFill/>
        </p:spPr>
        <p:txBody>
          <a:bodyPr wrap="square" rtlCol="0">
            <a:spAutoFit/>
          </a:bodyPr>
          <a:lstStyle/>
          <a:p>
            <a:pPr defTabSz="685732">
              <a:defRPr/>
            </a:pPr>
            <a:r>
              <a:rPr lang="en-US" sz="900">
                <a:solidFill>
                  <a:prstClr val="black"/>
                </a:solidFill>
                <a:latin typeface="等线" panose="020F0502020204030204"/>
              </a:rPr>
              <a:t>Nov </a:t>
            </a:r>
          </a:p>
          <a:p>
            <a:pPr defTabSz="685732">
              <a:defRPr/>
            </a:pPr>
            <a:r>
              <a:rPr lang="en-US" sz="900">
                <a:solidFill>
                  <a:prstClr val="black"/>
                </a:solidFill>
                <a:latin typeface="等线" panose="020F0502020204030204"/>
              </a:rPr>
              <a:t>US Pre-submission Interaction </a:t>
            </a:r>
            <a:endParaRPr lang="id-ID" sz="900">
              <a:solidFill>
                <a:prstClr val="black"/>
              </a:solidFill>
              <a:latin typeface="等线" panose="020F0502020204030204"/>
            </a:endParaRPr>
          </a:p>
        </p:txBody>
      </p:sp>
      <p:grpSp>
        <p:nvGrpSpPr>
          <p:cNvPr id="82" name="Group 95">
            <a:extLst>
              <a:ext uri="{FF2B5EF4-FFF2-40B4-BE49-F238E27FC236}">
                <a16:creationId xmlns:a16="http://schemas.microsoft.com/office/drawing/2014/main" id="{15726C4B-77BF-4E1E-A255-B0571A9D8A3C}"/>
              </a:ext>
            </a:extLst>
          </p:cNvPr>
          <p:cNvGrpSpPr/>
          <p:nvPr/>
        </p:nvGrpSpPr>
        <p:grpSpPr>
          <a:xfrm>
            <a:off x="0" y="2532766"/>
            <a:ext cx="1117600" cy="673100"/>
            <a:chOff x="0" y="3285068"/>
            <a:chExt cx="1490133" cy="897466"/>
          </a:xfrm>
          <a:solidFill>
            <a:schemeClr val="bg1">
              <a:lumMod val="75000"/>
            </a:schemeClr>
          </a:solidFill>
        </p:grpSpPr>
        <p:sp>
          <p:nvSpPr>
            <p:cNvPr id="83" name="Rectangle 6">
              <a:extLst>
                <a:ext uri="{FF2B5EF4-FFF2-40B4-BE49-F238E27FC236}">
                  <a16:creationId xmlns:a16="http://schemas.microsoft.com/office/drawing/2014/main" id="{DD91CB71-940F-48AD-8DCB-97BF7AC2F483}"/>
                </a:ext>
              </a:extLst>
            </p:cNvPr>
            <p:cNvSpPr/>
            <p:nvPr/>
          </p:nvSpPr>
          <p:spPr>
            <a:xfrm>
              <a:off x="0" y="4000500"/>
              <a:ext cx="1490133"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sp>
          <p:nvSpPr>
            <p:cNvPr id="84" name="Rectangle 3">
              <a:extLst>
                <a:ext uri="{FF2B5EF4-FFF2-40B4-BE49-F238E27FC236}">
                  <a16:creationId xmlns:a16="http://schemas.microsoft.com/office/drawing/2014/main" id="{2814EF50-C769-4AF6-BB53-E2FC0324B0BF}"/>
                </a:ext>
              </a:extLst>
            </p:cNvPr>
            <p:cNvSpPr/>
            <p:nvPr/>
          </p:nvSpPr>
          <p:spPr>
            <a:xfrm>
              <a:off x="0" y="3285068"/>
              <a:ext cx="1490133"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grpSp>
      <p:grpSp>
        <p:nvGrpSpPr>
          <p:cNvPr id="85" name="Group 96">
            <a:extLst>
              <a:ext uri="{FF2B5EF4-FFF2-40B4-BE49-F238E27FC236}">
                <a16:creationId xmlns:a16="http://schemas.microsoft.com/office/drawing/2014/main" id="{56EC490E-24DB-4F33-816D-596F9C26CCAF}"/>
              </a:ext>
            </a:extLst>
          </p:cNvPr>
          <p:cNvGrpSpPr/>
          <p:nvPr/>
        </p:nvGrpSpPr>
        <p:grpSpPr>
          <a:xfrm>
            <a:off x="1117603" y="2532766"/>
            <a:ext cx="4495789" cy="673100"/>
            <a:chOff x="1490133" y="3285068"/>
            <a:chExt cx="2657032" cy="897466"/>
          </a:xfrm>
          <a:solidFill>
            <a:schemeClr val="bg1">
              <a:lumMod val="85000"/>
            </a:schemeClr>
          </a:solidFill>
        </p:grpSpPr>
        <p:sp>
          <p:nvSpPr>
            <p:cNvPr id="86" name="Rectangle 7">
              <a:extLst>
                <a:ext uri="{FF2B5EF4-FFF2-40B4-BE49-F238E27FC236}">
                  <a16:creationId xmlns:a16="http://schemas.microsoft.com/office/drawing/2014/main" id="{E38BF5DE-1992-4705-BBB1-34023FC0E863}"/>
                </a:ext>
              </a:extLst>
            </p:cNvPr>
            <p:cNvSpPr/>
            <p:nvPr/>
          </p:nvSpPr>
          <p:spPr>
            <a:xfrm>
              <a:off x="1490133" y="4000500"/>
              <a:ext cx="2657032"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srgbClr val="076D7E"/>
                </a:solidFill>
                <a:latin typeface="等线" panose="020F0502020204030204"/>
              </a:endParaRPr>
            </a:p>
          </p:txBody>
        </p:sp>
        <p:sp>
          <p:nvSpPr>
            <p:cNvPr id="87" name="Rectangle 8">
              <a:extLst>
                <a:ext uri="{FF2B5EF4-FFF2-40B4-BE49-F238E27FC236}">
                  <a16:creationId xmlns:a16="http://schemas.microsoft.com/office/drawing/2014/main" id="{F581E040-6EFB-432E-8BCA-71933ED5BE31}"/>
                </a:ext>
              </a:extLst>
            </p:cNvPr>
            <p:cNvSpPr/>
            <p:nvPr/>
          </p:nvSpPr>
          <p:spPr>
            <a:xfrm>
              <a:off x="1490133" y="3285068"/>
              <a:ext cx="2657032"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srgbClr val="076D7E"/>
                </a:solidFill>
                <a:latin typeface="等线" panose="020F0502020204030204"/>
              </a:endParaRPr>
            </a:p>
          </p:txBody>
        </p:sp>
      </p:grpSp>
      <p:grpSp>
        <p:nvGrpSpPr>
          <p:cNvPr id="88" name="Group 97">
            <a:extLst>
              <a:ext uri="{FF2B5EF4-FFF2-40B4-BE49-F238E27FC236}">
                <a16:creationId xmlns:a16="http://schemas.microsoft.com/office/drawing/2014/main" id="{B25BB9A5-6D66-43CB-8221-9EE073D43B11}"/>
              </a:ext>
            </a:extLst>
          </p:cNvPr>
          <p:cNvGrpSpPr/>
          <p:nvPr/>
        </p:nvGrpSpPr>
        <p:grpSpPr>
          <a:xfrm>
            <a:off x="5599144" y="2532766"/>
            <a:ext cx="1984765" cy="673100"/>
            <a:chOff x="4139707" y="3285068"/>
            <a:chExt cx="2743692" cy="897466"/>
          </a:xfrm>
          <a:solidFill>
            <a:schemeClr val="bg1">
              <a:lumMod val="85000"/>
            </a:schemeClr>
          </a:solidFill>
        </p:grpSpPr>
        <p:sp>
          <p:nvSpPr>
            <p:cNvPr id="89" name="Rectangle 11">
              <a:extLst>
                <a:ext uri="{FF2B5EF4-FFF2-40B4-BE49-F238E27FC236}">
                  <a16:creationId xmlns:a16="http://schemas.microsoft.com/office/drawing/2014/main" id="{D316CACE-E06E-4F28-AEF1-A1A75FD99698}"/>
                </a:ext>
              </a:extLst>
            </p:cNvPr>
            <p:cNvSpPr/>
            <p:nvPr/>
          </p:nvSpPr>
          <p:spPr>
            <a:xfrm>
              <a:off x="4139707" y="4000500"/>
              <a:ext cx="2743692"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sp>
          <p:nvSpPr>
            <p:cNvPr id="90" name="Rectangle 12">
              <a:extLst>
                <a:ext uri="{FF2B5EF4-FFF2-40B4-BE49-F238E27FC236}">
                  <a16:creationId xmlns:a16="http://schemas.microsoft.com/office/drawing/2014/main" id="{4AF2F430-8728-48AC-BA25-EEEE1FA9ADB0}"/>
                </a:ext>
              </a:extLst>
            </p:cNvPr>
            <p:cNvSpPr/>
            <p:nvPr/>
          </p:nvSpPr>
          <p:spPr>
            <a:xfrm>
              <a:off x="4139707" y="3285068"/>
              <a:ext cx="2743692"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grpSp>
      <p:grpSp>
        <p:nvGrpSpPr>
          <p:cNvPr id="91" name="Group 98">
            <a:extLst>
              <a:ext uri="{FF2B5EF4-FFF2-40B4-BE49-F238E27FC236}">
                <a16:creationId xmlns:a16="http://schemas.microsoft.com/office/drawing/2014/main" id="{5C983FC8-E39D-4E3E-8973-E78834D1B2E1}"/>
              </a:ext>
            </a:extLst>
          </p:cNvPr>
          <p:cNvGrpSpPr/>
          <p:nvPr/>
        </p:nvGrpSpPr>
        <p:grpSpPr>
          <a:xfrm>
            <a:off x="7583905" y="2532766"/>
            <a:ext cx="177678" cy="673100"/>
            <a:chOff x="6883399" y="3285068"/>
            <a:chExt cx="3465378" cy="897466"/>
          </a:xfrm>
          <a:solidFill>
            <a:schemeClr val="bg1">
              <a:lumMod val="85000"/>
            </a:schemeClr>
          </a:solidFill>
        </p:grpSpPr>
        <p:sp>
          <p:nvSpPr>
            <p:cNvPr id="92" name="Rectangle 15">
              <a:extLst>
                <a:ext uri="{FF2B5EF4-FFF2-40B4-BE49-F238E27FC236}">
                  <a16:creationId xmlns:a16="http://schemas.microsoft.com/office/drawing/2014/main" id="{EAC084DE-5717-486A-B322-EB3ADC586B0C}"/>
                </a:ext>
              </a:extLst>
            </p:cNvPr>
            <p:cNvSpPr/>
            <p:nvPr/>
          </p:nvSpPr>
          <p:spPr>
            <a:xfrm>
              <a:off x="6883399" y="4000500"/>
              <a:ext cx="3465378"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sp>
          <p:nvSpPr>
            <p:cNvPr id="93" name="Rectangle 16">
              <a:extLst>
                <a:ext uri="{FF2B5EF4-FFF2-40B4-BE49-F238E27FC236}">
                  <a16:creationId xmlns:a16="http://schemas.microsoft.com/office/drawing/2014/main" id="{B95B6B51-ED30-4631-9BB3-E667031BCF9B}"/>
                </a:ext>
              </a:extLst>
            </p:cNvPr>
            <p:cNvSpPr/>
            <p:nvPr/>
          </p:nvSpPr>
          <p:spPr>
            <a:xfrm>
              <a:off x="6883399" y="3285068"/>
              <a:ext cx="3465378"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prstClr val="white"/>
                </a:solidFill>
                <a:latin typeface="等线" panose="020F0502020204030204"/>
              </a:endParaRPr>
            </a:p>
          </p:txBody>
        </p:sp>
      </p:grpSp>
      <p:grpSp>
        <p:nvGrpSpPr>
          <p:cNvPr id="94" name="Group 99">
            <a:extLst>
              <a:ext uri="{FF2B5EF4-FFF2-40B4-BE49-F238E27FC236}">
                <a16:creationId xmlns:a16="http://schemas.microsoft.com/office/drawing/2014/main" id="{3528CE5F-EDB2-4FAE-B2E8-9B46DD17CEF9}"/>
              </a:ext>
            </a:extLst>
          </p:cNvPr>
          <p:cNvGrpSpPr/>
          <p:nvPr/>
        </p:nvGrpSpPr>
        <p:grpSpPr>
          <a:xfrm>
            <a:off x="7756978" y="2532766"/>
            <a:ext cx="1387027" cy="673100"/>
            <a:chOff x="10342631" y="3285068"/>
            <a:chExt cx="1849369" cy="897466"/>
          </a:xfrm>
          <a:solidFill>
            <a:schemeClr val="accent5">
              <a:lumMod val="20000"/>
              <a:lumOff val="80000"/>
            </a:schemeClr>
          </a:solidFill>
        </p:grpSpPr>
        <p:sp>
          <p:nvSpPr>
            <p:cNvPr id="95" name="Rectangle 19">
              <a:extLst>
                <a:ext uri="{FF2B5EF4-FFF2-40B4-BE49-F238E27FC236}">
                  <a16:creationId xmlns:a16="http://schemas.microsoft.com/office/drawing/2014/main" id="{E0D391B2-5283-4697-85AD-A1BF9061160A}"/>
                </a:ext>
              </a:extLst>
            </p:cNvPr>
            <p:cNvSpPr/>
            <p:nvPr/>
          </p:nvSpPr>
          <p:spPr>
            <a:xfrm>
              <a:off x="10342631" y="4000500"/>
              <a:ext cx="1849369"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schemeClr val="accent5"/>
                </a:solidFill>
                <a:latin typeface="等线" panose="020F0502020204030204"/>
              </a:endParaRPr>
            </a:p>
          </p:txBody>
        </p:sp>
        <p:sp>
          <p:nvSpPr>
            <p:cNvPr id="96" name="Rectangle 20">
              <a:extLst>
                <a:ext uri="{FF2B5EF4-FFF2-40B4-BE49-F238E27FC236}">
                  <a16:creationId xmlns:a16="http://schemas.microsoft.com/office/drawing/2014/main" id="{C7DBD45C-FA87-4A6E-ACC7-DCD1B051903C}"/>
                </a:ext>
              </a:extLst>
            </p:cNvPr>
            <p:cNvSpPr/>
            <p:nvPr/>
          </p:nvSpPr>
          <p:spPr>
            <a:xfrm>
              <a:off x="10342631" y="3285068"/>
              <a:ext cx="1849369" cy="18203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32">
                <a:defRPr/>
              </a:pPr>
              <a:endParaRPr lang="id-ID" sz="1350">
                <a:solidFill>
                  <a:schemeClr val="accent5"/>
                </a:solidFill>
                <a:latin typeface="等线" panose="020F0502020204030204"/>
              </a:endParaRPr>
            </a:p>
          </p:txBody>
        </p:sp>
      </p:grpSp>
      <p:sp>
        <p:nvSpPr>
          <p:cNvPr id="97" name="TextBox 22">
            <a:extLst>
              <a:ext uri="{FF2B5EF4-FFF2-40B4-BE49-F238E27FC236}">
                <a16:creationId xmlns:a16="http://schemas.microsoft.com/office/drawing/2014/main" id="{0016F2CC-0179-4FBF-9BCF-478B03A9EFC9}"/>
              </a:ext>
            </a:extLst>
          </p:cNvPr>
          <p:cNvSpPr txBox="1"/>
          <p:nvPr/>
        </p:nvSpPr>
        <p:spPr>
          <a:xfrm>
            <a:off x="92528" y="2746291"/>
            <a:ext cx="849573" cy="323165"/>
          </a:xfrm>
          <a:prstGeom prst="rect">
            <a:avLst/>
          </a:prstGeom>
          <a:noFill/>
        </p:spPr>
        <p:txBody>
          <a:bodyPr wrap="square" rtlCol="0">
            <a:spAutoFit/>
          </a:bodyPr>
          <a:lstStyle/>
          <a:p>
            <a:pPr algn="ctr" defTabSz="685732">
              <a:defRPr/>
            </a:pPr>
            <a:r>
              <a:rPr lang="en-US" altLang="zh-CN" sz="1500" b="1">
                <a:solidFill>
                  <a:prstClr val="black"/>
                </a:solidFill>
                <a:latin typeface="等线" panose="02010600030101010101" pitchFamily="2" charset="-122"/>
                <a:ea typeface="等线" panose="02010600030101010101" pitchFamily="2" charset="-122"/>
              </a:rPr>
              <a:t>2022</a:t>
            </a:r>
            <a:endParaRPr lang="id-ID" sz="1500" b="1">
              <a:solidFill>
                <a:prstClr val="black"/>
              </a:solidFill>
              <a:latin typeface="等线" panose="020F0502020204030204"/>
            </a:endParaRPr>
          </a:p>
        </p:txBody>
      </p:sp>
      <p:sp>
        <p:nvSpPr>
          <p:cNvPr id="98" name="TextBox 26">
            <a:extLst>
              <a:ext uri="{FF2B5EF4-FFF2-40B4-BE49-F238E27FC236}">
                <a16:creationId xmlns:a16="http://schemas.microsoft.com/office/drawing/2014/main" id="{369BCE42-F386-4FD7-B349-B46B2C4806A3}"/>
              </a:ext>
            </a:extLst>
          </p:cNvPr>
          <p:cNvSpPr txBox="1"/>
          <p:nvPr/>
        </p:nvSpPr>
        <p:spPr>
          <a:xfrm>
            <a:off x="4105910" y="2724397"/>
            <a:ext cx="614271" cy="323165"/>
          </a:xfrm>
          <a:prstGeom prst="rect">
            <a:avLst/>
          </a:prstGeom>
          <a:noFill/>
        </p:spPr>
        <p:txBody>
          <a:bodyPr wrap="none" rtlCol="0">
            <a:spAutoFit/>
          </a:bodyPr>
          <a:lstStyle/>
          <a:p>
            <a:pPr algn="ctr" defTabSz="685732">
              <a:defRPr/>
            </a:pPr>
            <a:r>
              <a:rPr lang="en-US" altLang="zh-CN" sz="1500" b="1">
                <a:solidFill>
                  <a:prstClr val="black"/>
                </a:solidFill>
                <a:latin typeface="等线" panose="02010600030101010101" pitchFamily="2" charset="-122"/>
                <a:ea typeface="等线" panose="02010600030101010101" pitchFamily="2" charset="-122"/>
              </a:rPr>
              <a:t>2023</a:t>
            </a:r>
            <a:endParaRPr lang="id-ID" sz="1500" b="1">
              <a:solidFill>
                <a:prstClr val="black"/>
              </a:solidFill>
              <a:latin typeface="等线" panose="020F0502020204030204"/>
            </a:endParaRPr>
          </a:p>
        </p:txBody>
      </p:sp>
      <p:cxnSp>
        <p:nvCxnSpPr>
          <p:cNvPr id="99" name="Straight Connector 28">
            <a:extLst>
              <a:ext uri="{FF2B5EF4-FFF2-40B4-BE49-F238E27FC236}">
                <a16:creationId xmlns:a16="http://schemas.microsoft.com/office/drawing/2014/main" id="{17D8E6E0-BDC6-4C39-8740-EBA5107CA376}"/>
              </a:ext>
            </a:extLst>
          </p:cNvPr>
          <p:cNvCxnSpPr>
            <a:cxnSpLocks/>
          </p:cNvCxnSpPr>
          <p:nvPr/>
        </p:nvCxnSpPr>
        <p:spPr>
          <a:xfrm>
            <a:off x="190105" y="1925273"/>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cxnSp>
        <p:nvCxnSpPr>
          <p:cNvPr id="100" name="Straight Connector 34">
            <a:extLst>
              <a:ext uri="{FF2B5EF4-FFF2-40B4-BE49-F238E27FC236}">
                <a16:creationId xmlns:a16="http://schemas.microsoft.com/office/drawing/2014/main" id="{D3DC97EC-6CC2-46FE-A6D0-9054C0E96E67}"/>
              </a:ext>
            </a:extLst>
          </p:cNvPr>
          <p:cNvCxnSpPr>
            <a:cxnSpLocks/>
          </p:cNvCxnSpPr>
          <p:nvPr/>
        </p:nvCxnSpPr>
        <p:spPr>
          <a:xfrm>
            <a:off x="1473758" y="1909840"/>
            <a:ext cx="0" cy="614738"/>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01" name="TextBox 36">
            <a:extLst>
              <a:ext uri="{FF2B5EF4-FFF2-40B4-BE49-F238E27FC236}">
                <a16:creationId xmlns:a16="http://schemas.microsoft.com/office/drawing/2014/main" id="{653A52E2-0E56-4389-8FF1-E29641930D09}"/>
              </a:ext>
            </a:extLst>
          </p:cNvPr>
          <p:cNvSpPr txBox="1"/>
          <p:nvPr/>
        </p:nvSpPr>
        <p:spPr>
          <a:xfrm>
            <a:off x="2560119" y="2008511"/>
            <a:ext cx="793588" cy="507831"/>
          </a:xfrm>
          <a:prstGeom prst="rect">
            <a:avLst/>
          </a:prstGeom>
          <a:noFill/>
        </p:spPr>
        <p:txBody>
          <a:bodyPr wrap="square" rtlCol="0">
            <a:spAutoFit/>
          </a:bodyPr>
          <a:lstStyle/>
          <a:p>
            <a:pPr defTabSz="685732">
              <a:defRPr/>
            </a:pPr>
            <a:r>
              <a:rPr lang="en-US" sz="900">
                <a:solidFill>
                  <a:prstClr val="black"/>
                </a:solidFill>
                <a:latin typeface="等线" panose="020F0502020204030204"/>
              </a:rPr>
              <a:t>Feb 27</a:t>
            </a:r>
          </a:p>
          <a:p>
            <a:pPr defTabSz="685732">
              <a:defRPr/>
            </a:pPr>
            <a:r>
              <a:rPr lang="en-US" sz="900">
                <a:solidFill>
                  <a:prstClr val="black"/>
                </a:solidFill>
                <a:latin typeface="等线" panose="020F0502020204030204"/>
              </a:rPr>
              <a:t>US BTD Submission</a:t>
            </a:r>
          </a:p>
        </p:txBody>
      </p:sp>
      <p:cxnSp>
        <p:nvCxnSpPr>
          <p:cNvPr id="102" name="Straight Connector 70">
            <a:extLst>
              <a:ext uri="{FF2B5EF4-FFF2-40B4-BE49-F238E27FC236}">
                <a16:creationId xmlns:a16="http://schemas.microsoft.com/office/drawing/2014/main" id="{00586866-1C86-4E0A-AC5E-7B55CB4A55F3}"/>
              </a:ext>
            </a:extLst>
          </p:cNvPr>
          <p:cNvCxnSpPr>
            <a:cxnSpLocks/>
          </p:cNvCxnSpPr>
          <p:nvPr/>
        </p:nvCxnSpPr>
        <p:spPr>
          <a:xfrm flipV="1">
            <a:off x="2427436" y="3205866"/>
            <a:ext cx="3164" cy="111615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03" name="TextBox 71">
            <a:extLst>
              <a:ext uri="{FF2B5EF4-FFF2-40B4-BE49-F238E27FC236}">
                <a16:creationId xmlns:a16="http://schemas.microsoft.com/office/drawing/2014/main" id="{35E731EA-1C78-4A93-99D2-9977A624656B}"/>
              </a:ext>
            </a:extLst>
          </p:cNvPr>
          <p:cNvSpPr txBox="1"/>
          <p:nvPr/>
        </p:nvSpPr>
        <p:spPr>
          <a:xfrm>
            <a:off x="2483956" y="3268645"/>
            <a:ext cx="928913" cy="1200329"/>
          </a:xfrm>
          <a:prstGeom prst="rect">
            <a:avLst/>
          </a:prstGeom>
          <a:noFill/>
          <a:ln>
            <a:noFill/>
          </a:ln>
        </p:spPr>
        <p:txBody>
          <a:bodyPr wrap="square" rtlCol="0">
            <a:spAutoFit/>
          </a:bodyPr>
          <a:lstStyle/>
          <a:p>
            <a:pPr defTabSz="685732">
              <a:defRPr/>
            </a:pPr>
            <a:r>
              <a:rPr lang="en-US" sz="900">
                <a:solidFill>
                  <a:prstClr val="black"/>
                </a:solidFill>
                <a:latin typeface="等线" panose="020F0502020204030204"/>
              </a:rPr>
              <a:t>Feb 17</a:t>
            </a:r>
          </a:p>
          <a:p>
            <a:pPr defTabSz="685732">
              <a:defRPr/>
            </a:pPr>
            <a:r>
              <a:rPr lang="en-US" sz="900">
                <a:solidFill>
                  <a:prstClr val="black"/>
                </a:solidFill>
                <a:latin typeface="等线" panose="020F0502020204030204"/>
              </a:rPr>
              <a:t>Pre-NDA Interaction Request</a:t>
            </a:r>
          </a:p>
          <a:p>
            <a:pPr defTabSz="685732">
              <a:defRPr/>
            </a:pPr>
            <a:endParaRPr lang="en-US" sz="900">
              <a:solidFill>
                <a:prstClr val="black"/>
              </a:solidFill>
              <a:latin typeface="等线" panose="020F0502020204030204"/>
            </a:endParaRPr>
          </a:p>
          <a:p>
            <a:pPr defTabSz="685732">
              <a:defRPr/>
            </a:pPr>
            <a:r>
              <a:rPr lang="en-US" sz="900">
                <a:solidFill>
                  <a:prstClr val="black"/>
                </a:solidFill>
                <a:latin typeface="等线" panose="020F0502020204030204"/>
              </a:rPr>
              <a:t>Feb 24</a:t>
            </a:r>
          </a:p>
          <a:p>
            <a:pPr defTabSz="685732">
              <a:defRPr/>
            </a:pPr>
            <a:r>
              <a:rPr lang="en-US" sz="900">
                <a:solidFill>
                  <a:prstClr val="black"/>
                </a:solidFill>
                <a:latin typeface="等线" panose="020F0502020204030204"/>
              </a:rPr>
              <a:t>BTD Submission</a:t>
            </a:r>
            <a:endParaRPr lang="id-ID" sz="900">
              <a:solidFill>
                <a:prstClr val="black"/>
              </a:solidFill>
              <a:latin typeface="等线" panose="020F0502020204030204"/>
            </a:endParaRPr>
          </a:p>
        </p:txBody>
      </p:sp>
      <p:cxnSp>
        <p:nvCxnSpPr>
          <p:cNvPr id="104" name="Straight Connector 76">
            <a:extLst>
              <a:ext uri="{FF2B5EF4-FFF2-40B4-BE49-F238E27FC236}">
                <a16:creationId xmlns:a16="http://schemas.microsoft.com/office/drawing/2014/main" id="{C43500B6-A6C1-4A8B-AA90-6901D94E0139}"/>
              </a:ext>
            </a:extLst>
          </p:cNvPr>
          <p:cNvCxnSpPr>
            <a:cxnSpLocks/>
          </p:cNvCxnSpPr>
          <p:nvPr/>
        </p:nvCxnSpPr>
        <p:spPr>
          <a:xfrm flipV="1">
            <a:off x="3302374" y="3205866"/>
            <a:ext cx="0" cy="589948"/>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05" name="TextBox 77">
            <a:extLst>
              <a:ext uri="{FF2B5EF4-FFF2-40B4-BE49-F238E27FC236}">
                <a16:creationId xmlns:a16="http://schemas.microsoft.com/office/drawing/2014/main" id="{F1B35E49-EA86-46A5-B7A1-080327B16B40}"/>
              </a:ext>
            </a:extLst>
          </p:cNvPr>
          <p:cNvSpPr txBox="1"/>
          <p:nvPr/>
        </p:nvSpPr>
        <p:spPr>
          <a:xfrm>
            <a:off x="4352868" y="3247768"/>
            <a:ext cx="1139402" cy="784830"/>
          </a:xfrm>
          <a:prstGeom prst="rect">
            <a:avLst/>
          </a:prstGeom>
          <a:noFill/>
        </p:spPr>
        <p:txBody>
          <a:bodyPr wrap="square" rtlCol="0">
            <a:spAutoFit/>
          </a:bodyPr>
          <a:lstStyle/>
          <a:p>
            <a:pPr defTabSz="685732">
              <a:defRPr/>
            </a:pPr>
            <a:r>
              <a:rPr lang="en-US" sz="900">
                <a:solidFill>
                  <a:prstClr val="black">
                    <a:lumMod val="85000"/>
                    <a:lumOff val="15000"/>
                  </a:prstClr>
                </a:solidFill>
                <a:latin typeface="等线" panose="020F0502020204030204"/>
              </a:rPr>
              <a:t>May 11</a:t>
            </a:r>
          </a:p>
          <a:p>
            <a:pPr defTabSz="685732">
              <a:defRPr/>
            </a:pPr>
            <a:r>
              <a:rPr lang="en-US" sz="900" err="1">
                <a:solidFill>
                  <a:prstClr val="black">
                    <a:lumMod val="85000"/>
                    <a:lumOff val="15000"/>
                  </a:prstClr>
                </a:solidFill>
                <a:latin typeface="等线" panose="020F0502020204030204"/>
              </a:rPr>
              <a:t>sNDA</a:t>
            </a:r>
            <a:r>
              <a:rPr lang="en-US" sz="900">
                <a:solidFill>
                  <a:prstClr val="black">
                    <a:lumMod val="85000"/>
                    <a:lumOff val="15000"/>
                  </a:prstClr>
                </a:solidFill>
                <a:latin typeface="等线" panose="020F0502020204030204"/>
              </a:rPr>
              <a:t> Submission</a:t>
            </a:r>
          </a:p>
          <a:p>
            <a:pPr defTabSz="685732">
              <a:defRPr/>
            </a:pPr>
            <a:endParaRPr lang="en-US" altLang="zh-CN" sz="900">
              <a:solidFill>
                <a:prstClr val="black">
                  <a:lumMod val="85000"/>
                  <a:lumOff val="15000"/>
                </a:prstClr>
              </a:solidFill>
              <a:latin typeface="等线" panose="020F0502020204030204"/>
              <a:ea typeface="等线" panose="02010600030101010101" pitchFamily="2" charset="-122"/>
            </a:endParaRPr>
          </a:p>
          <a:p>
            <a:pPr defTabSz="685732">
              <a:defRPr/>
            </a:pPr>
            <a:r>
              <a:rPr lang="en-US" altLang="zh-CN" sz="900">
                <a:solidFill>
                  <a:prstClr val="black">
                    <a:lumMod val="85000"/>
                    <a:lumOff val="15000"/>
                  </a:prstClr>
                </a:solidFill>
                <a:latin typeface="等线" panose="020F0502020204030204"/>
                <a:ea typeface="等线" panose="02010600030101010101" pitchFamily="2" charset="-122"/>
              </a:rPr>
              <a:t>May 25</a:t>
            </a:r>
          </a:p>
          <a:p>
            <a:pPr defTabSz="685732">
              <a:defRPr/>
            </a:pPr>
            <a:r>
              <a:rPr lang="en-US" altLang="zh-CN" sz="900">
                <a:solidFill>
                  <a:prstClr val="black">
                    <a:lumMod val="85000"/>
                    <a:lumOff val="15000"/>
                  </a:prstClr>
                </a:solidFill>
                <a:latin typeface="等线" panose="020F0502020204030204"/>
                <a:ea typeface="等线" panose="02010600030101010101" pitchFamily="2" charset="-122"/>
              </a:rPr>
              <a:t>Accepted by CDE</a:t>
            </a:r>
            <a:endParaRPr lang="en-US" sz="900">
              <a:solidFill>
                <a:prstClr val="black">
                  <a:lumMod val="85000"/>
                  <a:lumOff val="15000"/>
                </a:prstClr>
              </a:solidFill>
              <a:latin typeface="等线" panose="020F0502020204030204"/>
            </a:endParaRPr>
          </a:p>
        </p:txBody>
      </p:sp>
      <p:grpSp>
        <p:nvGrpSpPr>
          <p:cNvPr id="116" name="Group 138">
            <a:extLst>
              <a:ext uri="{FF2B5EF4-FFF2-40B4-BE49-F238E27FC236}">
                <a16:creationId xmlns:a16="http://schemas.microsoft.com/office/drawing/2014/main" id="{DA596A27-AFFD-48A4-9CC0-31E8D3F3E96B}"/>
              </a:ext>
            </a:extLst>
          </p:cNvPr>
          <p:cNvGrpSpPr/>
          <p:nvPr/>
        </p:nvGrpSpPr>
        <p:grpSpPr>
          <a:xfrm>
            <a:off x="5878451" y="4392473"/>
            <a:ext cx="367903" cy="367903"/>
            <a:chOff x="-1587" y="4763"/>
            <a:chExt cx="490537" cy="490537"/>
          </a:xfrm>
          <a:solidFill>
            <a:srgbClr val="6AD2E2"/>
          </a:solidFill>
        </p:grpSpPr>
        <p:sp>
          <p:nvSpPr>
            <p:cNvPr id="117" name="Freeform 24">
              <a:extLst>
                <a:ext uri="{FF2B5EF4-FFF2-40B4-BE49-F238E27FC236}">
                  <a16:creationId xmlns:a16="http://schemas.microsoft.com/office/drawing/2014/main" id="{26913622-AD70-4928-9831-18FAE6980EC9}"/>
                </a:ext>
              </a:extLst>
            </p:cNvPr>
            <p:cNvSpPr>
              <a:spLocks noEditPoints="1"/>
            </p:cNvSpPr>
            <p:nvPr/>
          </p:nvSpPr>
          <p:spPr bwMode="auto">
            <a:xfrm>
              <a:off x="-1587" y="4763"/>
              <a:ext cx="490537" cy="490537"/>
            </a:xfrm>
            <a:custGeom>
              <a:avLst/>
              <a:gdLst>
                <a:gd name="T0" fmla="*/ 83 w 128"/>
                <a:gd name="T1" fmla="*/ 40 h 128"/>
                <a:gd name="T2" fmla="*/ 64 w 128"/>
                <a:gd name="T3" fmla="*/ 0 h 128"/>
                <a:gd name="T4" fmla="*/ 36 w 128"/>
                <a:gd name="T5" fmla="*/ 41 h 128"/>
                <a:gd name="T6" fmla="*/ 32 w 128"/>
                <a:gd name="T7" fmla="*/ 43 h 128"/>
                <a:gd name="T8" fmla="*/ 12 w 128"/>
                <a:gd name="T9" fmla="*/ 40 h 128"/>
                <a:gd name="T10" fmla="*/ 0 w 128"/>
                <a:gd name="T11" fmla="*/ 116 h 128"/>
                <a:gd name="T12" fmla="*/ 24 w 128"/>
                <a:gd name="T13" fmla="*/ 128 h 128"/>
                <a:gd name="T14" fmla="*/ 35 w 128"/>
                <a:gd name="T15" fmla="*/ 121 h 128"/>
                <a:gd name="T16" fmla="*/ 36 w 128"/>
                <a:gd name="T17" fmla="*/ 121 h 128"/>
                <a:gd name="T18" fmla="*/ 76 w 128"/>
                <a:gd name="T19" fmla="*/ 128 h 128"/>
                <a:gd name="T20" fmla="*/ 112 w 128"/>
                <a:gd name="T21" fmla="*/ 120 h 128"/>
                <a:gd name="T22" fmla="*/ 114 w 128"/>
                <a:gd name="T23" fmla="*/ 109 h 128"/>
                <a:gd name="T24" fmla="*/ 121 w 128"/>
                <a:gd name="T25" fmla="*/ 88 h 128"/>
                <a:gd name="T26" fmla="*/ 124 w 128"/>
                <a:gd name="T27" fmla="*/ 67 h 128"/>
                <a:gd name="T28" fmla="*/ 128 w 128"/>
                <a:gd name="T29" fmla="*/ 58 h 128"/>
                <a:gd name="T30" fmla="*/ 117 w 128"/>
                <a:gd name="T31" fmla="*/ 42 h 128"/>
                <a:gd name="T32" fmla="*/ 24 w 128"/>
                <a:gd name="T33" fmla="*/ 120 h 128"/>
                <a:gd name="T34" fmla="*/ 8 w 128"/>
                <a:gd name="T35" fmla="*/ 116 h 128"/>
                <a:gd name="T36" fmla="*/ 12 w 128"/>
                <a:gd name="T37" fmla="*/ 48 h 128"/>
                <a:gd name="T38" fmla="*/ 28 w 128"/>
                <a:gd name="T39" fmla="*/ 52 h 128"/>
                <a:gd name="T40" fmla="*/ 120 w 128"/>
                <a:gd name="T41" fmla="*/ 58 h 128"/>
                <a:gd name="T42" fmla="*/ 104 w 128"/>
                <a:gd name="T43" fmla="*/ 64 h 128"/>
                <a:gd name="T44" fmla="*/ 104 w 128"/>
                <a:gd name="T45" fmla="*/ 68 h 128"/>
                <a:gd name="T46" fmla="*/ 118 w 128"/>
                <a:gd name="T47" fmla="*/ 75 h 128"/>
                <a:gd name="T48" fmla="*/ 100 w 128"/>
                <a:gd name="T49" fmla="*/ 84 h 128"/>
                <a:gd name="T50" fmla="*/ 100 w 128"/>
                <a:gd name="T51" fmla="*/ 88 h 128"/>
                <a:gd name="T52" fmla="*/ 113 w 128"/>
                <a:gd name="T53" fmla="*/ 96 h 128"/>
                <a:gd name="T54" fmla="*/ 96 w 128"/>
                <a:gd name="T55" fmla="*/ 104 h 128"/>
                <a:gd name="T56" fmla="*/ 96 w 128"/>
                <a:gd name="T57" fmla="*/ 108 h 128"/>
                <a:gd name="T58" fmla="*/ 106 w 128"/>
                <a:gd name="T59" fmla="*/ 114 h 128"/>
                <a:gd name="T60" fmla="*/ 98 w 128"/>
                <a:gd name="T61" fmla="*/ 120 h 128"/>
                <a:gd name="T62" fmla="*/ 54 w 128"/>
                <a:gd name="T63" fmla="*/ 117 h 128"/>
                <a:gd name="T64" fmla="*/ 32 w 128"/>
                <a:gd name="T65" fmla="*/ 110 h 128"/>
                <a:gd name="T66" fmla="*/ 35 w 128"/>
                <a:gd name="T67" fmla="*/ 50 h 128"/>
                <a:gd name="T68" fmla="*/ 60 w 128"/>
                <a:gd name="T69" fmla="*/ 12 h 128"/>
                <a:gd name="T70" fmla="*/ 76 w 128"/>
                <a:gd name="T71" fmla="*/ 27 h 128"/>
                <a:gd name="T72" fmla="*/ 115 w 128"/>
                <a:gd name="T73" fmla="*/ 50 h 128"/>
                <a:gd name="T74" fmla="*/ 120 w 128"/>
                <a:gd name="T75" fmla="*/ 5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8" h="128">
                  <a:moveTo>
                    <a:pt x="117" y="42"/>
                  </a:moveTo>
                  <a:cubicBezTo>
                    <a:pt x="112" y="41"/>
                    <a:pt x="100" y="41"/>
                    <a:pt x="83" y="40"/>
                  </a:cubicBezTo>
                  <a:cubicBezTo>
                    <a:pt x="84" y="36"/>
                    <a:pt x="84" y="33"/>
                    <a:pt x="84" y="27"/>
                  </a:cubicBezTo>
                  <a:cubicBezTo>
                    <a:pt x="84" y="13"/>
                    <a:pt x="73" y="0"/>
                    <a:pt x="64" y="0"/>
                  </a:cubicBezTo>
                  <a:cubicBezTo>
                    <a:pt x="57" y="0"/>
                    <a:pt x="52" y="5"/>
                    <a:pt x="52" y="12"/>
                  </a:cubicBezTo>
                  <a:cubicBezTo>
                    <a:pt x="52" y="20"/>
                    <a:pt x="49" y="34"/>
                    <a:pt x="36" y="41"/>
                  </a:cubicBezTo>
                  <a:cubicBezTo>
                    <a:pt x="35" y="41"/>
                    <a:pt x="32" y="43"/>
                    <a:pt x="32" y="43"/>
                  </a:cubicBezTo>
                  <a:cubicBezTo>
                    <a:pt x="32" y="43"/>
                    <a:pt x="32" y="43"/>
                    <a:pt x="32" y="43"/>
                  </a:cubicBezTo>
                  <a:cubicBezTo>
                    <a:pt x="30" y="41"/>
                    <a:pt x="27" y="40"/>
                    <a:pt x="24" y="40"/>
                  </a:cubicBezTo>
                  <a:cubicBezTo>
                    <a:pt x="12" y="40"/>
                    <a:pt x="12" y="40"/>
                    <a:pt x="12" y="40"/>
                  </a:cubicBezTo>
                  <a:cubicBezTo>
                    <a:pt x="5" y="40"/>
                    <a:pt x="0" y="45"/>
                    <a:pt x="0" y="52"/>
                  </a:cubicBezTo>
                  <a:cubicBezTo>
                    <a:pt x="0" y="116"/>
                    <a:pt x="0" y="116"/>
                    <a:pt x="0" y="116"/>
                  </a:cubicBezTo>
                  <a:cubicBezTo>
                    <a:pt x="0" y="123"/>
                    <a:pt x="5" y="128"/>
                    <a:pt x="12" y="128"/>
                  </a:cubicBezTo>
                  <a:cubicBezTo>
                    <a:pt x="24" y="128"/>
                    <a:pt x="24" y="128"/>
                    <a:pt x="24" y="128"/>
                  </a:cubicBezTo>
                  <a:cubicBezTo>
                    <a:pt x="29" y="128"/>
                    <a:pt x="33" y="125"/>
                    <a:pt x="35" y="121"/>
                  </a:cubicBezTo>
                  <a:cubicBezTo>
                    <a:pt x="35" y="121"/>
                    <a:pt x="35" y="121"/>
                    <a:pt x="35" y="121"/>
                  </a:cubicBezTo>
                  <a:cubicBezTo>
                    <a:pt x="35" y="121"/>
                    <a:pt x="35" y="121"/>
                    <a:pt x="36" y="121"/>
                  </a:cubicBezTo>
                  <a:cubicBezTo>
                    <a:pt x="36" y="121"/>
                    <a:pt x="36" y="121"/>
                    <a:pt x="36" y="121"/>
                  </a:cubicBezTo>
                  <a:cubicBezTo>
                    <a:pt x="38" y="122"/>
                    <a:pt x="43" y="123"/>
                    <a:pt x="52" y="125"/>
                  </a:cubicBezTo>
                  <a:cubicBezTo>
                    <a:pt x="54" y="126"/>
                    <a:pt x="65" y="128"/>
                    <a:pt x="76" y="128"/>
                  </a:cubicBezTo>
                  <a:cubicBezTo>
                    <a:pt x="98" y="128"/>
                    <a:pt x="98" y="128"/>
                    <a:pt x="98" y="128"/>
                  </a:cubicBezTo>
                  <a:cubicBezTo>
                    <a:pt x="105" y="128"/>
                    <a:pt x="109" y="125"/>
                    <a:pt x="112" y="120"/>
                  </a:cubicBezTo>
                  <a:cubicBezTo>
                    <a:pt x="112" y="120"/>
                    <a:pt x="113" y="118"/>
                    <a:pt x="114" y="116"/>
                  </a:cubicBezTo>
                  <a:cubicBezTo>
                    <a:pt x="115" y="114"/>
                    <a:pt x="115" y="112"/>
                    <a:pt x="114" y="109"/>
                  </a:cubicBezTo>
                  <a:cubicBezTo>
                    <a:pt x="118" y="106"/>
                    <a:pt x="120" y="102"/>
                    <a:pt x="121" y="99"/>
                  </a:cubicBezTo>
                  <a:cubicBezTo>
                    <a:pt x="122" y="94"/>
                    <a:pt x="122" y="90"/>
                    <a:pt x="121" y="88"/>
                  </a:cubicBezTo>
                  <a:cubicBezTo>
                    <a:pt x="123" y="85"/>
                    <a:pt x="125" y="82"/>
                    <a:pt x="126" y="77"/>
                  </a:cubicBezTo>
                  <a:cubicBezTo>
                    <a:pt x="127" y="73"/>
                    <a:pt x="126" y="70"/>
                    <a:pt x="124" y="67"/>
                  </a:cubicBezTo>
                  <a:cubicBezTo>
                    <a:pt x="127" y="65"/>
                    <a:pt x="128" y="61"/>
                    <a:pt x="128" y="58"/>
                  </a:cubicBezTo>
                  <a:cubicBezTo>
                    <a:pt x="128" y="58"/>
                    <a:pt x="128" y="58"/>
                    <a:pt x="128" y="58"/>
                  </a:cubicBezTo>
                  <a:cubicBezTo>
                    <a:pt x="128" y="57"/>
                    <a:pt x="128" y="57"/>
                    <a:pt x="128" y="56"/>
                  </a:cubicBezTo>
                  <a:cubicBezTo>
                    <a:pt x="128" y="51"/>
                    <a:pt x="125" y="44"/>
                    <a:pt x="117" y="42"/>
                  </a:cubicBezTo>
                  <a:close/>
                  <a:moveTo>
                    <a:pt x="28" y="116"/>
                  </a:moveTo>
                  <a:cubicBezTo>
                    <a:pt x="28" y="118"/>
                    <a:pt x="26" y="120"/>
                    <a:pt x="24" y="120"/>
                  </a:cubicBezTo>
                  <a:cubicBezTo>
                    <a:pt x="12" y="120"/>
                    <a:pt x="12" y="120"/>
                    <a:pt x="12" y="120"/>
                  </a:cubicBezTo>
                  <a:cubicBezTo>
                    <a:pt x="10" y="120"/>
                    <a:pt x="8" y="118"/>
                    <a:pt x="8" y="116"/>
                  </a:cubicBezTo>
                  <a:cubicBezTo>
                    <a:pt x="8" y="52"/>
                    <a:pt x="8" y="52"/>
                    <a:pt x="8" y="52"/>
                  </a:cubicBezTo>
                  <a:cubicBezTo>
                    <a:pt x="8" y="50"/>
                    <a:pt x="10" y="48"/>
                    <a:pt x="12" y="48"/>
                  </a:cubicBezTo>
                  <a:cubicBezTo>
                    <a:pt x="24" y="48"/>
                    <a:pt x="24" y="48"/>
                    <a:pt x="24" y="48"/>
                  </a:cubicBezTo>
                  <a:cubicBezTo>
                    <a:pt x="26" y="48"/>
                    <a:pt x="28" y="50"/>
                    <a:pt x="28" y="52"/>
                  </a:cubicBezTo>
                  <a:lnTo>
                    <a:pt x="28" y="116"/>
                  </a:lnTo>
                  <a:close/>
                  <a:moveTo>
                    <a:pt x="120" y="58"/>
                  </a:moveTo>
                  <a:cubicBezTo>
                    <a:pt x="120" y="60"/>
                    <a:pt x="119" y="64"/>
                    <a:pt x="112" y="64"/>
                  </a:cubicBezTo>
                  <a:cubicBezTo>
                    <a:pt x="106" y="64"/>
                    <a:pt x="104" y="64"/>
                    <a:pt x="104" y="64"/>
                  </a:cubicBezTo>
                  <a:cubicBezTo>
                    <a:pt x="103" y="64"/>
                    <a:pt x="102" y="65"/>
                    <a:pt x="102" y="66"/>
                  </a:cubicBezTo>
                  <a:cubicBezTo>
                    <a:pt x="102" y="67"/>
                    <a:pt x="103" y="68"/>
                    <a:pt x="104" y="68"/>
                  </a:cubicBezTo>
                  <a:cubicBezTo>
                    <a:pt x="104" y="68"/>
                    <a:pt x="106" y="68"/>
                    <a:pt x="112" y="68"/>
                  </a:cubicBezTo>
                  <a:cubicBezTo>
                    <a:pt x="118" y="68"/>
                    <a:pt x="119" y="73"/>
                    <a:pt x="118" y="75"/>
                  </a:cubicBezTo>
                  <a:cubicBezTo>
                    <a:pt x="118" y="78"/>
                    <a:pt x="116" y="84"/>
                    <a:pt x="110" y="84"/>
                  </a:cubicBezTo>
                  <a:cubicBezTo>
                    <a:pt x="103" y="84"/>
                    <a:pt x="100" y="84"/>
                    <a:pt x="100" y="84"/>
                  </a:cubicBezTo>
                  <a:cubicBezTo>
                    <a:pt x="99" y="84"/>
                    <a:pt x="98" y="85"/>
                    <a:pt x="98" y="86"/>
                  </a:cubicBezTo>
                  <a:cubicBezTo>
                    <a:pt x="98" y="87"/>
                    <a:pt x="99" y="88"/>
                    <a:pt x="100" y="88"/>
                  </a:cubicBezTo>
                  <a:cubicBezTo>
                    <a:pt x="100" y="88"/>
                    <a:pt x="105" y="88"/>
                    <a:pt x="108" y="88"/>
                  </a:cubicBezTo>
                  <a:cubicBezTo>
                    <a:pt x="115" y="88"/>
                    <a:pt x="114" y="93"/>
                    <a:pt x="113" y="96"/>
                  </a:cubicBezTo>
                  <a:cubicBezTo>
                    <a:pt x="112" y="100"/>
                    <a:pt x="111" y="104"/>
                    <a:pt x="103" y="104"/>
                  </a:cubicBezTo>
                  <a:cubicBezTo>
                    <a:pt x="100" y="104"/>
                    <a:pt x="96" y="104"/>
                    <a:pt x="96" y="104"/>
                  </a:cubicBezTo>
                  <a:cubicBezTo>
                    <a:pt x="95" y="104"/>
                    <a:pt x="94" y="105"/>
                    <a:pt x="94" y="106"/>
                  </a:cubicBezTo>
                  <a:cubicBezTo>
                    <a:pt x="94" y="107"/>
                    <a:pt x="95" y="108"/>
                    <a:pt x="96" y="108"/>
                  </a:cubicBezTo>
                  <a:cubicBezTo>
                    <a:pt x="96" y="108"/>
                    <a:pt x="99" y="108"/>
                    <a:pt x="102" y="108"/>
                  </a:cubicBezTo>
                  <a:cubicBezTo>
                    <a:pt x="107" y="108"/>
                    <a:pt x="107" y="112"/>
                    <a:pt x="106" y="114"/>
                  </a:cubicBezTo>
                  <a:cubicBezTo>
                    <a:pt x="106" y="115"/>
                    <a:pt x="105" y="116"/>
                    <a:pt x="105" y="117"/>
                  </a:cubicBezTo>
                  <a:cubicBezTo>
                    <a:pt x="104" y="119"/>
                    <a:pt x="102" y="120"/>
                    <a:pt x="98" y="120"/>
                  </a:cubicBezTo>
                  <a:cubicBezTo>
                    <a:pt x="76" y="120"/>
                    <a:pt x="76" y="120"/>
                    <a:pt x="76" y="120"/>
                  </a:cubicBezTo>
                  <a:cubicBezTo>
                    <a:pt x="65" y="120"/>
                    <a:pt x="54" y="118"/>
                    <a:pt x="54" y="117"/>
                  </a:cubicBezTo>
                  <a:cubicBezTo>
                    <a:pt x="37" y="114"/>
                    <a:pt x="36" y="113"/>
                    <a:pt x="35" y="113"/>
                  </a:cubicBezTo>
                  <a:cubicBezTo>
                    <a:pt x="35" y="113"/>
                    <a:pt x="32" y="112"/>
                    <a:pt x="32" y="110"/>
                  </a:cubicBezTo>
                  <a:cubicBezTo>
                    <a:pt x="32" y="54"/>
                    <a:pt x="32" y="54"/>
                    <a:pt x="32" y="54"/>
                  </a:cubicBezTo>
                  <a:cubicBezTo>
                    <a:pt x="32" y="52"/>
                    <a:pt x="33" y="51"/>
                    <a:pt x="35" y="50"/>
                  </a:cubicBezTo>
                  <a:cubicBezTo>
                    <a:pt x="35" y="50"/>
                    <a:pt x="36" y="50"/>
                    <a:pt x="36" y="50"/>
                  </a:cubicBezTo>
                  <a:cubicBezTo>
                    <a:pt x="54" y="42"/>
                    <a:pt x="60" y="26"/>
                    <a:pt x="60" y="12"/>
                  </a:cubicBezTo>
                  <a:cubicBezTo>
                    <a:pt x="60" y="10"/>
                    <a:pt x="62" y="8"/>
                    <a:pt x="64" y="8"/>
                  </a:cubicBezTo>
                  <a:cubicBezTo>
                    <a:pt x="68" y="8"/>
                    <a:pt x="76" y="16"/>
                    <a:pt x="76" y="27"/>
                  </a:cubicBezTo>
                  <a:cubicBezTo>
                    <a:pt x="76" y="36"/>
                    <a:pt x="75" y="38"/>
                    <a:pt x="72" y="48"/>
                  </a:cubicBezTo>
                  <a:cubicBezTo>
                    <a:pt x="112" y="48"/>
                    <a:pt x="112" y="49"/>
                    <a:pt x="115" y="50"/>
                  </a:cubicBezTo>
                  <a:cubicBezTo>
                    <a:pt x="120" y="51"/>
                    <a:pt x="120" y="54"/>
                    <a:pt x="120" y="56"/>
                  </a:cubicBezTo>
                  <a:cubicBezTo>
                    <a:pt x="120" y="57"/>
                    <a:pt x="120" y="57"/>
                    <a:pt x="1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732">
                <a:defRPr/>
              </a:pPr>
              <a:endParaRPr lang="id-ID" sz="1350">
                <a:solidFill>
                  <a:prstClr val="black"/>
                </a:solidFill>
                <a:latin typeface="等线" panose="020F0502020204030204"/>
              </a:endParaRPr>
            </a:p>
          </p:txBody>
        </p:sp>
        <p:sp>
          <p:nvSpPr>
            <p:cNvPr id="118" name="Freeform 25">
              <a:extLst>
                <a:ext uri="{FF2B5EF4-FFF2-40B4-BE49-F238E27FC236}">
                  <a16:creationId xmlns:a16="http://schemas.microsoft.com/office/drawing/2014/main" id="{014D9D80-E35D-4C26-950A-876F98787C6E}"/>
                </a:ext>
              </a:extLst>
            </p:cNvPr>
            <p:cNvSpPr>
              <a:spLocks noEditPoints="1"/>
            </p:cNvSpPr>
            <p:nvPr/>
          </p:nvSpPr>
          <p:spPr bwMode="auto">
            <a:xfrm>
              <a:off x="44450" y="403225"/>
              <a:ext cx="46037" cy="46037"/>
            </a:xfrm>
            <a:custGeom>
              <a:avLst/>
              <a:gdLst>
                <a:gd name="T0" fmla="*/ 6 w 12"/>
                <a:gd name="T1" fmla="*/ 0 h 12"/>
                <a:gd name="T2" fmla="*/ 0 w 12"/>
                <a:gd name="T3" fmla="*/ 6 h 12"/>
                <a:gd name="T4" fmla="*/ 6 w 12"/>
                <a:gd name="T5" fmla="*/ 12 h 12"/>
                <a:gd name="T6" fmla="*/ 12 w 12"/>
                <a:gd name="T7" fmla="*/ 6 h 12"/>
                <a:gd name="T8" fmla="*/ 6 w 12"/>
                <a:gd name="T9" fmla="*/ 0 h 12"/>
                <a:gd name="T10" fmla="*/ 6 w 12"/>
                <a:gd name="T11" fmla="*/ 8 h 12"/>
                <a:gd name="T12" fmla="*/ 4 w 12"/>
                <a:gd name="T13" fmla="*/ 6 h 12"/>
                <a:gd name="T14" fmla="*/ 6 w 12"/>
                <a:gd name="T15" fmla="*/ 4 h 12"/>
                <a:gd name="T16" fmla="*/ 8 w 12"/>
                <a:gd name="T17" fmla="*/ 6 h 12"/>
                <a:gd name="T18" fmla="*/ 6 w 12"/>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6" y="0"/>
                  </a:moveTo>
                  <a:cubicBezTo>
                    <a:pt x="3" y="0"/>
                    <a:pt x="0" y="3"/>
                    <a:pt x="0" y="6"/>
                  </a:cubicBezTo>
                  <a:cubicBezTo>
                    <a:pt x="0" y="9"/>
                    <a:pt x="3" y="12"/>
                    <a:pt x="6" y="12"/>
                  </a:cubicBezTo>
                  <a:cubicBezTo>
                    <a:pt x="9" y="12"/>
                    <a:pt x="12" y="9"/>
                    <a:pt x="12" y="6"/>
                  </a:cubicBezTo>
                  <a:cubicBezTo>
                    <a:pt x="12" y="3"/>
                    <a:pt x="9" y="0"/>
                    <a:pt x="6" y="0"/>
                  </a:cubicBezTo>
                  <a:close/>
                  <a:moveTo>
                    <a:pt x="6" y="8"/>
                  </a:moveTo>
                  <a:cubicBezTo>
                    <a:pt x="5" y="8"/>
                    <a:pt x="4" y="7"/>
                    <a:pt x="4" y="6"/>
                  </a:cubicBezTo>
                  <a:cubicBezTo>
                    <a:pt x="4" y="5"/>
                    <a:pt x="5" y="4"/>
                    <a:pt x="6" y="4"/>
                  </a:cubicBezTo>
                  <a:cubicBezTo>
                    <a:pt x="7" y="4"/>
                    <a:pt x="8" y="5"/>
                    <a:pt x="8" y="6"/>
                  </a:cubicBezTo>
                  <a:cubicBezTo>
                    <a:pt x="8" y="7"/>
                    <a:pt x="7" y="8"/>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defTabSz="685732">
                <a:defRPr/>
              </a:pPr>
              <a:endParaRPr lang="id-ID" sz="1350">
                <a:solidFill>
                  <a:prstClr val="black"/>
                </a:solidFill>
                <a:latin typeface="等线" panose="020F0502020204030204"/>
              </a:endParaRPr>
            </a:p>
          </p:txBody>
        </p:sp>
      </p:grpSp>
      <p:cxnSp>
        <p:nvCxnSpPr>
          <p:cNvPr id="133" name="Straight Connector 28">
            <a:extLst>
              <a:ext uri="{FF2B5EF4-FFF2-40B4-BE49-F238E27FC236}">
                <a16:creationId xmlns:a16="http://schemas.microsoft.com/office/drawing/2014/main" id="{29336C11-07CA-4055-A84A-734DC503AF00}"/>
              </a:ext>
            </a:extLst>
          </p:cNvPr>
          <p:cNvCxnSpPr>
            <a:cxnSpLocks/>
          </p:cNvCxnSpPr>
          <p:nvPr/>
        </p:nvCxnSpPr>
        <p:spPr>
          <a:xfrm>
            <a:off x="2502349" y="1938553"/>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34" name="TextBox 36">
            <a:extLst>
              <a:ext uri="{FF2B5EF4-FFF2-40B4-BE49-F238E27FC236}">
                <a16:creationId xmlns:a16="http://schemas.microsoft.com/office/drawing/2014/main" id="{1D7F2917-AA68-4DBD-8472-9037CCB4EF7F}"/>
              </a:ext>
            </a:extLst>
          </p:cNvPr>
          <p:cNvSpPr txBox="1"/>
          <p:nvPr/>
        </p:nvSpPr>
        <p:spPr>
          <a:xfrm>
            <a:off x="1485117" y="1968635"/>
            <a:ext cx="779046" cy="507831"/>
          </a:xfrm>
          <a:prstGeom prst="rect">
            <a:avLst/>
          </a:prstGeom>
          <a:noFill/>
        </p:spPr>
        <p:txBody>
          <a:bodyPr wrap="square" rtlCol="0">
            <a:spAutoFit/>
          </a:bodyPr>
          <a:lstStyle/>
          <a:p>
            <a:pPr defTabSz="685732">
              <a:defRPr/>
            </a:pPr>
            <a:r>
              <a:rPr lang="en-US" sz="900">
                <a:solidFill>
                  <a:prstClr val="black"/>
                </a:solidFill>
                <a:latin typeface="等线" panose="020F0502020204030204"/>
              </a:rPr>
              <a:t>Feb 10</a:t>
            </a:r>
          </a:p>
          <a:p>
            <a:pPr defTabSz="685732">
              <a:defRPr/>
            </a:pPr>
            <a:r>
              <a:rPr lang="en-US" sz="900">
                <a:solidFill>
                  <a:prstClr val="black"/>
                </a:solidFill>
                <a:latin typeface="等线" panose="020F0502020204030204"/>
              </a:rPr>
              <a:t>Global Top-line Results </a:t>
            </a:r>
          </a:p>
        </p:txBody>
      </p:sp>
      <p:cxnSp>
        <p:nvCxnSpPr>
          <p:cNvPr id="139" name="Straight Connector 70">
            <a:extLst>
              <a:ext uri="{FF2B5EF4-FFF2-40B4-BE49-F238E27FC236}">
                <a16:creationId xmlns:a16="http://schemas.microsoft.com/office/drawing/2014/main" id="{0F3364C0-D7B7-4057-8103-D7C2CF9121B0}"/>
              </a:ext>
            </a:extLst>
          </p:cNvPr>
          <p:cNvCxnSpPr>
            <a:cxnSpLocks/>
          </p:cNvCxnSpPr>
          <p:nvPr/>
        </p:nvCxnSpPr>
        <p:spPr>
          <a:xfrm flipV="1">
            <a:off x="1620490" y="3205868"/>
            <a:ext cx="3191" cy="819387"/>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41" name="TextBox 36">
            <a:extLst>
              <a:ext uri="{FF2B5EF4-FFF2-40B4-BE49-F238E27FC236}">
                <a16:creationId xmlns:a16="http://schemas.microsoft.com/office/drawing/2014/main" id="{A42BC7E9-6488-4E86-A6F6-E01E9B92A408}"/>
              </a:ext>
            </a:extLst>
          </p:cNvPr>
          <p:cNvSpPr txBox="1"/>
          <p:nvPr/>
        </p:nvSpPr>
        <p:spPr>
          <a:xfrm>
            <a:off x="1673837" y="3268649"/>
            <a:ext cx="779046" cy="784830"/>
          </a:xfrm>
          <a:prstGeom prst="rect">
            <a:avLst/>
          </a:prstGeom>
          <a:noFill/>
        </p:spPr>
        <p:txBody>
          <a:bodyPr wrap="square" rtlCol="0">
            <a:spAutoFit/>
          </a:bodyPr>
          <a:lstStyle/>
          <a:p>
            <a:pPr defTabSz="685732">
              <a:defRPr/>
            </a:pPr>
            <a:r>
              <a:rPr lang="en-US" sz="900">
                <a:solidFill>
                  <a:prstClr val="black"/>
                </a:solidFill>
                <a:latin typeface="等线" panose="020F0502020204030204"/>
              </a:rPr>
              <a:t>Feb 13</a:t>
            </a:r>
          </a:p>
          <a:p>
            <a:pPr defTabSz="685732">
              <a:defRPr/>
            </a:pPr>
            <a:r>
              <a:rPr lang="en-US" sz="900">
                <a:solidFill>
                  <a:prstClr val="black"/>
                </a:solidFill>
                <a:latin typeface="等线" panose="020F0502020204030204"/>
              </a:rPr>
              <a:t>Chinese Subgroup Top-line Results </a:t>
            </a:r>
          </a:p>
        </p:txBody>
      </p:sp>
      <p:sp>
        <p:nvSpPr>
          <p:cNvPr id="144" name="TextBox 77">
            <a:extLst>
              <a:ext uri="{FF2B5EF4-FFF2-40B4-BE49-F238E27FC236}">
                <a16:creationId xmlns:a16="http://schemas.microsoft.com/office/drawing/2014/main" id="{FADD8611-374A-462C-9CA5-CD84C4812622}"/>
              </a:ext>
            </a:extLst>
          </p:cNvPr>
          <p:cNvSpPr txBox="1"/>
          <p:nvPr/>
        </p:nvSpPr>
        <p:spPr>
          <a:xfrm>
            <a:off x="3324657" y="3216443"/>
            <a:ext cx="956400" cy="784830"/>
          </a:xfrm>
          <a:prstGeom prst="rect">
            <a:avLst/>
          </a:prstGeom>
          <a:noFill/>
        </p:spPr>
        <p:txBody>
          <a:bodyPr wrap="square" lIns="91440" tIns="45720" rIns="91440" bIns="45720" rtlCol="0" anchor="t">
            <a:spAutoFit/>
          </a:bodyPr>
          <a:lstStyle/>
          <a:p>
            <a:pPr defTabSz="685732">
              <a:defRPr/>
            </a:pPr>
            <a:r>
              <a:rPr lang="en-US" sz="900">
                <a:solidFill>
                  <a:prstClr val="black"/>
                </a:solidFill>
                <a:latin typeface="等线" panose="020F0502020204030204"/>
                <a:ea typeface="等线"/>
              </a:rPr>
              <a:t>Apr 19</a:t>
            </a:r>
            <a:endParaRPr lang="en-US" sz="900">
              <a:solidFill>
                <a:prstClr val="black"/>
              </a:solidFill>
              <a:latin typeface="等线" panose="020F0502020204030204"/>
            </a:endParaRPr>
          </a:p>
          <a:p>
            <a:pPr defTabSz="685732">
              <a:defRPr/>
            </a:pPr>
            <a:r>
              <a:rPr lang="en-US" sz="900">
                <a:solidFill>
                  <a:prstClr val="black"/>
                </a:solidFill>
                <a:latin typeface="等线" panose="020F0502020204030204"/>
                <a:ea typeface="等线"/>
              </a:rPr>
              <a:t>BTD Granted </a:t>
            </a:r>
          </a:p>
          <a:p>
            <a:pPr defTabSz="685732">
              <a:defRPr/>
            </a:pPr>
            <a:r>
              <a:rPr lang="en-US" sz="900">
                <a:solidFill>
                  <a:prstClr val="black"/>
                </a:solidFill>
                <a:latin typeface="等线" panose="020F0502020204030204"/>
                <a:ea typeface="等线"/>
              </a:rPr>
              <a:t>PR Applied</a:t>
            </a:r>
          </a:p>
          <a:p>
            <a:pPr defTabSz="685732">
              <a:defRPr/>
            </a:pPr>
            <a:endParaRPr lang="en-US" sz="900" b="1">
              <a:solidFill>
                <a:prstClr val="black"/>
              </a:solidFill>
              <a:latin typeface="等线" panose="020F0502020204030204"/>
            </a:endParaRPr>
          </a:p>
          <a:p>
            <a:pPr defTabSz="685732">
              <a:defRPr/>
            </a:pPr>
            <a:endParaRPr lang="en-US" sz="900" b="1">
              <a:solidFill>
                <a:prstClr val="black"/>
              </a:solidFill>
              <a:latin typeface="等线" panose="020F0502020204030204"/>
              <a:ea typeface="等线"/>
            </a:endParaRPr>
          </a:p>
        </p:txBody>
      </p:sp>
      <p:cxnSp>
        <p:nvCxnSpPr>
          <p:cNvPr id="147" name="Straight Connector 28">
            <a:extLst>
              <a:ext uri="{FF2B5EF4-FFF2-40B4-BE49-F238E27FC236}">
                <a16:creationId xmlns:a16="http://schemas.microsoft.com/office/drawing/2014/main" id="{C0B49E04-60DC-4ED1-A02D-7914CD05162E}"/>
              </a:ext>
            </a:extLst>
          </p:cNvPr>
          <p:cNvCxnSpPr>
            <a:cxnSpLocks/>
          </p:cNvCxnSpPr>
          <p:nvPr/>
        </p:nvCxnSpPr>
        <p:spPr>
          <a:xfrm>
            <a:off x="3443653" y="1938553"/>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48" name="TextBox 77">
            <a:extLst>
              <a:ext uri="{FF2B5EF4-FFF2-40B4-BE49-F238E27FC236}">
                <a16:creationId xmlns:a16="http://schemas.microsoft.com/office/drawing/2014/main" id="{E05D90B2-D4EF-4E08-A80F-E6744A436238}"/>
              </a:ext>
            </a:extLst>
          </p:cNvPr>
          <p:cNvSpPr txBox="1"/>
          <p:nvPr/>
        </p:nvSpPr>
        <p:spPr>
          <a:xfrm>
            <a:off x="3463877" y="2044073"/>
            <a:ext cx="1008132" cy="369332"/>
          </a:xfrm>
          <a:prstGeom prst="rect">
            <a:avLst/>
          </a:prstGeom>
          <a:noFill/>
        </p:spPr>
        <p:txBody>
          <a:bodyPr wrap="square" rtlCol="0">
            <a:spAutoFit/>
          </a:bodyPr>
          <a:lstStyle/>
          <a:p>
            <a:pPr defTabSz="685732">
              <a:defRPr/>
            </a:pPr>
            <a:r>
              <a:rPr lang="en-US" sz="900">
                <a:solidFill>
                  <a:prstClr val="black"/>
                </a:solidFill>
                <a:latin typeface="等线" panose="020F0502020204030204"/>
              </a:rPr>
              <a:t>Apr 28</a:t>
            </a:r>
          </a:p>
          <a:p>
            <a:pPr defTabSz="685732">
              <a:defRPr/>
            </a:pPr>
            <a:r>
              <a:rPr lang="en-US" altLang="zh-CN" sz="900">
                <a:solidFill>
                  <a:prstClr val="black"/>
                </a:solidFill>
                <a:latin typeface="等线" panose="020F0502020204030204"/>
                <a:ea typeface="等线" panose="02010600030101010101" pitchFamily="2" charset="-122"/>
              </a:rPr>
              <a:t>US BTD Granted</a:t>
            </a:r>
            <a:endParaRPr lang="en-US" sz="900">
              <a:solidFill>
                <a:prstClr val="black"/>
              </a:solidFill>
              <a:latin typeface="等线" panose="020F0502020204030204"/>
            </a:endParaRPr>
          </a:p>
        </p:txBody>
      </p:sp>
      <p:cxnSp>
        <p:nvCxnSpPr>
          <p:cNvPr id="149" name="Straight Connector 28">
            <a:extLst>
              <a:ext uri="{FF2B5EF4-FFF2-40B4-BE49-F238E27FC236}">
                <a16:creationId xmlns:a16="http://schemas.microsoft.com/office/drawing/2014/main" id="{6FE1FCC5-03AB-469B-8FFF-15501644F712}"/>
              </a:ext>
            </a:extLst>
          </p:cNvPr>
          <p:cNvCxnSpPr>
            <a:cxnSpLocks/>
          </p:cNvCxnSpPr>
          <p:nvPr/>
        </p:nvCxnSpPr>
        <p:spPr>
          <a:xfrm>
            <a:off x="4533722" y="1952064"/>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50" name="TextBox 77">
            <a:extLst>
              <a:ext uri="{FF2B5EF4-FFF2-40B4-BE49-F238E27FC236}">
                <a16:creationId xmlns:a16="http://schemas.microsoft.com/office/drawing/2014/main" id="{5611C6A1-B65B-4163-A5DD-7C8D5507C5CF}"/>
              </a:ext>
            </a:extLst>
          </p:cNvPr>
          <p:cNvSpPr txBox="1"/>
          <p:nvPr/>
        </p:nvSpPr>
        <p:spPr>
          <a:xfrm>
            <a:off x="4579210" y="1938557"/>
            <a:ext cx="774785" cy="507831"/>
          </a:xfrm>
          <a:prstGeom prst="rect">
            <a:avLst/>
          </a:prstGeom>
          <a:noFill/>
        </p:spPr>
        <p:txBody>
          <a:bodyPr wrap="square" rtlCol="0">
            <a:spAutoFit/>
          </a:bodyPr>
          <a:lstStyle/>
          <a:p>
            <a:pPr defTabSz="685732">
              <a:defRPr/>
            </a:pPr>
            <a:r>
              <a:rPr lang="en-US" sz="900">
                <a:solidFill>
                  <a:prstClr val="black"/>
                </a:solidFill>
                <a:latin typeface="等线" panose="020F0502020204030204"/>
              </a:rPr>
              <a:t>May 18</a:t>
            </a:r>
          </a:p>
          <a:p>
            <a:pPr defTabSz="685732">
              <a:defRPr/>
            </a:pPr>
            <a:r>
              <a:rPr lang="en-US" sz="900">
                <a:solidFill>
                  <a:prstClr val="black"/>
                </a:solidFill>
                <a:latin typeface="等线" panose="020F0502020204030204"/>
              </a:rPr>
              <a:t>US </a:t>
            </a:r>
            <a:r>
              <a:rPr lang="en-US" sz="900" err="1">
                <a:solidFill>
                  <a:prstClr val="black"/>
                </a:solidFill>
                <a:latin typeface="等线" panose="020F0502020204030204"/>
              </a:rPr>
              <a:t>sBLA</a:t>
            </a:r>
            <a:r>
              <a:rPr lang="en-US" sz="900">
                <a:solidFill>
                  <a:prstClr val="black"/>
                </a:solidFill>
                <a:latin typeface="等线" panose="020F0502020204030204"/>
              </a:rPr>
              <a:t> Submission</a:t>
            </a:r>
          </a:p>
        </p:txBody>
      </p:sp>
      <p:cxnSp>
        <p:nvCxnSpPr>
          <p:cNvPr id="151" name="Straight Connector 28">
            <a:extLst>
              <a:ext uri="{FF2B5EF4-FFF2-40B4-BE49-F238E27FC236}">
                <a16:creationId xmlns:a16="http://schemas.microsoft.com/office/drawing/2014/main" id="{E59314BB-8B29-4BB8-B093-B9627EFB7540}"/>
              </a:ext>
            </a:extLst>
          </p:cNvPr>
          <p:cNvCxnSpPr>
            <a:cxnSpLocks/>
          </p:cNvCxnSpPr>
          <p:nvPr/>
        </p:nvCxnSpPr>
        <p:spPr>
          <a:xfrm>
            <a:off x="5353993" y="1938553"/>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52" name="TextBox 77">
            <a:extLst>
              <a:ext uri="{FF2B5EF4-FFF2-40B4-BE49-F238E27FC236}">
                <a16:creationId xmlns:a16="http://schemas.microsoft.com/office/drawing/2014/main" id="{9628EE16-B0D7-4397-AC21-77A72FDE1233}"/>
              </a:ext>
            </a:extLst>
          </p:cNvPr>
          <p:cNvSpPr txBox="1"/>
          <p:nvPr/>
        </p:nvSpPr>
        <p:spPr>
          <a:xfrm>
            <a:off x="5429105" y="1939262"/>
            <a:ext cx="1150256" cy="507831"/>
          </a:xfrm>
          <a:prstGeom prst="rect">
            <a:avLst/>
          </a:prstGeom>
          <a:noFill/>
        </p:spPr>
        <p:txBody>
          <a:bodyPr wrap="square" rtlCol="0">
            <a:spAutoFit/>
          </a:bodyPr>
          <a:lstStyle/>
          <a:p>
            <a:pPr defTabSz="685732">
              <a:defRPr/>
            </a:pPr>
            <a:r>
              <a:rPr lang="en-US" sz="900">
                <a:solidFill>
                  <a:prstClr val="black"/>
                </a:solidFill>
                <a:latin typeface="等线" panose="020F0502020204030204"/>
              </a:rPr>
              <a:t>May 18</a:t>
            </a:r>
          </a:p>
          <a:p>
            <a:pPr defTabSz="685732">
              <a:defRPr/>
            </a:pPr>
            <a:r>
              <a:rPr lang="en-US" sz="900">
                <a:solidFill>
                  <a:prstClr val="black"/>
                </a:solidFill>
                <a:latin typeface="等线" panose="020F0502020204030204"/>
              </a:rPr>
              <a:t>US Priority Review Application</a:t>
            </a:r>
          </a:p>
        </p:txBody>
      </p:sp>
      <p:sp>
        <p:nvSpPr>
          <p:cNvPr id="72" name="标题 5">
            <a:extLst>
              <a:ext uri="{FF2B5EF4-FFF2-40B4-BE49-F238E27FC236}">
                <a16:creationId xmlns:a16="http://schemas.microsoft.com/office/drawing/2014/main" id="{B436F150-977B-4BC9-B861-EA22E5F5F32C}"/>
              </a:ext>
            </a:extLst>
          </p:cNvPr>
          <p:cNvSpPr>
            <a:spLocks noGrp="1"/>
          </p:cNvSpPr>
          <p:nvPr>
            <p:ph type="title"/>
          </p:nvPr>
        </p:nvSpPr>
        <p:spPr>
          <a:xfrm>
            <a:off x="359572" y="357750"/>
            <a:ext cx="8424863" cy="313932"/>
          </a:xfrm>
        </p:spPr>
        <p:txBody>
          <a:bodyPr vert="horz" wrap="square" lIns="0" tIns="0" rIns="0" bIns="0" rtlCol="0" anchor="t" anchorCtr="0">
            <a:spAutoFit/>
          </a:bodyPr>
          <a:lstStyle/>
          <a:p>
            <a:pPr defTabSz="914310">
              <a:lnSpc>
                <a:spcPct val="85000"/>
              </a:lnSpc>
            </a:pPr>
            <a:r>
              <a:rPr lang="en-US" altLang="zh-CN" sz="2400" err="1">
                <a:latin typeface="BISansOptiCond"/>
              </a:rPr>
              <a:t>Spevigo</a:t>
            </a:r>
            <a:r>
              <a:rPr lang="en-US" altLang="zh-CN" sz="2400">
                <a:latin typeface="BISansOptiCond"/>
              </a:rPr>
              <a:t> </a:t>
            </a:r>
            <a:r>
              <a:rPr lang="en-US" altLang="zh-CN" sz="2400" err="1">
                <a:latin typeface="BISansOptiCond"/>
              </a:rPr>
              <a:t>sNDA</a:t>
            </a:r>
            <a:r>
              <a:rPr lang="en-US" altLang="zh-CN" sz="2400">
                <a:latin typeface="BISansOptiCond"/>
              </a:rPr>
              <a:t> Roadmap – GPP flare prevention</a:t>
            </a:r>
            <a:endParaRPr lang="zh-CN" altLang="en-US" sz="2400">
              <a:latin typeface="BISansOptiCond"/>
            </a:endParaRPr>
          </a:p>
        </p:txBody>
      </p:sp>
      <p:sp>
        <p:nvSpPr>
          <p:cNvPr id="4" name="文本框 3">
            <a:extLst>
              <a:ext uri="{FF2B5EF4-FFF2-40B4-BE49-F238E27FC236}">
                <a16:creationId xmlns:a16="http://schemas.microsoft.com/office/drawing/2014/main" id="{A953662A-E05F-BAA0-3072-4B65270CF65C}"/>
              </a:ext>
            </a:extLst>
          </p:cNvPr>
          <p:cNvSpPr txBox="1"/>
          <p:nvPr/>
        </p:nvSpPr>
        <p:spPr>
          <a:xfrm>
            <a:off x="6292089" y="4446829"/>
            <a:ext cx="2484341" cy="246221"/>
          </a:xfrm>
          <a:prstGeom prst="rect">
            <a:avLst/>
          </a:prstGeom>
          <a:noFill/>
        </p:spPr>
        <p:txBody>
          <a:bodyPr wrap="square" rtlCol="0">
            <a:spAutoFit/>
          </a:bodyPr>
          <a:lstStyle/>
          <a:p>
            <a:pPr defTabSz="914310">
              <a:defRPr/>
            </a:pPr>
            <a:r>
              <a:rPr lang="en-US" altLang="zh-CN" sz="1000" b="1">
                <a:solidFill>
                  <a:prstClr val="black">
                    <a:lumMod val="85000"/>
                    <a:lumOff val="15000"/>
                  </a:prstClr>
                </a:solidFill>
                <a:latin typeface="等线" panose="020F0502020204030204"/>
                <a:ea typeface="等线" panose="02010600030101010101" pitchFamily="2" charset="-122"/>
              </a:rPr>
              <a:t>Globally first approval in China!</a:t>
            </a:r>
            <a:endParaRPr lang="zh-CN" altLang="en-US" sz="1000" b="1">
              <a:solidFill>
                <a:prstClr val="black">
                  <a:lumMod val="85000"/>
                  <a:lumOff val="15000"/>
                </a:prstClr>
              </a:solidFill>
              <a:latin typeface="等线" panose="020F0502020204030204"/>
              <a:ea typeface="等线" panose="02010600030101010101" pitchFamily="2" charset="-122"/>
            </a:endParaRPr>
          </a:p>
        </p:txBody>
      </p:sp>
      <p:cxnSp>
        <p:nvCxnSpPr>
          <p:cNvPr id="5" name="Straight Connector 76">
            <a:extLst>
              <a:ext uri="{FF2B5EF4-FFF2-40B4-BE49-F238E27FC236}">
                <a16:creationId xmlns:a16="http://schemas.microsoft.com/office/drawing/2014/main" id="{72FC59C9-3BFF-0EC2-21B7-CEBC0A31C8D7}"/>
              </a:ext>
            </a:extLst>
          </p:cNvPr>
          <p:cNvCxnSpPr>
            <a:cxnSpLocks/>
          </p:cNvCxnSpPr>
          <p:nvPr/>
        </p:nvCxnSpPr>
        <p:spPr>
          <a:xfrm flipV="1">
            <a:off x="5672963" y="3202977"/>
            <a:ext cx="0" cy="589948"/>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7" name="TextBox 71">
            <a:extLst>
              <a:ext uri="{FF2B5EF4-FFF2-40B4-BE49-F238E27FC236}">
                <a16:creationId xmlns:a16="http://schemas.microsoft.com/office/drawing/2014/main" id="{7E1C250D-8EAE-78F1-64E3-1518E448096D}"/>
              </a:ext>
            </a:extLst>
          </p:cNvPr>
          <p:cNvSpPr txBox="1"/>
          <p:nvPr/>
        </p:nvSpPr>
        <p:spPr>
          <a:xfrm>
            <a:off x="5718710" y="3233444"/>
            <a:ext cx="917604" cy="646331"/>
          </a:xfrm>
          <a:prstGeom prst="rect">
            <a:avLst/>
          </a:prstGeom>
          <a:noFill/>
        </p:spPr>
        <p:txBody>
          <a:bodyPr wrap="square" rtlCol="0">
            <a:spAutoFit/>
          </a:bodyPr>
          <a:lstStyle>
            <a:defPPr>
              <a:defRPr lang="zh-CN"/>
            </a:defPPr>
            <a:lvl1pPr defTabSz="914377">
              <a:defRPr sz="1200">
                <a:solidFill>
                  <a:prstClr val="black">
                    <a:lumMod val="85000"/>
                    <a:lumOff val="15000"/>
                  </a:prstClr>
                </a:solidFill>
                <a:latin typeface="等线" panose="020F0502020204030204"/>
              </a:defRPr>
            </a:lvl1pPr>
          </a:lstStyle>
          <a:p>
            <a:pPr defTabSz="685732">
              <a:defRPr/>
            </a:pPr>
            <a:r>
              <a:rPr lang="en-US" sz="900"/>
              <a:t>May 30</a:t>
            </a:r>
          </a:p>
          <a:p>
            <a:pPr defTabSz="685732">
              <a:defRPr/>
            </a:pPr>
            <a:r>
              <a:rPr lang="en-US" sz="900"/>
              <a:t>Pre-NDA Interaction </a:t>
            </a:r>
          </a:p>
          <a:p>
            <a:pPr defTabSz="685732">
              <a:defRPr/>
            </a:pPr>
            <a:r>
              <a:rPr lang="en-US" sz="900"/>
              <a:t>Feedback</a:t>
            </a:r>
          </a:p>
        </p:txBody>
      </p:sp>
      <p:cxnSp>
        <p:nvCxnSpPr>
          <p:cNvPr id="2" name="Straight Connector 76">
            <a:extLst>
              <a:ext uri="{FF2B5EF4-FFF2-40B4-BE49-F238E27FC236}">
                <a16:creationId xmlns:a16="http://schemas.microsoft.com/office/drawing/2014/main" id="{9330B3F3-7D60-8BF3-0A5D-207A21A0FBE5}"/>
              </a:ext>
            </a:extLst>
          </p:cNvPr>
          <p:cNvCxnSpPr>
            <a:cxnSpLocks/>
          </p:cNvCxnSpPr>
          <p:nvPr/>
        </p:nvCxnSpPr>
        <p:spPr>
          <a:xfrm flipV="1">
            <a:off x="6541154" y="3205017"/>
            <a:ext cx="0" cy="589948"/>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3" name="TextBox 71">
            <a:extLst>
              <a:ext uri="{FF2B5EF4-FFF2-40B4-BE49-F238E27FC236}">
                <a16:creationId xmlns:a16="http://schemas.microsoft.com/office/drawing/2014/main" id="{B8C64C4B-6444-8A95-0B97-D2D49300E346}"/>
              </a:ext>
            </a:extLst>
          </p:cNvPr>
          <p:cNvSpPr txBox="1"/>
          <p:nvPr/>
        </p:nvSpPr>
        <p:spPr>
          <a:xfrm>
            <a:off x="6586906" y="3235485"/>
            <a:ext cx="748923" cy="369332"/>
          </a:xfrm>
          <a:prstGeom prst="rect">
            <a:avLst/>
          </a:prstGeom>
          <a:noFill/>
          <a:ln>
            <a:noFill/>
          </a:ln>
        </p:spPr>
        <p:txBody>
          <a:bodyPr wrap="none" rtlCol="0">
            <a:spAutoFit/>
          </a:bodyPr>
          <a:lstStyle/>
          <a:p>
            <a:pPr defTabSz="685732">
              <a:defRPr/>
            </a:pPr>
            <a:r>
              <a:rPr lang="en-US" sz="900">
                <a:solidFill>
                  <a:prstClr val="black">
                    <a:lumMod val="85000"/>
                    <a:lumOff val="15000"/>
                  </a:prstClr>
                </a:solidFill>
                <a:latin typeface="等线" panose="020F0502020204030204"/>
              </a:rPr>
              <a:t>Jun 29</a:t>
            </a:r>
          </a:p>
          <a:p>
            <a:pPr defTabSz="685732">
              <a:defRPr/>
            </a:pPr>
            <a:r>
              <a:rPr lang="en-US" sz="900">
                <a:solidFill>
                  <a:prstClr val="black">
                    <a:lumMod val="85000"/>
                    <a:lumOff val="15000"/>
                  </a:prstClr>
                </a:solidFill>
                <a:latin typeface="等线" panose="020F0502020204030204"/>
              </a:rPr>
              <a:t>PR Granted</a:t>
            </a:r>
          </a:p>
        </p:txBody>
      </p:sp>
      <p:cxnSp>
        <p:nvCxnSpPr>
          <p:cNvPr id="6" name="Straight Connector 28">
            <a:extLst>
              <a:ext uri="{FF2B5EF4-FFF2-40B4-BE49-F238E27FC236}">
                <a16:creationId xmlns:a16="http://schemas.microsoft.com/office/drawing/2014/main" id="{DAF8543F-B2DF-42CE-0FE2-5B2153497493}"/>
              </a:ext>
            </a:extLst>
          </p:cNvPr>
          <p:cNvCxnSpPr>
            <a:cxnSpLocks/>
          </p:cNvCxnSpPr>
          <p:nvPr/>
        </p:nvCxnSpPr>
        <p:spPr>
          <a:xfrm>
            <a:off x="6783548" y="1925272"/>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8" name="TextBox 77">
            <a:extLst>
              <a:ext uri="{FF2B5EF4-FFF2-40B4-BE49-F238E27FC236}">
                <a16:creationId xmlns:a16="http://schemas.microsoft.com/office/drawing/2014/main" id="{41241597-D38F-9E09-679D-70FABF5F676D}"/>
              </a:ext>
            </a:extLst>
          </p:cNvPr>
          <p:cNvSpPr txBox="1"/>
          <p:nvPr/>
        </p:nvSpPr>
        <p:spPr>
          <a:xfrm>
            <a:off x="6799397" y="1914422"/>
            <a:ext cx="870845" cy="646331"/>
          </a:xfrm>
          <a:prstGeom prst="rect">
            <a:avLst/>
          </a:prstGeom>
          <a:noFill/>
        </p:spPr>
        <p:txBody>
          <a:bodyPr wrap="square" rtlCol="0">
            <a:spAutoFit/>
          </a:bodyPr>
          <a:lstStyle/>
          <a:p>
            <a:pPr defTabSz="685732">
              <a:defRPr/>
            </a:pPr>
            <a:r>
              <a:rPr lang="en-US" sz="900">
                <a:solidFill>
                  <a:prstClr val="black"/>
                </a:solidFill>
                <a:latin typeface="等线" panose="020F0502020204030204"/>
                <a:ea typeface="等线" panose="02010600030101010101" pitchFamily="2" charset="-122"/>
              </a:rPr>
              <a:t>Jul 24 </a:t>
            </a:r>
            <a:endParaRPr lang="en-US" sz="900">
              <a:solidFill>
                <a:prstClr val="black"/>
              </a:solidFill>
              <a:latin typeface="等线" panose="020F0502020204030204"/>
            </a:endParaRPr>
          </a:p>
          <a:p>
            <a:pPr defTabSz="685732">
              <a:defRPr/>
            </a:pPr>
            <a:r>
              <a:rPr lang="en-US" altLang="zh-CN" sz="900">
                <a:solidFill>
                  <a:prstClr val="black"/>
                </a:solidFill>
                <a:latin typeface="等线" panose="020F0502020204030204"/>
                <a:ea typeface="等线" panose="02010600030101010101" pitchFamily="2" charset="-122"/>
              </a:rPr>
              <a:t>FDA noticed standard review </a:t>
            </a:r>
            <a:endParaRPr lang="en-US" sz="900">
              <a:solidFill>
                <a:prstClr val="black"/>
              </a:solidFill>
              <a:latin typeface="等线" panose="020F0502020204030204"/>
            </a:endParaRPr>
          </a:p>
        </p:txBody>
      </p:sp>
      <p:sp>
        <p:nvSpPr>
          <p:cNvPr id="9" name="TextBox 26">
            <a:extLst>
              <a:ext uri="{FF2B5EF4-FFF2-40B4-BE49-F238E27FC236}">
                <a16:creationId xmlns:a16="http://schemas.microsoft.com/office/drawing/2014/main" id="{DECEF347-3DFF-FB70-02A0-BB385DD930FE}"/>
              </a:ext>
            </a:extLst>
          </p:cNvPr>
          <p:cNvSpPr txBox="1"/>
          <p:nvPr/>
        </p:nvSpPr>
        <p:spPr>
          <a:xfrm>
            <a:off x="7921749" y="2719275"/>
            <a:ext cx="614271" cy="323165"/>
          </a:xfrm>
          <a:prstGeom prst="rect">
            <a:avLst/>
          </a:prstGeom>
          <a:noFill/>
        </p:spPr>
        <p:txBody>
          <a:bodyPr wrap="none" rtlCol="0">
            <a:spAutoFit/>
          </a:bodyPr>
          <a:lstStyle/>
          <a:p>
            <a:pPr algn="ctr" defTabSz="685732">
              <a:defRPr/>
            </a:pPr>
            <a:r>
              <a:rPr lang="en-US" altLang="zh-CN" sz="1500" b="1">
                <a:solidFill>
                  <a:prstClr val="black"/>
                </a:solidFill>
                <a:latin typeface="等线" panose="02010600030101010101" pitchFamily="2" charset="-122"/>
                <a:ea typeface="等线" panose="02010600030101010101" pitchFamily="2" charset="-122"/>
              </a:rPr>
              <a:t>2024</a:t>
            </a:r>
            <a:endParaRPr lang="id-ID" sz="1500" b="1">
              <a:solidFill>
                <a:prstClr val="black"/>
              </a:solidFill>
              <a:latin typeface="等线" panose="020F0502020204030204"/>
            </a:endParaRPr>
          </a:p>
        </p:txBody>
      </p:sp>
      <p:cxnSp>
        <p:nvCxnSpPr>
          <p:cNvPr id="10" name="Straight Connector 76">
            <a:extLst>
              <a:ext uri="{FF2B5EF4-FFF2-40B4-BE49-F238E27FC236}">
                <a16:creationId xmlns:a16="http://schemas.microsoft.com/office/drawing/2014/main" id="{2A909445-B703-1765-1B7F-60D8A722A183}"/>
              </a:ext>
            </a:extLst>
          </p:cNvPr>
          <p:cNvCxnSpPr>
            <a:cxnSpLocks/>
          </p:cNvCxnSpPr>
          <p:nvPr/>
        </p:nvCxnSpPr>
        <p:spPr>
          <a:xfrm flipV="1">
            <a:off x="7944587" y="3202976"/>
            <a:ext cx="0" cy="589948"/>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1" name="TextBox 71">
            <a:extLst>
              <a:ext uri="{FF2B5EF4-FFF2-40B4-BE49-F238E27FC236}">
                <a16:creationId xmlns:a16="http://schemas.microsoft.com/office/drawing/2014/main" id="{EE6BEDED-CCC2-3E5A-3320-F7F26B485309}"/>
              </a:ext>
            </a:extLst>
          </p:cNvPr>
          <p:cNvSpPr txBox="1"/>
          <p:nvPr/>
        </p:nvSpPr>
        <p:spPr>
          <a:xfrm>
            <a:off x="7990338" y="3233444"/>
            <a:ext cx="992579" cy="369332"/>
          </a:xfrm>
          <a:prstGeom prst="rect">
            <a:avLst/>
          </a:prstGeom>
          <a:noFill/>
          <a:ln>
            <a:noFill/>
          </a:ln>
        </p:spPr>
        <p:txBody>
          <a:bodyPr wrap="none" rtlCol="0">
            <a:spAutoFit/>
          </a:bodyPr>
          <a:lstStyle/>
          <a:p>
            <a:pPr defTabSz="685732">
              <a:defRPr/>
            </a:pPr>
            <a:r>
              <a:rPr lang="en-US" altLang="zh-CN" sz="900" b="1">
                <a:latin typeface="等线" panose="020F0502020204030204"/>
              </a:rPr>
              <a:t>Mar</a:t>
            </a:r>
            <a:r>
              <a:rPr lang="en-US" sz="900" b="1">
                <a:latin typeface="等线" panose="020F0502020204030204"/>
              </a:rPr>
              <a:t> 05</a:t>
            </a:r>
          </a:p>
          <a:p>
            <a:pPr defTabSz="685732">
              <a:defRPr/>
            </a:pPr>
            <a:r>
              <a:rPr lang="en-US" sz="900" b="1">
                <a:latin typeface="等线" panose="020F0502020204030204"/>
              </a:rPr>
              <a:t>China Approval</a:t>
            </a:r>
          </a:p>
        </p:txBody>
      </p:sp>
      <p:cxnSp>
        <p:nvCxnSpPr>
          <p:cNvPr id="12" name="Straight Connector 28">
            <a:extLst>
              <a:ext uri="{FF2B5EF4-FFF2-40B4-BE49-F238E27FC236}">
                <a16:creationId xmlns:a16="http://schemas.microsoft.com/office/drawing/2014/main" id="{5FA523AD-21FB-8F7F-0C5F-FF0A2396A1EE}"/>
              </a:ext>
            </a:extLst>
          </p:cNvPr>
          <p:cNvCxnSpPr>
            <a:cxnSpLocks/>
          </p:cNvCxnSpPr>
          <p:nvPr/>
        </p:nvCxnSpPr>
        <p:spPr>
          <a:xfrm>
            <a:off x="8126006" y="1939028"/>
            <a:ext cx="0" cy="607494"/>
          </a:xfrm>
          <a:prstGeom prst="line">
            <a:avLst/>
          </a:prstGeom>
          <a:ln w="12700">
            <a:solidFill>
              <a:srgbClr val="8D89A5"/>
            </a:solidFill>
            <a:prstDash val="sysDash"/>
            <a:headEnd type="oval"/>
          </a:ln>
        </p:spPr>
        <p:style>
          <a:lnRef idx="1">
            <a:schemeClr val="accent1"/>
          </a:lnRef>
          <a:fillRef idx="0">
            <a:schemeClr val="accent1"/>
          </a:fillRef>
          <a:effectRef idx="0">
            <a:schemeClr val="accent1"/>
          </a:effectRef>
          <a:fontRef idx="minor">
            <a:schemeClr val="tx1"/>
          </a:fontRef>
        </p:style>
      </p:cxnSp>
      <p:sp>
        <p:nvSpPr>
          <p:cNvPr id="13" name="TextBox 77">
            <a:extLst>
              <a:ext uri="{FF2B5EF4-FFF2-40B4-BE49-F238E27FC236}">
                <a16:creationId xmlns:a16="http://schemas.microsoft.com/office/drawing/2014/main" id="{796D35E9-27D5-3DA3-2FD2-AA401809FFF3}"/>
              </a:ext>
            </a:extLst>
          </p:cNvPr>
          <p:cNvSpPr txBox="1"/>
          <p:nvPr/>
        </p:nvSpPr>
        <p:spPr>
          <a:xfrm>
            <a:off x="8141856" y="1928177"/>
            <a:ext cx="870845" cy="369332"/>
          </a:xfrm>
          <a:prstGeom prst="rect">
            <a:avLst/>
          </a:prstGeom>
          <a:noFill/>
        </p:spPr>
        <p:txBody>
          <a:bodyPr wrap="square" rtlCol="0">
            <a:spAutoFit/>
          </a:bodyPr>
          <a:lstStyle/>
          <a:p>
            <a:pPr defTabSz="685732">
              <a:defRPr/>
            </a:pPr>
            <a:r>
              <a:rPr lang="en-US" altLang="zh-CN" sz="900" b="1">
                <a:solidFill>
                  <a:prstClr val="black"/>
                </a:solidFill>
                <a:latin typeface="等线" panose="020F0502020204030204"/>
                <a:ea typeface="等线" panose="02010600030101010101" pitchFamily="2" charset="-122"/>
              </a:rPr>
              <a:t>Mar 18</a:t>
            </a:r>
          </a:p>
          <a:p>
            <a:pPr defTabSz="685732">
              <a:defRPr/>
            </a:pPr>
            <a:r>
              <a:rPr lang="en-US" altLang="zh-CN" sz="900" b="1">
                <a:solidFill>
                  <a:prstClr val="black"/>
                </a:solidFill>
                <a:latin typeface="等线" panose="020F0502020204030204"/>
                <a:ea typeface="等线" panose="02010600030101010101" pitchFamily="2" charset="-122"/>
              </a:rPr>
              <a:t>US Approval </a:t>
            </a:r>
            <a:endParaRPr lang="en-US" sz="900" b="1">
              <a:solidFill>
                <a:prstClr val="black"/>
              </a:solidFill>
              <a:latin typeface="等线" panose="020F0502020204030204"/>
            </a:endParaRPr>
          </a:p>
        </p:txBody>
      </p:sp>
    </p:spTree>
    <p:extLst>
      <p:ext uri="{BB962C8B-B14F-4D97-AF65-F5344CB8AC3E}">
        <p14:creationId xmlns:p14="http://schemas.microsoft.com/office/powerpoint/2010/main" val="3623571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标题 5">
            <a:extLst>
              <a:ext uri="{FF2B5EF4-FFF2-40B4-BE49-F238E27FC236}">
                <a16:creationId xmlns:a16="http://schemas.microsoft.com/office/drawing/2014/main" id="{C1727C6A-C946-9D6B-28A9-9F45E43FB77E}"/>
              </a:ext>
            </a:extLst>
          </p:cNvPr>
          <p:cNvSpPr>
            <a:spLocks noGrp="1"/>
          </p:cNvSpPr>
          <p:nvPr>
            <p:ph type="title"/>
          </p:nvPr>
        </p:nvSpPr>
        <p:spPr>
          <a:xfrm>
            <a:off x="359572" y="357750"/>
            <a:ext cx="8424863" cy="313932"/>
          </a:xfrm>
        </p:spPr>
        <p:txBody>
          <a:bodyPr vert="horz" wrap="square" lIns="0" tIns="0" rIns="0" bIns="0" rtlCol="0" anchor="t" anchorCtr="0">
            <a:spAutoFit/>
          </a:bodyPr>
          <a:lstStyle/>
          <a:p>
            <a:pPr defTabSz="914310">
              <a:lnSpc>
                <a:spcPct val="85000"/>
              </a:lnSpc>
            </a:pPr>
            <a:r>
              <a:rPr lang="en-US" altLang="zh-CN" sz="2400">
                <a:latin typeface="BISansOptiCond"/>
              </a:rPr>
              <a:t>Spevigo sNDA for GPP flare prevention  in China – Best Case</a:t>
            </a:r>
            <a:endParaRPr lang="zh-CN" altLang="en-US" sz="2400">
              <a:latin typeface="BISansOptiCond"/>
            </a:endParaRPr>
          </a:p>
        </p:txBody>
      </p:sp>
      <p:sp>
        <p:nvSpPr>
          <p:cNvPr id="5" name="灯片编号占位符 4"/>
          <p:cNvSpPr>
            <a:spLocks noGrp="1"/>
          </p:cNvSpPr>
          <p:nvPr>
            <p:ph type="sldNum" sz="quarter" idx="20"/>
          </p:nvPr>
        </p:nvSpPr>
        <p:spPr/>
        <p:txBody>
          <a:bodyPr/>
          <a:lstStyle/>
          <a:p>
            <a:pPr defTabSz="685584">
              <a:defRPr/>
            </a:pPr>
            <a:fld id="{B1EEA229-0096-49BD-81C1-58B039421B74}" type="slidenum">
              <a:rPr lang="en-US" sz="800">
                <a:solidFill>
                  <a:srgbClr val="009CDA"/>
                </a:solidFill>
                <a:latin typeface="Calibri"/>
              </a:rPr>
              <a:pPr defTabSz="685584">
                <a:defRPr/>
              </a:pPr>
              <a:t>49</a:t>
            </a:fld>
            <a:endParaRPr lang="en-US" sz="800">
              <a:solidFill>
                <a:srgbClr val="009CDA"/>
              </a:solidFill>
              <a:latin typeface="Calibri"/>
            </a:endParaRPr>
          </a:p>
        </p:txBody>
      </p:sp>
      <p:sp>
        <p:nvSpPr>
          <p:cNvPr id="42" name="AutoShape 52"/>
          <p:cNvSpPr>
            <a:spLocks noChangeArrowheads="1"/>
          </p:cNvSpPr>
          <p:nvPr/>
        </p:nvSpPr>
        <p:spPr bwMode="auto">
          <a:xfrm>
            <a:off x="139701" y="825496"/>
            <a:ext cx="8699500" cy="3696805"/>
          </a:xfrm>
          <a:custGeom>
            <a:avLst/>
            <a:gdLst>
              <a:gd name="T0" fmla="+- 0 -1 -76"/>
              <a:gd name="T1" fmla="*/ T0 w 899"/>
              <a:gd name="T2" fmla="+- 0 0 -83"/>
              <a:gd name="T3" fmla="*/ 0 h 381"/>
              <a:gd name="T4" fmla="+- 0 -1 -76"/>
              <a:gd name="T5" fmla="*/ T4 w 899"/>
              <a:gd name="T6" fmla="+- 0 -16 -83"/>
              <a:gd name="T7" fmla="*/ -16 h 381"/>
              <a:gd name="T8" fmla="+- 0 -1 -76"/>
              <a:gd name="T9" fmla="*/ T8 w 899"/>
              <a:gd name="T10" fmla="+- 0 -16 -83"/>
              <a:gd name="T11" fmla="*/ -16 h 381"/>
              <a:gd name="T12" fmla="+- 0 2 -76"/>
              <a:gd name="T13" fmla="*/ T12 w 899"/>
              <a:gd name="T14" fmla="+- 0 -20 -83"/>
              <a:gd name="T15" fmla="*/ -20 h 381"/>
              <a:gd name="T16" fmla="+- 0 743 -76"/>
              <a:gd name="T17" fmla="*/ T16 w 899"/>
              <a:gd name="T18" fmla="+- 0 -20 -83"/>
              <a:gd name="T19" fmla="*/ -20 h 381"/>
              <a:gd name="T20" fmla="+- 0 743 -76"/>
              <a:gd name="T21" fmla="*/ T20 w 899"/>
              <a:gd name="T22" fmla="+- 0 -20 -83"/>
              <a:gd name="T23" fmla="*/ -20 h 381"/>
              <a:gd name="T24" fmla="+- 0 747 -76"/>
              <a:gd name="T25" fmla="*/ T24 w 899"/>
              <a:gd name="T26" fmla="+- 0 -16 -83"/>
              <a:gd name="T27" fmla="*/ -16 h 381"/>
              <a:gd name="T28" fmla="+- 0 747 -76"/>
              <a:gd name="T29" fmla="*/ T28 w 899"/>
              <a:gd name="T30" fmla="+- 0 0 -83"/>
              <a:gd name="T31" fmla="*/ 0 h 381"/>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899" h="381">
                <a:moveTo>
                  <a:pt x="75" y="83"/>
                </a:moveTo>
                <a:lnTo>
                  <a:pt x="75" y="67"/>
                </a:lnTo>
                <a:moveTo>
                  <a:pt x="75" y="67"/>
                </a:moveTo>
                <a:cubicBezTo>
                  <a:pt x="75" y="64"/>
                  <a:pt x="76" y="63"/>
                  <a:pt x="78" y="63"/>
                </a:cubicBezTo>
                <a:lnTo>
                  <a:pt x="819" y="63"/>
                </a:lnTo>
                <a:moveTo>
                  <a:pt x="819" y="63"/>
                </a:moveTo>
                <a:cubicBezTo>
                  <a:pt x="821" y="63"/>
                  <a:pt x="823" y="64"/>
                  <a:pt x="823" y="67"/>
                </a:cubicBezTo>
                <a:lnTo>
                  <a:pt x="823" y="83"/>
                </a:lnTo>
              </a:path>
            </a:pathLst>
          </a:custGeom>
          <a:solidFill>
            <a:srgbClr val="FFFFFF"/>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68" name="Rectangle 14" descr="Last Core Doc Received&#10;Wed 18/11/21"/>
          <p:cNvSpPr>
            <a:spLocks noChangeArrowheads="1"/>
          </p:cNvSpPr>
          <p:nvPr/>
        </p:nvSpPr>
        <p:spPr bwMode="auto">
          <a:xfrm>
            <a:off x="30940" y="3073327"/>
            <a:ext cx="1402489" cy="34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NDA Submission</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11</a:t>
            </a:r>
            <a:r>
              <a:rPr lang="en-US" altLang="zh-CN" sz="825">
                <a:solidFill>
                  <a:prstClr val="black"/>
                </a:solidFill>
                <a:latin typeface="Calibri"/>
                <a:ea typeface="宋体" panose="02010600030101010101" pitchFamily="2" charset="-122"/>
              </a:rPr>
              <a:t> </a:t>
            </a: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May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8" name="Rectangle 86"/>
          <p:cNvSpPr>
            <a:spLocks noChangeArrowheads="1"/>
          </p:cNvSpPr>
          <p:nvPr/>
        </p:nvSpPr>
        <p:spPr bwMode="auto">
          <a:xfrm>
            <a:off x="865572" y="1626752"/>
            <a:ext cx="7237390" cy="960587"/>
          </a:xfrm>
          <a:prstGeom prst="rect">
            <a:avLst/>
          </a:prstGeom>
          <a:solidFill>
            <a:srgbClr val="FFFFFF"/>
          </a:solidFill>
          <a:ln w="1">
            <a:solidFill>
              <a:srgbClr val="444444"/>
            </a:solidFill>
            <a:miter lim="800000"/>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1" name="Rectangle 83" descr="'18 Sep"/>
          <p:cNvSpPr>
            <a:spLocks noChangeArrowheads="1"/>
          </p:cNvSpPr>
          <p:nvPr/>
        </p:nvSpPr>
        <p:spPr bwMode="auto">
          <a:xfrm>
            <a:off x="1184585" y="1471503"/>
            <a:ext cx="515331" cy="16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May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12" name="Freeform 82"/>
          <p:cNvSpPr>
            <a:spLocks noChangeArrowheads="1"/>
          </p:cNvSpPr>
          <p:nvPr/>
        </p:nvSpPr>
        <p:spPr bwMode="auto">
          <a:xfrm>
            <a:off x="1184585"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3" name="Rectangle 81" descr="'18 Nov"/>
          <p:cNvSpPr>
            <a:spLocks noChangeArrowheads="1"/>
          </p:cNvSpPr>
          <p:nvPr/>
        </p:nvSpPr>
        <p:spPr bwMode="auto">
          <a:xfrm>
            <a:off x="1811981" y="1471501"/>
            <a:ext cx="435987"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Jun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14" name="Freeform 80"/>
          <p:cNvSpPr>
            <a:spLocks noChangeArrowheads="1"/>
          </p:cNvSpPr>
          <p:nvPr/>
        </p:nvSpPr>
        <p:spPr bwMode="auto">
          <a:xfrm>
            <a:off x="1811981"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5" name="Rectangle 79" descr="'19 Jan"/>
          <p:cNvSpPr>
            <a:spLocks noChangeArrowheads="1"/>
          </p:cNvSpPr>
          <p:nvPr/>
        </p:nvSpPr>
        <p:spPr bwMode="auto">
          <a:xfrm>
            <a:off x="2450010" y="1471501"/>
            <a:ext cx="510424" cy="1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Jul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16" name="Freeform 78"/>
          <p:cNvSpPr>
            <a:spLocks noChangeArrowheads="1"/>
          </p:cNvSpPr>
          <p:nvPr/>
        </p:nvSpPr>
        <p:spPr bwMode="auto">
          <a:xfrm>
            <a:off x="2450010"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7" name="Rectangle 77" descr="'19 Mar"/>
          <p:cNvSpPr>
            <a:spLocks noChangeArrowheads="1"/>
          </p:cNvSpPr>
          <p:nvPr/>
        </p:nvSpPr>
        <p:spPr bwMode="auto">
          <a:xfrm>
            <a:off x="3066771" y="1471501"/>
            <a:ext cx="638028" cy="1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Aug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18" name="Freeform 76"/>
          <p:cNvSpPr>
            <a:spLocks noChangeArrowheads="1"/>
          </p:cNvSpPr>
          <p:nvPr/>
        </p:nvSpPr>
        <p:spPr bwMode="auto">
          <a:xfrm>
            <a:off x="3066772"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9" name="Rectangle 75" descr="'19 May"/>
          <p:cNvSpPr>
            <a:spLocks noChangeArrowheads="1"/>
          </p:cNvSpPr>
          <p:nvPr/>
        </p:nvSpPr>
        <p:spPr bwMode="auto">
          <a:xfrm>
            <a:off x="3694173" y="1471501"/>
            <a:ext cx="446621"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endParaRPr lang="zh-CN" altLang="zh-CN" sz="1350">
              <a:solidFill>
                <a:prstClr val="black"/>
              </a:solidFill>
              <a:latin typeface="Arial" panose="020B0604020202020204" pitchFamily="34" charset="0"/>
              <a:ea typeface="宋体" panose="02010600030101010101" pitchFamily="2" charset="-122"/>
            </a:endParaRPr>
          </a:p>
        </p:txBody>
      </p:sp>
      <p:sp>
        <p:nvSpPr>
          <p:cNvPr id="20" name="Freeform 74"/>
          <p:cNvSpPr>
            <a:spLocks noChangeArrowheads="1"/>
          </p:cNvSpPr>
          <p:nvPr/>
        </p:nvSpPr>
        <p:spPr bwMode="auto">
          <a:xfrm>
            <a:off x="3694169"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21" name="Rectangle 73" descr="'19 Jul"/>
          <p:cNvSpPr>
            <a:spLocks noChangeArrowheads="1"/>
          </p:cNvSpPr>
          <p:nvPr/>
        </p:nvSpPr>
        <p:spPr bwMode="auto">
          <a:xfrm>
            <a:off x="4332198" y="1471505"/>
            <a:ext cx="638026" cy="131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Oct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22" name="Freeform 72"/>
          <p:cNvSpPr>
            <a:spLocks noChangeArrowheads="1"/>
          </p:cNvSpPr>
          <p:nvPr/>
        </p:nvSpPr>
        <p:spPr bwMode="auto">
          <a:xfrm>
            <a:off x="4332199"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23" name="Rectangle 71" descr="'19 Sep"/>
          <p:cNvSpPr>
            <a:spLocks noChangeArrowheads="1"/>
          </p:cNvSpPr>
          <p:nvPr/>
        </p:nvSpPr>
        <p:spPr bwMode="auto">
          <a:xfrm>
            <a:off x="4970232" y="1471501"/>
            <a:ext cx="560729" cy="1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Nov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24" name="Freeform 70"/>
          <p:cNvSpPr>
            <a:spLocks noChangeArrowheads="1"/>
          </p:cNvSpPr>
          <p:nvPr/>
        </p:nvSpPr>
        <p:spPr bwMode="auto">
          <a:xfrm>
            <a:off x="4970228"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25" name="Rectangle 69" descr="'19 Nov"/>
          <p:cNvSpPr>
            <a:spLocks noChangeArrowheads="1"/>
          </p:cNvSpPr>
          <p:nvPr/>
        </p:nvSpPr>
        <p:spPr bwMode="auto">
          <a:xfrm>
            <a:off x="5608259" y="1471501"/>
            <a:ext cx="435987"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endParaRPr lang="zh-CN" altLang="zh-CN" sz="1350">
              <a:solidFill>
                <a:prstClr val="black"/>
              </a:solidFill>
              <a:latin typeface="Arial" panose="020B0604020202020204" pitchFamily="34" charset="0"/>
              <a:ea typeface="宋体" panose="02010600030101010101" pitchFamily="2" charset="-122"/>
            </a:endParaRPr>
          </a:p>
        </p:txBody>
      </p:sp>
      <p:sp>
        <p:nvSpPr>
          <p:cNvPr id="26" name="Freeform 68"/>
          <p:cNvSpPr>
            <a:spLocks noChangeArrowheads="1"/>
          </p:cNvSpPr>
          <p:nvPr/>
        </p:nvSpPr>
        <p:spPr bwMode="auto">
          <a:xfrm>
            <a:off x="5608259"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27" name="Rectangle 67" descr="'20 Jan"/>
          <p:cNvSpPr>
            <a:spLocks noChangeArrowheads="1"/>
          </p:cNvSpPr>
          <p:nvPr/>
        </p:nvSpPr>
        <p:spPr bwMode="auto">
          <a:xfrm>
            <a:off x="6268821" y="1465990"/>
            <a:ext cx="626983"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Jan 2024</a:t>
            </a:r>
            <a:endParaRPr lang="zh-CN" altLang="zh-CN" sz="1350">
              <a:solidFill>
                <a:prstClr val="black"/>
              </a:solidFill>
              <a:latin typeface="Arial" panose="020B0604020202020204" pitchFamily="34" charset="0"/>
              <a:ea typeface="宋体" panose="02010600030101010101" pitchFamily="2" charset="-122"/>
            </a:endParaRPr>
          </a:p>
        </p:txBody>
      </p:sp>
      <p:sp>
        <p:nvSpPr>
          <p:cNvPr id="28" name="Freeform 66"/>
          <p:cNvSpPr>
            <a:spLocks noChangeArrowheads="1"/>
          </p:cNvSpPr>
          <p:nvPr/>
        </p:nvSpPr>
        <p:spPr bwMode="auto">
          <a:xfrm>
            <a:off x="6246288"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29" name="Rectangle 65" descr="'20 Mar"/>
          <p:cNvSpPr>
            <a:spLocks noChangeArrowheads="1"/>
          </p:cNvSpPr>
          <p:nvPr/>
        </p:nvSpPr>
        <p:spPr bwMode="auto">
          <a:xfrm>
            <a:off x="6863049" y="1471501"/>
            <a:ext cx="616762" cy="145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Feb 2024</a:t>
            </a:r>
            <a:endParaRPr lang="zh-CN" altLang="zh-CN" sz="1350">
              <a:solidFill>
                <a:prstClr val="black"/>
              </a:solidFill>
              <a:latin typeface="Arial" panose="020B0604020202020204" pitchFamily="34" charset="0"/>
              <a:ea typeface="宋体" panose="02010600030101010101" pitchFamily="2" charset="-122"/>
            </a:endParaRPr>
          </a:p>
        </p:txBody>
      </p:sp>
      <p:sp>
        <p:nvSpPr>
          <p:cNvPr id="30" name="Freeform 64"/>
          <p:cNvSpPr>
            <a:spLocks noChangeArrowheads="1"/>
          </p:cNvSpPr>
          <p:nvPr/>
        </p:nvSpPr>
        <p:spPr bwMode="auto">
          <a:xfrm>
            <a:off x="6863050" y="1490911"/>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33" name="Rectangle 61" descr="'20 Jul"/>
          <p:cNvSpPr>
            <a:spLocks noChangeArrowheads="1"/>
          </p:cNvSpPr>
          <p:nvPr/>
        </p:nvSpPr>
        <p:spPr bwMode="auto">
          <a:xfrm>
            <a:off x="7425254" y="1476354"/>
            <a:ext cx="446619" cy="174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Mar 2024</a:t>
            </a:r>
            <a:endParaRPr lang="zh-CN" altLang="zh-CN" sz="1350">
              <a:solidFill>
                <a:prstClr val="black"/>
              </a:solidFill>
              <a:latin typeface="Arial" panose="020B0604020202020204" pitchFamily="34" charset="0"/>
              <a:ea typeface="宋体" panose="02010600030101010101" pitchFamily="2" charset="-122"/>
            </a:endParaRPr>
          </a:p>
        </p:txBody>
      </p:sp>
      <p:sp>
        <p:nvSpPr>
          <p:cNvPr id="34" name="Freeform 60"/>
          <p:cNvSpPr>
            <a:spLocks noChangeArrowheads="1"/>
          </p:cNvSpPr>
          <p:nvPr/>
        </p:nvSpPr>
        <p:spPr bwMode="auto">
          <a:xfrm>
            <a:off x="7357919" y="1481208"/>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36" name="Freeform 58"/>
          <p:cNvSpPr>
            <a:spLocks noChangeArrowheads="1"/>
          </p:cNvSpPr>
          <p:nvPr/>
        </p:nvSpPr>
        <p:spPr bwMode="auto">
          <a:xfrm>
            <a:off x="7951430" y="1486059"/>
            <a:ext cx="0" cy="135841"/>
          </a:xfrm>
          <a:custGeom>
            <a:avLst/>
            <a:gdLst>
              <a:gd name="T0" fmla="*/ 14 h 14"/>
              <a:gd name="T1" fmla="*/ 0 h 14"/>
            </a:gdLst>
            <a:ahLst/>
            <a:cxnLst>
              <a:cxn ang="0">
                <a:pos x="0" y="T0"/>
              </a:cxn>
              <a:cxn ang="0">
                <a:pos x="0" y="T1"/>
              </a:cxn>
            </a:cxnLst>
            <a:rect l="0" t="0" r="r" b="b"/>
            <a:pathLst>
              <a:path h="14">
                <a:moveTo>
                  <a:pt x="0" y="14"/>
                </a:moveTo>
                <a:lnTo>
                  <a:pt x="0" y="0"/>
                </a:lnTo>
              </a:path>
            </a:pathLst>
          </a:custGeom>
          <a:solidFill>
            <a:srgbClr val="FFFFFF"/>
          </a:solidFill>
          <a:ln w="1">
            <a:solidFill>
              <a:srgbClr val="44444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37" name="Rectangle 57" descr="Registration Documents Preparation &amp; Submission&#10;Thu 18/8/2 - Fri 19/3/29"/>
          <p:cNvSpPr>
            <a:spLocks noChangeArrowheads="1"/>
          </p:cNvSpPr>
          <p:nvPr/>
        </p:nvSpPr>
        <p:spPr bwMode="auto">
          <a:xfrm>
            <a:off x="876205" y="1636455"/>
            <a:ext cx="823712" cy="310493"/>
          </a:xfrm>
          <a:prstGeom prst="rect">
            <a:avLst/>
          </a:prstGeom>
          <a:solidFill>
            <a:schemeClr val="accent3">
              <a:lumMod val="20000"/>
              <a:lumOff val="80000"/>
            </a:schemeClr>
          </a:solidFill>
          <a:ln>
            <a:noFill/>
          </a:ln>
        </p:spPr>
        <p:txBody>
          <a:bodyPr vert="horz" wrap="square" lIns="71421" tIns="7142" rIns="7142" bIns="7142" numCol="1" anchor="t" anchorCtr="0" compatLnSpc="1">
            <a:prstTxWarp prst="textNoShape">
              <a:avLst/>
            </a:prstTxWarp>
          </a:bodyPr>
          <a:lstStyle/>
          <a:p>
            <a:pPr algn="ctr" defTabSz="685549" eaLnBrk="0" fontAlgn="base" hangingPunct="0">
              <a:spcBef>
                <a:spcPct val="0"/>
              </a:spcBef>
              <a:spcAft>
                <a:spcPct val="0"/>
              </a:spcAft>
              <a:defRPr/>
            </a:pPr>
            <a:r>
              <a:rPr lang="en-US"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NDA </a:t>
            </a: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Submission</a:t>
            </a:r>
            <a:br>
              <a:rPr lang="zh-CN" altLang="zh-CN" sz="825">
                <a:solidFill>
                  <a:prstClr val="black"/>
                </a:solidFill>
                <a:latin typeface="Calibri"/>
                <a:ea typeface="宋体" panose="02010600030101010101" pitchFamily="2" charset="-122"/>
              </a:rPr>
            </a:br>
            <a:endParaRPr lang="zh-CN" altLang="zh-CN" sz="1350">
              <a:solidFill>
                <a:prstClr val="black"/>
              </a:solidFill>
              <a:latin typeface="Arial" panose="020B0604020202020204" pitchFamily="34" charset="0"/>
              <a:ea typeface="宋体" panose="02010600030101010101" pitchFamily="2" charset="-122"/>
            </a:endParaRPr>
          </a:p>
        </p:txBody>
      </p:sp>
      <p:sp>
        <p:nvSpPr>
          <p:cNvPr id="38" name="Rectangle 56" descr="CDE Technical Evaluation&#10;Mon 19/4/1 - Fri 20/7/17"/>
          <p:cNvSpPr>
            <a:spLocks noChangeArrowheads="1"/>
          </p:cNvSpPr>
          <p:nvPr/>
        </p:nvSpPr>
        <p:spPr bwMode="auto">
          <a:xfrm>
            <a:off x="1710556" y="1636455"/>
            <a:ext cx="3244991" cy="310493"/>
          </a:xfrm>
          <a:prstGeom prst="rect">
            <a:avLst/>
          </a:prstGeom>
          <a:solidFill>
            <a:srgbClr val="FEE5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1421" tIns="7142" rIns="7142" bIns="7142" numCol="1" anchor="t" anchorCtr="0" compatLnSpc="1">
            <a:prstTxWarp prst="textNoShape">
              <a:avLst/>
            </a:prstTxWarp>
          </a:bodyPr>
          <a:lstStyle/>
          <a:p>
            <a:pPr defTabSz="685549" eaLnBrk="0" fontAlgn="base" hangingPunct="0">
              <a:spcBef>
                <a:spcPct val="0"/>
              </a:spcBef>
              <a:spcAft>
                <a:spcPct val="0"/>
              </a:spcAft>
              <a:defRPr/>
            </a:pP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CDE Technical Evaluation</a:t>
            </a:r>
            <a:r>
              <a:rPr lang="en-US"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 (1</a:t>
            </a:r>
            <a:r>
              <a:rPr lang="en-US" altLang="zh-CN" sz="600" b="1" baseline="30000">
                <a:solidFill>
                  <a:srgbClr val="444444"/>
                </a:solidFill>
                <a:latin typeface="Segoe UI" panose="020B0502040204020203" pitchFamily="34" charset="0"/>
                <a:ea typeface="宋体" panose="02010600030101010101" pitchFamily="2" charset="-122"/>
                <a:cs typeface="Segoe UI" panose="020B0502040204020203" pitchFamily="34" charset="0"/>
              </a:rPr>
              <a:t>st</a:t>
            </a:r>
            <a:r>
              <a:rPr lang="en-US"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 round)</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May 2023 – Oct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39" name="Rectangle 55" descr="QC Testing (if request)&#10;Mon 19/9/16 - Fri 20/5/22"/>
          <p:cNvSpPr>
            <a:spLocks noChangeArrowheads="1"/>
          </p:cNvSpPr>
          <p:nvPr/>
        </p:nvSpPr>
        <p:spPr bwMode="auto">
          <a:xfrm>
            <a:off x="2916538" y="1948762"/>
            <a:ext cx="2221766" cy="310493"/>
          </a:xfrm>
          <a:prstGeom prst="rect">
            <a:avLst/>
          </a:prstGeom>
          <a:solidFill>
            <a:srgbClr val="DFEB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1421" tIns="7142" rIns="7142" bIns="7142" numCol="1" anchor="t" anchorCtr="0" compatLnSpc="1">
            <a:prstTxWarp prst="textNoShape">
              <a:avLst/>
            </a:prstTxWarp>
          </a:bodyPr>
          <a:lstStyle/>
          <a:p>
            <a:pPr defTabSz="685549" eaLnBrk="0" fontAlgn="base" hangingPunct="0">
              <a:spcBef>
                <a:spcPct val="0"/>
              </a:spcBef>
              <a:spcAft>
                <a:spcPct val="0"/>
              </a:spcAft>
              <a:defRPr/>
            </a:pP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QC Testing </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Jul 2023 – Nov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41" name="Rectangle 53" descr="GCP Inspection&#10;Mon 20/1/6 - Fri 20/2/28"/>
          <p:cNvSpPr>
            <a:spLocks noChangeArrowheads="1"/>
          </p:cNvSpPr>
          <p:nvPr/>
        </p:nvSpPr>
        <p:spPr bwMode="auto">
          <a:xfrm>
            <a:off x="2599724" y="2269613"/>
            <a:ext cx="2567383" cy="310493"/>
          </a:xfrm>
          <a:prstGeom prst="rect">
            <a:avLst/>
          </a:prstGeom>
          <a:solidFill>
            <a:schemeClr val="accent6">
              <a:lumMod val="20000"/>
              <a:lumOff val="80000"/>
            </a:schemeClr>
          </a:solidFill>
          <a:ln>
            <a:noFill/>
          </a:ln>
        </p:spPr>
        <p:txBody>
          <a:bodyPr vert="horz" wrap="square" lIns="71421" tIns="7142" rIns="7142" bIns="7142" numCol="1" anchor="t" anchorCtr="0" compatLnSpc="1">
            <a:prstTxWarp prst="textNoShape">
              <a:avLst/>
            </a:prstTxWarp>
          </a:bodyPr>
          <a:lstStyle/>
          <a:p>
            <a:pPr defTabSz="685549" eaLnBrk="0" fontAlgn="base" hangingPunct="0">
              <a:spcBef>
                <a:spcPct val="0"/>
              </a:spcBef>
              <a:spcAft>
                <a:spcPct val="0"/>
              </a:spcAft>
              <a:defRPr/>
            </a:pP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GCP Inspection</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Jul 2023 –</a:t>
            </a:r>
            <a:r>
              <a:rPr lang="zh-CN"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 </a:t>
            </a: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Nov 2023</a:t>
            </a:r>
            <a:endParaRPr lang="zh-CN" altLang="zh-CN" sz="1350">
              <a:solidFill>
                <a:prstClr val="black"/>
              </a:solidFill>
              <a:latin typeface="Arial" panose="020B0604020202020204" pitchFamily="34" charset="0"/>
              <a:ea typeface="宋体" panose="02010600030101010101" pitchFamily="2" charset="-122"/>
            </a:endParaRPr>
          </a:p>
        </p:txBody>
      </p:sp>
      <p:grpSp>
        <p:nvGrpSpPr>
          <p:cNvPr id="51" name="Group 41"/>
          <p:cNvGrpSpPr>
            <a:grpSpLocks/>
          </p:cNvGrpSpPr>
          <p:nvPr/>
        </p:nvGrpSpPr>
        <p:grpSpPr bwMode="auto">
          <a:xfrm>
            <a:off x="2484278" y="2510634"/>
            <a:ext cx="191409" cy="174652"/>
            <a:chOff x="0" y="0"/>
            <a:chExt cx="100" cy="100"/>
          </a:xfrm>
        </p:grpSpPr>
        <p:sp>
          <p:nvSpPr>
            <p:cNvPr id="91" name="Freeform 43"/>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92" name="Freeform 42"/>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52" name="Freeform 40"/>
          <p:cNvSpPr>
            <a:spLocks noChangeArrowheads="1"/>
          </p:cNvSpPr>
          <p:nvPr/>
        </p:nvSpPr>
        <p:spPr bwMode="auto">
          <a:xfrm>
            <a:off x="2281934" y="2677849"/>
            <a:ext cx="277833" cy="382795"/>
          </a:xfrm>
          <a:custGeom>
            <a:avLst/>
            <a:gdLst>
              <a:gd name="T0" fmla="*/ 96 w 96"/>
              <a:gd name="T1" fmla="*/ 0 h 36"/>
              <a:gd name="T2" fmla="*/ 0 w 96"/>
              <a:gd name="T3" fmla="*/ 36 h 36"/>
            </a:gdLst>
            <a:ahLst/>
            <a:cxnLst>
              <a:cxn ang="0">
                <a:pos x="T0" y="T1"/>
              </a:cxn>
              <a:cxn ang="0">
                <a:pos x="T2" y="T3"/>
              </a:cxn>
            </a:cxnLst>
            <a:rect l="0" t="0" r="r" b="b"/>
            <a:pathLst>
              <a:path w="96" h="36">
                <a:moveTo>
                  <a:pt x="96" y="0"/>
                </a:moveTo>
                <a:lnTo>
                  <a:pt x="0" y="36"/>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53" name="Rectangle 39" descr="Registration Plan Decision Making&#10;Wed 19/3/13"/>
          <p:cNvSpPr>
            <a:spLocks noChangeArrowheads="1"/>
          </p:cNvSpPr>
          <p:nvPr/>
        </p:nvSpPr>
        <p:spPr bwMode="auto">
          <a:xfrm>
            <a:off x="2551395" y="3090660"/>
            <a:ext cx="1022237" cy="52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zh-CN"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Registration</a:t>
            </a:r>
            <a:r>
              <a:rPr lang="en-US"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 Testing</a:t>
            </a:r>
          </a:p>
          <a:p>
            <a:pPr algn="ctr" defTabSz="685549" eaLnBrk="0" fontAlgn="base" hangingPunct="0">
              <a:spcBef>
                <a:spcPct val="0"/>
              </a:spcBef>
              <a:spcAft>
                <a:spcPct val="0"/>
              </a:spcAft>
              <a:defRPr/>
            </a:pPr>
            <a:r>
              <a:rPr lang="en-US"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Start </a:t>
            </a:r>
            <a:br>
              <a:rPr lang="zh-CN" altLang="zh-CN" sz="825">
                <a:solidFill>
                  <a:prstClr val="black"/>
                </a:solidFill>
                <a:latin typeface="Calibri"/>
                <a:ea typeface="宋体" panose="02010600030101010101" pitchFamily="2" charset="-122"/>
              </a:rPr>
            </a:br>
            <a:r>
              <a:rPr lang="en-US" altLang="zh-CN" sz="600">
                <a:solidFill>
                  <a:prstClr val="black">
                    <a:lumMod val="95000"/>
                    <a:lumOff val="5000"/>
                  </a:prstClr>
                </a:solidFill>
                <a:latin typeface="Segoe UI" panose="020B0502040204020203" pitchFamily="34" charset="0"/>
                <a:ea typeface="宋体" panose="02010600030101010101" pitchFamily="2" charset="-122"/>
                <a:cs typeface="Segoe UI" panose="020B0502040204020203" pitchFamily="34" charset="0"/>
              </a:rPr>
              <a:t>20 Jul 2023 </a:t>
            </a:r>
            <a:endParaRPr lang="zh-CN" altLang="zh-CN" sz="1350">
              <a:solidFill>
                <a:prstClr val="black">
                  <a:lumMod val="95000"/>
                  <a:lumOff val="5000"/>
                </a:prstClr>
              </a:solidFill>
              <a:latin typeface="Arial" panose="020B0604020202020204" pitchFamily="34" charset="0"/>
              <a:ea typeface="宋体" panose="02010600030101010101" pitchFamily="2" charset="-122"/>
            </a:endParaRPr>
          </a:p>
        </p:txBody>
      </p:sp>
      <p:grpSp>
        <p:nvGrpSpPr>
          <p:cNvPr id="54" name="Group 36"/>
          <p:cNvGrpSpPr>
            <a:grpSpLocks/>
          </p:cNvGrpSpPr>
          <p:nvPr/>
        </p:nvGrpSpPr>
        <p:grpSpPr bwMode="auto">
          <a:xfrm>
            <a:off x="2901485" y="2499294"/>
            <a:ext cx="191409" cy="174652"/>
            <a:chOff x="0" y="0"/>
            <a:chExt cx="100" cy="100"/>
          </a:xfrm>
        </p:grpSpPr>
        <p:sp>
          <p:nvSpPr>
            <p:cNvPr id="89" name="Freeform 38"/>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90" name="Freeform 37"/>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55" name="Freeform 35"/>
          <p:cNvSpPr>
            <a:spLocks noChangeArrowheads="1"/>
          </p:cNvSpPr>
          <p:nvPr/>
        </p:nvSpPr>
        <p:spPr bwMode="auto">
          <a:xfrm flipH="1">
            <a:off x="2916533" y="2683535"/>
            <a:ext cx="79215" cy="385677"/>
          </a:xfrm>
          <a:custGeom>
            <a:avLst/>
            <a:gdLst>
              <a:gd name="T0" fmla="*/ 0 w 63"/>
              <a:gd name="T1" fmla="*/ 0 h 41"/>
              <a:gd name="T2" fmla="*/ 63 w 63"/>
              <a:gd name="T3" fmla="*/ 41 h 41"/>
            </a:gdLst>
            <a:ahLst/>
            <a:cxnLst>
              <a:cxn ang="0">
                <a:pos x="T0" y="T1"/>
              </a:cxn>
              <a:cxn ang="0">
                <a:pos x="T2" y="T3"/>
              </a:cxn>
            </a:cxnLst>
            <a:rect l="0" t="0" r="r" b="b"/>
            <a:pathLst>
              <a:path w="63" h="41">
                <a:moveTo>
                  <a:pt x="0" y="0"/>
                </a:moveTo>
                <a:lnTo>
                  <a:pt x="63" y="41"/>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56" name="Rectangle 34" descr="Submission Acceptance Done&#10;Fri 19/3/29"/>
          <p:cNvSpPr>
            <a:spLocks noChangeArrowheads="1"/>
          </p:cNvSpPr>
          <p:nvPr/>
        </p:nvSpPr>
        <p:spPr bwMode="auto">
          <a:xfrm>
            <a:off x="1866416" y="3083229"/>
            <a:ext cx="763111" cy="56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GCP Inspection Notice</a:t>
            </a:r>
          </a:p>
          <a:p>
            <a:pPr algn="ctr" defTabSz="685549" eaLnBrk="0" fontAlgn="base" hangingPunct="0">
              <a:spcBef>
                <a:spcPct val="0"/>
              </a:spcBef>
              <a:spcAft>
                <a:spcPct val="0"/>
              </a:spcAft>
              <a:defRPr/>
            </a:pPr>
            <a:r>
              <a:rPr lang="en-US" altLang="zh-CN" sz="600">
                <a:solidFill>
                  <a:prstClr val="black"/>
                </a:solidFill>
                <a:latin typeface="Segoe UI" panose="020B0502040204020203" pitchFamily="34" charset="0"/>
                <a:ea typeface="宋体" panose="02010600030101010101" pitchFamily="2" charset="-122"/>
                <a:cs typeface="Segoe UI" panose="020B0502040204020203" pitchFamily="34" charset="0"/>
              </a:rPr>
              <a:t>11 Jul 2023 </a:t>
            </a:r>
          </a:p>
        </p:txBody>
      </p:sp>
      <p:grpSp>
        <p:nvGrpSpPr>
          <p:cNvPr id="57" name="Group 31"/>
          <p:cNvGrpSpPr>
            <a:grpSpLocks/>
          </p:cNvGrpSpPr>
          <p:nvPr/>
        </p:nvGrpSpPr>
        <p:grpSpPr bwMode="auto">
          <a:xfrm>
            <a:off x="4886696" y="2499294"/>
            <a:ext cx="191409" cy="174652"/>
            <a:chOff x="0" y="0"/>
            <a:chExt cx="100" cy="100"/>
          </a:xfrm>
        </p:grpSpPr>
        <p:sp>
          <p:nvSpPr>
            <p:cNvPr id="87" name="Freeform 33"/>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88" name="Freeform 32"/>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58" name="Freeform 30"/>
          <p:cNvSpPr>
            <a:spLocks noChangeArrowheads="1"/>
          </p:cNvSpPr>
          <p:nvPr/>
        </p:nvSpPr>
        <p:spPr bwMode="auto">
          <a:xfrm>
            <a:off x="4084700" y="2656380"/>
            <a:ext cx="822997" cy="412835"/>
          </a:xfrm>
          <a:custGeom>
            <a:avLst/>
            <a:gdLst>
              <a:gd name="T0" fmla="*/ 81 w 81"/>
              <a:gd name="T1" fmla="*/ 0 h 42"/>
              <a:gd name="T2" fmla="*/ 0 w 81"/>
              <a:gd name="T3" fmla="*/ 42 h 42"/>
            </a:gdLst>
            <a:ahLst/>
            <a:cxnLst>
              <a:cxn ang="0">
                <a:pos x="T0" y="T1"/>
              </a:cxn>
              <a:cxn ang="0">
                <a:pos x="T2" y="T3"/>
              </a:cxn>
            </a:cxnLst>
            <a:rect l="0" t="0" r="r" b="b"/>
            <a:pathLst>
              <a:path w="81" h="42">
                <a:moveTo>
                  <a:pt x="81" y="0"/>
                </a:moveTo>
                <a:lnTo>
                  <a:pt x="0" y="42"/>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59" name="Rectangle 29" descr="CoAs Release&#10;Fri 20/5/22"/>
          <p:cNvSpPr>
            <a:spLocks noChangeArrowheads="1"/>
          </p:cNvSpPr>
          <p:nvPr/>
        </p:nvSpPr>
        <p:spPr bwMode="auto">
          <a:xfrm>
            <a:off x="3563323" y="3098131"/>
            <a:ext cx="930246" cy="34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Deficiency Letter</a:t>
            </a:r>
            <a:r>
              <a:rPr lang="zh-CN"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 </a:t>
            </a:r>
            <a:endPar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endParaRPr>
          </a:p>
          <a:p>
            <a:pPr algn="ctr" defTabSz="685549" eaLnBrk="0" fontAlgn="base" hangingPunct="0">
              <a:spcBef>
                <a:spcPct val="0"/>
              </a:spcBef>
              <a:spcAft>
                <a:spcPct val="0"/>
              </a:spcAft>
              <a:defRPr/>
            </a:pPr>
            <a:r>
              <a:rPr lang="en-US"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27 Oct 2023</a:t>
            </a:r>
            <a:endParaRPr lang="zh-CN"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endParaRPr>
          </a:p>
        </p:txBody>
      </p:sp>
      <p:grpSp>
        <p:nvGrpSpPr>
          <p:cNvPr id="60" name="Group 26"/>
          <p:cNvGrpSpPr>
            <a:grpSpLocks/>
          </p:cNvGrpSpPr>
          <p:nvPr/>
        </p:nvGrpSpPr>
        <p:grpSpPr bwMode="auto">
          <a:xfrm>
            <a:off x="7545390" y="2500011"/>
            <a:ext cx="191409" cy="174652"/>
            <a:chOff x="0" y="0"/>
            <a:chExt cx="100" cy="100"/>
          </a:xfrm>
        </p:grpSpPr>
        <p:sp>
          <p:nvSpPr>
            <p:cNvPr id="85" name="Freeform 28"/>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86" name="Freeform 27"/>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65" name="Rectangle 19" descr="Approval License/Rejection Letter Release &#10;Fri 20/9/4"/>
          <p:cNvSpPr>
            <a:spLocks noChangeArrowheads="1"/>
          </p:cNvSpPr>
          <p:nvPr/>
        </p:nvSpPr>
        <p:spPr bwMode="auto">
          <a:xfrm>
            <a:off x="7273811" y="3110359"/>
            <a:ext cx="1584441" cy="27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b="1">
                <a:latin typeface="Segoe UI" panose="020B0502040204020203" pitchFamily="34" charset="0"/>
                <a:ea typeface="宋体" panose="02010600030101010101" pitchFamily="2" charset="-122"/>
                <a:cs typeface="Segoe UI" panose="020B0502040204020203" pitchFamily="34" charset="0"/>
              </a:rPr>
              <a:t>Approval </a:t>
            </a:r>
          </a:p>
          <a:p>
            <a:pPr algn="ctr" defTabSz="685549" eaLnBrk="0" fontAlgn="base" hangingPunct="0">
              <a:spcBef>
                <a:spcPct val="0"/>
              </a:spcBef>
              <a:spcAft>
                <a:spcPct val="0"/>
              </a:spcAft>
              <a:defRPr/>
            </a:pPr>
            <a:r>
              <a:rPr lang="en-US" altLang="zh-CN" sz="750" b="1">
                <a:latin typeface="Segoe UI" panose="020B0502040204020203" pitchFamily="34" charset="0"/>
                <a:ea typeface="宋体" panose="02010600030101010101" pitchFamily="2" charset="-122"/>
                <a:cs typeface="Segoe UI" panose="020B0502040204020203" pitchFamily="34" charset="0"/>
              </a:rPr>
              <a:t>05 Mar 2024</a:t>
            </a:r>
            <a:endParaRPr lang="zh-CN" altLang="zh-CN" sz="1350">
              <a:latin typeface="Arial" panose="020B0604020202020204" pitchFamily="34" charset="0"/>
              <a:ea typeface="宋体" panose="02010600030101010101" pitchFamily="2" charset="-122"/>
            </a:endParaRPr>
          </a:p>
        </p:txBody>
      </p:sp>
      <p:grpSp>
        <p:nvGrpSpPr>
          <p:cNvPr id="66" name="Group 16"/>
          <p:cNvGrpSpPr>
            <a:grpSpLocks/>
          </p:cNvGrpSpPr>
          <p:nvPr/>
        </p:nvGrpSpPr>
        <p:grpSpPr bwMode="auto">
          <a:xfrm>
            <a:off x="1300349" y="2482338"/>
            <a:ext cx="191409" cy="174652"/>
            <a:chOff x="0" y="0"/>
            <a:chExt cx="100" cy="100"/>
          </a:xfrm>
        </p:grpSpPr>
        <p:sp>
          <p:nvSpPr>
            <p:cNvPr id="81" name="Freeform 18"/>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82" name="Freeform 17"/>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67" name="Freeform 15"/>
          <p:cNvSpPr>
            <a:spLocks noChangeArrowheads="1"/>
          </p:cNvSpPr>
          <p:nvPr/>
        </p:nvSpPr>
        <p:spPr bwMode="auto">
          <a:xfrm>
            <a:off x="897477" y="2656377"/>
            <a:ext cx="443693" cy="367590"/>
          </a:xfrm>
          <a:custGeom>
            <a:avLst/>
            <a:gdLst>
              <a:gd name="T0" fmla="*/ 107 w 107"/>
              <a:gd name="T1" fmla="*/ 0 h 39"/>
              <a:gd name="T2" fmla="*/ 0 w 107"/>
              <a:gd name="T3" fmla="*/ 39 h 39"/>
            </a:gdLst>
            <a:ahLst/>
            <a:cxnLst>
              <a:cxn ang="0">
                <a:pos x="T0" y="T1"/>
              </a:cxn>
              <a:cxn ang="0">
                <a:pos x="T2" y="T3"/>
              </a:cxn>
            </a:cxnLst>
            <a:rect l="0" t="0" r="r" b="b"/>
            <a:pathLst>
              <a:path w="107" h="39">
                <a:moveTo>
                  <a:pt x="107" y="0"/>
                </a:moveTo>
                <a:lnTo>
                  <a:pt x="0" y="39"/>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nvGrpSpPr>
          <p:cNvPr id="69" name="Group 11"/>
          <p:cNvGrpSpPr>
            <a:grpSpLocks/>
          </p:cNvGrpSpPr>
          <p:nvPr/>
        </p:nvGrpSpPr>
        <p:grpSpPr bwMode="auto">
          <a:xfrm>
            <a:off x="5335272" y="2509773"/>
            <a:ext cx="191410" cy="174652"/>
            <a:chOff x="-141" y="12"/>
            <a:chExt cx="100" cy="100"/>
          </a:xfrm>
        </p:grpSpPr>
        <p:sp>
          <p:nvSpPr>
            <p:cNvPr id="79" name="Freeform 13"/>
            <p:cNvSpPr>
              <a:spLocks noChangeArrowheads="1"/>
            </p:cNvSpPr>
            <p:nvPr/>
          </p:nvSpPr>
          <p:spPr bwMode="auto">
            <a:xfrm>
              <a:off x="-141" y="12"/>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80" name="Freeform 12"/>
            <p:cNvSpPr>
              <a:spLocks noChangeArrowheads="1"/>
            </p:cNvSpPr>
            <p:nvPr/>
          </p:nvSpPr>
          <p:spPr bwMode="auto">
            <a:xfrm>
              <a:off x="-119" y="31"/>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70" name="Freeform 10"/>
          <p:cNvSpPr>
            <a:spLocks noChangeArrowheads="1"/>
          </p:cNvSpPr>
          <p:nvPr/>
        </p:nvSpPr>
        <p:spPr bwMode="auto">
          <a:xfrm flipH="1">
            <a:off x="5432678" y="2668242"/>
            <a:ext cx="305817" cy="420605"/>
          </a:xfrm>
          <a:custGeom>
            <a:avLst/>
            <a:gdLst>
              <a:gd name="T0" fmla="*/ 117 w 117"/>
              <a:gd name="T1" fmla="*/ 0 h 45"/>
              <a:gd name="T2" fmla="*/ 0 w 117"/>
              <a:gd name="T3" fmla="*/ 45 h 45"/>
            </a:gdLst>
            <a:ahLst/>
            <a:cxnLst>
              <a:cxn ang="0">
                <a:pos x="T0" y="T1"/>
              </a:cxn>
              <a:cxn ang="0">
                <a:pos x="T2" y="T3"/>
              </a:cxn>
            </a:cxnLst>
            <a:rect l="0" t="0" r="r" b="b"/>
            <a:pathLst>
              <a:path w="117" h="45">
                <a:moveTo>
                  <a:pt x="117" y="0"/>
                </a:moveTo>
                <a:lnTo>
                  <a:pt x="0" y="45"/>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71" name="Rectangle 9" descr="Inspection Report Release&#10;Fri 20/2/28"/>
          <p:cNvSpPr>
            <a:spLocks noChangeArrowheads="1"/>
          </p:cNvSpPr>
          <p:nvPr/>
        </p:nvSpPr>
        <p:spPr bwMode="auto">
          <a:xfrm>
            <a:off x="5262028" y="3083232"/>
            <a:ext cx="1190989" cy="52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zh-CN"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Inspection Report </a:t>
            </a:r>
            <a:r>
              <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Transferred to CDE</a:t>
            </a:r>
            <a:br>
              <a:rPr lang="zh-CN" altLang="zh-CN" sz="825">
                <a:solidFill>
                  <a:prstClr val="black">
                    <a:lumMod val="75000"/>
                    <a:lumOff val="25000"/>
                  </a:prstClr>
                </a:solidFill>
                <a:latin typeface="Calibri"/>
                <a:ea typeface="宋体" panose="02010600030101010101" pitchFamily="2" charset="-122"/>
              </a:rPr>
            </a:br>
            <a:r>
              <a:rPr lang="en-US"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08 Nov 2023 </a:t>
            </a:r>
            <a:endParaRPr lang="zh-CN"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endParaRPr>
          </a:p>
        </p:txBody>
      </p:sp>
      <p:sp>
        <p:nvSpPr>
          <p:cNvPr id="93" name="左大括号 92"/>
          <p:cNvSpPr/>
          <p:nvPr/>
        </p:nvSpPr>
        <p:spPr>
          <a:xfrm rot="16200000">
            <a:off x="4508990" y="89822"/>
            <a:ext cx="269575" cy="6918377"/>
          </a:xfrm>
          <a:prstGeom prst="leftBrace">
            <a:avLst>
              <a:gd name="adj1" fmla="val 42401"/>
              <a:gd name="adj2" fmla="val 49888"/>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685584">
              <a:defRPr/>
            </a:pPr>
            <a:endParaRPr lang="zh-CN" altLang="en-US" sz="1350">
              <a:solidFill>
                <a:prstClr val="black"/>
              </a:solidFill>
              <a:latin typeface="Calibri"/>
              <a:ea typeface="宋体" panose="02010600030101010101" pitchFamily="2" charset="-122"/>
            </a:endParaRPr>
          </a:p>
        </p:txBody>
      </p:sp>
      <p:sp>
        <p:nvSpPr>
          <p:cNvPr id="94" name="文本框 93"/>
          <p:cNvSpPr txBox="1"/>
          <p:nvPr/>
        </p:nvSpPr>
        <p:spPr>
          <a:xfrm>
            <a:off x="2860226" y="3662494"/>
            <a:ext cx="3581975" cy="261610"/>
          </a:xfrm>
          <a:prstGeom prst="rect">
            <a:avLst/>
          </a:prstGeom>
          <a:noFill/>
        </p:spPr>
        <p:txBody>
          <a:bodyPr wrap="square" rtlCol="0">
            <a:spAutoFit/>
          </a:bodyPr>
          <a:lstStyle/>
          <a:p>
            <a:pPr algn="ctr" defTabSz="685584">
              <a:defRPr/>
            </a:pPr>
            <a:r>
              <a:rPr lang="en-US" altLang="zh-CN" sz="1100">
                <a:solidFill>
                  <a:prstClr val="black">
                    <a:lumMod val="65000"/>
                    <a:lumOff val="35000"/>
                  </a:prstClr>
                </a:solidFill>
                <a:latin typeface="Calibri"/>
                <a:ea typeface="宋体" panose="02010600030101010101" pitchFamily="2" charset="-122"/>
              </a:rPr>
              <a:t>10 </a:t>
            </a:r>
            <a:r>
              <a:rPr lang="en-US" altLang="zh-CN" sz="1100">
                <a:solidFill>
                  <a:srgbClr val="000000">
                    <a:lumMod val="65000"/>
                    <a:lumOff val="35000"/>
                  </a:srgbClr>
                </a:solidFill>
                <a:latin typeface="Calibri"/>
                <a:ea typeface="宋体" panose="02010600030101010101" pitchFamily="2" charset="-122"/>
              </a:rPr>
              <a:t>Months</a:t>
            </a:r>
          </a:p>
        </p:txBody>
      </p:sp>
      <p:sp>
        <p:nvSpPr>
          <p:cNvPr id="100" name="Rectangle 77" descr="'19 Mar">
            <a:extLst>
              <a:ext uri="{FF2B5EF4-FFF2-40B4-BE49-F238E27FC236}">
                <a16:creationId xmlns:a16="http://schemas.microsoft.com/office/drawing/2014/main" id="{0EEFDB2D-6A1D-45F6-B831-4DA6648E75C4}"/>
              </a:ext>
            </a:extLst>
          </p:cNvPr>
          <p:cNvSpPr>
            <a:spLocks noChangeArrowheads="1"/>
          </p:cNvSpPr>
          <p:nvPr/>
        </p:nvSpPr>
        <p:spPr bwMode="auto">
          <a:xfrm>
            <a:off x="3726071" y="1466083"/>
            <a:ext cx="435987"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Sept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101" name="Rectangle 77" descr="'19 Mar">
            <a:extLst>
              <a:ext uri="{FF2B5EF4-FFF2-40B4-BE49-F238E27FC236}">
                <a16:creationId xmlns:a16="http://schemas.microsoft.com/office/drawing/2014/main" id="{514F7654-D406-4B65-B4DD-E448E014B709}"/>
              </a:ext>
            </a:extLst>
          </p:cNvPr>
          <p:cNvSpPr>
            <a:spLocks noChangeArrowheads="1"/>
          </p:cNvSpPr>
          <p:nvPr/>
        </p:nvSpPr>
        <p:spPr bwMode="auto">
          <a:xfrm>
            <a:off x="5642612" y="1466650"/>
            <a:ext cx="435987" cy="15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426" tIns="0" rIns="0" bIns="0" numCol="1" anchor="t" anchorCtr="0" compatLnSpc="1">
            <a:prstTxWarp prst="textNoShape">
              <a:avLst/>
            </a:prstTxWarp>
          </a:bodyPr>
          <a:lstStyle/>
          <a:p>
            <a:pPr defTabSz="685549" eaLnBrk="0" fontAlgn="base" hangingPunct="0">
              <a:spcBef>
                <a:spcPct val="0"/>
              </a:spcBef>
              <a:spcAft>
                <a:spcPct val="0"/>
              </a:spcAft>
              <a:defRPr/>
            </a:pP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Dec 2023</a:t>
            </a:r>
            <a:endParaRPr lang="zh-CN" altLang="zh-CN" sz="1350">
              <a:solidFill>
                <a:prstClr val="black"/>
              </a:solidFill>
              <a:latin typeface="Arial" panose="020B0604020202020204" pitchFamily="34" charset="0"/>
              <a:ea typeface="宋体" panose="02010600030101010101" pitchFamily="2" charset="-122"/>
            </a:endParaRPr>
          </a:p>
        </p:txBody>
      </p:sp>
      <p:grpSp>
        <p:nvGrpSpPr>
          <p:cNvPr id="102" name="Group 31">
            <a:extLst>
              <a:ext uri="{FF2B5EF4-FFF2-40B4-BE49-F238E27FC236}">
                <a16:creationId xmlns:a16="http://schemas.microsoft.com/office/drawing/2014/main" id="{09617BDD-A7C4-42D9-BAA8-923695D49943}"/>
              </a:ext>
            </a:extLst>
          </p:cNvPr>
          <p:cNvGrpSpPr>
            <a:grpSpLocks/>
          </p:cNvGrpSpPr>
          <p:nvPr/>
        </p:nvGrpSpPr>
        <p:grpSpPr bwMode="auto">
          <a:xfrm>
            <a:off x="5138303" y="2494104"/>
            <a:ext cx="191409" cy="174652"/>
            <a:chOff x="0" y="0"/>
            <a:chExt cx="100" cy="100"/>
          </a:xfrm>
        </p:grpSpPr>
        <p:sp>
          <p:nvSpPr>
            <p:cNvPr id="103" name="Freeform 33">
              <a:extLst>
                <a:ext uri="{FF2B5EF4-FFF2-40B4-BE49-F238E27FC236}">
                  <a16:creationId xmlns:a16="http://schemas.microsoft.com/office/drawing/2014/main" id="{82451701-8AF1-422E-992D-19AAB2E2BDA0}"/>
                </a:ext>
              </a:extLst>
            </p:cNvPr>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04" name="Freeform 32">
              <a:extLst>
                <a:ext uri="{FF2B5EF4-FFF2-40B4-BE49-F238E27FC236}">
                  <a16:creationId xmlns:a16="http://schemas.microsoft.com/office/drawing/2014/main" id="{348FBD2B-7B0A-453A-8227-E2293D0BDEEF}"/>
                </a:ext>
              </a:extLst>
            </p:cNvPr>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105" name="Rectangle 29" descr="CoAs Release&#10;Fri 20/5/22">
            <a:extLst>
              <a:ext uri="{FF2B5EF4-FFF2-40B4-BE49-F238E27FC236}">
                <a16:creationId xmlns:a16="http://schemas.microsoft.com/office/drawing/2014/main" id="{4CA20726-2FC1-4E30-B140-DF2146D7B698}"/>
              </a:ext>
            </a:extLst>
          </p:cNvPr>
          <p:cNvSpPr>
            <a:spLocks noChangeArrowheads="1"/>
          </p:cNvSpPr>
          <p:nvPr/>
        </p:nvSpPr>
        <p:spPr bwMode="auto">
          <a:xfrm>
            <a:off x="4502961" y="3100198"/>
            <a:ext cx="905171" cy="34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Registration Testing Finish</a:t>
            </a:r>
            <a:br>
              <a:rPr lang="zh-CN"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br>
            <a:r>
              <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 </a:t>
            </a:r>
            <a:r>
              <a:rPr lang="en-US"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07 Nov 2023</a:t>
            </a:r>
            <a:endParaRPr lang="zh-CN"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endParaRPr>
          </a:p>
        </p:txBody>
      </p:sp>
      <p:sp>
        <p:nvSpPr>
          <p:cNvPr id="106" name="Freeform 30">
            <a:extLst>
              <a:ext uri="{FF2B5EF4-FFF2-40B4-BE49-F238E27FC236}">
                <a16:creationId xmlns:a16="http://schemas.microsoft.com/office/drawing/2014/main" id="{67059A65-F8F4-4AB7-85BE-831713DD4494}"/>
              </a:ext>
            </a:extLst>
          </p:cNvPr>
          <p:cNvSpPr>
            <a:spLocks noChangeArrowheads="1"/>
          </p:cNvSpPr>
          <p:nvPr/>
        </p:nvSpPr>
        <p:spPr bwMode="auto">
          <a:xfrm>
            <a:off x="4915197" y="2684425"/>
            <a:ext cx="262885" cy="391376"/>
          </a:xfrm>
          <a:custGeom>
            <a:avLst/>
            <a:gdLst>
              <a:gd name="T0" fmla="*/ 81 w 81"/>
              <a:gd name="T1" fmla="*/ 0 h 42"/>
              <a:gd name="T2" fmla="*/ 0 w 81"/>
              <a:gd name="T3" fmla="*/ 42 h 42"/>
            </a:gdLst>
            <a:ahLst/>
            <a:cxnLst>
              <a:cxn ang="0">
                <a:pos x="T0" y="T1"/>
              </a:cxn>
              <a:cxn ang="0">
                <a:pos x="T2" y="T3"/>
              </a:cxn>
            </a:cxnLst>
            <a:rect l="0" t="0" r="r" b="b"/>
            <a:pathLst>
              <a:path w="81" h="42">
                <a:moveTo>
                  <a:pt x="81" y="0"/>
                </a:moveTo>
                <a:lnTo>
                  <a:pt x="0" y="42"/>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07" name="Rectangle 56" descr="CDE Technical Evaluation&#10;Mon 19/4/1 - Fri 20/7/17">
            <a:extLst>
              <a:ext uri="{FF2B5EF4-FFF2-40B4-BE49-F238E27FC236}">
                <a16:creationId xmlns:a16="http://schemas.microsoft.com/office/drawing/2014/main" id="{6D1B8CB9-F78A-4CFE-BFA3-B2B4B7B19986}"/>
              </a:ext>
            </a:extLst>
          </p:cNvPr>
          <p:cNvSpPr>
            <a:spLocks noChangeArrowheads="1"/>
          </p:cNvSpPr>
          <p:nvPr/>
        </p:nvSpPr>
        <p:spPr bwMode="auto">
          <a:xfrm>
            <a:off x="5517749" y="1635608"/>
            <a:ext cx="1810529" cy="310493"/>
          </a:xfrm>
          <a:prstGeom prst="rect">
            <a:avLst/>
          </a:prstGeom>
          <a:solidFill>
            <a:srgbClr val="FEE59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1421" tIns="7142" rIns="7142" bIns="7142" numCol="1" anchor="t" anchorCtr="0" compatLnSpc="1">
            <a:prstTxWarp prst="textNoShape">
              <a:avLst/>
            </a:prstTxWarp>
          </a:bodyPr>
          <a:lstStyle/>
          <a:p>
            <a:pPr defTabSz="685549" eaLnBrk="0" fontAlgn="base" hangingPunct="0">
              <a:spcBef>
                <a:spcPct val="0"/>
              </a:spcBef>
              <a:spcAft>
                <a:spcPct val="0"/>
              </a:spcAft>
              <a:defRPr/>
            </a:pP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CDE Technical Evaluation</a:t>
            </a:r>
            <a:r>
              <a:rPr lang="en-US"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 (2</a:t>
            </a:r>
            <a:r>
              <a:rPr lang="en-US" altLang="zh-CN" sz="600" b="1" baseline="30000">
                <a:solidFill>
                  <a:srgbClr val="444444"/>
                </a:solidFill>
                <a:latin typeface="Segoe UI" panose="020B0502040204020203" pitchFamily="34" charset="0"/>
                <a:ea typeface="宋体" panose="02010600030101010101" pitchFamily="2" charset="-122"/>
                <a:cs typeface="Segoe UI" panose="020B0502040204020203" pitchFamily="34" charset="0"/>
              </a:rPr>
              <a:t>nd</a:t>
            </a:r>
            <a:r>
              <a:rPr lang="en-US"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  round)</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Nov 2023 – Feb 2024</a:t>
            </a:r>
            <a:endParaRPr lang="zh-CN" altLang="zh-CN" sz="1350">
              <a:solidFill>
                <a:prstClr val="black"/>
              </a:solidFill>
              <a:latin typeface="Arial" panose="020B0604020202020204" pitchFamily="34" charset="0"/>
              <a:ea typeface="宋体" panose="02010600030101010101" pitchFamily="2" charset="-122"/>
            </a:endParaRPr>
          </a:p>
        </p:txBody>
      </p:sp>
      <p:sp>
        <p:nvSpPr>
          <p:cNvPr id="108" name="对话气泡: 椭圆形 107">
            <a:extLst>
              <a:ext uri="{FF2B5EF4-FFF2-40B4-BE49-F238E27FC236}">
                <a16:creationId xmlns:a16="http://schemas.microsoft.com/office/drawing/2014/main" id="{18261B04-2454-4401-90ED-105AE0ECCDE5}"/>
              </a:ext>
            </a:extLst>
          </p:cNvPr>
          <p:cNvSpPr/>
          <p:nvPr/>
        </p:nvSpPr>
        <p:spPr>
          <a:xfrm>
            <a:off x="7854759" y="882044"/>
            <a:ext cx="929369" cy="556556"/>
          </a:xfrm>
          <a:prstGeom prst="wedgeEllipseCallout">
            <a:avLst>
              <a:gd name="adj1" fmla="val 29624"/>
              <a:gd name="adj2" fmla="val 57064"/>
            </a:avLst>
          </a:prstGeom>
          <a:solidFill>
            <a:srgbClr val="FBF9AA"/>
          </a:solidFill>
          <a:ln w="127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10">
              <a:defRPr/>
            </a:pPr>
            <a:r>
              <a:rPr lang="en-US" altLang="zh-CN" sz="1050">
                <a:solidFill>
                  <a:srgbClr val="000000">
                    <a:lumMod val="65000"/>
                    <a:lumOff val="35000"/>
                  </a:srgbClr>
                </a:solidFill>
                <a:latin typeface="BISans" panose="02000503040000020004" pitchFamily="2" charset="0"/>
                <a:ea typeface="等线" panose="02010600030101010101" pitchFamily="2" charset="-122"/>
              </a:rPr>
              <a:t>We are here</a:t>
            </a:r>
            <a:endParaRPr lang="zh-CN" altLang="en-US" sz="1050">
              <a:solidFill>
                <a:srgbClr val="000000">
                  <a:lumMod val="65000"/>
                  <a:lumOff val="35000"/>
                </a:srgbClr>
              </a:solidFill>
              <a:latin typeface="BISans" panose="02000503040000020004" pitchFamily="2" charset="0"/>
              <a:ea typeface="等线" panose="02010600030101010101" pitchFamily="2" charset="-122"/>
            </a:endParaRPr>
          </a:p>
        </p:txBody>
      </p:sp>
      <p:sp>
        <p:nvSpPr>
          <p:cNvPr id="109" name="Rectangle 56" descr="CDE Technical Evaluation&#10;Mon 19/4/1 - Fri 20/7/17">
            <a:extLst>
              <a:ext uri="{FF2B5EF4-FFF2-40B4-BE49-F238E27FC236}">
                <a16:creationId xmlns:a16="http://schemas.microsoft.com/office/drawing/2014/main" id="{18E399D3-8C49-41B3-B56D-BD33C7B5AFC0}"/>
              </a:ext>
            </a:extLst>
          </p:cNvPr>
          <p:cNvSpPr>
            <a:spLocks noChangeArrowheads="1"/>
          </p:cNvSpPr>
          <p:nvPr/>
        </p:nvSpPr>
        <p:spPr bwMode="auto">
          <a:xfrm>
            <a:off x="7328278" y="1637258"/>
            <a:ext cx="379445" cy="305151"/>
          </a:xfrm>
          <a:prstGeom prst="rect">
            <a:avLst/>
          </a:prstGeom>
          <a:solidFill>
            <a:schemeClr val="accent4">
              <a:lumMod val="20000"/>
              <a:lumOff val="80000"/>
            </a:schemeClr>
          </a:solidFill>
          <a:ln w="9525">
            <a:noFill/>
            <a:miter lim="800000"/>
            <a:headEnd/>
            <a:tailEnd/>
          </a:ln>
        </p:spPr>
        <p:txBody>
          <a:bodyPr vert="horz" wrap="square" lIns="71421" tIns="7142" rIns="7142" bIns="7142" numCol="1" anchor="t" anchorCtr="0" compatLnSpc="1">
            <a:prstTxWarp prst="textNoShape">
              <a:avLst/>
            </a:prstTxWarp>
          </a:bodyPr>
          <a:lstStyle/>
          <a:p>
            <a:pPr defTabSz="685549" eaLnBrk="0" fontAlgn="base" hangingPunct="0">
              <a:spcBef>
                <a:spcPct val="0"/>
              </a:spcBef>
              <a:spcAft>
                <a:spcPct val="0"/>
              </a:spcAft>
              <a:defRPr/>
            </a:pPr>
            <a:r>
              <a:rPr lang="zh-CN" altLang="zh-CN" sz="600" b="1">
                <a:solidFill>
                  <a:srgbClr val="444444"/>
                </a:solidFill>
                <a:latin typeface="Segoe UI" panose="020B0502040204020203" pitchFamily="34" charset="0"/>
                <a:ea typeface="宋体" panose="02010600030101010101" pitchFamily="2" charset="-122"/>
                <a:cs typeface="Segoe UI" panose="020B0502040204020203" pitchFamily="34" charset="0"/>
              </a:rPr>
              <a:t>NMPA Review</a:t>
            </a:r>
            <a:endParaRPr lang="zh-CN" altLang="zh-CN" sz="1350">
              <a:solidFill>
                <a:prstClr val="black"/>
              </a:solidFill>
              <a:latin typeface="Arial" panose="020B0604020202020204" pitchFamily="34" charset="0"/>
              <a:ea typeface="宋体" panose="02010600030101010101" pitchFamily="2" charset="-122"/>
            </a:endParaRPr>
          </a:p>
        </p:txBody>
      </p:sp>
      <p:grpSp>
        <p:nvGrpSpPr>
          <p:cNvPr id="110" name="Group 31">
            <a:extLst>
              <a:ext uri="{FF2B5EF4-FFF2-40B4-BE49-F238E27FC236}">
                <a16:creationId xmlns:a16="http://schemas.microsoft.com/office/drawing/2014/main" id="{3AB59023-DAA4-4180-9128-BEC8555A0840}"/>
              </a:ext>
            </a:extLst>
          </p:cNvPr>
          <p:cNvGrpSpPr>
            <a:grpSpLocks/>
          </p:cNvGrpSpPr>
          <p:nvPr/>
        </p:nvGrpSpPr>
        <p:grpSpPr bwMode="auto">
          <a:xfrm>
            <a:off x="5480587" y="2494104"/>
            <a:ext cx="203288" cy="191524"/>
            <a:chOff x="0" y="0"/>
            <a:chExt cx="100" cy="100"/>
          </a:xfrm>
        </p:grpSpPr>
        <p:sp>
          <p:nvSpPr>
            <p:cNvPr id="111" name="Freeform 33">
              <a:extLst>
                <a:ext uri="{FF2B5EF4-FFF2-40B4-BE49-F238E27FC236}">
                  <a16:creationId xmlns:a16="http://schemas.microsoft.com/office/drawing/2014/main" id="{A78FE0DF-8AA0-4ABC-A842-AF10D65CF583}"/>
                </a:ext>
              </a:extLst>
            </p:cNvPr>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12" name="Freeform 32">
              <a:extLst>
                <a:ext uri="{FF2B5EF4-FFF2-40B4-BE49-F238E27FC236}">
                  <a16:creationId xmlns:a16="http://schemas.microsoft.com/office/drawing/2014/main" id="{7C63B07F-D86F-4D00-BB79-9A0939AA6792}"/>
                </a:ext>
              </a:extLst>
            </p:cNvPr>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113" name="Rectangle 29" descr="CoAs Release&#10;Fri 20/5/22">
            <a:extLst>
              <a:ext uri="{FF2B5EF4-FFF2-40B4-BE49-F238E27FC236}">
                <a16:creationId xmlns:a16="http://schemas.microsoft.com/office/drawing/2014/main" id="{DD5B0A9E-1CBF-47DF-8F37-B8FCA8F1B5B3}"/>
              </a:ext>
            </a:extLst>
          </p:cNvPr>
          <p:cNvSpPr>
            <a:spLocks noChangeArrowheads="1"/>
          </p:cNvSpPr>
          <p:nvPr/>
        </p:nvSpPr>
        <p:spPr bwMode="auto">
          <a:xfrm>
            <a:off x="6296508" y="3101878"/>
            <a:ext cx="939838" cy="34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Supplementary Submission </a:t>
            </a:r>
          </a:p>
          <a:p>
            <a:pPr algn="ctr" defTabSz="685549" eaLnBrk="0" fontAlgn="base" hangingPunct="0">
              <a:spcBef>
                <a:spcPct val="0"/>
              </a:spcBef>
              <a:spcAft>
                <a:spcPct val="0"/>
              </a:spcAft>
              <a:defRPr/>
            </a:pPr>
            <a:r>
              <a:rPr lang="en-US"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rPr>
              <a:t>24 Nov 2023 </a:t>
            </a:r>
            <a:endParaRPr lang="zh-CN" altLang="zh-CN" sz="600">
              <a:solidFill>
                <a:prstClr val="black">
                  <a:lumMod val="75000"/>
                  <a:lumOff val="25000"/>
                </a:prstClr>
              </a:solidFill>
              <a:latin typeface="Segoe UI" panose="020B0502040204020203" pitchFamily="34" charset="0"/>
              <a:ea typeface="宋体" panose="02010600030101010101" pitchFamily="2" charset="-122"/>
              <a:cs typeface="Segoe UI" panose="020B0502040204020203" pitchFamily="34" charset="0"/>
            </a:endParaRPr>
          </a:p>
        </p:txBody>
      </p:sp>
      <p:sp>
        <p:nvSpPr>
          <p:cNvPr id="114" name="Freeform 30">
            <a:extLst>
              <a:ext uri="{FF2B5EF4-FFF2-40B4-BE49-F238E27FC236}">
                <a16:creationId xmlns:a16="http://schemas.microsoft.com/office/drawing/2014/main" id="{9E27AC5B-F9D4-4032-9B89-F79DA3B57331}"/>
              </a:ext>
            </a:extLst>
          </p:cNvPr>
          <p:cNvSpPr>
            <a:spLocks noChangeArrowheads="1"/>
          </p:cNvSpPr>
          <p:nvPr/>
        </p:nvSpPr>
        <p:spPr bwMode="auto">
          <a:xfrm flipH="1">
            <a:off x="5642614" y="2633395"/>
            <a:ext cx="952136" cy="420605"/>
          </a:xfrm>
          <a:custGeom>
            <a:avLst/>
            <a:gdLst>
              <a:gd name="T0" fmla="*/ 81 w 81"/>
              <a:gd name="T1" fmla="*/ 0 h 42"/>
              <a:gd name="T2" fmla="*/ 0 w 81"/>
              <a:gd name="T3" fmla="*/ 42 h 42"/>
            </a:gdLst>
            <a:ahLst/>
            <a:cxnLst>
              <a:cxn ang="0">
                <a:pos x="T0" y="T1"/>
              </a:cxn>
              <a:cxn ang="0">
                <a:pos x="T2" y="T3"/>
              </a:cxn>
            </a:cxnLst>
            <a:rect l="0" t="0" r="r" b="b"/>
            <a:pathLst>
              <a:path w="81" h="42">
                <a:moveTo>
                  <a:pt x="81" y="0"/>
                </a:moveTo>
                <a:lnTo>
                  <a:pt x="0" y="42"/>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10" name="Freeform 30">
            <a:extLst>
              <a:ext uri="{FF2B5EF4-FFF2-40B4-BE49-F238E27FC236}">
                <a16:creationId xmlns:a16="http://schemas.microsoft.com/office/drawing/2014/main" id="{9E4D7658-00FF-C012-7F07-5531A3420F70}"/>
              </a:ext>
            </a:extLst>
          </p:cNvPr>
          <p:cNvSpPr>
            <a:spLocks noChangeArrowheads="1"/>
          </p:cNvSpPr>
          <p:nvPr/>
        </p:nvSpPr>
        <p:spPr bwMode="auto">
          <a:xfrm flipH="1">
            <a:off x="7707722" y="2720226"/>
            <a:ext cx="329483" cy="377905"/>
          </a:xfrm>
          <a:custGeom>
            <a:avLst/>
            <a:gdLst>
              <a:gd name="T0" fmla="*/ 81 w 81"/>
              <a:gd name="T1" fmla="*/ 0 h 42"/>
              <a:gd name="T2" fmla="*/ 0 w 81"/>
              <a:gd name="T3" fmla="*/ 42 h 42"/>
            </a:gdLst>
            <a:ahLst/>
            <a:cxnLst>
              <a:cxn ang="0">
                <a:pos x="T0" y="T1"/>
              </a:cxn>
              <a:cxn ang="0">
                <a:pos x="T2" y="T3"/>
              </a:cxn>
            </a:cxnLst>
            <a:rect l="0" t="0" r="r" b="b"/>
            <a:pathLst>
              <a:path w="81" h="42">
                <a:moveTo>
                  <a:pt x="81" y="0"/>
                </a:moveTo>
                <a:lnTo>
                  <a:pt x="0" y="42"/>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nvGrpSpPr>
          <p:cNvPr id="3" name="Group 16">
            <a:extLst>
              <a:ext uri="{FF2B5EF4-FFF2-40B4-BE49-F238E27FC236}">
                <a16:creationId xmlns:a16="http://schemas.microsoft.com/office/drawing/2014/main" id="{BBEC52D3-EF29-F4AF-721B-A37DFD271B2D}"/>
              </a:ext>
            </a:extLst>
          </p:cNvPr>
          <p:cNvGrpSpPr>
            <a:grpSpLocks/>
          </p:cNvGrpSpPr>
          <p:nvPr/>
        </p:nvGrpSpPr>
        <p:grpSpPr bwMode="auto">
          <a:xfrm>
            <a:off x="2103776" y="2503194"/>
            <a:ext cx="191409" cy="174652"/>
            <a:chOff x="0" y="0"/>
            <a:chExt cx="100" cy="100"/>
          </a:xfrm>
        </p:grpSpPr>
        <p:sp>
          <p:nvSpPr>
            <p:cNvPr id="4" name="Freeform 18">
              <a:extLst>
                <a:ext uri="{FF2B5EF4-FFF2-40B4-BE49-F238E27FC236}">
                  <a16:creationId xmlns:a16="http://schemas.microsoft.com/office/drawing/2014/main" id="{AA14D5BF-35DE-B5CC-8B78-348312ABF45E}"/>
                </a:ext>
              </a:extLst>
            </p:cNvPr>
            <p:cNvSpPr>
              <a:spLocks noChangeArrowheads="1"/>
            </p:cNvSpPr>
            <p:nvPr/>
          </p:nvSpPr>
          <p:spPr bwMode="auto">
            <a:xfrm>
              <a:off x="0" y="0"/>
              <a:ext cx="100" cy="100"/>
            </a:xfrm>
            <a:custGeom>
              <a:avLst/>
              <a:gdLst>
                <a:gd name="T0" fmla="*/ 50 w 100"/>
                <a:gd name="T1" fmla="*/ 0 h 100"/>
                <a:gd name="T2" fmla="*/ 100 w 100"/>
                <a:gd name="T3" fmla="*/ 50 h 100"/>
                <a:gd name="T4" fmla="*/ 50 w 100"/>
                <a:gd name="T5" fmla="*/ 100 h 100"/>
                <a:gd name="T6" fmla="*/ 0 w 100"/>
                <a:gd name="T7" fmla="*/ 50 h 100"/>
                <a:gd name="T8" fmla="*/ 50 w 100"/>
                <a:gd name="T9" fmla="*/ 0 h 100"/>
              </a:gdLst>
              <a:ahLst/>
              <a:cxnLst>
                <a:cxn ang="0">
                  <a:pos x="T0" y="T1"/>
                </a:cxn>
                <a:cxn ang="0">
                  <a:pos x="T2" y="T3"/>
                </a:cxn>
                <a:cxn ang="0">
                  <a:pos x="T4" y="T5"/>
                </a:cxn>
                <a:cxn ang="0">
                  <a:pos x="T6" y="T7"/>
                </a:cxn>
                <a:cxn ang="0">
                  <a:pos x="T8" y="T9"/>
                </a:cxn>
              </a:cxnLst>
              <a:rect l="0" t="0" r="r" b="b"/>
              <a:pathLst>
                <a:path w="100" h="100">
                  <a:moveTo>
                    <a:pt x="50" y="0"/>
                  </a:moveTo>
                  <a:lnTo>
                    <a:pt x="100" y="50"/>
                  </a:lnTo>
                  <a:lnTo>
                    <a:pt x="50" y="100"/>
                  </a:lnTo>
                  <a:lnTo>
                    <a:pt x="0" y="50"/>
                  </a:lnTo>
                  <a:lnTo>
                    <a:pt x="50" y="0"/>
                  </a:ln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6" name="Freeform 17">
              <a:extLst>
                <a:ext uri="{FF2B5EF4-FFF2-40B4-BE49-F238E27FC236}">
                  <a16:creationId xmlns:a16="http://schemas.microsoft.com/office/drawing/2014/main" id="{CFC52FEA-4DD9-32AD-249F-02A467D573B0}"/>
                </a:ext>
              </a:extLst>
            </p:cNvPr>
            <p:cNvSpPr>
              <a:spLocks noChangeArrowheads="1"/>
            </p:cNvSpPr>
            <p:nvPr/>
          </p:nvSpPr>
          <p:spPr bwMode="auto">
            <a:xfrm>
              <a:off x="25" y="25"/>
              <a:ext cx="50" cy="50"/>
            </a:xfrm>
            <a:custGeom>
              <a:avLst/>
              <a:gdLst>
                <a:gd name="T0" fmla="*/ 25 w 50"/>
                <a:gd name="T1" fmla="*/ 0 h 50"/>
                <a:gd name="T2" fmla="*/ 50 w 50"/>
                <a:gd name="T3" fmla="*/ 25 h 50"/>
                <a:gd name="T4" fmla="*/ 25 w 50"/>
                <a:gd name="T5" fmla="*/ 50 h 50"/>
                <a:gd name="T6" fmla="*/ 0 w 50"/>
                <a:gd name="T7" fmla="*/ 25 h 50"/>
                <a:gd name="T8" fmla="*/ 25 w 50"/>
                <a:gd name="T9" fmla="*/ 0 h 50"/>
              </a:gdLst>
              <a:ahLst/>
              <a:cxnLst>
                <a:cxn ang="0">
                  <a:pos x="T0" y="T1"/>
                </a:cxn>
                <a:cxn ang="0">
                  <a:pos x="T2" y="T3"/>
                </a:cxn>
                <a:cxn ang="0">
                  <a:pos x="T4" y="T5"/>
                </a:cxn>
                <a:cxn ang="0">
                  <a:pos x="T6" y="T7"/>
                </a:cxn>
                <a:cxn ang="0">
                  <a:pos x="T8" y="T9"/>
                </a:cxn>
              </a:cxnLst>
              <a:rect l="0" t="0" r="r" b="b"/>
              <a:pathLst>
                <a:path w="50" h="50">
                  <a:moveTo>
                    <a:pt x="25" y="0"/>
                  </a:moveTo>
                  <a:lnTo>
                    <a:pt x="50" y="25"/>
                  </a:lnTo>
                  <a:lnTo>
                    <a:pt x="25" y="50"/>
                  </a:lnTo>
                  <a:lnTo>
                    <a:pt x="0" y="25"/>
                  </a:lnTo>
                  <a:lnTo>
                    <a:pt x="25" y="0"/>
                  </a:lnTo>
                </a:path>
              </a:pathLst>
            </a:custGeom>
            <a:solidFill>
              <a:srgbClr val="444444"/>
            </a:solidFill>
            <a:ln w="1">
              <a:solidFill>
                <a:srgbClr val="444444"/>
              </a:solidFill>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grpSp>
      <p:sp>
        <p:nvSpPr>
          <p:cNvPr id="7" name="Freeform 15">
            <a:extLst>
              <a:ext uri="{FF2B5EF4-FFF2-40B4-BE49-F238E27FC236}">
                <a16:creationId xmlns:a16="http://schemas.microsoft.com/office/drawing/2014/main" id="{81A8A38B-F41F-DF14-4624-FBBB22F5B25A}"/>
              </a:ext>
            </a:extLst>
          </p:cNvPr>
          <p:cNvSpPr>
            <a:spLocks noChangeArrowheads="1"/>
          </p:cNvSpPr>
          <p:nvPr/>
        </p:nvSpPr>
        <p:spPr bwMode="auto">
          <a:xfrm>
            <a:off x="1687170" y="2670465"/>
            <a:ext cx="443693" cy="367590"/>
          </a:xfrm>
          <a:custGeom>
            <a:avLst/>
            <a:gdLst>
              <a:gd name="T0" fmla="*/ 107 w 107"/>
              <a:gd name="T1" fmla="*/ 0 h 39"/>
              <a:gd name="T2" fmla="*/ 0 w 107"/>
              <a:gd name="T3" fmla="*/ 39 h 39"/>
            </a:gdLst>
            <a:ahLst/>
            <a:cxnLst>
              <a:cxn ang="0">
                <a:pos x="T0" y="T1"/>
              </a:cxn>
              <a:cxn ang="0">
                <a:pos x="T2" y="T3"/>
              </a:cxn>
            </a:cxnLst>
            <a:rect l="0" t="0" r="r" b="b"/>
            <a:pathLst>
              <a:path w="107" h="39">
                <a:moveTo>
                  <a:pt x="107" y="0"/>
                </a:moveTo>
                <a:lnTo>
                  <a:pt x="0" y="39"/>
                </a:lnTo>
              </a:path>
            </a:pathLst>
          </a:custGeom>
          <a:solidFill>
            <a:srgbClr val="FFFFFF"/>
          </a:solidFill>
          <a:ln w="1">
            <a:solidFill>
              <a:srgbClr val="848484"/>
            </a:solidFill>
            <a:prstDash val="solid"/>
            <a:round/>
            <a:headEnd/>
            <a:tailEnd/>
          </a:ln>
        </p:spPr>
        <p:txBody>
          <a:bodyPr vert="horz" wrap="square" lIns="68564" tIns="34282" rIns="68564" bIns="34282" numCol="1" anchor="t" anchorCtr="0" compatLnSpc="1">
            <a:prstTxWarp prst="textNoShape">
              <a:avLst/>
            </a:prstTxWarp>
          </a:bodyPr>
          <a:lstStyle/>
          <a:p>
            <a:pPr defTabSz="685584">
              <a:defRPr/>
            </a:pPr>
            <a:endParaRPr lang="zh-CN" altLang="en-US" sz="1350">
              <a:solidFill>
                <a:prstClr val="black"/>
              </a:solidFill>
              <a:latin typeface="Calibri"/>
              <a:ea typeface="宋体" panose="02010600030101010101" pitchFamily="2" charset="-122"/>
            </a:endParaRPr>
          </a:p>
        </p:txBody>
      </p:sp>
      <p:sp>
        <p:nvSpPr>
          <p:cNvPr id="31" name="Rectangle 14" descr="Last Core Doc Received&#10;Wed 18/11/21">
            <a:extLst>
              <a:ext uri="{FF2B5EF4-FFF2-40B4-BE49-F238E27FC236}">
                <a16:creationId xmlns:a16="http://schemas.microsoft.com/office/drawing/2014/main" id="{11DF5030-AE71-3B43-3159-716D2EAEDC55}"/>
              </a:ext>
            </a:extLst>
          </p:cNvPr>
          <p:cNvSpPr>
            <a:spLocks noChangeArrowheads="1"/>
          </p:cNvSpPr>
          <p:nvPr/>
        </p:nvSpPr>
        <p:spPr bwMode="auto">
          <a:xfrm>
            <a:off x="863846" y="3084049"/>
            <a:ext cx="1402489" cy="34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algn="ctr" defTabSz="685549" eaLnBrk="0" fontAlgn="base" hangingPunct="0">
              <a:spcBef>
                <a:spcPct val="0"/>
              </a:spcBef>
              <a:spcAft>
                <a:spcPct val="0"/>
              </a:spcAft>
              <a:defRPr/>
            </a:pPr>
            <a:r>
              <a:rPr lang="en-US" altLang="zh-CN" sz="750">
                <a:solidFill>
                  <a:srgbClr val="444444"/>
                </a:solidFill>
                <a:latin typeface="Segoe UI" panose="020B0502040204020203" pitchFamily="34" charset="0"/>
                <a:ea typeface="宋体" panose="02010600030101010101" pitchFamily="2" charset="-122"/>
                <a:cs typeface="Segoe UI" panose="020B0502040204020203" pitchFamily="34" charset="0"/>
              </a:rPr>
              <a:t>PR Granted</a:t>
            </a:r>
            <a:br>
              <a:rPr lang="zh-CN" altLang="zh-CN" sz="825">
                <a:solidFill>
                  <a:prstClr val="black"/>
                </a:solidFill>
                <a:latin typeface="Calibri"/>
                <a:ea typeface="宋体" panose="02010600030101010101" pitchFamily="2" charset="-122"/>
              </a:rPr>
            </a:b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29</a:t>
            </a:r>
            <a:r>
              <a:rPr lang="en-US" altLang="zh-CN" sz="825">
                <a:solidFill>
                  <a:prstClr val="black"/>
                </a:solidFill>
                <a:latin typeface="Calibri"/>
                <a:ea typeface="宋体" panose="02010600030101010101" pitchFamily="2" charset="-122"/>
              </a:rPr>
              <a:t> </a:t>
            </a:r>
            <a:r>
              <a:rPr lang="en-US" altLang="zh-CN" sz="600">
                <a:solidFill>
                  <a:srgbClr val="444444"/>
                </a:solidFill>
                <a:latin typeface="Segoe UI" panose="020B0502040204020203" pitchFamily="34" charset="0"/>
                <a:ea typeface="宋体" panose="02010600030101010101" pitchFamily="2" charset="-122"/>
                <a:cs typeface="Segoe UI" panose="020B0502040204020203" pitchFamily="34" charset="0"/>
              </a:rPr>
              <a:t>Jun 2023</a:t>
            </a:r>
            <a:endParaRPr lang="zh-CN" altLang="zh-CN" sz="1350">
              <a:solidFill>
                <a:prstClr val="black"/>
              </a:solidFill>
              <a:latin typeface="Arial" panose="020B0604020202020204" pitchFamily="34" charset="0"/>
              <a:ea typeface="宋体" panose="02010600030101010101" pitchFamily="2" charset="-122"/>
            </a:endParaRPr>
          </a:p>
        </p:txBody>
      </p:sp>
      <p:sp>
        <p:nvSpPr>
          <p:cNvPr id="2" name="标注: 弯曲线形(带边框和强调线) 1">
            <a:extLst>
              <a:ext uri="{FF2B5EF4-FFF2-40B4-BE49-F238E27FC236}">
                <a16:creationId xmlns:a16="http://schemas.microsoft.com/office/drawing/2014/main" id="{2AB95CC0-CC1A-A61D-C918-083A9EE88C15}"/>
              </a:ext>
            </a:extLst>
          </p:cNvPr>
          <p:cNvSpPr/>
          <p:nvPr/>
        </p:nvSpPr>
        <p:spPr bwMode="gray">
          <a:xfrm>
            <a:off x="6918036" y="1966956"/>
            <a:ext cx="1595168" cy="599456"/>
          </a:xfrm>
          <a:prstGeom prst="accentBorderCallout2">
            <a:avLst>
              <a:gd name="adj1" fmla="val 18750"/>
              <a:gd name="adj2" fmla="val -8333"/>
              <a:gd name="adj3" fmla="val 18750"/>
              <a:gd name="adj4" fmla="val -16667"/>
              <a:gd name="adj5" fmla="val -35569"/>
              <a:gd name="adj6" fmla="val -27895"/>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14308" indent="-214308">
              <a:buFont typeface="Arial" panose="020B0604020202020204" pitchFamily="34" charset="0"/>
              <a:buChar char="•"/>
            </a:pPr>
            <a:r>
              <a:rPr lang="en-US" altLang="zh-CN" sz="825">
                <a:solidFill>
                  <a:schemeClr val="tx1">
                    <a:lumMod val="50000"/>
                    <a:lumOff val="50000"/>
                  </a:schemeClr>
                </a:solidFill>
              </a:rPr>
              <a:t>Panel meeting (Jan 19)</a:t>
            </a:r>
            <a:endParaRPr lang="zh-CN" altLang="en-US" sz="825">
              <a:solidFill>
                <a:schemeClr val="tx1">
                  <a:lumMod val="50000"/>
                  <a:lumOff val="50000"/>
                </a:schemeClr>
              </a:solidFill>
            </a:endParaRPr>
          </a:p>
          <a:p>
            <a:pPr marL="214308" indent="-214308" defTabSz="685783">
              <a:buFont typeface="Arial" panose="020B0604020202020204" pitchFamily="34" charset="0"/>
              <a:buChar char="•"/>
              <a:defRPr/>
            </a:pPr>
            <a:r>
              <a:rPr lang="en-US" altLang="zh-CN" sz="825">
                <a:solidFill>
                  <a:schemeClr val="tx1">
                    <a:lumMod val="50000"/>
                    <a:lumOff val="50000"/>
                  </a:schemeClr>
                </a:solidFill>
                <a:latin typeface="Boehringer Forward Text"/>
              </a:rPr>
              <a:t>Labeling discussion (TC on Feb 02)</a:t>
            </a:r>
          </a:p>
          <a:p>
            <a:pPr marL="214308" indent="-214308" defTabSz="685783">
              <a:buFont typeface="Arial" panose="020B0604020202020204" pitchFamily="34" charset="0"/>
              <a:buChar char="•"/>
              <a:defRPr/>
            </a:pPr>
            <a:r>
              <a:rPr lang="en-US" altLang="zh-CN" sz="825">
                <a:solidFill>
                  <a:schemeClr val="tx1">
                    <a:lumMod val="50000"/>
                    <a:lumOff val="50000"/>
                  </a:schemeClr>
                </a:solidFill>
                <a:latin typeface="Boehringer Forward Text"/>
              </a:rPr>
              <a:t>MTP,CNTS finalized</a:t>
            </a:r>
          </a:p>
        </p:txBody>
      </p:sp>
      <p:sp>
        <p:nvSpPr>
          <p:cNvPr id="32" name="TextBox 31">
            <a:extLst>
              <a:ext uri="{FF2B5EF4-FFF2-40B4-BE49-F238E27FC236}">
                <a16:creationId xmlns:a16="http://schemas.microsoft.com/office/drawing/2014/main" id="{3A83BC5A-E9E6-D514-6A20-D4B72C282EC8}"/>
              </a:ext>
            </a:extLst>
          </p:cNvPr>
          <p:cNvSpPr txBox="1"/>
          <p:nvPr/>
        </p:nvSpPr>
        <p:spPr bwMode="gray">
          <a:xfrm>
            <a:off x="666751" y="3969285"/>
            <a:ext cx="8172450" cy="261610"/>
          </a:xfrm>
          <a:prstGeom prst="rect">
            <a:avLst/>
          </a:prstGeom>
          <a:noFill/>
        </p:spPr>
        <p:txBody>
          <a:bodyPr wrap="square">
            <a:spAutoFit/>
          </a:bodyPr>
          <a:lstStyle/>
          <a:p>
            <a:pPr marL="171450" indent="-171450">
              <a:buFont typeface="Arial" panose="020B0604020202020204" pitchFamily="34" charset="0"/>
              <a:buChar char="•"/>
            </a:pPr>
            <a:r>
              <a:rPr lang="en-US" altLang="zh-CN" sz="1100">
                <a:effectLst/>
                <a:cs typeface="SimSun" panose="02010600030101010101" pitchFamily="2" charset="-122"/>
              </a:rPr>
              <a:t>Approved indication </a:t>
            </a:r>
            <a:r>
              <a:rPr lang="zh-CN" altLang="en-US" sz="1100" u="sng">
                <a:effectLst/>
                <a:ea typeface="DengXian" panose="02010600030101010101" pitchFamily="2" charset="-122"/>
                <a:cs typeface="SimSun" panose="02010600030101010101" pitchFamily="2" charset="-122"/>
              </a:rPr>
              <a:t>本</a:t>
            </a:r>
            <a:r>
              <a:rPr lang="zh-CN" altLang="zh-CN" sz="1100" u="sng">
                <a:effectLst/>
                <a:ea typeface="DengXian" panose="02010600030101010101" pitchFamily="2" charset="-122"/>
                <a:cs typeface="SimSun" panose="02010600030101010101" pitchFamily="2" charset="-122"/>
              </a:rPr>
              <a:t>品适用于减少</a:t>
            </a:r>
            <a:r>
              <a:rPr lang="en-US" altLang="zh-CN" sz="1100" u="sng">
                <a:effectLst/>
                <a:ea typeface="DengXian" panose="02010600030101010101" pitchFamily="2" charset="-122"/>
                <a:cs typeface="SimSun" panose="02010600030101010101" pitchFamily="2" charset="-122"/>
              </a:rPr>
              <a:t>12</a:t>
            </a:r>
            <a:r>
              <a:rPr lang="zh-CN" altLang="zh-CN" sz="1100" u="sng">
                <a:effectLst/>
                <a:ea typeface="DengXian" panose="02010600030101010101" pitchFamily="2" charset="-122"/>
                <a:cs typeface="SimSun" panose="02010600030101010101" pitchFamily="2" charset="-122"/>
              </a:rPr>
              <a:t>岁及以上青少年（体重≥</a:t>
            </a:r>
            <a:r>
              <a:rPr lang="en-US" altLang="zh-CN" sz="1100" u="sng">
                <a:effectLst/>
                <a:ea typeface="DengXian" panose="02010600030101010101" pitchFamily="2" charset="-122"/>
                <a:cs typeface="SimSun" panose="02010600030101010101" pitchFamily="2" charset="-122"/>
              </a:rPr>
              <a:t>40 kg</a:t>
            </a:r>
            <a:r>
              <a:rPr lang="zh-CN" altLang="zh-CN" sz="1100" u="sng">
                <a:effectLst/>
                <a:ea typeface="DengXian" panose="02010600030101010101" pitchFamily="2" charset="-122"/>
                <a:cs typeface="SimSun" panose="02010600030101010101" pitchFamily="2" charset="-122"/>
              </a:rPr>
              <a:t>）和成人的泛发性脓疱型银屑病（</a:t>
            </a:r>
            <a:r>
              <a:rPr lang="en-US" altLang="zh-CN" sz="1100" u="sng">
                <a:effectLst/>
                <a:ea typeface="DengXian" panose="02010600030101010101" pitchFamily="2" charset="-122"/>
                <a:cs typeface="SimSun" panose="02010600030101010101" pitchFamily="2" charset="-122"/>
              </a:rPr>
              <a:t>GPP</a:t>
            </a:r>
            <a:r>
              <a:rPr lang="zh-CN" altLang="zh-CN" sz="1100" u="sng">
                <a:effectLst/>
                <a:ea typeface="DengXian" panose="02010600030101010101" pitchFamily="2" charset="-122"/>
                <a:cs typeface="SimSun" panose="02010600030101010101" pitchFamily="2" charset="-122"/>
              </a:rPr>
              <a:t>）发作</a:t>
            </a:r>
            <a:r>
              <a:rPr lang="zh-CN" altLang="zh-CN" sz="1100">
                <a:effectLst/>
                <a:ea typeface="DengXian" panose="02010600030101010101" pitchFamily="2" charset="-122"/>
                <a:cs typeface="SimSun" panose="02010600030101010101" pitchFamily="2" charset="-122"/>
              </a:rPr>
              <a:t>。</a:t>
            </a:r>
            <a:endParaRPr lang="en-US" altLang="zh-CN" sz="1100">
              <a:effectLst/>
              <a:ea typeface="DengXia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4718003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7245E5-6BDC-676D-B54D-13FFFD1DAA93}"/>
              </a:ext>
            </a:extLst>
          </p:cNvPr>
          <p:cNvSpPr>
            <a:spLocks noGrp="1"/>
          </p:cNvSpPr>
          <p:nvPr>
            <p:ph type="title"/>
          </p:nvPr>
        </p:nvSpPr>
        <p:spPr/>
        <p:txBody>
          <a:bodyPr/>
          <a:lstStyle/>
          <a:p>
            <a:r>
              <a:rPr lang="en-US" altLang="zh-CN"/>
              <a:t>Status in Other Regions </a:t>
            </a:r>
            <a:endParaRPr lang="zh-CN" altLang="en-US"/>
          </a:p>
        </p:txBody>
      </p:sp>
      <p:sp>
        <p:nvSpPr>
          <p:cNvPr id="3" name="内容占位符 2">
            <a:extLst>
              <a:ext uri="{FF2B5EF4-FFF2-40B4-BE49-F238E27FC236}">
                <a16:creationId xmlns:a16="http://schemas.microsoft.com/office/drawing/2014/main" id="{45E7D4C0-1D41-FD3A-53A1-527CC5474E52}"/>
              </a:ext>
            </a:extLst>
          </p:cNvPr>
          <p:cNvSpPr>
            <a:spLocks noGrp="1"/>
          </p:cNvSpPr>
          <p:nvPr>
            <p:ph idx="1"/>
          </p:nvPr>
        </p:nvSpPr>
        <p:spPr/>
        <p:txBody>
          <a:bodyPr/>
          <a:lstStyle/>
          <a:p>
            <a:r>
              <a:rPr lang="en-US" altLang="zh-CN"/>
              <a:t>EMA D 120 </a:t>
            </a:r>
            <a:r>
              <a:rPr lang="en-US" altLang="zh-CN" err="1"/>
              <a:t>LoQ</a:t>
            </a:r>
            <a:r>
              <a:rPr lang="en-US" altLang="zh-CN"/>
              <a:t> response submitted 18 Jan, D 150 AR received on 27 Feb, Day 180 </a:t>
            </a:r>
            <a:r>
              <a:rPr lang="en-US" altLang="zh-CN" err="1"/>
              <a:t>LoQ</a:t>
            </a:r>
            <a:r>
              <a:rPr lang="en-US" altLang="zh-CN"/>
              <a:t> by mid Mar.</a:t>
            </a:r>
          </a:p>
          <a:p>
            <a:r>
              <a:rPr lang="en-US" altLang="zh-CN"/>
              <a:t>FDA action and approval of the </a:t>
            </a:r>
            <a:r>
              <a:rPr lang="en-US" altLang="zh-CN" err="1"/>
              <a:t>Spevigo</a:t>
            </a:r>
            <a:r>
              <a:rPr lang="en-US" altLang="zh-CN"/>
              <a:t> </a:t>
            </a:r>
            <a:r>
              <a:rPr lang="en-US" altLang="zh-CN" err="1"/>
              <a:t>sBLA</a:t>
            </a:r>
            <a:r>
              <a:rPr lang="en-US" altLang="zh-CN"/>
              <a:t> on Mar 18. The approved FDA indication from the US PI is “</a:t>
            </a:r>
            <a:r>
              <a:rPr lang="en-US" altLang="zh-CN" u="sng"/>
              <a:t>SPEVIGO is an interleukin-36 receptor antagonist indicated for the treatment of generalized pustular psoriasis (GPP) in adults and pediatric patients 12 years of age and older and weighing at least 40 kg</a:t>
            </a:r>
            <a:r>
              <a:rPr lang="en-US" altLang="zh-CN"/>
              <a:t>”.</a:t>
            </a:r>
          </a:p>
          <a:p>
            <a:r>
              <a:rPr lang="en-US" altLang="zh-CN"/>
              <a:t>JP submission plans under discussion </a:t>
            </a:r>
          </a:p>
          <a:p>
            <a:r>
              <a:rPr lang="en-US" altLang="zh-CN"/>
              <a:t>Taiwan DL response due date Feb 26,</a:t>
            </a:r>
            <a:r>
              <a:rPr lang="zh-CN" altLang="en-US"/>
              <a:t> </a:t>
            </a:r>
            <a:r>
              <a:rPr lang="en-US" altLang="zh-CN"/>
              <a:t>approval is planned in JUL 2024</a:t>
            </a:r>
          </a:p>
          <a:p>
            <a:r>
              <a:rPr lang="en-US" altLang="zh-CN"/>
              <a:t>HK planned to submit on 1/15/2025 (best) or 4/15/2025 (base) , approval on 10/15/2025 or 4/15/2026</a:t>
            </a:r>
            <a:endParaRPr lang="zh-CN" altLang="en-US"/>
          </a:p>
        </p:txBody>
      </p:sp>
      <p:sp>
        <p:nvSpPr>
          <p:cNvPr id="5" name="页脚占位符 4">
            <a:extLst>
              <a:ext uri="{FF2B5EF4-FFF2-40B4-BE49-F238E27FC236}">
                <a16:creationId xmlns:a16="http://schemas.microsoft.com/office/drawing/2014/main" id="{3C9ACA62-5E45-486B-07DD-26DDFF51CBAC}"/>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74C99AE1-18D6-AA9A-B724-8CBB02D14510}"/>
              </a:ext>
            </a:extLst>
          </p:cNvPr>
          <p:cNvSpPr>
            <a:spLocks noGrp="1"/>
          </p:cNvSpPr>
          <p:nvPr>
            <p:ph type="sldNum" sz="quarter" idx="20"/>
          </p:nvPr>
        </p:nvSpPr>
        <p:spPr/>
        <p:txBody>
          <a:bodyPr/>
          <a:lstStyle/>
          <a:p>
            <a:fld id="{DF4E8F9F-5B1F-4F5B-BE49-3245D8C18D9F}" type="slidenum">
              <a:rPr lang="en-US" smtClean="0"/>
              <a:pPr/>
              <a:t>50</a:t>
            </a:fld>
            <a:endParaRPr lang="en-US"/>
          </a:p>
        </p:txBody>
      </p:sp>
    </p:spTree>
    <p:extLst>
      <p:ext uri="{BB962C8B-B14F-4D97-AF65-F5344CB8AC3E}">
        <p14:creationId xmlns:p14="http://schemas.microsoft.com/office/powerpoint/2010/main" val="15196877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OTLSHAPE_T_e17f3958430f4cff8650518c93c7635e_Shape">
            <a:extLst>
              <a:ext uri="{FF2B5EF4-FFF2-40B4-BE49-F238E27FC236}">
                <a16:creationId xmlns:a16="http://schemas.microsoft.com/office/drawing/2014/main" id="{07E42ACD-A2F8-4728-B6CF-C04ED2C88E64}"/>
              </a:ext>
            </a:extLst>
          </p:cNvPr>
          <p:cNvSpPr/>
          <p:nvPr>
            <p:custDataLst>
              <p:tags r:id="rId1"/>
            </p:custDataLst>
          </p:nvPr>
        </p:nvSpPr>
        <p:spPr bwMode="auto">
          <a:xfrm>
            <a:off x="5314176" y="1434248"/>
            <a:ext cx="3231472"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3" name="Title 2"/>
          <p:cNvSpPr>
            <a:spLocks noGrp="1"/>
          </p:cNvSpPr>
          <p:nvPr>
            <p:ph type="title"/>
          </p:nvPr>
        </p:nvSpPr>
        <p:spPr>
          <a:xfrm>
            <a:off x="114766" y="21485"/>
            <a:ext cx="8424863" cy="540000"/>
          </a:xfrm>
        </p:spPr>
        <p:txBody>
          <a:bodyPr>
            <a:normAutofit fontScale="90000"/>
          </a:bodyPr>
          <a:lstStyle/>
          <a:p>
            <a:r>
              <a:rPr lang="en-US" sz="2000" u="sng">
                <a:latin typeface="Calibri" panose="020F0502020204030204" pitchFamily="34" charset="0"/>
                <a:cs typeface="Calibri" panose="020F0502020204030204" pitchFamily="34" charset="0"/>
              </a:rPr>
              <a:t>Ongoing:</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655130 (Anti-IL36R): General Pustular Psoriasis (GPP)</a:t>
            </a:r>
          </a:p>
        </p:txBody>
      </p:sp>
      <p:sp>
        <p:nvSpPr>
          <p:cNvPr id="14" name="灯片编号占位符 13"/>
          <p:cNvSpPr>
            <a:spLocks noGrp="1"/>
          </p:cNvSpPr>
          <p:nvPr>
            <p:ph type="sldNum" sz="quarter" idx="20"/>
          </p:nvPr>
        </p:nvSpPr>
        <p:spPr/>
        <p:txBody>
          <a:bodyPr/>
          <a:lstStyle/>
          <a:p>
            <a:pPr defTabSz="914310">
              <a:defRPr/>
            </a:pPr>
            <a:fld id="{143B55C4-4F5A-416B-997D-6CE47EB0A945}" type="slidenum">
              <a:rPr lang="en-GB" sz="800">
                <a:solidFill>
                  <a:srgbClr val="7F7F7F"/>
                </a:solidFill>
                <a:latin typeface="BISans" panose="02000503040000020004" pitchFamily="2" charset="0"/>
              </a:rPr>
              <a:pPr defTabSz="914310">
                <a:defRPr/>
              </a:pPr>
              <a:t>51</a:t>
            </a:fld>
            <a:endParaRPr lang="en-GB" sz="800">
              <a:solidFill>
                <a:srgbClr val="7F7F7F"/>
              </a:solidFill>
              <a:latin typeface="BISans" panose="02000503040000020004" pitchFamily="2" charset="0"/>
            </a:endParaRPr>
          </a:p>
        </p:txBody>
      </p:sp>
      <p:graphicFrame>
        <p:nvGraphicFramePr>
          <p:cNvPr id="4"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77660" y="736746"/>
          <a:ext cx="8780544" cy="514350"/>
        </p:xfrm>
        <a:graphic>
          <a:graphicData uri="http://schemas.openxmlformats.org/drawingml/2006/table">
            <a:tbl>
              <a:tblPr firstRow="1" bandRow="1"/>
              <a:tblGrid>
                <a:gridCol w="365856">
                  <a:extLst>
                    <a:ext uri="{9D8B030D-6E8A-4147-A177-3AD203B41FA5}">
                      <a16:colId xmlns:a16="http://schemas.microsoft.com/office/drawing/2014/main" val="3814213346"/>
                    </a:ext>
                  </a:extLst>
                </a:gridCol>
                <a:gridCol w="365856">
                  <a:extLst>
                    <a:ext uri="{9D8B030D-6E8A-4147-A177-3AD203B41FA5}">
                      <a16:colId xmlns:a16="http://schemas.microsoft.com/office/drawing/2014/main" val="1475078696"/>
                    </a:ext>
                  </a:extLst>
                </a:gridCol>
                <a:gridCol w="365856">
                  <a:extLst>
                    <a:ext uri="{9D8B030D-6E8A-4147-A177-3AD203B41FA5}">
                      <a16:colId xmlns:a16="http://schemas.microsoft.com/office/drawing/2014/main" val="1246310367"/>
                    </a:ext>
                  </a:extLst>
                </a:gridCol>
                <a:gridCol w="365856">
                  <a:extLst>
                    <a:ext uri="{9D8B030D-6E8A-4147-A177-3AD203B41FA5}">
                      <a16:colId xmlns:a16="http://schemas.microsoft.com/office/drawing/2014/main" val="1310408403"/>
                    </a:ext>
                  </a:extLst>
                </a:gridCol>
                <a:gridCol w="365856">
                  <a:extLst>
                    <a:ext uri="{9D8B030D-6E8A-4147-A177-3AD203B41FA5}">
                      <a16:colId xmlns:a16="http://schemas.microsoft.com/office/drawing/2014/main" val="3091663135"/>
                    </a:ext>
                  </a:extLst>
                </a:gridCol>
                <a:gridCol w="365856">
                  <a:extLst>
                    <a:ext uri="{9D8B030D-6E8A-4147-A177-3AD203B41FA5}">
                      <a16:colId xmlns:a16="http://schemas.microsoft.com/office/drawing/2014/main" val="2003423086"/>
                    </a:ext>
                  </a:extLst>
                </a:gridCol>
                <a:gridCol w="365856">
                  <a:extLst>
                    <a:ext uri="{9D8B030D-6E8A-4147-A177-3AD203B41FA5}">
                      <a16:colId xmlns:a16="http://schemas.microsoft.com/office/drawing/2014/main" val="2466911814"/>
                    </a:ext>
                  </a:extLst>
                </a:gridCol>
                <a:gridCol w="365856">
                  <a:extLst>
                    <a:ext uri="{9D8B030D-6E8A-4147-A177-3AD203B41FA5}">
                      <a16:colId xmlns:a16="http://schemas.microsoft.com/office/drawing/2014/main" val="3023231563"/>
                    </a:ext>
                  </a:extLst>
                </a:gridCol>
                <a:gridCol w="365856">
                  <a:extLst>
                    <a:ext uri="{9D8B030D-6E8A-4147-A177-3AD203B41FA5}">
                      <a16:colId xmlns:a16="http://schemas.microsoft.com/office/drawing/2014/main" val="3411862845"/>
                    </a:ext>
                  </a:extLst>
                </a:gridCol>
                <a:gridCol w="365856">
                  <a:extLst>
                    <a:ext uri="{9D8B030D-6E8A-4147-A177-3AD203B41FA5}">
                      <a16:colId xmlns:a16="http://schemas.microsoft.com/office/drawing/2014/main" val="2851474774"/>
                    </a:ext>
                  </a:extLst>
                </a:gridCol>
                <a:gridCol w="365856">
                  <a:extLst>
                    <a:ext uri="{9D8B030D-6E8A-4147-A177-3AD203B41FA5}">
                      <a16:colId xmlns:a16="http://schemas.microsoft.com/office/drawing/2014/main" val="107595344"/>
                    </a:ext>
                  </a:extLst>
                </a:gridCol>
                <a:gridCol w="365856">
                  <a:extLst>
                    <a:ext uri="{9D8B030D-6E8A-4147-A177-3AD203B41FA5}">
                      <a16:colId xmlns:a16="http://schemas.microsoft.com/office/drawing/2014/main" val="1666999431"/>
                    </a:ext>
                  </a:extLst>
                </a:gridCol>
                <a:gridCol w="365856">
                  <a:extLst>
                    <a:ext uri="{9D8B030D-6E8A-4147-A177-3AD203B41FA5}">
                      <a16:colId xmlns:a16="http://schemas.microsoft.com/office/drawing/2014/main" val="3696607442"/>
                    </a:ext>
                  </a:extLst>
                </a:gridCol>
                <a:gridCol w="365856">
                  <a:extLst>
                    <a:ext uri="{9D8B030D-6E8A-4147-A177-3AD203B41FA5}">
                      <a16:colId xmlns:a16="http://schemas.microsoft.com/office/drawing/2014/main" val="223989776"/>
                    </a:ext>
                  </a:extLst>
                </a:gridCol>
                <a:gridCol w="365856">
                  <a:extLst>
                    <a:ext uri="{9D8B030D-6E8A-4147-A177-3AD203B41FA5}">
                      <a16:colId xmlns:a16="http://schemas.microsoft.com/office/drawing/2014/main" val="124731204"/>
                    </a:ext>
                  </a:extLst>
                </a:gridCol>
                <a:gridCol w="365856">
                  <a:extLst>
                    <a:ext uri="{9D8B030D-6E8A-4147-A177-3AD203B41FA5}">
                      <a16:colId xmlns:a16="http://schemas.microsoft.com/office/drawing/2014/main" val="3066978585"/>
                    </a:ext>
                  </a:extLst>
                </a:gridCol>
                <a:gridCol w="365856">
                  <a:extLst>
                    <a:ext uri="{9D8B030D-6E8A-4147-A177-3AD203B41FA5}">
                      <a16:colId xmlns:a16="http://schemas.microsoft.com/office/drawing/2014/main" val="1064917641"/>
                    </a:ext>
                  </a:extLst>
                </a:gridCol>
                <a:gridCol w="365856">
                  <a:extLst>
                    <a:ext uri="{9D8B030D-6E8A-4147-A177-3AD203B41FA5}">
                      <a16:colId xmlns:a16="http://schemas.microsoft.com/office/drawing/2014/main" val="4221117315"/>
                    </a:ext>
                  </a:extLst>
                </a:gridCol>
                <a:gridCol w="365856">
                  <a:extLst>
                    <a:ext uri="{9D8B030D-6E8A-4147-A177-3AD203B41FA5}">
                      <a16:colId xmlns:a16="http://schemas.microsoft.com/office/drawing/2014/main" val="3266065341"/>
                    </a:ext>
                  </a:extLst>
                </a:gridCol>
                <a:gridCol w="365856">
                  <a:extLst>
                    <a:ext uri="{9D8B030D-6E8A-4147-A177-3AD203B41FA5}">
                      <a16:colId xmlns:a16="http://schemas.microsoft.com/office/drawing/2014/main" val="2374051224"/>
                    </a:ext>
                  </a:extLst>
                </a:gridCol>
                <a:gridCol w="365856">
                  <a:extLst>
                    <a:ext uri="{9D8B030D-6E8A-4147-A177-3AD203B41FA5}">
                      <a16:colId xmlns:a16="http://schemas.microsoft.com/office/drawing/2014/main" val="1840388365"/>
                    </a:ext>
                  </a:extLst>
                </a:gridCol>
                <a:gridCol w="365856">
                  <a:extLst>
                    <a:ext uri="{9D8B030D-6E8A-4147-A177-3AD203B41FA5}">
                      <a16:colId xmlns:a16="http://schemas.microsoft.com/office/drawing/2014/main" val="267750830"/>
                    </a:ext>
                  </a:extLst>
                </a:gridCol>
                <a:gridCol w="365856">
                  <a:extLst>
                    <a:ext uri="{9D8B030D-6E8A-4147-A177-3AD203B41FA5}">
                      <a16:colId xmlns:a16="http://schemas.microsoft.com/office/drawing/2014/main" val="3966469970"/>
                    </a:ext>
                  </a:extLst>
                </a:gridCol>
                <a:gridCol w="365856">
                  <a:extLst>
                    <a:ext uri="{9D8B030D-6E8A-4147-A177-3AD203B41FA5}">
                      <a16:colId xmlns:a16="http://schemas.microsoft.com/office/drawing/2014/main" val="2522973146"/>
                    </a:ext>
                  </a:extLst>
                </a:gridCol>
              </a:tblGrid>
              <a:tr h="194310">
                <a:tc gridSpan="2">
                  <a:txBody>
                    <a:bodyPr/>
                    <a:lstStyle/>
                    <a:p>
                      <a:pPr algn="ctr"/>
                      <a:r>
                        <a:rPr lang="en-US" altLang="zh-CN" sz="800" b="1">
                          <a:solidFill>
                            <a:schemeClr val="bg1"/>
                          </a:solidFill>
                          <a:latin typeface="Arial" panose="020B0604020202020204" pitchFamily="34" charset="0"/>
                          <a:cs typeface="Arial" panose="020B0604020202020204" pitchFamily="34" charset="0"/>
                        </a:rPr>
                        <a:t>2020</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800" b="1">
                          <a:solidFill>
                            <a:schemeClr val="bg1"/>
                          </a:solidFill>
                          <a:latin typeface="Arial" panose="020B0604020202020204" pitchFamily="34" charset="0"/>
                          <a:cs typeface="Arial" panose="020B0604020202020204" pitchFamily="34" charset="0"/>
                        </a:rPr>
                        <a:t>2021</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2022</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2023</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2024</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2025</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2024</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47" name="OTLSHAPE_T_5a934a26f311425e8ebaa0f45e6533ad_Shape">
            <a:extLst>
              <a:ext uri="{FF2B5EF4-FFF2-40B4-BE49-F238E27FC236}">
                <a16:creationId xmlns:a16="http://schemas.microsoft.com/office/drawing/2014/main" id="{A1E70551-578A-4B35-ACAC-04BA6E603952}"/>
              </a:ext>
            </a:extLst>
          </p:cNvPr>
          <p:cNvSpPr/>
          <p:nvPr>
            <p:custDataLst>
              <p:tags r:id="rId2"/>
            </p:custDataLst>
          </p:nvPr>
        </p:nvSpPr>
        <p:spPr bwMode="auto">
          <a:xfrm>
            <a:off x="2638665" y="1839439"/>
            <a:ext cx="6353225" cy="19236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64" name="Rectangle 63"/>
          <p:cNvSpPr/>
          <p:nvPr/>
        </p:nvSpPr>
        <p:spPr>
          <a:xfrm>
            <a:off x="-5813" y="1997600"/>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FSS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65" name="OTLSHAPE_T_e17f3958430f4cff8650518c93c7635e_Shape">
            <a:extLst>
              <a:ext uri="{FF2B5EF4-FFF2-40B4-BE49-F238E27FC236}">
                <a16:creationId xmlns:a16="http://schemas.microsoft.com/office/drawing/2014/main" id="{B4E8BEE0-0EB3-40D8-9AA2-B2BC6D502A8C}"/>
              </a:ext>
            </a:extLst>
          </p:cNvPr>
          <p:cNvSpPr/>
          <p:nvPr>
            <p:custDataLst>
              <p:tags r:id="rId3"/>
            </p:custDataLst>
          </p:nvPr>
        </p:nvSpPr>
        <p:spPr bwMode="auto">
          <a:xfrm>
            <a:off x="68938" y="1832112"/>
            <a:ext cx="2585041"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N=130</a:t>
            </a:r>
          </a:p>
        </p:txBody>
      </p:sp>
      <p:sp>
        <p:nvSpPr>
          <p:cNvPr id="66" name="OTLSHAPE_T_e17f3958430f4cff8650518c93c7635e_StartDate">
            <a:extLst>
              <a:ext uri="{FF2B5EF4-FFF2-40B4-BE49-F238E27FC236}">
                <a16:creationId xmlns:a16="http://schemas.microsoft.com/office/drawing/2014/main" id="{9224C17E-1AA1-4096-A3FD-25D6FD8BA444}"/>
              </a:ext>
            </a:extLst>
          </p:cNvPr>
          <p:cNvSpPr txBox="1"/>
          <p:nvPr>
            <p:custDataLst>
              <p:tags r:id="rId4"/>
            </p:custDataLst>
          </p:nvPr>
        </p:nvSpPr>
        <p:spPr>
          <a:xfrm>
            <a:off x="-86220" y="172720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May 2019</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68" name="Rectangle 67"/>
          <p:cNvSpPr/>
          <p:nvPr/>
        </p:nvSpPr>
        <p:spPr>
          <a:xfrm>
            <a:off x="2531020" y="1997600"/>
            <a:ext cx="290464"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69"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2349735" y="172720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Feb 2023</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78" name="Star: 4 Points 143">
            <a:extLst>
              <a:ext uri="{FF2B5EF4-FFF2-40B4-BE49-F238E27FC236}">
                <a16:creationId xmlns:a16="http://schemas.microsoft.com/office/drawing/2014/main" id="{B361C849-6669-4EC4-A9AD-EB1BCC463147}"/>
              </a:ext>
            </a:extLst>
          </p:cNvPr>
          <p:cNvSpPr/>
          <p:nvPr/>
        </p:nvSpPr>
        <p:spPr bwMode="auto">
          <a:xfrm>
            <a:off x="2600164" y="194661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B361C849-6669-4EC4-A9AD-EB1BCC463147}"/>
              </a:ext>
            </a:extLst>
          </p:cNvPr>
          <p:cNvSpPr/>
          <p:nvPr/>
        </p:nvSpPr>
        <p:spPr bwMode="auto">
          <a:xfrm>
            <a:off x="14380" y="196441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99" name="Rectangle 98"/>
          <p:cNvSpPr/>
          <p:nvPr/>
        </p:nvSpPr>
        <p:spPr>
          <a:xfrm>
            <a:off x="8755793" y="1997600"/>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LSC</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0" name="OTLSHAPE_T_e17f3958430f4cff8650518c93c7635e_StartDate">
            <a:extLst>
              <a:ext uri="{FF2B5EF4-FFF2-40B4-BE49-F238E27FC236}">
                <a16:creationId xmlns:a16="http://schemas.microsoft.com/office/drawing/2014/main" id="{9224C17E-1AA1-4096-A3FD-25D6FD8BA444}"/>
              </a:ext>
            </a:extLst>
          </p:cNvPr>
          <p:cNvSpPr txBox="1"/>
          <p:nvPr>
            <p:custDataLst>
              <p:tags r:id="rId6"/>
            </p:custDataLst>
          </p:nvPr>
        </p:nvSpPr>
        <p:spPr>
          <a:xfrm>
            <a:off x="8661452" y="172720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Jan 2028</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1" name="Star: 4 Points 143">
            <a:extLst>
              <a:ext uri="{FF2B5EF4-FFF2-40B4-BE49-F238E27FC236}">
                <a16:creationId xmlns:a16="http://schemas.microsoft.com/office/drawing/2014/main" id="{B361C849-6669-4EC4-A9AD-EB1BCC463147}"/>
              </a:ext>
            </a:extLst>
          </p:cNvPr>
          <p:cNvSpPr/>
          <p:nvPr/>
        </p:nvSpPr>
        <p:spPr bwMode="auto">
          <a:xfrm>
            <a:off x="8938153" y="193602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52" name="OTLSHAPE_T_e17f3958430f4cff8650518c93c7635e_Shape">
            <a:extLst>
              <a:ext uri="{FF2B5EF4-FFF2-40B4-BE49-F238E27FC236}">
                <a16:creationId xmlns:a16="http://schemas.microsoft.com/office/drawing/2014/main" id="{B4E8BEE0-0EB3-40D8-9AA2-B2BC6D502A8C}"/>
              </a:ext>
            </a:extLst>
          </p:cNvPr>
          <p:cNvSpPr/>
          <p:nvPr>
            <p:custDataLst>
              <p:tags r:id="rId7"/>
            </p:custDataLst>
          </p:nvPr>
        </p:nvSpPr>
        <p:spPr bwMode="auto">
          <a:xfrm>
            <a:off x="688920" y="3439613"/>
            <a:ext cx="1480818"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800" b="1">
                <a:solidFill>
                  <a:srgbClr val="000000"/>
                </a:solidFill>
                <a:latin typeface="Calibri"/>
                <a:ea typeface="等线" panose="02010600030101010101" pitchFamily="2" charset="-122"/>
                <a:cs typeface="Calibri"/>
              </a:rPr>
              <a:t>N=14</a:t>
            </a:r>
            <a:endParaRPr lang="en-US" altLang="zh-CN" sz="800" b="1">
              <a:solidFill>
                <a:srgbClr val="C73635"/>
              </a:solidFill>
              <a:latin typeface="Calibri"/>
              <a:ea typeface="等线" panose="02010600030101010101" pitchFamily="2" charset="-122"/>
              <a:cs typeface="Calibri"/>
            </a:endParaRPr>
          </a:p>
        </p:txBody>
      </p:sp>
      <p:sp>
        <p:nvSpPr>
          <p:cNvPr id="59" name="OTLSHAPE_T_e17f3958430f4cff8650518c93c7635e_StartDate">
            <a:extLst>
              <a:ext uri="{FF2B5EF4-FFF2-40B4-BE49-F238E27FC236}">
                <a16:creationId xmlns:a16="http://schemas.microsoft.com/office/drawing/2014/main" id="{9224C17E-1AA1-4096-A3FD-25D6FD8BA444}"/>
              </a:ext>
            </a:extLst>
          </p:cNvPr>
          <p:cNvSpPr txBox="1"/>
          <p:nvPr>
            <p:custDataLst>
              <p:tags r:id="rId8"/>
            </p:custDataLst>
          </p:nvPr>
        </p:nvSpPr>
        <p:spPr>
          <a:xfrm>
            <a:off x="279070" y="3351846"/>
            <a:ext cx="851990"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Sep 2020</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60" name="Star: 4 Points 143">
            <a:extLst>
              <a:ext uri="{FF2B5EF4-FFF2-40B4-BE49-F238E27FC236}">
                <a16:creationId xmlns:a16="http://schemas.microsoft.com/office/drawing/2014/main" id="{B361C849-6669-4EC4-A9AD-EB1BCC463147}"/>
              </a:ext>
            </a:extLst>
          </p:cNvPr>
          <p:cNvSpPr/>
          <p:nvPr/>
        </p:nvSpPr>
        <p:spPr bwMode="auto">
          <a:xfrm>
            <a:off x="604825" y="354663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61" name="Rectangle 60"/>
          <p:cNvSpPr/>
          <p:nvPr/>
        </p:nvSpPr>
        <p:spPr>
          <a:xfrm>
            <a:off x="462574" y="3641507"/>
            <a:ext cx="38183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a:t>
            </a:r>
            <a:r>
              <a:rPr lang="en-US" altLang="zh-CN" sz="600" b="1" baseline="30000">
                <a:solidFill>
                  <a:srgbClr val="44546A"/>
                </a:solidFill>
                <a:latin typeface="Calibri" panose="020F0502020204030204" pitchFamily="34" charset="0"/>
                <a:ea typeface="等线" panose="02010600030101010101" pitchFamily="2" charset="-122"/>
                <a:cs typeface="Calibri" panose="020F0502020204030204" pitchFamily="34" charset="0"/>
              </a:rPr>
              <a:t>st</a:t>
            </a: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 SIV</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97" name="TextBox 96"/>
          <p:cNvSpPr txBox="1"/>
          <p:nvPr/>
        </p:nvSpPr>
        <p:spPr>
          <a:xfrm>
            <a:off x="7150" y="3372860"/>
            <a:ext cx="483671"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Ph2 OLE-1368.25</a:t>
            </a:r>
          </a:p>
        </p:txBody>
      </p:sp>
      <p:sp>
        <p:nvSpPr>
          <p:cNvPr id="146" name="TextBox 145"/>
          <p:cNvSpPr txBox="1"/>
          <p:nvPr/>
        </p:nvSpPr>
        <p:spPr>
          <a:xfrm>
            <a:off x="8265" y="1804364"/>
            <a:ext cx="471376"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Ph3 OLE-1368.25</a:t>
            </a:r>
          </a:p>
        </p:txBody>
      </p:sp>
      <p:sp>
        <p:nvSpPr>
          <p:cNvPr id="147" name="TextBox 146"/>
          <p:cNvSpPr txBox="1"/>
          <p:nvPr/>
        </p:nvSpPr>
        <p:spPr>
          <a:xfrm>
            <a:off x="8268" y="2228966"/>
            <a:ext cx="464405"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Ph2b-1368.27</a:t>
            </a:r>
          </a:p>
        </p:txBody>
      </p:sp>
      <p:cxnSp>
        <p:nvCxnSpPr>
          <p:cNvPr id="148" name="Straight Connector 147">
            <a:extLst>
              <a:ext uri="{FF2B5EF4-FFF2-40B4-BE49-F238E27FC236}">
                <a16:creationId xmlns:a16="http://schemas.microsoft.com/office/drawing/2014/main" id="{9C165100-0114-4167-8FF0-BFF01B293D04}"/>
              </a:ext>
            </a:extLst>
          </p:cNvPr>
          <p:cNvCxnSpPr>
            <a:cxnSpLocks/>
          </p:cNvCxnSpPr>
          <p:nvPr/>
        </p:nvCxnSpPr>
        <p:spPr bwMode="auto">
          <a:xfrm flipH="1">
            <a:off x="31415" y="2673848"/>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73" name="TextBox 172"/>
          <p:cNvSpPr txBox="1"/>
          <p:nvPr/>
        </p:nvSpPr>
        <p:spPr>
          <a:xfrm>
            <a:off x="-16852" y="3803913"/>
            <a:ext cx="507669" cy="369332"/>
          </a:xfrm>
          <a:prstGeom prst="rect">
            <a:avLst/>
          </a:prstGeom>
          <a:noFill/>
          <a:ln>
            <a:solidFill>
              <a:schemeClr val="accent1"/>
            </a:solidFill>
          </a:ln>
        </p:spPr>
        <p:txBody>
          <a:bodyPr wrap="square" lIns="0" tIns="0" rIns="0" bIns="0" rtlCol="0">
            <a:spAutoFit/>
          </a:bodyPr>
          <a:lstStyle>
            <a:defPPr>
              <a:defRPr lang="de-DE"/>
            </a:defPPr>
            <a:lvl1pPr marR="0" lvl="0" indent="0" algn="ctr"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914310">
              <a:defRPr/>
            </a:pPr>
            <a:r>
              <a:rPr lang="en-US"/>
              <a:t>Ph2b-1368.27 (</a:t>
            </a:r>
            <a:r>
              <a:rPr lang="en-US" err="1"/>
              <a:t>Effisayil</a:t>
            </a:r>
            <a:r>
              <a:rPr lang="en-US"/>
              <a:t> 2)</a:t>
            </a:r>
          </a:p>
        </p:txBody>
      </p:sp>
      <p:sp>
        <p:nvSpPr>
          <p:cNvPr id="2" name="Isosceles Triangle 1"/>
          <p:cNvSpPr/>
          <p:nvPr/>
        </p:nvSpPr>
        <p:spPr>
          <a:xfrm rot="16200000" flipH="1">
            <a:off x="-150742" y="90196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129" name="Isosceles Triangle 128"/>
          <p:cNvSpPr/>
          <p:nvPr/>
        </p:nvSpPr>
        <p:spPr>
          <a:xfrm rot="5400000">
            <a:off x="8802712"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Opti"/>
            </a:endParaRPr>
          </a:p>
        </p:txBody>
      </p:sp>
      <p:sp>
        <p:nvSpPr>
          <p:cNvPr id="119" name="OTLSHAPE_T_5a934a26f311425e8ebaa0f45e6533ad_Shape">
            <a:extLst>
              <a:ext uri="{FF2B5EF4-FFF2-40B4-BE49-F238E27FC236}">
                <a16:creationId xmlns:a16="http://schemas.microsoft.com/office/drawing/2014/main" id="{A1E70551-578A-4B35-ACAC-04BA6E603952}"/>
              </a:ext>
            </a:extLst>
          </p:cNvPr>
          <p:cNvSpPr/>
          <p:nvPr>
            <p:custDataLst>
              <p:tags r:id="rId9"/>
            </p:custDataLst>
          </p:nvPr>
        </p:nvSpPr>
        <p:spPr bwMode="auto">
          <a:xfrm>
            <a:off x="2176366" y="3450321"/>
            <a:ext cx="6815525"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120" name="Rectangle 119"/>
          <p:cNvSpPr/>
          <p:nvPr/>
        </p:nvSpPr>
        <p:spPr>
          <a:xfrm>
            <a:off x="2016817" y="3641507"/>
            <a:ext cx="290464"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21" name="OTLSHAPE_T_e17f3958430f4cff8650518c93c7635e_StartDate">
            <a:extLst>
              <a:ext uri="{FF2B5EF4-FFF2-40B4-BE49-F238E27FC236}">
                <a16:creationId xmlns:a16="http://schemas.microsoft.com/office/drawing/2014/main" id="{9224C17E-1AA1-4096-A3FD-25D6FD8BA444}"/>
              </a:ext>
            </a:extLst>
          </p:cNvPr>
          <p:cNvSpPr txBox="1"/>
          <p:nvPr>
            <p:custDataLst>
              <p:tags r:id="rId10"/>
            </p:custDataLst>
          </p:nvPr>
        </p:nvSpPr>
        <p:spPr>
          <a:xfrm>
            <a:off x="1888135" y="3351846"/>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Oct 2022 </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22" name="Star: 4 Points 143">
            <a:extLst>
              <a:ext uri="{FF2B5EF4-FFF2-40B4-BE49-F238E27FC236}">
                <a16:creationId xmlns:a16="http://schemas.microsoft.com/office/drawing/2014/main" id="{B361C849-6669-4EC4-A9AD-EB1BCC463147}"/>
              </a:ext>
            </a:extLst>
          </p:cNvPr>
          <p:cNvSpPr/>
          <p:nvPr/>
        </p:nvSpPr>
        <p:spPr bwMode="auto">
          <a:xfrm>
            <a:off x="2094061" y="354663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37" name="Rectangle 136"/>
          <p:cNvSpPr/>
          <p:nvPr/>
        </p:nvSpPr>
        <p:spPr>
          <a:xfrm>
            <a:off x="8811907" y="3641507"/>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LSC</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42" name="Star: 4 Points 143">
            <a:extLst>
              <a:ext uri="{FF2B5EF4-FFF2-40B4-BE49-F238E27FC236}">
                <a16:creationId xmlns:a16="http://schemas.microsoft.com/office/drawing/2014/main" id="{B361C849-6669-4EC4-A9AD-EB1BCC463147}"/>
              </a:ext>
            </a:extLst>
          </p:cNvPr>
          <p:cNvSpPr/>
          <p:nvPr/>
        </p:nvSpPr>
        <p:spPr bwMode="auto">
          <a:xfrm>
            <a:off x="8919061" y="354663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59" name="OTLSHAPE_T_5a934a26f311425e8ebaa0f45e6533ad_Shape">
            <a:extLst>
              <a:ext uri="{FF2B5EF4-FFF2-40B4-BE49-F238E27FC236}">
                <a16:creationId xmlns:a16="http://schemas.microsoft.com/office/drawing/2014/main" id="{A1E70551-578A-4B35-ACAC-04BA6E603952}"/>
              </a:ext>
            </a:extLst>
          </p:cNvPr>
          <p:cNvSpPr/>
          <p:nvPr>
            <p:custDataLst>
              <p:tags r:id="rId11"/>
            </p:custDataLst>
          </p:nvPr>
        </p:nvSpPr>
        <p:spPr bwMode="auto">
          <a:xfrm>
            <a:off x="1566982" y="4376854"/>
            <a:ext cx="820530" cy="19236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164" name="OTLSHAPE_T_e17f3958430f4cff8650518c93c7635e_Shape">
            <a:extLst>
              <a:ext uri="{FF2B5EF4-FFF2-40B4-BE49-F238E27FC236}">
                <a16:creationId xmlns:a16="http://schemas.microsoft.com/office/drawing/2014/main" id="{B4E8BEE0-0EB3-40D8-9AA2-B2BC6D502A8C}"/>
              </a:ext>
            </a:extLst>
          </p:cNvPr>
          <p:cNvSpPr/>
          <p:nvPr>
            <p:custDataLst>
              <p:tags r:id="rId12"/>
            </p:custDataLst>
          </p:nvPr>
        </p:nvSpPr>
        <p:spPr bwMode="auto">
          <a:xfrm>
            <a:off x="784111" y="4364582"/>
            <a:ext cx="781799"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China ML N=18, TW N=4</a:t>
            </a:r>
            <a:endParaRPr lang="zh-CN" altLang="en-US" sz="7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69" name="OTLSHAPE_T_e17f3958430f4cff8650518c93c7635e_Shape">
            <a:extLst>
              <a:ext uri="{FF2B5EF4-FFF2-40B4-BE49-F238E27FC236}">
                <a16:creationId xmlns:a16="http://schemas.microsoft.com/office/drawing/2014/main" id="{BB8CA441-CAF3-49DE-9132-10328C7407DA}"/>
              </a:ext>
            </a:extLst>
          </p:cNvPr>
          <p:cNvSpPr/>
          <p:nvPr>
            <p:custDataLst>
              <p:tags r:id="rId13"/>
            </p:custDataLst>
          </p:nvPr>
        </p:nvSpPr>
        <p:spPr bwMode="auto">
          <a:xfrm>
            <a:off x="187722" y="4350199"/>
            <a:ext cx="596386"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CTA Review + EC + HGRAC + 1</a:t>
            </a:r>
            <a:r>
              <a:rPr lang="en-US" altLang="zh-CN" sz="600" b="1" baseline="30000">
                <a:solidFill>
                  <a:srgbClr val="000000"/>
                </a:solidFill>
                <a:latin typeface="Calibri" panose="020F0502020204030204" pitchFamily="34" charset="0"/>
                <a:ea typeface="等线" panose="02010600030101010101" pitchFamily="2" charset="-122"/>
                <a:cs typeface="Calibri" panose="020F0502020204030204" pitchFamily="34" charset="0"/>
              </a:rPr>
              <a:t>st</a:t>
            </a: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 SIV</a:t>
            </a:r>
            <a:endParaRPr lang="zh-CN" altLang="en-US" sz="6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70" name="Star: 4 Points 143">
            <a:extLst>
              <a:ext uri="{FF2B5EF4-FFF2-40B4-BE49-F238E27FC236}">
                <a16:creationId xmlns:a16="http://schemas.microsoft.com/office/drawing/2014/main" id="{B361C849-6669-4EC4-A9AD-EB1BCC463147}"/>
              </a:ext>
            </a:extLst>
          </p:cNvPr>
          <p:cNvSpPr/>
          <p:nvPr/>
        </p:nvSpPr>
        <p:spPr bwMode="auto">
          <a:xfrm>
            <a:off x="1503670" y="448365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86" name="OTLSHAPE_T_e17f3958430f4cff8650518c93c7635e_StartDate">
            <a:extLst>
              <a:ext uri="{FF2B5EF4-FFF2-40B4-BE49-F238E27FC236}">
                <a16:creationId xmlns:a16="http://schemas.microsoft.com/office/drawing/2014/main" id="{9224C17E-1AA1-4096-A3FD-25D6FD8BA444}"/>
              </a:ext>
            </a:extLst>
          </p:cNvPr>
          <p:cNvSpPr txBox="1"/>
          <p:nvPr>
            <p:custDataLst>
              <p:tags r:id="rId14"/>
            </p:custDataLst>
          </p:nvPr>
        </p:nvSpPr>
        <p:spPr>
          <a:xfrm>
            <a:off x="-8670" y="426071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Jan 2020</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87" name="OTLSHAPE_T_e17f3958430f4cff8650518c93c7635e_StartDate">
            <a:extLst>
              <a:ext uri="{FF2B5EF4-FFF2-40B4-BE49-F238E27FC236}">
                <a16:creationId xmlns:a16="http://schemas.microsoft.com/office/drawing/2014/main" id="{9224C17E-1AA1-4096-A3FD-25D6FD8BA444}"/>
              </a:ext>
            </a:extLst>
          </p:cNvPr>
          <p:cNvSpPr txBox="1"/>
          <p:nvPr>
            <p:custDataLst>
              <p:tags r:id="rId15"/>
            </p:custDataLst>
          </p:nvPr>
        </p:nvSpPr>
        <p:spPr>
          <a:xfrm>
            <a:off x="543349" y="4260711"/>
            <a:ext cx="554971"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 Oct 2020</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88" name="Star: 4 Points 143">
            <a:extLst>
              <a:ext uri="{FF2B5EF4-FFF2-40B4-BE49-F238E27FC236}">
                <a16:creationId xmlns:a16="http://schemas.microsoft.com/office/drawing/2014/main" id="{B361C849-6669-4EC4-A9AD-EB1BCC463147}"/>
              </a:ext>
            </a:extLst>
          </p:cNvPr>
          <p:cNvSpPr/>
          <p:nvPr/>
        </p:nvSpPr>
        <p:spPr bwMode="auto">
          <a:xfrm>
            <a:off x="696025" y="4483652"/>
            <a:ext cx="138182" cy="140861"/>
          </a:xfrm>
          <a:prstGeom prst="star4">
            <a:avLst>
              <a:gd name="adj" fmla="val 10139"/>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89" name="Rectangle 188"/>
          <p:cNvSpPr/>
          <p:nvPr/>
        </p:nvSpPr>
        <p:spPr>
          <a:xfrm>
            <a:off x="628868" y="4554122"/>
            <a:ext cx="38183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a:t>
            </a:r>
            <a:r>
              <a:rPr lang="en-US" altLang="zh-CN" sz="600" b="1" baseline="30000">
                <a:solidFill>
                  <a:srgbClr val="44546A"/>
                </a:solidFill>
                <a:latin typeface="Calibri" panose="020F0502020204030204" pitchFamily="34" charset="0"/>
                <a:ea typeface="等线" panose="02010600030101010101" pitchFamily="2" charset="-122"/>
                <a:cs typeface="Calibri" panose="020F0502020204030204" pitchFamily="34" charset="0"/>
              </a:rPr>
              <a:t>st</a:t>
            </a: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 SIV</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93" name="OTLSHAPE_M_39ea6ebc19a94c9fab6ef5006c31df58_Shape">
            <a:extLst>
              <a:ext uri="{FF2B5EF4-FFF2-40B4-BE49-F238E27FC236}">
                <a16:creationId xmlns:a16="http://schemas.microsoft.com/office/drawing/2014/main" id="{A0625694-4FCE-4EE7-92E6-C9D58783651F}"/>
              </a:ext>
            </a:extLst>
          </p:cNvPr>
          <p:cNvSpPr/>
          <p:nvPr>
            <p:custDataLst>
              <p:tags r:id="rId16"/>
            </p:custDataLst>
          </p:nvPr>
        </p:nvSpPr>
        <p:spPr bwMode="auto">
          <a:xfrm rot="16200000">
            <a:off x="170996" y="4524166"/>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sz="2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94" name="OTLSHAPE_M_39ea6ebc19a94c9fab6ef5006c31df58_Title">
            <a:extLst>
              <a:ext uri="{FF2B5EF4-FFF2-40B4-BE49-F238E27FC236}">
                <a16:creationId xmlns:a16="http://schemas.microsoft.com/office/drawing/2014/main" id="{90B8C819-3C78-4A88-A866-5DA965418DB0}"/>
              </a:ext>
            </a:extLst>
          </p:cNvPr>
          <p:cNvSpPr txBox="1"/>
          <p:nvPr>
            <p:custDataLst>
              <p:tags r:id="rId17"/>
            </p:custDataLst>
          </p:nvPr>
        </p:nvSpPr>
        <p:spPr>
          <a:xfrm>
            <a:off x="-11167" y="4611833"/>
            <a:ext cx="696150" cy="92333"/>
          </a:xfrm>
          <a:prstGeom prst="rect">
            <a:avLst/>
          </a:prstGeom>
          <a:noFill/>
        </p:spPr>
        <p:txBody>
          <a:bodyPr vert="horz" wrap="square" lIns="0" tIns="0" rIns="0" bIns="0" rtlCol="0" anchor="ctr" anchorCtr="0">
            <a:spAutoFit/>
          </a:bodyPr>
          <a:lstStyle/>
          <a:p>
            <a:pP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CTA Sub</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92" name="OTLSHAPE_T_e17f3958430f4cff8650518c93c7635e_StartDate">
            <a:extLst>
              <a:ext uri="{FF2B5EF4-FFF2-40B4-BE49-F238E27FC236}">
                <a16:creationId xmlns:a16="http://schemas.microsoft.com/office/drawing/2014/main" id="{9224C17E-1AA1-4096-A3FD-25D6FD8BA444}"/>
              </a:ext>
            </a:extLst>
          </p:cNvPr>
          <p:cNvSpPr txBox="1"/>
          <p:nvPr>
            <p:custDataLst>
              <p:tags r:id="rId18"/>
            </p:custDataLst>
          </p:nvPr>
        </p:nvSpPr>
        <p:spPr>
          <a:xfrm>
            <a:off x="1309926" y="426071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Aug 2021</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95" name="OTLSHAPE_T_5a934a26f311425e8ebaa0f45e6533ad_Shape">
            <a:extLst>
              <a:ext uri="{FF2B5EF4-FFF2-40B4-BE49-F238E27FC236}">
                <a16:creationId xmlns:a16="http://schemas.microsoft.com/office/drawing/2014/main" id="{A1E70551-578A-4B35-ACAC-04BA6E603952}"/>
              </a:ext>
            </a:extLst>
          </p:cNvPr>
          <p:cNvSpPr/>
          <p:nvPr>
            <p:custDataLst>
              <p:tags r:id="rId19"/>
            </p:custDataLst>
          </p:nvPr>
        </p:nvSpPr>
        <p:spPr bwMode="auto">
          <a:xfrm>
            <a:off x="1625697" y="2303140"/>
            <a:ext cx="778890" cy="19236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196" name="Rectangle 195"/>
          <p:cNvSpPr/>
          <p:nvPr/>
        </p:nvSpPr>
        <p:spPr>
          <a:xfrm>
            <a:off x="382213" y="2499719"/>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FSS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97" name="OTLSHAPE_T_e17f3958430f4cff8650518c93c7635e_Shape">
            <a:extLst>
              <a:ext uri="{FF2B5EF4-FFF2-40B4-BE49-F238E27FC236}">
                <a16:creationId xmlns:a16="http://schemas.microsoft.com/office/drawing/2014/main" id="{B4E8BEE0-0EB3-40D8-9AA2-B2BC6D502A8C}"/>
              </a:ext>
            </a:extLst>
          </p:cNvPr>
          <p:cNvSpPr/>
          <p:nvPr>
            <p:custDataLst>
              <p:tags r:id="rId20"/>
            </p:custDataLst>
          </p:nvPr>
        </p:nvSpPr>
        <p:spPr bwMode="auto">
          <a:xfrm>
            <a:off x="521191" y="2294552"/>
            <a:ext cx="1106246"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Flare Prevention (N=123)</a:t>
            </a:r>
          </a:p>
        </p:txBody>
      </p:sp>
      <p:sp>
        <p:nvSpPr>
          <p:cNvPr id="198" name="OTLSHAPE_T_e17f3958430f4cff8650518c93c7635e_StartDate">
            <a:extLst>
              <a:ext uri="{FF2B5EF4-FFF2-40B4-BE49-F238E27FC236}">
                <a16:creationId xmlns:a16="http://schemas.microsoft.com/office/drawing/2014/main" id="{9224C17E-1AA1-4096-A3FD-25D6FD8BA444}"/>
              </a:ext>
            </a:extLst>
          </p:cNvPr>
          <p:cNvSpPr txBox="1"/>
          <p:nvPr>
            <p:custDataLst>
              <p:tags r:id="rId21"/>
            </p:custDataLst>
          </p:nvPr>
        </p:nvSpPr>
        <p:spPr>
          <a:xfrm>
            <a:off x="426316" y="2216876"/>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Jun 2020</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00" name="Star: 4 Points 143">
            <a:extLst>
              <a:ext uri="{FF2B5EF4-FFF2-40B4-BE49-F238E27FC236}">
                <a16:creationId xmlns:a16="http://schemas.microsoft.com/office/drawing/2014/main" id="{B361C849-6669-4EC4-A9AD-EB1BCC463147}"/>
              </a:ext>
            </a:extLst>
          </p:cNvPr>
          <p:cNvSpPr/>
          <p:nvPr/>
        </p:nvSpPr>
        <p:spPr bwMode="auto">
          <a:xfrm>
            <a:off x="452851" y="241541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01" name="Rectangle 200"/>
          <p:cNvSpPr/>
          <p:nvPr/>
        </p:nvSpPr>
        <p:spPr>
          <a:xfrm>
            <a:off x="1485305" y="2499719"/>
            <a:ext cx="303153" cy="184666"/>
          </a:xfrm>
          <a:prstGeom prst="rect">
            <a:avLst/>
          </a:prstGeom>
        </p:spPr>
        <p:txBody>
          <a:bodyPr wrap="squar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LSR</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03" name="Star: 4 Points 143">
            <a:extLst>
              <a:ext uri="{FF2B5EF4-FFF2-40B4-BE49-F238E27FC236}">
                <a16:creationId xmlns:a16="http://schemas.microsoft.com/office/drawing/2014/main" id="{B361C849-6669-4EC4-A9AD-EB1BCC463147}"/>
              </a:ext>
            </a:extLst>
          </p:cNvPr>
          <p:cNvSpPr/>
          <p:nvPr/>
        </p:nvSpPr>
        <p:spPr bwMode="auto">
          <a:xfrm>
            <a:off x="1543015" y="2415412"/>
            <a:ext cx="138182" cy="140861"/>
          </a:xfrm>
          <a:prstGeom prst="star4">
            <a:avLst>
              <a:gd name="adj" fmla="val 14827"/>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04" name="OTLSHAPE_T_e17f3958430f4cff8650518c93c7635e_StartDate">
            <a:extLst>
              <a:ext uri="{FF2B5EF4-FFF2-40B4-BE49-F238E27FC236}">
                <a16:creationId xmlns:a16="http://schemas.microsoft.com/office/drawing/2014/main" id="{9224C17E-1AA1-4096-A3FD-25D6FD8BA444}"/>
              </a:ext>
            </a:extLst>
          </p:cNvPr>
          <p:cNvSpPr txBox="1"/>
          <p:nvPr>
            <p:custDataLst>
              <p:tags r:id="rId22"/>
            </p:custDataLst>
          </p:nvPr>
        </p:nvSpPr>
        <p:spPr>
          <a:xfrm>
            <a:off x="2126699" y="2216876"/>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Nov 2022</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05" name="Star: 4 Points 143">
            <a:extLst>
              <a:ext uri="{FF2B5EF4-FFF2-40B4-BE49-F238E27FC236}">
                <a16:creationId xmlns:a16="http://schemas.microsoft.com/office/drawing/2014/main" id="{B361C849-6669-4EC4-A9AD-EB1BCC463147}"/>
              </a:ext>
            </a:extLst>
          </p:cNvPr>
          <p:cNvSpPr/>
          <p:nvPr/>
        </p:nvSpPr>
        <p:spPr bwMode="auto">
          <a:xfrm>
            <a:off x="2305537" y="241541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30" name="OTLSHAPE_T_e17f3958430f4cff8650518c93c7635e_Shape">
            <a:extLst>
              <a:ext uri="{FF2B5EF4-FFF2-40B4-BE49-F238E27FC236}">
                <a16:creationId xmlns:a16="http://schemas.microsoft.com/office/drawing/2014/main" id="{BB8CA441-CAF3-49DE-9132-10328C7407DA}"/>
              </a:ext>
            </a:extLst>
          </p:cNvPr>
          <p:cNvSpPr/>
          <p:nvPr>
            <p:custDataLst>
              <p:tags r:id="rId23"/>
            </p:custDataLst>
          </p:nvPr>
        </p:nvSpPr>
        <p:spPr bwMode="auto">
          <a:xfrm>
            <a:off x="2851451" y="2314703"/>
            <a:ext cx="1332000" cy="188091"/>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NDA Review</a:t>
            </a:r>
            <a:endParaRPr lang="zh-CN" altLang="en-US" sz="7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cxnSp>
        <p:nvCxnSpPr>
          <p:cNvPr id="131" name="Straight Connector 130">
            <a:extLst>
              <a:ext uri="{FF2B5EF4-FFF2-40B4-BE49-F238E27FC236}">
                <a16:creationId xmlns:a16="http://schemas.microsoft.com/office/drawing/2014/main" id="{9C165100-0114-4167-8FF0-BFF01B293D04}"/>
              </a:ext>
            </a:extLst>
          </p:cNvPr>
          <p:cNvCxnSpPr>
            <a:cxnSpLocks/>
            <a:stCxn id="130" idx="1"/>
            <a:endCxn id="195" idx="3"/>
          </p:cNvCxnSpPr>
          <p:nvPr/>
        </p:nvCxnSpPr>
        <p:spPr bwMode="auto">
          <a:xfrm flipH="1" flipV="1">
            <a:off x="2404588" y="2399322"/>
            <a:ext cx="446864" cy="9428"/>
          </a:xfrm>
          <a:prstGeom prst="line">
            <a:avLst/>
          </a:prstGeom>
          <a:solidFill>
            <a:schemeClr val="accent1"/>
          </a:solidFill>
          <a:ln w="15875" cap="flat" cmpd="sng" algn="ctr">
            <a:solidFill>
              <a:schemeClr val="tx1"/>
            </a:solidFill>
            <a:prstDash val="sysDash"/>
            <a:round/>
            <a:headEnd type="none" w="med" len="med"/>
            <a:tailEnd type="none" w="med" len="med"/>
          </a:ln>
          <a:effectLst/>
        </p:spPr>
      </p:cxnSp>
      <p:sp>
        <p:nvSpPr>
          <p:cNvPr id="132" name="OTLSHAPE_T_e17f3958430f4cff8650518c93c7635e_StartDate">
            <a:extLst>
              <a:ext uri="{FF2B5EF4-FFF2-40B4-BE49-F238E27FC236}">
                <a16:creationId xmlns:a16="http://schemas.microsoft.com/office/drawing/2014/main" id="{9224C17E-1AA1-4096-A3FD-25D6FD8BA444}"/>
              </a:ext>
            </a:extLst>
          </p:cNvPr>
          <p:cNvSpPr txBox="1"/>
          <p:nvPr>
            <p:custDataLst>
              <p:tags r:id="rId24"/>
            </p:custDataLst>
          </p:nvPr>
        </p:nvSpPr>
        <p:spPr>
          <a:xfrm>
            <a:off x="2653980" y="2216879"/>
            <a:ext cx="678365"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18May 2023 (US)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34" name="Rectangle 133"/>
          <p:cNvSpPr/>
          <p:nvPr/>
        </p:nvSpPr>
        <p:spPr>
          <a:xfrm>
            <a:off x="2640314" y="2499719"/>
            <a:ext cx="468398"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35" name="五角星 55"/>
          <p:cNvSpPr>
            <a:spLocks noChangeAspect="1"/>
          </p:cNvSpPr>
          <p:nvPr/>
        </p:nvSpPr>
        <p:spPr bwMode="auto">
          <a:xfrm>
            <a:off x="4110147" y="2418458"/>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a typeface="等线" panose="02010600030101010101" pitchFamily="2" charset="-122"/>
            </a:endParaRPr>
          </a:p>
        </p:txBody>
      </p:sp>
      <p:sp>
        <p:nvSpPr>
          <p:cNvPr id="138" name="OTLSHAPE_M_39ea6ebc19a94c9fab6ef5006c31df58_Shape">
            <a:extLst>
              <a:ext uri="{FF2B5EF4-FFF2-40B4-BE49-F238E27FC236}">
                <a16:creationId xmlns:a16="http://schemas.microsoft.com/office/drawing/2014/main" id="{A0625694-4FCE-4EE7-92E6-C9D58783651F}"/>
              </a:ext>
            </a:extLst>
          </p:cNvPr>
          <p:cNvSpPr/>
          <p:nvPr>
            <p:custDataLst>
              <p:tags r:id="rId25"/>
            </p:custDataLst>
          </p:nvPr>
        </p:nvSpPr>
        <p:spPr bwMode="auto">
          <a:xfrm rot="16200000">
            <a:off x="2827841" y="2455924"/>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sz="2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39" name="Rectangle 138"/>
          <p:cNvSpPr/>
          <p:nvPr/>
        </p:nvSpPr>
        <p:spPr>
          <a:xfrm>
            <a:off x="3926952" y="2499719"/>
            <a:ext cx="47801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43" name="OTLSHAPE_T_e17f3958430f4cff8650518c93c7635e_Shape">
            <a:extLst>
              <a:ext uri="{FF2B5EF4-FFF2-40B4-BE49-F238E27FC236}">
                <a16:creationId xmlns:a16="http://schemas.microsoft.com/office/drawing/2014/main" id="{BB8CA441-CAF3-49DE-9132-10328C7407DA}"/>
              </a:ext>
            </a:extLst>
          </p:cNvPr>
          <p:cNvSpPr/>
          <p:nvPr>
            <p:custDataLst>
              <p:tags r:id="rId26"/>
            </p:custDataLst>
          </p:nvPr>
        </p:nvSpPr>
        <p:spPr bwMode="auto">
          <a:xfrm>
            <a:off x="2978187" y="4386109"/>
            <a:ext cx="1152000"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NDA Review</a:t>
            </a:r>
            <a:endParaRPr lang="zh-CN" altLang="en-US" sz="7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cxnSp>
        <p:nvCxnSpPr>
          <p:cNvPr id="144" name="Straight Connector 143">
            <a:extLst>
              <a:ext uri="{FF2B5EF4-FFF2-40B4-BE49-F238E27FC236}">
                <a16:creationId xmlns:a16="http://schemas.microsoft.com/office/drawing/2014/main" id="{9C165100-0114-4167-8FF0-BFF01B293D04}"/>
              </a:ext>
            </a:extLst>
          </p:cNvPr>
          <p:cNvCxnSpPr>
            <a:cxnSpLocks/>
            <a:stCxn id="143" idx="1"/>
            <a:endCxn id="159" idx="3"/>
          </p:cNvCxnSpPr>
          <p:nvPr/>
        </p:nvCxnSpPr>
        <p:spPr bwMode="auto">
          <a:xfrm flipH="1" flipV="1">
            <a:off x="2387513" y="4473036"/>
            <a:ext cx="590675" cy="9086"/>
          </a:xfrm>
          <a:prstGeom prst="line">
            <a:avLst/>
          </a:prstGeom>
          <a:solidFill>
            <a:schemeClr val="accent1"/>
          </a:solidFill>
          <a:ln w="15875" cap="flat" cmpd="sng" algn="ctr">
            <a:solidFill>
              <a:schemeClr val="tx1"/>
            </a:solidFill>
            <a:prstDash val="sysDash"/>
            <a:round/>
            <a:headEnd type="none" w="med" len="med"/>
            <a:tailEnd type="none" w="med" len="med"/>
          </a:ln>
          <a:effectLst/>
        </p:spPr>
      </p:cxnSp>
      <p:sp>
        <p:nvSpPr>
          <p:cNvPr id="145" name="OTLSHAPE_T_e17f3958430f4cff8650518c93c7635e_StartDate">
            <a:extLst>
              <a:ext uri="{FF2B5EF4-FFF2-40B4-BE49-F238E27FC236}">
                <a16:creationId xmlns:a16="http://schemas.microsoft.com/office/drawing/2014/main" id="{9224C17E-1AA1-4096-A3FD-25D6FD8BA444}"/>
              </a:ext>
            </a:extLst>
          </p:cNvPr>
          <p:cNvSpPr txBox="1"/>
          <p:nvPr>
            <p:custDataLst>
              <p:tags r:id="rId27"/>
            </p:custDataLst>
          </p:nvPr>
        </p:nvSpPr>
        <p:spPr>
          <a:xfrm>
            <a:off x="2838294" y="4260713"/>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11 May 2023</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49" name="Rectangle 148"/>
          <p:cNvSpPr/>
          <p:nvPr/>
        </p:nvSpPr>
        <p:spPr>
          <a:xfrm>
            <a:off x="2475855" y="4554122"/>
            <a:ext cx="1079494" cy="184666"/>
          </a:xfrm>
          <a:prstGeom prst="rect">
            <a:avLst/>
          </a:prstGeom>
        </p:spPr>
        <p:txBody>
          <a:bodyPr wrap="squar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51" name="五角星 55"/>
          <p:cNvSpPr>
            <a:spLocks noChangeAspect="1"/>
          </p:cNvSpPr>
          <p:nvPr/>
        </p:nvSpPr>
        <p:spPr bwMode="auto">
          <a:xfrm>
            <a:off x="4059003" y="4487729"/>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a typeface="等线" panose="02010600030101010101" pitchFamily="2" charset="-122"/>
            </a:endParaRPr>
          </a:p>
        </p:txBody>
      </p:sp>
      <p:sp>
        <p:nvSpPr>
          <p:cNvPr id="152" name="OTLSHAPE_M_39ea6ebc19a94c9fab6ef5006c31df58_Shape">
            <a:extLst>
              <a:ext uri="{FF2B5EF4-FFF2-40B4-BE49-F238E27FC236}">
                <a16:creationId xmlns:a16="http://schemas.microsoft.com/office/drawing/2014/main" id="{A0625694-4FCE-4EE7-92E6-C9D58783651F}"/>
              </a:ext>
            </a:extLst>
          </p:cNvPr>
          <p:cNvSpPr/>
          <p:nvPr>
            <p:custDataLst>
              <p:tags r:id="rId28"/>
            </p:custDataLst>
          </p:nvPr>
        </p:nvSpPr>
        <p:spPr bwMode="auto">
          <a:xfrm rot="16200000">
            <a:off x="2972767" y="4524166"/>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sz="2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53" name="Rectangle 152"/>
          <p:cNvSpPr/>
          <p:nvPr/>
        </p:nvSpPr>
        <p:spPr>
          <a:xfrm>
            <a:off x="3781766" y="4554122"/>
            <a:ext cx="664599" cy="184666"/>
          </a:xfrm>
          <a:prstGeom prst="rect">
            <a:avLst/>
          </a:prstGeom>
        </p:spPr>
        <p:txBody>
          <a:bodyPr wrap="squar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54" name="OTLSHAPE_T_e17f3958430f4cff8650518c93c7635e_StartDate">
            <a:extLst>
              <a:ext uri="{FF2B5EF4-FFF2-40B4-BE49-F238E27FC236}">
                <a16:creationId xmlns:a16="http://schemas.microsoft.com/office/drawing/2014/main" id="{9224C17E-1AA1-4096-A3FD-25D6FD8BA444}"/>
              </a:ext>
            </a:extLst>
          </p:cNvPr>
          <p:cNvSpPr txBox="1"/>
          <p:nvPr>
            <p:custDataLst>
              <p:tags r:id="rId29"/>
            </p:custDataLst>
          </p:nvPr>
        </p:nvSpPr>
        <p:spPr>
          <a:xfrm>
            <a:off x="3523857" y="4260712"/>
            <a:ext cx="1203820"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5Mar 2024  </a:t>
            </a:r>
          </a:p>
        </p:txBody>
      </p:sp>
      <p:pic>
        <p:nvPicPr>
          <p:cNvPr id="8" name="Picture 7"/>
          <p:cNvPicPr>
            <a:picLocks noChangeAspect="1"/>
          </p:cNvPicPr>
          <p:nvPr/>
        </p:nvPicPr>
        <p:blipFill>
          <a:blip r:embed="rId49">
            <a:extLst>
              <a:ext uri="{28A0092B-C50C-407E-A947-70E740481C1C}">
                <a14:useLocalDpi xmlns:a14="http://schemas.microsoft.com/office/drawing/2010/main" val="0"/>
              </a:ext>
            </a:extLst>
          </a:blip>
          <a:stretch>
            <a:fillRect/>
          </a:stretch>
        </p:blipFill>
        <p:spPr>
          <a:xfrm>
            <a:off x="-41402" y="1208927"/>
            <a:ext cx="579116" cy="285421"/>
          </a:xfrm>
          <a:prstGeom prst="rect">
            <a:avLst/>
          </a:prstGeom>
        </p:spPr>
      </p:pic>
      <p:pic>
        <p:nvPicPr>
          <p:cNvPr id="9" name="Picture 8"/>
          <p:cNvPicPr>
            <a:picLocks noChangeAspect="1"/>
          </p:cNvPicPr>
          <p:nvPr/>
        </p:nvPicPr>
        <p:blipFill>
          <a:blip r:embed="rId50">
            <a:extLst>
              <a:ext uri="{28A0092B-C50C-407E-A947-70E740481C1C}">
                <a14:useLocalDpi xmlns:a14="http://schemas.microsoft.com/office/drawing/2010/main" val="0"/>
              </a:ext>
            </a:extLst>
          </a:blip>
          <a:stretch>
            <a:fillRect/>
          </a:stretch>
        </p:blipFill>
        <p:spPr>
          <a:xfrm>
            <a:off x="-58398" y="2660072"/>
            <a:ext cx="572681" cy="282249"/>
          </a:xfrm>
          <a:prstGeom prst="rect">
            <a:avLst/>
          </a:prstGeom>
        </p:spPr>
      </p:pic>
      <p:pic>
        <p:nvPicPr>
          <p:cNvPr id="167" name="Picture 166" descr="Traffic light - Simple English Wikipedia, the free ..."/>
          <p:cNvPicPr>
            <a:picLocks noChangeAspect="1"/>
          </p:cNvPicPr>
          <p:nvPr/>
        </p:nvPicPr>
        <p:blipFill rotWithShape="1">
          <a:blip r:embed="rId51"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141" name="OTLSHAPE_T_e17f3958430f4cff8650518c93c7635e_StartDate">
            <a:extLst>
              <a:ext uri="{FF2B5EF4-FFF2-40B4-BE49-F238E27FC236}">
                <a16:creationId xmlns:a16="http://schemas.microsoft.com/office/drawing/2014/main" id="{9224C17E-1AA1-4096-A3FD-25D6FD8BA444}"/>
              </a:ext>
            </a:extLst>
          </p:cNvPr>
          <p:cNvSpPr txBox="1"/>
          <p:nvPr>
            <p:custDataLst>
              <p:tags r:id="rId30"/>
            </p:custDataLst>
          </p:nvPr>
        </p:nvSpPr>
        <p:spPr>
          <a:xfrm>
            <a:off x="8670469" y="3351846"/>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Dec 2027</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68" name="OTLSHAPE_T_e17f3958430f4cff8650518c93c7635e_StartDate">
            <a:extLst>
              <a:ext uri="{FF2B5EF4-FFF2-40B4-BE49-F238E27FC236}">
                <a16:creationId xmlns:a16="http://schemas.microsoft.com/office/drawing/2014/main" id="{292D059F-1772-4A1B-A880-182E2E12EAEF}"/>
              </a:ext>
            </a:extLst>
          </p:cNvPr>
          <p:cNvSpPr txBox="1"/>
          <p:nvPr>
            <p:custDataLst>
              <p:tags r:id="rId31"/>
            </p:custDataLst>
          </p:nvPr>
        </p:nvSpPr>
        <p:spPr>
          <a:xfrm>
            <a:off x="3674880" y="2216876"/>
            <a:ext cx="108315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18Mar 2024 </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72" name="Rectangle 171"/>
          <p:cNvSpPr/>
          <p:nvPr/>
        </p:nvSpPr>
        <p:spPr>
          <a:xfrm>
            <a:off x="1419535" y="4554122"/>
            <a:ext cx="29687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LSR</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74" name="TextBox 173">
            <a:extLst>
              <a:ext uri="{FF2B5EF4-FFF2-40B4-BE49-F238E27FC236}">
                <a16:creationId xmlns:a16="http://schemas.microsoft.com/office/drawing/2014/main" id="{2BA6910E-8AE7-4780-BB71-66A8BA1EDD14}"/>
              </a:ext>
            </a:extLst>
          </p:cNvPr>
          <p:cNvSpPr txBox="1"/>
          <p:nvPr/>
        </p:nvSpPr>
        <p:spPr>
          <a:xfrm>
            <a:off x="8268" y="1403206"/>
            <a:ext cx="464405"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Ph3b/4-1368.120</a:t>
            </a:r>
          </a:p>
        </p:txBody>
      </p:sp>
      <p:sp>
        <p:nvSpPr>
          <p:cNvPr id="225" name="Star: 4 Points 143">
            <a:extLst>
              <a:ext uri="{FF2B5EF4-FFF2-40B4-BE49-F238E27FC236}">
                <a16:creationId xmlns:a16="http://schemas.microsoft.com/office/drawing/2014/main" id="{D30C0FD1-AD3D-4991-851C-22EC70F5916E}"/>
              </a:ext>
            </a:extLst>
          </p:cNvPr>
          <p:cNvSpPr/>
          <p:nvPr/>
        </p:nvSpPr>
        <p:spPr bwMode="auto">
          <a:xfrm>
            <a:off x="2106643" y="448365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40" name="Rectangle 239">
            <a:extLst>
              <a:ext uri="{FF2B5EF4-FFF2-40B4-BE49-F238E27FC236}">
                <a16:creationId xmlns:a16="http://schemas.microsoft.com/office/drawing/2014/main" id="{CD6003E6-91F4-4508-A0A1-981584D536A9}"/>
              </a:ext>
            </a:extLst>
          </p:cNvPr>
          <p:cNvSpPr/>
          <p:nvPr/>
        </p:nvSpPr>
        <p:spPr>
          <a:xfrm>
            <a:off x="1848163" y="4554122"/>
            <a:ext cx="466795"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LPO (CN)</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48" name="OTLSHAPE_T_e17f3958430f4cff8650518c93c7635e_StartDate">
            <a:extLst>
              <a:ext uri="{FF2B5EF4-FFF2-40B4-BE49-F238E27FC236}">
                <a16:creationId xmlns:a16="http://schemas.microsoft.com/office/drawing/2014/main" id="{E65616C1-3C0D-453E-BDEA-E2076867849A}"/>
              </a:ext>
            </a:extLst>
          </p:cNvPr>
          <p:cNvSpPr txBox="1"/>
          <p:nvPr>
            <p:custDataLst>
              <p:tags r:id="rId32"/>
            </p:custDataLst>
          </p:nvPr>
        </p:nvSpPr>
        <p:spPr>
          <a:xfrm>
            <a:off x="1850017" y="426071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Sep</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06" name="Rectangle 205"/>
          <p:cNvSpPr/>
          <p:nvPr/>
        </p:nvSpPr>
        <p:spPr>
          <a:xfrm>
            <a:off x="2221417" y="2499719"/>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LSC</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56" name="OTLSHAPE_T_e17f3958430f4cff8650518c93c7635e_StartDate">
            <a:extLst>
              <a:ext uri="{FF2B5EF4-FFF2-40B4-BE49-F238E27FC236}">
                <a16:creationId xmlns:a16="http://schemas.microsoft.com/office/drawing/2014/main" id="{D43C9DED-07F5-4D7C-8717-1245B8AEEB74}"/>
              </a:ext>
            </a:extLst>
          </p:cNvPr>
          <p:cNvSpPr txBox="1"/>
          <p:nvPr>
            <p:custDataLst>
              <p:tags r:id="rId33"/>
            </p:custDataLst>
          </p:nvPr>
        </p:nvSpPr>
        <p:spPr>
          <a:xfrm>
            <a:off x="2202286" y="4260711"/>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Dec 2022</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57" name="Star: 4 Points 143">
            <a:extLst>
              <a:ext uri="{FF2B5EF4-FFF2-40B4-BE49-F238E27FC236}">
                <a16:creationId xmlns:a16="http://schemas.microsoft.com/office/drawing/2014/main" id="{E715C021-4479-4A2A-A276-645EB8EC21E5}"/>
              </a:ext>
            </a:extLst>
          </p:cNvPr>
          <p:cNvSpPr/>
          <p:nvPr/>
        </p:nvSpPr>
        <p:spPr bwMode="auto">
          <a:xfrm>
            <a:off x="2301742" y="448365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58" name="Rectangle 257">
            <a:extLst>
              <a:ext uri="{FF2B5EF4-FFF2-40B4-BE49-F238E27FC236}">
                <a16:creationId xmlns:a16="http://schemas.microsoft.com/office/drawing/2014/main" id="{0864166C-53AB-4A69-B992-EBA6108CB4D9}"/>
              </a:ext>
            </a:extLst>
          </p:cNvPr>
          <p:cNvSpPr/>
          <p:nvPr/>
        </p:nvSpPr>
        <p:spPr>
          <a:xfrm>
            <a:off x="2113297" y="4554122"/>
            <a:ext cx="597848" cy="184666"/>
          </a:xfrm>
          <a:prstGeom prst="rect">
            <a:avLst/>
          </a:prstGeom>
        </p:spPr>
        <p:txBody>
          <a:bodyPr wrap="squar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 LPO (G)</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nvGrpSpPr>
          <p:cNvPr id="155" name="Group 154">
            <a:extLst>
              <a:ext uri="{FF2B5EF4-FFF2-40B4-BE49-F238E27FC236}">
                <a16:creationId xmlns:a16="http://schemas.microsoft.com/office/drawing/2014/main" id="{22D6154F-78E1-4174-AB57-1D26B92FA7AE}"/>
              </a:ext>
            </a:extLst>
          </p:cNvPr>
          <p:cNvGrpSpPr/>
          <p:nvPr/>
        </p:nvGrpSpPr>
        <p:grpSpPr>
          <a:xfrm>
            <a:off x="4086525" y="1149228"/>
            <a:ext cx="410060" cy="3950108"/>
            <a:chOff x="1834953" y="1156084"/>
            <a:chExt cx="546747" cy="3950109"/>
          </a:xfrm>
        </p:grpSpPr>
        <p:cxnSp>
          <p:nvCxnSpPr>
            <p:cNvPr id="156" name="Straight Connector 155">
              <a:extLst>
                <a:ext uri="{FF2B5EF4-FFF2-40B4-BE49-F238E27FC236}">
                  <a16:creationId xmlns:a16="http://schemas.microsoft.com/office/drawing/2014/main" id="{17FE68B3-3D4B-41B3-A72D-D4B1F0408B02}"/>
                </a:ext>
              </a:extLst>
            </p:cNvPr>
            <p:cNvCxnSpPr>
              <a:cxnSpLocks/>
            </p:cNvCxnSpPr>
            <p:nvPr/>
          </p:nvCxnSpPr>
          <p:spPr bwMode="auto">
            <a:xfrm flipV="1">
              <a:off x="2085680" y="1331220"/>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66" name="OTLSHAPE_T_e17f3958430f4cff8650518c93c7635e_StartDate">
              <a:extLst>
                <a:ext uri="{FF2B5EF4-FFF2-40B4-BE49-F238E27FC236}">
                  <a16:creationId xmlns:a16="http://schemas.microsoft.com/office/drawing/2014/main" id="{4EFF5992-CD5C-40C0-A183-FB6D9A6C0FCB}"/>
                </a:ext>
              </a:extLst>
            </p:cNvPr>
            <p:cNvSpPr txBox="1"/>
            <p:nvPr>
              <p:custDataLst>
                <p:tags r:id="rId46"/>
              </p:custDataLst>
            </p:nvPr>
          </p:nvSpPr>
          <p:spPr>
            <a:xfrm>
              <a:off x="1834953" y="1156084"/>
              <a:ext cx="546747" cy="24622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ea typeface="等线" panose="02010600030101010101" pitchFamily="2" charset="-122"/>
                  <a:cs typeface="Calibri" panose="020F0502020204030204" pitchFamily="34" charset="0"/>
                </a:rPr>
                <a:t>We are here</a:t>
              </a:r>
              <a:endParaRPr lang="zh-CN" altLang="en-US" sz="800" b="1">
                <a:solidFill>
                  <a:srgbClr val="FF0000"/>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60" name="五角星 55">
            <a:extLst>
              <a:ext uri="{FF2B5EF4-FFF2-40B4-BE49-F238E27FC236}">
                <a16:creationId xmlns:a16="http://schemas.microsoft.com/office/drawing/2014/main" id="{EFD80FEA-3ED0-4B61-B964-0F90D22A82F1}"/>
              </a:ext>
            </a:extLst>
          </p:cNvPr>
          <p:cNvSpPr>
            <a:spLocks noChangeAspect="1"/>
          </p:cNvSpPr>
          <p:nvPr/>
        </p:nvSpPr>
        <p:spPr bwMode="auto">
          <a:xfrm>
            <a:off x="2044287" y="1537451"/>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a typeface="等线" panose="02010600030101010101" pitchFamily="2" charset="-122"/>
            </a:endParaRPr>
          </a:p>
        </p:txBody>
      </p:sp>
      <p:sp>
        <p:nvSpPr>
          <p:cNvPr id="161" name="Rectangle 160">
            <a:extLst>
              <a:ext uri="{FF2B5EF4-FFF2-40B4-BE49-F238E27FC236}">
                <a16:creationId xmlns:a16="http://schemas.microsoft.com/office/drawing/2014/main" id="{4FC5A5A2-7341-476B-8E81-F3730C66B912}"/>
              </a:ext>
            </a:extLst>
          </p:cNvPr>
          <p:cNvSpPr/>
          <p:nvPr/>
        </p:nvSpPr>
        <p:spPr>
          <a:xfrm>
            <a:off x="1520746" y="1246356"/>
            <a:ext cx="1178529" cy="323165"/>
          </a:xfrm>
          <a:prstGeom prst="rect">
            <a:avLst/>
          </a:prstGeom>
        </p:spPr>
        <p:txBody>
          <a:bodyPr wrap="none">
            <a:spAutoFit/>
          </a:bodyPr>
          <a:lstStyle/>
          <a:p>
            <a:pPr algn="ctr" defTabSz="914310">
              <a:defRPr/>
            </a:pPr>
            <a:r>
              <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rPr>
              <a:t>NDA App (US)</a:t>
            </a:r>
          </a:p>
          <a:p>
            <a:pPr algn="ctr" defTabSz="914310">
              <a:defRPr/>
            </a:pPr>
            <a:r>
              <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rPr>
              <a:t> for GPP Flare  Sep 2022  </a:t>
            </a:r>
            <a:endParaRPr lang="zh-CN" altLang="en-US" sz="75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79" name="OTLSHAPE_T_e17f3958430f4cff8650518c93c7635e_StartDate">
            <a:extLst>
              <a:ext uri="{FF2B5EF4-FFF2-40B4-BE49-F238E27FC236}">
                <a16:creationId xmlns:a16="http://schemas.microsoft.com/office/drawing/2014/main" id="{429FF3AF-3696-4E74-BE2B-B83FDE3B5C24}"/>
              </a:ext>
            </a:extLst>
          </p:cNvPr>
          <p:cNvSpPr txBox="1"/>
          <p:nvPr>
            <p:custDataLst>
              <p:tags r:id="rId34"/>
            </p:custDataLst>
          </p:nvPr>
        </p:nvSpPr>
        <p:spPr>
          <a:xfrm>
            <a:off x="1399967" y="2216876"/>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Dec 2021</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10" name="OTLSHAPE_T_e17f3958430f4cff8650518c93c7635e_Shape">
            <a:extLst>
              <a:ext uri="{FF2B5EF4-FFF2-40B4-BE49-F238E27FC236}">
                <a16:creationId xmlns:a16="http://schemas.microsoft.com/office/drawing/2014/main" id="{863BDCFB-D983-47C6-9B80-A4912532FF75}"/>
              </a:ext>
            </a:extLst>
          </p:cNvPr>
          <p:cNvSpPr/>
          <p:nvPr>
            <p:custDataLst>
              <p:tags r:id="rId35"/>
            </p:custDataLst>
          </p:nvPr>
        </p:nvSpPr>
        <p:spPr bwMode="auto">
          <a:xfrm>
            <a:off x="3527893" y="1430726"/>
            <a:ext cx="1791774"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14m</a:t>
            </a:r>
            <a:r>
              <a:rPr lang="zh-CN" altLang="en-US" sz="800" b="1">
                <a:solidFill>
                  <a:srgbClr val="000000"/>
                </a:solidFill>
                <a:latin typeface="Calibri" panose="020F0502020204030204" pitchFamily="34" charset="0"/>
                <a:ea typeface="等线" panose="02010600030101010101" pitchFamily="2" charset="-122"/>
                <a:cs typeface="Calibri" panose="020F0502020204030204" pitchFamily="34" charset="0"/>
              </a:rPr>
              <a:t> </a:t>
            </a: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recruitment</a:t>
            </a:r>
            <a:r>
              <a:rPr lang="zh-CN" altLang="en-US" sz="800" b="1">
                <a:solidFill>
                  <a:srgbClr val="000000"/>
                </a:solidFill>
                <a:latin typeface="Calibri" panose="020F0502020204030204" pitchFamily="34" charset="0"/>
                <a:ea typeface="等线" panose="02010600030101010101" pitchFamily="2" charset="-122"/>
                <a:cs typeface="Calibri" panose="020F0502020204030204" pitchFamily="34" charset="0"/>
              </a:rPr>
              <a:t> </a:t>
            </a:r>
            <a:r>
              <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rPr>
              <a:t>(N=40)</a:t>
            </a:r>
          </a:p>
        </p:txBody>
      </p:sp>
      <p:sp>
        <p:nvSpPr>
          <p:cNvPr id="211" name="OTLSHAPE_T_e17f3958430f4cff8650518c93c7635e_StartDate">
            <a:extLst>
              <a:ext uri="{FF2B5EF4-FFF2-40B4-BE49-F238E27FC236}">
                <a16:creationId xmlns:a16="http://schemas.microsoft.com/office/drawing/2014/main" id="{1C41EB08-1924-4349-866B-8A6824998F27}"/>
              </a:ext>
            </a:extLst>
          </p:cNvPr>
          <p:cNvSpPr txBox="1"/>
          <p:nvPr>
            <p:custDataLst>
              <p:tags r:id="rId36"/>
            </p:custDataLst>
          </p:nvPr>
        </p:nvSpPr>
        <p:spPr>
          <a:xfrm>
            <a:off x="3195996" y="1307259"/>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08312A"/>
                </a:solidFill>
                <a:latin typeface="Calibri" panose="020F0502020204030204" pitchFamily="34" charset="0"/>
                <a:ea typeface="等线" panose="02010600030101010101" pitchFamily="2" charset="-122"/>
                <a:cs typeface="Calibri" panose="020F0502020204030204" pitchFamily="34" charset="0"/>
              </a:rPr>
              <a:t>Oct 2023</a:t>
            </a:r>
            <a:endParaRPr lang="zh-CN" altLang="en-US" sz="600" b="1">
              <a:solidFill>
                <a:srgbClr val="08312A"/>
              </a:solidFill>
              <a:latin typeface="Calibri" panose="020F0502020204030204" pitchFamily="34" charset="0"/>
              <a:ea typeface="等线" panose="02010600030101010101" pitchFamily="2" charset="-122"/>
              <a:cs typeface="Calibri" panose="020F0502020204030204" pitchFamily="34" charset="0"/>
            </a:endParaRPr>
          </a:p>
        </p:txBody>
      </p:sp>
      <p:sp>
        <p:nvSpPr>
          <p:cNvPr id="214" name="Star: 4 Points 143">
            <a:extLst>
              <a:ext uri="{FF2B5EF4-FFF2-40B4-BE49-F238E27FC236}">
                <a16:creationId xmlns:a16="http://schemas.microsoft.com/office/drawing/2014/main" id="{BFE4AD14-9958-426A-9775-30738E819CF5}"/>
              </a:ext>
            </a:extLst>
          </p:cNvPr>
          <p:cNvSpPr/>
          <p:nvPr/>
        </p:nvSpPr>
        <p:spPr bwMode="auto">
          <a:xfrm>
            <a:off x="3454069" y="15344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15" name="Rectangle 214">
            <a:extLst>
              <a:ext uri="{FF2B5EF4-FFF2-40B4-BE49-F238E27FC236}">
                <a16:creationId xmlns:a16="http://schemas.microsoft.com/office/drawing/2014/main" id="{474A1FCD-DAE6-4B84-AC47-738AEDCC6182}"/>
              </a:ext>
            </a:extLst>
          </p:cNvPr>
          <p:cNvSpPr/>
          <p:nvPr/>
        </p:nvSpPr>
        <p:spPr>
          <a:xfrm>
            <a:off x="3378490" y="1624831"/>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FSS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16" name="Rectangle 215">
            <a:extLst>
              <a:ext uri="{FF2B5EF4-FFF2-40B4-BE49-F238E27FC236}">
                <a16:creationId xmlns:a16="http://schemas.microsoft.com/office/drawing/2014/main" id="{E1CF6885-E9B4-4D5B-A01B-456AB6E8A8CF}"/>
              </a:ext>
            </a:extLst>
          </p:cNvPr>
          <p:cNvSpPr/>
          <p:nvPr/>
        </p:nvSpPr>
        <p:spPr>
          <a:xfrm>
            <a:off x="5178464" y="1602282"/>
            <a:ext cx="290464"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17" name="Star: 4 Points 143">
            <a:extLst>
              <a:ext uri="{FF2B5EF4-FFF2-40B4-BE49-F238E27FC236}">
                <a16:creationId xmlns:a16="http://schemas.microsoft.com/office/drawing/2014/main" id="{7AF806BD-4C11-46B1-A417-1045862066EA}"/>
              </a:ext>
            </a:extLst>
          </p:cNvPr>
          <p:cNvSpPr/>
          <p:nvPr/>
        </p:nvSpPr>
        <p:spPr bwMode="auto">
          <a:xfrm>
            <a:off x="5237908" y="15344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18" name="OTLSHAPE_T_e17f3958430f4cff8650518c93c7635e_StartDate">
            <a:extLst>
              <a:ext uri="{FF2B5EF4-FFF2-40B4-BE49-F238E27FC236}">
                <a16:creationId xmlns:a16="http://schemas.microsoft.com/office/drawing/2014/main" id="{7FE2E463-E7C5-4D50-8ECE-163E054A0089}"/>
              </a:ext>
            </a:extLst>
          </p:cNvPr>
          <p:cNvSpPr txBox="1"/>
          <p:nvPr>
            <p:custDataLst>
              <p:tags r:id="rId37"/>
            </p:custDataLst>
          </p:nvPr>
        </p:nvSpPr>
        <p:spPr>
          <a:xfrm>
            <a:off x="4981926" y="1307259"/>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Dec 2024</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20" name="Star: 4 Points 143">
            <a:extLst>
              <a:ext uri="{FF2B5EF4-FFF2-40B4-BE49-F238E27FC236}">
                <a16:creationId xmlns:a16="http://schemas.microsoft.com/office/drawing/2014/main" id="{85854CED-8EBC-491B-8F53-C160A5483E89}"/>
              </a:ext>
            </a:extLst>
          </p:cNvPr>
          <p:cNvSpPr/>
          <p:nvPr/>
        </p:nvSpPr>
        <p:spPr bwMode="auto">
          <a:xfrm>
            <a:off x="8483737" y="15344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21" name="Rectangle 220">
            <a:extLst>
              <a:ext uri="{FF2B5EF4-FFF2-40B4-BE49-F238E27FC236}">
                <a16:creationId xmlns:a16="http://schemas.microsoft.com/office/drawing/2014/main" id="{18727A83-7F20-4077-AC28-1B750E5264FE}"/>
              </a:ext>
            </a:extLst>
          </p:cNvPr>
          <p:cNvSpPr/>
          <p:nvPr/>
        </p:nvSpPr>
        <p:spPr>
          <a:xfrm>
            <a:off x="8365441" y="1573877"/>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LSC</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22" name="OTLSHAPE_T_e17f3958430f4cff8650518c93c7635e_StartDate">
            <a:extLst>
              <a:ext uri="{FF2B5EF4-FFF2-40B4-BE49-F238E27FC236}">
                <a16:creationId xmlns:a16="http://schemas.microsoft.com/office/drawing/2014/main" id="{FF564742-0533-44CF-8BF5-D2F5873D4213}"/>
              </a:ext>
            </a:extLst>
          </p:cNvPr>
          <p:cNvSpPr txBox="1"/>
          <p:nvPr>
            <p:custDataLst>
              <p:tags r:id="rId38"/>
            </p:custDataLst>
          </p:nvPr>
        </p:nvSpPr>
        <p:spPr>
          <a:xfrm>
            <a:off x="8219785" y="1307259"/>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Apr 2027</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23" name="OTLSHAPE_T_e17f3958430f4cff8650518c93c7635e_Shape">
            <a:extLst>
              <a:ext uri="{FF2B5EF4-FFF2-40B4-BE49-F238E27FC236}">
                <a16:creationId xmlns:a16="http://schemas.microsoft.com/office/drawing/2014/main" id="{EF758A7D-1836-40A7-B7D9-18C8AA9B7390}"/>
              </a:ext>
            </a:extLst>
          </p:cNvPr>
          <p:cNvSpPr/>
          <p:nvPr>
            <p:custDataLst>
              <p:tags r:id="rId39"/>
            </p:custDataLst>
          </p:nvPr>
        </p:nvSpPr>
        <p:spPr bwMode="auto">
          <a:xfrm>
            <a:off x="5314179" y="3035258"/>
            <a:ext cx="3257411"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310">
              <a:defRPr/>
            </a:pPr>
            <a:endParaRPr lang="en-US" altLang="zh-CN" sz="825" b="1" spc="-5">
              <a:solidFill>
                <a:srgbClr val="000000"/>
              </a:solidFill>
              <a:latin typeface="Calibri" panose="020F0502020204030204" pitchFamily="34" charset="0"/>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CD7DBC36-8EF9-4518-BFC7-EEA1604AD8E5}"/>
              </a:ext>
            </a:extLst>
          </p:cNvPr>
          <p:cNvSpPr/>
          <p:nvPr>
            <p:custDataLst>
              <p:tags r:id="rId40"/>
            </p:custDataLst>
          </p:nvPr>
        </p:nvSpPr>
        <p:spPr bwMode="auto">
          <a:xfrm>
            <a:off x="3707963" y="3031736"/>
            <a:ext cx="1606217"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~14m recruitment window</a:t>
            </a:r>
          </a:p>
          <a:p>
            <a:pPr algn="ctr" defTabSz="914310">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China Mainland: N=5 TW: N=2</a:t>
            </a:r>
          </a:p>
        </p:txBody>
      </p:sp>
      <p:sp>
        <p:nvSpPr>
          <p:cNvPr id="259" name="OTLSHAPE_T_e17f3958430f4cff8650518c93c7635e_StartDate">
            <a:extLst>
              <a:ext uri="{FF2B5EF4-FFF2-40B4-BE49-F238E27FC236}">
                <a16:creationId xmlns:a16="http://schemas.microsoft.com/office/drawing/2014/main" id="{9A99EE08-8E0B-48AC-B1A0-CBBED4446D88}"/>
              </a:ext>
            </a:extLst>
          </p:cNvPr>
          <p:cNvSpPr txBox="1"/>
          <p:nvPr>
            <p:custDataLst>
              <p:tags r:id="rId41"/>
            </p:custDataLst>
          </p:nvPr>
        </p:nvSpPr>
        <p:spPr>
          <a:xfrm>
            <a:off x="3256840" y="2913635"/>
            <a:ext cx="898434"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16Oct2023 </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0" name="Star: 4 Points 143">
            <a:extLst>
              <a:ext uri="{FF2B5EF4-FFF2-40B4-BE49-F238E27FC236}">
                <a16:creationId xmlns:a16="http://schemas.microsoft.com/office/drawing/2014/main" id="{EB09E194-A92D-4DEB-8CFF-D9F02E6DF12E}"/>
              </a:ext>
            </a:extLst>
          </p:cNvPr>
          <p:cNvSpPr/>
          <p:nvPr/>
        </p:nvSpPr>
        <p:spPr bwMode="auto">
          <a:xfrm>
            <a:off x="3636967" y="314170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61" name="Rectangle 260">
            <a:extLst>
              <a:ext uri="{FF2B5EF4-FFF2-40B4-BE49-F238E27FC236}">
                <a16:creationId xmlns:a16="http://schemas.microsoft.com/office/drawing/2014/main" id="{120B1E00-4F8D-4B12-A088-64D614DF6E8E}"/>
              </a:ext>
            </a:extLst>
          </p:cNvPr>
          <p:cNvSpPr/>
          <p:nvPr/>
        </p:nvSpPr>
        <p:spPr>
          <a:xfrm>
            <a:off x="3469116" y="3226280"/>
            <a:ext cx="381836"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1</a:t>
            </a:r>
            <a:r>
              <a:rPr lang="en-US" altLang="zh-CN" sz="600" b="1" baseline="30000">
                <a:solidFill>
                  <a:srgbClr val="44546A"/>
                </a:solidFill>
                <a:latin typeface="Calibri" panose="020F0502020204030204" pitchFamily="34" charset="0"/>
                <a:ea typeface="等线" panose="02010600030101010101" pitchFamily="2" charset="-122"/>
                <a:cs typeface="Calibri" panose="020F0502020204030204" pitchFamily="34" charset="0"/>
              </a:rPr>
              <a:t>st</a:t>
            </a: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 SIV</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2" name="Rectangle 261">
            <a:extLst>
              <a:ext uri="{FF2B5EF4-FFF2-40B4-BE49-F238E27FC236}">
                <a16:creationId xmlns:a16="http://schemas.microsoft.com/office/drawing/2014/main" id="{989B687B-9FBB-41DA-BB9E-6E996D81D49D}"/>
              </a:ext>
            </a:extLst>
          </p:cNvPr>
          <p:cNvSpPr/>
          <p:nvPr/>
        </p:nvSpPr>
        <p:spPr>
          <a:xfrm>
            <a:off x="5157131" y="3226280"/>
            <a:ext cx="290464"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LSS</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3" name="Star: 4 Points 143">
            <a:extLst>
              <a:ext uri="{FF2B5EF4-FFF2-40B4-BE49-F238E27FC236}">
                <a16:creationId xmlns:a16="http://schemas.microsoft.com/office/drawing/2014/main" id="{F85095B2-DE28-4890-82EC-D6F6DF946C48}"/>
              </a:ext>
            </a:extLst>
          </p:cNvPr>
          <p:cNvSpPr/>
          <p:nvPr/>
        </p:nvSpPr>
        <p:spPr bwMode="auto">
          <a:xfrm>
            <a:off x="5271817" y="31352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64" name="OTLSHAPE_T_e17f3958430f4cff8650518c93c7635e_StartDate">
            <a:extLst>
              <a:ext uri="{FF2B5EF4-FFF2-40B4-BE49-F238E27FC236}">
                <a16:creationId xmlns:a16="http://schemas.microsoft.com/office/drawing/2014/main" id="{6EF491F0-0E73-478D-B5BA-3548CEDE7765}"/>
              </a:ext>
            </a:extLst>
          </p:cNvPr>
          <p:cNvSpPr txBox="1"/>
          <p:nvPr>
            <p:custDataLst>
              <p:tags r:id="rId42"/>
            </p:custDataLst>
          </p:nvPr>
        </p:nvSpPr>
        <p:spPr>
          <a:xfrm>
            <a:off x="5081388" y="2892843"/>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Dec 2024</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5" name="Star: 4 Points 143">
            <a:extLst>
              <a:ext uri="{FF2B5EF4-FFF2-40B4-BE49-F238E27FC236}">
                <a16:creationId xmlns:a16="http://schemas.microsoft.com/office/drawing/2014/main" id="{46CC9CA2-278C-49E1-B80F-EA56E7581890}"/>
              </a:ext>
            </a:extLst>
          </p:cNvPr>
          <p:cNvSpPr/>
          <p:nvPr/>
        </p:nvSpPr>
        <p:spPr bwMode="auto">
          <a:xfrm>
            <a:off x="8475766" y="312425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266" name="Rectangle 265">
            <a:extLst>
              <a:ext uri="{FF2B5EF4-FFF2-40B4-BE49-F238E27FC236}">
                <a16:creationId xmlns:a16="http://schemas.microsoft.com/office/drawing/2014/main" id="{3A1128E6-6B0F-43B9-A21A-70444E1B0684}"/>
              </a:ext>
            </a:extLst>
          </p:cNvPr>
          <p:cNvSpPr/>
          <p:nvPr/>
        </p:nvSpPr>
        <p:spPr>
          <a:xfrm>
            <a:off x="8392790" y="3226280"/>
            <a:ext cx="293670" cy="184666"/>
          </a:xfrm>
          <a:prstGeom prst="rect">
            <a:avLst/>
          </a:prstGeom>
        </p:spPr>
        <p:txBody>
          <a:bodyPr wrap="none">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LSC</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7" name="OTLSHAPE_T_e17f3958430f4cff8650518c93c7635e_StartDate">
            <a:extLst>
              <a:ext uri="{FF2B5EF4-FFF2-40B4-BE49-F238E27FC236}">
                <a16:creationId xmlns:a16="http://schemas.microsoft.com/office/drawing/2014/main" id="{B4D8554B-5A60-4189-883D-80BAEAA4C0A0}"/>
              </a:ext>
            </a:extLst>
          </p:cNvPr>
          <p:cNvSpPr txBox="1"/>
          <p:nvPr>
            <p:custDataLst>
              <p:tags r:id="rId43"/>
            </p:custDataLst>
          </p:nvPr>
        </p:nvSpPr>
        <p:spPr>
          <a:xfrm>
            <a:off x="8296847" y="2892843"/>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Apr 2027</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68" name="TextBox 267">
            <a:extLst>
              <a:ext uri="{FF2B5EF4-FFF2-40B4-BE49-F238E27FC236}">
                <a16:creationId xmlns:a16="http://schemas.microsoft.com/office/drawing/2014/main" id="{F5D6717D-7E79-4C3A-91D9-713A101EAAED}"/>
              </a:ext>
            </a:extLst>
          </p:cNvPr>
          <p:cNvSpPr txBox="1"/>
          <p:nvPr/>
        </p:nvSpPr>
        <p:spPr>
          <a:xfrm>
            <a:off x="14382" y="2990578"/>
            <a:ext cx="464405" cy="246221"/>
          </a:xfrm>
          <a:prstGeom prst="rect">
            <a:avLst/>
          </a:prstGeom>
          <a:noFill/>
          <a:ln>
            <a:solidFill>
              <a:schemeClr val="accent1"/>
            </a:solidFill>
          </a:ln>
        </p:spPr>
        <p:txBody>
          <a:bodyPr wrap="square" lIns="0" tIns="0" rIns="0" bIns="0" rtlCol="0">
            <a:spAutoFit/>
          </a:bodyPr>
          <a:lstStyle/>
          <a:p>
            <a:pPr algn="ctr" defTabSz="914310">
              <a:defRPr/>
            </a:pPr>
            <a:r>
              <a:rPr lang="en-US" sz="800" b="1">
                <a:solidFill>
                  <a:srgbClr val="0066CC"/>
                </a:solidFill>
                <a:latin typeface="Calibri" panose="020F0502020204030204" pitchFamily="34" charset="0"/>
                <a:cs typeface="Calibri" panose="020F0502020204030204" pitchFamily="34" charset="0"/>
              </a:rPr>
              <a:t>Ph4-1368.120</a:t>
            </a:r>
          </a:p>
        </p:txBody>
      </p:sp>
      <p:sp>
        <p:nvSpPr>
          <p:cNvPr id="269" name="五角星 55">
            <a:extLst>
              <a:ext uri="{FF2B5EF4-FFF2-40B4-BE49-F238E27FC236}">
                <a16:creationId xmlns:a16="http://schemas.microsoft.com/office/drawing/2014/main" id="{640B56C5-51E2-46C6-908B-45E05B29A963}"/>
              </a:ext>
            </a:extLst>
          </p:cNvPr>
          <p:cNvSpPr>
            <a:spLocks noChangeAspect="1"/>
          </p:cNvSpPr>
          <p:nvPr/>
        </p:nvSpPr>
        <p:spPr bwMode="auto">
          <a:xfrm>
            <a:off x="2234526" y="3013433"/>
            <a:ext cx="152986" cy="134763"/>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10" eaLnBrk="0" hangingPunct="0">
              <a:defRPr/>
            </a:pPr>
            <a:endParaRPr lang="zh-CN" altLang="en-US">
              <a:solidFill>
                <a:srgbClr val="FF0000"/>
              </a:solidFill>
              <a:latin typeface="BISansOpti"/>
              <a:ea typeface="等线" panose="02010600030101010101" pitchFamily="2" charset="-122"/>
            </a:endParaRPr>
          </a:p>
        </p:txBody>
      </p:sp>
      <p:sp>
        <p:nvSpPr>
          <p:cNvPr id="270" name="Rectangle 269">
            <a:extLst>
              <a:ext uri="{FF2B5EF4-FFF2-40B4-BE49-F238E27FC236}">
                <a16:creationId xmlns:a16="http://schemas.microsoft.com/office/drawing/2014/main" id="{2944ECD2-D4DB-4743-840A-4A4B61323FDB}"/>
              </a:ext>
            </a:extLst>
          </p:cNvPr>
          <p:cNvSpPr/>
          <p:nvPr/>
        </p:nvSpPr>
        <p:spPr>
          <a:xfrm>
            <a:off x="1046068" y="2886696"/>
            <a:ext cx="1596902" cy="415498"/>
          </a:xfrm>
          <a:prstGeom prst="rect">
            <a:avLst/>
          </a:prstGeom>
        </p:spPr>
        <p:txBody>
          <a:bodyPr wrap="square">
            <a:spAutoFit/>
          </a:bodyPr>
          <a:lstStyle/>
          <a:p>
            <a:pPr algn="ctr" defTabSz="914310">
              <a:defRPr/>
            </a:pPr>
            <a:r>
              <a:rPr lang="en-US" altLang="zh-CN" sz="700" b="1">
                <a:solidFill>
                  <a:srgbClr val="44546A"/>
                </a:solidFill>
                <a:latin typeface="Calibri" panose="020F0502020204030204" pitchFamily="34" charset="0"/>
                <a:ea typeface="等线" panose="02010600030101010101" pitchFamily="2" charset="-122"/>
                <a:cs typeface="Calibri" panose="020F0502020204030204" pitchFamily="34" charset="0"/>
              </a:rPr>
              <a:t>NDA App for GPP Flare</a:t>
            </a:r>
          </a:p>
          <a:p>
            <a:pPr algn="ctr" defTabSz="914310">
              <a:defRPr/>
            </a:pPr>
            <a:r>
              <a:rPr lang="en-US" altLang="zh-CN" sz="700" b="1">
                <a:solidFill>
                  <a:srgbClr val="44546A"/>
                </a:solidFill>
                <a:latin typeface="Calibri" panose="020F0502020204030204" pitchFamily="34" charset="0"/>
                <a:ea typeface="等线" panose="02010600030101010101" pitchFamily="2" charset="-122"/>
                <a:cs typeface="Calibri" panose="020F0502020204030204" pitchFamily="34" charset="0"/>
              </a:rPr>
              <a:t>CN ML: 13Dec2022</a:t>
            </a:r>
          </a:p>
          <a:p>
            <a:pPr algn="ctr" defTabSz="914310">
              <a:defRPr/>
            </a:pPr>
            <a:r>
              <a:rPr lang="en-US" altLang="zh-CN" sz="700" b="1">
                <a:solidFill>
                  <a:srgbClr val="44546A"/>
                </a:solidFill>
                <a:latin typeface="Calibri" panose="020F0502020204030204" pitchFamily="34" charset="0"/>
                <a:ea typeface="等线" panose="02010600030101010101" pitchFamily="2" charset="-122"/>
                <a:cs typeface="Calibri" panose="020F0502020204030204" pitchFamily="34" charset="0"/>
              </a:rPr>
              <a:t>TW: 6Jan2023</a:t>
            </a:r>
            <a:endParaRPr lang="zh-CN" altLang="en-US" sz="7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71" name="OTLSHAPE_T_e17f3958430f4cff8650518c93c7635e_Shape">
            <a:extLst>
              <a:ext uri="{FF2B5EF4-FFF2-40B4-BE49-F238E27FC236}">
                <a16:creationId xmlns:a16="http://schemas.microsoft.com/office/drawing/2014/main" id="{14E6ADFD-B085-42C1-9820-CFF6A3810E9C}"/>
              </a:ext>
            </a:extLst>
          </p:cNvPr>
          <p:cNvSpPr/>
          <p:nvPr>
            <p:custDataLst>
              <p:tags r:id="rId44"/>
            </p:custDataLst>
          </p:nvPr>
        </p:nvSpPr>
        <p:spPr bwMode="auto">
          <a:xfrm>
            <a:off x="3041947" y="3025376"/>
            <a:ext cx="666014" cy="185167"/>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914310" eaLnBrk="0" fontAlgn="base" hangingPunct="0">
              <a:spcBef>
                <a:spcPct val="0"/>
              </a:spcBef>
              <a:spcAft>
                <a:spcPct val="0"/>
              </a:spcAft>
              <a:defRPr/>
            </a:pP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EC + HGRAC + 1</a:t>
            </a:r>
            <a:r>
              <a:rPr lang="en-US" altLang="zh-CN" sz="700" b="1" baseline="30000">
                <a:solidFill>
                  <a:srgbClr val="000000"/>
                </a:solidFill>
                <a:latin typeface="Calibri" panose="020F0502020204030204" pitchFamily="34" charset="0"/>
                <a:ea typeface="等线" panose="02010600030101010101" pitchFamily="2" charset="-122"/>
                <a:cs typeface="Calibri" panose="020F0502020204030204" pitchFamily="34" charset="0"/>
              </a:rPr>
              <a:t>st</a:t>
            </a:r>
            <a:r>
              <a:rPr lang="en-US" altLang="zh-CN" sz="700" b="1">
                <a:solidFill>
                  <a:srgbClr val="000000"/>
                </a:solidFill>
                <a:latin typeface="Calibri" panose="020F0502020204030204" pitchFamily="34" charset="0"/>
                <a:ea typeface="等线" panose="02010600030101010101" pitchFamily="2" charset="-122"/>
                <a:cs typeface="Calibri" panose="020F0502020204030204" pitchFamily="34" charset="0"/>
              </a:rPr>
              <a:t> SIV </a:t>
            </a:r>
            <a:endParaRPr lang="zh-CN" altLang="en-US" sz="7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57" name="Rectangle: Rounded Corners 156">
            <a:extLst>
              <a:ext uri="{FF2B5EF4-FFF2-40B4-BE49-F238E27FC236}">
                <a16:creationId xmlns:a16="http://schemas.microsoft.com/office/drawing/2014/main" id="{ABF1C8FA-24FE-4186-8317-54D0AE86DBB2}"/>
              </a:ext>
            </a:extLst>
          </p:cNvPr>
          <p:cNvSpPr/>
          <p:nvPr/>
        </p:nvSpPr>
        <p:spPr>
          <a:xfrm>
            <a:off x="4865142" y="3895712"/>
            <a:ext cx="3745727" cy="555065"/>
          </a:xfrm>
          <a:prstGeom prst="roundRect">
            <a:avLst>
              <a:gd name="adj" fmla="val 7205"/>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10">
              <a:defRPr/>
            </a:pPr>
            <a:r>
              <a:rPr lang="en-US" altLang="zh-CN" sz="700">
                <a:solidFill>
                  <a:srgbClr val="000000"/>
                </a:solidFill>
                <a:latin typeface="BISans"/>
                <a:ea typeface="等线" panose="02010600030101010101" pitchFamily="2" charset="-122"/>
              </a:rPr>
              <a:t>1368.120 (PAC)</a:t>
            </a:r>
          </a:p>
          <a:p>
            <a:pPr marL="171434" indent="-171434" defTabSz="914310">
              <a:buFont typeface="Arial" panose="020B0604020202020204" pitchFamily="34" charset="0"/>
              <a:buChar char="•"/>
              <a:defRPr/>
            </a:pPr>
            <a:r>
              <a:rPr lang="en-US" altLang="zh-CN" sz="700">
                <a:solidFill>
                  <a:srgbClr val="000000"/>
                </a:solidFill>
                <a:latin typeface="BISans"/>
                <a:ea typeface="等线" panose="02010600030101010101" pitchFamily="2" charset="-122"/>
              </a:rPr>
              <a:t>7 patients screened, </a:t>
            </a:r>
            <a:r>
              <a:rPr lang="en-US" altLang="zh-CN" sz="700" b="1">
                <a:solidFill>
                  <a:srgbClr val="000000"/>
                </a:solidFill>
                <a:latin typeface="BISans"/>
                <a:ea typeface="等线" panose="02010600030101010101" pitchFamily="2" charset="-122"/>
              </a:rPr>
              <a:t>4</a:t>
            </a:r>
            <a:r>
              <a:rPr lang="en-US" altLang="zh-CN" sz="700">
                <a:solidFill>
                  <a:srgbClr val="000000"/>
                </a:solidFill>
                <a:latin typeface="BISans"/>
                <a:ea typeface="等线" panose="02010600030101010101" pitchFamily="2" charset="-122"/>
              </a:rPr>
              <a:t> randomized, 1 in screening</a:t>
            </a:r>
            <a:r>
              <a:rPr lang="en-US" altLang="zh-CN" sz="700">
                <a:solidFill>
                  <a:schemeClr val="tx1"/>
                </a:solidFill>
                <a:latin typeface="BISans"/>
                <a:ea typeface="等线" panose="02010600030101010101" pitchFamily="2" charset="-122"/>
              </a:rPr>
              <a:t>. 1 early discontinued</a:t>
            </a:r>
            <a:r>
              <a:rPr lang="en-US" altLang="zh-CN" sz="700">
                <a:solidFill>
                  <a:srgbClr val="0070C0"/>
                </a:solidFill>
                <a:latin typeface="BISans"/>
                <a:ea typeface="等线" panose="02010600030101010101" pitchFamily="2" charset="-122"/>
              </a:rPr>
              <a:t>.</a:t>
            </a:r>
          </a:p>
          <a:p>
            <a:pPr marL="171434" indent="-171434" defTabSz="914310">
              <a:buFont typeface="Arial" panose="020B0604020202020204" pitchFamily="34" charset="0"/>
              <a:buChar char="•"/>
              <a:defRPr/>
            </a:pPr>
            <a:r>
              <a:rPr lang="en-US" altLang="zh-CN" sz="700">
                <a:solidFill>
                  <a:schemeClr val="tx1"/>
                </a:solidFill>
                <a:latin typeface="BISans"/>
                <a:ea typeface="等线"/>
              </a:rPr>
              <a:t>TW: 7 patients screened,</a:t>
            </a:r>
            <a:r>
              <a:rPr lang="zh-CN" altLang="en-US" sz="700">
                <a:solidFill>
                  <a:schemeClr val="tx1"/>
                </a:solidFill>
                <a:latin typeface="BISans"/>
                <a:ea typeface="等线"/>
              </a:rPr>
              <a:t> </a:t>
            </a:r>
            <a:r>
              <a:rPr lang="en-US" altLang="zh-CN" sz="700">
                <a:solidFill>
                  <a:schemeClr val="tx1"/>
                </a:solidFill>
                <a:latin typeface="BISans"/>
                <a:ea typeface="等线"/>
              </a:rPr>
              <a:t>4</a:t>
            </a:r>
            <a:r>
              <a:rPr lang="zh-CN" altLang="en-US" sz="700">
                <a:solidFill>
                  <a:schemeClr val="tx1"/>
                </a:solidFill>
                <a:latin typeface="BISans"/>
                <a:ea typeface="等线"/>
              </a:rPr>
              <a:t> </a:t>
            </a:r>
            <a:r>
              <a:rPr lang="en-US" altLang="zh-CN" sz="700">
                <a:solidFill>
                  <a:schemeClr val="tx1"/>
                </a:solidFill>
                <a:latin typeface="BISans"/>
                <a:ea typeface="等线"/>
              </a:rPr>
              <a:t>randomized. </a:t>
            </a:r>
          </a:p>
          <a:p>
            <a:pPr marL="171434" indent="-171434" defTabSz="914310">
              <a:buFont typeface="Arial" panose="020B0604020202020204" pitchFamily="34" charset="0"/>
              <a:buChar char="•"/>
              <a:defRPr/>
            </a:pPr>
            <a:r>
              <a:rPr lang="en-US" altLang="zh-CN" sz="700">
                <a:solidFill>
                  <a:srgbClr val="000000"/>
                </a:solidFill>
                <a:latin typeface="BISans"/>
                <a:ea typeface="等线" panose="02010600030101010101" pitchFamily="2" charset="-122"/>
              </a:rPr>
              <a:t>IMP ordered for extra patients, arrived local depot on Apr15.</a:t>
            </a:r>
          </a:p>
        </p:txBody>
      </p:sp>
      <p:sp>
        <p:nvSpPr>
          <p:cNvPr id="7" name="OTLSHAPE_T_e17f3958430f4cff8650518c93c7635e_StartDate">
            <a:extLst>
              <a:ext uri="{FF2B5EF4-FFF2-40B4-BE49-F238E27FC236}">
                <a16:creationId xmlns:a16="http://schemas.microsoft.com/office/drawing/2014/main" id="{54355AE8-442F-94F6-8CA0-1A82113EEB69}"/>
              </a:ext>
            </a:extLst>
          </p:cNvPr>
          <p:cNvSpPr txBox="1"/>
          <p:nvPr>
            <p:custDataLst>
              <p:tags r:id="rId45"/>
            </p:custDataLst>
          </p:nvPr>
        </p:nvSpPr>
        <p:spPr>
          <a:xfrm>
            <a:off x="2823648" y="2892843"/>
            <a:ext cx="511967"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ea typeface="等线" panose="02010600030101010101" pitchFamily="2" charset="-122"/>
                <a:cs typeface="Calibri" panose="020F0502020204030204" pitchFamily="34" charset="0"/>
              </a:rPr>
              <a:t>Jun 2023</a:t>
            </a:r>
            <a:endParaRPr lang="zh-CN" altLang="en-US" sz="6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5" name="TextBox 4">
            <a:extLst>
              <a:ext uri="{FF2B5EF4-FFF2-40B4-BE49-F238E27FC236}">
                <a16:creationId xmlns:a16="http://schemas.microsoft.com/office/drawing/2014/main" id="{0A25DA6B-7078-2FBD-DF12-04EF860CDC20}"/>
              </a:ext>
            </a:extLst>
          </p:cNvPr>
          <p:cNvSpPr txBox="1"/>
          <p:nvPr/>
        </p:nvSpPr>
        <p:spPr>
          <a:xfrm>
            <a:off x="2630" y="4779516"/>
            <a:ext cx="944169" cy="477054"/>
          </a:xfrm>
          <a:prstGeom prst="rect">
            <a:avLst/>
          </a:prstGeom>
          <a:noFill/>
        </p:spPr>
        <p:txBody>
          <a:bodyPr wrap="square" lIns="0" tIns="0" rIns="0" bIns="0" rtlCol="0">
            <a:spAutoFit/>
          </a:bodyPr>
          <a:lstStyle/>
          <a:p>
            <a:pPr defTabSz="914310">
              <a:defRPr/>
            </a:pPr>
            <a:r>
              <a:rPr lang="en-US" altLang="zh-CN" sz="600">
                <a:solidFill>
                  <a:srgbClr val="FFFFFF">
                    <a:lumMod val="50000"/>
                  </a:srgbClr>
                </a:solidFill>
                <a:latin typeface="BISansCond"/>
                <a:ea typeface="等线" panose="02010600030101010101" pitchFamily="2" charset="-122"/>
              </a:rPr>
              <a:t>FSS: First subject screening</a:t>
            </a:r>
          </a:p>
          <a:p>
            <a:pPr defTabSz="914310">
              <a:defRPr/>
            </a:pPr>
            <a:r>
              <a:rPr lang="en-US" altLang="zh-CN" sz="600">
                <a:solidFill>
                  <a:srgbClr val="FFFFFF">
                    <a:lumMod val="50000"/>
                  </a:srgbClr>
                </a:solidFill>
                <a:latin typeface="BISansCond"/>
                <a:ea typeface="等线" panose="02010600030101010101" pitchFamily="2" charset="-122"/>
              </a:rPr>
              <a:t>LSS: Last subject screening</a:t>
            </a:r>
          </a:p>
          <a:p>
            <a:pPr defTabSz="914310">
              <a:defRPr/>
            </a:pPr>
            <a:r>
              <a:rPr lang="en-US" altLang="zh-CN" sz="600">
                <a:solidFill>
                  <a:srgbClr val="FFFFFF">
                    <a:lumMod val="50000"/>
                  </a:srgbClr>
                </a:solidFill>
                <a:latin typeface="BISansCond"/>
                <a:ea typeface="等线" panose="02010600030101010101" pitchFamily="2" charset="-122"/>
              </a:rPr>
              <a:t>LSC: Last subject complete</a:t>
            </a:r>
          </a:p>
          <a:p>
            <a:pPr defTabSz="914310">
              <a:defRPr/>
            </a:pPr>
            <a:r>
              <a:rPr lang="en-US" altLang="zh-CN" sz="600">
                <a:solidFill>
                  <a:srgbClr val="FFFFFF">
                    <a:lumMod val="50000"/>
                  </a:srgbClr>
                </a:solidFill>
                <a:latin typeface="BISansCond"/>
                <a:ea typeface="等线" panose="02010600030101010101" pitchFamily="2" charset="-122"/>
              </a:rPr>
              <a:t>LSR: Last subject randomization</a:t>
            </a:r>
            <a:endParaRPr lang="zh-CN" altLang="en-US" sz="600">
              <a:solidFill>
                <a:srgbClr val="FFFFFF">
                  <a:lumMod val="50000"/>
                </a:srgbClr>
              </a:solidFill>
              <a:latin typeface="BISansCond"/>
              <a:ea typeface="等线" panose="02010600030101010101" pitchFamily="2" charset="-122"/>
            </a:endParaRPr>
          </a:p>
          <a:p>
            <a:pPr defTabSz="914310">
              <a:defRPr/>
            </a:pPr>
            <a:endParaRPr lang="zh-CN" altLang="en-US" sz="700">
              <a:solidFill>
                <a:srgbClr val="FFFFFF">
                  <a:lumMod val="50000"/>
                </a:srgbClr>
              </a:solidFill>
              <a:latin typeface="BISansCond"/>
              <a:ea typeface="等线" panose="02010600030101010101" pitchFamily="2" charset="-122"/>
            </a:endParaRPr>
          </a:p>
        </p:txBody>
      </p:sp>
      <p:sp>
        <p:nvSpPr>
          <p:cNvPr id="10" name="TextBox 9">
            <a:extLst>
              <a:ext uri="{FF2B5EF4-FFF2-40B4-BE49-F238E27FC236}">
                <a16:creationId xmlns:a16="http://schemas.microsoft.com/office/drawing/2014/main" id="{63F61382-D084-FD7E-B7B4-A0E6CA745690}"/>
              </a:ext>
            </a:extLst>
          </p:cNvPr>
          <p:cNvSpPr txBox="1"/>
          <p:nvPr/>
        </p:nvSpPr>
        <p:spPr>
          <a:xfrm>
            <a:off x="1004654" y="4751392"/>
            <a:ext cx="944169" cy="384721"/>
          </a:xfrm>
          <a:prstGeom prst="rect">
            <a:avLst/>
          </a:prstGeom>
          <a:noFill/>
        </p:spPr>
        <p:txBody>
          <a:bodyPr wrap="square" lIns="0" tIns="0" rIns="0" bIns="0" rtlCol="0">
            <a:spAutoFit/>
          </a:bodyPr>
          <a:lstStyle/>
          <a:p>
            <a:pPr defTabSz="914310">
              <a:defRPr/>
            </a:pPr>
            <a:r>
              <a:rPr lang="en-US" altLang="zh-CN" sz="600">
                <a:solidFill>
                  <a:srgbClr val="FFFFFF">
                    <a:lumMod val="50000"/>
                  </a:srgbClr>
                </a:solidFill>
                <a:latin typeface="BISansCond"/>
                <a:ea typeface="等线" panose="02010600030101010101" pitchFamily="2" charset="-122"/>
              </a:rPr>
              <a:t>CN ML: China mainland</a:t>
            </a:r>
          </a:p>
          <a:p>
            <a:pPr defTabSz="914310">
              <a:defRPr/>
            </a:pPr>
            <a:r>
              <a:rPr lang="en-US" altLang="zh-CN" sz="600">
                <a:solidFill>
                  <a:srgbClr val="FFFFFF">
                    <a:lumMod val="50000"/>
                  </a:srgbClr>
                </a:solidFill>
                <a:latin typeface="BISansCond"/>
                <a:ea typeface="等线" panose="02010600030101010101" pitchFamily="2" charset="-122"/>
              </a:rPr>
              <a:t>TW: Taiwan</a:t>
            </a:r>
          </a:p>
          <a:p>
            <a:pPr defTabSz="914310">
              <a:defRPr/>
            </a:pPr>
            <a:r>
              <a:rPr lang="en-US" altLang="zh-CN" sz="600">
                <a:solidFill>
                  <a:srgbClr val="FFFFFF">
                    <a:lumMod val="50000"/>
                  </a:srgbClr>
                </a:solidFill>
                <a:latin typeface="BISansCond"/>
                <a:ea typeface="等线" panose="02010600030101010101" pitchFamily="2" charset="-122"/>
              </a:rPr>
              <a:t>SF:</a:t>
            </a:r>
            <a:r>
              <a:rPr lang="zh-CN" altLang="en-US" sz="600">
                <a:solidFill>
                  <a:srgbClr val="FFFFFF">
                    <a:lumMod val="50000"/>
                  </a:srgbClr>
                </a:solidFill>
                <a:latin typeface="BISansCond"/>
                <a:ea typeface="等线" panose="02010600030101010101" pitchFamily="2" charset="-122"/>
              </a:rPr>
              <a:t> </a:t>
            </a:r>
            <a:r>
              <a:rPr lang="en-US" altLang="zh-CN" sz="600">
                <a:solidFill>
                  <a:srgbClr val="FFFFFF">
                    <a:lumMod val="50000"/>
                  </a:srgbClr>
                </a:solidFill>
                <a:latin typeface="BISansCond"/>
                <a:ea typeface="等线" panose="02010600030101010101" pitchFamily="2" charset="-122"/>
              </a:rPr>
              <a:t>Screen failure</a:t>
            </a:r>
            <a:endParaRPr lang="zh-CN" altLang="en-US" sz="600">
              <a:solidFill>
                <a:srgbClr val="FFFFFF">
                  <a:lumMod val="50000"/>
                </a:srgbClr>
              </a:solidFill>
              <a:latin typeface="BISansCond"/>
              <a:ea typeface="等线" panose="02010600030101010101" pitchFamily="2" charset="-122"/>
            </a:endParaRPr>
          </a:p>
          <a:p>
            <a:pPr defTabSz="914310">
              <a:defRPr/>
            </a:pPr>
            <a:endParaRPr lang="zh-CN" altLang="en-US" sz="700">
              <a:solidFill>
                <a:srgbClr val="FFFFFF">
                  <a:lumMod val="50000"/>
                </a:srgbClr>
              </a:solidFill>
              <a:latin typeface="BISansCond"/>
              <a:ea typeface="等线" panose="02010600030101010101" pitchFamily="2" charset="-122"/>
            </a:endParaRPr>
          </a:p>
        </p:txBody>
      </p:sp>
      <p:sp>
        <p:nvSpPr>
          <p:cNvPr id="6" name="Rectangle: Rounded Corners 5">
            <a:extLst>
              <a:ext uri="{FF2B5EF4-FFF2-40B4-BE49-F238E27FC236}">
                <a16:creationId xmlns:a16="http://schemas.microsoft.com/office/drawing/2014/main" id="{9D4C3D96-3693-CB52-EE7C-09623DE8E8EA}"/>
              </a:ext>
            </a:extLst>
          </p:cNvPr>
          <p:cNvSpPr/>
          <p:nvPr/>
        </p:nvSpPr>
        <p:spPr>
          <a:xfrm>
            <a:off x="4862648" y="2264865"/>
            <a:ext cx="3759270" cy="435727"/>
          </a:xfrm>
          <a:prstGeom prst="roundRect">
            <a:avLst>
              <a:gd name="adj" fmla="val 7205"/>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10">
              <a:defRPr/>
            </a:pPr>
            <a:r>
              <a:rPr lang="en-US" altLang="zh-CN" sz="700">
                <a:solidFill>
                  <a:srgbClr val="000000"/>
                </a:solidFill>
                <a:latin typeface="BISans"/>
                <a:ea typeface="等线" panose="02010600030101010101" pitchFamily="2" charset="-122"/>
              </a:rPr>
              <a:t>1368.120 (PAC)</a:t>
            </a:r>
          </a:p>
          <a:p>
            <a:pPr marL="171434" indent="-171434" defTabSz="914310">
              <a:buFont typeface="Arial" panose="020B0604020202020204" pitchFamily="34" charset="0"/>
              <a:buChar char="•"/>
              <a:defRPr/>
            </a:pPr>
            <a:r>
              <a:rPr lang="en-US" altLang="zh-CN" sz="700">
                <a:solidFill>
                  <a:srgbClr val="000000"/>
                </a:solidFill>
                <a:latin typeface="BISans"/>
                <a:ea typeface="等线" panose="02010600030101010101" pitchFamily="2" charset="-122"/>
              </a:rPr>
              <a:t>44 patients screened, </a:t>
            </a:r>
            <a:r>
              <a:rPr lang="en-US" altLang="zh-CN" sz="700" b="1">
                <a:solidFill>
                  <a:srgbClr val="000000"/>
                </a:solidFill>
                <a:latin typeface="BISans"/>
                <a:ea typeface="等线" panose="02010600030101010101" pitchFamily="2" charset="-122"/>
              </a:rPr>
              <a:t>25</a:t>
            </a:r>
            <a:r>
              <a:rPr lang="en-US" altLang="zh-CN" sz="700">
                <a:solidFill>
                  <a:srgbClr val="000000"/>
                </a:solidFill>
                <a:latin typeface="BISans"/>
                <a:ea typeface="等线" panose="02010600030101010101" pitchFamily="2" charset="-122"/>
              </a:rPr>
              <a:t> randomized, 15 in screeing as of 16Apr.</a:t>
            </a:r>
          </a:p>
          <a:p>
            <a:pPr marL="171434" indent="-171434" defTabSz="914310">
              <a:buFont typeface="Arial" panose="020B0604020202020204" pitchFamily="34" charset="0"/>
              <a:buChar char="•"/>
              <a:defRPr/>
            </a:pPr>
            <a:r>
              <a:rPr lang="en-US" altLang="zh-CN" sz="700">
                <a:solidFill>
                  <a:srgbClr val="000000"/>
                </a:solidFill>
                <a:latin typeface="BISans"/>
                <a:ea typeface="等线" panose="02010600030101010101" pitchFamily="2" charset="-122"/>
              </a:rPr>
              <a:t>Global recruitment is speeding up. </a:t>
            </a:r>
            <a:r>
              <a:rPr lang="en-US" altLang="zh-CN" sz="800" b="1">
                <a:solidFill>
                  <a:srgbClr val="000000"/>
                </a:solidFill>
                <a:latin typeface="BISans"/>
                <a:ea typeface="等线" panose="02010600030101010101" pitchFamily="2" charset="-122"/>
              </a:rPr>
              <a:t>only to screen patient who are flaring. </a:t>
            </a:r>
          </a:p>
        </p:txBody>
      </p:sp>
      <p:sp>
        <p:nvSpPr>
          <p:cNvPr id="11" name="Rectangle: Rounded Corners 10">
            <a:extLst>
              <a:ext uri="{FF2B5EF4-FFF2-40B4-BE49-F238E27FC236}">
                <a16:creationId xmlns:a16="http://schemas.microsoft.com/office/drawing/2014/main" id="{D18DFAC0-B554-CCF7-B4F0-DA89E1A9779E}"/>
              </a:ext>
            </a:extLst>
          </p:cNvPr>
          <p:cNvSpPr/>
          <p:nvPr/>
        </p:nvSpPr>
        <p:spPr>
          <a:xfrm>
            <a:off x="4865143" y="1757818"/>
            <a:ext cx="3745729" cy="435727"/>
          </a:xfrm>
          <a:prstGeom prst="roundRect">
            <a:avLst>
              <a:gd name="adj" fmla="val 7205"/>
            </a:avLst>
          </a:prstGeom>
          <a:solidFill>
            <a:schemeClr val="bg1"/>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10">
              <a:defRPr/>
            </a:pPr>
            <a:r>
              <a:rPr lang="en-US" altLang="zh-CN" sz="700">
                <a:solidFill>
                  <a:srgbClr val="000000"/>
                </a:solidFill>
                <a:latin typeface="BISans"/>
                <a:ea typeface="等线" panose="02010600030101010101" pitchFamily="2" charset="-122"/>
              </a:rPr>
              <a:t>1368.25 (OLE)</a:t>
            </a:r>
          </a:p>
          <a:p>
            <a:pPr marL="171434" indent="-171434" defTabSz="914310">
              <a:buFont typeface="Arial" panose="020B0604020202020204" pitchFamily="34" charset="0"/>
              <a:buChar char="•"/>
              <a:defRPr/>
            </a:pPr>
            <a:r>
              <a:rPr lang="en-US" altLang="zh-CN" sz="700">
                <a:solidFill>
                  <a:srgbClr val="000000"/>
                </a:solidFill>
                <a:latin typeface="BISans"/>
                <a:ea typeface="等线" panose="02010600030101010101" pitchFamily="2" charset="-122"/>
              </a:rPr>
              <a:t>A  CTP amendment under discussion: update the treatment duration to be such as ‘up to 5 years or until </a:t>
            </a:r>
            <a:r>
              <a:rPr lang="en-US" altLang="zh-CN" sz="700" err="1">
                <a:solidFill>
                  <a:srgbClr val="000000"/>
                </a:solidFill>
                <a:latin typeface="BISans"/>
                <a:ea typeface="等线" panose="02010600030101010101" pitchFamily="2" charset="-122"/>
              </a:rPr>
              <a:t>s.c.</a:t>
            </a:r>
            <a:r>
              <a:rPr lang="en-US" altLang="zh-CN" sz="700">
                <a:solidFill>
                  <a:srgbClr val="000000"/>
                </a:solidFill>
                <a:latin typeface="BISans"/>
                <a:ea typeface="等线" panose="02010600030101010101" pitchFamily="2" charset="-122"/>
              </a:rPr>
              <a:t> spesolimab is available in the market, whichever is shorter’ </a:t>
            </a:r>
            <a:endParaRPr lang="en-US" altLang="zh-CN" sz="800" b="1">
              <a:solidFill>
                <a:srgbClr val="000000"/>
              </a:solidFill>
              <a:latin typeface="BISans"/>
              <a:ea typeface="等线" panose="02010600030101010101" pitchFamily="2" charset="-122"/>
            </a:endParaRPr>
          </a:p>
        </p:txBody>
      </p:sp>
    </p:spTree>
    <p:extLst>
      <p:ext uri="{BB962C8B-B14F-4D97-AF65-F5344CB8AC3E}">
        <p14:creationId xmlns:p14="http://schemas.microsoft.com/office/powerpoint/2010/main" val="1286224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descr="图表, 折线图&#10;&#10;已自动生成说明">
            <a:extLst>
              <a:ext uri="{FF2B5EF4-FFF2-40B4-BE49-F238E27FC236}">
                <a16:creationId xmlns:a16="http://schemas.microsoft.com/office/drawing/2014/main" id="{A1C16E69-5750-E48A-1B44-B2ABD73E5916}"/>
              </a:ext>
            </a:extLst>
          </p:cNvPr>
          <p:cNvPicPr>
            <a:picLocks noChangeAspect="1"/>
          </p:cNvPicPr>
          <p:nvPr/>
        </p:nvPicPr>
        <p:blipFill>
          <a:blip r:embed="rId2"/>
          <a:stretch>
            <a:fillRect/>
          </a:stretch>
        </p:blipFill>
        <p:spPr>
          <a:xfrm>
            <a:off x="1673778" y="990736"/>
            <a:ext cx="5551189" cy="2928642"/>
          </a:xfrm>
          <a:prstGeom prst="rect">
            <a:avLst/>
          </a:prstGeom>
        </p:spPr>
      </p:pic>
      <p:sp>
        <p:nvSpPr>
          <p:cNvPr id="10" name="Rectangle 5">
            <a:extLst>
              <a:ext uri="{FF2B5EF4-FFF2-40B4-BE49-F238E27FC236}">
                <a16:creationId xmlns:a16="http://schemas.microsoft.com/office/drawing/2014/main" id="{72A3568C-F3B5-F31F-8B3C-48C73A60BD44}"/>
              </a:ext>
            </a:extLst>
          </p:cNvPr>
          <p:cNvSpPr/>
          <p:nvPr/>
        </p:nvSpPr>
        <p:spPr>
          <a:xfrm>
            <a:off x="2122771" y="1208877"/>
            <a:ext cx="1569994" cy="782174"/>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defPPr>
              <a:defRPr lang="en-US"/>
            </a:defPPr>
            <a:lvl1pPr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1pPr>
            <a:lvl2pPr marL="389626"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2pPr>
            <a:lvl3pPr marL="779252"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3pPr>
            <a:lvl4pPr marL="1168878"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4pPr>
            <a:lvl5pPr marL="1558503"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5pPr>
            <a:lvl6pPr marL="1948129" algn="l" defTabSz="779252" rtl="0" eaLnBrk="1" latinLnBrk="1" hangingPunct="1">
              <a:defRPr kumimoji="1" sz="1193" kern="1200">
                <a:solidFill>
                  <a:schemeClr val="tx1"/>
                </a:solidFill>
                <a:latin typeface="BISans" pitchFamily="2" charset="0"/>
                <a:ea typeface="굴림" pitchFamily="50" charset="-127"/>
                <a:cs typeface="+mn-cs"/>
              </a:defRPr>
            </a:lvl6pPr>
            <a:lvl7pPr marL="2337755" algn="l" defTabSz="779252" rtl="0" eaLnBrk="1" latinLnBrk="1" hangingPunct="1">
              <a:defRPr kumimoji="1" sz="1193" kern="1200">
                <a:solidFill>
                  <a:schemeClr val="tx1"/>
                </a:solidFill>
                <a:latin typeface="BISans" pitchFamily="2" charset="0"/>
                <a:ea typeface="굴림" pitchFamily="50" charset="-127"/>
                <a:cs typeface="+mn-cs"/>
              </a:defRPr>
            </a:lvl7pPr>
            <a:lvl8pPr marL="2727381" algn="l" defTabSz="779252" rtl="0" eaLnBrk="1" latinLnBrk="1" hangingPunct="1">
              <a:defRPr kumimoji="1" sz="1193" kern="1200">
                <a:solidFill>
                  <a:schemeClr val="tx1"/>
                </a:solidFill>
                <a:latin typeface="BISans" pitchFamily="2" charset="0"/>
                <a:ea typeface="굴림" pitchFamily="50" charset="-127"/>
                <a:cs typeface="+mn-cs"/>
              </a:defRPr>
            </a:lvl8pPr>
            <a:lvl9pPr marL="3117007" algn="l" defTabSz="779252" rtl="0" eaLnBrk="1" latinLnBrk="1" hangingPunct="1">
              <a:defRPr kumimoji="1" sz="1193" kern="1200">
                <a:solidFill>
                  <a:schemeClr val="tx1"/>
                </a:solidFill>
                <a:latin typeface="BISans" pitchFamily="2" charset="0"/>
                <a:ea typeface="굴림" pitchFamily="50" charset="-127"/>
                <a:cs typeface="+mn-cs"/>
              </a:defRPr>
            </a:lvl9pPr>
          </a:lstStyle>
          <a:p>
            <a:pPr defTabSz="224151">
              <a:defRPr/>
            </a:pPr>
            <a:r>
              <a:rPr lang="en-US" sz="600">
                <a:solidFill>
                  <a:srgbClr val="000000"/>
                </a:solidFill>
                <a:latin typeface="BISansOpti"/>
                <a:ea typeface="굴림"/>
              </a:rPr>
              <a:t>Total Screened = 44</a:t>
            </a:r>
            <a:endParaRPr lang="en-US" sz="610">
              <a:solidFill>
                <a:srgbClr val="EE6541"/>
              </a:solidFill>
              <a:latin typeface="BISansOpti"/>
            </a:endParaRPr>
          </a:p>
          <a:p>
            <a:pPr defTabSz="224151">
              <a:defRPr/>
            </a:pPr>
            <a:r>
              <a:rPr lang="en-US" sz="610">
                <a:solidFill>
                  <a:srgbClr val="000000"/>
                </a:solidFill>
                <a:latin typeface="BISansOpti"/>
                <a:ea typeface="굴림"/>
              </a:rPr>
              <a:t>Total Randomized =  25</a:t>
            </a:r>
            <a:endParaRPr lang="en-US" sz="610">
              <a:solidFill>
                <a:srgbClr val="EE6541"/>
              </a:solidFill>
              <a:latin typeface="BISansOpti"/>
            </a:endParaRPr>
          </a:p>
          <a:p>
            <a:pPr defTabSz="224151">
              <a:defRPr/>
            </a:pPr>
            <a:r>
              <a:rPr lang="en-US" altLang="zh-CN" sz="600">
                <a:solidFill>
                  <a:srgbClr val="000000"/>
                </a:solidFill>
                <a:latin typeface="BISans"/>
                <a:ea typeface="굴림"/>
              </a:rPr>
              <a:t>Total in Screening = 15</a:t>
            </a:r>
          </a:p>
          <a:p>
            <a:pPr defTabSz="224151">
              <a:defRPr/>
            </a:pPr>
            <a:r>
              <a:rPr lang="en-US" altLang="zh-CN" sz="610">
                <a:solidFill>
                  <a:srgbClr val="000000"/>
                </a:solidFill>
                <a:latin typeface="BISans"/>
                <a:ea typeface="굴림"/>
              </a:rPr>
              <a:t>Total Screen failure = 3</a:t>
            </a:r>
          </a:p>
          <a:p>
            <a:pPr defTabSz="224151">
              <a:defRPr/>
            </a:pPr>
            <a:r>
              <a:rPr lang="en-US" altLang="zh-CN" sz="610">
                <a:solidFill>
                  <a:srgbClr val="000000"/>
                </a:solidFill>
                <a:latin typeface="BISans"/>
                <a:ea typeface="굴림"/>
              </a:rPr>
              <a:t>Treatment complete=4</a:t>
            </a:r>
          </a:p>
          <a:p>
            <a:pPr defTabSz="224151">
              <a:defRPr/>
            </a:pPr>
            <a:r>
              <a:rPr lang="en-US" altLang="zh-CN" sz="610">
                <a:solidFill>
                  <a:srgbClr val="000000"/>
                </a:solidFill>
                <a:latin typeface="BISansOpti"/>
                <a:ea typeface="굴림"/>
              </a:rPr>
              <a:t>Screen failure rate = 6%</a:t>
            </a:r>
          </a:p>
          <a:p>
            <a:pPr defTabSz="224151">
              <a:defRPr/>
            </a:pPr>
            <a:r>
              <a:rPr lang="en-US" altLang="zh-CN" sz="610">
                <a:solidFill>
                  <a:srgbClr val="000000"/>
                </a:solidFill>
                <a:latin typeface="BISansOpti"/>
                <a:ea typeface="굴림"/>
              </a:rPr>
              <a:t>Early discontinuation study =0</a:t>
            </a:r>
            <a:endParaRPr lang="en-US" altLang="zh-CN" sz="610">
              <a:solidFill>
                <a:srgbClr val="FF0000"/>
              </a:solidFill>
              <a:latin typeface="BISansOpti"/>
              <a:ea typeface="굴림"/>
            </a:endParaRPr>
          </a:p>
        </p:txBody>
      </p:sp>
      <p:sp>
        <p:nvSpPr>
          <p:cNvPr id="4" name="页脚占位符 3">
            <a:extLst>
              <a:ext uri="{FF2B5EF4-FFF2-40B4-BE49-F238E27FC236}">
                <a16:creationId xmlns:a16="http://schemas.microsoft.com/office/drawing/2014/main" id="{FE05D84F-9100-1159-5BEF-1A5CC9D9DF20}"/>
              </a:ext>
            </a:extLst>
          </p:cNvPr>
          <p:cNvSpPr>
            <a:spLocks noGrp="1"/>
          </p:cNvSpPr>
          <p:nvPr>
            <p:ph type="ftr" sz="quarter" idx="10"/>
          </p:nvPr>
        </p:nvSpPr>
        <p:spPr/>
        <p:txBody>
          <a:bodyPr/>
          <a:lstStyle>
            <a:defPPr>
              <a:defRPr lang="en-US"/>
            </a:defPPr>
            <a:lvl1pPr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1pPr>
            <a:lvl2pPr marL="237423"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2pPr>
            <a:lvl3pPr marL="474845"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3pPr>
            <a:lvl4pPr marL="712268"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4pPr>
            <a:lvl5pPr marL="949689"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5pPr>
            <a:lvl6pPr marL="1187112" algn="l" defTabSz="474845" rtl="0" eaLnBrk="1" latinLnBrk="1" hangingPunct="1">
              <a:defRPr kumimoji="1" sz="727" kern="1200">
                <a:solidFill>
                  <a:schemeClr val="tx1"/>
                </a:solidFill>
                <a:latin typeface="BISans" pitchFamily="2" charset="0"/>
                <a:ea typeface="굴림" pitchFamily="50" charset="-127"/>
                <a:cs typeface="+mn-cs"/>
              </a:defRPr>
            </a:lvl6pPr>
            <a:lvl7pPr marL="1424534" algn="l" defTabSz="474845" rtl="0" eaLnBrk="1" latinLnBrk="1" hangingPunct="1">
              <a:defRPr kumimoji="1" sz="727" kern="1200">
                <a:solidFill>
                  <a:schemeClr val="tx1"/>
                </a:solidFill>
                <a:latin typeface="BISans" pitchFamily="2" charset="0"/>
                <a:ea typeface="굴림" pitchFamily="50" charset="-127"/>
                <a:cs typeface="+mn-cs"/>
              </a:defRPr>
            </a:lvl7pPr>
            <a:lvl8pPr marL="1661957" algn="l" defTabSz="474845" rtl="0" eaLnBrk="1" latinLnBrk="1" hangingPunct="1">
              <a:defRPr kumimoji="1" sz="727" kern="1200">
                <a:solidFill>
                  <a:schemeClr val="tx1"/>
                </a:solidFill>
                <a:latin typeface="BISans" pitchFamily="2" charset="0"/>
                <a:ea typeface="굴림" pitchFamily="50" charset="-127"/>
                <a:cs typeface="+mn-cs"/>
              </a:defRPr>
            </a:lvl8pPr>
            <a:lvl9pPr marL="1899379" algn="l" defTabSz="474845" rtl="0" eaLnBrk="1" latinLnBrk="1" hangingPunct="1">
              <a:defRPr kumimoji="1" sz="727" kern="1200">
                <a:solidFill>
                  <a:schemeClr val="tx1"/>
                </a:solidFill>
                <a:latin typeface="BISans" pitchFamily="2" charset="0"/>
                <a:ea typeface="굴림" pitchFamily="50" charset="-127"/>
                <a:cs typeface="+mn-cs"/>
              </a:defRPr>
            </a:lvl9pPr>
          </a:lstStyle>
          <a:p>
            <a:pPr defTabSz="557213"/>
            <a:r>
              <a:rPr lang="en-US">
                <a:solidFill>
                  <a:prstClr val="black"/>
                </a:solidFill>
              </a:rPr>
              <a:t>Presentation title    |    ONLY FOR INTERNAL USE</a:t>
            </a:r>
          </a:p>
        </p:txBody>
      </p:sp>
      <p:sp>
        <p:nvSpPr>
          <p:cNvPr id="5" name="灯片编号占位符 4">
            <a:extLst>
              <a:ext uri="{FF2B5EF4-FFF2-40B4-BE49-F238E27FC236}">
                <a16:creationId xmlns:a16="http://schemas.microsoft.com/office/drawing/2014/main" id="{38F6F72A-5892-FD0C-EAA4-DF96CAB24E66}"/>
              </a:ext>
            </a:extLst>
          </p:cNvPr>
          <p:cNvSpPr>
            <a:spLocks noGrp="1"/>
          </p:cNvSpPr>
          <p:nvPr>
            <p:ph type="sldNum" sz="quarter" idx="11"/>
          </p:nvPr>
        </p:nvSpPr>
        <p:spPr/>
        <p:txBody>
          <a:bodyPr/>
          <a:lstStyle>
            <a:defPPr>
              <a:defRPr lang="en-US"/>
            </a:defPPr>
            <a:lvl1pPr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1pPr>
            <a:lvl2pPr marL="237423"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2pPr>
            <a:lvl3pPr marL="474845"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3pPr>
            <a:lvl4pPr marL="712268"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4pPr>
            <a:lvl5pPr marL="949689"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5pPr>
            <a:lvl6pPr marL="1187112" algn="l" defTabSz="474845" rtl="0" eaLnBrk="1" latinLnBrk="1" hangingPunct="1">
              <a:defRPr kumimoji="1" sz="727" kern="1200">
                <a:solidFill>
                  <a:schemeClr val="tx1"/>
                </a:solidFill>
                <a:latin typeface="BISans" pitchFamily="2" charset="0"/>
                <a:ea typeface="굴림" pitchFamily="50" charset="-127"/>
                <a:cs typeface="+mn-cs"/>
              </a:defRPr>
            </a:lvl6pPr>
            <a:lvl7pPr marL="1424534" algn="l" defTabSz="474845" rtl="0" eaLnBrk="1" latinLnBrk="1" hangingPunct="1">
              <a:defRPr kumimoji="1" sz="727" kern="1200">
                <a:solidFill>
                  <a:schemeClr val="tx1"/>
                </a:solidFill>
                <a:latin typeface="BISans" pitchFamily="2" charset="0"/>
                <a:ea typeface="굴림" pitchFamily="50" charset="-127"/>
                <a:cs typeface="+mn-cs"/>
              </a:defRPr>
            </a:lvl7pPr>
            <a:lvl8pPr marL="1661957" algn="l" defTabSz="474845" rtl="0" eaLnBrk="1" latinLnBrk="1" hangingPunct="1">
              <a:defRPr kumimoji="1" sz="727" kern="1200">
                <a:solidFill>
                  <a:schemeClr val="tx1"/>
                </a:solidFill>
                <a:latin typeface="BISans" pitchFamily="2" charset="0"/>
                <a:ea typeface="굴림" pitchFamily="50" charset="-127"/>
                <a:cs typeface="+mn-cs"/>
              </a:defRPr>
            </a:lvl8pPr>
            <a:lvl9pPr marL="1899379" algn="l" defTabSz="474845" rtl="0" eaLnBrk="1" latinLnBrk="1" hangingPunct="1">
              <a:defRPr kumimoji="1" sz="727" kern="1200">
                <a:solidFill>
                  <a:schemeClr val="tx1"/>
                </a:solidFill>
                <a:latin typeface="BISans" pitchFamily="2" charset="0"/>
                <a:ea typeface="굴림" pitchFamily="50" charset="-127"/>
                <a:cs typeface="+mn-cs"/>
              </a:defRPr>
            </a:lvl9pPr>
          </a:lstStyle>
          <a:p>
            <a:pPr defTabSz="557213"/>
            <a:fld id="{8FF9B0DE-3FEB-4AA0-B465-B80EF7C1333D}" type="slidenum">
              <a:rPr lang="en-US">
                <a:solidFill>
                  <a:prstClr val="black"/>
                </a:solidFill>
              </a:rPr>
              <a:pPr defTabSz="557213"/>
              <a:t>52</a:t>
            </a:fld>
            <a:endParaRPr lang="en-US">
              <a:solidFill>
                <a:prstClr val="black"/>
              </a:solidFill>
            </a:endParaRPr>
          </a:p>
        </p:txBody>
      </p:sp>
      <p:sp>
        <p:nvSpPr>
          <p:cNvPr id="6" name="标题 2">
            <a:extLst>
              <a:ext uri="{FF2B5EF4-FFF2-40B4-BE49-F238E27FC236}">
                <a16:creationId xmlns:a16="http://schemas.microsoft.com/office/drawing/2014/main" id="{0DEAF4BA-6AD9-5E62-3E44-42FD83D67D4C}"/>
              </a:ext>
            </a:extLst>
          </p:cNvPr>
          <p:cNvSpPr>
            <a:spLocks noGrp="1"/>
          </p:cNvSpPr>
          <p:nvPr>
            <p:ph type="title"/>
          </p:nvPr>
        </p:nvSpPr>
        <p:spPr>
          <a:xfrm>
            <a:off x="1790776" y="772420"/>
            <a:ext cx="5562452" cy="439192"/>
          </a:xfrm>
        </p:spPr>
        <p:txBody>
          <a:bodyPr vert="horz" lIns="0" tIns="0" rIns="0" bIns="0" rtlCol="0" anchor="t">
            <a:normAutofit/>
          </a:bodyPr>
          <a:lstStyle>
            <a:defPPr>
              <a:defRPr lang="en-US"/>
            </a:defPPr>
            <a:lvl1pPr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1pPr>
            <a:lvl2pPr marL="389626"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2pPr>
            <a:lvl3pPr marL="779252"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3pPr>
            <a:lvl4pPr marL="1168878"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4pPr>
            <a:lvl5pPr marL="1558503"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5pPr>
            <a:lvl6pPr marL="1948129" algn="l" defTabSz="779252" rtl="0" eaLnBrk="1" latinLnBrk="1" hangingPunct="1">
              <a:defRPr kumimoji="1" sz="1193" kern="1200">
                <a:solidFill>
                  <a:schemeClr val="tx1"/>
                </a:solidFill>
                <a:latin typeface="BISans" pitchFamily="2" charset="0"/>
                <a:ea typeface="굴림" pitchFamily="50" charset="-127"/>
                <a:cs typeface="+mn-cs"/>
              </a:defRPr>
            </a:lvl6pPr>
            <a:lvl7pPr marL="2337755" algn="l" defTabSz="779252" rtl="0" eaLnBrk="1" latinLnBrk="1" hangingPunct="1">
              <a:defRPr kumimoji="1" sz="1193" kern="1200">
                <a:solidFill>
                  <a:schemeClr val="tx1"/>
                </a:solidFill>
                <a:latin typeface="BISans" pitchFamily="2" charset="0"/>
                <a:ea typeface="굴림" pitchFamily="50" charset="-127"/>
                <a:cs typeface="+mn-cs"/>
              </a:defRPr>
            </a:lvl7pPr>
            <a:lvl8pPr marL="2727381" algn="l" defTabSz="779252" rtl="0" eaLnBrk="1" latinLnBrk="1" hangingPunct="1">
              <a:defRPr kumimoji="1" sz="1193" kern="1200">
                <a:solidFill>
                  <a:schemeClr val="tx1"/>
                </a:solidFill>
                <a:latin typeface="BISans" pitchFamily="2" charset="0"/>
                <a:ea typeface="굴림" pitchFamily="50" charset="-127"/>
                <a:cs typeface="+mn-cs"/>
              </a:defRPr>
            </a:lvl8pPr>
            <a:lvl9pPr marL="3117007" algn="l" defTabSz="779252" rtl="0" eaLnBrk="1" latinLnBrk="1" hangingPunct="1">
              <a:defRPr kumimoji="1" sz="1193" kern="1200">
                <a:solidFill>
                  <a:schemeClr val="tx1"/>
                </a:solidFill>
                <a:latin typeface="BISans" pitchFamily="2" charset="0"/>
                <a:ea typeface="굴림" pitchFamily="50" charset="-127"/>
                <a:cs typeface="+mn-cs"/>
              </a:defRPr>
            </a:lvl9pPr>
          </a:lstStyle>
          <a:p>
            <a:r>
              <a:rPr lang="en-US" altLang="zh-CN" sz="1125">
                <a:solidFill>
                  <a:schemeClr val="bg2"/>
                </a:solidFill>
                <a:latin typeface="+mj-lt"/>
                <a:ea typeface="+mj-ea"/>
                <a:cs typeface="+mj-cs"/>
              </a:rPr>
              <a:t>1368-0120-Global Recruitment Curve (as of 16Apr2024)</a:t>
            </a:r>
          </a:p>
        </p:txBody>
      </p:sp>
      <p:pic>
        <p:nvPicPr>
          <p:cNvPr id="3" name="图片 2">
            <a:extLst>
              <a:ext uri="{FF2B5EF4-FFF2-40B4-BE49-F238E27FC236}">
                <a16:creationId xmlns:a16="http://schemas.microsoft.com/office/drawing/2014/main" id="{099E8097-857D-3773-C2C5-740F5C40DC6A}"/>
              </a:ext>
            </a:extLst>
          </p:cNvPr>
          <p:cNvPicPr>
            <a:picLocks noChangeAspect="1"/>
          </p:cNvPicPr>
          <p:nvPr/>
        </p:nvPicPr>
        <p:blipFill>
          <a:blip r:embed="rId3"/>
          <a:stretch>
            <a:fillRect/>
          </a:stretch>
        </p:blipFill>
        <p:spPr>
          <a:xfrm>
            <a:off x="958065" y="3980795"/>
            <a:ext cx="7227870" cy="526381"/>
          </a:xfrm>
          <a:prstGeom prst="rect">
            <a:avLst/>
          </a:prstGeom>
        </p:spPr>
      </p:pic>
    </p:spTree>
    <p:extLst>
      <p:ext uri="{BB962C8B-B14F-4D97-AF65-F5344CB8AC3E}">
        <p14:creationId xmlns:p14="http://schemas.microsoft.com/office/powerpoint/2010/main" val="41940048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descr="图表, 折线图&#10;&#10;已自动生成说明">
            <a:extLst>
              <a:ext uri="{FF2B5EF4-FFF2-40B4-BE49-F238E27FC236}">
                <a16:creationId xmlns:a16="http://schemas.microsoft.com/office/drawing/2014/main" id="{EDF3A30F-2F08-8477-A856-6859810B3217}"/>
              </a:ext>
            </a:extLst>
          </p:cNvPr>
          <p:cNvPicPr>
            <a:picLocks noChangeAspect="1"/>
          </p:cNvPicPr>
          <p:nvPr/>
        </p:nvPicPr>
        <p:blipFill>
          <a:blip r:embed="rId2"/>
          <a:stretch>
            <a:fillRect/>
          </a:stretch>
        </p:blipFill>
        <p:spPr>
          <a:xfrm>
            <a:off x="1323708" y="1035297"/>
            <a:ext cx="6029517" cy="2494117"/>
          </a:xfrm>
          <a:prstGeom prst="rect">
            <a:avLst/>
          </a:prstGeom>
        </p:spPr>
      </p:pic>
      <p:sp>
        <p:nvSpPr>
          <p:cNvPr id="3" name="文本占位符 2">
            <a:extLst>
              <a:ext uri="{FF2B5EF4-FFF2-40B4-BE49-F238E27FC236}">
                <a16:creationId xmlns:a16="http://schemas.microsoft.com/office/drawing/2014/main" id="{E0F6FB48-87C4-B113-84E9-DA85979C0830}"/>
              </a:ext>
            </a:extLst>
          </p:cNvPr>
          <p:cNvSpPr>
            <a:spLocks noGrp="1"/>
          </p:cNvSpPr>
          <p:nvPr>
            <p:ph type="body" sz="quarter" idx="13"/>
          </p:nvPr>
        </p:nvSpPr>
        <p:spPr/>
        <p:txBody>
          <a:bodyPr/>
          <a:lstStyle>
            <a:defPPr>
              <a:defRPr lang="en-US"/>
            </a:defPPr>
            <a:lvl1pPr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1pPr>
            <a:lvl2pPr marL="389626"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2pPr>
            <a:lvl3pPr marL="779252"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3pPr>
            <a:lvl4pPr marL="1168878"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4pPr>
            <a:lvl5pPr marL="1558503"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5pPr>
            <a:lvl6pPr marL="1948129" algn="l" defTabSz="779252" rtl="0" eaLnBrk="1" latinLnBrk="1" hangingPunct="1">
              <a:defRPr kumimoji="1" sz="1193" kern="1200">
                <a:solidFill>
                  <a:schemeClr val="tx1"/>
                </a:solidFill>
                <a:latin typeface="BISans" pitchFamily="2" charset="0"/>
                <a:ea typeface="굴림" pitchFamily="50" charset="-127"/>
                <a:cs typeface="+mn-cs"/>
              </a:defRPr>
            </a:lvl6pPr>
            <a:lvl7pPr marL="2337755" algn="l" defTabSz="779252" rtl="0" eaLnBrk="1" latinLnBrk="1" hangingPunct="1">
              <a:defRPr kumimoji="1" sz="1193" kern="1200">
                <a:solidFill>
                  <a:schemeClr val="tx1"/>
                </a:solidFill>
                <a:latin typeface="BISans" pitchFamily="2" charset="0"/>
                <a:ea typeface="굴림" pitchFamily="50" charset="-127"/>
                <a:cs typeface="+mn-cs"/>
              </a:defRPr>
            </a:lvl7pPr>
            <a:lvl8pPr marL="2727381" algn="l" defTabSz="779252" rtl="0" eaLnBrk="1" latinLnBrk="1" hangingPunct="1">
              <a:defRPr kumimoji="1" sz="1193" kern="1200">
                <a:solidFill>
                  <a:schemeClr val="tx1"/>
                </a:solidFill>
                <a:latin typeface="BISans" pitchFamily="2" charset="0"/>
                <a:ea typeface="굴림" pitchFamily="50" charset="-127"/>
                <a:cs typeface="+mn-cs"/>
              </a:defRPr>
            </a:lvl8pPr>
            <a:lvl9pPr marL="3117007" algn="l" defTabSz="779252" rtl="0" eaLnBrk="1" latinLnBrk="1" hangingPunct="1">
              <a:defRPr kumimoji="1" sz="1193" kern="1200">
                <a:solidFill>
                  <a:schemeClr val="tx1"/>
                </a:solidFill>
                <a:latin typeface="BISans" pitchFamily="2" charset="0"/>
                <a:ea typeface="굴림" pitchFamily="50" charset="-127"/>
                <a:cs typeface="+mn-cs"/>
              </a:defRPr>
            </a:lvl9pPr>
          </a:lstStyle>
          <a:p>
            <a:endParaRPr lang="zh-CN" altLang="en-US"/>
          </a:p>
        </p:txBody>
      </p:sp>
      <p:sp>
        <p:nvSpPr>
          <p:cNvPr id="7" name="标题 2">
            <a:extLst>
              <a:ext uri="{FF2B5EF4-FFF2-40B4-BE49-F238E27FC236}">
                <a16:creationId xmlns:a16="http://schemas.microsoft.com/office/drawing/2014/main" id="{46E0003A-2F19-4677-A082-439F4B8D4281}"/>
              </a:ext>
            </a:extLst>
          </p:cNvPr>
          <p:cNvSpPr>
            <a:spLocks noGrp="1"/>
          </p:cNvSpPr>
          <p:nvPr>
            <p:ph type="title"/>
          </p:nvPr>
        </p:nvSpPr>
        <p:spPr>
          <a:xfrm>
            <a:off x="1790776" y="772420"/>
            <a:ext cx="5562452" cy="439192"/>
          </a:xfrm>
        </p:spPr>
        <p:txBody>
          <a:bodyPr anchor="t">
            <a:normAutofit/>
          </a:bodyPr>
          <a:lstStyle>
            <a:defPPr>
              <a:defRPr lang="en-US"/>
            </a:defPPr>
            <a:lvl1pPr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1pPr>
            <a:lvl2pPr marL="389626"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2pPr>
            <a:lvl3pPr marL="779252"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3pPr>
            <a:lvl4pPr marL="1168878"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4pPr>
            <a:lvl5pPr marL="1558503"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5pPr>
            <a:lvl6pPr marL="1948129" algn="l" defTabSz="779252" rtl="0" eaLnBrk="1" latinLnBrk="1" hangingPunct="1">
              <a:defRPr kumimoji="1" sz="1193" kern="1200">
                <a:solidFill>
                  <a:schemeClr val="tx1"/>
                </a:solidFill>
                <a:latin typeface="BISans" pitchFamily="2" charset="0"/>
                <a:ea typeface="굴림" pitchFamily="50" charset="-127"/>
                <a:cs typeface="+mn-cs"/>
              </a:defRPr>
            </a:lvl6pPr>
            <a:lvl7pPr marL="2337755" algn="l" defTabSz="779252" rtl="0" eaLnBrk="1" latinLnBrk="1" hangingPunct="1">
              <a:defRPr kumimoji="1" sz="1193" kern="1200">
                <a:solidFill>
                  <a:schemeClr val="tx1"/>
                </a:solidFill>
                <a:latin typeface="BISans" pitchFamily="2" charset="0"/>
                <a:ea typeface="굴림" pitchFamily="50" charset="-127"/>
                <a:cs typeface="+mn-cs"/>
              </a:defRPr>
            </a:lvl7pPr>
            <a:lvl8pPr marL="2727381" algn="l" defTabSz="779252" rtl="0" eaLnBrk="1" latinLnBrk="1" hangingPunct="1">
              <a:defRPr kumimoji="1" sz="1193" kern="1200">
                <a:solidFill>
                  <a:schemeClr val="tx1"/>
                </a:solidFill>
                <a:latin typeface="BISans" pitchFamily="2" charset="0"/>
                <a:ea typeface="굴림" pitchFamily="50" charset="-127"/>
                <a:cs typeface="+mn-cs"/>
              </a:defRPr>
            </a:lvl8pPr>
            <a:lvl9pPr marL="3117007" algn="l" defTabSz="779252" rtl="0" eaLnBrk="1" latinLnBrk="1" hangingPunct="1">
              <a:defRPr kumimoji="1" sz="1193" kern="1200">
                <a:solidFill>
                  <a:schemeClr val="tx1"/>
                </a:solidFill>
                <a:latin typeface="BISans" pitchFamily="2" charset="0"/>
                <a:ea typeface="굴림" pitchFamily="50" charset="-127"/>
                <a:cs typeface="+mn-cs"/>
              </a:defRPr>
            </a:lvl9pPr>
          </a:lstStyle>
          <a:p>
            <a:r>
              <a:rPr lang="zh-CN" altLang="en-US" sz="1158">
                <a:solidFill>
                  <a:schemeClr val="bg2"/>
                </a:solidFill>
                <a:latin typeface="+mj-lt"/>
                <a:ea typeface="+mj-ea"/>
                <a:cs typeface="+mj-cs"/>
              </a:rPr>
              <a:t>1368</a:t>
            </a:r>
            <a:r>
              <a:rPr lang="zh-CN" altLang="en-US" sz="701">
                <a:latin typeface="BISans"/>
                <a:ea typeface="굴림"/>
              </a:rPr>
              <a:t>-</a:t>
            </a:r>
            <a:r>
              <a:rPr lang="zh-CN" altLang="en-US" sz="1158">
                <a:solidFill>
                  <a:schemeClr val="bg2"/>
                </a:solidFill>
                <a:latin typeface="+mj-lt"/>
                <a:ea typeface="+mj-ea"/>
                <a:cs typeface="+mj-cs"/>
              </a:rPr>
              <a:t>0120-China Reruitment Curve (as of </a:t>
            </a:r>
            <a:r>
              <a:rPr lang="en-US" altLang="zh-CN" sz="1158">
                <a:solidFill>
                  <a:schemeClr val="bg2"/>
                </a:solidFill>
                <a:latin typeface="+mj-lt"/>
                <a:ea typeface="+mj-ea"/>
                <a:cs typeface="+mj-cs"/>
              </a:rPr>
              <a:t>15Apr</a:t>
            </a:r>
            <a:r>
              <a:rPr lang="zh-CN" altLang="en-US" sz="1158">
                <a:solidFill>
                  <a:schemeClr val="bg2"/>
                </a:solidFill>
                <a:latin typeface="+mj-lt"/>
                <a:ea typeface="+mj-ea"/>
                <a:cs typeface="+mj-cs"/>
              </a:rPr>
              <a:t>2024)-No update</a:t>
            </a:r>
          </a:p>
        </p:txBody>
      </p:sp>
      <p:sp>
        <p:nvSpPr>
          <p:cNvPr id="5" name="灯片编号占位符 4">
            <a:extLst>
              <a:ext uri="{FF2B5EF4-FFF2-40B4-BE49-F238E27FC236}">
                <a16:creationId xmlns:a16="http://schemas.microsoft.com/office/drawing/2014/main" id="{3034CD1E-3352-44E4-579D-73F1B1C322C9}"/>
              </a:ext>
            </a:extLst>
          </p:cNvPr>
          <p:cNvSpPr>
            <a:spLocks noGrp="1"/>
          </p:cNvSpPr>
          <p:nvPr>
            <p:ph type="sldNum" sz="quarter" idx="11"/>
          </p:nvPr>
        </p:nvSpPr>
        <p:spPr/>
        <p:txBody>
          <a:bodyPr/>
          <a:lstStyle>
            <a:defPPr>
              <a:defRPr lang="en-US"/>
            </a:defPPr>
            <a:lvl1pPr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1pPr>
            <a:lvl2pPr marL="237423"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2pPr>
            <a:lvl3pPr marL="474845"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3pPr>
            <a:lvl4pPr marL="712268"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4pPr>
            <a:lvl5pPr marL="949689" algn="l" rtl="0" fontAlgn="base" latinLnBrk="1">
              <a:spcBef>
                <a:spcPct val="0"/>
              </a:spcBef>
              <a:spcAft>
                <a:spcPct val="0"/>
              </a:spcAft>
              <a:defRPr kumimoji="1" sz="727" kern="1200">
                <a:solidFill>
                  <a:schemeClr val="tx1"/>
                </a:solidFill>
                <a:latin typeface="BISans" pitchFamily="2" charset="0"/>
                <a:ea typeface="굴림" pitchFamily="50" charset="-127"/>
                <a:cs typeface="+mn-cs"/>
              </a:defRPr>
            </a:lvl5pPr>
            <a:lvl6pPr marL="1187112" algn="l" defTabSz="474845" rtl="0" eaLnBrk="1" latinLnBrk="1" hangingPunct="1">
              <a:defRPr kumimoji="1" sz="727" kern="1200">
                <a:solidFill>
                  <a:schemeClr val="tx1"/>
                </a:solidFill>
                <a:latin typeface="BISans" pitchFamily="2" charset="0"/>
                <a:ea typeface="굴림" pitchFamily="50" charset="-127"/>
                <a:cs typeface="+mn-cs"/>
              </a:defRPr>
            </a:lvl6pPr>
            <a:lvl7pPr marL="1424534" algn="l" defTabSz="474845" rtl="0" eaLnBrk="1" latinLnBrk="1" hangingPunct="1">
              <a:defRPr kumimoji="1" sz="727" kern="1200">
                <a:solidFill>
                  <a:schemeClr val="tx1"/>
                </a:solidFill>
                <a:latin typeface="BISans" pitchFamily="2" charset="0"/>
                <a:ea typeface="굴림" pitchFamily="50" charset="-127"/>
                <a:cs typeface="+mn-cs"/>
              </a:defRPr>
            </a:lvl7pPr>
            <a:lvl8pPr marL="1661957" algn="l" defTabSz="474845" rtl="0" eaLnBrk="1" latinLnBrk="1" hangingPunct="1">
              <a:defRPr kumimoji="1" sz="727" kern="1200">
                <a:solidFill>
                  <a:schemeClr val="tx1"/>
                </a:solidFill>
                <a:latin typeface="BISans" pitchFamily="2" charset="0"/>
                <a:ea typeface="굴림" pitchFamily="50" charset="-127"/>
                <a:cs typeface="+mn-cs"/>
              </a:defRPr>
            </a:lvl8pPr>
            <a:lvl9pPr marL="1899379" algn="l" defTabSz="474845" rtl="0" eaLnBrk="1" latinLnBrk="1" hangingPunct="1">
              <a:defRPr kumimoji="1" sz="727" kern="1200">
                <a:solidFill>
                  <a:schemeClr val="tx1"/>
                </a:solidFill>
                <a:latin typeface="BISans" pitchFamily="2" charset="0"/>
                <a:ea typeface="굴림" pitchFamily="50" charset="-127"/>
                <a:cs typeface="+mn-cs"/>
              </a:defRPr>
            </a:lvl9pPr>
          </a:lstStyle>
          <a:p>
            <a:pPr defTabSz="557213"/>
            <a:fld id="{8FF9B0DE-3FEB-4AA0-B465-B80EF7C1333D}" type="slidenum">
              <a:rPr lang="en-US">
                <a:solidFill>
                  <a:prstClr val="black"/>
                </a:solidFill>
              </a:rPr>
              <a:pPr defTabSz="557213"/>
              <a:t>53</a:t>
            </a:fld>
            <a:endParaRPr lang="en-US">
              <a:solidFill>
                <a:prstClr val="black"/>
              </a:solidFill>
            </a:endParaRPr>
          </a:p>
        </p:txBody>
      </p:sp>
      <p:sp>
        <p:nvSpPr>
          <p:cNvPr id="15" name="Rectangle 5">
            <a:extLst>
              <a:ext uri="{FF2B5EF4-FFF2-40B4-BE49-F238E27FC236}">
                <a16:creationId xmlns:a16="http://schemas.microsoft.com/office/drawing/2014/main" id="{B01AB53E-9E55-46BB-7F88-2E3A74A0557A}"/>
              </a:ext>
            </a:extLst>
          </p:cNvPr>
          <p:cNvSpPr/>
          <p:nvPr/>
        </p:nvSpPr>
        <p:spPr>
          <a:xfrm>
            <a:off x="1694647" y="1034973"/>
            <a:ext cx="1352786" cy="78501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defPPr>
              <a:defRPr lang="en-US"/>
            </a:defPPr>
            <a:lvl1pPr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1pPr>
            <a:lvl2pPr marL="389626"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2pPr>
            <a:lvl3pPr marL="779252"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3pPr>
            <a:lvl4pPr marL="1168878"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4pPr>
            <a:lvl5pPr marL="1558503" algn="l" rtl="0" fontAlgn="base" latinLnBrk="1">
              <a:spcBef>
                <a:spcPct val="0"/>
              </a:spcBef>
              <a:spcAft>
                <a:spcPct val="0"/>
              </a:spcAft>
              <a:defRPr kumimoji="1" sz="1193" kern="1200">
                <a:solidFill>
                  <a:schemeClr val="tx1"/>
                </a:solidFill>
                <a:latin typeface="BISans" pitchFamily="2" charset="0"/>
                <a:ea typeface="굴림" pitchFamily="50" charset="-127"/>
                <a:cs typeface="+mn-cs"/>
              </a:defRPr>
            </a:lvl5pPr>
            <a:lvl6pPr marL="1948129" algn="l" defTabSz="779252" rtl="0" eaLnBrk="1" latinLnBrk="1" hangingPunct="1">
              <a:defRPr kumimoji="1" sz="1193" kern="1200">
                <a:solidFill>
                  <a:schemeClr val="tx1"/>
                </a:solidFill>
                <a:latin typeface="BISans" pitchFamily="2" charset="0"/>
                <a:ea typeface="굴림" pitchFamily="50" charset="-127"/>
                <a:cs typeface="+mn-cs"/>
              </a:defRPr>
            </a:lvl6pPr>
            <a:lvl7pPr marL="2337755" algn="l" defTabSz="779252" rtl="0" eaLnBrk="1" latinLnBrk="1" hangingPunct="1">
              <a:defRPr kumimoji="1" sz="1193" kern="1200">
                <a:solidFill>
                  <a:schemeClr val="tx1"/>
                </a:solidFill>
                <a:latin typeface="BISans" pitchFamily="2" charset="0"/>
                <a:ea typeface="굴림" pitchFamily="50" charset="-127"/>
                <a:cs typeface="+mn-cs"/>
              </a:defRPr>
            </a:lvl7pPr>
            <a:lvl8pPr marL="2727381" algn="l" defTabSz="779252" rtl="0" eaLnBrk="1" latinLnBrk="1" hangingPunct="1">
              <a:defRPr kumimoji="1" sz="1193" kern="1200">
                <a:solidFill>
                  <a:schemeClr val="tx1"/>
                </a:solidFill>
                <a:latin typeface="BISans" pitchFamily="2" charset="0"/>
                <a:ea typeface="굴림" pitchFamily="50" charset="-127"/>
                <a:cs typeface="+mn-cs"/>
              </a:defRPr>
            </a:lvl8pPr>
            <a:lvl9pPr marL="3117007" algn="l" defTabSz="779252" rtl="0" eaLnBrk="1" latinLnBrk="1" hangingPunct="1">
              <a:defRPr kumimoji="1" sz="1193" kern="1200">
                <a:solidFill>
                  <a:schemeClr val="tx1"/>
                </a:solidFill>
                <a:latin typeface="BISans" pitchFamily="2" charset="0"/>
                <a:ea typeface="굴림" pitchFamily="50" charset="-127"/>
                <a:cs typeface="+mn-cs"/>
              </a:defRPr>
            </a:lvl9pPr>
          </a:lstStyle>
          <a:p>
            <a:pPr defTabSz="224151">
              <a:defRPr/>
            </a:pPr>
            <a:r>
              <a:rPr lang="en-US" sz="610">
                <a:solidFill>
                  <a:srgbClr val="000000"/>
                </a:solidFill>
                <a:latin typeface="BISansOpti"/>
                <a:ea typeface="굴림"/>
              </a:rPr>
              <a:t>Total Screened = 7</a:t>
            </a:r>
          </a:p>
          <a:p>
            <a:pPr defTabSz="224151">
              <a:defRPr/>
            </a:pPr>
            <a:r>
              <a:rPr lang="en-US" sz="610">
                <a:solidFill>
                  <a:srgbClr val="000000"/>
                </a:solidFill>
                <a:latin typeface="BISansOpti"/>
                <a:ea typeface="굴림"/>
              </a:rPr>
              <a:t>Total Randomized =  4</a:t>
            </a:r>
            <a:endParaRPr lang="en-US" sz="610">
              <a:solidFill>
                <a:srgbClr val="FF0000"/>
              </a:solidFill>
              <a:latin typeface="BISansOpti"/>
            </a:endParaRPr>
          </a:p>
          <a:p>
            <a:pPr defTabSz="224151">
              <a:defRPr/>
            </a:pPr>
            <a:r>
              <a:rPr lang="en-US" altLang="zh-CN" sz="610">
                <a:solidFill>
                  <a:srgbClr val="000000"/>
                </a:solidFill>
                <a:latin typeface="BISans"/>
                <a:ea typeface="굴림"/>
              </a:rPr>
              <a:t>Total in Screening =</a:t>
            </a:r>
            <a:r>
              <a:rPr lang="en-US" altLang="zh-CN" sz="610">
                <a:solidFill>
                  <a:srgbClr val="FF0000"/>
                </a:solidFill>
                <a:latin typeface="BISans"/>
                <a:ea typeface="굴림"/>
              </a:rPr>
              <a:t> 1</a:t>
            </a:r>
            <a:endParaRPr lang="en-US" altLang="zh-CN" sz="610">
              <a:solidFill>
                <a:srgbClr val="FF0000"/>
              </a:solidFill>
            </a:endParaRPr>
          </a:p>
          <a:p>
            <a:pPr defTabSz="224151">
              <a:defRPr/>
            </a:pPr>
            <a:r>
              <a:rPr lang="en-US" altLang="zh-CN" sz="610">
                <a:solidFill>
                  <a:srgbClr val="000000"/>
                </a:solidFill>
                <a:latin typeface="BISans"/>
                <a:ea typeface="굴림"/>
              </a:rPr>
              <a:t>Total Screen failure = 2</a:t>
            </a:r>
          </a:p>
          <a:p>
            <a:pPr defTabSz="224151">
              <a:defRPr/>
            </a:pPr>
            <a:r>
              <a:rPr lang="en-US" altLang="zh-CN" sz="610">
                <a:solidFill>
                  <a:srgbClr val="000000"/>
                </a:solidFill>
                <a:latin typeface="BISansOpti"/>
                <a:ea typeface="굴림"/>
              </a:rPr>
              <a:t>Screen failure rate = 28%</a:t>
            </a:r>
          </a:p>
          <a:p>
            <a:pPr defTabSz="224151">
              <a:defRPr/>
            </a:pPr>
            <a:r>
              <a:rPr lang="en-US" altLang="zh-CN" sz="610">
                <a:solidFill>
                  <a:srgbClr val="000000"/>
                </a:solidFill>
                <a:latin typeface="BISansOpti"/>
                <a:ea typeface="굴림"/>
              </a:rPr>
              <a:t>Early discontinuation  treatment =</a:t>
            </a:r>
            <a:r>
              <a:rPr lang="en-US" altLang="zh-CN" sz="610">
                <a:solidFill>
                  <a:srgbClr val="FF0000"/>
                </a:solidFill>
                <a:latin typeface="BISansOpti"/>
                <a:ea typeface="굴림"/>
              </a:rPr>
              <a:t>1</a:t>
            </a:r>
          </a:p>
          <a:p>
            <a:pPr defTabSz="224151">
              <a:defRPr/>
            </a:pPr>
            <a:r>
              <a:rPr lang="en-US" altLang="zh-CN" sz="610">
                <a:solidFill>
                  <a:srgbClr val="000000"/>
                </a:solidFill>
                <a:latin typeface="BISansOpti"/>
                <a:ea typeface="굴림"/>
              </a:rPr>
              <a:t>Early discontinuation study= </a:t>
            </a:r>
            <a:r>
              <a:rPr lang="en-US" altLang="zh-CN" sz="610">
                <a:solidFill>
                  <a:srgbClr val="FF0000"/>
                </a:solidFill>
                <a:latin typeface="BISansOpti"/>
                <a:ea typeface="굴림"/>
              </a:rPr>
              <a:t>0</a:t>
            </a:r>
          </a:p>
        </p:txBody>
      </p:sp>
      <p:graphicFrame>
        <p:nvGraphicFramePr>
          <p:cNvPr id="6" name="表格 5">
            <a:extLst>
              <a:ext uri="{FF2B5EF4-FFF2-40B4-BE49-F238E27FC236}">
                <a16:creationId xmlns:a16="http://schemas.microsoft.com/office/drawing/2014/main" id="{CCC554CC-E719-0EBD-91C2-E93404ADDF63}"/>
              </a:ext>
            </a:extLst>
          </p:cNvPr>
          <p:cNvGraphicFramePr>
            <a:graphicFrameLocks noGrp="1"/>
          </p:cNvGraphicFramePr>
          <p:nvPr/>
        </p:nvGraphicFramePr>
        <p:xfrm>
          <a:off x="1148156" y="3610392"/>
          <a:ext cx="6846095" cy="740065"/>
        </p:xfrm>
        <a:graphic>
          <a:graphicData uri="http://schemas.openxmlformats.org/drawingml/2006/table">
            <a:tbl>
              <a:tblPr/>
              <a:tblGrid>
                <a:gridCol w="970019">
                  <a:extLst>
                    <a:ext uri="{9D8B030D-6E8A-4147-A177-3AD203B41FA5}">
                      <a16:colId xmlns:a16="http://schemas.microsoft.com/office/drawing/2014/main" val="3037845744"/>
                    </a:ext>
                  </a:extLst>
                </a:gridCol>
                <a:gridCol w="516100">
                  <a:extLst>
                    <a:ext uri="{9D8B030D-6E8A-4147-A177-3AD203B41FA5}">
                      <a16:colId xmlns:a16="http://schemas.microsoft.com/office/drawing/2014/main" val="934714847"/>
                    </a:ext>
                  </a:extLst>
                </a:gridCol>
                <a:gridCol w="373085">
                  <a:extLst>
                    <a:ext uri="{9D8B030D-6E8A-4147-A177-3AD203B41FA5}">
                      <a16:colId xmlns:a16="http://schemas.microsoft.com/office/drawing/2014/main" val="1523903690"/>
                    </a:ext>
                  </a:extLst>
                </a:gridCol>
                <a:gridCol w="466355">
                  <a:extLst>
                    <a:ext uri="{9D8B030D-6E8A-4147-A177-3AD203B41FA5}">
                      <a16:colId xmlns:a16="http://schemas.microsoft.com/office/drawing/2014/main" val="971158547"/>
                    </a:ext>
                  </a:extLst>
                </a:gridCol>
                <a:gridCol w="329558">
                  <a:extLst>
                    <a:ext uri="{9D8B030D-6E8A-4147-A177-3AD203B41FA5}">
                      <a16:colId xmlns:a16="http://schemas.microsoft.com/office/drawing/2014/main" val="942144014"/>
                    </a:ext>
                  </a:extLst>
                </a:gridCol>
                <a:gridCol w="329558">
                  <a:extLst>
                    <a:ext uri="{9D8B030D-6E8A-4147-A177-3AD203B41FA5}">
                      <a16:colId xmlns:a16="http://schemas.microsoft.com/office/drawing/2014/main" val="591617739"/>
                    </a:ext>
                  </a:extLst>
                </a:gridCol>
                <a:gridCol w="553408">
                  <a:extLst>
                    <a:ext uri="{9D8B030D-6E8A-4147-A177-3AD203B41FA5}">
                      <a16:colId xmlns:a16="http://schemas.microsoft.com/office/drawing/2014/main" val="1957249572"/>
                    </a:ext>
                  </a:extLst>
                </a:gridCol>
                <a:gridCol w="354430">
                  <a:extLst>
                    <a:ext uri="{9D8B030D-6E8A-4147-A177-3AD203B41FA5}">
                      <a16:colId xmlns:a16="http://schemas.microsoft.com/office/drawing/2014/main" val="1845262360"/>
                    </a:ext>
                  </a:extLst>
                </a:gridCol>
                <a:gridCol w="354430">
                  <a:extLst>
                    <a:ext uri="{9D8B030D-6E8A-4147-A177-3AD203B41FA5}">
                      <a16:colId xmlns:a16="http://schemas.microsoft.com/office/drawing/2014/main" val="2410537080"/>
                    </a:ext>
                  </a:extLst>
                </a:gridCol>
                <a:gridCol w="385520">
                  <a:extLst>
                    <a:ext uri="{9D8B030D-6E8A-4147-A177-3AD203B41FA5}">
                      <a16:colId xmlns:a16="http://schemas.microsoft.com/office/drawing/2014/main" val="4291063930"/>
                    </a:ext>
                  </a:extLst>
                </a:gridCol>
                <a:gridCol w="385520">
                  <a:extLst>
                    <a:ext uri="{9D8B030D-6E8A-4147-A177-3AD203B41FA5}">
                      <a16:colId xmlns:a16="http://schemas.microsoft.com/office/drawing/2014/main" val="4140578888"/>
                    </a:ext>
                  </a:extLst>
                </a:gridCol>
                <a:gridCol w="385520">
                  <a:extLst>
                    <a:ext uri="{9D8B030D-6E8A-4147-A177-3AD203B41FA5}">
                      <a16:colId xmlns:a16="http://schemas.microsoft.com/office/drawing/2014/main" val="287702604"/>
                    </a:ext>
                  </a:extLst>
                </a:gridCol>
                <a:gridCol w="385520">
                  <a:extLst>
                    <a:ext uri="{9D8B030D-6E8A-4147-A177-3AD203B41FA5}">
                      <a16:colId xmlns:a16="http://schemas.microsoft.com/office/drawing/2014/main" val="1820002538"/>
                    </a:ext>
                  </a:extLst>
                </a:gridCol>
                <a:gridCol w="379302">
                  <a:extLst>
                    <a:ext uri="{9D8B030D-6E8A-4147-A177-3AD203B41FA5}">
                      <a16:colId xmlns:a16="http://schemas.microsoft.com/office/drawing/2014/main" val="2137386406"/>
                    </a:ext>
                  </a:extLst>
                </a:gridCol>
                <a:gridCol w="317122">
                  <a:extLst>
                    <a:ext uri="{9D8B030D-6E8A-4147-A177-3AD203B41FA5}">
                      <a16:colId xmlns:a16="http://schemas.microsoft.com/office/drawing/2014/main" val="4050277773"/>
                    </a:ext>
                  </a:extLst>
                </a:gridCol>
                <a:gridCol w="360648">
                  <a:extLst>
                    <a:ext uri="{9D8B030D-6E8A-4147-A177-3AD203B41FA5}">
                      <a16:colId xmlns:a16="http://schemas.microsoft.com/office/drawing/2014/main" val="3081098210"/>
                    </a:ext>
                  </a:extLst>
                </a:gridCol>
              </a:tblGrid>
              <a:tr h="80835">
                <a:tc>
                  <a:txBody>
                    <a:bodyPr/>
                    <a:lstStyle/>
                    <a:p>
                      <a:pPr algn="l" fontAlgn="t"/>
                      <a:r>
                        <a:rPr lang="en-US" sz="500" b="1" i="0" u="none" strike="noStrike">
                          <a:solidFill>
                            <a:srgbClr val="000000"/>
                          </a:solidFill>
                          <a:effectLst/>
                          <a:latin typeface="Calibri" panose="020F0502020204030204" pitchFamily="34" charset="0"/>
                        </a:rPr>
                        <a:t>China recrutiment source 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500" b="0" i="0" u="none" strike="noStrike">
                        <a:solidFill>
                          <a:srgbClr val="000000"/>
                        </a:solidFill>
                        <a:effectLst/>
                        <a:latin typeface="宋体" panose="02010600030101010101" pitchFamily="2" charset="-122"/>
                        <a:ea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4673773"/>
                  </a:ext>
                </a:extLst>
              </a:tr>
              <a:tr h="87053">
                <a:tc>
                  <a:txBody>
                    <a:bodyPr/>
                    <a:lstStyle/>
                    <a:p>
                      <a:pPr algn="l" fontAlgn="t"/>
                      <a:r>
                        <a:rPr lang="en-US" sz="500" b="0" i="0" u="none" strike="noStrike">
                          <a:solidFill>
                            <a:srgbClr val="000000"/>
                          </a:solidFill>
                          <a:effectLst/>
                          <a:latin typeface="Calibri" panose="020F0502020204030204" pitchFamily="34" charset="0"/>
                        </a:rPr>
                        <a:t> Months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Oct-23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Nov-23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Dec-23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Jan-24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Feb-24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Mar-24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Apr-24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May-24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Jun-24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Jul-24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Aug-24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Sep-24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Oct-24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Nov-24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effectLst/>
                          <a:latin typeface="宋体" panose="02010600030101010101" pitchFamily="2" charset="-122"/>
                          <a:ea typeface="宋体" panose="02010600030101010101" pitchFamily="2" charset="-122"/>
                        </a:rPr>
                        <a:t>Dec-24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1760216"/>
                  </a:ext>
                </a:extLst>
              </a:tr>
              <a:tr h="90162">
                <a:tc>
                  <a:txBody>
                    <a:bodyPr/>
                    <a:lstStyle/>
                    <a:p>
                      <a:pPr algn="l" fontAlgn="t"/>
                      <a:r>
                        <a:rPr lang="en-US" sz="500" b="1" i="0" u="none" strike="noStrike">
                          <a:solidFill>
                            <a:srgbClr val="000000"/>
                          </a:solidFill>
                          <a:effectLst/>
                          <a:latin typeface="Calibri" panose="020F0502020204030204" pitchFamily="34" charset="0"/>
                        </a:rPr>
                        <a:t>Patients screened (planned)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6</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6</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6</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8</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784154263"/>
                  </a:ext>
                </a:extLst>
              </a:tr>
              <a:tr h="90162">
                <a:tc>
                  <a:txBody>
                    <a:bodyPr/>
                    <a:lstStyle/>
                    <a:p>
                      <a:pPr algn="l" fontAlgn="t"/>
                      <a:r>
                        <a:rPr lang="en-US" sz="500" b="1" i="0" u="none" strike="noStrike">
                          <a:solidFill>
                            <a:srgbClr val="000000"/>
                          </a:solidFill>
                          <a:effectLst/>
                          <a:latin typeface="Calibri" panose="020F0502020204030204" pitchFamily="34" charset="0"/>
                        </a:rPr>
                        <a:t>Patients screened (Actual)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A6E4"/>
                    </a:solidFill>
                  </a:tcPr>
                </a:tc>
                <a:tc>
                  <a:txBody>
                    <a:bodyPr/>
                    <a:lstStyle/>
                    <a:p>
                      <a:pPr algn="ctr" fontAlgn="t"/>
                      <a:r>
                        <a:rPr lang="en-US" altLang="zh-CN" sz="500" b="0" i="0" u="none" strike="noStrike">
                          <a:solidFill>
                            <a:srgbClr val="FF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5</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1" i="0" u="none" strike="noStrike">
                          <a:solidFill>
                            <a:srgbClr val="FF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7</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139809"/>
                  </a:ext>
                </a:extLst>
              </a:tr>
              <a:tr h="137160">
                <a:tc>
                  <a:txBody>
                    <a:bodyPr/>
                    <a:lstStyle/>
                    <a:p>
                      <a:pPr algn="l" fontAlgn="t"/>
                      <a:r>
                        <a:rPr lang="en-US" sz="500" b="1" i="0" u="none" strike="noStrike">
                          <a:solidFill>
                            <a:srgbClr val="000000"/>
                          </a:solidFill>
                          <a:effectLst/>
                          <a:latin typeface="Calibri" panose="020F0502020204030204" pitchFamily="34" charset="0"/>
                        </a:rPr>
                        <a:t>Patients Enrolled/Randomized (Planned)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en-US" altLang="zh-CN" sz="5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5</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2681813"/>
                  </a:ext>
                </a:extLst>
              </a:tr>
              <a:tr h="90162">
                <a:tc>
                  <a:txBody>
                    <a:bodyPr/>
                    <a:lstStyle/>
                    <a:p>
                      <a:pPr algn="l" fontAlgn="t"/>
                      <a:r>
                        <a:rPr lang="en-US" sz="500" b="1" i="0" u="none" strike="noStrike">
                          <a:solidFill>
                            <a:srgbClr val="000000"/>
                          </a:solidFill>
                          <a:effectLst/>
                          <a:latin typeface="Calibri" panose="020F0502020204030204" pitchFamily="34" charset="0"/>
                        </a:rPr>
                        <a:t>Patients Enrolled/Randomized (Actual)</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zh-CN" altLang="en-US" sz="500" b="0" i="0" u="none" strike="noStrike">
                          <a:solidFill>
                            <a:srgbClr val="000000"/>
                          </a:solidFill>
                          <a:effectLst/>
                          <a:latin typeface="宋体" panose="02010600030101010101" pitchFamily="2" charset="-122"/>
                          <a:ea typeface="宋体"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0" i="0" u="none" strike="noStrike">
                          <a:solidFill>
                            <a:srgbClr val="000000"/>
                          </a:solidFill>
                          <a:effectLst/>
                          <a:latin typeface="Calibri" panose="020F0502020204030204" pitchFamily="34" charset="0"/>
                        </a:rPr>
                        <a:t>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altLang="zh-CN" sz="500" b="1" i="0" u="none" strike="noStrike">
                          <a:solidFill>
                            <a:srgbClr val="FF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1" i="0" u="none" strike="noStrike">
                          <a:solidFill>
                            <a:srgbClr val="FF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t"/>
                      <a:r>
                        <a:rPr lang="en-US" altLang="zh-CN" sz="500" b="0" i="0" u="none" strike="noStrike">
                          <a:solidFill>
                            <a:srgbClr val="FF0000"/>
                          </a:solidFill>
                          <a:effectLst/>
                          <a:latin typeface="Calibri" panose="020F0502020204030204" pitchFamily="34" charset="0"/>
                        </a:rPr>
                        <a:t>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6257865"/>
                  </a:ext>
                </a:extLst>
              </a:tr>
              <a:tr h="87053">
                <a:tc>
                  <a:txBody>
                    <a:bodyPr/>
                    <a:lstStyle/>
                    <a:p>
                      <a:pPr algn="l" fontAlgn="t"/>
                      <a:r>
                        <a:rPr lang="en-US" sz="500" b="1" i="0" u="none" strike="noStrike">
                          <a:solidFill>
                            <a:srgbClr val="4F81BD"/>
                          </a:solidFill>
                          <a:effectLst/>
                          <a:latin typeface="Calibri" panose="020F0502020204030204" pitchFamily="34" charset="0"/>
                        </a:rPr>
                        <a:t>Screening Failure Rate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en-US" altLang="zh-CN" sz="500" b="0" i="0" u="none" strike="noStrike">
                          <a:solidFill>
                            <a:srgbClr val="000000"/>
                          </a:solidFill>
                          <a:effectLst/>
                          <a:latin typeface="Calibri" panose="020F0502020204030204" pitchFamily="34" charset="0"/>
                        </a:rPr>
                        <a:t>14%</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tc>
                  <a:txBody>
                    <a:bodyPr/>
                    <a:lstStyle/>
                    <a:p>
                      <a:pPr algn="ctr" fontAlgn="t"/>
                      <a:r>
                        <a:rPr lang="zh-CN" altLang="en-US" sz="5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9C4"/>
                    </a:solidFill>
                  </a:tcPr>
                </a:tc>
                <a:extLst>
                  <a:ext uri="{0D108BD9-81ED-4DB2-BD59-A6C34878D82A}">
                    <a16:rowId xmlns:a16="http://schemas.microsoft.com/office/drawing/2014/main" val="3021272778"/>
                  </a:ext>
                </a:extLst>
              </a:tr>
            </a:tbl>
          </a:graphicData>
        </a:graphic>
      </p:graphicFrame>
    </p:spTree>
    <p:extLst>
      <p:ext uri="{BB962C8B-B14F-4D97-AF65-F5344CB8AC3E}">
        <p14:creationId xmlns:p14="http://schemas.microsoft.com/office/powerpoint/2010/main" val="22670764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5490" y="118327"/>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r>
              <a:rPr lang="en-US" sz="2000" u="sng">
                <a:latin typeface="Calibri" panose="020F0502020204030204" pitchFamily="34" charset="0"/>
                <a:cs typeface="Calibri" panose="020F0502020204030204" pitchFamily="34" charset="0"/>
              </a:rPr>
              <a:t>:</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655130 (</a:t>
            </a:r>
            <a:r>
              <a:rPr lang="en-US" altLang="zh-CN" sz="2000">
                <a:latin typeface="Calibri" panose="020F0502020204030204" pitchFamily="34" charset="0"/>
                <a:cs typeface="Calibri" panose="020F0502020204030204" pitchFamily="34" charset="0"/>
              </a:rPr>
              <a:t>Anti-IL36R</a:t>
            </a:r>
            <a:r>
              <a:rPr lang="en-US" sz="2000">
                <a:latin typeface="Calibri" panose="020F0502020204030204" pitchFamily="34" charset="0"/>
                <a:cs typeface="Calibri" panose="020F0502020204030204" pitchFamily="34" charset="0"/>
              </a:rPr>
              <a:t>): </a:t>
            </a:r>
            <a:r>
              <a:rPr lang="en-US" altLang="zh-CN" sz="2000">
                <a:latin typeface="Calibri" panose="020F0502020204030204" pitchFamily="34" charset="0"/>
                <a:cs typeface="Calibri" panose="020F0502020204030204" pitchFamily="34" charset="0"/>
              </a:rPr>
              <a:t>Hidradenitis suppurativa (HS)</a:t>
            </a:r>
            <a:endParaRPr lang="en-US" sz="2000">
              <a:latin typeface="Calibri" panose="020F0502020204030204" pitchFamily="34" charset="0"/>
              <a:cs typeface="Calibri" panose="020F0502020204030204" pitchFamily="34" charset="0"/>
            </a:endParaRPr>
          </a:p>
        </p:txBody>
      </p:sp>
      <p:sp>
        <p:nvSpPr>
          <p:cNvPr id="9" name="灯片编号占位符 8"/>
          <p:cNvSpPr>
            <a:spLocks noGrp="1"/>
          </p:cNvSpPr>
          <p:nvPr>
            <p:ph type="sldNum" sz="quarter" idx="20"/>
          </p:nvPr>
        </p:nvSpPr>
        <p:spPr/>
        <p:txBody>
          <a:bodyPr/>
          <a:lstStyle/>
          <a:p>
            <a:pPr defTabSz="914310">
              <a:defRPr/>
            </a:pPr>
            <a:fld id="{143B55C4-4F5A-416B-997D-6CE47EB0A945}" type="slidenum">
              <a:rPr lang="en-GB" sz="750">
                <a:solidFill>
                  <a:srgbClr val="FFFFFF">
                    <a:lumMod val="50000"/>
                  </a:srgbClr>
                </a:solidFill>
                <a:latin typeface="BISansCond" panose="02000006050000020004" pitchFamily="2" charset="0"/>
              </a:rPr>
              <a:pPr defTabSz="914310">
                <a:defRPr/>
              </a:pPr>
              <a:t>54</a:t>
            </a:fld>
            <a:endParaRPr lang="en-GB" sz="750">
              <a:solidFill>
                <a:srgbClr val="FFFFFF">
                  <a:lumMod val="50000"/>
                </a:srgbClr>
              </a:solidFill>
              <a:latin typeface="BISansCond" panose="0200000605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0" y="3490664"/>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553057" y="736750"/>
          <a:ext cx="9526528" cy="461927"/>
        </p:xfrm>
        <a:graphic>
          <a:graphicData uri="http://schemas.openxmlformats.org/drawingml/2006/table">
            <a:tbl>
              <a:tblPr firstRow="1" bandRow="1"/>
              <a:tblGrid>
                <a:gridCol w="280192">
                  <a:extLst>
                    <a:ext uri="{9D8B030D-6E8A-4147-A177-3AD203B41FA5}">
                      <a16:colId xmlns:a16="http://schemas.microsoft.com/office/drawing/2014/main" val="1107610970"/>
                    </a:ext>
                  </a:extLst>
                </a:gridCol>
                <a:gridCol w="280192">
                  <a:extLst>
                    <a:ext uri="{9D8B030D-6E8A-4147-A177-3AD203B41FA5}">
                      <a16:colId xmlns:a16="http://schemas.microsoft.com/office/drawing/2014/main" val="2027925426"/>
                    </a:ext>
                  </a:extLst>
                </a:gridCol>
                <a:gridCol w="280192">
                  <a:extLst>
                    <a:ext uri="{9D8B030D-6E8A-4147-A177-3AD203B41FA5}">
                      <a16:colId xmlns:a16="http://schemas.microsoft.com/office/drawing/2014/main" val="344046683"/>
                    </a:ext>
                  </a:extLst>
                </a:gridCol>
                <a:gridCol w="280192">
                  <a:extLst>
                    <a:ext uri="{9D8B030D-6E8A-4147-A177-3AD203B41FA5}">
                      <a16:colId xmlns:a16="http://schemas.microsoft.com/office/drawing/2014/main" val="1823529313"/>
                    </a:ext>
                  </a:extLst>
                </a:gridCol>
                <a:gridCol w="280192">
                  <a:extLst>
                    <a:ext uri="{9D8B030D-6E8A-4147-A177-3AD203B41FA5}">
                      <a16:colId xmlns:a16="http://schemas.microsoft.com/office/drawing/2014/main" val="3091663135"/>
                    </a:ext>
                  </a:extLst>
                </a:gridCol>
                <a:gridCol w="280192">
                  <a:extLst>
                    <a:ext uri="{9D8B030D-6E8A-4147-A177-3AD203B41FA5}">
                      <a16:colId xmlns:a16="http://schemas.microsoft.com/office/drawing/2014/main" val="2003423086"/>
                    </a:ext>
                  </a:extLst>
                </a:gridCol>
                <a:gridCol w="280192">
                  <a:extLst>
                    <a:ext uri="{9D8B030D-6E8A-4147-A177-3AD203B41FA5}">
                      <a16:colId xmlns:a16="http://schemas.microsoft.com/office/drawing/2014/main" val="2466911814"/>
                    </a:ext>
                  </a:extLst>
                </a:gridCol>
                <a:gridCol w="280192">
                  <a:extLst>
                    <a:ext uri="{9D8B030D-6E8A-4147-A177-3AD203B41FA5}">
                      <a16:colId xmlns:a16="http://schemas.microsoft.com/office/drawing/2014/main" val="3023231563"/>
                    </a:ext>
                  </a:extLst>
                </a:gridCol>
                <a:gridCol w="280192">
                  <a:extLst>
                    <a:ext uri="{9D8B030D-6E8A-4147-A177-3AD203B41FA5}">
                      <a16:colId xmlns:a16="http://schemas.microsoft.com/office/drawing/2014/main" val="3411862845"/>
                    </a:ext>
                  </a:extLst>
                </a:gridCol>
                <a:gridCol w="280192">
                  <a:extLst>
                    <a:ext uri="{9D8B030D-6E8A-4147-A177-3AD203B41FA5}">
                      <a16:colId xmlns:a16="http://schemas.microsoft.com/office/drawing/2014/main" val="2851474774"/>
                    </a:ext>
                  </a:extLst>
                </a:gridCol>
                <a:gridCol w="280192">
                  <a:extLst>
                    <a:ext uri="{9D8B030D-6E8A-4147-A177-3AD203B41FA5}">
                      <a16:colId xmlns:a16="http://schemas.microsoft.com/office/drawing/2014/main" val="107595344"/>
                    </a:ext>
                  </a:extLst>
                </a:gridCol>
                <a:gridCol w="280192">
                  <a:extLst>
                    <a:ext uri="{9D8B030D-6E8A-4147-A177-3AD203B41FA5}">
                      <a16:colId xmlns:a16="http://schemas.microsoft.com/office/drawing/2014/main" val="1666999431"/>
                    </a:ext>
                  </a:extLst>
                </a:gridCol>
                <a:gridCol w="280192">
                  <a:extLst>
                    <a:ext uri="{9D8B030D-6E8A-4147-A177-3AD203B41FA5}">
                      <a16:colId xmlns:a16="http://schemas.microsoft.com/office/drawing/2014/main" val="3696607442"/>
                    </a:ext>
                  </a:extLst>
                </a:gridCol>
                <a:gridCol w="280192">
                  <a:extLst>
                    <a:ext uri="{9D8B030D-6E8A-4147-A177-3AD203B41FA5}">
                      <a16:colId xmlns:a16="http://schemas.microsoft.com/office/drawing/2014/main" val="223989776"/>
                    </a:ext>
                  </a:extLst>
                </a:gridCol>
                <a:gridCol w="280192">
                  <a:extLst>
                    <a:ext uri="{9D8B030D-6E8A-4147-A177-3AD203B41FA5}">
                      <a16:colId xmlns:a16="http://schemas.microsoft.com/office/drawing/2014/main" val="124731204"/>
                    </a:ext>
                  </a:extLst>
                </a:gridCol>
                <a:gridCol w="280192">
                  <a:extLst>
                    <a:ext uri="{9D8B030D-6E8A-4147-A177-3AD203B41FA5}">
                      <a16:colId xmlns:a16="http://schemas.microsoft.com/office/drawing/2014/main" val="3066978585"/>
                    </a:ext>
                  </a:extLst>
                </a:gridCol>
                <a:gridCol w="280192">
                  <a:extLst>
                    <a:ext uri="{9D8B030D-6E8A-4147-A177-3AD203B41FA5}">
                      <a16:colId xmlns:a16="http://schemas.microsoft.com/office/drawing/2014/main" val="1064917641"/>
                    </a:ext>
                  </a:extLst>
                </a:gridCol>
                <a:gridCol w="280192">
                  <a:extLst>
                    <a:ext uri="{9D8B030D-6E8A-4147-A177-3AD203B41FA5}">
                      <a16:colId xmlns:a16="http://schemas.microsoft.com/office/drawing/2014/main" val="4221117315"/>
                    </a:ext>
                  </a:extLst>
                </a:gridCol>
                <a:gridCol w="280192">
                  <a:extLst>
                    <a:ext uri="{9D8B030D-6E8A-4147-A177-3AD203B41FA5}">
                      <a16:colId xmlns:a16="http://schemas.microsoft.com/office/drawing/2014/main" val="3266065341"/>
                    </a:ext>
                  </a:extLst>
                </a:gridCol>
                <a:gridCol w="280192">
                  <a:extLst>
                    <a:ext uri="{9D8B030D-6E8A-4147-A177-3AD203B41FA5}">
                      <a16:colId xmlns:a16="http://schemas.microsoft.com/office/drawing/2014/main" val="2374051224"/>
                    </a:ext>
                  </a:extLst>
                </a:gridCol>
                <a:gridCol w="280192">
                  <a:extLst>
                    <a:ext uri="{9D8B030D-6E8A-4147-A177-3AD203B41FA5}">
                      <a16:colId xmlns:a16="http://schemas.microsoft.com/office/drawing/2014/main" val="1840388365"/>
                    </a:ext>
                  </a:extLst>
                </a:gridCol>
                <a:gridCol w="280192">
                  <a:extLst>
                    <a:ext uri="{9D8B030D-6E8A-4147-A177-3AD203B41FA5}">
                      <a16:colId xmlns:a16="http://schemas.microsoft.com/office/drawing/2014/main" val="267750830"/>
                    </a:ext>
                  </a:extLst>
                </a:gridCol>
                <a:gridCol w="280192">
                  <a:extLst>
                    <a:ext uri="{9D8B030D-6E8A-4147-A177-3AD203B41FA5}">
                      <a16:colId xmlns:a16="http://schemas.microsoft.com/office/drawing/2014/main" val="3966469970"/>
                    </a:ext>
                  </a:extLst>
                </a:gridCol>
                <a:gridCol w="280192">
                  <a:extLst>
                    <a:ext uri="{9D8B030D-6E8A-4147-A177-3AD203B41FA5}">
                      <a16:colId xmlns:a16="http://schemas.microsoft.com/office/drawing/2014/main" val="2522973146"/>
                    </a:ext>
                  </a:extLst>
                </a:gridCol>
                <a:gridCol w="280192">
                  <a:extLst>
                    <a:ext uri="{9D8B030D-6E8A-4147-A177-3AD203B41FA5}">
                      <a16:colId xmlns:a16="http://schemas.microsoft.com/office/drawing/2014/main" val="309019048"/>
                    </a:ext>
                  </a:extLst>
                </a:gridCol>
                <a:gridCol w="280192">
                  <a:extLst>
                    <a:ext uri="{9D8B030D-6E8A-4147-A177-3AD203B41FA5}">
                      <a16:colId xmlns:a16="http://schemas.microsoft.com/office/drawing/2014/main" val="4088660355"/>
                    </a:ext>
                  </a:extLst>
                </a:gridCol>
                <a:gridCol w="280192">
                  <a:extLst>
                    <a:ext uri="{9D8B030D-6E8A-4147-A177-3AD203B41FA5}">
                      <a16:colId xmlns:a16="http://schemas.microsoft.com/office/drawing/2014/main" val="4101055617"/>
                    </a:ext>
                  </a:extLst>
                </a:gridCol>
                <a:gridCol w="280192">
                  <a:extLst>
                    <a:ext uri="{9D8B030D-6E8A-4147-A177-3AD203B41FA5}">
                      <a16:colId xmlns:a16="http://schemas.microsoft.com/office/drawing/2014/main" val="1497634779"/>
                    </a:ext>
                  </a:extLst>
                </a:gridCol>
                <a:gridCol w="280192">
                  <a:extLst>
                    <a:ext uri="{9D8B030D-6E8A-4147-A177-3AD203B41FA5}">
                      <a16:colId xmlns:a16="http://schemas.microsoft.com/office/drawing/2014/main" val="1313870339"/>
                    </a:ext>
                  </a:extLst>
                </a:gridCol>
                <a:gridCol w="280192">
                  <a:extLst>
                    <a:ext uri="{9D8B030D-6E8A-4147-A177-3AD203B41FA5}">
                      <a16:colId xmlns:a16="http://schemas.microsoft.com/office/drawing/2014/main" val="380966906"/>
                    </a:ext>
                  </a:extLst>
                </a:gridCol>
                <a:gridCol w="280192">
                  <a:extLst>
                    <a:ext uri="{9D8B030D-6E8A-4147-A177-3AD203B41FA5}">
                      <a16:colId xmlns:a16="http://schemas.microsoft.com/office/drawing/2014/main" val="638971206"/>
                    </a:ext>
                  </a:extLst>
                </a:gridCol>
                <a:gridCol w="280192">
                  <a:extLst>
                    <a:ext uri="{9D8B030D-6E8A-4147-A177-3AD203B41FA5}">
                      <a16:colId xmlns:a16="http://schemas.microsoft.com/office/drawing/2014/main" val="4211350090"/>
                    </a:ext>
                  </a:extLst>
                </a:gridCol>
                <a:gridCol w="280192">
                  <a:extLst>
                    <a:ext uri="{9D8B030D-6E8A-4147-A177-3AD203B41FA5}">
                      <a16:colId xmlns:a16="http://schemas.microsoft.com/office/drawing/2014/main" val="2994113950"/>
                    </a:ext>
                  </a:extLst>
                </a:gridCol>
                <a:gridCol w="280192">
                  <a:extLst>
                    <a:ext uri="{9D8B030D-6E8A-4147-A177-3AD203B41FA5}">
                      <a16:colId xmlns:a16="http://schemas.microsoft.com/office/drawing/2014/main" val="1191085864"/>
                    </a:ext>
                  </a:extLst>
                </a:gridCol>
              </a:tblGrid>
              <a:tr h="194310">
                <a:tc gridSpan="2">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2022</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2023</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2024</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2025</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2026</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bg1"/>
                          </a:solidFill>
                          <a:latin typeface="Arial" panose="020B0604020202020204" pitchFamily="34" charset="0"/>
                          <a:ea typeface="+mn-ea"/>
                          <a:cs typeface="Arial" panose="020B0604020202020204" pitchFamily="34" charset="0"/>
                        </a:rPr>
                        <a:t>2027</a:t>
                      </a:r>
                      <a:endParaRPr lang="zh-CN" altLang="en-US" sz="800" b="1" kern="1200">
                        <a:solidFill>
                          <a:schemeClr val="bg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8" name="Isosceles Triangle 117"/>
          <p:cNvSpPr/>
          <p:nvPr/>
        </p:nvSpPr>
        <p:spPr>
          <a:xfrm rot="5400000">
            <a:off x="8815600" y="91126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10">
              <a:defRPr/>
            </a:pPr>
            <a:endParaRPr lang="en-US" sz="1400" err="1">
              <a:solidFill>
                <a:srgbClr val="000000"/>
              </a:solidFill>
              <a:latin typeface="BISansCond"/>
            </a:endParaRPr>
          </a:p>
        </p:txBody>
      </p:sp>
      <p:sp>
        <p:nvSpPr>
          <p:cNvPr id="70" name="Rectangle 69"/>
          <p:cNvSpPr/>
          <p:nvPr/>
        </p:nvSpPr>
        <p:spPr>
          <a:xfrm>
            <a:off x="-424976" y="1895029"/>
            <a:ext cx="306495" cy="207749"/>
          </a:xfrm>
          <a:prstGeom prst="rect">
            <a:avLst/>
          </a:prstGeom>
        </p:spPr>
        <p:txBody>
          <a:bodyPr wrap="none">
            <a:spAutoFit/>
          </a:bodyPr>
          <a:lstStyle/>
          <a:p>
            <a:pPr algn="ctr" defTabSz="914310">
              <a:defRPr/>
            </a:pPr>
            <a:r>
              <a:rPr lang="en-US" altLang="zh-CN" sz="750" b="1">
                <a:solidFill>
                  <a:srgbClr val="44546A"/>
                </a:solidFill>
                <a:latin typeface="Calibri" panose="020F0502020204030204" pitchFamily="34" charset="0"/>
              </a:rPr>
              <a:t>FPI</a:t>
            </a:r>
            <a:endParaRPr lang="zh-CN" altLang="en-US" sz="750" b="1">
              <a:solidFill>
                <a:srgbClr val="44546A"/>
              </a:solidFill>
              <a:latin typeface="Calibri" panose="020F0502020204030204" pitchFamily="34" charset="0"/>
            </a:endParaRPr>
          </a:p>
        </p:txBody>
      </p:sp>
      <p:sp>
        <p:nvSpPr>
          <p:cNvPr id="82" name="TextBox 81"/>
          <p:cNvSpPr txBox="1"/>
          <p:nvPr/>
        </p:nvSpPr>
        <p:spPr>
          <a:xfrm>
            <a:off x="5294" y="1962938"/>
            <a:ext cx="583725" cy="323165"/>
          </a:xfrm>
          <a:prstGeom prst="rect">
            <a:avLst/>
          </a:prstGeom>
          <a:noFill/>
          <a:ln>
            <a:solidFill>
              <a:srgbClr val="0070C0"/>
            </a:solidFill>
          </a:ln>
        </p:spPr>
        <p:txBody>
          <a:bodyPr wrap="square" lIns="0" tIns="0" rIns="0" bIns="0" rtlCol="0">
            <a:spAutoFit/>
          </a:bodyPr>
          <a:lstStyle/>
          <a:p>
            <a:pPr algn="ctr" defTabSz="914310">
              <a:defRPr/>
            </a:pPr>
            <a:r>
              <a:rPr lang="en-US" altLang="zh-CN" sz="700">
                <a:solidFill>
                  <a:srgbClr val="0066CC"/>
                </a:solidFill>
                <a:latin typeface="Calibri" panose="020F0502020204030204" pitchFamily="34" charset="0"/>
                <a:cs typeface="Calibri" panose="020F0502020204030204" pitchFamily="34" charset="0"/>
              </a:rPr>
              <a:t>Ph2b/3 Lunsayil-1 -</a:t>
            </a:r>
          </a:p>
          <a:p>
            <a:pPr algn="ctr" defTabSz="914310">
              <a:defRPr/>
            </a:pPr>
            <a:r>
              <a:rPr lang="en-US" sz="700">
                <a:solidFill>
                  <a:srgbClr val="0066CC"/>
                </a:solidFill>
                <a:latin typeface="Calibri" panose="020F0502020204030204" pitchFamily="34" charset="0"/>
                <a:cs typeface="Calibri" panose="020F0502020204030204" pitchFamily="34" charset="0"/>
              </a:rPr>
              <a:t>1368.98</a:t>
            </a: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1536690" y="2090216"/>
            <a:ext cx="129600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600" b="1">
                <a:solidFill>
                  <a:srgbClr val="000000"/>
                </a:solidFill>
                <a:latin typeface="Calibri" panose="020F0502020204030204" pitchFamily="34" charset="0"/>
                <a:cs typeface="Calibri" panose="020F0502020204030204" pitchFamily="34" charset="0"/>
              </a:rPr>
              <a:t>Ph IIb part FSS-LSR</a:t>
            </a:r>
          </a:p>
          <a:p>
            <a:pPr algn="ctr" defTabSz="914310">
              <a:defRPr/>
            </a:pPr>
            <a:r>
              <a:rPr lang="en-US" altLang="zh-CN" sz="600" b="1">
                <a:solidFill>
                  <a:srgbClr val="000000"/>
                </a:solidFill>
                <a:latin typeface="Calibri" panose="020F0502020204030204" pitchFamily="34" charset="0"/>
                <a:cs typeface="Calibri" panose="020F0502020204030204" pitchFamily="34" charset="0"/>
              </a:rPr>
              <a:t>(N=200) </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1163163" y="1973499"/>
            <a:ext cx="630370" cy="92333"/>
          </a:xfrm>
          <a:prstGeom prst="rect">
            <a:avLst/>
          </a:prstGeom>
          <a:noFill/>
        </p:spPr>
        <p:txBody>
          <a:bodyPr vert="horz" wrap="square" lIns="0" tIns="0" rIns="0" bIns="0" rtlCol="0" anchor="ctr" anchorCtr="0">
            <a:spAutoFit/>
          </a:bodyPr>
          <a:lstStyle/>
          <a:p>
            <a:pPr algn="ctr" defTabSz="914310">
              <a:defRPr/>
            </a:pPr>
            <a:r>
              <a:rPr lang="en-US" altLang="zh-CN" sz="600" b="1">
                <a:solidFill>
                  <a:srgbClr val="44546A"/>
                </a:solidFill>
                <a:latin typeface="Calibri" panose="020F0502020204030204" pitchFamily="34" charset="0"/>
              </a:rPr>
              <a:t>Apr 2023</a:t>
            </a:r>
            <a:endParaRPr lang="zh-CN" altLang="en-US" sz="600" b="1">
              <a:solidFill>
                <a:srgbClr val="44546A"/>
              </a:solidFill>
              <a:latin typeface="Calibri" panose="020F0502020204030204" pitchFamily="34" charset="0"/>
            </a:endParaRPr>
          </a:p>
        </p:txBody>
      </p:sp>
      <p:pic>
        <p:nvPicPr>
          <p:cNvPr id="2" name="Picture 1"/>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3261" y="1135015"/>
            <a:ext cx="798407" cy="393500"/>
          </a:xfrm>
          <a:prstGeom prst="rect">
            <a:avLst/>
          </a:prstGeom>
        </p:spPr>
      </p:pic>
      <p:pic>
        <p:nvPicPr>
          <p:cNvPr id="4" name="Picture 3"/>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37343" y="3458136"/>
            <a:ext cx="785774" cy="387274"/>
          </a:xfrm>
          <a:prstGeom prst="rect">
            <a:avLst/>
          </a:prstGeom>
        </p:spPr>
      </p:pic>
      <p:grpSp>
        <p:nvGrpSpPr>
          <p:cNvPr id="50" name="Group 49"/>
          <p:cNvGrpSpPr/>
          <p:nvPr/>
        </p:nvGrpSpPr>
        <p:grpSpPr>
          <a:xfrm>
            <a:off x="2368262" y="1101231"/>
            <a:ext cx="410060" cy="4008332"/>
            <a:chOff x="2144846" y="1144363"/>
            <a:chExt cx="546747" cy="4008332"/>
          </a:xfrm>
        </p:grpSpPr>
        <p:cxnSp>
          <p:nvCxnSpPr>
            <p:cNvPr id="54" name="Straight Connector 53">
              <a:extLst>
                <a:ext uri="{FF2B5EF4-FFF2-40B4-BE49-F238E27FC236}">
                  <a16:creationId xmlns:a16="http://schemas.microsoft.com/office/drawing/2014/main" id="{9C165100-0114-4167-8FF0-BFF01B293D04}"/>
                </a:ext>
              </a:extLst>
            </p:cNvPr>
            <p:cNvCxnSpPr>
              <a:cxnSpLocks/>
            </p:cNvCxnSpPr>
            <p:nvPr/>
          </p:nvCxnSpPr>
          <p:spPr bwMode="auto">
            <a:xfrm flipV="1">
              <a:off x="2415534" y="1377722"/>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55" name="OTLSHAPE_T_e17f3958430f4cff8650518c93c7635e_StartDate">
              <a:extLst>
                <a:ext uri="{FF2B5EF4-FFF2-40B4-BE49-F238E27FC236}">
                  <a16:creationId xmlns:a16="http://schemas.microsoft.com/office/drawing/2014/main" id="{9224C17E-1AA1-4096-A3FD-25D6FD8BA444}"/>
                </a:ext>
              </a:extLst>
            </p:cNvPr>
            <p:cNvSpPr txBox="1"/>
            <p:nvPr>
              <p:custDataLst>
                <p:tags r:id="rId28"/>
              </p:custDataLst>
            </p:nvPr>
          </p:nvSpPr>
          <p:spPr>
            <a:xfrm>
              <a:off x="2144846" y="1144363"/>
              <a:ext cx="546747" cy="246221"/>
            </a:xfrm>
            <a:prstGeom prst="rect">
              <a:avLst/>
            </a:prstGeom>
            <a:noFill/>
            <a:ln w="12700">
              <a:noFill/>
            </a:ln>
          </p:spPr>
          <p:txBody>
            <a:bodyPr vert="horz" wrap="square" lIns="0" tIns="0" rIns="0" bIns="0" rtlCol="0" anchor="ctr" anchorCtr="0">
              <a:spAutoFit/>
            </a:bodyPr>
            <a:lstStyle/>
            <a:p>
              <a:pPr algn="ctr" defTabSz="914310">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pic>
        <p:nvPicPr>
          <p:cNvPr id="57" name="Picture 56" descr="Traffic light - Simple English Wikipedia, the free ..."/>
          <p:cNvPicPr>
            <a:picLocks noChangeAspect="1"/>
          </p:cNvPicPr>
          <p:nvPr/>
        </p:nvPicPr>
        <p:blipFill rotWithShape="1">
          <a:blip r:embed="rId33"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49" name="OTLSHAPE_T_e17f3958430f4cff8650518c93c7635e_StartDate">
            <a:extLst>
              <a:ext uri="{FF2B5EF4-FFF2-40B4-BE49-F238E27FC236}">
                <a16:creationId xmlns:a16="http://schemas.microsoft.com/office/drawing/2014/main" id="{BEC3D387-5977-403B-9160-B81A30974D36}"/>
              </a:ext>
            </a:extLst>
          </p:cNvPr>
          <p:cNvSpPr txBox="1"/>
          <p:nvPr>
            <p:custDataLst>
              <p:tags r:id="rId2"/>
            </p:custDataLst>
          </p:nvPr>
        </p:nvSpPr>
        <p:spPr>
          <a:xfrm>
            <a:off x="2694143" y="2437966"/>
            <a:ext cx="906189" cy="184666"/>
          </a:xfrm>
          <a:prstGeom prst="rect">
            <a:avLst/>
          </a:prstGeom>
          <a:noFill/>
        </p:spPr>
        <p:txBody>
          <a:bodyPr vert="horz" wrap="square" lIns="0" tIns="0" rIns="0" bIns="0" rtlCol="0" anchor="ctr" anchorCtr="0">
            <a:spAutoFit/>
          </a:bodyPr>
          <a:lstStyle>
            <a:defPPr>
              <a:defRPr lang="de-DE"/>
            </a:defPPr>
            <a:lvl1pPr marR="0" lvl="0" indent="0" algn="ctr" defTabSz="914378" fontAlgn="auto">
              <a:lnSpc>
                <a:spcPct val="100000"/>
              </a:lnSpc>
              <a:spcBef>
                <a:spcPts val="0"/>
              </a:spcBef>
              <a:spcAft>
                <a:spcPts val="0"/>
              </a:spcAft>
              <a:buClrTx/>
              <a:buSzTx/>
              <a:buFontTx/>
              <a:buNone/>
              <a:tabLst/>
              <a:defRPr kumimoji="0" sz="600" b="1" i="0" u="none" strike="noStrike" cap="none" spc="0" normalizeH="0" baseline="0">
                <a:ln>
                  <a:noFill/>
                </a:ln>
                <a:solidFill>
                  <a:srgbClr val="44546A"/>
                </a:solidFill>
                <a:effectLst/>
                <a:uLnTx/>
                <a:uFillTx/>
                <a:latin typeface="Calibri"/>
                <a:cs typeface="Calibri"/>
              </a:defRPr>
            </a:lvl1pPr>
          </a:lstStyle>
          <a:p>
            <a:pPr defTabSz="914288">
              <a:defRPr/>
            </a:pPr>
            <a:r>
              <a:rPr lang="en-US" altLang="zh-CN"/>
              <a:t>IA @ week 16</a:t>
            </a:r>
          </a:p>
          <a:p>
            <a:pPr defTabSz="914288">
              <a:defRPr/>
            </a:pPr>
            <a:r>
              <a:rPr lang="en-US" altLang="zh-CN"/>
              <a:t>Nov 2024</a:t>
            </a:r>
            <a:endParaRPr lang="zh-CN" altLang="en-US"/>
          </a:p>
        </p:txBody>
      </p:sp>
      <p:cxnSp>
        <p:nvCxnSpPr>
          <p:cNvPr id="10" name="Straight Arrow Connector 9">
            <a:extLst>
              <a:ext uri="{FF2B5EF4-FFF2-40B4-BE49-F238E27FC236}">
                <a16:creationId xmlns:a16="http://schemas.microsoft.com/office/drawing/2014/main" id="{11A40912-9DB0-449E-937E-4B09B4DEA41B}"/>
              </a:ext>
            </a:extLst>
          </p:cNvPr>
          <p:cNvCxnSpPr>
            <a:cxnSpLocks/>
          </p:cNvCxnSpPr>
          <p:nvPr/>
        </p:nvCxnSpPr>
        <p:spPr>
          <a:xfrm>
            <a:off x="3047246" y="1979276"/>
            <a:ext cx="0" cy="96695"/>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60" name="5-Point Star 5">
            <a:extLst>
              <a:ext uri="{FF2B5EF4-FFF2-40B4-BE49-F238E27FC236}">
                <a16:creationId xmlns:a16="http://schemas.microsoft.com/office/drawing/2014/main" id="{483FC877-8C65-4FBB-8C5D-A8342A749CC1}"/>
              </a:ext>
            </a:extLst>
          </p:cNvPr>
          <p:cNvSpPr/>
          <p:nvPr/>
        </p:nvSpPr>
        <p:spPr>
          <a:xfrm>
            <a:off x="7151990" y="3319005"/>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cxnSp>
        <p:nvCxnSpPr>
          <p:cNvPr id="14" name="Straight Connector 13">
            <a:extLst>
              <a:ext uri="{FF2B5EF4-FFF2-40B4-BE49-F238E27FC236}">
                <a16:creationId xmlns:a16="http://schemas.microsoft.com/office/drawing/2014/main" id="{3FE385CD-0F25-4FD0-A9EB-BD9189AEFA20}"/>
              </a:ext>
            </a:extLst>
          </p:cNvPr>
          <p:cNvCxnSpPr>
            <a:cxnSpLocks/>
            <a:stCxn id="138" idx="0"/>
            <a:endCxn id="167" idx="0"/>
          </p:cNvCxnSpPr>
          <p:nvPr/>
        </p:nvCxnSpPr>
        <p:spPr>
          <a:xfrm>
            <a:off x="6511457" y="2343119"/>
            <a:ext cx="0" cy="1683551"/>
          </a:xfrm>
          <a:prstGeom prst="line">
            <a:avLst/>
          </a:prstGeom>
          <a:ln w="12700">
            <a:solidFill>
              <a:srgbClr val="003366"/>
            </a:solidFill>
            <a:prstDash val="lgDash"/>
          </a:ln>
        </p:spPr>
        <p:style>
          <a:lnRef idx="1">
            <a:schemeClr val="accent1"/>
          </a:lnRef>
          <a:fillRef idx="0">
            <a:schemeClr val="accent1"/>
          </a:fillRef>
          <a:effectRef idx="0">
            <a:schemeClr val="accent1"/>
          </a:effectRef>
          <a:fontRef idx="minor">
            <a:schemeClr val="tx1"/>
          </a:fontRef>
        </p:style>
      </p:cxnSp>
      <p:sp>
        <p:nvSpPr>
          <p:cNvPr id="94" name="OTLSHAPE_T_5a934a26f311425e8ebaa0f45e6533ad_Shape">
            <a:extLst>
              <a:ext uri="{FF2B5EF4-FFF2-40B4-BE49-F238E27FC236}">
                <a16:creationId xmlns:a16="http://schemas.microsoft.com/office/drawing/2014/main" id="{7A7730AB-6B83-4003-BB2F-DECBF03BBDB4}"/>
              </a:ext>
            </a:extLst>
          </p:cNvPr>
          <p:cNvSpPr/>
          <p:nvPr/>
        </p:nvSpPr>
        <p:spPr bwMode="auto">
          <a:xfrm>
            <a:off x="4279378" y="2423284"/>
            <a:ext cx="1700089"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600" b="1">
                <a:solidFill>
                  <a:srgbClr val="000000"/>
                </a:solidFill>
                <a:latin typeface="Calibri" panose="020F0502020204030204" pitchFamily="34" charset="0"/>
                <a:cs typeface="Calibri" panose="020F0502020204030204" pitchFamily="34" charset="0"/>
              </a:rPr>
              <a:t>Ph III part (FSS-LSR)</a:t>
            </a:r>
          </a:p>
          <a:p>
            <a:pPr algn="ctr" defTabSz="914310">
              <a:defRPr/>
            </a:pPr>
            <a:r>
              <a:rPr lang="en-US" altLang="zh-CN" sz="600" b="1">
                <a:solidFill>
                  <a:srgbClr val="000000"/>
                </a:solidFill>
                <a:latin typeface="Calibri" panose="020F0502020204030204" pitchFamily="34" charset="0"/>
                <a:cs typeface="Calibri" panose="020F0502020204030204" pitchFamily="34" charset="0"/>
              </a:rPr>
              <a:t>~17m for recruitment  </a:t>
            </a:r>
          </a:p>
        </p:txBody>
      </p:sp>
      <p:sp>
        <p:nvSpPr>
          <p:cNvPr id="101" name="OTLSHAPE_T_e17f3958430f4cff8650518c93c7635e_StartDate">
            <a:extLst>
              <a:ext uri="{FF2B5EF4-FFF2-40B4-BE49-F238E27FC236}">
                <a16:creationId xmlns:a16="http://schemas.microsoft.com/office/drawing/2014/main" id="{116580F7-EF8C-4398-B7E5-B93D4E3B7314}"/>
              </a:ext>
            </a:extLst>
          </p:cNvPr>
          <p:cNvSpPr txBox="1"/>
          <p:nvPr>
            <p:custDataLst>
              <p:tags r:id="rId3"/>
            </p:custDataLst>
          </p:nvPr>
        </p:nvSpPr>
        <p:spPr>
          <a:xfrm>
            <a:off x="1080839" y="4081622"/>
            <a:ext cx="542969" cy="92333"/>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defTabSz="914288">
              <a:defRPr/>
            </a:pPr>
            <a:r>
              <a:rPr lang="en-US" altLang="zh-CN"/>
              <a:t>CTA</a:t>
            </a:r>
            <a:endParaRPr lang="zh-CN" altLang="en-US"/>
          </a:p>
        </p:txBody>
      </p:sp>
      <p:sp>
        <p:nvSpPr>
          <p:cNvPr id="102" name="OTLSHAPE_T_e17f3958430f4cff8650518c93c7635e_Shape">
            <a:extLst>
              <a:ext uri="{FF2B5EF4-FFF2-40B4-BE49-F238E27FC236}">
                <a16:creationId xmlns:a16="http://schemas.microsoft.com/office/drawing/2014/main" id="{A363F998-E792-4751-B41F-BA56653D9BEE}"/>
              </a:ext>
            </a:extLst>
          </p:cNvPr>
          <p:cNvSpPr/>
          <p:nvPr>
            <p:custDataLst>
              <p:tags r:id="rId4"/>
            </p:custDataLst>
          </p:nvPr>
        </p:nvSpPr>
        <p:spPr bwMode="auto">
          <a:xfrm>
            <a:off x="1320601" y="3831676"/>
            <a:ext cx="537722"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914310">
              <a:defRPr/>
            </a:pPr>
            <a:r>
              <a:rPr lang="en-US" altLang="zh-CN" sz="600" b="1">
                <a:solidFill>
                  <a:srgbClr val="000000"/>
                </a:solidFill>
                <a:latin typeface="Calibri" panose="020F0502020204030204" pitchFamily="34" charset="0"/>
                <a:cs typeface="Calibri" panose="020F0502020204030204" pitchFamily="34" charset="0"/>
              </a:rPr>
              <a:t>CTA Review + EC + HGRAC (6m) </a:t>
            </a:r>
            <a:endParaRPr lang="zh-CN" altLang="en-US" sz="600" b="1">
              <a:solidFill>
                <a:srgbClr val="000000"/>
              </a:solidFill>
              <a:latin typeface="Calibri" panose="020F0502020204030204" pitchFamily="34" charset="0"/>
              <a:cs typeface="Calibri" panose="020F0502020204030204" pitchFamily="34" charset="0"/>
            </a:endParaRPr>
          </a:p>
        </p:txBody>
      </p:sp>
      <p:sp>
        <p:nvSpPr>
          <p:cNvPr id="105" name="Rectangle 104">
            <a:extLst>
              <a:ext uri="{FF2B5EF4-FFF2-40B4-BE49-F238E27FC236}">
                <a16:creationId xmlns:a16="http://schemas.microsoft.com/office/drawing/2014/main" id="{785E939B-46E1-4400-AA01-4234544B9F05}"/>
              </a:ext>
            </a:extLst>
          </p:cNvPr>
          <p:cNvSpPr/>
          <p:nvPr/>
        </p:nvSpPr>
        <p:spPr>
          <a:xfrm>
            <a:off x="1598187" y="4081622"/>
            <a:ext cx="601447"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1st SIV</a:t>
            </a:r>
          </a:p>
          <a:p>
            <a:pPr algn="ctr" defTabSz="914288">
              <a:defRPr/>
            </a:pPr>
            <a:r>
              <a:rPr lang="en-US" altLang="zh-CN" sz="600" b="1">
                <a:solidFill>
                  <a:srgbClr val="44546A"/>
                </a:solidFill>
                <a:latin typeface="Calibri"/>
                <a:cs typeface="Calibri"/>
              </a:rPr>
              <a:t> ready</a:t>
            </a:r>
            <a:endParaRPr lang="zh-CN" altLang="en-US" sz="600" b="1">
              <a:solidFill>
                <a:srgbClr val="44546A"/>
              </a:solidFill>
              <a:latin typeface="Calibri"/>
              <a:cs typeface="Calibri"/>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36552" y="4482363"/>
            <a:ext cx="1001877" cy="754053"/>
          </a:xfrm>
          <a:prstGeom prst="rect">
            <a:avLst/>
          </a:prstGeom>
          <a:noFill/>
        </p:spPr>
        <p:txBody>
          <a:bodyPr wrap="none" lIns="0" tIns="0" rIns="0" bIns="0" rtlCol="0">
            <a:spAutoFit/>
          </a:bodyPr>
          <a:lstStyle/>
          <a:p>
            <a:pPr defTabSz="914310">
              <a:defRPr/>
            </a:pPr>
            <a:r>
              <a:rPr lang="en-US" altLang="zh-CN" sz="600" err="1">
                <a:solidFill>
                  <a:srgbClr val="FFFFFF">
                    <a:lumMod val="50000"/>
                  </a:srgbClr>
                </a:solidFill>
                <a:latin typeface="BISansCond"/>
              </a:rPr>
              <a:t>RoFD</a:t>
            </a:r>
            <a:r>
              <a:rPr lang="en-US" altLang="zh-CN" sz="600">
                <a:solidFill>
                  <a:srgbClr val="FFFFFF">
                    <a:lumMod val="50000"/>
                  </a:srgbClr>
                </a:solidFill>
                <a:latin typeface="BISansCond"/>
              </a:rPr>
              <a:t>: Release of full development</a:t>
            </a:r>
          </a:p>
          <a:p>
            <a:pPr defTabSz="914310">
              <a:defRPr/>
            </a:pPr>
            <a:r>
              <a:rPr lang="en-US" altLang="zh-CN" sz="600">
                <a:solidFill>
                  <a:srgbClr val="FFFFFF">
                    <a:lumMod val="50000"/>
                  </a:srgbClr>
                </a:solidFill>
                <a:latin typeface="BISansCond"/>
              </a:rPr>
              <a:t>HAI: Health authority interaction</a:t>
            </a:r>
          </a:p>
          <a:p>
            <a:pPr defTabSz="914310">
              <a:defRPr/>
            </a:pPr>
            <a:r>
              <a:rPr lang="en-US" altLang="zh-CN" sz="600">
                <a:solidFill>
                  <a:srgbClr val="FFFFFF">
                    <a:lumMod val="50000"/>
                  </a:srgbClr>
                </a:solidFill>
                <a:latin typeface="BISansCond"/>
              </a:rPr>
              <a:t>FSS: First subject screening</a:t>
            </a:r>
          </a:p>
          <a:p>
            <a:pPr defTabSz="914310">
              <a:defRPr/>
            </a:pPr>
            <a:r>
              <a:rPr lang="en-US" altLang="zh-CN" sz="600">
                <a:solidFill>
                  <a:srgbClr val="FFFFFF">
                    <a:lumMod val="50000"/>
                  </a:srgbClr>
                </a:solidFill>
                <a:latin typeface="BISansCond"/>
              </a:rPr>
              <a:t>LSS: Last subject screening</a:t>
            </a:r>
          </a:p>
          <a:p>
            <a:pPr defTabSz="914310">
              <a:defRPr/>
            </a:pPr>
            <a:r>
              <a:rPr lang="en-US" altLang="zh-CN" sz="600">
                <a:solidFill>
                  <a:srgbClr val="FFFFFF">
                    <a:lumMod val="50000"/>
                  </a:srgbClr>
                </a:solidFill>
                <a:latin typeface="BISansCond"/>
              </a:rPr>
              <a:t>LSC: Last subject complete</a:t>
            </a:r>
          </a:p>
          <a:p>
            <a:pPr defTabSz="914310">
              <a:defRPr/>
            </a:pPr>
            <a:r>
              <a:rPr lang="en-US" altLang="zh-CN" sz="600">
                <a:solidFill>
                  <a:srgbClr val="FFFFFF">
                    <a:lumMod val="50000"/>
                  </a:srgbClr>
                </a:solidFill>
                <a:latin typeface="BISansCond"/>
              </a:rPr>
              <a:t>LSR: Last subject randomization</a:t>
            </a:r>
          </a:p>
          <a:p>
            <a:pPr defTabSz="914310">
              <a:defRPr/>
            </a:pPr>
            <a:r>
              <a:rPr lang="en-US" altLang="zh-CN" sz="600">
                <a:solidFill>
                  <a:srgbClr val="FFFFFF">
                    <a:lumMod val="50000"/>
                  </a:srgbClr>
                </a:solidFill>
                <a:latin typeface="BISansCond"/>
              </a:rPr>
              <a:t>EoP2: End of Phase 2</a:t>
            </a:r>
            <a:endParaRPr lang="zh-CN" altLang="en-US" sz="600">
              <a:solidFill>
                <a:srgbClr val="FFFFFF">
                  <a:lumMod val="50000"/>
                </a:srgbClr>
              </a:solidFill>
              <a:latin typeface="BISansCond"/>
            </a:endParaRPr>
          </a:p>
          <a:p>
            <a:pPr defTabSz="914310">
              <a:defRPr/>
            </a:pPr>
            <a:endParaRPr lang="zh-CN" altLang="en-US" sz="700">
              <a:solidFill>
                <a:srgbClr val="FFFFFF">
                  <a:lumMod val="50000"/>
                </a:srgbClr>
              </a:solidFill>
              <a:latin typeface="BISansCond"/>
            </a:endParaRPr>
          </a:p>
        </p:txBody>
      </p:sp>
      <p:sp>
        <p:nvSpPr>
          <p:cNvPr id="103" name="OTLSHAPE_T_e17f3958430f4cff8650518c93c7635e_StartDate">
            <a:extLst>
              <a:ext uri="{FF2B5EF4-FFF2-40B4-BE49-F238E27FC236}">
                <a16:creationId xmlns:a16="http://schemas.microsoft.com/office/drawing/2014/main" id="{8614C9A9-A277-403B-AF61-BD96CA907DA5}"/>
              </a:ext>
            </a:extLst>
          </p:cNvPr>
          <p:cNvSpPr txBox="1"/>
          <p:nvPr>
            <p:custDataLst>
              <p:tags r:id="rId5"/>
            </p:custDataLst>
          </p:nvPr>
        </p:nvSpPr>
        <p:spPr>
          <a:xfrm>
            <a:off x="1041516" y="3719796"/>
            <a:ext cx="596122"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sz="600"/>
              <a:t>Feb2023</a:t>
            </a:r>
            <a:endParaRPr lang="zh-CN" altLang="en-US" sz="600"/>
          </a:p>
        </p:txBody>
      </p:sp>
      <p:sp>
        <p:nvSpPr>
          <p:cNvPr id="104" name="OTLSHAPE_T_e17f3958430f4cff8650518c93c7635e_StartDate">
            <a:extLst>
              <a:ext uri="{FF2B5EF4-FFF2-40B4-BE49-F238E27FC236}">
                <a16:creationId xmlns:a16="http://schemas.microsoft.com/office/drawing/2014/main" id="{E6F166C8-3511-48E4-BDBA-711DC7EB9B29}"/>
              </a:ext>
            </a:extLst>
          </p:cNvPr>
          <p:cNvSpPr txBox="1"/>
          <p:nvPr>
            <p:custDataLst>
              <p:tags r:id="rId6"/>
            </p:custDataLst>
          </p:nvPr>
        </p:nvSpPr>
        <p:spPr>
          <a:xfrm>
            <a:off x="1621251" y="3719796"/>
            <a:ext cx="596122"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sz="600"/>
              <a:t>Aug2023</a:t>
            </a:r>
            <a:endParaRPr lang="zh-CN" altLang="en-US" sz="600"/>
          </a:p>
        </p:txBody>
      </p:sp>
      <p:sp>
        <p:nvSpPr>
          <p:cNvPr id="107" name="Rectangle: Rounded Corners 106">
            <a:extLst>
              <a:ext uri="{FF2B5EF4-FFF2-40B4-BE49-F238E27FC236}">
                <a16:creationId xmlns:a16="http://schemas.microsoft.com/office/drawing/2014/main" id="{7DDA071E-5F80-4527-AE47-F1E7B2DC2A5B}"/>
              </a:ext>
            </a:extLst>
          </p:cNvPr>
          <p:cNvSpPr/>
          <p:nvPr/>
        </p:nvSpPr>
        <p:spPr>
          <a:xfrm>
            <a:off x="1420980" y="4647975"/>
            <a:ext cx="5566402" cy="463775"/>
          </a:xfrm>
          <a:prstGeom prst="roundRect">
            <a:avLst>
              <a:gd name="adj" fmla="val 8578"/>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0021" indent="-170021" defTabSz="914288">
              <a:buFont typeface="Arial" panose="020B0604020202020204" pitchFamily="34" charset="0"/>
              <a:buChar char="•"/>
              <a:defRPr/>
            </a:pPr>
            <a:r>
              <a:rPr lang="en-US" altLang="zh-CN" sz="750">
                <a:solidFill>
                  <a:srgbClr val="000000"/>
                </a:solidFill>
                <a:latin typeface="BISans"/>
              </a:rPr>
              <a:t>17 patients screened.  </a:t>
            </a:r>
            <a:r>
              <a:rPr lang="en-US" altLang="zh-CN" sz="750" b="1">
                <a:solidFill>
                  <a:srgbClr val="000000"/>
                </a:solidFill>
                <a:latin typeface="BISans"/>
              </a:rPr>
              <a:t>10 </a:t>
            </a:r>
            <a:r>
              <a:rPr lang="en-US" altLang="zh-CN" sz="750">
                <a:solidFill>
                  <a:srgbClr val="000000"/>
                </a:solidFill>
                <a:latin typeface="BISans"/>
              </a:rPr>
              <a:t>patients randomized (originally c</a:t>
            </a:r>
            <a:r>
              <a:rPr lang="en-US" altLang="zh-CN" sz="700">
                <a:solidFill>
                  <a:schemeClr val="tx1"/>
                </a:solidFill>
                <a:latin typeface="BISans"/>
              </a:rPr>
              <a:t>ommitted 8 patients,</a:t>
            </a:r>
            <a:r>
              <a:rPr lang="zh-CN" altLang="en-US" sz="700">
                <a:solidFill>
                  <a:schemeClr val="tx1"/>
                </a:solidFill>
                <a:latin typeface="BISans"/>
              </a:rPr>
              <a:t> </a:t>
            </a:r>
            <a:r>
              <a:rPr lang="en-US" altLang="zh-CN" sz="700">
                <a:solidFill>
                  <a:schemeClr val="tx1"/>
                </a:solidFill>
                <a:latin typeface="BISans"/>
              </a:rPr>
              <a:t>achieved 5 months ahead of the recruitment plan</a:t>
            </a:r>
            <a:r>
              <a:rPr lang="en-US" altLang="zh-CN" sz="750">
                <a:solidFill>
                  <a:srgbClr val="000000"/>
                </a:solidFill>
                <a:latin typeface="BISans"/>
              </a:rPr>
              <a:t>), 3 patients under screening​</a:t>
            </a:r>
          </a:p>
          <a:p>
            <a:pPr marL="170021" indent="-170021" defTabSz="914288">
              <a:buFont typeface="Arial" panose="020B0604020202020204" pitchFamily="34" charset="0"/>
              <a:buChar char="•"/>
              <a:defRPr/>
            </a:pPr>
            <a:r>
              <a:rPr lang="en-US" altLang="zh-CN" sz="800" b="1">
                <a:solidFill>
                  <a:prstClr val="black"/>
                </a:solidFill>
                <a:latin typeface="BISansCond"/>
              </a:rPr>
              <a:t>China interim investigator meeting </a:t>
            </a:r>
            <a:r>
              <a:rPr lang="en-US" altLang="zh-CN" sz="800">
                <a:solidFill>
                  <a:prstClr val="black"/>
                </a:solidFill>
                <a:latin typeface="BISansCond"/>
              </a:rPr>
              <a:t>(experience/case sharing) successfully held on 22</a:t>
            </a:r>
            <a:r>
              <a:rPr lang="en-US" altLang="zh-CN" sz="800" baseline="30000">
                <a:solidFill>
                  <a:prstClr val="black"/>
                </a:solidFill>
                <a:latin typeface="BISansCond"/>
              </a:rPr>
              <a:t>nd</a:t>
            </a:r>
            <a:r>
              <a:rPr lang="en-US" altLang="zh-CN" sz="800">
                <a:solidFill>
                  <a:prstClr val="black"/>
                </a:solidFill>
                <a:latin typeface="BISansCond"/>
              </a:rPr>
              <a:t> Apr 2024.</a:t>
            </a:r>
            <a:endParaRPr lang="en-US" altLang="zh-CN" sz="800">
              <a:solidFill>
                <a:srgbClr val="000000"/>
              </a:solidFill>
              <a:latin typeface="BISans"/>
            </a:endParaRPr>
          </a:p>
          <a:p>
            <a:pPr marL="170021" indent="-170021" defTabSz="914288">
              <a:buFont typeface="Arial" panose="020B0604020202020204" pitchFamily="34" charset="0"/>
              <a:buChar char="•"/>
              <a:defRPr/>
            </a:pPr>
            <a:r>
              <a:rPr lang="en-US" altLang="zh-CN" sz="750" b="1">
                <a:solidFill>
                  <a:srgbClr val="000000"/>
                </a:solidFill>
                <a:latin typeface="BISans"/>
              </a:rPr>
              <a:t>EoP2 HAI planned in Jan. 2025. </a:t>
            </a:r>
          </a:p>
        </p:txBody>
      </p:sp>
      <p:sp>
        <p:nvSpPr>
          <p:cNvPr id="75" name="OTLSHAPE_T_e17f3958430f4cff8650518c93c7635e_StartDate">
            <a:extLst>
              <a:ext uri="{FF2B5EF4-FFF2-40B4-BE49-F238E27FC236}">
                <a16:creationId xmlns:a16="http://schemas.microsoft.com/office/drawing/2014/main" id="{0A653FE1-3347-4E3E-9670-2D8BF789A651}"/>
              </a:ext>
            </a:extLst>
          </p:cNvPr>
          <p:cNvSpPr txBox="1"/>
          <p:nvPr>
            <p:custDataLst>
              <p:tags r:id="rId7"/>
            </p:custDataLst>
          </p:nvPr>
        </p:nvSpPr>
        <p:spPr>
          <a:xfrm>
            <a:off x="2785386" y="1743331"/>
            <a:ext cx="630370"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Sep 2024</a:t>
            </a:r>
          </a:p>
          <a:p>
            <a:pPr algn="ctr" defTabSz="914288">
              <a:defRPr/>
            </a:pPr>
            <a:r>
              <a:rPr lang="en-US" altLang="zh-CN" sz="600" b="1">
                <a:solidFill>
                  <a:srgbClr val="44546A"/>
                </a:solidFill>
                <a:latin typeface="Calibri"/>
                <a:cs typeface="Calibri"/>
              </a:rPr>
              <a:t>Week 8 analysis</a:t>
            </a:r>
            <a:endParaRPr lang="zh-CN" altLang="en-US" sz="600" b="1">
              <a:solidFill>
                <a:srgbClr val="44546A"/>
              </a:solidFill>
              <a:latin typeface="Calibri"/>
              <a:cs typeface="Calibri"/>
            </a:endParaRPr>
          </a:p>
        </p:txBody>
      </p:sp>
      <p:sp>
        <p:nvSpPr>
          <p:cNvPr id="108" name="OTLSHAPE_T_5a934a26f311425e8ebaa0f45e6533ad_Shape">
            <a:extLst>
              <a:ext uri="{FF2B5EF4-FFF2-40B4-BE49-F238E27FC236}">
                <a16:creationId xmlns:a16="http://schemas.microsoft.com/office/drawing/2014/main" id="{10E7216E-57C1-4819-8D68-86C90F31D4DC}"/>
              </a:ext>
            </a:extLst>
          </p:cNvPr>
          <p:cNvSpPr/>
          <p:nvPr/>
        </p:nvSpPr>
        <p:spPr bwMode="auto">
          <a:xfrm>
            <a:off x="2822915" y="2087191"/>
            <a:ext cx="1377000"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spc="-5">
                <a:solidFill>
                  <a:srgbClr val="000000"/>
                </a:solidFill>
                <a:latin typeface="Calibri" panose="020F0502020204030204" pitchFamily="34" charset="0"/>
                <a:ea typeface="等线" panose="02010600030101010101" pitchFamily="2" charset="-122"/>
              </a:rPr>
              <a:t>LSR-LSC </a:t>
            </a:r>
          </a:p>
        </p:txBody>
      </p:sp>
      <p:sp>
        <p:nvSpPr>
          <p:cNvPr id="111" name="TextBox 110">
            <a:extLst>
              <a:ext uri="{FF2B5EF4-FFF2-40B4-BE49-F238E27FC236}">
                <a16:creationId xmlns:a16="http://schemas.microsoft.com/office/drawing/2014/main" id="{4234C9EC-3A7A-4361-BA46-FEE8499D0720}"/>
              </a:ext>
            </a:extLst>
          </p:cNvPr>
          <p:cNvSpPr txBox="1"/>
          <p:nvPr/>
        </p:nvSpPr>
        <p:spPr>
          <a:xfrm>
            <a:off x="4" y="2634174"/>
            <a:ext cx="583307" cy="215444"/>
          </a:xfrm>
          <a:prstGeom prst="rect">
            <a:avLst/>
          </a:prstGeom>
          <a:noFill/>
          <a:ln>
            <a:solidFill>
              <a:srgbClr val="0070C0"/>
            </a:solidFill>
          </a:ln>
        </p:spPr>
        <p:txBody>
          <a:bodyPr wrap="square" lIns="0" tIns="0" rIns="0" bIns="0" rtlCol="0" anchor="t">
            <a:spAutoFit/>
          </a:bodyPr>
          <a:lstStyle/>
          <a:p>
            <a:pPr algn="ctr" defTabSz="914310">
              <a:defRPr/>
            </a:pPr>
            <a:r>
              <a:rPr lang="en-US" altLang="zh-CN" sz="700">
                <a:solidFill>
                  <a:srgbClr val="0066CC"/>
                </a:solidFill>
                <a:latin typeface="Calibri" panose="020F0502020204030204" pitchFamily="34" charset="0"/>
                <a:cs typeface="Calibri" panose="020F0502020204030204" pitchFamily="34" charset="0"/>
              </a:rPr>
              <a:t>Ph3-</a:t>
            </a:r>
          </a:p>
          <a:p>
            <a:pPr algn="ctr" defTabSz="914310">
              <a:defRPr/>
            </a:pPr>
            <a:r>
              <a:rPr lang="en-US" sz="700">
                <a:solidFill>
                  <a:srgbClr val="0066CC"/>
                </a:solidFill>
                <a:latin typeface="Calibri"/>
                <a:ea typeface="Calibri"/>
                <a:cs typeface="Calibri"/>
              </a:rPr>
              <a:t>1368.0100</a:t>
            </a:r>
            <a:endParaRPr lang="en-US" sz="700">
              <a:solidFill>
                <a:srgbClr val="0066CC"/>
              </a:solidFill>
              <a:latin typeface="Calibri" panose="020F0502020204030204" pitchFamily="34" charset="0"/>
              <a:ea typeface="Calibri"/>
              <a:cs typeface="Calibri" panose="020F0502020204030204" pitchFamily="34" charset="0"/>
            </a:endParaRPr>
          </a:p>
        </p:txBody>
      </p:sp>
      <p:sp>
        <p:nvSpPr>
          <p:cNvPr id="112" name="OTLSHAPE_T_e17f3958430f4cff8650518c93c7635e_StartDate">
            <a:extLst>
              <a:ext uri="{FF2B5EF4-FFF2-40B4-BE49-F238E27FC236}">
                <a16:creationId xmlns:a16="http://schemas.microsoft.com/office/drawing/2014/main" id="{CDDFBC10-5039-43BE-B299-4CCE39575600}"/>
              </a:ext>
            </a:extLst>
          </p:cNvPr>
          <p:cNvSpPr txBox="1"/>
          <p:nvPr>
            <p:custDataLst>
              <p:tags r:id="rId8"/>
            </p:custDataLst>
          </p:nvPr>
        </p:nvSpPr>
        <p:spPr>
          <a:xfrm>
            <a:off x="3895767" y="1962940"/>
            <a:ext cx="630370"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Sep 2025</a:t>
            </a:r>
            <a:endParaRPr lang="zh-CN" altLang="en-US" sz="600"/>
          </a:p>
        </p:txBody>
      </p:sp>
      <p:sp>
        <p:nvSpPr>
          <p:cNvPr id="113" name="OTLSHAPE_T_e17f3958430f4cff8650518c93c7635e_StartDate">
            <a:extLst>
              <a:ext uri="{FF2B5EF4-FFF2-40B4-BE49-F238E27FC236}">
                <a16:creationId xmlns:a16="http://schemas.microsoft.com/office/drawing/2014/main" id="{A2BFCC99-10CA-4B3D-B761-C3B50E1A72E2}"/>
              </a:ext>
            </a:extLst>
          </p:cNvPr>
          <p:cNvSpPr txBox="1"/>
          <p:nvPr>
            <p:custDataLst>
              <p:tags r:id="rId9"/>
            </p:custDataLst>
          </p:nvPr>
        </p:nvSpPr>
        <p:spPr>
          <a:xfrm>
            <a:off x="2527353" y="1975385"/>
            <a:ext cx="630370"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Jun 2024</a:t>
            </a:r>
            <a:endParaRPr lang="zh-CN" altLang="en-US" sz="600"/>
          </a:p>
        </p:txBody>
      </p:sp>
      <p:cxnSp>
        <p:nvCxnSpPr>
          <p:cNvPr id="114" name="Straight Arrow Connector 113">
            <a:extLst>
              <a:ext uri="{FF2B5EF4-FFF2-40B4-BE49-F238E27FC236}">
                <a16:creationId xmlns:a16="http://schemas.microsoft.com/office/drawing/2014/main" id="{CF58863E-6A2B-47F8-8EFA-EBFD131A5024}"/>
              </a:ext>
            </a:extLst>
          </p:cNvPr>
          <p:cNvCxnSpPr>
            <a:cxnSpLocks/>
          </p:cNvCxnSpPr>
          <p:nvPr/>
        </p:nvCxnSpPr>
        <p:spPr>
          <a:xfrm flipV="1">
            <a:off x="3167351" y="2269784"/>
            <a:ext cx="453" cy="130182"/>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120" name="OTLSHAPE_T_e17f3958430f4cff8650518c93c7635e_StartDate">
            <a:extLst>
              <a:ext uri="{FF2B5EF4-FFF2-40B4-BE49-F238E27FC236}">
                <a16:creationId xmlns:a16="http://schemas.microsoft.com/office/drawing/2014/main" id="{FB091C37-6587-43A7-90A7-2AC6CF85E73E}"/>
              </a:ext>
            </a:extLst>
          </p:cNvPr>
          <p:cNvSpPr txBox="1"/>
          <p:nvPr>
            <p:custDataLst>
              <p:tags r:id="rId10"/>
            </p:custDataLst>
          </p:nvPr>
        </p:nvSpPr>
        <p:spPr>
          <a:xfrm>
            <a:off x="3057877" y="2692919"/>
            <a:ext cx="567770"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EoP2 Meeting US</a:t>
            </a:r>
          </a:p>
          <a:p>
            <a:pPr algn="ctr" defTabSz="914288">
              <a:defRPr/>
            </a:pPr>
            <a:r>
              <a:rPr lang="en-US" altLang="zh-CN" sz="600" b="1">
                <a:solidFill>
                  <a:srgbClr val="44546A"/>
                </a:solidFill>
                <a:latin typeface="Calibri"/>
                <a:cs typeface="Calibri"/>
              </a:rPr>
              <a:t>Jan 2025</a:t>
            </a:r>
            <a:endParaRPr lang="zh-CN" altLang="en-US" sz="600" b="1">
              <a:solidFill>
                <a:srgbClr val="44546A"/>
              </a:solidFill>
              <a:latin typeface="Calibri"/>
              <a:cs typeface="Calibri"/>
            </a:endParaRPr>
          </a:p>
        </p:txBody>
      </p:sp>
      <p:sp>
        <p:nvSpPr>
          <p:cNvPr id="121" name="5-Point Star 5">
            <a:extLst>
              <a:ext uri="{FF2B5EF4-FFF2-40B4-BE49-F238E27FC236}">
                <a16:creationId xmlns:a16="http://schemas.microsoft.com/office/drawing/2014/main" id="{4FFE8471-9F83-4CE0-A59F-6F0534140A08}"/>
              </a:ext>
            </a:extLst>
          </p:cNvPr>
          <p:cNvSpPr/>
          <p:nvPr/>
        </p:nvSpPr>
        <p:spPr>
          <a:xfrm>
            <a:off x="3307071" y="2597969"/>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123" name="OTLSHAPE_T_e17f3958430f4cff8650518c93c7635e_StartDate">
            <a:extLst>
              <a:ext uri="{FF2B5EF4-FFF2-40B4-BE49-F238E27FC236}">
                <a16:creationId xmlns:a16="http://schemas.microsoft.com/office/drawing/2014/main" id="{3206AB93-084E-4A1F-A22F-05D0CEF4EA26}"/>
              </a:ext>
            </a:extLst>
          </p:cNvPr>
          <p:cNvSpPr txBox="1"/>
          <p:nvPr>
            <p:custDataLst>
              <p:tags r:id="rId11"/>
            </p:custDataLst>
          </p:nvPr>
        </p:nvSpPr>
        <p:spPr>
          <a:xfrm>
            <a:off x="3786688" y="2859254"/>
            <a:ext cx="610332"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CTA </a:t>
            </a:r>
          </a:p>
          <a:p>
            <a:pPr algn="ctr" defTabSz="914288">
              <a:defRPr/>
            </a:pPr>
            <a:r>
              <a:rPr lang="en-US" altLang="zh-CN" sz="600" b="1">
                <a:solidFill>
                  <a:srgbClr val="44546A"/>
                </a:solidFill>
                <a:latin typeface="Calibri"/>
                <a:cs typeface="Calibri"/>
              </a:rPr>
              <a:t>Jul 2025</a:t>
            </a:r>
            <a:endParaRPr lang="zh-CN" altLang="en-US" sz="600" b="1">
              <a:solidFill>
                <a:srgbClr val="44546A"/>
              </a:solidFill>
              <a:latin typeface="Calibri"/>
              <a:cs typeface="Calibri"/>
            </a:endParaRPr>
          </a:p>
        </p:txBody>
      </p:sp>
      <p:sp>
        <p:nvSpPr>
          <p:cNvPr id="124" name="Star: 4 Points 143">
            <a:extLst>
              <a:ext uri="{FF2B5EF4-FFF2-40B4-BE49-F238E27FC236}">
                <a16:creationId xmlns:a16="http://schemas.microsoft.com/office/drawing/2014/main" id="{EE1BB2AD-C2BE-481D-8CA3-6463ACC4BA62}"/>
              </a:ext>
            </a:extLst>
          </p:cNvPr>
          <p:cNvSpPr/>
          <p:nvPr/>
        </p:nvSpPr>
        <p:spPr bwMode="auto">
          <a:xfrm>
            <a:off x="4022764" y="2712604"/>
            <a:ext cx="138182" cy="13903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125" name="OTLSHAPE_T_e17f3958430f4cff8650518c93c7635e_StartDate">
            <a:extLst>
              <a:ext uri="{FF2B5EF4-FFF2-40B4-BE49-F238E27FC236}">
                <a16:creationId xmlns:a16="http://schemas.microsoft.com/office/drawing/2014/main" id="{7DA03861-7337-4571-9C83-897EADAFAD2F}"/>
              </a:ext>
            </a:extLst>
          </p:cNvPr>
          <p:cNvSpPr txBox="1"/>
          <p:nvPr>
            <p:custDataLst>
              <p:tags r:id="rId12"/>
            </p:custDataLst>
          </p:nvPr>
        </p:nvSpPr>
        <p:spPr>
          <a:xfrm>
            <a:off x="3891812" y="2325648"/>
            <a:ext cx="996928"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Oct 2025</a:t>
            </a:r>
            <a:endParaRPr lang="zh-CN" altLang="en-US" sz="600"/>
          </a:p>
        </p:txBody>
      </p:sp>
      <p:sp>
        <p:nvSpPr>
          <p:cNvPr id="127" name="OTLSHAPE_T_e17f3958430f4cff8650518c93c7635e_StartDate">
            <a:extLst>
              <a:ext uri="{FF2B5EF4-FFF2-40B4-BE49-F238E27FC236}">
                <a16:creationId xmlns:a16="http://schemas.microsoft.com/office/drawing/2014/main" id="{A94E6A40-F1A2-461D-AF00-753C27F1063C}"/>
              </a:ext>
            </a:extLst>
          </p:cNvPr>
          <p:cNvSpPr txBox="1"/>
          <p:nvPr>
            <p:custDataLst>
              <p:tags r:id="rId13"/>
            </p:custDataLst>
          </p:nvPr>
        </p:nvSpPr>
        <p:spPr>
          <a:xfrm>
            <a:off x="5455356" y="2325648"/>
            <a:ext cx="996928"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Apr 2027</a:t>
            </a:r>
            <a:endParaRPr lang="zh-CN" altLang="en-US" sz="600"/>
          </a:p>
        </p:txBody>
      </p:sp>
      <p:sp>
        <p:nvSpPr>
          <p:cNvPr id="128" name="OTLSHAPE_T_5a934a26f311425e8ebaa0f45e6533ad_Shape">
            <a:extLst>
              <a:ext uri="{FF2B5EF4-FFF2-40B4-BE49-F238E27FC236}">
                <a16:creationId xmlns:a16="http://schemas.microsoft.com/office/drawing/2014/main" id="{D85D410F-9E49-45FB-A51A-F9A96B150576}"/>
              </a:ext>
            </a:extLst>
          </p:cNvPr>
          <p:cNvSpPr/>
          <p:nvPr/>
        </p:nvSpPr>
        <p:spPr bwMode="auto">
          <a:xfrm>
            <a:off x="5979463" y="2424940"/>
            <a:ext cx="1439906"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spc="-5">
                <a:solidFill>
                  <a:srgbClr val="000000"/>
                </a:solidFill>
                <a:latin typeface="Calibri" panose="020F0502020204030204" pitchFamily="34" charset="0"/>
                <a:ea typeface="等线" panose="02010600030101010101" pitchFamily="2" charset="-122"/>
              </a:rPr>
              <a:t>LSR-LSC </a:t>
            </a:r>
          </a:p>
        </p:txBody>
      </p:sp>
      <p:sp>
        <p:nvSpPr>
          <p:cNvPr id="129" name="OTLSHAPE_T_e17f3958430f4cff8650518c93c7635e_StartDate">
            <a:extLst>
              <a:ext uri="{FF2B5EF4-FFF2-40B4-BE49-F238E27FC236}">
                <a16:creationId xmlns:a16="http://schemas.microsoft.com/office/drawing/2014/main" id="{7AC8A0AB-359F-4F99-881B-09DD5BC61C40}"/>
              </a:ext>
            </a:extLst>
          </p:cNvPr>
          <p:cNvSpPr txBox="1"/>
          <p:nvPr>
            <p:custDataLst>
              <p:tags r:id="rId14"/>
            </p:custDataLst>
          </p:nvPr>
        </p:nvSpPr>
        <p:spPr>
          <a:xfrm>
            <a:off x="6915363" y="2325648"/>
            <a:ext cx="996928"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 Aug 2028</a:t>
            </a:r>
            <a:endParaRPr lang="zh-CN" altLang="en-US" sz="600"/>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15"/>
            </p:custDataLst>
          </p:nvPr>
        </p:nvSpPr>
        <p:spPr>
          <a:xfrm>
            <a:off x="7073250" y="3267528"/>
            <a:ext cx="996928" cy="215444"/>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700"/>
              <a:t>BLA submission </a:t>
            </a:r>
          </a:p>
          <a:p>
            <a:pPr defTabSz="914310">
              <a:defRPr/>
            </a:pPr>
            <a:r>
              <a:rPr lang="en-US" altLang="zh-CN" sz="700"/>
              <a:t>Apr 2028</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223930" y="3280827"/>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16"/>
            </p:custDataLst>
          </p:nvPr>
        </p:nvSpPr>
        <p:spPr>
          <a:xfrm>
            <a:off x="8161556" y="3290628"/>
            <a:ext cx="996928" cy="215444"/>
          </a:xfrm>
          <a:prstGeom prst="rect">
            <a:avLst/>
          </a:prstGeom>
          <a:noFill/>
        </p:spPr>
        <p:txBody>
          <a:bodyPr vert="horz" wrap="square" lIns="0" tIns="0" rIns="0" bIns="0" rtlCol="0" anchor="ctr" anchorCtr="0">
            <a:spAutoFit/>
          </a:bodyPr>
          <a:lstStyle/>
          <a:p>
            <a:pPr algn="ctr" defTabSz="914288">
              <a:defRPr/>
            </a:pPr>
            <a:r>
              <a:rPr lang="en-US" altLang="zh-CN" sz="700" b="1" err="1">
                <a:solidFill>
                  <a:srgbClr val="44546A"/>
                </a:solidFill>
                <a:latin typeface="Calibri" panose="020F0502020204030204" pitchFamily="34" charset="0"/>
                <a:ea typeface="宋体" panose="02010600030101010101" pitchFamily="2" charset="-122"/>
              </a:rPr>
              <a:t>sNDA</a:t>
            </a:r>
            <a:r>
              <a:rPr lang="en-US" altLang="zh-CN" sz="700" b="1">
                <a:solidFill>
                  <a:srgbClr val="44546A"/>
                </a:solidFill>
                <a:latin typeface="Calibri" panose="020F0502020204030204" pitchFamily="34" charset="0"/>
                <a:ea typeface="宋体" panose="02010600030101010101" pitchFamily="2" charset="-122"/>
              </a:rPr>
              <a:t> approval</a:t>
            </a:r>
          </a:p>
          <a:p>
            <a:pPr algn="ctr" defTabSz="914288">
              <a:defRPr/>
            </a:pPr>
            <a:r>
              <a:rPr lang="en-US" altLang="zh-CN" sz="700" b="1">
                <a:solidFill>
                  <a:srgbClr val="44546A"/>
                </a:solidFill>
                <a:latin typeface="Calibri" panose="020F0502020204030204" pitchFamily="34" charset="0"/>
                <a:ea typeface="宋体" panose="02010600030101010101" pitchFamily="2" charset="-122"/>
              </a:rPr>
              <a:t>Apr 2029</a:t>
            </a:r>
          </a:p>
        </p:txBody>
      </p:sp>
      <p:sp>
        <p:nvSpPr>
          <p:cNvPr id="138" name="Diamond 137">
            <a:extLst>
              <a:ext uri="{FF2B5EF4-FFF2-40B4-BE49-F238E27FC236}">
                <a16:creationId xmlns:a16="http://schemas.microsoft.com/office/drawing/2014/main" id="{B02E6ED1-3AD5-4537-A88A-26F5D45157F1}"/>
              </a:ext>
            </a:extLst>
          </p:cNvPr>
          <p:cNvSpPr/>
          <p:nvPr/>
        </p:nvSpPr>
        <p:spPr>
          <a:xfrm>
            <a:off x="6488598" y="2343120"/>
            <a:ext cx="45719" cy="49583"/>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10">
              <a:defRPr/>
            </a:pPr>
            <a:endParaRPr lang="zh-CN" altLang="en-US">
              <a:solidFill>
                <a:srgbClr val="FFFFFF"/>
              </a:solidFill>
              <a:latin typeface="BISansCond"/>
            </a:endParaRPr>
          </a:p>
        </p:txBody>
      </p:sp>
      <p:sp>
        <p:nvSpPr>
          <p:cNvPr id="139" name="TextBox 138">
            <a:extLst>
              <a:ext uri="{FF2B5EF4-FFF2-40B4-BE49-F238E27FC236}">
                <a16:creationId xmlns:a16="http://schemas.microsoft.com/office/drawing/2014/main" id="{3ADFCB05-5891-4849-92AB-3D14BC26C45D}"/>
              </a:ext>
            </a:extLst>
          </p:cNvPr>
          <p:cNvSpPr txBox="1"/>
          <p:nvPr/>
        </p:nvSpPr>
        <p:spPr>
          <a:xfrm>
            <a:off x="6206995" y="2024489"/>
            <a:ext cx="773546"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a:t>Interim analysis</a:t>
            </a:r>
          </a:p>
          <a:p>
            <a:pPr defTabSz="914310">
              <a:defRPr/>
            </a:pPr>
            <a:r>
              <a:rPr lang="en-US" altLang="zh-CN"/>
              <a:t>Dec 2027</a:t>
            </a:r>
            <a:endParaRPr lang="zh-CN" altLang="en-US"/>
          </a:p>
        </p:txBody>
      </p:sp>
      <p:sp>
        <p:nvSpPr>
          <p:cNvPr id="144" name="OTLSHAPE_T_5a934a26f311425e8ebaa0f45e6533ad_Shape">
            <a:extLst>
              <a:ext uri="{FF2B5EF4-FFF2-40B4-BE49-F238E27FC236}">
                <a16:creationId xmlns:a16="http://schemas.microsoft.com/office/drawing/2014/main" id="{579BF9EA-E538-40E5-866B-180A52F19226}"/>
              </a:ext>
            </a:extLst>
          </p:cNvPr>
          <p:cNvSpPr/>
          <p:nvPr/>
        </p:nvSpPr>
        <p:spPr bwMode="auto">
          <a:xfrm>
            <a:off x="4278619" y="2743869"/>
            <a:ext cx="1700089"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600" b="1">
                <a:solidFill>
                  <a:srgbClr val="000000"/>
                </a:solidFill>
                <a:latin typeface="Calibri" panose="020F0502020204030204" pitchFamily="34" charset="0"/>
                <a:cs typeface="Calibri" panose="020F0502020204030204" pitchFamily="34" charset="0"/>
              </a:rPr>
              <a:t>Ph III part (FSS-LSR)</a:t>
            </a:r>
          </a:p>
          <a:p>
            <a:pPr algn="ctr" defTabSz="914310">
              <a:defRPr/>
            </a:pPr>
            <a:r>
              <a:rPr lang="en-US" altLang="zh-CN" sz="600" b="1">
                <a:solidFill>
                  <a:srgbClr val="000000"/>
                </a:solidFill>
                <a:latin typeface="Calibri" panose="020F0502020204030204" pitchFamily="34" charset="0"/>
                <a:cs typeface="Calibri" panose="020F0502020204030204" pitchFamily="34" charset="0"/>
              </a:rPr>
              <a:t>~17m for recruitment  </a:t>
            </a:r>
          </a:p>
        </p:txBody>
      </p:sp>
      <p:sp>
        <p:nvSpPr>
          <p:cNvPr id="147" name="OTLSHAPE_T_5a934a26f311425e8ebaa0f45e6533ad_Shape">
            <a:extLst>
              <a:ext uri="{FF2B5EF4-FFF2-40B4-BE49-F238E27FC236}">
                <a16:creationId xmlns:a16="http://schemas.microsoft.com/office/drawing/2014/main" id="{BB38C65A-6FBD-43EA-987B-9F1556BA3EE8}"/>
              </a:ext>
            </a:extLst>
          </p:cNvPr>
          <p:cNvSpPr/>
          <p:nvPr/>
        </p:nvSpPr>
        <p:spPr bwMode="auto">
          <a:xfrm>
            <a:off x="5978704" y="2744293"/>
            <a:ext cx="1439906"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spc="-5">
                <a:solidFill>
                  <a:srgbClr val="000000"/>
                </a:solidFill>
                <a:latin typeface="Calibri" panose="020F0502020204030204" pitchFamily="34" charset="0"/>
                <a:ea typeface="等线" panose="02010600030101010101" pitchFamily="2" charset="-122"/>
              </a:rPr>
              <a:t>LSR-LSC </a:t>
            </a:r>
          </a:p>
        </p:txBody>
      </p:sp>
      <p:sp>
        <p:nvSpPr>
          <p:cNvPr id="149" name="OTLSHAPE_T_5a934a26f311425e8ebaa0f45e6533ad_Shape">
            <a:extLst>
              <a:ext uri="{FF2B5EF4-FFF2-40B4-BE49-F238E27FC236}">
                <a16:creationId xmlns:a16="http://schemas.microsoft.com/office/drawing/2014/main" id="{6380A665-AE61-4ECB-94C7-6101C32FA508}"/>
              </a:ext>
            </a:extLst>
          </p:cNvPr>
          <p:cNvSpPr/>
          <p:nvPr/>
        </p:nvSpPr>
        <p:spPr bwMode="auto">
          <a:xfrm>
            <a:off x="2267411" y="3831676"/>
            <a:ext cx="51300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600" b="1">
                <a:solidFill>
                  <a:srgbClr val="000000"/>
                </a:solidFill>
                <a:latin typeface="Calibri" panose="020F0502020204030204" pitchFamily="34" charset="0"/>
                <a:cs typeface="Calibri" panose="020F0502020204030204" pitchFamily="34" charset="0"/>
              </a:rPr>
              <a:t>Ph IIb (N=8)</a:t>
            </a:r>
          </a:p>
        </p:txBody>
      </p:sp>
      <p:sp>
        <p:nvSpPr>
          <p:cNvPr id="150" name="Star: 4 Points 143">
            <a:extLst>
              <a:ext uri="{FF2B5EF4-FFF2-40B4-BE49-F238E27FC236}">
                <a16:creationId xmlns:a16="http://schemas.microsoft.com/office/drawing/2014/main" id="{077B42E6-D7DD-4F77-8701-CDD7C8CD4A04}"/>
              </a:ext>
            </a:extLst>
          </p:cNvPr>
          <p:cNvSpPr/>
          <p:nvPr/>
        </p:nvSpPr>
        <p:spPr bwMode="auto">
          <a:xfrm>
            <a:off x="1255645" y="396511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151" name="Star: 4 Points 143">
            <a:extLst>
              <a:ext uri="{FF2B5EF4-FFF2-40B4-BE49-F238E27FC236}">
                <a16:creationId xmlns:a16="http://schemas.microsoft.com/office/drawing/2014/main" id="{CD805192-4322-4158-8128-6F325A099BB1}"/>
              </a:ext>
            </a:extLst>
          </p:cNvPr>
          <p:cNvSpPr/>
          <p:nvPr/>
        </p:nvSpPr>
        <p:spPr bwMode="auto">
          <a:xfrm>
            <a:off x="1793533" y="396772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154" name="OTLSHAPE_T_5a934a26f311425e8ebaa0f45e6533ad_Shape">
            <a:extLst>
              <a:ext uri="{FF2B5EF4-FFF2-40B4-BE49-F238E27FC236}">
                <a16:creationId xmlns:a16="http://schemas.microsoft.com/office/drawing/2014/main" id="{1B57EBFD-1C51-4A62-983C-1022A308B3EF}"/>
              </a:ext>
            </a:extLst>
          </p:cNvPr>
          <p:cNvSpPr/>
          <p:nvPr/>
        </p:nvSpPr>
        <p:spPr bwMode="auto">
          <a:xfrm>
            <a:off x="2791429" y="3831676"/>
            <a:ext cx="1404000"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spc="-5">
                <a:solidFill>
                  <a:srgbClr val="000000"/>
                </a:solidFill>
                <a:latin typeface="Calibri" panose="020F0502020204030204" pitchFamily="34" charset="0"/>
                <a:ea typeface="等线" panose="02010600030101010101" pitchFamily="2" charset="-122"/>
              </a:rPr>
              <a:t>LSR-LSC </a:t>
            </a:r>
          </a:p>
        </p:txBody>
      </p:sp>
      <p:sp>
        <p:nvSpPr>
          <p:cNvPr id="158" name="OTLSHAPE_T_e17f3958430f4cff8650518c93c7635e_Shape">
            <a:extLst>
              <a:ext uri="{FF2B5EF4-FFF2-40B4-BE49-F238E27FC236}">
                <a16:creationId xmlns:a16="http://schemas.microsoft.com/office/drawing/2014/main" id="{33C68AC4-504B-4BEC-B60F-B81D39B25F97}"/>
              </a:ext>
            </a:extLst>
          </p:cNvPr>
          <p:cNvSpPr/>
          <p:nvPr>
            <p:custDataLst>
              <p:tags r:id="rId17"/>
            </p:custDataLst>
          </p:nvPr>
        </p:nvSpPr>
        <p:spPr bwMode="auto">
          <a:xfrm>
            <a:off x="4313370" y="4092198"/>
            <a:ext cx="770347"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914288" eaLnBrk="0" fontAlgn="base" hangingPunct="0">
              <a:spcBef>
                <a:spcPct val="0"/>
              </a:spcBef>
              <a:spcAft>
                <a:spcPct val="0"/>
              </a:spcAft>
              <a:defRPr/>
            </a:pPr>
            <a:r>
              <a:rPr lang="en-US" altLang="zh-CN" sz="500" b="1">
                <a:solidFill>
                  <a:srgbClr val="000000"/>
                </a:solidFill>
                <a:latin typeface="Verdana" charset="0"/>
              </a:rPr>
              <a:t>CTA Amend+ EC + HGRAC (6m) </a:t>
            </a:r>
            <a:endParaRPr lang="zh-CN" altLang="en-US" sz="500" b="1">
              <a:solidFill>
                <a:srgbClr val="000000"/>
              </a:solidFill>
              <a:latin typeface="Verdana" charset="0"/>
            </a:endParaRPr>
          </a:p>
        </p:txBody>
      </p:sp>
      <p:sp>
        <p:nvSpPr>
          <p:cNvPr id="160" name="Star: 4 Points 143">
            <a:extLst>
              <a:ext uri="{FF2B5EF4-FFF2-40B4-BE49-F238E27FC236}">
                <a16:creationId xmlns:a16="http://schemas.microsoft.com/office/drawing/2014/main" id="{8FBCEB0F-2F0C-41E2-B607-50A719D0F1F9}"/>
              </a:ext>
            </a:extLst>
          </p:cNvPr>
          <p:cNvSpPr/>
          <p:nvPr/>
        </p:nvSpPr>
        <p:spPr bwMode="auto">
          <a:xfrm>
            <a:off x="4241398" y="42240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Verdana" charset="0"/>
            </a:endParaRPr>
          </a:p>
        </p:txBody>
      </p:sp>
      <p:sp>
        <p:nvSpPr>
          <p:cNvPr id="162" name="OTLSHAPE_T_5a934a26f311425e8ebaa0f45e6533ad_Shape">
            <a:extLst>
              <a:ext uri="{FF2B5EF4-FFF2-40B4-BE49-F238E27FC236}">
                <a16:creationId xmlns:a16="http://schemas.microsoft.com/office/drawing/2014/main" id="{8487ED68-8FA9-4DBA-9C3E-3DE72F17F891}"/>
              </a:ext>
            </a:extLst>
          </p:cNvPr>
          <p:cNvSpPr/>
          <p:nvPr/>
        </p:nvSpPr>
        <p:spPr bwMode="auto">
          <a:xfrm>
            <a:off x="5074297" y="4102408"/>
            <a:ext cx="1075861"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a:solidFill>
                  <a:srgbClr val="000000"/>
                </a:solidFill>
                <a:latin typeface="Calibri" panose="020F0502020204030204" pitchFamily="34" charset="0"/>
                <a:cs typeface="Calibri" panose="020F0502020204030204" pitchFamily="34" charset="0"/>
              </a:rPr>
              <a:t>Ph III part (FSS-LSR)</a:t>
            </a:r>
          </a:p>
          <a:p>
            <a:pPr algn="ctr" defTabSz="914310">
              <a:defRPr/>
            </a:pPr>
            <a:r>
              <a:rPr lang="en-US" altLang="zh-CN" sz="700" b="1">
                <a:solidFill>
                  <a:srgbClr val="000000"/>
                </a:solidFill>
                <a:latin typeface="Calibri" panose="020F0502020204030204" pitchFamily="34" charset="0"/>
                <a:cs typeface="Calibri" panose="020F0502020204030204" pitchFamily="34" charset="0"/>
              </a:rPr>
              <a:t>~13m for recruitment  </a:t>
            </a:r>
          </a:p>
        </p:txBody>
      </p:sp>
      <p:sp>
        <p:nvSpPr>
          <p:cNvPr id="163" name="OTLSHAPE_T_e17f3958430f4cff8650518c93c7635e_StartDate">
            <a:extLst>
              <a:ext uri="{FF2B5EF4-FFF2-40B4-BE49-F238E27FC236}">
                <a16:creationId xmlns:a16="http://schemas.microsoft.com/office/drawing/2014/main" id="{30012855-EA40-4E94-98BE-5351051F24D2}"/>
              </a:ext>
            </a:extLst>
          </p:cNvPr>
          <p:cNvSpPr txBox="1"/>
          <p:nvPr>
            <p:custDataLst>
              <p:tags r:id="rId18"/>
            </p:custDataLst>
          </p:nvPr>
        </p:nvSpPr>
        <p:spPr>
          <a:xfrm>
            <a:off x="4590153" y="3999110"/>
            <a:ext cx="996928"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Mar 2026</a:t>
            </a:r>
            <a:endParaRPr lang="zh-CN" altLang="en-US" sz="600" b="1">
              <a:solidFill>
                <a:srgbClr val="44546A"/>
              </a:solidFill>
              <a:latin typeface="Calibri"/>
              <a:cs typeface="Calibri"/>
            </a:endParaRPr>
          </a:p>
        </p:txBody>
      </p:sp>
      <p:sp>
        <p:nvSpPr>
          <p:cNvPr id="165" name="OTLSHAPE_T_5a934a26f311425e8ebaa0f45e6533ad_Shape">
            <a:extLst>
              <a:ext uri="{FF2B5EF4-FFF2-40B4-BE49-F238E27FC236}">
                <a16:creationId xmlns:a16="http://schemas.microsoft.com/office/drawing/2014/main" id="{61D4A43C-523E-44F2-9269-D886B47619AB}"/>
              </a:ext>
            </a:extLst>
          </p:cNvPr>
          <p:cNvSpPr/>
          <p:nvPr/>
        </p:nvSpPr>
        <p:spPr bwMode="auto">
          <a:xfrm>
            <a:off x="6150154" y="4109084"/>
            <a:ext cx="1454532"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spc="-5">
                <a:solidFill>
                  <a:srgbClr val="000000"/>
                </a:solidFill>
                <a:latin typeface="Calibri" panose="020F0502020204030204" pitchFamily="34" charset="0"/>
                <a:ea typeface="等线" panose="02010600030101010101" pitchFamily="2" charset="-122"/>
              </a:rPr>
              <a:t>LSR-LSC </a:t>
            </a:r>
          </a:p>
        </p:txBody>
      </p:sp>
      <p:sp>
        <p:nvSpPr>
          <p:cNvPr id="167" name="Diamond 166">
            <a:extLst>
              <a:ext uri="{FF2B5EF4-FFF2-40B4-BE49-F238E27FC236}">
                <a16:creationId xmlns:a16="http://schemas.microsoft.com/office/drawing/2014/main" id="{DC81D82F-E072-4505-B0F4-E1C8DFB581DC}"/>
              </a:ext>
            </a:extLst>
          </p:cNvPr>
          <p:cNvSpPr/>
          <p:nvPr/>
        </p:nvSpPr>
        <p:spPr>
          <a:xfrm>
            <a:off x="6488598" y="4026670"/>
            <a:ext cx="45719" cy="6224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10">
              <a:defRPr/>
            </a:pPr>
            <a:endParaRPr lang="zh-CN" altLang="en-US">
              <a:solidFill>
                <a:srgbClr val="FFFFFF"/>
              </a:solidFill>
              <a:latin typeface="BISansCond"/>
            </a:endParaRPr>
          </a:p>
        </p:txBody>
      </p:sp>
      <p:sp>
        <p:nvSpPr>
          <p:cNvPr id="173" name="OTLSHAPE_T_e17f3958430f4cff8650518c93c7635e_StartDate">
            <a:extLst>
              <a:ext uri="{FF2B5EF4-FFF2-40B4-BE49-F238E27FC236}">
                <a16:creationId xmlns:a16="http://schemas.microsoft.com/office/drawing/2014/main" id="{85E02E15-15D6-4FB2-AD0A-19E9217D5129}"/>
              </a:ext>
            </a:extLst>
          </p:cNvPr>
          <p:cNvSpPr txBox="1"/>
          <p:nvPr>
            <p:custDataLst>
              <p:tags r:id="rId19"/>
            </p:custDataLst>
          </p:nvPr>
        </p:nvSpPr>
        <p:spPr>
          <a:xfrm>
            <a:off x="8129792" y="4726504"/>
            <a:ext cx="996928"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ea typeface="宋体" panose="02010600030101010101" pitchFamily="2" charset="-122"/>
              </a:rPr>
              <a:t>CN </a:t>
            </a:r>
            <a:r>
              <a:rPr lang="en-US" altLang="zh-CN" sz="600" b="1" err="1">
                <a:solidFill>
                  <a:srgbClr val="44546A"/>
                </a:solidFill>
                <a:latin typeface="Calibri" panose="020F0502020204030204" pitchFamily="34" charset="0"/>
                <a:ea typeface="宋体" panose="02010600030101010101" pitchFamily="2" charset="-122"/>
              </a:rPr>
              <a:t>sNDA</a:t>
            </a:r>
            <a:r>
              <a:rPr lang="en-US" altLang="zh-CN" sz="600" b="1">
                <a:solidFill>
                  <a:srgbClr val="44546A"/>
                </a:solidFill>
                <a:latin typeface="Calibri" panose="020F0502020204030204" pitchFamily="34" charset="0"/>
                <a:ea typeface="宋体" panose="02010600030101010101" pitchFamily="2" charset="-122"/>
              </a:rPr>
              <a:t> approval</a:t>
            </a:r>
          </a:p>
          <a:p>
            <a:pPr algn="ctr" defTabSz="914288">
              <a:defRPr/>
            </a:pPr>
            <a:r>
              <a:rPr lang="en-US" altLang="zh-CN" sz="600" b="1">
                <a:solidFill>
                  <a:srgbClr val="44546A"/>
                </a:solidFill>
                <a:latin typeface="Calibri" panose="020F0502020204030204" pitchFamily="34" charset="0"/>
                <a:ea typeface="宋体" panose="02010600030101010101" pitchFamily="2" charset="-122"/>
              </a:rPr>
              <a:t>Jul 2029</a:t>
            </a:r>
          </a:p>
        </p:txBody>
      </p:sp>
      <p:sp>
        <p:nvSpPr>
          <p:cNvPr id="175" name="OTLSHAPE_T_e17f3958430f4cff8650518c93c7635e_StartDate">
            <a:extLst>
              <a:ext uri="{FF2B5EF4-FFF2-40B4-BE49-F238E27FC236}">
                <a16:creationId xmlns:a16="http://schemas.microsoft.com/office/drawing/2014/main" id="{20F7A4BB-05E8-4B7E-A1AA-BB093CA783D0}"/>
              </a:ext>
            </a:extLst>
          </p:cNvPr>
          <p:cNvSpPr txBox="1"/>
          <p:nvPr>
            <p:custDataLst>
              <p:tags r:id="rId20"/>
            </p:custDataLst>
          </p:nvPr>
        </p:nvSpPr>
        <p:spPr>
          <a:xfrm>
            <a:off x="6827796" y="4726504"/>
            <a:ext cx="839447"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ea typeface="宋体" panose="02010600030101010101" pitchFamily="2" charset="-122"/>
              </a:rPr>
              <a:t>CN </a:t>
            </a:r>
            <a:r>
              <a:rPr lang="en-US" altLang="zh-CN" sz="600" b="1" err="1">
                <a:solidFill>
                  <a:srgbClr val="44546A"/>
                </a:solidFill>
                <a:latin typeface="Calibri" panose="020F0502020204030204" pitchFamily="34" charset="0"/>
                <a:ea typeface="宋体" panose="02010600030101010101" pitchFamily="2" charset="-122"/>
              </a:rPr>
              <a:t>sNDA</a:t>
            </a:r>
            <a:r>
              <a:rPr lang="en-US" altLang="zh-CN" sz="600" b="1">
                <a:solidFill>
                  <a:srgbClr val="44546A"/>
                </a:solidFill>
                <a:latin typeface="Calibri" panose="020F0502020204030204" pitchFamily="34" charset="0"/>
                <a:ea typeface="宋体" panose="02010600030101010101" pitchFamily="2" charset="-122"/>
              </a:rPr>
              <a:t> sub</a:t>
            </a:r>
          </a:p>
          <a:p>
            <a:pPr algn="ctr" defTabSz="914288">
              <a:defRPr/>
            </a:pPr>
            <a:r>
              <a:rPr lang="en-US" altLang="zh-CN" sz="600" b="1">
                <a:solidFill>
                  <a:srgbClr val="44546A"/>
                </a:solidFill>
                <a:latin typeface="Calibri" panose="020F0502020204030204" pitchFamily="34" charset="0"/>
                <a:ea typeface="宋体" panose="02010600030101010101" pitchFamily="2" charset="-122"/>
              </a:rPr>
              <a:t>Apr 2028 </a:t>
            </a:r>
          </a:p>
        </p:txBody>
      </p:sp>
      <p:pic>
        <p:nvPicPr>
          <p:cNvPr id="176" name="Graphic 175" descr="Flag with solid fill">
            <a:extLst>
              <a:ext uri="{FF2B5EF4-FFF2-40B4-BE49-F238E27FC236}">
                <a16:creationId xmlns:a16="http://schemas.microsoft.com/office/drawing/2014/main" id="{87B94F19-31D5-482E-82CA-76656F8C4A0E}"/>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8523192" y="4599370"/>
            <a:ext cx="139373" cy="139373"/>
          </a:xfrm>
          <a:prstGeom prst="rect">
            <a:avLst/>
          </a:prstGeom>
        </p:spPr>
      </p:pic>
      <p:sp>
        <p:nvSpPr>
          <p:cNvPr id="115" name="TextBox 114">
            <a:extLst>
              <a:ext uri="{FF2B5EF4-FFF2-40B4-BE49-F238E27FC236}">
                <a16:creationId xmlns:a16="http://schemas.microsoft.com/office/drawing/2014/main" id="{7CE6E2D2-4B7D-497A-A667-414B2C7DA7FC}"/>
              </a:ext>
            </a:extLst>
          </p:cNvPr>
          <p:cNvSpPr txBox="1"/>
          <p:nvPr/>
        </p:nvSpPr>
        <p:spPr>
          <a:xfrm>
            <a:off x="4010965" y="3952939"/>
            <a:ext cx="644264" cy="184666"/>
          </a:xfrm>
          <a:prstGeom prst="rect">
            <a:avLst/>
          </a:prstGeom>
          <a:noFill/>
        </p:spPr>
        <p:txBody>
          <a:bodyPr wrap="square">
            <a:spAutoFit/>
          </a:bodyPr>
          <a:lstStyle/>
          <a:p>
            <a:pPr algn="ctr" defTabSz="914288">
              <a:defRPr/>
            </a:pPr>
            <a:r>
              <a:rPr lang="en-US" altLang="zh-CN" sz="600" b="1">
                <a:solidFill>
                  <a:srgbClr val="44546A"/>
                </a:solidFill>
                <a:latin typeface="Calibri"/>
                <a:cs typeface="Calibri"/>
              </a:rPr>
              <a:t>Sep 2025</a:t>
            </a:r>
            <a:endParaRPr lang="zh-CN" altLang="en-US" sz="600" b="1">
              <a:solidFill>
                <a:srgbClr val="44546A"/>
              </a:solidFill>
              <a:latin typeface="Calibri"/>
              <a:cs typeface="Calibri"/>
            </a:endParaRPr>
          </a:p>
        </p:txBody>
      </p:sp>
      <p:sp>
        <p:nvSpPr>
          <p:cNvPr id="131" name="5-Point Star 5">
            <a:extLst>
              <a:ext uri="{FF2B5EF4-FFF2-40B4-BE49-F238E27FC236}">
                <a16:creationId xmlns:a16="http://schemas.microsoft.com/office/drawing/2014/main" id="{44FA75B7-C645-4646-A6BE-0F4BBD35B732}"/>
              </a:ext>
            </a:extLst>
          </p:cNvPr>
          <p:cNvSpPr/>
          <p:nvPr/>
        </p:nvSpPr>
        <p:spPr>
          <a:xfrm>
            <a:off x="7172038" y="4635234"/>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
        <p:nvSpPr>
          <p:cNvPr id="96" name="OTLSHAPE_T_5a934a26f311425e8ebaa0f45e6533ad_Shape">
            <a:extLst>
              <a:ext uri="{FF2B5EF4-FFF2-40B4-BE49-F238E27FC236}">
                <a16:creationId xmlns:a16="http://schemas.microsoft.com/office/drawing/2014/main" id="{ED87A000-06DD-4B55-9916-C6E503F833F7}"/>
              </a:ext>
            </a:extLst>
          </p:cNvPr>
          <p:cNvSpPr/>
          <p:nvPr/>
        </p:nvSpPr>
        <p:spPr bwMode="auto">
          <a:xfrm>
            <a:off x="1861127" y="3831676"/>
            <a:ext cx="414963" cy="192024"/>
          </a:xfrm>
          <a:prstGeom prst="roundRect">
            <a:avLst/>
          </a:prstGeom>
          <a:pattFill prst="wdUpDiag">
            <a:fgClr>
              <a:schemeClr val="accent6">
                <a:lumMod val="20000"/>
                <a:lumOff val="80000"/>
              </a:schemeClr>
            </a:fgClr>
            <a:bgClr>
              <a:schemeClr val="bg1"/>
            </a:bgClr>
          </a:pattFill>
          <a:ln w="9525" cap="flat" cmpd="sng" algn="ctr">
            <a:noFill/>
            <a:prstDash val="dash"/>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732">
              <a:defRPr/>
            </a:pPr>
            <a:endParaRPr lang="en-US" altLang="zh-CN" sz="600" b="1">
              <a:solidFill>
                <a:srgbClr val="000000"/>
              </a:solidFill>
              <a:latin typeface="Calibri" panose="020F0502020204030204" pitchFamily="34" charset="0"/>
              <a:ea typeface="宋体" panose="02010600030101010101" pitchFamily="2" charset="-122"/>
              <a:cs typeface="Calibri" panose="020F0502020204030204" pitchFamily="34" charset="0"/>
            </a:endParaRPr>
          </a:p>
        </p:txBody>
      </p:sp>
      <p:sp>
        <p:nvSpPr>
          <p:cNvPr id="134" name="TextBox 133">
            <a:extLst>
              <a:ext uri="{FF2B5EF4-FFF2-40B4-BE49-F238E27FC236}">
                <a16:creationId xmlns:a16="http://schemas.microsoft.com/office/drawing/2014/main" id="{844E600C-5D80-4D63-8BDB-B09FB6C40804}"/>
              </a:ext>
            </a:extLst>
          </p:cNvPr>
          <p:cNvSpPr txBox="1"/>
          <p:nvPr/>
        </p:nvSpPr>
        <p:spPr>
          <a:xfrm>
            <a:off x="2027893" y="2339531"/>
            <a:ext cx="442110" cy="334707"/>
          </a:xfrm>
          <a:prstGeom prst="rect">
            <a:avLst/>
          </a:prstGeom>
          <a:noFill/>
        </p:spPr>
        <p:txBody>
          <a:bodyPr wrap="square" rtlCol="0">
            <a:spAutoFit/>
          </a:bodyPr>
          <a:lstStyle/>
          <a:p>
            <a:pPr defTabSz="685732">
              <a:defRPr/>
            </a:pPr>
            <a:r>
              <a:rPr lang="en-US" altLang="zh-CN" sz="525">
                <a:solidFill>
                  <a:srgbClr val="336597"/>
                </a:solidFill>
                <a:latin typeface="BISansOpti"/>
              </a:rPr>
              <a:t>DMC review </a:t>
            </a:r>
          </a:p>
          <a:p>
            <a:pPr defTabSz="685732">
              <a:defRPr/>
            </a:pPr>
            <a:r>
              <a:rPr lang="en-US" altLang="zh-CN" sz="525">
                <a:solidFill>
                  <a:srgbClr val="336597"/>
                </a:solidFill>
                <a:latin typeface="BISansOpti"/>
              </a:rPr>
              <a:t>Nov</a:t>
            </a:r>
          </a:p>
        </p:txBody>
      </p:sp>
      <p:cxnSp>
        <p:nvCxnSpPr>
          <p:cNvPr id="140" name="Connector: Elbow 139">
            <a:extLst>
              <a:ext uri="{FF2B5EF4-FFF2-40B4-BE49-F238E27FC236}">
                <a16:creationId xmlns:a16="http://schemas.microsoft.com/office/drawing/2014/main" id="{CEB0F669-AF3D-4F9A-BE3C-F598BA2A4693}"/>
              </a:ext>
            </a:extLst>
          </p:cNvPr>
          <p:cNvCxnSpPr>
            <a:cxnSpLocks/>
          </p:cNvCxnSpPr>
          <p:nvPr/>
        </p:nvCxnSpPr>
        <p:spPr>
          <a:xfrm rot="16200000" flipH="1">
            <a:off x="1558125" y="3197346"/>
            <a:ext cx="1283760" cy="134332"/>
          </a:xfrm>
          <a:prstGeom prst="bentConnector3">
            <a:avLst/>
          </a:prstGeom>
          <a:ln w="12700">
            <a:solidFill>
              <a:schemeClr val="bg1">
                <a:lumMod val="65000"/>
              </a:schemeClr>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41" name="OTLSHAPE_T_e17f3958430f4cff8650518c93c7635e_StartDate">
            <a:extLst>
              <a:ext uri="{FF2B5EF4-FFF2-40B4-BE49-F238E27FC236}">
                <a16:creationId xmlns:a16="http://schemas.microsoft.com/office/drawing/2014/main" id="{66482608-BF71-4981-A5BD-741F2E306ED4}"/>
              </a:ext>
            </a:extLst>
          </p:cNvPr>
          <p:cNvSpPr txBox="1"/>
          <p:nvPr>
            <p:custDataLst>
              <p:tags r:id="rId21"/>
            </p:custDataLst>
          </p:nvPr>
        </p:nvSpPr>
        <p:spPr>
          <a:xfrm>
            <a:off x="1966148" y="3719796"/>
            <a:ext cx="877257"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00" b="1" i="0" u="none" strike="noStrike" cap="none" spc="0" normalizeH="0" baseline="0">
                <a:ln>
                  <a:noFill/>
                </a:ln>
                <a:solidFill>
                  <a:srgbClr val="44546A"/>
                </a:solidFill>
                <a:effectLst/>
                <a:uLnTx/>
                <a:uFillTx/>
                <a:latin typeface="Calibri" panose="020F0502020204030204" pitchFamily="34" charset="0"/>
              </a:defRPr>
            </a:lvl1pPr>
          </a:lstStyle>
          <a:p>
            <a:pPr defTabSz="914310">
              <a:defRPr/>
            </a:pPr>
            <a:r>
              <a:rPr lang="en-US" altLang="zh-CN" sz="600">
                <a:solidFill>
                  <a:srgbClr val="00E47C"/>
                </a:solidFill>
              </a:rPr>
              <a:t>21Dec 2023</a:t>
            </a:r>
            <a:endParaRPr lang="zh-CN" altLang="en-US" sz="600">
              <a:solidFill>
                <a:srgbClr val="00E47C"/>
              </a:solidFill>
            </a:endParaRPr>
          </a:p>
        </p:txBody>
      </p:sp>
      <p:sp>
        <p:nvSpPr>
          <p:cNvPr id="126" name="Rectangle: Rounded Corners 125">
            <a:extLst>
              <a:ext uri="{FF2B5EF4-FFF2-40B4-BE49-F238E27FC236}">
                <a16:creationId xmlns:a16="http://schemas.microsoft.com/office/drawing/2014/main" id="{6A146A9F-3077-48E6-AD05-74AFFA257DC1}"/>
              </a:ext>
            </a:extLst>
          </p:cNvPr>
          <p:cNvSpPr/>
          <p:nvPr/>
        </p:nvSpPr>
        <p:spPr>
          <a:xfrm>
            <a:off x="4936801" y="1215244"/>
            <a:ext cx="3629665" cy="687218"/>
          </a:xfrm>
          <a:prstGeom prst="roundRect">
            <a:avLst>
              <a:gd name="adj" fmla="val 8578"/>
            </a:avLst>
          </a:prstGeom>
          <a:solidFill>
            <a:schemeClr val="bg1"/>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0180" indent="-170180" defTabSz="914288">
              <a:buFont typeface="Arial" panose="020B0604020202020204" pitchFamily="34" charset="0"/>
              <a:buChar char="•"/>
              <a:defRPr/>
            </a:pPr>
            <a:r>
              <a:rPr lang="en-US" altLang="zh-CN" sz="750">
                <a:solidFill>
                  <a:srgbClr val="000000"/>
                </a:solidFill>
                <a:latin typeface="BISans"/>
              </a:rPr>
              <a:t>248 patients screened, </a:t>
            </a:r>
            <a:r>
              <a:rPr lang="en-US" altLang="zh-CN" sz="750" b="1">
                <a:solidFill>
                  <a:srgbClr val="000000"/>
                </a:solidFill>
                <a:latin typeface="BISans"/>
              </a:rPr>
              <a:t>164 </a:t>
            </a:r>
            <a:r>
              <a:rPr lang="en-US" altLang="zh-CN" sz="750">
                <a:solidFill>
                  <a:srgbClr val="000000"/>
                </a:solidFill>
                <a:latin typeface="BISans"/>
              </a:rPr>
              <a:t> patients randomized as of 24Apr.​</a:t>
            </a:r>
            <a:endParaRPr lang="zh-CN" altLang="en-US" sz="750"/>
          </a:p>
          <a:p>
            <a:pPr marL="170180" indent="-170180" defTabSz="914288">
              <a:buFont typeface="Arial" panose="020B0604020202020204" pitchFamily="34" charset="0"/>
              <a:buChar char="•"/>
              <a:defRPr/>
            </a:pPr>
            <a:r>
              <a:rPr lang="en-US" altLang="zh-CN" sz="750">
                <a:solidFill>
                  <a:srgbClr val="000000"/>
                </a:solidFill>
                <a:latin typeface="BISans"/>
              </a:rPr>
              <a:t>Ph2 recruitment timeline and key milestones updated with 3-month acceleration</a:t>
            </a:r>
          </a:p>
          <a:p>
            <a:pPr marL="170180" indent="-170180" defTabSz="914288">
              <a:buFont typeface="Arial" panose="020B0604020202020204" pitchFamily="34" charset="0"/>
              <a:buChar char="•"/>
              <a:defRPr/>
            </a:pPr>
            <a:r>
              <a:rPr lang="en-US" altLang="zh-CN" sz="750" b="1">
                <a:solidFill>
                  <a:srgbClr val="000000"/>
                </a:solidFill>
                <a:latin typeface="BISans"/>
              </a:rPr>
              <a:t>EoP2 HAI planned in Jan. 2025. </a:t>
            </a:r>
            <a:r>
              <a:rPr lang="en-US" altLang="zh-CN" sz="750">
                <a:solidFill>
                  <a:srgbClr val="000000"/>
                </a:solidFill>
                <a:latin typeface="BISans"/>
              </a:rPr>
              <a:t>Detailed timeline and core BB including question list are under discussion</a:t>
            </a:r>
            <a:endParaRPr lang="en-US" altLang="zh-CN" sz="750">
              <a:solidFill>
                <a:srgbClr val="000000"/>
              </a:solidFill>
              <a:latin typeface="BISans" panose="02000503040000020004" pitchFamily="2" charset="0"/>
            </a:endParaRPr>
          </a:p>
        </p:txBody>
      </p:sp>
      <p:sp>
        <p:nvSpPr>
          <p:cNvPr id="16" name="TextBox 15">
            <a:extLst>
              <a:ext uri="{FF2B5EF4-FFF2-40B4-BE49-F238E27FC236}">
                <a16:creationId xmlns:a16="http://schemas.microsoft.com/office/drawing/2014/main" id="{DBAA8FD4-663C-31F6-83A8-CAAEB82B58DD}"/>
              </a:ext>
            </a:extLst>
          </p:cNvPr>
          <p:cNvSpPr txBox="1"/>
          <p:nvPr/>
        </p:nvSpPr>
        <p:spPr>
          <a:xfrm>
            <a:off x="291" y="2992871"/>
            <a:ext cx="583307" cy="215444"/>
          </a:xfrm>
          <a:prstGeom prst="rect">
            <a:avLst/>
          </a:prstGeom>
          <a:noFill/>
          <a:ln>
            <a:solidFill>
              <a:srgbClr val="0070C0"/>
            </a:solidFill>
          </a:ln>
        </p:spPr>
        <p:txBody>
          <a:bodyPr wrap="square" lIns="0" tIns="0" rIns="0" bIns="0" rtlCol="0">
            <a:spAutoFit/>
          </a:bodyPr>
          <a:lstStyle/>
          <a:p>
            <a:pPr algn="ctr" defTabSz="914310">
              <a:defRPr/>
            </a:pPr>
            <a:r>
              <a:rPr lang="en-US" altLang="zh-CN" sz="700">
                <a:solidFill>
                  <a:srgbClr val="0066CC"/>
                </a:solidFill>
                <a:latin typeface="Calibri" panose="020F0502020204030204" pitchFamily="34" charset="0"/>
                <a:cs typeface="Calibri" panose="020F0502020204030204" pitchFamily="34" charset="0"/>
              </a:rPr>
              <a:t>Ph2b/3 OLE-</a:t>
            </a:r>
          </a:p>
          <a:p>
            <a:pPr algn="ctr" defTabSz="914310">
              <a:defRPr/>
            </a:pPr>
            <a:r>
              <a:rPr lang="en-US" sz="700">
                <a:solidFill>
                  <a:srgbClr val="0066CC"/>
                </a:solidFill>
                <a:latin typeface="Calibri" panose="020F0502020204030204" pitchFamily="34" charset="0"/>
                <a:cs typeface="Calibri" panose="020F0502020204030204" pitchFamily="34" charset="0"/>
              </a:rPr>
              <a:t>1368.0130</a:t>
            </a:r>
          </a:p>
        </p:txBody>
      </p:sp>
      <p:sp>
        <p:nvSpPr>
          <p:cNvPr id="20" name="OTLSHAPE_T_5a934a26f311425e8ebaa0f45e6533ad_Shape">
            <a:extLst>
              <a:ext uri="{FF2B5EF4-FFF2-40B4-BE49-F238E27FC236}">
                <a16:creationId xmlns:a16="http://schemas.microsoft.com/office/drawing/2014/main" id="{AAB77772-FBC3-9D8C-F100-BA081EE8D14C}"/>
              </a:ext>
            </a:extLst>
          </p:cNvPr>
          <p:cNvSpPr/>
          <p:nvPr/>
        </p:nvSpPr>
        <p:spPr bwMode="auto">
          <a:xfrm>
            <a:off x="2652477" y="3040149"/>
            <a:ext cx="5899668"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a:solidFill>
                  <a:srgbClr val="000000"/>
                </a:solidFill>
                <a:latin typeface="Calibri" panose="020F0502020204030204" pitchFamily="34" charset="0"/>
                <a:cs typeface="Calibri" panose="020F0502020204030204" pitchFamily="34" charset="0"/>
              </a:rPr>
              <a:t>Ph2b/3 OLE FSS-key results</a:t>
            </a:r>
          </a:p>
        </p:txBody>
      </p:sp>
      <p:sp>
        <p:nvSpPr>
          <p:cNvPr id="23" name="OTLSHAPE_T_e17f3958430f4cff8650518c93c7635e_StartDate">
            <a:extLst>
              <a:ext uri="{FF2B5EF4-FFF2-40B4-BE49-F238E27FC236}">
                <a16:creationId xmlns:a16="http://schemas.microsoft.com/office/drawing/2014/main" id="{E07CB76D-5632-93A9-7C3A-1ABBC1DF55DA}"/>
              </a:ext>
            </a:extLst>
          </p:cNvPr>
          <p:cNvSpPr txBox="1"/>
          <p:nvPr>
            <p:custDataLst>
              <p:tags r:id="rId22"/>
            </p:custDataLst>
          </p:nvPr>
        </p:nvSpPr>
        <p:spPr>
          <a:xfrm>
            <a:off x="2021244" y="2928908"/>
            <a:ext cx="996928"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Apr 2024</a:t>
            </a:r>
            <a:endParaRPr lang="zh-CN" altLang="en-US" sz="600"/>
          </a:p>
        </p:txBody>
      </p:sp>
      <p:sp>
        <p:nvSpPr>
          <p:cNvPr id="24" name="OTLSHAPE_T_e17f3958430f4cff8650518c93c7635e_StartDate">
            <a:extLst>
              <a:ext uri="{FF2B5EF4-FFF2-40B4-BE49-F238E27FC236}">
                <a16:creationId xmlns:a16="http://schemas.microsoft.com/office/drawing/2014/main" id="{41537FA2-A1DC-86F9-767C-238C5C618D0F}"/>
              </a:ext>
            </a:extLst>
          </p:cNvPr>
          <p:cNvSpPr txBox="1"/>
          <p:nvPr>
            <p:custDataLst>
              <p:tags r:id="rId23"/>
            </p:custDataLst>
          </p:nvPr>
        </p:nvSpPr>
        <p:spPr>
          <a:xfrm>
            <a:off x="8050260" y="2928908"/>
            <a:ext cx="996928"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600"/>
              <a:t>Jul 2029</a:t>
            </a:r>
            <a:endParaRPr lang="zh-CN" altLang="en-US" sz="600"/>
          </a:p>
        </p:txBody>
      </p:sp>
      <p:sp>
        <p:nvSpPr>
          <p:cNvPr id="25" name="Rectangle 24">
            <a:extLst>
              <a:ext uri="{FF2B5EF4-FFF2-40B4-BE49-F238E27FC236}">
                <a16:creationId xmlns:a16="http://schemas.microsoft.com/office/drawing/2014/main" id="{434798ED-36B2-ECD3-6523-3DEE746FF3B2}"/>
              </a:ext>
            </a:extLst>
          </p:cNvPr>
          <p:cNvSpPr/>
          <p:nvPr/>
        </p:nvSpPr>
        <p:spPr>
          <a:xfrm>
            <a:off x="2014254" y="4081622"/>
            <a:ext cx="601447"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1st SIV</a:t>
            </a:r>
            <a:endParaRPr lang="zh-CN" altLang="en-US" sz="600" b="1">
              <a:solidFill>
                <a:srgbClr val="44546A"/>
              </a:solidFill>
              <a:latin typeface="Calibri"/>
              <a:cs typeface="Calibri"/>
            </a:endParaRPr>
          </a:p>
        </p:txBody>
      </p:sp>
      <p:sp>
        <p:nvSpPr>
          <p:cNvPr id="26" name="TextBox 25">
            <a:extLst>
              <a:ext uri="{FF2B5EF4-FFF2-40B4-BE49-F238E27FC236}">
                <a16:creationId xmlns:a16="http://schemas.microsoft.com/office/drawing/2014/main" id="{75E41D0B-50B1-4BA7-B490-8BBC3EB3B449}"/>
              </a:ext>
            </a:extLst>
          </p:cNvPr>
          <p:cNvSpPr txBox="1"/>
          <p:nvPr/>
        </p:nvSpPr>
        <p:spPr>
          <a:xfrm>
            <a:off x="14933" y="3818105"/>
            <a:ext cx="583725" cy="323165"/>
          </a:xfrm>
          <a:prstGeom prst="rect">
            <a:avLst/>
          </a:prstGeom>
          <a:noFill/>
          <a:ln>
            <a:solidFill>
              <a:srgbClr val="0070C0"/>
            </a:solidFill>
          </a:ln>
        </p:spPr>
        <p:txBody>
          <a:bodyPr wrap="square" lIns="0" tIns="0" rIns="0" bIns="0" rtlCol="0">
            <a:spAutoFit/>
          </a:bodyPr>
          <a:lstStyle/>
          <a:p>
            <a:pPr algn="ctr" defTabSz="914310">
              <a:defRPr/>
            </a:pPr>
            <a:r>
              <a:rPr lang="en-US" altLang="zh-CN" sz="700">
                <a:solidFill>
                  <a:srgbClr val="0066CC"/>
                </a:solidFill>
                <a:latin typeface="Calibri" panose="020F0502020204030204" pitchFamily="34" charset="0"/>
                <a:cs typeface="Calibri" panose="020F0502020204030204" pitchFamily="34" charset="0"/>
              </a:rPr>
              <a:t>Ph2b/3 Lunsayil-1 -</a:t>
            </a:r>
          </a:p>
          <a:p>
            <a:pPr algn="ctr" defTabSz="914310">
              <a:defRPr/>
            </a:pPr>
            <a:r>
              <a:rPr lang="en-US" sz="700">
                <a:solidFill>
                  <a:srgbClr val="0066CC"/>
                </a:solidFill>
                <a:latin typeface="Calibri" panose="020F0502020204030204" pitchFamily="34" charset="0"/>
                <a:cs typeface="Calibri" panose="020F0502020204030204" pitchFamily="34" charset="0"/>
              </a:rPr>
              <a:t>1368.98</a:t>
            </a:r>
          </a:p>
        </p:txBody>
      </p:sp>
      <p:sp>
        <p:nvSpPr>
          <p:cNvPr id="28" name="TextBox 27">
            <a:extLst>
              <a:ext uri="{FF2B5EF4-FFF2-40B4-BE49-F238E27FC236}">
                <a16:creationId xmlns:a16="http://schemas.microsoft.com/office/drawing/2014/main" id="{49A2C25F-7E7A-FDD9-ECD6-0A98205F4FBB}"/>
              </a:ext>
            </a:extLst>
          </p:cNvPr>
          <p:cNvSpPr txBox="1"/>
          <p:nvPr/>
        </p:nvSpPr>
        <p:spPr>
          <a:xfrm>
            <a:off x="7316" y="4244852"/>
            <a:ext cx="583307" cy="215444"/>
          </a:xfrm>
          <a:prstGeom prst="rect">
            <a:avLst/>
          </a:prstGeom>
          <a:noFill/>
          <a:ln>
            <a:solidFill>
              <a:srgbClr val="0070C0"/>
            </a:solidFill>
          </a:ln>
        </p:spPr>
        <p:txBody>
          <a:bodyPr wrap="square" lIns="0" tIns="0" rIns="0" bIns="0" rtlCol="0">
            <a:spAutoFit/>
          </a:bodyPr>
          <a:lstStyle/>
          <a:p>
            <a:pPr algn="ctr" defTabSz="914310">
              <a:defRPr/>
            </a:pPr>
            <a:r>
              <a:rPr lang="en-US" altLang="zh-CN" sz="700">
                <a:solidFill>
                  <a:srgbClr val="0066CC"/>
                </a:solidFill>
                <a:latin typeface="Calibri" panose="020F0502020204030204" pitchFamily="34" charset="0"/>
                <a:cs typeface="Calibri" panose="020F0502020204030204" pitchFamily="34" charset="0"/>
              </a:rPr>
              <a:t>Ph2b/3 OLE-</a:t>
            </a:r>
          </a:p>
          <a:p>
            <a:pPr algn="ctr" defTabSz="914310">
              <a:defRPr/>
            </a:pPr>
            <a:r>
              <a:rPr lang="en-US" sz="700">
                <a:solidFill>
                  <a:srgbClr val="0066CC"/>
                </a:solidFill>
                <a:latin typeface="Calibri" panose="020F0502020204030204" pitchFamily="34" charset="0"/>
                <a:cs typeface="Calibri" panose="020F0502020204030204" pitchFamily="34" charset="0"/>
              </a:rPr>
              <a:t>1368.0130</a:t>
            </a:r>
          </a:p>
        </p:txBody>
      </p:sp>
      <p:sp>
        <p:nvSpPr>
          <p:cNvPr id="29" name="OTLSHAPE_T_5a934a26f311425e8ebaa0f45e6533ad_Shape">
            <a:extLst>
              <a:ext uri="{FF2B5EF4-FFF2-40B4-BE49-F238E27FC236}">
                <a16:creationId xmlns:a16="http://schemas.microsoft.com/office/drawing/2014/main" id="{DCAF750E-08FE-48F1-6D4F-DC26C9438868}"/>
              </a:ext>
            </a:extLst>
          </p:cNvPr>
          <p:cNvSpPr/>
          <p:nvPr/>
        </p:nvSpPr>
        <p:spPr bwMode="auto">
          <a:xfrm>
            <a:off x="3257251" y="4391918"/>
            <a:ext cx="5312635"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10">
              <a:defRPr/>
            </a:pPr>
            <a:r>
              <a:rPr lang="en-US" altLang="zh-CN" sz="700" b="1">
                <a:solidFill>
                  <a:srgbClr val="000000"/>
                </a:solidFill>
                <a:latin typeface="Calibri" panose="020F0502020204030204" pitchFamily="34" charset="0"/>
                <a:cs typeface="Calibri" panose="020F0502020204030204" pitchFamily="34" charset="0"/>
              </a:rPr>
              <a:t>Ph2b/3 OLE FSS-key results</a:t>
            </a:r>
          </a:p>
        </p:txBody>
      </p:sp>
      <p:sp>
        <p:nvSpPr>
          <p:cNvPr id="31" name="OTLSHAPE_T_e17f3958430f4cff8650518c93c7635e_StartDate">
            <a:extLst>
              <a:ext uri="{FF2B5EF4-FFF2-40B4-BE49-F238E27FC236}">
                <a16:creationId xmlns:a16="http://schemas.microsoft.com/office/drawing/2014/main" id="{1D09197F-F4C9-96CB-BBC8-DBC25AD2FCA0}"/>
              </a:ext>
            </a:extLst>
          </p:cNvPr>
          <p:cNvSpPr txBox="1"/>
          <p:nvPr>
            <p:custDataLst>
              <p:tags r:id="rId24"/>
            </p:custDataLst>
          </p:nvPr>
        </p:nvSpPr>
        <p:spPr>
          <a:xfrm>
            <a:off x="8067999" y="4272979"/>
            <a:ext cx="996928" cy="10772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700"/>
              <a:t>Jul 2029</a:t>
            </a:r>
            <a:endParaRPr lang="zh-CN" altLang="en-US" sz="700"/>
          </a:p>
        </p:txBody>
      </p:sp>
      <p:sp>
        <p:nvSpPr>
          <p:cNvPr id="32" name="OTLSHAPE_T_e17f3958430f4cff8650518c93c7635e_StartDate">
            <a:extLst>
              <a:ext uri="{FF2B5EF4-FFF2-40B4-BE49-F238E27FC236}">
                <a16:creationId xmlns:a16="http://schemas.microsoft.com/office/drawing/2014/main" id="{4DC5EABD-8F35-FC8C-285C-B348624300E8}"/>
              </a:ext>
            </a:extLst>
          </p:cNvPr>
          <p:cNvSpPr txBox="1"/>
          <p:nvPr>
            <p:custDataLst>
              <p:tags r:id="rId25"/>
            </p:custDataLst>
          </p:nvPr>
        </p:nvSpPr>
        <p:spPr>
          <a:xfrm>
            <a:off x="2786868" y="4266822"/>
            <a:ext cx="996928" cy="10772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10">
              <a:defRPr/>
            </a:pPr>
            <a:r>
              <a:rPr lang="en-US" altLang="zh-CN" sz="700"/>
              <a:t>TBD</a:t>
            </a:r>
            <a:endParaRPr lang="zh-CN" altLang="en-US" sz="700"/>
          </a:p>
        </p:txBody>
      </p:sp>
      <p:sp>
        <p:nvSpPr>
          <p:cNvPr id="33" name="OTLSHAPE_T_e17f3958430f4cff8650518c93c7635e_StartDate">
            <a:extLst>
              <a:ext uri="{FF2B5EF4-FFF2-40B4-BE49-F238E27FC236}">
                <a16:creationId xmlns:a16="http://schemas.microsoft.com/office/drawing/2014/main" id="{854172C0-9620-3301-AC77-CEF76E85C00B}"/>
              </a:ext>
            </a:extLst>
          </p:cNvPr>
          <p:cNvSpPr txBox="1"/>
          <p:nvPr>
            <p:custDataLst>
              <p:tags r:id="rId26"/>
            </p:custDataLst>
          </p:nvPr>
        </p:nvSpPr>
        <p:spPr>
          <a:xfrm>
            <a:off x="1899453" y="4367966"/>
            <a:ext cx="610332"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CTA </a:t>
            </a:r>
          </a:p>
          <a:p>
            <a:pPr algn="ctr" defTabSz="914288">
              <a:defRPr/>
            </a:pPr>
            <a:r>
              <a:rPr lang="en-US" altLang="zh-CN" sz="600" b="1">
                <a:solidFill>
                  <a:srgbClr val="44546A"/>
                </a:solidFill>
                <a:latin typeface="Calibri"/>
                <a:cs typeface="Calibri"/>
              </a:rPr>
              <a:t>Dec 2024</a:t>
            </a:r>
            <a:endParaRPr lang="zh-CN" altLang="en-US" sz="600" b="1">
              <a:solidFill>
                <a:srgbClr val="44546A"/>
              </a:solidFill>
              <a:latin typeface="Calibri"/>
              <a:cs typeface="Calibri"/>
            </a:endParaRPr>
          </a:p>
        </p:txBody>
      </p:sp>
      <p:sp>
        <p:nvSpPr>
          <p:cNvPr id="34" name="Star: 4 Points 143">
            <a:extLst>
              <a:ext uri="{FF2B5EF4-FFF2-40B4-BE49-F238E27FC236}">
                <a16:creationId xmlns:a16="http://schemas.microsoft.com/office/drawing/2014/main" id="{E03C5484-1CEE-0104-4B56-F111C9DC7378}"/>
              </a:ext>
            </a:extLst>
          </p:cNvPr>
          <p:cNvSpPr/>
          <p:nvPr/>
        </p:nvSpPr>
        <p:spPr bwMode="auto">
          <a:xfrm>
            <a:off x="2135530" y="4221316"/>
            <a:ext cx="138182" cy="13903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32" eaLnBrk="0" fontAlgn="base" hangingPunct="0">
              <a:spcBef>
                <a:spcPct val="0"/>
              </a:spcBef>
              <a:spcAft>
                <a:spcPct val="0"/>
              </a:spcAft>
              <a:defRPr/>
            </a:pPr>
            <a:endParaRPr lang="zh-CN" altLang="en-US">
              <a:solidFill>
                <a:srgbClr val="000000"/>
              </a:solidFill>
              <a:latin typeface="Verdana" charset="0"/>
            </a:endParaRPr>
          </a:p>
        </p:txBody>
      </p:sp>
      <p:sp>
        <p:nvSpPr>
          <p:cNvPr id="5" name="OTLSHAPE_T_e17f3958430f4cff8650518c93c7635e_StartDate">
            <a:extLst>
              <a:ext uri="{FF2B5EF4-FFF2-40B4-BE49-F238E27FC236}">
                <a16:creationId xmlns:a16="http://schemas.microsoft.com/office/drawing/2014/main" id="{B12C3E50-AF1B-5589-42A9-2ED19A67DC0D}"/>
              </a:ext>
            </a:extLst>
          </p:cNvPr>
          <p:cNvSpPr txBox="1"/>
          <p:nvPr>
            <p:custDataLst>
              <p:tags r:id="rId27"/>
            </p:custDataLst>
          </p:nvPr>
        </p:nvSpPr>
        <p:spPr>
          <a:xfrm>
            <a:off x="2928442" y="4136153"/>
            <a:ext cx="831846"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a:cs typeface="Calibri"/>
              </a:rPr>
              <a:t>EoP2 Meeting Jan 2025</a:t>
            </a:r>
            <a:endParaRPr lang="zh-CN" altLang="en-US" sz="600" b="1">
              <a:solidFill>
                <a:srgbClr val="44546A"/>
              </a:solidFill>
              <a:latin typeface="Calibri"/>
              <a:cs typeface="Calibri"/>
            </a:endParaRPr>
          </a:p>
        </p:txBody>
      </p:sp>
      <p:sp>
        <p:nvSpPr>
          <p:cNvPr id="7" name="5-Point Star 5">
            <a:extLst>
              <a:ext uri="{FF2B5EF4-FFF2-40B4-BE49-F238E27FC236}">
                <a16:creationId xmlns:a16="http://schemas.microsoft.com/office/drawing/2014/main" id="{786FE941-6D20-E9AA-1917-06B8343B1BCA}"/>
              </a:ext>
            </a:extLst>
          </p:cNvPr>
          <p:cNvSpPr/>
          <p:nvPr/>
        </p:nvSpPr>
        <p:spPr>
          <a:xfrm>
            <a:off x="3309159" y="3996706"/>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Opti"/>
            </a:endParaRPr>
          </a:p>
        </p:txBody>
      </p:sp>
    </p:spTree>
    <p:extLst>
      <p:ext uri="{BB962C8B-B14F-4D97-AF65-F5344CB8AC3E}">
        <p14:creationId xmlns:p14="http://schemas.microsoft.com/office/powerpoint/2010/main" val="38122527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5C2EB7C-0FCC-F60F-54FB-560ADAB5EEA4}"/>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tLang="zh-CN" sz="1350"/>
              <a:t>1368-0098 HS Global recruitment information- 24Apr2024</a:t>
            </a:r>
            <a:endParaRPr lang="zh-CN" altLang="en-US" sz="1463"/>
          </a:p>
        </p:txBody>
      </p:sp>
      <p:sp>
        <p:nvSpPr>
          <p:cNvPr id="3" name="灯片编号占位符 2">
            <a:extLst>
              <a:ext uri="{FF2B5EF4-FFF2-40B4-BE49-F238E27FC236}">
                <a16:creationId xmlns:a16="http://schemas.microsoft.com/office/drawing/2014/main" id="{B42FD9AB-C726-51EE-9794-3768AA56396A}"/>
              </a:ext>
            </a:extLst>
          </p:cNvPr>
          <p:cNvSpPr>
            <a:spLocks noGrp="1"/>
          </p:cNvSpPr>
          <p:nvPr>
            <p:ph type="sldNum" sz="quarter" idx="20"/>
          </p:nvPr>
        </p:nvSpPr>
        <p:spPr/>
        <p:txBody>
          <a:bodyPr/>
          <a:lstStyle>
            <a:defPPr>
              <a:defRPr lang="de-DE"/>
            </a:defPPr>
            <a:lvl1pPr marL="0" algn="l" defTabSz="1219109" rtl="0" eaLnBrk="1" latinLnBrk="0" hangingPunct="1">
              <a:defRPr sz="2400" kern="1200">
                <a:solidFill>
                  <a:schemeClr val="tx1"/>
                </a:solidFill>
                <a:latin typeface="+mn-lt"/>
                <a:ea typeface="+mn-ea"/>
                <a:cs typeface="+mn-cs"/>
              </a:defRPr>
            </a:lvl1pPr>
            <a:lvl2pPr marL="609555" algn="l" defTabSz="1219109" rtl="0" eaLnBrk="1" latinLnBrk="0" hangingPunct="1">
              <a:defRPr sz="2400" kern="1200">
                <a:solidFill>
                  <a:schemeClr val="tx1"/>
                </a:solidFill>
                <a:latin typeface="+mn-lt"/>
                <a:ea typeface="+mn-ea"/>
                <a:cs typeface="+mn-cs"/>
              </a:defRPr>
            </a:lvl2pPr>
            <a:lvl3pPr marL="1219109" algn="l" defTabSz="1219109" rtl="0" eaLnBrk="1" latinLnBrk="0" hangingPunct="1">
              <a:defRPr sz="2400" kern="1200">
                <a:solidFill>
                  <a:schemeClr val="tx1"/>
                </a:solidFill>
                <a:latin typeface="+mn-lt"/>
                <a:ea typeface="+mn-ea"/>
                <a:cs typeface="+mn-cs"/>
              </a:defRPr>
            </a:lvl3pPr>
            <a:lvl4pPr marL="1828664" algn="l" defTabSz="1219109" rtl="0" eaLnBrk="1" latinLnBrk="0" hangingPunct="1">
              <a:defRPr sz="2400" kern="1200">
                <a:solidFill>
                  <a:schemeClr val="tx1"/>
                </a:solidFill>
                <a:latin typeface="+mn-lt"/>
                <a:ea typeface="+mn-ea"/>
                <a:cs typeface="+mn-cs"/>
              </a:defRPr>
            </a:lvl4pPr>
            <a:lvl5pPr marL="2438217" algn="l" defTabSz="1219109" rtl="0" eaLnBrk="1" latinLnBrk="0" hangingPunct="1">
              <a:defRPr sz="2400" kern="1200">
                <a:solidFill>
                  <a:schemeClr val="tx1"/>
                </a:solidFill>
                <a:latin typeface="+mn-lt"/>
                <a:ea typeface="+mn-ea"/>
                <a:cs typeface="+mn-cs"/>
              </a:defRPr>
            </a:lvl5pPr>
            <a:lvl6pPr marL="3047772" algn="l" defTabSz="1219109" rtl="0" eaLnBrk="1" latinLnBrk="0" hangingPunct="1">
              <a:defRPr sz="2400" kern="1200">
                <a:solidFill>
                  <a:schemeClr val="tx1"/>
                </a:solidFill>
                <a:latin typeface="+mn-lt"/>
                <a:ea typeface="+mn-ea"/>
                <a:cs typeface="+mn-cs"/>
              </a:defRPr>
            </a:lvl6pPr>
            <a:lvl7pPr marL="3657326" algn="l" defTabSz="1219109" rtl="0" eaLnBrk="1" latinLnBrk="0" hangingPunct="1">
              <a:defRPr sz="2400" kern="1200">
                <a:solidFill>
                  <a:schemeClr val="tx1"/>
                </a:solidFill>
                <a:latin typeface="+mn-lt"/>
                <a:ea typeface="+mn-ea"/>
                <a:cs typeface="+mn-cs"/>
              </a:defRPr>
            </a:lvl7pPr>
            <a:lvl8pPr marL="4266879" algn="l" defTabSz="1219109" rtl="0" eaLnBrk="1" latinLnBrk="0" hangingPunct="1">
              <a:defRPr sz="2400" kern="1200">
                <a:solidFill>
                  <a:schemeClr val="tx1"/>
                </a:solidFill>
                <a:latin typeface="+mn-lt"/>
                <a:ea typeface="+mn-ea"/>
                <a:cs typeface="+mn-cs"/>
              </a:defRPr>
            </a:lvl8pPr>
            <a:lvl9pPr marL="4876434" algn="l" defTabSz="1219109" rtl="0" eaLnBrk="1" latinLnBrk="0" hangingPunct="1">
              <a:defRPr sz="2400" kern="1200">
                <a:solidFill>
                  <a:schemeClr val="tx1"/>
                </a:solidFill>
                <a:latin typeface="+mn-lt"/>
                <a:ea typeface="+mn-ea"/>
                <a:cs typeface="+mn-cs"/>
              </a:defRPr>
            </a:lvl9pPr>
          </a:lstStyle>
          <a:p>
            <a:pPr defTabSz="742856">
              <a:defRPr/>
            </a:pPr>
            <a:fld id="{143B55C4-4F5A-416B-997D-6CE47EB0A945}" type="slidenum">
              <a:rPr lang="en-GB" sz="609">
                <a:solidFill>
                  <a:srgbClr val="FFFFFF">
                    <a:lumMod val="50000"/>
                  </a:srgbClr>
                </a:solidFill>
                <a:latin typeface="BISansCond" panose="02000006050000020004" pitchFamily="2" charset="0"/>
              </a:rPr>
              <a:pPr defTabSz="742856">
                <a:defRPr/>
              </a:pPr>
              <a:t>55</a:t>
            </a:fld>
            <a:endParaRPr lang="en-GB" sz="609">
              <a:solidFill>
                <a:srgbClr val="FFFFFF">
                  <a:lumMod val="50000"/>
                </a:srgbClr>
              </a:solidFill>
              <a:latin typeface="BISansCond" panose="02000006050000020004" pitchFamily="2" charset="0"/>
            </a:endParaRPr>
          </a:p>
        </p:txBody>
      </p:sp>
      <p:graphicFrame>
        <p:nvGraphicFramePr>
          <p:cNvPr id="11" name="表格 10">
            <a:extLst>
              <a:ext uri="{FF2B5EF4-FFF2-40B4-BE49-F238E27FC236}">
                <a16:creationId xmlns:a16="http://schemas.microsoft.com/office/drawing/2014/main" id="{A5854CEA-8393-AB5C-F5D2-19D7CB3D49CC}"/>
              </a:ext>
            </a:extLst>
          </p:cNvPr>
          <p:cNvGraphicFramePr>
            <a:graphicFrameLocks noGrp="1"/>
          </p:cNvGraphicFramePr>
          <p:nvPr/>
        </p:nvGraphicFramePr>
        <p:xfrm>
          <a:off x="1387929" y="4218214"/>
          <a:ext cx="6807267" cy="855487"/>
        </p:xfrm>
        <a:graphic>
          <a:graphicData uri="http://schemas.openxmlformats.org/drawingml/2006/table">
            <a:tbl>
              <a:tblPr/>
              <a:tblGrid>
                <a:gridCol w="913913">
                  <a:extLst>
                    <a:ext uri="{9D8B030D-6E8A-4147-A177-3AD203B41FA5}">
                      <a16:colId xmlns:a16="http://schemas.microsoft.com/office/drawing/2014/main" val="281671702"/>
                    </a:ext>
                  </a:extLst>
                </a:gridCol>
                <a:gridCol w="332332">
                  <a:extLst>
                    <a:ext uri="{9D8B030D-6E8A-4147-A177-3AD203B41FA5}">
                      <a16:colId xmlns:a16="http://schemas.microsoft.com/office/drawing/2014/main" val="747743680"/>
                    </a:ext>
                  </a:extLst>
                </a:gridCol>
                <a:gridCol w="332332">
                  <a:extLst>
                    <a:ext uri="{9D8B030D-6E8A-4147-A177-3AD203B41FA5}">
                      <a16:colId xmlns:a16="http://schemas.microsoft.com/office/drawing/2014/main" val="2223307650"/>
                    </a:ext>
                  </a:extLst>
                </a:gridCol>
                <a:gridCol w="332332">
                  <a:extLst>
                    <a:ext uri="{9D8B030D-6E8A-4147-A177-3AD203B41FA5}">
                      <a16:colId xmlns:a16="http://schemas.microsoft.com/office/drawing/2014/main" val="698891664"/>
                    </a:ext>
                  </a:extLst>
                </a:gridCol>
                <a:gridCol w="332332">
                  <a:extLst>
                    <a:ext uri="{9D8B030D-6E8A-4147-A177-3AD203B41FA5}">
                      <a16:colId xmlns:a16="http://schemas.microsoft.com/office/drawing/2014/main" val="4227818035"/>
                    </a:ext>
                  </a:extLst>
                </a:gridCol>
                <a:gridCol w="332332">
                  <a:extLst>
                    <a:ext uri="{9D8B030D-6E8A-4147-A177-3AD203B41FA5}">
                      <a16:colId xmlns:a16="http://schemas.microsoft.com/office/drawing/2014/main" val="252480532"/>
                    </a:ext>
                  </a:extLst>
                </a:gridCol>
                <a:gridCol w="332332">
                  <a:extLst>
                    <a:ext uri="{9D8B030D-6E8A-4147-A177-3AD203B41FA5}">
                      <a16:colId xmlns:a16="http://schemas.microsoft.com/office/drawing/2014/main" val="1977863388"/>
                    </a:ext>
                  </a:extLst>
                </a:gridCol>
                <a:gridCol w="332332">
                  <a:extLst>
                    <a:ext uri="{9D8B030D-6E8A-4147-A177-3AD203B41FA5}">
                      <a16:colId xmlns:a16="http://schemas.microsoft.com/office/drawing/2014/main" val="1073146402"/>
                    </a:ext>
                  </a:extLst>
                </a:gridCol>
                <a:gridCol w="332332">
                  <a:extLst>
                    <a:ext uri="{9D8B030D-6E8A-4147-A177-3AD203B41FA5}">
                      <a16:colId xmlns:a16="http://schemas.microsoft.com/office/drawing/2014/main" val="390113610"/>
                    </a:ext>
                  </a:extLst>
                </a:gridCol>
                <a:gridCol w="332332">
                  <a:extLst>
                    <a:ext uri="{9D8B030D-6E8A-4147-A177-3AD203B41FA5}">
                      <a16:colId xmlns:a16="http://schemas.microsoft.com/office/drawing/2014/main" val="4005999674"/>
                    </a:ext>
                  </a:extLst>
                </a:gridCol>
                <a:gridCol w="332332">
                  <a:extLst>
                    <a:ext uri="{9D8B030D-6E8A-4147-A177-3AD203B41FA5}">
                      <a16:colId xmlns:a16="http://schemas.microsoft.com/office/drawing/2014/main" val="2238542890"/>
                    </a:ext>
                  </a:extLst>
                </a:gridCol>
                <a:gridCol w="332332">
                  <a:extLst>
                    <a:ext uri="{9D8B030D-6E8A-4147-A177-3AD203B41FA5}">
                      <a16:colId xmlns:a16="http://schemas.microsoft.com/office/drawing/2014/main" val="893859309"/>
                    </a:ext>
                  </a:extLst>
                </a:gridCol>
                <a:gridCol w="332332">
                  <a:extLst>
                    <a:ext uri="{9D8B030D-6E8A-4147-A177-3AD203B41FA5}">
                      <a16:colId xmlns:a16="http://schemas.microsoft.com/office/drawing/2014/main" val="1343493592"/>
                    </a:ext>
                  </a:extLst>
                </a:gridCol>
                <a:gridCol w="332332">
                  <a:extLst>
                    <a:ext uri="{9D8B030D-6E8A-4147-A177-3AD203B41FA5}">
                      <a16:colId xmlns:a16="http://schemas.microsoft.com/office/drawing/2014/main" val="2752454847"/>
                    </a:ext>
                  </a:extLst>
                </a:gridCol>
                <a:gridCol w="332332">
                  <a:extLst>
                    <a:ext uri="{9D8B030D-6E8A-4147-A177-3AD203B41FA5}">
                      <a16:colId xmlns:a16="http://schemas.microsoft.com/office/drawing/2014/main" val="1581943346"/>
                    </a:ext>
                  </a:extLst>
                </a:gridCol>
                <a:gridCol w="332332">
                  <a:extLst>
                    <a:ext uri="{9D8B030D-6E8A-4147-A177-3AD203B41FA5}">
                      <a16:colId xmlns:a16="http://schemas.microsoft.com/office/drawing/2014/main" val="1723196489"/>
                    </a:ext>
                  </a:extLst>
                </a:gridCol>
                <a:gridCol w="332332">
                  <a:extLst>
                    <a:ext uri="{9D8B030D-6E8A-4147-A177-3AD203B41FA5}">
                      <a16:colId xmlns:a16="http://schemas.microsoft.com/office/drawing/2014/main" val="624974466"/>
                    </a:ext>
                  </a:extLst>
                </a:gridCol>
                <a:gridCol w="288021">
                  <a:extLst>
                    <a:ext uri="{9D8B030D-6E8A-4147-A177-3AD203B41FA5}">
                      <a16:colId xmlns:a16="http://schemas.microsoft.com/office/drawing/2014/main" val="4234081167"/>
                    </a:ext>
                  </a:extLst>
                </a:gridCol>
                <a:gridCol w="288021">
                  <a:extLst>
                    <a:ext uri="{9D8B030D-6E8A-4147-A177-3AD203B41FA5}">
                      <a16:colId xmlns:a16="http://schemas.microsoft.com/office/drawing/2014/main" val="80857074"/>
                    </a:ext>
                  </a:extLst>
                </a:gridCol>
              </a:tblGrid>
              <a:tr h="169108">
                <a:tc>
                  <a:txBody>
                    <a:bodyPr/>
                    <a:lstStyle/>
                    <a:p>
                      <a:pPr algn="ctr" fontAlgn="ctr"/>
                      <a:r>
                        <a:rPr lang="zh-CN" altLang="en-US" sz="700" b="0" i="0" u="none" strike="noStrike">
                          <a:solidFill>
                            <a:schemeClr val="tx1"/>
                          </a:solidFill>
                          <a:effectLst/>
                          <a:latin typeface="Calibri"/>
                          <a:ea typeface="等线"/>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Apr-23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May-23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Jun-23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Jul-23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Aug-23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Sep-23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Oct-23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Nov-23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Dec-23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Jan-24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Feb-24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Mar-24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Apr-24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May-24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Jun-24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Jul-24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Aug-24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Sep-24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222906129"/>
                  </a:ext>
                </a:extLst>
              </a:tr>
              <a:tr h="198950">
                <a:tc>
                  <a:txBody>
                    <a:bodyPr/>
                    <a:lstStyle/>
                    <a:p>
                      <a:pPr algn="ctr" fontAlgn="ctr"/>
                      <a:r>
                        <a:rPr lang="en-US" sz="700" b="1" i="0" u="none" strike="noStrike">
                          <a:solidFill>
                            <a:schemeClr val="tx1"/>
                          </a:solidFill>
                          <a:effectLst/>
                          <a:latin typeface="Calibri"/>
                          <a:ea typeface="等线"/>
                        </a:rPr>
                        <a:t>Plan screen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altLang="zh-CN" sz="700" b="0" i="0" u="none" strike="noStrike">
                          <a:solidFill>
                            <a:schemeClr val="tx1"/>
                          </a:solidFill>
                          <a:effectLst/>
                          <a:latin typeface="Calibri"/>
                          <a:ea typeface="等线"/>
                        </a:rPr>
                        <a:t>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39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55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76</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91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111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125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141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154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168</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178</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192</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204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215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220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220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3219781"/>
                  </a:ext>
                </a:extLst>
              </a:tr>
              <a:tr h="169108">
                <a:tc>
                  <a:txBody>
                    <a:bodyPr/>
                    <a:lstStyle/>
                    <a:p>
                      <a:pPr algn="ctr" fontAlgn="ctr"/>
                      <a:r>
                        <a:rPr lang="en-US" sz="700" b="1" i="0" u="none" strike="noStrike">
                          <a:solidFill>
                            <a:schemeClr val="tx1"/>
                          </a:solidFill>
                          <a:effectLst/>
                          <a:latin typeface="Calibri"/>
                          <a:ea typeface="等线"/>
                        </a:rPr>
                        <a:t>Actual screen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2</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34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kumimoji="1" lang="en-US" altLang="zh-CN" sz="700" b="0" i="0" u="none" strike="noStrike" kern="1200">
                          <a:solidFill>
                            <a:schemeClr val="tx1"/>
                          </a:solidFill>
                          <a:effectLst/>
                          <a:latin typeface="Calibri"/>
                          <a:ea typeface="等线"/>
                          <a:cs typeface="+mn-cs"/>
                        </a:rPr>
                        <a:t> </a:t>
                      </a:r>
                      <a:r>
                        <a:rPr lang="en-US" altLang="zh-CN" sz="700" b="0" i="0" u="none" strike="noStrike" kern="1200">
                          <a:solidFill>
                            <a:schemeClr val="tx1"/>
                          </a:solidFill>
                          <a:effectLst/>
                          <a:latin typeface="Calibri"/>
                          <a:ea typeface="等线"/>
                          <a:cs typeface="+mn-cs"/>
                        </a:rPr>
                        <a:t>  </a:t>
                      </a:r>
                      <a:r>
                        <a:rPr kumimoji="1" lang="en-US" altLang="zh-CN" sz="700" b="0" i="0" u="none" strike="noStrike" kern="1200">
                          <a:solidFill>
                            <a:schemeClr val="tx1"/>
                          </a:solidFill>
                          <a:effectLst/>
                          <a:latin typeface="Calibri"/>
                          <a:ea typeface="等线"/>
                          <a:cs typeface="+mn-cs"/>
                        </a:rPr>
                        <a:t>67</a:t>
                      </a:r>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79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lang="en-US" altLang="zh-CN" sz="700" b="0" i="0" u="none" strike="noStrike" kern="1200">
                          <a:solidFill>
                            <a:schemeClr val="tx1"/>
                          </a:solidFill>
                          <a:effectLst/>
                          <a:latin typeface="Calibri"/>
                          <a:ea typeface="等线"/>
                          <a:cs typeface="+mn-cs"/>
                        </a:rPr>
                        <a:t>    </a:t>
                      </a:r>
                      <a:r>
                        <a:rPr kumimoji="1" lang="en-US" altLang="zh-CN" sz="700" b="0" i="0" u="none" strike="noStrike" kern="1200">
                          <a:solidFill>
                            <a:schemeClr val="tx1"/>
                          </a:solidFill>
                          <a:effectLst/>
                          <a:latin typeface="Calibri"/>
                          <a:ea typeface="等线"/>
                          <a:cs typeface="+mn-cs"/>
                        </a:rPr>
                        <a:t>107</a:t>
                      </a:r>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lang="en-US" altLang="zh-CN" sz="700" b="0" i="0" u="none" strike="noStrike" kern="1200">
                          <a:solidFill>
                            <a:schemeClr val="tx1"/>
                          </a:solidFill>
                          <a:effectLst/>
                          <a:latin typeface="Calibri"/>
                          <a:ea typeface="等线"/>
                          <a:cs typeface="+mn-cs"/>
                        </a:rPr>
                        <a:t>    </a:t>
                      </a:r>
                      <a:r>
                        <a:rPr kumimoji="1" lang="en-US" altLang="zh-CN" sz="700" b="0" i="0" u="none" strike="noStrike" kern="1200">
                          <a:solidFill>
                            <a:schemeClr val="tx1"/>
                          </a:solidFill>
                          <a:effectLst/>
                          <a:latin typeface="Calibri"/>
                          <a:ea typeface="等线"/>
                          <a:cs typeface="+mn-cs"/>
                        </a:rPr>
                        <a:t>116</a:t>
                      </a:r>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lang="zh-CN" altLang="en-US" sz="700" b="0" i="0" u="none" strike="noStrike" kern="1200">
                          <a:solidFill>
                            <a:schemeClr val="tx1"/>
                          </a:solidFill>
                          <a:effectLst/>
                          <a:latin typeface="Calibri"/>
                          <a:ea typeface="等线"/>
                          <a:cs typeface="+mn-cs"/>
                        </a:rPr>
                        <a:t>   148</a:t>
                      </a:r>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177</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184</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216</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248</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6579986"/>
                  </a:ext>
                </a:extLst>
              </a:tr>
              <a:tr h="149213">
                <a:tc>
                  <a:txBody>
                    <a:bodyPr/>
                    <a:lstStyle/>
                    <a:p>
                      <a:pPr algn="ctr" fontAlgn="ctr"/>
                      <a:r>
                        <a:rPr lang="en-US" sz="700" b="1" i="0" u="none" strike="noStrike">
                          <a:solidFill>
                            <a:schemeClr val="tx1"/>
                          </a:solidFill>
                          <a:effectLst/>
                          <a:latin typeface="Calibri"/>
                          <a:ea typeface="等线"/>
                        </a:rPr>
                        <a:t>Plan randomization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37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55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70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91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104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121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131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147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154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165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179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189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196</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200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9172642"/>
                  </a:ext>
                </a:extLst>
              </a:tr>
              <a:tr h="169108">
                <a:tc>
                  <a:txBody>
                    <a:bodyPr/>
                    <a:lstStyle/>
                    <a:p>
                      <a:pPr algn="ctr" fontAlgn="ctr"/>
                      <a:r>
                        <a:rPr lang="en-US" sz="700" b="1" i="0" u="none" strike="noStrike">
                          <a:solidFill>
                            <a:schemeClr val="tx1"/>
                          </a:solidFill>
                          <a:effectLst/>
                          <a:latin typeface="Calibri"/>
                          <a:ea typeface="等线"/>
                        </a:rPr>
                        <a:t>Actual randomization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37</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53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62</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93</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108</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126</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135</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147</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zh-CN" altLang="en-US" sz="700" b="0" i="0" u="none" strike="noStrike" kern="1200">
                          <a:solidFill>
                            <a:schemeClr val="tx1"/>
                          </a:solidFill>
                          <a:effectLst/>
                          <a:latin typeface="Calibri"/>
                          <a:ea typeface="等线"/>
                          <a:cs typeface="+mn-cs"/>
                        </a:rPr>
                        <a:t>164</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zh-CN" altLang="en-US" sz="700" b="0" i="0" u="none" strike="noStrike" kern="1200">
                          <a:solidFill>
                            <a:schemeClr val="tx1"/>
                          </a:solidFill>
                          <a:effectLst/>
                          <a:latin typeface="Calibri"/>
                          <a:ea typeface="等线"/>
                          <a:cs typeface="+mn-cs"/>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4294611"/>
                  </a:ext>
                </a:extLst>
              </a:tr>
            </a:tbl>
          </a:graphicData>
        </a:graphic>
      </p:graphicFrame>
      <p:pic>
        <p:nvPicPr>
          <p:cNvPr id="5" name="图片 4" descr="图表, 折线图&#10;&#10;已自动生成说明">
            <a:extLst>
              <a:ext uri="{FF2B5EF4-FFF2-40B4-BE49-F238E27FC236}">
                <a16:creationId xmlns:a16="http://schemas.microsoft.com/office/drawing/2014/main" id="{D1E7CCBE-5452-D6B0-4AEA-41541E8B0E6C}"/>
              </a:ext>
            </a:extLst>
          </p:cNvPr>
          <p:cNvPicPr>
            <a:picLocks noChangeAspect="1"/>
          </p:cNvPicPr>
          <p:nvPr/>
        </p:nvPicPr>
        <p:blipFill>
          <a:blip r:embed="rId2"/>
          <a:stretch>
            <a:fillRect/>
          </a:stretch>
        </p:blipFill>
        <p:spPr>
          <a:xfrm>
            <a:off x="1745975" y="625929"/>
            <a:ext cx="6023978" cy="3492501"/>
          </a:xfrm>
          <a:prstGeom prst="rect">
            <a:avLst/>
          </a:prstGeom>
        </p:spPr>
      </p:pic>
      <p:sp>
        <p:nvSpPr>
          <p:cNvPr id="6" name="Rectangle 5">
            <a:extLst>
              <a:ext uri="{FF2B5EF4-FFF2-40B4-BE49-F238E27FC236}">
                <a16:creationId xmlns:a16="http://schemas.microsoft.com/office/drawing/2014/main" id="{F1D2BAFF-1DAE-F2E8-DBE1-61C14E5F5203}"/>
              </a:ext>
            </a:extLst>
          </p:cNvPr>
          <p:cNvSpPr/>
          <p:nvPr/>
        </p:nvSpPr>
        <p:spPr>
          <a:xfrm>
            <a:off x="2121405" y="1000359"/>
            <a:ext cx="1829987" cy="96173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224135">
              <a:defRPr/>
            </a:pPr>
            <a:r>
              <a:rPr lang="en-US" sz="900" b="1">
                <a:solidFill>
                  <a:srgbClr val="000000"/>
                </a:solidFill>
                <a:latin typeface="BISansOpti"/>
              </a:rPr>
              <a:t>Total Screened = 248</a:t>
            </a:r>
            <a:endParaRPr lang="en-US" sz="1000" b="1">
              <a:solidFill>
                <a:srgbClr val="000000"/>
              </a:solidFill>
              <a:latin typeface="BISansOpti"/>
            </a:endParaRPr>
          </a:p>
          <a:p>
            <a:pPr defTabSz="224135">
              <a:defRPr/>
            </a:pPr>
            <a:r>
              <a:rPr lang="en-US" sz="900" b="1">
                <a:solidFill>
                  <a:srgbClr val="000000"/>
                </a:solidFill>
                <a:latin typeface="BISansOpti"/>
              </a:rPr>
              <a:t>Total Randomized =  164</a:t>
            </a:r>
          </a:p>
          <a:p>
            <a:pPr defTabSz="224135">
              <a:defRPr/>
            </a:pPr>
            <a:r>
              <a:rPr lang="en-US" altLang="zh-CN" sz="938" b="1">
                <a:solidFill>
                  <a:srgbClr val="000000"/>
                </a:solidFill>
                <a:latin typeface="BISansCond"/>
              </a:rPr>
              <a:t>Total Screen failure = 63</a:t>
            </a:r>
          </a:p>
          <a:p>
            <a:pPr defTabSz="224135">
              <a:defRPr/>
            </a:pPr>
            <a:r>
              <a:rPr lang="en-US" altLang="zh-CN" sz="900" b="1">
                <a:solidFill>
                  <a:srgbClr val="000000"/>
                </a:solidFill>
                <a:latin typeface="BISansOpti"/>
              </a:rPr>
              <a:t>Screen failure rate = 25%</a:t>
            </a:r>
          </a:p>
          <a:p>
            <a:pPr defTabSz="224135">
              <a:defRPr/>
            </a:pPr>
            <a:r>
              <a:rPr lang="en-US" altLang="zh-CN" sz="938" b="1">
                <a:solidFill>
                  <a:srgbClr val="000000"/>
                </a:solidFill>
                <a:latin typeface="BISansOpti"/>
              </a:rPr>
              <a:t>Early discontinuation= 12% (21)</a:t>
            </a:r>
            <a:endParaRPr lang="en-US" altLang="zh-CN" sz="938" b="1">
              <a:solidFill>
                <a:srgbClr val="FF0000"/>
              </a:solidFill>
              <a:latin typeface="BISansOpti"/>
            </a:endParaRPr>
          </a:p>
        </p:txBody>
      </p:sp>
    </p:spTree>
    <p:extLst>
      <p:ext uri="{BB962C8B-B14F-4D97-AF65-F5344CB8AC3E}">
        <p14:creationId xmlns:p14="http://schemas.microsoft.com/office/powerpoint/2010/main" val="6903532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BFD0171-66EE-44A6-9C9F-E3E3380C1F90}"/>
              </a:ext>
            </a:extLst>
          </p:cNvPr>
          <p:cNvGraphicFramePr>
            <a:graphicFrameLocks noChangeAspect="1"/>
          </p:cNvGraphicFramePr>
          <p:nvPr>
            <p:custDataLst>
              <p:tags r:id="rId1"/>
            </p:custDataLst>
          </p:nvPr>
        </p:nvGraphicFramePr>
        <p:xfrm>
          <a:off x="858217" y="483172"/>
          <a:ext cx="968" cy="96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8" name="Objekt 7" hidden="1">
                        <a:extLst>
                          <a:ext uri="{FF2B5EF4-FFF2-40B4-BE49-F238E27FC236}">
                            <a16:creationId xmlns:a16="http://schemas.microsoft.com/office/drawing/2014/main" id="{4BFD0171-66EE-44A6-9C9F-E3E3380C1F90}"/>
                          </a:ext>
                        </a:extLst>
                      </p:cNvPr>
                      <p:cNvPicPr/>
                      <p:nvPr/>
                    </p:nvPicPr>
                    <p:blipFill>
                      <a:blip r:embed="rId5"/>
                      <a:stretch>
                        <a:fillRect/>
                      </a:stretch>
                    </p:blipFill>
                    <p:spPr>
                      <a:xfrm>
                        <a:off x="858217" y="483172"/>
                        <a:ext cx="968" cy="968"/>
                      </a:xfrm>
                      <a:prstGeom prst="rect">
                        <a:avLst/>
                      </a:prstGeom>
                    </p:spPr>
                  </p:pic>
                </p:oleObj>
              </mc:Fallback>
            </mc:AlternateContent>
          </a:graphicData>
        </a:graphic>
      </p:graphicFrame>
      <p:sp>
        <p:nvSpPr>
          <p:cNvPr id="13" name="Titel 12">
            <a:extLst>
              <a:ext uri="{FF2B5EF4-FFF2-40B4-BE49-F238E27FC236}">
                <a16:creationId xmlns:a16="http://schemas.microsoft.com/office/drawing/2014/main" id="{FFFCD3AF-3D79-50AE-2FE3-04BD0549ADFB}"/>
              </a:ext>
            </a:extLst>
          </p:cNvPr>
          <p:cNvSpPr>
            <a:spLocks noGrp="1"/>
          </p:cNvSpPr>
          <p:nvPr>
            <p:ph type="title"/>
          </p:nvPr>
        </p:nvSpPr>
        <p:spPr bwMode="gray">
          <a:xfrm>
            <a:off x="1012926" y="269615"/>
            <a:ext cx="7607201" cy="429679"/>
          </a:xfrm>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950"/>
              <a:t>1368-0098 HS China recruitment information- 24Apr2024</a:t>
            </a:r>
            <a:br>
              <a:rPr lang="en-US" sz="1950"/>
            </a:br>
            <a:br>
              <a:rPr lang="en-US" sz="1950"/>
            </a:br>
            <a:br>
              <a:rPr lang="en-US" sz="1950"/>
            </a:br>
            <a:endParaRPr lang="en-US" sz="1950"/>
          </a:p>
        </p:txBody>
      </p:sp>
      <p:graphicFrame>
        <p:nvGraphicFramePr>
          <p:cNvPr id="14" name="表格 13">
            <a:extLst>
              <a:ext uri="{FF2B5EF4-FFF2-40B4-BE49-F238E27FC236}">
                <a16:creationId xmlns:a16="http://schemas.microsoft.com/office/drawing/2014/main" id="{3D83F0C9-4319-95E9-0FA3-2BEFA0CA7479}"/>
              </a:ext>
            </a:extLst>
          </p:cNvPr>
          <p:cNvGraphicFramePr>
            <a:graphicFrameLocks noGrp="1"/>
          </p:cNvGraphicFramePr>
          <p:nvPr/>
        </p:nvGraphicFramePr>
        <p:xfrm>
          <a:off x="1669142" y="4227286"/>
          <a:ext cx="5981246" cy="858643"/>
        </p:xfrm>
        <a:graphic>
          <a:graphicData uri="http://schemas.openxmlformats.org/drawingml/2006/table">
            <a:tbl>
              <a:tblPr/>
              <a:tblGrid>
                <a:gridCol w="1306286">
                  <a:extLst>
                    <a:ext uri="{9D8B030D-6E8A-4147-A177-3AD203B41FA5}">
                      <a16:colId xmlns:a16="http://schemas.microsoft.com/office/drawing/2014/main" val="281671702"/>
                    </a:ext>
                  </a:extLst>
                </a:gridCol>
                <a:gridCol w="467496">
                  <a:extLst>
                    <a:ext uri="{9D8B030D-6E8A-4147-A177-3AD203B41FA5}">
                      <a16:colId xmlns:a16="http://schemas.microsoft.com/office/drawing/2014/main" val="747743680"/>
                    </a:ext>
                  </a:extLst>
                </a:gridCol>
                <a:gridCol w="467496">
                  <a:extLst>
                    <a:ext uri="{9D8B030D-6E8A-4147-A177-3AD203B41FA5}">
                      <a16:colId xmlns:a16="http://schemas.microsoft.com/office/drawing/2014/main" val="2223307650"/>
                    </a:ext>
                  </a:extLst>
                </a:gridCol>
                <a:gridCol w="467496">
                  <a:extLst>
                    <a:ext uri="{9D8B030D-6E8A-4147-A177-3AD203B41FA5}">
                      <a16:colId xmlns:a16="http://schemas.microsoft.com/office/drawing/2014/main" val="698891664"/>
                    </a:ext>
                  </a:extLst>
                </a:gridCol>
                <a:gridCol w="467496">
                  <a:extLst>
                    <a:ext uri="{9D8B030D-6E8A-4147-A177-3AD203B41FA5}">
                      <a16:colId xmlns:a16="http://schemas.microsoft.com/office/drawing/2014/main" val="4227818035"/>
                    </a:ext>
                  </a:extLst>
                </a:gridCol>
                <a:gridCol w="467496">
                  <a:extLst>
                    <a:ext uri="{9D8B030D-6E8A-4147-A177-3AD203B41FA5}">
                      <a16:colId xmlns:a16="http://schemas.microsoft.com/office/drawing/2014/main" val="252480532"/>
                    </a:ext>
                  </a:extLst>
                </a:gridCol>
                <a:gridCol w="467496">
                  <a:extLst>
                    <a:ext uri="{9D8B030D-6E8A-4147-A177-3AD203B41FA5}">
                      <a16:colId xmlns:a16="http://schemas.microsoft.com/office/drawing/2014/main" val="1977863388"/>
                    </a:ext>
                  </a:extLst>
                </a:gridCol>
                <a:gridCol w="467496">
                  <a:extLst>
                    <a:ext uri="{9D8B030D-6E8A-4147-A177-3AD203B41FA5}">
                      <a16:colId xmlns:a16="http://schemas.microsoft.com/office/drawing/2014/main" val="1073146402"/>
                    </a:ext>
                  </a:extLst>
                </a:gridCol>
                <a:gridCol w="467496">
                  <a:extLst>
                    <a:ext uri="{9D8B030D-6E8A-4147-A177-3AD203B41FA5}">
                      <a16:colId xmlns:a16="http://schemas.microsoft.com/office/drawing/2014/main" val="390113610"/>
                    </a:ext>
                  </a:extLst>
                </a:gridCol>
                <a:gridCol w="467496">
                  <a:extLst>
                    <a:ext uri="{9D8B030D-6E8A-4147-A177-3AD203B41FA5}">
                      <a16:colId xmlns:a16="http://schemas.microsoft.com/office/drawing/2014/main" val="4005999674"/>
                    </a:ext>
                  </a:extLst>
                </a:gridCol>
                <a:gridCol w="467496">
                  <a:extLst>
                    <a:ext uri="{9D8B030D-6E8A-4147-A177-3AD203B41FA5}">
                      <a16:colId xmlns:a16="http://schemas.microsoft.com/office/drawing/2014/main" val="2238542890"/>
                    </a:ext>
                  </a:extLst>
                </a:gridCol>
              </a:tblGrid>
              <a:tr h="166958">
                <a:tc>
                  <a:txBody>
                    <a:bodyPr/>
                    <a:lstStyle/>
                    <a:p>
                      <a:pPr algn="l" fontAlgn="ctr"/>
                      <a:r>
                        <a:rPr lang="zh-CN" altLang="en-US" sz="700" b="0" i="0" u="none" strike="noStrike">
                          <a:solidFill>
                            <a:schemeClr val="tx1"/>
                          </a:solidFill>
                          <a:effectLst/>
                          <a:latin typeface="Calibri"/>
                          <a:ea typeface="等线"/>
                        </a:rPr>
                        <a:t>　</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Dec-23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700" b="1" i="0" u="none" strike="noStrike">
                          <a:solidFill>
                            <a:schemeClr val="tx1"/>
                          </a:solidFill>
                          <a:effectLst/>
                          <a:latin typeface="Calibri"/>
                          <a:ea typeface="等线"/>
                        </a:rPr>
                        <a:t>Jan-24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Feb-24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Mar-24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Apr-24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May-24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Jun-24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Jul-24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Aug-24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lvl="0" algn="ctr">
                        <a:buNone/>
                      </a:pPr>
                      <a:r>
                        <a:rPr lang="en-US" sz="700" b="1" i="0" u="none" strike="noStrike">
                          <a:solidFill>
                            <a:schemeClr val="tx1"/>
                          </a:solidFill>
                          <a:effectLst/>
                          <a:latin typeface="Calibri"/>
                          <a:ea typeface="等线"/>
                        </a:rPr>
                        <a:t>Sep-24</a:t>
                      </a:r>
                      <a:endParaRPr lang="zh-CN" altLang="en-US" sz="1400"/>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222906129"/>
                  </a:ext>
                </a:extLst>
              </a:tr>
              <a:tr h="202736">
                <a:tc>
                  <a:txBody>
                    <a:bodyPr/>
                    <a:lstStyle/>
                    <a:p>
                      <a:pPr algn="l" fontAlgn="ctr"/>
                      <a:r>
                        <a:rPr lang="en-US" sz="700" b="1" i="0" u="none" strike="noStrike">
                          <a:solidFill>
                            <a:schemeClr val="tx1"/>
                          </a:solidFill>
                          <a:effectLst/>
                          <a:latin typeface="Calibri"/>
                          <a:ea typeface="等线"/>
                        </a:rPr>
                        <a:t>Plan screen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altLang="zh-CN" sz="700" b="0" i="0" u="none" strike="noStrike">
                          <a:solidFill>
                            <a:schemeClr val="tx1"/>
                          </a:solidFill>
                          <a:effectLst/>
                          <a:latin typeface="Calibri"/>
                          <a:ea typeface="等线"/>
                        </a:rPr>
                        <a:t>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2</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6</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8</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700" b="0" i="0" u="none" strike="noStrike">
                          <a:solidFill>
                            <a:schemeClr val="tx1"/>
                          </a:solidFill>
                          <a:effectLst/>
                          <a:latin typeface="Calibri"/>
                          <a:ea typeface="等线"/>
                        </a:rPr>
                        <a:t>9</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3219781"/>
                  </a:ext>
                </a:extLst>
              </a:tr>
              <a:tr h="166958">
                <a:tc>
                  <a:txBody>
                    <a:bodyPr/>
                    <a:lstStyle/>
                    <a:p>
                      <a:pPr algn="l" fontAlgn="ctr"/>
                      <a:r>
                        <a:rPr lang="en-US" sz="700" b="1" i="0" u="none" strike="noStrike">
                          <a:solidFill>
                            <a:schemeClr val="tx1"/>
                          </a:solidFill>
                          <a:effectLst/>
                          <a:latin typeface="Calibri"/>
                          <a:ea typeface="等线"/>
                        </a:rPr>
                        <a:t>Actual screen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6</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6</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10</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r>
                        <a:rPr lang="zh-CN" altLang="en-US" sz="700" b="0" i="0" u="none" strike="noStrike" kern="1200">
                          <a:solidFill>
                            <a:schemeClr val="tx1"/>
                          </a:solidFill>
                          <a:effectLst/>
                          <a:latin typeface="Calibri"/>
                          <a:ea typeface="等线"/>
                          <a:cs typeface="+mn-cs"/>
                        </a:rPr>
                        <a:t>17</a:t>
                      </a:r>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6579986"/>
                  </a:ext>
                </a:extLst>
              </a:tr>
              <a:tr h="155033">
                <a:tc>
                  <a:txBody>
                    <a:bodyPr/>
                    <a:lstStyle/>
                    <a:p>
                      <a:pPr algn="l" fontAlgn="ctr"/>
                      <a:r>
                        <a:rPr lang="en-US" sz="700" b="1" i="0" u="none" strike="noStrike">
                          <a:solidFill>
                            <a:schemeClr val="tx1"/>
                          </a:solidFill>
                          <a:effectLst/>
                          <a:latin typeface="Calibri"/>
                          <a:ea typeface="等线"/>
                        </a:rPr>
                        <a:t>Plan randomization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0</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0</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2</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3</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4</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5</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6</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7</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8</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9172642"/>
                  </a:ext>
                </a:extLst>
              </a:tr>
              <a:tr h="166958">
                <a:tc>
                  <a:txBody>
                    <a:bodyPr/>
                    <a:lstStyle/>
                    <a:p>
                      <a:pPr algn="l" fontAlgn="ctr"/>
                      <a:r>
                        <a:rPr lang="en-US" sz="700" b="1" i="0" u="none" strike="noStrike">
                          <a:solidFill>
                            <a:schemeClr val="tx1"/>
                          </a:solidFill>
                          <a:effectLst/>
                          <a:latin typeface="Calibri"/>
                          <a:ea typeface="等线"/>
                        </a:rPr>
                        <a:t>Actual randomization</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0</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kumimoji="1" lang="en-US" altLang="zh-CN" sz="700" b="0" i="0" u="none" strike="noStrike" kern="1200">
                          <a:solidFill>
                            <a:schemeClr val="tx1"/>
                          </a:solidFill>
                          <a:effectLst/>
                          <a:latin typeface="Calibri"/>
                          <a:ea typeface="等线"/>
                          <a:cs typeface="+mn-cs"/>
                        </a:rPr>
                        <a:t>1</a:t>
                      </a: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5</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r>
                        <a:rPr lang="en-US" altLang="zh-CN" sz="700" b="0" i="0" u="none" strike="noStrike" kern="1200">
                          <a:solidFill>
                            <a:schemeClr val="tx1"/>
                          </a:solidFill>
                          <a:effectLst/>
                          <a:latin typeface="Calibri"/>
                          <a:ea typeface="等线"/>
                          <a:cs typeface="+mn-cs"/>
                        </a:rPr>
                        <a:t>10</a:t>
                      </a:r>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en-US" altLang="zh-CN"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377" rtl="0" eaLnBrk="1" fontAlgn="ctr" latinLnBrk="0" hangingPunct="1"/>
                      <a:endParaRPr kumimoji="1" lang="zh-CN" altLang="en-US" sz="700" b="0" i="0" u="none" strike="noStrike" kern="1200">
                        <a:solidFill>
                          <a:schemeClr val="tx1"/>
                        </a:solidFill>
                        <a:effectLst/>
                        <a:latin typeface="Calibri"/>
                        <a:ea typeface="等线"/>
                        <a:cs typeface="+mn-cs"/>
                      </a:endParaRPr>
                    </a:p>
                  </a:txBody>
                  <a:tcPr marL="2779" marR="2779" marT="27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4294611"/>
                  </a:ext>
                </a:extLst>
              </a:tr>
            </a:tbl>
          </a:graphicData>
        </a:graphic>
      </p:graphicFrame>
      <p:pic>
        <p:nvPicPr>
          <p:cNvPr id="2" name="图片 1" descr="图表, 折线图&#10;&#10;已自动生成说明">
            <a:extLst>
              <a:ext uri="{FF2B5EF4-FFF2-40B4-BE49-F238E27FC236}">
                <a16:creationId xmlns:a16="http://schemas.microsoft.com/office/drawing/2014/main" id="{B1342C26-E173-B1E9-3BA5-C6BA5C6B3180}"/>
              </a:ext>
            </a:extLst>
          </p:cNvPr>
          <p:cNvPicPr>
            <a:picLocks noChangeAspect="1"/>
          </p:cNvPicPr>
          <p:nvPr/>
        </p:nvPicPr>
        <p:blipFill>
          <a:blip r:embed="rId6"/>
          <a:stretch>
            <a:fillRect/>
          </a:stretch>
        </p:blipFill>
        <p:spPr>
          <a:xfrm>
            <a:off x="1377798" y="687738"/>
            <a:ext cx="6291540" cy="3535551"/>
          </a:xfrm>
          <a:prstGeom prst="rect">
            <a:avLst/>
          </a:prstGeom>
        </p:spPr>
      </p:pic>
      <p:pic>
        <p:nvPicPr>
          <p:cNvPr id="4" name="图片 3">
            <a:extLst>
              <a:ext uri="{FF2B5EF4-FFF2-40B4-BE49-F238E27FC236}">
                <a16:creationId xmlns:a16="http://schemas.microsoft.com/office/drawing/2014/main" id="{81460645-5980-9C9C-F19C-85FEB5E50F3D}"/>
              </a:ext>
            </a:extLst>
          </p:cNvPr>
          <p:cNvPicPr>
            <a:picLocks noChangeAspect="1"/>
          </p:cNvPicPr>
          <p:nvPr/>
        </p:nvPicPr>
        <p:blipFill>
          <a:blip r:embed="rId7"/>
          <a:stretch>
            <a:fillRect/>
          </a:stretch>
        </p:blipFill>
        <p:spPr>
          <a:xfrm>
            <a:off x="4145752" y="2292095"/>
            <a:ext cx="173059" cy="155122"/>
          </a:xfrm>
          <a:prstGeom prst="rect">
            <a:avLst/>
          </a:prstGeom>
        </p:spPr>
      </p:pic>
      <p:pic>
        <p:nvPicPr>
          <p:cNvPr id="5" name="图片 4">
            <a:extLst>
              <a:ext uri="{FF2B5EF4-FFF2-40B4-BE49-F238E27FC236}">
                <a16:creationId xmlns:a16="http://schemas.microsoft.com/office/drawing/2014/main" id="{DD2C0930-A92F-E47B-0DB8-DF86FCEAFD21}"/>
              </a:ext>
            </a:extLst>
          </p:cNvPr>
          <p:cNvPicPr>
            <a:picLocks noChangeAspect="1"/>
          </p:cNvPicPr>
          <p:nvPr/>
        </p:nvPicPr>
        <p:blipFill>
          <a:blip r:embed="rId8"/>
          <a:stretch>
            <a:fillRect/>
          </a:stretch>
        </p:blipFill>
        <p:spPr>
          <a:xfrm>
            <a:off x="4318316" y="2294322"/>
            <a:ext cx="1898693" cy="210046"/>
          </a:xfrm>
          <a:prstGeom prst="rect">
            <a:avLst/>
          </a:prstGeom>
        </p:spPr>
      </p:pic>
      <p:sp>
        <p:nvSpPr>
          <p:cNvPr id="9" name="Rectangle 5">
            <a:extLst>
              <a:ext uri="{FF2B5EF4-FFF2-40B4-BE49-F238E27FC236}">
                <a16:creationId xmlns:a16="http://schemas.microsoft.com/office/drawing/2014/main" id="{9DBA5895-EB32-88F1-BC82-6BF66F4131C0}"/>
              </a:ext>
            </a:extLst>
          </p:cNvPr>
          <p:cNvSpPr/>
          <p:nvPr/>
        </p:nvSpPr>
        <p:spPr>
          <a:xfrm>
            <a:off x="1673384" y="1085290"/>
            <a:ext cx="1605237" cy="82235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224135">
              <a:defRPr/>
            </a:pPr>
            <a:r>
              <a:rPr lang="en-US" sz="900" b="1">
                <a:solidFill>
                  <a:srgbClr val="000000"/>
                </a:solidFill>
                <a:latin typeface="BISansOpti"/>
              </a:rPr>
              <a:t>Total Screened = 17</a:t>
            </a:r>
            <a:endParaRPr lang="en-US" sz="938" b="1">
              <a:solidFill>
                <a:srgbClr val="000000"/>
              </a:solidFill>
              <a:latin typeface="BISansOpti"/>
            </a:endParaRPr>
          </a:p>
          <a:p>
            <a:pPr defTabSz="224135">
              <a:defRPr/>
            </a:pPr>
            <a:r>
              <a:rPr lang="en-US" sz="900" b="1">
                <a:solidFill>
                  <a:srgbClr val="000000"/>
                </a:solidFill>
                <a:latin typeface="BISansOpti"/>
              </a:rPr>
              <a:t>Total Randomized =  10</a:t>
            </a:r>
          </a:p>
          <a:p>
            <a:pPr defTabSz="224135">
              <a:defRPr/>
            </a:pPr>
            <a:r>
              <a:rPr lang="en-US" altLang="zh-CN" sz="900" b="1">
                <a:solidFill>
                  <a:srgbClr val="000000"/>
                </a:solidFill>
                <a:latin typeface="BISansCond"/>
              </a:rPr>
              <a:t>Total Screen failure = 2</a:t>
            </a:r>
          </a:p>
          <a:p>
            <a:pPr defTabSz="224135">
              <a:defRPr/>
            </a:pPr>
            <a:r>
              <a:rPr lang="en-US" altLang="zh-CN" sz="900" b="1">
                <a:solidFill>
                  <a:srgbClr val="000000"/>
                </a:solidFill>
                <a:latin typeface="BISansOpti"/>
              </a:rPr>
              <a:t>Screen failure rate = 11.8%</a:t>
            </a:r>
          </a:p>
          <a:p>
            <a:pPr defTabSz="224135">
              <a:defRPr/>
            </a:pPr>
            <a:r>
              <a:rPr lang="en-US" altLang="zh-CN" sz="900" b="1">
                <a:solidFill>
                  <a:srgbClr val="000000"/>
                </a:solidFill>
                <a:latin typeface="BISansOpti"/>
              </a:rPr>
              <a:t>Early discontinuation= 0%</a:t>
            </a:r>
            <a:endParaRPr lang="en-US" altLang="zh-CN" sz="900" b="1">
              <a:solidFill>
                <a:srgbClr val="FF0000"/>
              </a:solidFill>
              <a:latin typeface="BISansOpti"/>
            </a:endParaRPr>
          </a:p>
        </p:txBody>
      </p:sp>
    </p:spTree>
    <p:extLst>
      <p:ext uri="{BB962C8B-B14F-4D97-AF65-F5344CB8AC3E}">
        <p14:creationId xmlns:p14="http://schemas.microsoft.com/office/powerpoint/2010/main" val="21741811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a:extLst>
              <a:ext uri="{FF2B5EF4-FFF2-40B4-BE49-F238E27FC236}">
                <a16:creationId xmlns:a16="http://schemas.microsoft.com/office/drawing/2014/main" id="{43F7C7AD-E09E-4304-A865-3CE95B50CC89}"/>
              </a:ext>
            </a:extLst>
          </p:cNvPr>
          <p:cNvSpPr/>
          <p:nvPr/>
        </p:nvSpPr>
        <p:spPr>
          <a:xfrm>
            <a:off x="6248303" y="3340534"/>
            <a:ext cx="2758133" cy="192024"/>
          </a:xfrm>
          <a:prstGeom prst="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a:defRPr/>
            </a:pPr>
            <a:r>
              <a:rPr lang="en-US" altLang="zh-CN" sz="800" b="1">
                <a:solidFill>
                  <a:srgbClr val="000000"/>
                </a:solidFill>
                <a:latin typeface="Calibri" panose="020F0502020204030204" pitchFamily="34" charset="0"/>
                <a:cs typeface="Calibri" panose="020F0502020204030204" pitchFamily="34" charset="0"/>
              </a:rPr>
              <a:t>Cross-over and OLE</a:t>
            </a:r>
            <a:endParaRPr lang="zh-CN" altLang="en-US" sz="800" b="1">
              <a:solidFill>
                <a:srgbClr val="000000"/>
              </a:solidFill>
              <a:latin typeface="Calibri" panose="020F0502020204030204" pitchFamily="34" charset="0"/>
              <a:cs typeface="Calibri" panose="020F0502020204030204" pitchFamily="34" charset="0"/>
            </a:endParaRPr>
          </a:p>
        </p:txBody>
      </p:sp>
      <p:sp>
        <p:nvSpPr>
          <p:cNvPr id="92" name="Rectangle 91">
            <a:extLst>
              <a:ext uri="{FF2B5EF4-FFF2-40B4-BE49-F238E27FC236}">
                <a16:creationId xmlns:a16="http://schemas.microsoft.com/office/drawing/2014/main" id="{6F180265-BFE3-43E1-BC97-F699E3D1BF61}"/>
              </a:ext>
            </a:extLst>
          </p:cNvPr>
          <p:cNvSpPr/>
          <p:nvPr/>
        </p:nvSpPr>
        <p:spPr>
          <a:xfrm>
            <a:off x="6248305" y="1498854"/>
            <a:ext cx="2758131" cy="192024"/>
          </a:xfrm>
          <a:prstGeom prst="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68580" tIns="34290" rIns="68580" bIns="34290" numCol="1" rtlCol="0" anchor="ctr" anchorCtr="0" compatLnSpc="1">
            <a:prstTxWarp prst="textNoShape">
              <a:avLst/>
            </a:prstTxWarp>
          </a:body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Cross-over and OLE</a:t>
            </a:r>
            <a:endParaRPr lang="zh-CN" altLang="en-US" sz="700" b="1">
              <a:solidFill>
                <a:srgbClr val="000000"/>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244433" y="33640"/>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r>
              <a:rPr lang="en-US" sz="2000" u="sng">
                <a:latin typeface="Calibri" panose="020F0502020204030204" pitchFamily="34" charset="0"/>
                <a:cs typeface="Calibri" panose="020F0502020204030204" pitchFamily="34" charset="0"/>
              </a:rPr>
              <a:t>:</a:t>
            </a:r>
            <a:br>
              <a:rPr lang="en-US" sz="2000">
                <a:latin typeface="Calibri" panose="020F0502020204030204" pitchFamily="34" charset="0"/>
                <a:cs typeface="Calibri" panose="020F0502020204030204" pitchFamily="34" charset="0"/>
              </a:rPr>
            </a:br>
            <a:r>
              <a:rPr lang="en-US" sz="2000">
                <a:latin typeface="Calibri" panose="020F0502020204030204" pitchFamily="34" charset="0"/>
                <a:cs typeface="Calibri" panose="020F0502020204030204" pitchFamily="34" charset="0"/>
              </a:rPr>
              <a:t>BI 655130 (</a:t>
            </a:r>
            <a:r>
              <a:rPr lang="en-US" altLang="zh-CN" sz="2000">
                <a:latin typeface="Calibri" panose="020F0502020204030204" pitchFamily="34" charset="0"/>
                <a:cs typeface="Calibri" panose="020F0502020204030204" pitchFamily="34" charset="0"/>
              </a:rPr>
              <a:t>Anti-IL36R</a:t>
            </a:r>
            <a:r>
              <a:rPr lang="en-US" sz="2000">
                <a:latin typeface="Calibri" panose="020F0502020204030204" pitchFamily="34" charset="0"/>
                <a:cs typeface="Calibri" panose="020F0502020204030204" pitchFamily="34" charset="0"/>
              </a:rPr>
              <a:t>): Netherton Syndrome (NS)</a:t>
            </a:r>
          </a:p>
        </p:txBody>
      </p:sp>
      <p:sp>
        <p:nvSpPr>
          <p:cNvPr id="11" name="Text Placeholder 10">
            <a:extLst>
              <a:ext uri="{FF2B5EF4-FFF2-40B4-BE49-F238E27FC236}">
                <a16:creationId xmlns:a16="http://schemas.microsoft.com/office/drawing/2014/main" id="{F42C07CB-EC5E-5F0E-2083-A3865B3A46BF}"/>
              </a:ext>
            </a:extLst>
          </p:cNvPr>
          <p:cNvSpPr>
            <a:spLocks noGrp="1"/>
          </p:cNvSpPr>
          <p:nvPr>
            <p:ph type="body" sz="quarter" idx="13"/>
          </p:nvPr>
        </p:nvSpPr>
        <p:spPr>
          <a:xfrm>
            <a:off x="1472959" y="4747917"/>
            <a:ext cx="8424000" cy="108000"/>
          </a:xfrm>
        </p:spPr>
        <p:txBody>
          <a:bodyPr/>
          <a:lstStyle/>
          <a:p>
            <a:r>
              <a:rPr lang="en-US" altLang="zh-CN"/>
              <a:t>OLE: open label extension</a:t>
            </a:r>
            <a:endParaRPr lang="zh-CN" altLang="en-US"/>
          </a:p>
        </p:txBody>
      </p:sp>
      <p:sp>
        <p:nvSpPr>
          <p:cNvPr id="8" name="页脚占位符 7"/>
          <p:cNvSpPr>
            <a:spLocks noGrp="1"/>
          </p:cNvSpPr>
          <p:nvPr>
            <p:ph type="ftr" sz="quarter" idx="19"/>
          </p:nvPr>
        </p:nvSpPr>
        <p:spPr/>
        <p:txBody>
          <a:bodyPr/>
          <a:lstStyle/>
          <a:p>
            <a:pPr algn="ctr" defTabSz="914288">
              <a:spcAft>
                <a:spcPts val="0"/>
              </a:spcAft>
              <a:defRPr/>
            </a:pPr>
            <a:r>
              <a:rPr lang="en-US" sz="750">
                <a:solidFill>
                  <a:srgbClr val="FFFFFF">
                    <a:lumMod val="50000"/>
                  </a:srgbClr>
                </a:solidFill>
                <a:latin typeface="BISansCond" panose="02000006050000020004" pitchFamily="2" charset="0"/>
              </a:rPr>
              <a:t>Confidential</a:t>
            </a:r>
            <a:endParaRPr lang="en-GB" sz="750">
              <a:solidFill>
                <a:srgbClr val="FFFFFF">
                  <a:lumMod val="50000"/>
                </a:srgbClr>
              </a:solidFill>
              <a:latin typeface="BISansCond" panose="02000006050000020004" pitchFamily="2" charset="0"/>
            </a:endParaRPr>
          </a:p>
        </p:txBody>
      </p:sp>
      <p:sp>
        <p:nvSpPr>
          <p:cNvPr id="9" name="灯片编号占位符 8"/>
          <p:cNvSpPr>
            <a:spLocks noGrp="1"/>
          </p:cNvSpPr>
          <p:nvPr>
            <p:ph type="sldNum" sz="quarter" idx="20"/>
          </p:nvPr>
        </p:nvSpPr>
        <p:spPr/>
        <p:txBody>
          <a:bodyPr/>
          <a:lstStyle/>
          <a:p>
            <a:pPr defTabSz="914288">
              <a:defRPr/>
            </a:pPr>
            <a:fld id="{143B55C4-4F5A-416B-997D-6CE47EB0A945}" type="slidenum">
              <a:rPr lang="en-GB" sz="750">
                <a:solidFill>
                  <a:srgbClr val="FFFFFF">
                    <a:lumMod val="50000"/>
                  </a:srgbClr>
                </a:solidFill>
                <a:latin typeface="BISansCond" panose="02000006050000020004" pitchFamily="2" charset="0"/>
              </a:rPr>
              <a:pPr defTabSz="914288">
                <a:defRPr/>
              </a:pPr>
              <a:t>57</a:t>
            </a:fld>
            <a:endParaRPr lang="en-GB" sz="750">
              <a:solidFill>
                <a:srgbClr val="FFFFFF">
                  <a:lumMod val="50000"/>
                </a:srgbClr>
              </a:solidFill>
              <a:latin typeface="BISansCond" panose="02000006050000020004" pitchFamily="2" charset="0"/>
            </a:endParaRPr>
          </a:p>
        </p:txBody>
      </p:sp>
      <p:sp>
        <p:nvSpPr>
          <p:cNvPr id="7" name="日期占位符 6"/>
          <p:cNvSpPr>
            <a:spLocks noGrp="1"/>
          </p:cNvSpPr>
          <p:nvPr>
            <p:ph type="dt" sz="half" idx="4294967295"/>
          </p:nvPr>
        </p:nvSpPr>
        <p:spPr>
          <a:xfrm>
            <a:off x="8618538" y="5002214"/>
            <a:ext cx="525462" cy="123825"/>
          </a:xfrm>
        </p:spPr>
        <p:txBody>
          <a:bodyPr/>
          <a:lstStyle/>
          <a:p>
            <a:pPr algn="r" defTabSz="914288">
              <a:defRPr/>
            </a:pPr>
            <a:fld id="{F905949E-1D36-48FF-8C29-AEE1C5C49519}" type="datetime1">
              <a:rPr lang="en-US" sz="750">
                <a:solidFill>
                  <a:srgbClr val="FFFFFF">
                    <a:lumMod val="50000"/>
                  </a:srgbClr>
                </a:solidFill>
                <a:latin typeface="BISansCond" panose="02000006050000020004" pitchFamily="2" charset="0"/>
              </a:rPr>
              <a:pPr algn="r" defTabSz="914288">
                <a:defRPr/>
              </a:pPr>
              <a:t>9/11/2024</a:t>
            </a:fld>
            <a:endParaRPr lang="en-GB" sz="750">
              <a:solidFill>
                <a:srgbClr val="FFFFFF">
                  <a:lumMod val="50000"/>
                </a:srgbClr>
              </a:solidFill>
              <a:latin typeface="BISansCond" panose="02000006050000020004" pitchFamily="2" charset="0"/>
            </a:endParaRPr>
          </a:p>
        </p:txBody>
      </p: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964008" y="736746"/>
          <a:ext cx="7994200" cy="514350"/>
        </p:xfrm>
        <a:graphic>
          <a:graphicData uri="http://schemas.openxmlformats.org/drawingml/2006/table">
            <a:tbl>
              <a:tblPr firstRow="1" bandRow="1"/>
              <a:tblGrid>
                <a:gridCol w="399710">
                  <a:extLst>
                    <a:ext uri="{9D8B030D-6E8A-4147-A177-3AD203B41FA5}">
                      <a16:colId xmlns:a16="http://schemas.microsoft.com/office/drawing/2014/main" val="3091663135"/>
                    </a:ext>
                  </a:extLst>
                </a:gridCol>
                <a:gridCol w="399710">
                  <a:extLst>
                    <a:ext uri="{9D8B030D-6E8A-4147-A177-3AD203B41FA5}">
                      <a16:colId xmlns:a16="http://schemas.microsoft.com/office/drawing/2014/main" val="2003423086"/>
                    </a:ext>
                  </a:extLst>
                </a:gridCol>
                <a:gridCol w="399710">
                  <a:extLst>
                    <a:ext uri="{9D8B030D-6E8A-4147-A177-3AD203B41FA5}">
                      <a16:colId xmlns:a16="http://schemas.microsoft.com/office/drawing/2014/main" val="2466911814"/>
                    </a:ext>
                  </a:extLst>
                </a:gridCol>
                <a:gridCol w="399710">
                  <a:extLst>
                    <a:ext uri="{9D8B030D-6E8A-4147-A177-3AD203B41FA5}">
                      <a16:colId xmlns:a16="http://schemas.microsoft.com/office/drawing/2014/main" val="3023231563"/>
                    </a:ext>
                  </a:extLst>
                </a:gridCol>
                <a:gridCol w="399710">
                  <a:extLst>
                    <a:ext uri="{9D8B030D-6E8A-4147-A177-3AD203B41FA5}">
                      <a16:colId xmlns:a16="http://schemas.microsoft.com/office/drawing/2014/main" val="3411862845"/>
                    </a:ext>
                  </a:extLst>
                </a:gridCol>
                <a:gridCol w="399710">
                  <a:extLst>
                    <a:ext uri="{9D8B030D-6E8A-4147-A177-3AD203B41FA5}">
                      <a16:colId xmlns:a16="http://schemas.microsoft.com/office/drawing/2014/main" val="2851474774"/>
                    </a:ext>
                  </a:extLst>
                </a:gridCol>
                <a:gridCol w="399710">
                  <a:extLst>
                    <a:ext uri="{9D8B030D-6E8A-4147-A177-3AD203B41FA5}">
                      <a16:colId xmlns:a16="http://schemas.microsoft.com/office/drawing/2014/main" val="107595344"/>
                    </a:ext>
                  </a:extLst>
                </a:gridCol>
                <a:gridCol w="399710">
                  <a:extLst>
                    <a:ext uri="{9D8B030D-6E8A-4147-A177-3AD203B41FA5}">
                      <a16:colId xmlns:a16="http://schemas.microsoft.com/office/drawing/2014/main" val="1666999431"/>
                    </a:ext>
                  </a:extLst>
                </a:gridCol>
                <a:gridCol w="399710">
                  <a:extLst>
                    <a:ext uri="{9D8B030D-6E8A-4147-A177-3AD203B41FA5}">
                      <a16:colId xmlns:a16="http://schemas.microsoft.com/office/drawing/2014/main" val="3696607442"/>
                    </a:ext>
                  </a:extLst>
                </a:gridCol>
                <a:gridCol w="399710">
                  <a:extLst>
                    <a:ext uri="{9D8B030D-6E8A-4147-A177-3AD203B41FA5}">
                      <a16:colId xmlns:a16="http://schemas.microsoft.com/office/drawing/2014/main" val="223989776"/>
                    </a:ext>
                  </a:extLst>
                </a:gridCol>
                <a:gridCol w="399710">
                  <a:extLst>
                    <a:ext uri="{9D8B030D-6E8A-4147-A177-3AD203B41FA5}">
                      <a16:colId xmlns:a16="http://schemas.microsoft.com/office/drawing/2014/main" val="124731204"/>
                    </a:ext>
                  </a:extLst>
                </a:gridCol>
                <a:gridCol w="399710">
                  <a:extLst>
                    <a:ext uri="{9D8B030D-6E8A-4147-A177-3AD203B41FA5}">
                      <a16:colId xmlns:a16="http://schemas.microsoft.com/office/drawing/2014/main" val="3066978585"/>
                    </a:ext>
                  </a:extLst>
                </a:gridCol>
                <a:gridCol w="399710">
                  <a:extLst>
                    <a:ext uri="{9D8B030D-6E8A-4147-A177-3AD203B41FA5}">
                      <a16:colId xmlns:a16="http://schemas.microsoft.com/office/drawing/2014/main" val="1064917641"/>
                    </a:ext>
                  </a:extLst>
                </a:gridCol>
                <a:gridCol w="399710">
                  <a:extLst>
                    <a:ext uri="{9D8B030D-6E8A-4147-A177-3AD203B41FA5}">
                      <a16:colId xmlns:a16="http://schemas.microsoft.com/office/drawing/2014/main" val="4221117315"/>
                    </a:ext>
                  </a:extLst>
                </a:gridCol>
                <a:gridCol w="399710">
                  <a:extLst>
                    <a:ext uri="{9D8B030D-6E8A-4147-A177-3AD203B41FA5}">
                      <a16:colId xmlns:a16="http://schemas.microsoft.com/office/drawing/2014/main" val="3266065341"/>
                    </a:ext>
                  </a:extLst>
                </a:gridCol>
                <a:gridCol w="399710">
                  <a:extLst>
                    <a:ext uri="{9D8B030D-6E8A-4147-A177-3AD203B41FA5}">
                      <a16:colId xmlns:a16="http://schemas.microsoft.com/office/drawing/2014/main" val="2374051224"/>
                    </a:ext>
                  </a:extLst>
                </a:gridCol>
                <a:gridCol w="399710">
                  <a:extLst>
                    <a:ext uri="{9D8B030D-6E8A-4147-A177-3AD203B41FA5}">
                      <a16:colId xmlns:a16="http://schemas.microsoft.com/office/drawing/2014/main" val="1840388365"/>
                    </a:ext>
                  </a:extLst>
                </a:gridCol>
                <a:gridCol w="399710">
                  <a:extLst>
                    <a:ext uri="{9D8B030D-6E8A-4147-A177-3AD203B41FA5}">
                      <a16:colId xmlns:a16="http://schemas.microsoft.com/office/drawing/2014/main" val="267750830"/>
                    </a:ext>
                  </a:extLst>
                </a:gridCol>
                <a:gridCol w="399710">
                  <a:extLst>
                    <a:ext uri="{9D8B030D-6E8A-4147-A177-3AD203B41FA5}">
                      <a16:colId xmlns:a16="http://schemas.microsoft.com/office/drawing/2014/main" val="3966469970"/>
                    </a:ext>
                  </a:extLst>
                </a:gridCol>
                <a:gridCol w="399710">
                  <a:extLst>
                    <a:ext uri="{9D8B030D-6E8A-4147-A177-3AD203B41FA5}">
                      <a16:colId xmlns:a16="http://schemas.microsoft.com/office/drawing/2014/main" val="2522973146"/>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2022</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p>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p>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651990" y="907356"/>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118" name="Isosceles Triangle 117"/>
          <p:cNvSpPr/>
          <p:nvPr/>
        </p:nvSpPr>
        <p:spPr>
          <a:xfrm rot="5400000">
            <a:off x="8802713"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88">
              <a:defRPr/>
            </a:pPr>
            <a:endParaRPr lang="en-US" sz="1400" err="1">
              <a:solidFill>
                <a:srgbClr val="000000"/>
              </a:solidFill>
              <a:latin typeface="BISansCond"/>
            </a:endParaRPr>
          </a:p>
        </p:txBody>
      </p:sp>
      <p:sp>
        <p:nvSpPr>
          <p:cNvPr id="82" name="TextBox 81"/>
          <p:cNvSpPr txBox="1"/>
          <p:nvPr/>
        </p:nvSpPr>
        <p:spPr>
          <a:xfrm>
            <a:off x="-1" y="1615321"/>
            <a:ext cx="496261"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Ph2/3- </a:t>
            </a:r>
            <a:r>
              <a:rPr lang="en-US" sz="800" b="1">
                <a:solidFill>
                  <a:srgbClr val="0066CC"/>
                </a:solidFill>
                <a:latin typeface="Calibri" panose="020F0502020204030204" pitchFamily="34" charset="0"/>
                <a:cs typeface="Calibri" panose="020F0502020204030204" pitchFamily="34" charset="0"/>
              </a:rPr>
              <a:t>1368.0104</a:t>
            </a: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3252010" y="1498854"/>
            <a:ext cx="1974236"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Ph II/III N=39</a:t>
            </a:r>
          </a:p>
        </p:txBody>
      </p:sp>
      <p:sp>
        <p:nvSpPr>
          <p:cNvPr id="85" name="Star: 4 Points 143">
            <a:extLst>
              <a:ext uri="{FF2B5EF4-FFF2-40B4-BE49-F238E27FC236}">
                <a16:creationId xmlns:a16="http://schemas.microsoft.com/office/drawing/2014/main" id="{B361C849-6669-4EC4-A9AD-EB1BCC463147}"/>
              </a:ext>
            </a:extLst>
          </p:cNvPr>
          <p:cNvSpPr/>
          <p:nvPr/>
        </p:nvSpPr>
        <p:spPr bwMode="auto">
          <a:xfrm>
            <a:off x="3157126" y="164660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2986845" y="136920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Jun2023</a:t>
            </a:r>
          </a:p>
        </p:txBody>
      </p:sp>
      <p:pic>
        <p:nvPicPr>
          <p:cNvPr id="2" name="Picture 1"/>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44842" y="1104232"/>
            <a:ext cx="853514" cy="420660"/>
          </a:xfrm>
          <a:prstGeom prst="rect">
            <a:avLst/>
          </a:prstGeom>
        </p:spPr>
      </p:pic>
      <p:pic>
        <p:nvPicPr>
          <p:cNvPr id="57" name="Picture 56" descr="Traffic light - Simple English Wikipedia, the free ..."/>
          <p:cNvPicPr>
            <a:picLocks noChangeAspect="1"/>
          </p:cNvPicPr>
          <p:nvPr/>
        </p:nvPicPr>
        <p:blipFill rotWithShape="1">
          <a:blip r:embed="rId34"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6898864" y="1671229"/>
            <a:ext cx="135272" cy="135272"/>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61" name="OTLSHAPE_T_e17f3958430f4cff8650518c93c7635e_StartDate">
            <a:extLst>
              <a:ext uri="{FF2B5EF4-FFF2-40B4-BE49-F238E27FC236}">
                <a16:creationId xmlns:a16="http://schemas.microsoft.com/office/drawing/2014/main" id="{D643E911-B96A-44DB-A0EE-E86967AE7969}"/>
              </a:ext>
            </a:extLst>
          </p:cNvPr>
          <p:cNvSpPr txBox="1"/>
          <p:nvPr>
            <p:custDataLst>
              <p:tags r:id="rId2"/>
            </p:custDataLst>
          </p:nvPr>
        </p:nvSpPr>
        <p:spPr>
          <a:xfrm>
            <a:off x="6446490" y="1849294"/>
            <a:ext cx="996928" cy="215444"/>
          </a:xfrm>
          <a:prstGeom prst="rect">
            <a:avLst/>
          </a:prstGeom>
          <a:noFill/>
        </p:spPr>
        <p:txBody>
          <a:bodyPr vert="horz" wrap="square" lIns="0" tIns="0" rIns="0" bIns="0" rtlCol="0" anchor="ctr" anchorCtr="0">
            <a:spAutoFit/>
          </a:bodyPr>
          <a:lstStyle/>
          <a:p>
            <a:pPr algn="ctr" defTabSz="914265">
              <a:defRPr/>
            </a:pPr>
            <a:r>
              <a:rPr lang="en-US" altLang="zh-CN" sz="700" b="1" err="1">
                <a:solidFill>
                  <a:srgbClr val="44546A"/>
                </a:solidFill>
                <a:latin typeface="Calibri" panose="020F0502020204030204" pitchFamily="34" charset="0"/>
              </a:rPr>
              <a:t>sNDA</a:t>
            </a:r>
            <a:r>
              <a:rPr lang="en-US" altLang="zh-CN" sz="700" b="1">
                <a:solidFill>
                  <a:srgbClr val="44546A"/>
                </a:solidFill>
                <a:latin typeface="Calibri" panose="020F0502020204030204" pitchFamily="34" charset="0"/>
              </a:rPr>
              <a:t> submission </a:t>
            </a:r>
          </a:p>
          <a:p>
            <a:pPr algn="ctr" defTabSz="914265">
              <a:defRPr/>
            </a:pPr>
            <a:r>
              <a:rPr lang="en-US" altLang="zh-CN" sz="700" b="1">
                <a:solidFill>
                  <a:srgbClr val="FF0000"/>
                </a:solidFill>
                <a:latin typeface="Calibri" panose="020F0502020204030204" pitchFamily="34" charset="0"/>
              </a:rPr>
              <a:t>Sep 2025 </a:t>
            </a:r>
          </a:p>
        </p:txBody>
      </p:sp>
      <p:sp>
        <p:nvSpPr>
          <p:cNvPr id="75" name="Rectangle: Rounded Corners 74">
            <a:extLst>
              <a:ext uri="{FF2B5EF4-FFF2-40B4-BE49-F238E27FC236}">
                <a16:creationId xmlns:a16="http://schemas.microsoft.com/office/drawing/2014/main" id="{23E443ED-C91E-4425-963C-DB47A7F0B19C}"/>
              </a:ext>
            </a:extLst>
          </p:cNvPr>
          <p:cNvSpPr/>
          <p:nvPr/>
        </p:nvSpPr>
        <p:spPr>
          <a:xfrm>
            <a:off x="978516" y="4078289"/>
            <a:ext cx="6626167" cy="404024"/>
          </a:xfrm>
          <a:prstGeom prst="round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68906" indent="-168906" defTabSz="914265">
              <a:buFont typeface="Arial" panose="020B0604020202020204" pitchFamily="34" charset="0"/>
              <a:buChar char="•"/>
              <a:defRPr/>
            </a:pPr>
            <a:r>
              <a:rPr lang="en-US" altLang="zh-CN" sz="800">
                <a:solidFill>
                  <a:schemeClr val="tx1"/>
                </a:solidFill>
                <a:latin typeface="BISans"/>
              </a:rPr>
              <a:t>7 patients screened, </a:t>
            </a:r>
            <a:r>
              <a:rPr lang="en-US" altLang="zh-CN" sz="800" b="1">
                <a:solidFill>
                  <a:schemeClr val="tx1"/>
                </a:solidFill>
                <a:latin typeface="BISans"/>
              </a:rPr>
              <a:t>6</a:t>
            </a:r>
            <a:r>
              <a:rPr lang="en-US" altLang="zh-CN" sz="800">
                <a:solidFill>
                  <a:schemeClr val="tx1"/>
                </a:solidFill>
                <a:latin typeface="BISans"/>
              </a:rPr>
              <a:t> randomized (~15% of entire population, original committed 3 patients), </a:t>
            </a:r>
            <a:r>
              <a:rPr lang="en-US" altLang="zh-CN" sz="800" b="1">
                <a:solidFill>
                  <a:schemeClr val="tx1"/>
                </a:solidFill>
                <a:latin typeface="BISans"/>
              </a:rPr>
              <a:t>1</a:t>
            </a:r>
            <a:r>
              <a:rPr lang="en-US" altLang="zh-CN" sz="800">
                <a:solidFill>
                  <a:schemeClr val="tx1"/>
                </a:solidFill>
                <a:latin typeface="BISans"/>
              </a:rPr>
              <a:t> discontinued (withdraw by subject), </a:t>
            </a:r>
            <a:r>
              <a:rPr lang="en-US" altLang="zh-CN" sz="800" b="1">
                <a:solidFill>
                  <a:schemeClr val="tx1"/>
                </a:solidFill>
                <a:latin typeface="BISans"/>
              </a:rPr>
              <a:t>continue to enroll adolescents. </a:t>
            </a:r>
            <a:endParaRPr lang="en-US" altLang="zh-CN" sz="800">
              <a:solidFill>
                <a:schemeClr val="tx1"/>
              </a:solidFill>
              <a:latin typeface="BISans"/>
            </a:endParaRPr>
          </a:p>
          <a:p>
            <a:pPr marL="168906" indent="-168906" defTabSz="914265">
              <a:buFont typeface="Arial" panose="020B0604020202020204" pitchFamily="34" charset="0"/>
              <a:buChar char="•"/>
              <a:defRPr/>
            </a:pPr>
            <a:r>
              <a:rPr lang="en-US" altLang="zh-CN" sz="800">
                <a:solidFill>
                  <a:schemeClr val="tx1"/>
                </a:solidFill>
                <a:latin typeface="BISans"/>
              </a:rPr>
              <a:t>CTP amendment (a 2-year OLE added) submitted on Feb 24, target approval in May</a:t>
            </a:r>
          </a:p>
        </p:txBody>
      </p:sp>
      <p:sp>
        <p:nvSpPr>
          <p:cNvPr id="107" name="OTLSHAPE_T_e17f3958430f4cff8650518c93c7635e_StartDate">
            <a:extLst>
              <a:ext uri="{FF2B5EF4-FFF2-40B4-BE49-F238E27FC236}">
                <a16:creationId xmlns:a16="http://schemas.microsoft.com/office/drawing/2014/main" id="{FD43DEAD-0A6B-403E-9224-705A3FF31589}"/>
              </a:ext>
            </a:extLst>
          </p:cNvPr>
          <p:cNvSpPr txBox="1"/>
          <p:nvPr>
            <p:custDataLst>
              <p:tags r:id="rId3"/>
            </p:custDataLst>
          </p:nvPr>
        </p:nvSpPr>
        <p:spPr>
          <a:xfrm>
            <a:off x="2974086" y="174562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FSS</a:t>
            </a:r>
            <a:endParaRPr lang="zh-CN" altLang="en-US" sz="600" b="1">
              <a:solidFill>
                <a:srgbClr val="44546A"/>
              </a:solidFill>
              <a:latin typeface="Calibri" panose="020F0502020204030204" pitchFamily="34" charset="0"/>
            </a:endParaRPr>
          </a:p>
        </p:txBody>
      </p:sp>
      <p:sp>
        <p:nvSpPr>
          <p:cNvPr id="109" name="OTLSHAPE_T_e17f3958430f4cff8650518c93c7635e_StartDate">
            <a:extLst>
              <a:ext uri="{FF2B5EF4-FFF2-40B4-BE49-F238E27FC236}">
                <a16:creationId xmlns:a16="http://schemas.microsoft.com/office/drawing/2014/main" id="{D74E1CD6-2FF1-49B0-82A1-BF1047B041D0}"/>
              </a:ext>
            </a:extLst>
          </p:cNvPr>
          <p:cNvSpPr txBox="1"/>
          <p:nvPr>
            <p:custDataLst>
              <p:tags r:id="rId4"/>
            </p:custDataLst>
          </p:nvPr>
        </p:nvSpPr>
        <p:spPr>
          <a:xfrm>
            <a:off x="4933245" y="174562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LSS</a:t>
            </a:r>
            <a:endParaRPr lang="zh-CN" altLang="en-US" sz="600" b="1">
              <a:solidFill>
                <a:srgbClr val="44546A"/>
              </a:solidFill>
              <a:latin typeface="Calibri" panose="020F0502020204030204" pitchFamily="34" charset="0"/>
            </a:endParaRPr>
          </a:p>
        </p:txBody>
      </p:sp>
      <p:sp>
        <p:nvSpPr>
          <p:cNvPr id="110" name="OTLSHAPE_T_e17f3958430f4cff8650518c93c7635e_StartDate">
            <a:extLst>
              <a:ext uri="{FF2B5EF4-FFF2-40B4-BE49-F238E27FC236}">
                <a16:creationId xmlns:a16="http://schemas.microsoft.com/office/drawing/2014/main" id="{D816FDA8-E63C-40E1-A1D6-CA3F63210C04}"/>
              </a:ext>
            </a:extLst>
          </p:cNvPr>
          <p:cNvSpPr txBox="1"/>
          <p:nvPr>
            <p:custDataLst>
              <p:tags r:id="rId5"/>
            </p:custDataLst>
          </p:nvPr>
        </p:nvSpPr>
        <p:spPr>
          <a:xfrm>
            <a:off x="4915890" y="136920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Aug 2024</a:t>
            </a:r>
          </a:p>
        </p:txBody>
      </p:sp>
      <p:pic>
        <p:nvPicPr>
          <p:cNvPr id="12" name="Graphic 11" descr="Flag with solid fill">
            <a:extLst>
              <a:ext uri="{FF2B5EF4-FFF2-40B4-BE49-F238E27FC236}">
                <a16:creationId xmlns:a16="http://schemas.microsoft.com/office/drawing/2014/main" id="{316AA229-F87D-4CEB-8EA7-D7E9C9D5FD41}"/>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7667908" y="1662696"/>
            <a:ext cx="185042" cy="185042"/>
          </a:xfrm>
          <a:prstGeom prst="rect">
            <a:avLst/>
          </a:prstGeom>
        </p:spPr>
      </p:pic>
      <p:cxnSp>
        <p:nvCxnSpPr>
          <p:cNvPr id="35" name="Straight Connector 34">
            <a:extLst>
              <a:ext uri="{FF2B5EF4-FFF2-40B4-BE49-F238E27FC236}">
                <a16:creationId xmlns:a16="http://schemas.microsoft.com/office/drawing/2014/main" id="{436ACD96-F109-4B78-8CA0-41A60C95691E}"/>
              </a:ext>
            </a:extLst>
          </p:cNvPr>
          <p:cNvCxnSpPr>
            <a:cxnSpLocks/>
          </p:cNvCxnSpPr>
          <p:nvPr/>
        </p:nvCxnSpPr>
        <p:spPr bwMode="auto">
          <a:xfrm flipH="1">
            <a:off x="0" y="2902596"/>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36" name="OTLSHAPE_T_5a934a26f311425e8ebaa0f45e6533ad_Shape">
            <a:extLst>
              <a:ext uri="{FF2B5EF4-FFF2-40B4-BE49-F238E27FC236}">
                <a16:creationId xmlns:a16="http://schemas.microsoft.com/office/drawing/2014/main" id="{9ADF8A0F-CE20-4024-9856-EA35D6A5FB23}"/>
              </a:ext>
            </a:extLst>
          </p:cNvPr>
          <p:cNvSpPr/>
          <p:nvPr/>
        </p:nvSpPr>
        <p:spPr bwMode="auto">
          <a:xfrm>
            <a:off x="3357433" y="3340534"/>
            <a:ext cx="1882886"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Recruitment Window: ~18m  (N=3/39)</a:t>
            </a:r>
          </a:p>
        </p:txBody>
      </p:sp>
      <p:pic>
        <p:nvPicPr>
          <p:cNvPr id="37" name="Picture 36">
            <a:extLst>
              <a:ext uri="{FF2B5EF4-FFF2-40B4-BE49-F238E27FC236}">
                <a16:creationId xmlns:a16="http://schemas.microsoft.com/office/drawing/2014/main" id="{CCE2F062-9749-4EF6-A648-F09CDAD02E44}"/>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43638" y="2967425"/>
            <a:ext cx="853514" cy="420660"/>
          </a:xfrm>
          <a:prstGeom prst="rect">
            <a:avLst/>
          </a:prstGeom>
        </p:spPr>
      </p:pic>
      <p:sp>
        <p:nvSpPr>
          <p:cNvPr id="38" name="TextBox 37">
            <a:extLst>
              <a:ext uri="{FF2B5EF4-FFF2-40B4-BE49-F238E27FC236}">
                <a16:creationId xmlns:a16="http://schemas.microsoft.com/office/drawing/2014/main" id="{98802020-9790-4883-B192-4EF2D02140BF}"/>
              </a:ext>
            </a:extLst>
          </p:cNvPr>
          <p:cNvSpPr txBox="1"/>
          <p:nvPr/>
        </p:nvSpPr>
        <p:spPr>
          <a:xfrm>
            <a:off x="48642" y="3379573"/>
            <a:ext cx="496261"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Ph2/3-</a:t>
            </a:r>
          </a:p>
          <a:p>
            <a:pPr algn="ctr" defTabSz="914288">
              <a:defRPr/>
            </a:pPr>
            <a:r>
              <a:rPr lang="en-US" sz="800" b="1">
                <a:solidFill>
                  <a:srgbClr val="0066CC"/>
                </a:solidFill>
                <a:latin typeface="Calibri" panose="020F0502020204030204" pitchFamily="34" charset="0"/>
                <a:cs typeface="Calibri" panose="020F0502020204030204" pitchFamily="34" charset="0"/>
              </a:rPr>
              <a:t>1368.0104</a:t>
            </a:r>
          </a:p>
        </p:txBody>
      </p:sp>
      <p:sp>
        <p:nvSpPr>
          <p:cNvPr id="46" name="OTLSHAPE_T_e17f3958430f4cff8650518c93c7635e_StartDate">
            <a:extLst>
              <a:ext uri="{FF2B5EF4-FFF2-40B4-BE49-F238E27FC236}">
                <a16:creationId xmlns:a16="http://schemas.microsoft.com/office/drawing/2014/main" id="{F0B83CCA-E2EC-4D70-A001-8B8BDE7063F3}"/>
              </a:ext>
            </a:extLst>
          </p:cNvPr>
          <p:cNvSpPr txBox="1"/>
          <p:nvPr>
            <p:custDataLst>
              <p:tags r:id="rId6"/>
            </p:custDataLst>
          </p:nvPr>
        </p:nvSpPr>
        <p:spPr>
          <a:xfrm>
            <a:off x="7449443" y="3698033"/>
            <a:ext cx="1163044" cy="323165"/>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rPr>
              <a:t>CN </a:t>
            </a:r>
            <a:r>
              <a:rPr lang="en-US" altLang="zh-CN" sz="700" b="1" err="1">
                <a:solidFill>
                  <a:srgbClr val="44546A"/>
                </a:solidFill>
                <a:latin typeface="Calibri" panose="020F0502020204030204" pitchFamily="34" charset="0"/>
              </a:rPr>
              <a:t>sNDA</a:t>
            </a:r>
            <a:r>
              <a:rPr lang="en-US" altLang="zh-CN" sz="700" b="1">
                <a:solidFill>
                  <a:srgbClr val="44546A"/>
                </a:solidFill>
                <a:latin typeface="Calibri" panose="020F0502020204030204" pitchFamily="34" charset="0"/>
              </a:rPr>
              <a:t> </a:t>
            </a:r>
            <a:r>
              <a:rPr lang="en-US" altLang="zh-CN" sz="700" b="1" err="1">
                <a:solidFill>
                  <a:srgbClr val="44546A"/>
                </a:solidFill>
                <a:latin typeface="Calibri" panose="020F0502020204030204" pitchFamily="34" charset="0"/>
              </a:rPr>
              <a:t>approv</a:t>
            </a:r>
            <a:r>
              <a:rPr lang="en-US" altLang="zh-CN" sz="700" b="1">
                <a:solidFill>
                  <a:srgbClr val="44546A"/>
                </a:solidFill>
                <a:latin typeface="Calibri" panose="020F0502020204030204" pitchFamily="34" charset="0"/>
              </a:rPr>
              <a:t>.</a:t>
            </a:r>
          </a:p>
          <a:p>
            <a:pPr algn="ctr" defTabSz="914265">
              <a:defRPr/>
            </a:pPr>
            <a:r>
              <a:rPr lang="en-US" altLang="zh-CN" sz="700" b="1">
                <a:solidFill>
                  <a:srgbClr val="FF0000"/>
                </a:solidFill>
                <a:latin typeface="Calibri" panose="020F0502020204030204" pitchFamily="34" charset="0"/>
              </a:rPr>
              <a:t>Best case: Jul 2026</a:t>
            </a:r>
          </a:p>
          <a:p>
            <a:pPr algn="ctr" defTabSz="914265">
              <a:defRPr/>
            </a:pPr>
            <a:r>
              <a:rPr lang="en-US" altLang="zh-CN" sz="700" b="1">
                <a:solidFill>
                  <a:srgbClr val="FF0000"/>
                </a:solidFill>
                <a:latin typeface="Calibri" panose="020F0502020204030204" pitchFamily="34" charset="0"/>
              </a:rPr>
              <a:t>Base case: Dec 2026 </a:t>
            </a:r>
          </a:p>
        </p:txBody>
      </p:sp>
      <p:sp>
        <p:nvSpPr>
          <p:cNvPr id="52" name="OTLSHAPE_T_e17f3958430f4cff8650518c93c7635e_StartDate">
            <a:extLst>
              <a:ext uri="{FF2B5EF4-FFF2-40B4-BE49-F238E27FC236}">
                <a16:creationId xmlns:a16="http://schemas.microsoft.com/office/drawing/2014/main" id="{4C45786F-521A-4805-A7C7-96FC768A731E}"/>
              </a:ext>
            </a:extLst>
          </p:cNvPr>
          <p:cNvSpPr txBox="1"/>
          <p:nvPr>
            <p:custDataLst>
              <p:tags r:id="rId7"/>
            </p:custDataLst>
          </p:nvPr>
        </p:nvSpPr>
        <p:spPr>
          <a:xfrm>
            <a:off x="2219707" y="3595778"/>
            <a:ext cx="645678" cy="92333"/>
          </a:xfrm>
          <a:prstGeom prst="rect">
            <a:avLst/>
          </a:prstGeom>
          <a:noFill/>
        </p:spPr>
        <p:txBody>
          <a:bodyPr vert="horz" wrap="square" lIns="0" tIns="0" rIns="0" bIns="0" rtlCol="0" anchor="ctr" anchorCtr="0">
            <a:spAutoFit/>
          </a:bodyPr>
          <a:lstStyle/>
          <a:p>
            <a:pPr algn="ctr" defTabSz="914265">
              <a:defRPr/>
            </a:pPr>
            <a:r>
              <a:rPr lang="en-US" altLang="zh-CN" sz="600" b="1">
                <a:solidFill>
                  <a:srgbClr val="44546A"/>
                </a:solidFill>
                <a:latin typeface="Calibri" panose="020F0502020204030204" pitchFamily="34" charset="0"/>
              </a:rPr>
              <a:t>CTA</a:t>
            </a:r>
            <a:endParaRPr lang="zh-CN" altLang="en-US" sz="600" b="1">
              <a:solidFill>
                <a:srgbClr val="44546A"/>
              </a:solidFill>
              <a:latin typeface="Calibri"/>
              <a:cs typeface="Calibri"/>
            </a:endParaRPr>
          </a:p>
        </p:txBody>
      </p:sp>
      <p:sp>
        <p:nvSpPr>
          <p:cNvPr id="53" name="OTLSHAPE_T_e17f3958430f4cff8650518c93c7635e_Shape">
            <a:extLst>
              <a:ext uri="{FF2B5EF4-FFF2-40B4-BE49-F238E27FC236}">
                <a16:creationId xmlns:a16="http://schemas.microsoft.com/office/drawing/2014/main" id="{CA18E502-8190-41B9-A1CE-3AEEED81BB62}"/>
              </a:ext>
            </a:extLst>
          </p:cNvPr>
          <p:cNvSpPr/>
          <p:nvPr>
            <p:custDataLst>
              <p:tags r:id="rId8"/>
            </p:custDataLst>
          </p:nvPr>
        </p:nvSpPr>
        <p:spPr bwMode="auto">
          <a:xfrm>
            <a:off x="2560048" y="3340534"/>
            <a:ext cx="797384"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914288" fontAlgn="base">
              <a:spcBef>
                <a:spcPct val="0"/>
              </a:spcBef>
              <a:spcAft>
                <a:spcPct val="0"/>
              </a:spcAft>
              <a:defRPr/>
            </a:pPr>
            <a:r>
              <a:rPr lang="en-US" altLang="zh-CN" sz="700" b="1">
                <a:solidFill>
                  <a:srgbClr val="000000"/>
                </a:solidFill>
                <a:latin typeface="Calibri" panose="020F0502020204030204" pitchFamily="34" charset="0"/>
                <a:cs typeface="Calibri" panose="020F0502020204030204" pitchFamily="34" charset="0"/>
              </a:rPr>
              <a:t>CTA Review + EC + HGRAC (6m) </a:t>
            </a:r>
            <a:endParaRPr lang="zh-CN" altLang="en-US" sz="700" b="1">
              <a:solidFill>
                <a:srgbClr val="000000"/>
              </a:solidFill>
              <a:latin typeface="Calibri" panose="020F0502020204030204" pitchFamily="34" charset="0"/>
              <a:cs typeface="Calibri" panose="020F0502020204030204" pitchFamily="34" charset="0"/>
            </a:endParaRPr>
          </a:p>
        </p:txBody>
      </p:sp>
      <p:sp>
        <p:nvSpPr>
          <p:cNvPr id="56" name="Rectangle 55">
            <a:extLst>
              <a:ext uri="{FF2B5EF4-FFF2-40B4-BE49-F238E27FC236}">
                <a16:creationId xmlns:a16="http://schemas.microsoft.com/office/drawing/2014/main" id="{5D074A22-65BF-41A0-91DF-4AD3777BD2CD}"/>
              </a:ext>
            </a:extLst>
          </p:cNvPr>
          <p:cNvSpPr/>
          <p:nvPr/>
        </p:nvSpPr>
        <p:spPr>
          <a:xfrm>
            <a:off x="3173156" y="3557674"/>
            <a:ext cx="454065" cy="184666"/>
          </a:xfrm>
          <a:prstGeom prst="rect">
            <a:avLst/>
          </a:prstGeom>
        </p:spPr>
        <p:txBody>
          <a:bodyPr wrap="square">
            <a:spAutoFit/>
          </a:bodyPr>
          <a:lstStyle/>
          <a:p>
            <a:pPr algn="ctr" defTabSz="914265">
              <a:defRPr/>
            </a:pPr>
            <a:r>
              <a:rPr lang="en-US" altLang="zh-CN" sz="600" b="1">
                <a:solidFill>
                  <a:srgbClr val="44546A"/>
                </a:solidFill>
                <a:latin typeface="Calibri" panose="020F0502020204030204" pitchFamily="34" charset="0"/>
              </a:rPr>
              <a:t>1</a:t>
            </a:r>
            <a:r>
              <a:rPr lang="en-US" altLang="zh-CN" sz="600" b="1" baseline="30000">
                <a:solidFill>
                  <a:srgbClr val="44546A"/>
                </a:solidFill>
                <a:latin typeface="Calibri" panose="020F0502020204030204" pitchFamily="34" charset="0"/>
              </a:rPr>
              <a:t>st</a:t>
            </a:r>
            <a:r>
              <a:rPr lang="en-US" altLang="zh-CN" sz="600" b="1">
                <a:solidFill>
                  <a:srgbClr val="44546A"/>
                </a:solidFill>
                <a:latin typeface="Calibri" panose="020F0502020204030204" pitchFamily="34" charset="0"/>
              </a:rPr>
              <a:t> SIV</a:t>
            </a:r>
            <a:endParaRPr lang="zh-CN" altLang="en-US" sz="600" b="1">
              <a:solidFill>
                <a:srgbClr val="44546A"/>
              </a:solidFill>
              <a:latin typeface="Calibri" panose="020F0502020204030204" pitchFamily="34" charset="0"/>
            </a:endParaRPr>
          </a:p>
        </p:txBody>
      </p:sp>
      <p:sp>
        <p:nvSpPr>
          <p:cNvPr id="58" name="OTLSHAPE_T_5a934a26f311425e8ebaa0f45e6533ad_Shape">
            <a:extLst>
              <a:ext uri="{FF2B5EF4-FFF2-40B4-BE49-F238E27FC236}">
                <a16:creationId xmlns:a16="http://schemas.microsoft.com/office/drawing/2014/main" id="{5CCE401F-C5BC-453B-8950-70BEFB9CE391}"/>
              </a:ext>
            </a:extLst>
          </p:cNvPr>
          <p:cNvSpPr/>
          <p:nvPr/>
        </p:nvSpPr>
        <p:spPr bwMode="auto">
          <a:xfrm>
            <a:off x="1772599" y="3340534"/>
            <a:ext cx="787451" cy="192024"/>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Pre-IND</a:t>
            </a:r>
          </a:p>
        </p:txBody>
      </p:sp>
      <p:sp>
        <p:nvSpPr>
          <p:cNvPr id="59" name="5-Point Star 5">
            <a:extLst>
              <a:ext uri="{FF2B5EF4-FFF2-40B4-BE49-F238E27FC236}">
                <a16:creationId xmlns:a16="http://schemas.microsoft.com/office/drawing/2014/main" id="{FE76B03C-025D-4D04-BBA0-66665202DF6D}"/>
              </a:ext>
            </a:extLst>
          </p:cNvPr>
          <p:cNvSpPr/>
          <p:nvPr/>
        </p:nvSpPr>
        <p:spPr>
          <a:xfrm>
            <a:off x="2494626" y="3296871"/>
            <a:ext cx="94231" cy="115417"/>
          </a:xfrm>
          <a:prstGeom prst="star5">
            <a:avLst>
              <a:gd name="adj" fmla="val 19098"/>
              <a:gd name="hf" fmla="val 105146"/>
              <a:gd name="vf" fmla="val 110557"/>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63" name="Star: 4 Points 143">
            <a:extLst>
              <a:ext uri="{FF2B5EF4-FFF2-40B4-BE49-F238E27FC236}">
                <a16:creationId xmlns:a16="http://schemas.microsoft.com/office/drawing/2014/main" id="{972227B4-AD82-455D-BA0C-F1F73D608443}"/>
              </a:ext>
            </a:extLst>
          </p:cNvPr>
          <p:cNvSpPr/>
          <p:nvPr/>
        </p:nvSpPr>
        <p:spPr bwMode="auto">
          <a:xfrm>
            <a:off x="1709911" y="347185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98" eaLnBrk="0" fontAlgn="base" hangingPunct="0">
              <a:spcBef>
                <a:spcPct val="0"/>
              </a:spcBef>
              <a:spcAft>
                <a:spcPct val="0"/>
              </a:spcAft>
              <a:defRPr/>
            </a:pPr>
            <a:endParaRPr lang="zh-CN" altLang="en-US">
              <a:solidFill>
                <a:srgbClr val="000000"/>
              </a:solidFill>
              <a:latin typeface="Verdana" charset="0"/>
            </a:endParaRPr>
          </a:p>
        </p:txBody>
      </p:sp>
      <p:sp>
        <p:nvSpPr>
          <p:cNvPr id="69" name="OTLSHAPE_T_5a934a26f311425e8ebaa0f45e6533ad_Shape">
            <a:extLst>
              <a:ext uri="{FF2B5EF4-FFF2-40B4-BE49-F238E27FC236}">
                <a16:creationId xmlns:a16="http://schemas.microsoft.com/office/drawing/2014/main" id="{6416FEA0-82A5-4B09-9695-5C0D588A0088}"/>
              </a:ext>
            </a:extLst>
          </p:cNvPr>
          <p:cNvSpPr/>
          <p:nvPr>
            <p:custDataLst>
              <p:tags r:id="rId9"/>
            </p:custDataLst>
          </p:nvPr>
        </p:nvSpPr>
        <p:spPr bwMode="auto">
          <a:xfrm>
            <a:off x="5240320" y="1498854"/>
            <a:ext cx="1007984"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265">
              <a:defRPr/>
            </a:pPr>
            <a:endParaRPr lang="en-US" altLang="zh-CN" sz="825" b="1" spc="-5">
              <a:solidFill>
                <a:srgbClr val="000000"/>
              </a:solidFill>
              <a:latin typeface="Calibri" panose="020F0502020204030204" pitchFamily="34" charset="0"/>
            </a:endParaRPr>
          </a:p>
        </p:txBody>
      </p:sp>
      <p:sp>
        <p:nvSpPr>
          <p:cNvPr id="71" name="OTLSHAPE_T_e17f3958430f4cff8650518c93c7635e_StartDate">
            <a:extLst>
              <a:ext uri="{FF2B5EF4-FFF2-40B4-BE49-F238E27FC236}">
                <a16:creationId xmlns:a16="http://schemas.microsoft.com/office/drawing/2014/main" id="{74C4532C-84F2-4D4B-89A0-F4A75D756F5E}"/>
              </a:ext>
            </a:extLst>
          </p:cNvPr>
          <p:cNvSpPr txBox="1"/>
          <p:nvPr>
            <p:custDataLst>
              <p:tags r:id="rId10"/>
            </p:custDataLst>
          </p:nvPr>
        </p:nvSpPr>
        <p:spPr>
          <a:xfrm>
            <a:off x="5451219" y="136920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Dec 2024</a:t>
            </a:r>
          </a:p>
        </p:txBody>
      </p:sp>
      <p:sp>
        <p:nvSpPr>
          <p:cNvPr id="72" name="Star: 4 Points 143">
            <a:extLst>
              <a:ext uri="{FF2B5EF4-FFF2-40B4-BE49-F238E27FC236}">
                <a16:creationId xmlns:a16="http://schemas.microsoft.com/office/drawing/2014/main" id="{EBB548AC-6E46-4731-8D6C-9814D335F466}"/>
              </a:ext>
            </a:extLst>
          </p:cNvPr>
          <p:cNvSpPr/>
          <p:nvPr/>
        </p:nvSpPr>
        <p:spPr bwMode="auto">
          <a:xfrm>
            <a:off x="5675221" y="1623448"/>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74" name="OTLSHAPE_T_e17f3958430f4cff8650518c93c7635e_StartDate">
            <a:extLst>
              <a:ext uri="{FF2B5EF4-FFF2-40B4-BE49-F238E27FC236}">
                <a16:creationId xmlns:a16="http://schemas.microsoft.com/office/drawing/2014/main" id="{9B586D44-93CC-4873-ADE6-A70F2A09B25A}"/>
              </a:ext>
            </a:extLst>
          </p:cNvPr>
          <p:cNvSpPr txBox="1"/>
          <p:nvPr>
            <p:custDataLst>
              <p:tags r:id="rId11"/>
            </p:custDataLst>
          </p:nvPr>
        </p:nvSpPr>
        <p:spPr>
          <a:xfrm>
            <a:off x="4543942" y="3671981"/>
            <a:ext cx="749612"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China LSS</a:t>
            </a:r>
            <a:endParaRPr lang="zh-CN" altLang="en-US" sz="600" b="1">
              <a:solidFill>
                <a:srgbClr val="44546A"/>
              </a:solidFill>
              <a:latin typeface="Calibri" panose="020F0502020204030204" pitchFamily="34" charset="0"/>
            </a:endParaRPr>
          </a:p>
        </p:txBody>
      </p:sp>
      <p:sp>
        <p:nvSpPr>
          <p:cNvPr id="77" name="OTLSHAPE_T_5a934a26f311425e8ebaa0f45e6533ad_Shape">
            <a:extLst>
              <a:ext uri="{FF2B5EF4-FFF2-40B4-BE49-F238E27FC236}">
                <a16:creationId xmlns:a16="http://schemas.microsoft.com/office/drawing/2014/main" id="{E3D102CC-2122-43A5-A9AB-A46090586AE9}"/>
              </a:ext>
            </a:extLst>
          </p:cNvPr>
          <p:cNvSpPr/>
          <p:nvPr>
            <p:custDataLst>
              <p:tags r:id="rId12"/>
            </p:custDataLst>
          </p:nvPr>
        </p:nvSpPr>
        <p:spPr bwMode="auto">
          <a:xfrm>
            <a:off x="5240320" y="3340534"/>
            <a:ext cx="1007984" cy="1920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914265">
              <a:defRPr/>
            </a:pPr>
            <a:endParaRPr lang="en-US" altLang="zh-CN" sz="825" b="1" spc="-5">
              <a:solidFill>
                <a:srgbClr val="000000"/>
              </a:solidFill>
              <a:latin typeface="Calibri" panose="020F0502020204030204" pitchFamily="34" charset="0"/>
            </a:endParaRPr>
          </a:p>
        </p:txBody>
      </p:sp>
      <p:sp>
        <p:nvSpPr>
          <p:cNvPr id="79" name="OTLSHAPE_T_e17f3958430f4cff8650518c93c7635e_StartDate">
            <a:extLst>
              <a:ext uri="{FF2B5EF4-FFF2-40B4-BE49-F238E27FC236}">
                <a16:creationId xmlns:a16="http://schemas.microsoft.com/office/drawing/2014/main" id="{1536DA3B-AFAA-4F7E-A680-BA4D091EBF8D}"/>
              </a:ext>
            </a:extLst>
          </p:cNvPr>
          <p:cNvSpPr txBox="1"/>
          <p:nvPr>
            <p:custDataLst>
              <p:tags r:id="rId13"/>
            </p:custDataLst>
          </p:nvPr>
        </p:nvSpPr>
        <p:spPr>
          <a:xfrm>
            <a:off x="6097443" y="321168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Sep  2025</a:t>
            </a:r>
          </a:p>
        </p:txBody>
      </p:sp>
      <p:sp>
        <p:nvSpPr>
          <p:cNvPr id="80" name="Star: 4 Points 143">
            <a:extLst>
              <a:ext uri="{FF2B5EF4-FFF2-40B4-BE49-F238E27FC236}">
                <a16:creationId xmlns:a16="http://schemas.microsoft.com/office/drawing/2014/main" id="{D594C8F3-AEF1-4B96-9B32-B6AA7CA86225}"/>
              </a:ext>
            </a:extLst>
          </p:cNvPr>
          <p:cNvSpPr/>
          <p:nvPr/>
        </p:nvSpPr>
        <p:spPr bwMode="auto">
          <a:xfrm>
            <a:off x="4849996" y="3468391"/>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81" name="5-Point Star 5">
            <a:extLst>
              <a:ext uri="{FF2B5EF4-FFF2-40B4-BE49-F238E27FC236}">
                <a16:creationId xmlns:a16="http://schemas.microsoft.com/office/drawing/2014/main" id="{B645D602-D0C3-452C-8A2D-3134CCB36152}"/>
              </a:ext>
            </a:extLst>
          </p:cNvPr>
          <p:cNvSpPr/>
          <p:nvPr/>
        </p:nvSpPr>
        <p:spPr>
          <a:xfrm>
            <a:off x="6942913" y="3521850"/>
            <a:ext cx="135272" cy="135272"/>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265">
              <a:defRPr/>
            </a:pPr>
            <a:endParaRPr lang="en-US" sz="1400" err="1">
              <a:solidFill>
                <a:srgbClr val="000000"/>
              </a:solidFill>
              <a:latin typeface="BISansOpti"/>
            </a:endParaRPr>
          </a:p>
        </p:txBody>
      </p:sp>
      <p:sp>
        <p:nvSpPr>
          <p:cNvPr id="84" name="OTLSHAPE_T_e17f3958430f4cff8650518c93c7635e_StartDate">
            <a:extLst>
              <a:ext uri="{FF2B5EF4-FFF2-40B4-BE49-F238E27FC236}">
                <a16:creationId xmlns:a16="http://schemas.microsoft.com/office/drawing/2014/main" id="{C3BB857D-71F6-48F5-A8AB-4CC193FF9120}"/>
              </a:ext>
            </a:extLst>
          </p:cNvPr>
          <p:cNvSpPr txBox="1"/>
          <p:nvPr>
            <p:custDataLst>
              <p:tags r:id="rId14"/>
            </p:custDataLst>
          </p:nvPr>
        </p:nvSpPr>
        <p:spPr>
          <a:xfrm>
            <a:off x="6577890" y="3688391"/>
            <a:ext cx="887670" cy="215444"/>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rPr>
              <a:t>CN </a:t>
            </a:r>
            <a:r>
              <a:rPr lang="en-US" altLang="zh-CN" sz="700" b="1" err="1">
                <a:solidFill>
                  <a:srgbClr val="44546A"/>
                </a:solidFill>
                <a:latin typeface="Calibri" panose="020F0502020204030204" pitchFamily="34" charset="0"/>
              </a:rPr>
              <a:t>sNDA</a:t>
            </a:r>
            <a:r>
              <a:rPr lang="en-US" altLang="zh-CN" sz="700" b="1">
                <a:solidFill>
                  <a:srgbClr val="44546A"/>
                </a:solidFill>
                <a:latin typeface="Calibri" panose="020F0502020204030204" pitchFamily="34" charset="0"/>
              </a:rPr>
              <a:t> sub.</a:t>
            </a:r>
          </a:p>
          <a:p>
            <a:pPr algn="ctr" defTabSz="914265">
              <a:defRPr/>
            </a:pPr>
            <a:r>
              <a:rPr lang="en-US" altLang="zh-CN" sz="700" b="1">
                <a:solidFill>
                  <a:srgbClr val="FF0000"/>
                </a:solidFill>
                <a:latin typeface="Calibri" panose="020F0502020204030204" pitchFamily="34" charset="0"/>
              </a:rPr>
              <a:t>Sep 2025</a:t>
            </a:r>
          </a:p>
        </p:txBody>
      </p:sp>
      <p:pic>
        <p:nvPicPr>
          <p:cNvPr id="86" name="Graphic 85" descr="Flag with solid fill">
            <a:extLst>
              <a:ext uri="{FF2B5EF4-FFF2-40B4-BE49-F238E27FC236}">
                <a16:creationId xmlns:a16="http://schemas.microsoft.com/office/drawing/2014/main" id="{2CBFCA46-1B85-4A17-A583-8E4426FAF06F}"/>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7944950" y="3529619"/>
            <a:ext cx="168048" cy="168048"/>
          </a:xfrm>
          <a:prstGeom prst="rect">
            <a:avLst/>
          </a:prstGeom>
        </p:spPr>
      </p:pic>
      <p:sp>
        <p:nvSpPr>
          <p:cNvPr id="73" name="OTLSHAPE_T_e17f3958430f4cff8650518c93c7635e_StartDate">
            <a:extLst>
              <a:ext uri="{FF2B5EF4-FFF2-40B4-BE49-F238E27FC236}">
                <a16:creationId xmlns:a16="http://schemas.microsoft.com/office/drawing/2014/main" id="{9864D27C-D9F6-4B1B-9BCC-074E79CAE8D6}"/>
              </a:ext>
            </a:extLst>
          </p:cNvPr>
          <p:cNvSpPr txBox="1"/>
          <p:nvPr>
            <p:custDataLst>
              <p:tags r:id="rId15"/>
            </p:custDataLst>
          </p:nvPr>
        </p:nvSpPr>
        <p:spPr>
          <a:xfrm>
            <a:off x="2230821" y="3211682"/>
            <a:ext cx="759816"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288">
              <a:defRPr/>
            </a:pPr>
            <a:r>
              <a:rPr lang="en-US" altLang="zh-CN" sz="600"/>
              <a:t>Dec 2022</a:t>
            </a:r>
          </a:p>
        </p:txBody>
      </p:sp>
      <p:sp>
        <p:nvSpPr>
          <p:cNvPr id="89" name="OTLSHAPE_T_e17f3958430f4cff8650518c93c7635e_StartDate">
            <a:extLst>
              <a:ext uri="{FF2B5EF4-FFF2-40B4-BE49-F238E27FC236}">
                <a16:creationId xmlns:a16="http://schemas.microsoft.com/office/drawing/2014/main" id="{26C83135-6ECE-46D7-9DE6-2C2C6FCEB0FF}"/>
              </a:ext>
            </a:extLst>
          </p:cNvPr>
          <p:cNvSpPr txBox="1"/>
          <p:nvPr>
            <p:custDataLst>
              <p:tags r:id="rId16"/>
            </p:custDataLst>
          </p:nvPr>
        </p:nvSpPr>
        <p:spPr>
          <a:xfrm>
            <a:off x="1480804" y="3211682"/>
            <a:ext cx="537595"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Jun2022</a:t>
            </a:r>
          </a:p>
        </p:txBody>
      </p:sp>
      <p:sp>
        <p:nvSpPr>
          <p:cNvPr id="90" name="OTLSHAPE_T_e17f3958430f4cff8650518c93c7635e_StartDate">
            <a:extLst>
              <a:ext uri="{FF2B5EF4-FFF2-40B4-BE49-F238E27FC236}">
                <a16:creationId xmlns:a16="http://schemas.microsoft.com/office/drawing/2014/main" id="{37956BD0-E734-4F52-BAF6-C048151B6353}"/>
              </a:ext>
            </a:extLst>
          </p:cNvPr>
          <p:cNvSpPr txBox="1"/>
          <p:nvPr>
            <p:custDataLst>
              <p:tags r:id="rId17"/>
            </p:custDataLst>
          </p:nvPr>
        </p:nvSpPr>
        <p:spPr>
          <a:xfrm>
            <a:off x="2936882" y="3211682"/>
            <a:ext cx="1023735"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288">
              <a:defRPr/>
            </a:pPr>
            <a:r>
              <a:rPr lang="en-US" altLang="zh-CN" sz="600"/>
              <a:t>19Jun 2023</a:t>
            </a:r>
          </a:p>
        </p:txBody>
      </p:sp>
      <p:sp>
        <p:nvSpPr>
          <p:cNvPr id="108" name="Star: 4 Points 143">
            <a:extLst>
              <a:ext uri="{FF2B5EF4-FFF2-40B4-BE49-F238E27FC236}">
                <a16:creationId xmlns:a16="http://schemas.microsoft.com/office/drawing/2014/main" id="{CF4F58C2-1A85-499B-A11F-FE6068DEB05D}"/>
              </a:ext>
            </a:extLst>
          </p:cNvPr>
          <p:cNvSpPr/>
          <p:nvPr/>
        </p:nvSpPr>
        <p:spPr bwMode="auto">
          <a:xfrm>
            <a:off x="5155330" y="164660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91" name="TextBox 90">
            <a:extLst>
              <a:ext uri="{FF2B5EF4-FFF2-40B4-BE49-F238E27FC236}">
                <a16:creationId xmlns:a16="http://schemas.microsoft.com/office/drawing/2014/main" id="{FD45A3FD-80BA-4AD6-B3CE-25602A6E2FB5}"/>
              </a:ext>
            </a:extLst>
          </p:cNvPr>
          <p:cNvSpPr txBox="1"/>
          <p:nvPr/>
        </p:nvSpPr>
        <p:spPr>
          <a:xfrm>
            <a:off x="7953271" y="4299930"/>
            <a:ext cx="1161800" cy="430887"/>
          </a:xfrm>
          <a:prstGeom prst="rect">
            <a:avLst/>
          </a:prstGeom>
          <a:noFill/>
        </p:spPr>
        <p:txBody>
          <a:bodyPr wrap="square" lIns="0" tIns="0" rIns="0" bIns="0" rtlCol="0">
            <a:spAutoFit/>
          </a:bodyPr>
          <a:lstStyle/>
          <a:p>
            <a:pPr defTabSz="914288">
              <a:defRPr/>
            </a:pPr>
            <a:r>
              <a:rPr lang="en-US" altLang="zh-CN" sz="700">
                <a:solidFill>
                  <a:srgbClr val="FFFFFF">
                    <a:lumMod val="50000"/>
                  </a:srgbClr>
                </a:solidFill>
                <a:latin typeface="BISansCond"/>
              </a:rPr>
              <a:t>FSS: First subject screening</a:t>
            </a:r>
          </a:p>
          <a:p>
            <a:pPr defTabSz="914288">
              <a:defRPr/>
            </a:pPr>
            <a:r>
              <a:rPr lang="en-US" altLang="zh-CN" sz="700">
                <a:solidFill>
                  <a:srgbClr val="FFFFFF">
                    <a:lumMod val="50000"/>
                  </a:srgbClr>
                </a:solidFill>
                <a:latin typeface="BISansCond"/>
              </a:rPr>
              <a:t>LSR: Last subject randomization</a:t>
            </a:r>
          </a:p>
          <a:p>
            <a:pPr defTabSz="914288">
              <a:defRPr/>
            </a:pPr>
            <a:r>
              <a:rPr lang="en-US" altLang="zh-CN" sz="700">
                <a:solidFill>
                  <a:srgbClr val="FFFFFF">
                    <a:lumMod val="50000"/>
                  </a:srgbClr>
                </a:solidFill>
                <a:latin typeface="BISansCond"/>
              </a:rPr>
              <a:t>LSC: Last subject complete</a:t>
            </a:r>
          </a:p>
          <a:p>
            <a:pPr defTabSz="914288">
              <a:defRPr/>
            </a:pPr>
            <a:endParaRPr lang="en-US" altLang="zh-CN" sz="700">
              <a:solidFill>
                <a:srgbClr val="FFFFFF">
                  <a:lumMod val="50000"/>
                </a:srgbClr>
              </a:solidFill>
              <a:latin typeface="BISansCond"/>
            </a:endParaRPr>
          </a:p>
        </p:txBody>
      </p:sp>
      <p:sp>
        <p:nvSpPr>
          <p:cNvPr id="95" name="TextBox 94">
            <a:extLst>
              <a:ext uri="{FF2B5EF4-FFF2-40B4-BE49-F238E27FC236}">
                <a16:creationId xmlns:a16="http://schemas.microsoft.com/office/drawing/2014/main" id="{7989BD8A-D082-43A5-A9F5-271B9457FB3B}"/>
              </a:ext>
            </a:extLst>
          </p:cNvPr>
          <p:cNvSpPr txBox="1"/>
          <p:nvPr/>
        </p:nvSpPr>
        <p:spPr>
          <a:xfrm>
            <a:off x="5501417" y="1760138"/>
            <a:ext cx="495225" cy="18466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sz="600"/>
              <a:t>LSLV Primary End Point</a:t>
            </a:r>
            <a:endParaRPr lang="zh-CN" altLang="en-US" sz="600"/>
          </a:p>
        </p:txBody>
      </p:sp>
      <p:sp>
        <p:nvSpPr>
          <p:cNvPr id="97" name="OTLSHAPE_T_e17f3958430f4cff8650518c93c7635e_StartDate">
            <a:extLst>
              <a:ext uri="{FF2B5EF4-FFF2-40B4-BE49-F238E27FC236}">
                <a16:creationId xmlns:a16="http://schemas.microsoft.com/office/drawing/2014/main" id="{899026C0-BBDB-499F-97B2-FE622C283C5A}"/>
              </a:ext>
            </a:extLst>
          </p:cNvPr>
          <p:cNvSpPr txBox="1"/>
          <p:nvPr>
            <p:custDataLst>
              <p:tags r:id="rId18"/>
            </p:custDataLst>
          </p:nvPr>
        </p:nvSpPr>
        <p:spPr>
          <a:xfrm>
            <a:off x="5074766" y="3671981"/>
            <a:ext cx="35100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LSS</a:t>
            </a:r>
            <a:endParaRPr lang="zh-CN" altLang="en-US" sz="600" b="1">
              <a:solidFill>
                <a:srgbClr val="44546A"/>
              </a:solidFill>
              <a:latin typeface="Calibri" panose="020F0502020204030204" pitchFamily="34" charset="0"/>
            </a:endParaRPr>
          </a:p>
        </p:txBody>
      </p:sp>
      <p:sp>
        <p:nvSpPr>
          <p:cNvPr id="100" name="Star: 4 Points 143">
            <a:extLst>
              <a:ext uri="{FF2B5EF4-FFF2-40B4-BE49-F238E27FC236}">
                <a16:creationId xmlns:a16="http://schemas.microsoft.com/office/drawing/2014/main" id="{68030460-7EB1-4B30-A44F-BD680898B7F5}"/>
              </a:ext>
            </a:extLst>
          </p:cNvPr>
          <p:cNvSpPr/>
          <p:nvPr/>
        </p:nvSpPr>
        <p:spPr bwMode="auto">
          <a:xfrm>
            <a:off x="5170711" y="3466891"/>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01" name="OTLSHAPE_T_e17f3958430f4cff8650518c93c7635e_StartDate">
            <a:extLst>
              <a:ext uri="{FF2B5EF4-FFF2-40B4-BE49-F238E27FC236}">
                <a16:creationId xmlns:a16="http://schemas.microsoft.com/office/drawing/2014/main" id="{9B8F582F-090D-4885-8632-2E5AC1CBCA60}"/>
              </a:ext>
            </a:extLst>
          </p:cNvPr>
          <p:cNvSpPr txBox="1"/>
          <p:nvPr>
            <p:custDataLst>
              <p:tags r:id="rId19"/>
            </p:custDataLst>
          </p:nvPr>
        </p:nvSpPr>
        <p:spPr>
          <a:xfrm>
            <a:off x="4985697" y="321168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Aug 2024</a:t>
            </a:r>
          </a:p>
        </p:txBody>
      </p:sp>
      <p:sp>
        <p:nvSpPr>
          <p:cNvPr id="102" name="OTLSHAPE_T_e17f3958430f4cff8650518c93c7635e_StartDate">
            <a:extLst>
              <a:ext uri="{FF2B5EF4-FFF2-40B4-BE49-F238E27FC236}">
                <a16:creationId xmlns:a16="http://schemas.microsoft.com/office/drawing/2014/main" id="{F1C1C0A4-3555-4F05-93F7-8D47BC7D92E3}"/>
              </a:ext>
            </a:extLst>
          </p:cNvPr>
          <p:cNvSpPr txBox="1"/>
          <p:nvPr>
            <p:custDataLst>
              <p:tags r:id="rId20"/>
            </p:custDataLst>
          </p:nvPr>
        </p:nvSpPr>
        <p:spPr>
          <a:xfrm>
            <a:off x="8658125" y="1741215"/>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LSC</a:t>
            </a:r>
            <a:endParaRPr lang="zh-CN" altLang="en-US" sz="600" b="1">
              <a:solidFill>
                <a:srgbClr val="44546A"/>
              </a:solidFill>
              <a:latin typeface="Calibri" panose="020F0502020204030204" pitchFamily="34" charset="0"/>
            </a:endParaRPr>
          </a:p>
        </p:txBody>
      </p:sp>
      <p:sp>
        <p:nvSpPr>
          <p:cNvPr id="103" name="OTLSHAPE_T_e17f3958430f4cff8650518c93c7635e_StartDate">
            <a:extLst>
              <a:ext uri="{FF2B5EF4-FFF2-40B4-BE49-F238E27FC236}">
                <a16:creationId xmlns:a16="http://schemas.microsoft.com/office/drawing/2014/main" id="{B83DBA44-064A-4454-809B-956730FE1F4F}"/>
              </a:ext>
            </a:extLst>
          </p:cNvPr>
          <p:cNvSpPr txBox="1"/>
          <p:nvPr>
            <p:custDataLst>
              <p:tags r:id="rId21"/>
            </p:custDataLst>
          </p:nvPr>
        </p:nvSpPr>
        <p:spPr>
          <a:xfrm>
            <a:off x="8659923" y="136920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Jan 2028</a:t>
            </a:r>
            <a:endParaRPr lang="zh-CN" altLang="en-US" sz="600" b="1">
              <a:solidFill>
                <a:srgbClr val="44546A"/>
              </a:solidFill>
              <a:latin typeface="Calibri" panose="020F0502020204030204" pitchFamily="34" charset="0"/>
            </a:endParaRPr>
          </a:p>
        </p:txBody>
      </p:sp>
      <p:sp>
        <p:nvSpPr>
          <p:cNvPr id="104" name="OTLSHAPE_T_e17f3958430f4cff8650518c93c7635e_StartDate">
            <a:extLst>
              <a:ext uri="{FF2B5EF4-FFF2-40B4-BE49-F238E27FC236}">
                <a16:creationId xmlns:a16="http://schemas.microsoft.com/office/drawing/2014/main" id="{F927AAEE-FAF8-470B-8B59-E8A5867BADA0}"/>
              </a:ext>
            </a:extLst>
          </p:cNvPr>
          <p:cNvSpPr txBox="1"/>
          <p:nvPr>
            <p:custDataLst>
              <p:tags r:id="rId22"/>
            </p:custDataLst>
          </p:nvPr>
        </p:nvSpPr>
        <p:spPr>
          <a:xfrm>
            <a:off x="8629819" y="3671981"/>
            <a:ext cx="749612"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LSC (G)</a:t>
            </a:r>
            <a:endParaRPr lang="zh-CN" altLang="en-US" sz="600" b="1">
              <a:solidFill>
                <a:srgbClr val="44546A"/>
              </a:solidFill>
              <a:latin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C2C0CBA0-3BCA-4B86-B1DB-3ECE3615C3F6}"/>
              </a:ext>
            </a:extLst>
          </p:cNvPr>
          <p:cNvSpPr txBox="1"/>
          <p:nvPr>
            <p:custDataLst>
              <p:tags r:id="rId23"/>
            </p:custDataLst>
          </p:nvPr>
        </p:nvSpPr>
        <p:spPr>
          <a:xfrm>
            <a:off x="8632142" y="3165992"/>
            <a:ext cx="324000"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Oct </a:t>
            </a:r>
          </a:p>
          <a:p>
            <a:pPr algn="ctr" defTabSz="914288">
              <a:defRPr/>
            </a:pPr>
            <a:r>
              <a:rPr lang="en-US" altLang="zh-CN" sz="600" b="1">
                <a:solidFill>
                  <a:srgbClr val="44546A"/>
                </a:solidFill>
                <a:latin typeface="Calibri" panose="020F0502020204030204" pitchFamily="34" charset="0"/>
              </a:rPr>
              <a:t>2028</a:t>
            </a:r>
            <a:endParaRPr lang="zh-CN" altLang="en-US" sz="600" b="1">
              <a:solidFill>
                <a:srgbClr val="44546A"/>
              </a:solidFill>
              <a:latin typeface="Calibri" panose="020F0502020204030204" pitchFamily="34" charset="0"/>
            </a:endParaRPr>
          </a:p>
        </p:txBody>
      </p:sp>
      <p:sp>
        <p:nvSpPr>
          <p:cNvPr id="106" name="OTLSHAPE_T_e17f3958430f4cff8650518c93c7635e_StartDate">
            <a:extLst>
              <a:ext uri="{FF2B5EF4-FFF2-40B4-BE49-F238E27FC236}">
                <a16:creationId xmlns:a16="http://schemas.microsoft.com/office/drawing/2014/main" id="{CF0AFB6F-E40E-44AF-B700-29A2AE2D6B48}"/>
              </a:ext>
            </a:extLst>
          </p:cNvPr>
          <p:cNvSpPr txBox="1"/>
          <p:nvPr>
            <p:custDataLst>
              <p:tags r:id="rId24"/>
            </p:custDataLst>
          </p:nvPr>
        </p:nvSpPr>
        <p:spPr>
          <a:xfrm>
            <a:off x="8641392" y="3664836"/>
            <a:ext cx="305282"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LSC</a:t>
            </a:r>
          </a:p>
          <a:p>
            <a:pPr algn="ctr" defTabSz="914288">
              <a:defRPr/>
            </a:pPr>
            <a:r>
              <a:rPr lang="en-US" altLang="zh-CN" sz="600" b="1">
                <a:solidFill>
                  <a:srgbClr val="44546A"/>
                </a:solidFill>
                <a:latin typeface="Calibri" panose="020F0502020204030204" pitchFamily="34" charset="0"/>
              </a:rPr>
              <a:t> (CN) </a:t>
            </a:r>
          </a:p>
        </p:txBody>
      </p:sp>
      <p:sp>
        <p:nvSpPr>
          <p:cNvPr id="112" name="OTLSHAPE_T_e17f3958430f4cff8650518c93c7635e_StartDate">
            <a:extLst>
              <a:ext uri="{FF2B5EF4-FFF2-40B4-BE49-F238E27FC236}">
                <a16:creationId xmlns:a16="http://schemas.microsoft.com/office/drawing/2014/main" id="{DD1A5EA6-7184-4CA1-9032-BED5A0599FAF}"/>
              </a:ext>
            </a:extLst>
          </p:cNvPr>
          <p:cNvSpPr txBox="1"/>
          <p:nvPr>
            <p:custDataLst>
              <p:tags r:id="rId25"/>
            </p:custDataLst>
          </p:nvPr>
        </p:nvSpPr>
        <p:spPr>
          <a:xfrm>
            <a:off x="6664884" y="321168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May2026</a:t>
            </a:r>
            <a:endParaRPr lang="zh-CN" altLang="en-US" sz="600" b="1">
              <a:solidFill>
                <a:srgbClr val="44546A"/>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23DB86F8-60A0-6A56-DC74-D2994B3B6CA9}"/>
              </a:ext>
            </a:extLst>
          </p:cNvPr>
          <p:cNvSpPr/>
          <p:nvPr/>
        </p:nvSpPr>
        <p:spPr>
          <a:xfrm>
            <a:off x="980394" y="2100375"/>
            <a:ext cx="5267912" cy="820882"/>
          </a:xfrm>
          <a:prstGeom prst="round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0176" indent="-170176" defTabSz="914265">
              <a:buFont typeface="Arial" panose="020B0604020202020204" pitchFamily="34" charset="0"/>
              <a:buChar char="•"/>
              <a:defRPr/>
            </a:pPr>
            <a:r>
              <a:rPr lang="en-US" altLang="zh-CN" sz="800">
                <a:solidFill>
                  <a:srgbClr val="000000"/>
                </a:solidFill>
                <a:latin typeface="BISans"/>
              </a:rPr>
              <a:t>43 patients </a:t>
            </a:r>
            <a:r>
              <a:rPr lang="en-US" altLang="zh-CN" sz="800">
                <a:solidFill>
                  <a:schemeClr val="tx1"/>
                </a:solidFill>
                <a:latin typeface="BISans"/>
              </a:rPr>
              <a:t>screened, </a:t>
            </a:r>
            <a:r>
              <a:rPr lang="en-US" altLang="zh-CN" sz="800" b="1">
                <a:solidFill>
                  <a:schemeClr val="tx1"/>
                </a:solidFill>
                <a:latin typeface="BISans"/>
              </a:rPr>
              <a:t>36</a:t>
            </a:r>
            <a:r>
              <a:rPr lang="en-US" altLang="zh-CN" sz="800">
                <a:solidFill>
                  <a:schemeClr val="tx1"/>
                </a:solidFill>
                <a:latin typeface="BISans"/>
              </a:rPr>
              <a:t> randomized as of</a:t>
            </a:r>
            <a:r>
              <a:rPr lang="zh-CN" altLang="en-US" sz="800">
                <a:solidFill>
                  <a:schemeClr val="tx1"/>
                </a:solidFill>
                <a:latin typeface="BISans"/>
              </a:rPr>
              <a:t> </a:t>
            </a:r>
            <a:r>
              <a:rPr lang="en-US" altLang="zh-CN" sz="800">
                <a:solidFill>
                  <a:schemeClr val="tx1"/>
                </a:solidFill>
                <a:latin typeface="BISans"/>
              </a:rPr>
              <a:t>Apr 15.</a:t>
            </a:r>
            <a:endParaRPr lang="zh-CN" altLang="en-US">
              <a:solidFill>
                <a:schemeClr val="tx1"/>
              </a:solidFill>
            </a:endParaRPr>
          </a:p>
          <a:p>
            <a:pPr marL="170176" indent="-170176" defTabSz="914265">
              <a:buFont typeface="Arial" panose="020B0604020202020204" pitchFamily="34" charset="0"/>
              <a:buChar char="•"/>
              <a:defRPr/>
            </a:pPr>
            <a:r>
              <a:rPr lang="en-US" altLang="zh-CN" sz="800">
                <a:solidFill>
                  <a:schemeClr val="tx1"/>
                </a:solidFill>
                <a:latin typeface="BISans"/>
              </a:rPr>
              <a:t>9 months acceleration. Last subject randomization by 09Sep2024. </a:t>
            </a:r>
          </a:p>
          <a:p>
            <a:pPr marL="170176" indent="-170176" defTabSz="914265">
              <a:buFont typeface="Arial" panose="020B0604020202020204" pitchFamily="34" charset="0"/>
              <a:buChar char="•"/>
              <a:defRPr/>
            </a:pPr>
            <a:r>
              <a:rPr lang="en-US" altLang="zh-CN" sz="800">
                <a:solidFill>
                  <a:schemeClr val="tx1"/>
                </a:solidFill>
                <a:latin typeface="BISans"/>
              </a:rPr>
              <a:t>No new screenings of adults. Only continue to enroll adolescents.</a:t>
            </a:r>
          </a:p>
          <a:p>
            <a:pPr marL="170176" indent="-170176" defTabSz="914265">
              <a:buFont typeface="Arial" panose="020B0604020202020204" pitchFamily="34" charset="0"/>
              <a:buChar char="•"/>
              <a:defRPr/>
            </a:pPr>
            <a:r>
              <a:rPr lang="en-US" altLang="zh-CN" sz="800" b="1">
                <a:solidFill>
                  <a:srgbClr val="000000"/>
                </a:solidFill>
                <a:latin typeface="BISans"/>
              </a:rPr>
              <a:t>TLR is target in Feb 2025, BTD and pre-NDA HAI will be followed in Apr 2025. </a:t>
            </a:r>
          </a:p>
          <a:p>
            <a:pPr marL="170176" indent="-170176" defTabSz="914265">
              <a:buFont typeface="Arial" panose="020B0604020202020204" pitchFamily="34" charset="0"/>
              <a:buChar char="•"/>
              <a:defRPr/>
            </a:pPr>
            <a:r>
              <a:rPr lang="en-US" altLang="zh-CN" sz="800">
                <a:solidFill>
                  <a:schemeClr val="tx1"/>
                </a:solidFill>
                <a:latin typeface="BISans"/>
              </a:rPr>
              <a:t>Final decision on submission strategy: with w32 cutoff data </a:t>
            </a:r>
            <a:r>
              <a:rPr lang="en-US" altLang="zh-CN" sz="800" b="1">
                <a:solidFill>
                  <a:schemeClr val="tx1"/>
                </a:solidFill>
                <a:latin typeface="BISans"/>
              </a:rPr>
              <a:t>submitted in Sep 2025, target approval in 2026</a:t>
            </a:r>
            <a:endParaRPr lang="en-US" altLang="zh-CN" sz="800" b="1">
              <a:solidFill>
                <a:srgbClr val="000000"/>
              </a:solidFill>
              <a:latin typeface="BISans"/>
            </a:endParaRPr>
          </a:p>
        </p:txBody>
      </p:sp>
      <p:sp>
        <p:nvSpPr>
          <p:cNvPr id="6" name="OTLSHAPE_T_5a934a26f311425e8ebaa0f45e6533ad_Shape">
            <a:extLst>
              <a:ext uri="{FF2B5EF4-FFF2-40B4-BE49-F238E27FC236}">
                <a16:creationId xmlns:a16="http://schemas.microsoft.com/office/drawing/2014/main" id="{B9F440F4-BFD8-A4C9-DA00-987BA51B5E6A}"/>
              </a:ext>
            </a:extLst>
          </p:cNvPr>
          <p:cNvSpPr/>
          <p:nvPr/>
        </p:nvSpPr>
        <p:spPr bwMode="auto">
          <a:xfrm>
            <a:off x="4296335" y="2121566"/>
            <a:ext cx="286200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288">
              <a:defRPr/>
            </a:pPr>
            <a:r>
              <a:rPr lang="en-US" altLang="zh-CN" sz="700" b="1">
                <a:solidFill>
                  <a:srgbClr val="000000"/>
                </a:solidFill>
                <a:latin typeface="Calibri" panose="020F0502020204030204" pitchFamily="34" charset="0"/>
                <a:cs typeface="Calibri" panose="020F0502020204030204" pitchFamily="34" charset="0"/>
              </a:rPr>
              <a:t>1368-0121 Natural course of disease</a:t>
            </a:r>
          </a:p>
        </p:txBody>
      </p:sp>
      <p:sp>
        <p:nvSpPr>
          <p:cNvPr id="10" name="TextBox 9">
            <a:extLst>
              <a:ext uri="{FF2B5EF4-FFF2-40B4-BE49-F238E27FC236}">
                <a16:creationId xmlns:a16="http://schemas.microsoft.com/office/drawing/2014/main" id="{7C350DEB-5D07-FB03-BAFE-A79D5DF98E16}"/>
              </a:ext>
            </a:extLst>
          </p:cNvPr>
          <p:cNvSpPr txBox="1"/>
          <p:nvPr/>
        </p:nvSpPr>
        <p:spPr>
          <a:xfrm>
            <a:off x="5" y="2027010"/>
            <a:ext cx="496261" cy="246221"/>
          </a:xfrm>
          <a:prstGeom prst="rect">
            <a:avLst/>
          </a:prstGeom>
          <a:noFill/>
          <a:ln>
            <a:solidFill>
              <a:schemeClr val="accent1"/>
            </a:solidFill>
          </a:ln>
        </p:spPr>
        <p:txBody>
          <a:bodyPr wrap="square" lIns="0" tIns="0" rIns="0" bIns="0" rtlCol="0">
            <a:spAutoFit/>
          </a:bodyPr>
          <a:lstStyle/>
          <a:p>
            <a:pPr algn="ctr" defTabSz="914288">
              <a:defRPr/>
            </a:pPr>
            <a:r>
              <a:rPr lang="en-US" altLang="zh-CN" sz="800" b="1">
                <a:solidFill>
                  <a:srgbClr val="0066CC"/>
                </a:solidFill>
                <a:latin typeface="Calibri" panose="020F0502020204030204" pitchFamily="34" charset="0"/>
                <a:cs typeface="Calibri" panose="020F0502020204030204" pitchFamily="34" charset="0"/>
              </a:rPr>
              <a:t>NIS- </a:t>
            </a:r>
            <a:r>
              <a:rPr lang="en-US" sz="800" b="1">
                <a:solidFill>
                  <a:srgbClr val="0066CC"/>
                </a:solidFill>
                <a:latin typeface="Calibri" panose="020F0502020204030204" pitchFamily="34" charset="0"/>
                <a:cs typeface="Calibri" panose="020F0502020204030204" pitchFamily="34" charset="0"/>
              </a:rPr>
              <a:t>1368.0121</a:t>
            </a:r>
          </a:p>
        </p:txBody>
      </p:sp>
      <p:sp>
        <p:nvSpPr>
          <p:cNvPr id="16" name="Star: 4 Points 143">
            <a:extLst>
              <a:ext uri="{FF2B5EF4-FFF2-40B4-BE49-F238E27FC236}">
                <a16:creationId xmlns:a16="http://schemas.microsoft.com/office/drawing/2014/main" id="{C79F5C66-FD76-CF47-D6E6-FC65915A55BA}"/>
              </a:ext>
            </a:extLst>
          </p:cNvPr>
          <p:cNvSpPr/>
          <p:nvPr/>
        </p:nvSpPr>
        <p:spPr bwMode="auto">
          <a:xfrm>
            <a:off x="8718070" y="3459061"/>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7" name="Star: 4 Points 143">
            <a:extLst>
              <a:ext uri="{FF2B5EF4-FFF2-40B4-BE49-F238E27FC236}">
                <a16:creationId xmlns:a16="http://schemas.microsoft.com/office/drawing/2014/main" id="{80B1C070-FF71-8742-9235-B577F2DB9102}"/>
              </a:ext>
            </a:extLst>
          </p:cNvPr>
          <p:cNvSpPr/>
          <p:nvPr/>
        </p:nvSpPr>
        <p:spPr bwMode="auto">
          <a:xfrm>
            <a:off x="8935534" y="3462769"/>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CD2E6715-6089-B3CD-0CDA-2B506F80B15E}"/>
              </a:ext>
            </a:extLst>
          </p:cNvPr>
          <p:cNvSpPr txBox="1"/>
          <p:nvPr>
            <p:custDataLst>
              <p:tags r:id="rId26"/>
            </p:custDataLst>
          </p:nvPr>
        </p:nvSpPr>
        <p:spPr>
          <a:xfrm>
            <a:off x="5450375" y="3211682"/>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Dec 2024</a:t>
            </a:r>
          </a:p>
        </p:txBody>
      </p:sp>
      <p:sp>
        <p:nvSpPr>
          <p:cNvPr id="18" name="Star: 4 Points 143">
            <a:extLst>
              <a:ext uri="{FF2B5EF4-FFF2-40B4-BE49-F238E27FC236}">
                <a16:creationId xmlns:a16="http://schemas.microsoft.com/office/drawing/2014/main" id="{0CEB124C-2F64-C845-AA52-5CE3AE1A092D}"/>
              </a:ext>
            </a:extLst>
          </p:cNvPr>
          <p:cNvSpPr/>
          <p:nvPr/>
        </p:nvSpPr>
        <p:spPr bwMode="auto">
          <a:xfrm>
            <a:off x="5674378" y="3467746"/>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3A2BF77-4AB3-ED32-540D-D59AC6328FD9}"/>
              </a:ext>
            </a:extLst>
          </p:cNvPr>
          <p:cNvSpPr txBox="1"/>
          <p:nvPr/>
        </p:nvSpPr>
        <p:spPr>
          <a:xfrm>
            <a:off x="5500574" y="3671979"/>
            <a:ext cx="495225" cy="184666"/>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sz="600"/>
              <a:t>LSLV Primary End Point</a:t>
            </a:r>
            <a:endParaRPr lang="zh-CN" altLang="en-US" sz="600"/>
          </a:p>
        </p:txBody>
      </p:sp>
      <p:sp>
        <p:nvSpPr>
          <p:cNvPr id="22" name="TextBox 21">
            <a:extLst>
              <a:ext uri="{FF2B5EF4-FFF2-40B4-BE49-F238E27FC236}">
                <a16:creationId xmlns:a16="http://schemas.microsoft.com/office/drawing/2014/main" id="{6776E914-E8FA-936F-DDFD-C2F8096576F7}"/>
              </a:ext>
            </a:extLst>
          </p:cNvPr>
          <p:cNvSpPr txBox="1"/>
          <p:nvPr/>
        </p:nvSpPr>
        <p:spPr bwMode="gray">
          <a:xfrm>
            <a:off x="7715251" y="2562525"/>
            <a:ext cx="1324946" cy="307777"/>
          </a:xfrm>
          <a:prstGeom prst="rect">
            <a:avLst/>
          </a:prstGeom>
          <a:noFill/>
        </p:spPr>
        <p:txBody>
          <a:bodyPr wrap="square">
            <a:spAutoFit/>
          </a:bodyPr>
          <a:lstStyle/>
          <a:p>
            <a:r>
              <a:rPr lang="en-US" altLang="zh-CN" sz="700">
                <a:solidFill>
                  <a:srgbClr val="FFFFFF">
                    <a:lumMod val="50000"/>
                  </a:srgbClr>
                </a:solidFill>
                <a:latin typeface="BISansCond"/>
              </a:rPr>
              <a:t>* Different submission scenarios are still under discussion</a:t>
            </a:r>
            <a:endParaRPr lang="zh-CN" altLang="en-US" sz="700">
              <a:solidFill>
                <a:srgbClr val="FFFFFF">
                  <a:lumMod val="50000"/>
                </a:srgbClr>
              </a:solidFill>
              <a:latin typeface="BISansCond"/>
            </a:endParaRPr>
          </a:p>
        </p:txBody>
      </p:sp>
      <p:sp>
        <p:nvSpPr>
          <p:cNvPr id="111" name="OTLSHAPE_T_e17f3958430f4cff8650518c93c7635e_StartDate">
            <a:extLst>
              <a:ext uri="{FF2B5EF4-FFF2-40B4-BE49-F238E27FC236}">
                <a16:creationId xmlns:a16="http://schemas.microsoft.com/office/drawing/2014/main" id="{09835E79-B2D4-4F52-9E5C-B4091F3E8F30}"/>
              </a:ext>
            </a:extLst>
          </p:cNvPr>
          <p:cNvSpPr txBox="1"/>
          <p:nvPr>
            <p:custDataLst>
              <p:tags r:id="rId27"/>
            </p:custDataLst>
          </p:nvPr>
        </p:nvSpPr>
        <p:spPr>
          <a:xfrm>
            <a:off x="7251666" y="1858988"/>
            <a:ext cx="996928" cy="323165"/>
          </a:xfrm>
          <a:prstGeom prst="rect">
            <a:avLst/>
          </a:prstGeom>
          <a:noFill/>
        </p:spPr>
        <p:txBody>
          <a:bodyPr vert="horz" wrap="square" lIns="0" tIns="0" rIns="0" bIns="0" rtlCol="0" anchor="ctr" anchorCtr="0">
            <a:spAutoFit/>
          </a:bodyPr>
          <a:lstStyle/>
          <a:p>
            <a:pPr algn="ctr" defTabSz="914265">
              <a:defRPr/>
            </a:pPr>
            <a:r>
              <a:rPr lang="en-US" altLang="zh-CN" sz="700" b="1">
                <a:solidFill>
                  <a:srgbClr val="44546A"/>
                </a:solidFill>
                <a:latin typeface="Calibri" panose="020F0502020204030204" pitchFamily="34" charset="0"/>
              </a:rPr>
              <a:t>US </a:t>
            </a:r>
            <a:r>
              <a:rPr lang="en-US" altLang="zh-CN" sz="700" b="1" err="1">
                <a:solidFill>
                  <a:srgbClr val="44546A"/>
                </a:solidFill>
                <a:latin typeface="Calibri" panose="020F0502020204030204" pitchFamily="34" charset="0"/>
              </a:rPr>
              <a:t>Approv</a:t>
            </a:r>
            <a:r>
              <a:rPr lang="en-US" altLang="zh-CN" sz="700" b="1">
                <a:solidFill>
                  <a:srgbClr val="44546A"/>
                </a:solidFill>
                <a:latin typeface="Calibri" panose="020F0502020204030204" pitchFamily="34" charset="0"/>
              </a:rPr>
              <a:t>. </a:t>
            </a:r>
          </a:p>
          <a:p>
            <a:pPr algn="ctr" defTabSz="914265">
              <a:defRPr/>
            </a:pPr>
            <a:r>
              <a:rPr lang="en-US" altLang="zh-CN" sz="700" b="1">
                <a:solidFill>
                  <a:srgbClr val="FF0000"/>
                </a:solidFill>
                <a:latin typeface="Calibri" panose="020F0502020204030204" pitchFamily="34" charset="0"/>
              </a:rPr>
              <a:t>Best case: Mar 2026</a:t>
            </a:r>
          </a:p>
          <a:p>
            <a:pPr algn="ctr" defTabSz="914265">
              <a:defRPr/>
            </a:pPr>
            <a:r>
              <a:rPr lang="en-US" altLang="zh-CN" sz="700" b="1">
                <a:solidFill>
                  <a:srgbClr val="FF0000"/>
                </a:solidFill>
                <a:latin typeface="Calibri" panose="020F0502020204030204" pitchFamily="34" charset="0"/>
              </a:rPr>
              <a:t>Base Case: Jul 2026 </a:t>
            </a:r>
          </a:p>
        </p:txBody>
      </p:sp>
      <p:sp>
        <p:nvSpPr>
          <p:cNvPr id="23" name="Star: 4 Points 143">
            <a:extLst>
              <a:ext uri="{FF2B5EF4-FFF2-40B4-BE49-F238E27FC236}">
                <a16:creationId xmlns:a16="http://schemas.microsoft.com/office/drawing/2014/main" id="{56C3B465-A07D-5584-6966-2E5CF94B5613}"/>
              </a:ext>
            </a:extLst>
          </p:cNvPr>
          <p:cNvSpPr/>
          <p:nvPr/>
        </p:nvSpPr>
        <p:spPr bwMode="auto">
          <a:xfrm>
            <a:off x="6489265" y="2271373"/>
            <a:ext cx="138182" cy="18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15" eaLnBrk="0" fontAlgn="base" hangingPunct="0">
              <a:spcBef>
                <a:spcPct val="0"/>
              </a:spcBef>
              <a:spcAft>
                <a:spcPct val="0"/>
              </a:spcAft>
              <a:defRPr/>
            </a:pPr>
            <a:endParaRPr lang="zh-CN" altLang="en-US">
              <a:solidFill>
                <a:srgbClr val="000000"/>
              </a:solidFill>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49B03441-CF67-D8F7-D8A2-DDB7F5646283}"/>
              </a:ext>
            </a:extLst>
          </p:cNvPr>
          <p:cNvSpPr txBox="1"/>
          <p:nvPr/>
        </p:nvSpPr>
        <p:spPr>
          <a:xfrm>
            <a:off x="6315587" y="2464896"/>
            <a:ext cx="495225" cy="92333"/>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pPr defTabSz="914288">
              <a:defRPr/>
            </a:pPr>
            <a:r>
              <a:rPr lang="en-US" altLang="zh-CN" sz="600"/>
              <a:t>Readout Part 1</a:t>
            </a:r>
            <a:endParaRPr lang="zh-CN" altLang="en-US" sz="600"/>
          </a:p>
        </p:txBody>
      </p:sp>
      <p:sp>
        <p:nvSpPr>
          <p:cNvPr id="4" name="OTLSHAPE_T_e17f3958430f4cff8650518c93c7635e_StartDate">
            <a:extLst>
              <a:ext uri="{FF2B5EF4-FFF2-40B4-BE49-F238E27FC236}">
                <a16:creationId xmlns:a16="http://schemas.microsoft.com/office/drawing/2014/main" id="{AB856D72-EECD-9247-8644-1FC81546001D}"/>
              </a:ext>
            </a:extLst>
          </p:cNvPr>
          <p:cNvSpPr txBox="1"/>
          <p:nvPr>
            <p:custDataLst>
              <p:tags r:id="rId28"/>
            </p:custDataLst>
          </p:nvPr>
        </p:nvSpPr>
        <p:spPr>
          <a:xfrm>
            <a:off x="4627280" y="3211001"/>
            <a:ext cx="630370" cy="92333"/>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May 2024</a:t>
            </a:r>
          </a:p>
        </p:txBody>
      </p:sp>
      <p:sp>
        <p:nvSpPr>
          <p:cNvPr id="14" name="OTLSHAPE_T_e17f3958430f4cff8650518c93c7635e_StartDate">
            <a:extLst>
              <a:ext uri="{FF2B5EF4-FFF2-40B4-BE49-F238E27FC236}">
                <a16:creationId xmlns:a16="http://schemas.microsoft.com/office/drawing/2014/main" id="{C86F6D4E-7B1C-8C06-7BED-51C760C6B05C}"/>
              </a:ext>
            </a:extLst>
          </p:cNvPr>
          <p:cNvSpPr txBox="1"/>
          <p:nvPr>
            <p:custDataLst>
              <p:tags r:id="rId29"/>
            </p:custDataLst>
          </p:nvPr>
        </p:nvSpPr>
        <p:spPr>
          <a:xfrm>
            <a:off x="8864015" y="3160574"/>
            <a:ext cx="298485" cy="184666"/>
          </a:xfrm>
          <a:prstGeom prst="rect">
            <a:avLst/>
          </a:prstGeom>
          <a:noFill/>
        </p:spPr>
        <p:txBody>
          <a:bodyPr vert="horz" wrap="square" lIns="0" tIns="0" rIns="0" bIns="0" rtlCol="0" anchor="ctr" anchorCtr="0">
            <a:spAutoFit/>
          </a:bodyPr>
          <a:lstStyle/>
          <a:p>
            <a:pPr algn="ctr" defTabSz="914288">
              <a:defRPr/>
            </a:pPr>
            <a:r>
              <a:rPr lang="en-US" altLang="zh-CN" sz="600" b="1">
                <a:solidFill>
                  <a:srgbClr val="44546A"/>
                </a:solidFill>
                <a:latin typeface="Calibri" panose="020F0502020204030204" pitchFamily="34" charset="0"/>
              </a:rPr>
              <a:t>Jan </a:t>
            </a:r>
          </a:p>
          <a:p>
            <a:pPr algn="ctr" defTabSz="914288">
              <a:defRPr/>
            </a:pPr>
            <a:r>
              <a:rPr lang="en-US" altLang="zh-CN" sz="600" b="1">
                <a:solidFill>
                  <a:srgbClr val="44546A"/>
                </a:solidFill>
                <a:latin typeface="Calibri" panose="020F0502020204030204" pitchFamily="34" charset="0"/>
              </a:rPr>
              <a:t>2028</a:t>
            </a:r>
            <a:endParaRPr lang="zh-CN" altLang="en-US" sz="600" b="1">
              <a:solidFill>
                <a:srgbClr val="44546A"/>
              </a:solidFill>
              <a:latin typeface="Calibri" panose="020F0502020204030204" pitchFamily="34" charset="0"/>
            </a:endParaRPr>
          </a:p>
        </p:txBody>
      </p:sp>
      <p:grpSp>
        <p:nvGrpSpPr>
          <p:cNvPr id="50" name="Group 49"/>
          <p:cNvGrpSpPr/>
          <p:nvPr/>
        </p:nvGrpSpPr>
        <p:grpSpPr>
          <a:xfrm>
            <a:off x="4297752" y="1225060"/>
            <a:ext cx="546747" cy="2740272"/>
            <a:chOff x="2034408" y="1216913"/>
            <a:chExt cx="546747" cy="3932764"/>
          </a:xfrm>
        </p:grpSpPr>
        <p:cxnSp>
          <p:nvCxnSpPr>
            <p:cNvPr id="54" name="Straight Connector 53">
              <a:extLst>
                <a:ext uri="{FF2B5EF4-FFF2-40B4-BE49-F238E27FC236}">
                  <a16:creationId xmlns:a16="http://schemas.microsoft.com/office/drawing/2014/main" id="{9C165100-0114-4167-8FF0-BFF01B293D04}"/>
                </a:ext>
              </a:extLst>
            </p:cNvPr>
            <p:cNvCxnSpPr>
              <a:cxnSpLocks/>
            </p:cNvCxnSpPr>
            <p:nvPr/>
          </p:nvCxnSpPr>
          <p:spPr bwMode="auto">
            <a:xfrm flipV="1">
              <a:off x="2323898" y="1374704"/>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55" name="OTLSHAPE_T_e17f3958430f4cff8650518c93c7635e_StartDate">
              <a:extLst>
                <a:ext uri="{FF2B5EF4-FFF2-40B4-BE49-F238E27FC236}">
                  <a16:creationId xmlns:a16="http://schemas.microsoft.com/office/drawing/2014/main" id="{9224C17E-1AA1-4096-A3FD-25D6FD8BA444}"/>
                </a:ext>
              </a:extLst>
            </p:cNvPr>
            <p:cNvSpPr txBox="1"/>
            <p:nvPr>
              <p:custDataLst>
                <p:tags r:id="rId30"/>
              </p:custDataLst>
            </p:nvPr>
          </p:nvSpPr>
          <p:spPr>
            <a:xfrm>
              <a:off x="2034408" y="1216913"/>
              <a:ext cx="546747" cy="176686"/>
            </a:xfrm>
            <a:prstGeom prst="rect">
              <a:avLst/>
            </a:prstGeom>
            <a:noFill/>
            <a:ln w="12700">
              <a:noFill/>
            </a:ln>
          </p:spPr>
          <p:txBody>
            <a:bodyPr vert="horz" wrap="square" lIns="0" tIns="0" rIns="0" bIns="0" rtlCol="0" anchor="ctr" anchorCtr="0">
              <a:spAutoFit/>
            </a:bodyPr>
            <a:lstStyle/>
            <a:p>
              <a:pPr algn="ctr" defTabSz="914288">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784157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1140E-EF9F-4509-9E45-0059E1E49075}"/>
              </a:ext>
            </a:extLst>
          </p:cNvPr>
          <p:cNvSpPr>
            <a:spLocks noGrp="1"/>
          </p:cNvSpPr>
          <p:nvPr>
            <p:ph type="title"/>
          </p:nvPr>
        </p:nvSpPr>
        <p:spPr>
          <a:xfrm>
            <a:off x="242853" y="71932"/>
            <a:ext cx="8311896" cy="364019"/>
          </a:xfrm>
        </p:spPr>
        <p:txBody>
          <a:bodyPr>
            <a:normAutofit/>
          </a:bodyPr>
          <a:lstStyle/>
          <a:p>
            <a:r>
              <a:rPr lang="en-US" sz="2100"/>
              <a:t>Global Spesolimab NS – </a:t>
            </a:r>
            <a:r>
              <a:rPr lang="en-US" sz="2100">
                <a:solidFill>
                  <a:schemeClr val="accent3">
                    <a:lumMod val="75000"/>
                  </a:schemeClr>
                </a:solidFill>
              </a:rPr>
              <a:t>w32 </a:t>
            </a:r>
            <a:r>
              <a:rPr lang="en-US" sz="2100"/>
              <a:t>submissions </a:t>
            </a:r>
          </a:p>
        </p:txBody>
      </p:sp>
      <p:graphicFrame>
        <p:nvGraphicFramePr>
          <p:cNvPr id="4" name="Table 3">
            <a:extLst>
              <a:ext uri="{FF2B5EF4-FFF2-40B4-BE49-F238E27FC236}">
                <a16:creationId xmlns:a16="http://schemas.microsoft.com/office/drawing/2014/main" id="{38FAF784-0722-4D29-ACDC-4A46F6E8A5B6}"/>
              </a:ext>
            </a:extLst>
          </p:cNvPr>
          <p:cNvGraphicFramePr>
            <a:graphicFrameLocks noGrp="1"/>
          </p:cNvGraphicFramePr>
          <p:nvPr/>
        </p:nvGraphicFramePr>
        <p:xfrm>
          <a:off x="220363" y="1038349"/>
          <a:ext cx="8825331" cy="4124750"/>
        </p:xfrm>
        <a:graphic>
          <a:graphicData uri="http://schemas.openxmlformats.org/drawingml/2006/table">
            <a:tbl>
              <a:tblPr firstRow="1" bandRow="1"/>
              <a:tblGrid>
                <a:gridCol w="236810">
                  <a:extLst>
                    <a:ext uri="{9D8B030D-6E8A-4147-A177-3AD203B41FA5}">
                      <a16:colId xmlns:a16="http://schemas.microsoft.com/office/drawing/2014/main" val="3088341765"/>
                    </a:ext>
                  </a:extLst>
                </a:gridCol>
                <a:gridCol w="751717">
                  <a:extLst>
                    <a:ext uri="{9D8B030D-6E8A-4147-A177-3AD203B41FA5}">
                      <a16:colId xmlns:a16="http://schemas.microsoft.com/office/drawing/2014/main" val="2443717024"/>
                    </a:ext>
                  </a:extLst>
                </a:gridCol>
                <a:gridCol w="446243">
                  <a:extLst>
                    <a:ext uri="{9D8B030D-6E8A-4147-A177-3AD203B41FA5}">
                      <a16:colId xmlns:a16="http://schemas.microsoft.com/office/drawing/2014/main" val="251739936"/>
                    </a:ext>
                  </a:extLst>
                </a:gridCol>
                <a:gridCol w="446243">
                  <a:extLst>
                    <a:ext uri="{9D8B030D-6E8A-4147-A177-3AD203B41FA5}">
                      <a16:colId xmlns:a16="http://schemas.microsoft.com/office/drawing/2014/main" val="3962705370"/>
                    </a:ext>
                  </a:extLst>
                </a:gridCol>
                <a:gridCol w="446243">
                  <a:extLst>
                    <a:ext uri="{9D8B030D-6E8A-4147-A177-3AD203B41FA5}">
                      <a16:colId xmlns:a16="http://schemas.microsoft.com/office/drawing/2014/main" val="3615639451"/>
                    </a:ext>
                  </a:extLst>
                </a:gridCol>
                <a:gridCol w="446243">
                  <a:extLst>
                    <a:ext uri="{9D8B030D-6E8A-4147-A177-3AD203B41FA5}">
                      <a16:colId xmlns:a16="http://schemas.microsoft.com/office/drawing/2014/main" val="812954832"/>
                    </a:ext>
                  </a:extLst>
                </a:gridCol>
                <a:gridCol w="446243">
                  <a:extLst>
                    <a:ext uri="{9D8B030D-6E8A-4147-A177-3AD203B41FA5}">
                      <a16:colId xmlns:a16="http://schemas.microsoft.com/office/drawing/2014/main" val="2543235416"/>
                    </a:ext>
                  </a:extLst>
                </a:gridCol>
                <a:gridCol w="446243">
                  <a:extLst>
                    <a:ext uri="{9D8B030D-6E8A-4147-A177-3AD203B41FA5}">
                      <a16:colId xmlns:a16="http://schemas.microsoft.com/office/drawing/2014/main" val="2492322323"/>
                    </a:ext>
                  </a:extLst>
                </a:gridCol>
                <a:gridCol w="439433">
                  <a:extLst>
                    <a:ext uri="{9D8B030D-6E8A-4147-A177-3AD203B41FA5}">
                      <a16:colId xmlns:a16="http://schemas.microsoft.com/office/drawing/2014/main" val="1091642811"/>
                    </a:ext>
                  </a:extLst>
                </a:gridCol>
                <a:gridCol w="429083">
                  <a:extLst>
                    <a:ext uri="{9D8B030D-6E8A-4147-A177-3AD203B41FA5}">
                      <a16:colId xmlns:a16="http://schemas.microsoft.com/office/drawing/2014/main" val="1051712844"/>
                    </a:ext>
                  </a:extLst>
                </a:gridCol>
                <a:gridCol w="429083">
                  <a:extLst>
                    <a:ext uri="{9D8B030D-6E8A-4147-A177-3AD203B41FA5}">
                      <a16:colId xmlns:a16="http://schemas.microsoft.com/office/drawing/2014/main" val="1492302294"/>
                    </a:ext>
                  </a:extLst>
                </a:gridCol>
                <a:gridCol w="429083">
                  <a:extLst>
                    <a:ext uri="{9D8B030D-6E8A-4147-A177-3AD203B41FA5}">
                      <a16:colId xmlns:a16="http://schemas.microsoft.com/office/drawing/2014/main" val="1768474158"/>
                    </a:ext>
                  </a:extLst>
                </a:gridCol>
                <a:gridCol w="429083">
                  <a:extLst>
                    <a:ext uri="{9D8B030D-6E8A-4147-A177-3AD203B41FA5}">
                      <a16:colId xmlns:a16="http://schemas.microsoft.com/office/drawing/2014/main" val="3755703391"/>
                    </a:ext>
                  </a:extLst>
                </a:gridCol>
                <a:gridCol w="429083">
                  <a:extLst>
                    <a:ext uri="{9D8B030D-6E8A-4147-A177-3AD203B41FA5}">
                      <a16:colId xmlns:a16="http://schemas.microsoft.com/office/drawing/2014/main" val="242657117"/>
                    </a:ext>
                  </a:extLst>
                </a:gridCol>
                <a:gridCol w="429083">
                  <a:extLst>
                    <a:ext uri="{9D8B030D-6E8A-4147-A177-3AD203B41FA5}">
                      <a16:colId xmlns:a16="http://schemas.microsoft.com/office/drawing/2014/main" val="39119455"/>
                    </a:ext>
                  </a:extLst>
                </a:gridCol>
                <a:gridCol w="429083">
                  <a:extLst>
                    <a:ext uri="{9D8B030D-6E8A-4147-A177-3AD203B41FA5}">
                      <a16:colId xmlns:a16="http://schemas.microsoft.com/office/drawing/2014/main" val="2263373751"/>
                    </a:ext>
                  </a:extLst>
                </a:gridCol>
                <a:gridCol w="429083">
                  <a:extLst>
                    <a:ext uri="{9D8B030D-6E8A-4147-A177-3AD203B41FA5}">
                      <a16:colId xmlns:a16="http://schemas.microsoft.com/office/drawing/2014/main" val="3802037835"/>
                    </a:ext>
                  </a:extLst>
                </a:gridCol>
                <a:gridCol w="429083">
                  <a:extLst>
                    <a:ext uri="{9D8B030D-6E8A-4147-A177-3AD203B41FA5}">
                      <a16:colId xmlns:a16="http://schemas.microsoft.com/office/drawing/2014/main" val="1885158009"/>
                    </a:ext>
                  </a:extLst>
                </a:gridCol>
                <a:gridCol w="429083">
                  <a:extLst>
                    <a:ext uri="{9D8B030D-6E8A-4147-A177-3AD203B41FA5}">
                      <a16:colId xmlns:a16="http://schemas.microsoft.com/office/drawing/2014/main" val="341436475"/>
                    </a:ext>
                  </a:extLst>
                </a:gridCol>
                <a:gridCol w="429083">
                  <a:extLst>
                    <a:ext uri="{9D8B030D-6E8A-4147-A177-3AD203B41FA5}">
                      <a16:colId xmlns:a16="http://schemas.microsoft.com/office/drawing/2014/main" val="2117585061"/>
                    </a:ext>
                  </a:extLst>
                </a:gridCol>
              </a:tblGrid>
              <a:tr h="251460">
                <a:tc>
                  <a:txBody>
                    <a:bodyPr/>
                    <a:lstStyle/>
                    <a:p>
                      <a:pPr algn="ctr"/>
                      <a:endParaRPr lang="en-GB" sz="1100">
                        <a:solidFill>
                          <a:schemeClr val="bg1"/>
                        </a:solidFill>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p>
                      <a:pPr algn="ctr"/>
                      <a:r>
                        <a:rPr lang="en-GB" sz="1100" b="1" kern="1200">
                          <a:solidFill>
                            <a:schemeClr val="lt1"/>
                          </a:solidFill>
                          <a:latin typeface="BISans"/>
                          <a:ea typeface="+mn-ea"/>
                          <a:cs typeface="+mn-cs"/>
                        </a:rPr>
                        <a:t>Apr</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p>
                      <a:pPr algn="ctr"/>
                      <a:r>
                        <a:rPr lang="en-GB" sz="1100" b="1" kern="1200">
                          <a:solidFill>
                            <a:schemeClr val="lt1"/>
                          </a:solidFill>
                          <a:latin typeface="BISans"/>
                          <a:ea typeface="+mn-ea"/>
                          <a:cs typeface="+mn-cs"/>
                        </a:rPr>
                        <a:t>May</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p>
                      <a:pPr algn="ctr"/>
                      <a:r>
                        <a:rPr lang="en-GB" sz="1100" b="1" kern="1200">
                          <a:solidFill>
                            <a:schemeClr val="lt1"/>
                          </a:solidFill>
                          <a:latin typeface="BISans"/>
                          <a:ea typeface="+mn-ea"/>
                          <a:cs typeface="+mn-cs"/>
                        </a:rPr>
                        <a:t>Jun</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p>
                      <a:pPr algn="ctr"/>
                      <a:r>
                        <a:rPr lang="en-GB" sz="1100" b="1" kern="1200">
                          <a:solidFill>
                            <a:schemeClr val="lt1"/>
                          </a:solidFill>
                          <a:latin typeface="BISans"/>
                          <a:ea typeface="+mn-ea"/>
                          <a:cs typeface="+mn-cs"/>
                        </a:rPr>
                        <a:t>Jul</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p>
                      <a:pPr algn="ctr"/>
                      <a:r>
                        <a:rPr lang="en-GB" sz="1100" b="1" kern="1200">
                          <a:solidFill>
                            <a:schemeClr val="lt1"/>
                          </a:solidFill>
                          <a:latin typeface="BISans"/>
                          <a:ea typeface="+mn-ea"/>
                          <a:cs typeface="+mn-cs"/>
                        </a:rPr>
                        <a:t>Aug</a:t>
                      </a: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Sep</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err="1"/>
                        <a:t>Oct</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Nov</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err="1"/>
                        <a:t>Dec</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Jan</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Feb</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Mar</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Apr</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May</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de-DE" sz="1100"/>
                        <a:t>Jun</a:t>
                      </a:r>
                      <a:endParaRPr lang="en-GB" sz="110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en-GB" sz="1100"/>
                        <a:t>Jul</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en-GB" sz="1100"/>
                        <a:t>Aug</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tc>
                  <a:txBody>
                    <a:bodyPr/>
                    <a:lstStyle>
                      <a:lvl1pPr marL="0" algn="l" defTabSz="914400" rtl="0" eaLnBrk="1" latinLnBrk="0" hangingPunct="1">
                        <a:defRPr sz="1800" b="1" kern="1200">
                          <a:solidFill>
                            <a:schemeClr val="lt1"/>
                          </a:solidFill>
                          <a:latin typeface="BISans"/>
                        </a:defRPr>
                      </a:lvl1pPr>
                      <a:lvl2pPr marL="457200" algn="l" defTabSz="914400" rtl="0" eaLnBrk="1" latinLnBrk="0" hangingPunct="1">
                        <a:defRPr sz="1800" b="1" kern="1200">
                          <a:solidFill>
                            <a:schemeClr val="lt1"/>
                          </a:solidFill>
                          <a:latin typeface="BISans"/>
                        </a:defRPr>
                      </a:lvl2pPr>
                      <a:lvl3pPr marL="914400" algn="l" defTabSz="914400" rtl="0" eaLnBrk="1" latinLnBrk="0" hangingPunct="1">
                        <a:defRPr sz="1800" b="1" kern="1200">
                          <a:solidFill>
                            <a:schemeClr val="lt1"/>
                          </a:solidFill>
                          <a:latin typeface="BISans"/>
                        </a:defRPr>
                      </a:lvl3pPr>
                      <a:lvl4pPr marL="1371600" algn="l" defTabSz="914400" rtl="0" eaLnBrk="1" latinLnBrk="0" hangingPunct="1">
                        <a:defRPr sz="1800" b="1" kern="1200">
                          <a:solidFill>
                            <a:schemeClr val="lt1"/>
                          </a:solidFill>
                          <a:latin typeface="BISans"/>
                        </a:defRPr>
                      </a:lvl4pPr>
                      <a:lvl5pPr marL="1828800" algn="l" defTabSz="914400" rtl="0" eaLnBrk="1" latinLnBrk="0" hangingPunct="1">
                        <a:defRPr sz="1800" b="1" kern="1200">
                          <a:solidFill>
                            <a:schemeClr val="lt1"/>
                          </a:solidFill>
                          <a:latin typeface="BISans"/>
                        </a:defRPr>
                      </a:lvl5pPr>
                      <a:lvl6pPr marL="2286000" algn="l" defTabSz="914400" rtl="0" eaLnBrk="1" latinLnBrk="0" hangingPunct="1">
                        <a:defRPr sz="1800" b="1" kern="1200">
                          <a:solidFill>
                            <a:schemeClr val="lt1"/>
                          </a:solidFill>
                          <a:latin typeface="BISans"/>
                        </a:defRPr>
                      </a:lvl6pPr>
                      <a:lvl7pPr marL="2743200" algn="l" defTabSz="914400" rtl="0" eaLnBrk="1" latinLnBrk="0" hangingPunct="1">
                        <a:defRPr sz="1800" b="1" kern="1200">
                          <a:solidFill>
                            <a:schemeClr val="lt1"/>
                          </a:solidFill>
                          <a:latin typeface="BISans"/>
                        </a:defRPr>
                      </a:lvl7pPr>
                      <a:lvl8pPr marL="3200400" algn="l" defTabSz="914400" rtl="0" eaLnBrk="1" latinLnBrk="0" hangingPunct="1">
                        <a:defRPr sz="1800" b="1" kern="1200">
                          <a:solidFill>
                            <a:schemeClr val="lt1"/>
                          </a:solidFill>
                          <a:latin typeface="BISans"/>
                        </a:defRPr>
                      </a:lvl8pPr>
                      <a:lvl9pPr marL="3657600" algn="l" defTabSz="914400" rtl="0" eaLnBrk="1" latinLnBrk="0" hangingPunct="1">
                        <a:defRPr sz="1800" b="1" kern="1200">
                          <a:solidFill>
                            <a:schemeClr val="lt1"/>
                          </a:solidFill>
                          <a:latin typeface="BISans"/>
                        </a:defRPr>
                      </a:lvl9pPr>
                    </a:lstStyle>
                    <a:p>
                      <a:pPr algn="ctr"/>
                      <a:r>
                        <a:rPr lang="en-GB" sz="1100"/>
                        <a:t>Sep</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6697BF"/>
                    </a:solidFill>
                  </a:tcPr>
                </a:tc>
                <a:extLst>
                  <a:ext uri="{0D108BD9-81ED-4DB2-BD59-A6C34878D82A}">
                    <a16:rowId xmlns:a16="http://schemas.microsoft.com/office/drawing/2014/main" val="486517615"/>
                  </a:ext>
                </a:extLst>
              </a:tr>
              <a:tr h="495300">
                <a:tc>
                  <a:txBody>
                    <a:bodyPr/>
                    <a:lstStyle/>
                    <a:p>
                      <a:pPr algn="ctr"/>
                      <a:endParaRPr lang="en-GB" sz="8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r>
                        <a:rPr lang="en-GB" sz="800" b="1"/>
                        <a:t>USA </a:t>
                      </a:r>
                    </a:p>
                    <a:p>
                      <a:pPr algn="ctr"/>
                      <a:r>
                        <a:rPr lang="en-GB" sz="800" b="0"/>
                        <a:t>(Priority review)</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AEFF4"/>
                    </a:solidFill>
                  </a:tcPr>
                </a:tc>
                <a:extLst>
                  <a:ext uri="{0D108BD9-81ED-4DB2-BD59-A6C34878D82A}">
                    <a16:rowId xmlns:a16="http://schemas.microsoft.com/office/drawing/2014/main" val="1936334908"/>
                  </a:ext>
                </a:extLst>
              </a:tr>
              <a:tr h="511845">
                <a:tc>
                  <a:txBody>
                    <a:bodyPr/>
                    <a:lstStyle/>
                    <a:p>
                      <a:pPr algn="ctr"/>
                      <a:endParaRPr lang="en-GB" sz="800"/>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r>
                        <a:rPr lang="en-GB" sz="800" b="1"/>
                        <a:t>USA </a:t>
                      </a:r>
                      <a:r>
                        <a:rPr lang="en-GB" sz="800" b="0"/>
                        <a:t>(Standard review)</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2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ap="flat" cmpd="sng" algn="ctr">
                      <a:solidFill>
                        <a:schemeClr val="bg1"/>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ap="flat" cmpd="sng" algn="ctr">
                      <a:solidFill>
                        <a:schemeClr val="bg1"/>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6697BF">
                        <a:tint val="20000"/>
                      </a:srgbClr>
                    </a:solidFill>
                  </a:tcPr>
                </a:tc>
                <a:extLst>
                  <a:ext uri="{0D108BD9-81ED-4DB2-BD59-A6C34878D82A}">
                    <a16:rowId xmlns:a16="http://schemas.microsoft.com/office/drawing/2014/main" val="2315566427"/>
                  </a:ext>
                </a:extLst>
              </a:tr>
              <a:tr h="595385">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GB" sz="800" kern="1200">
                        <a:solidFill>
                          <a:schemeClr val="tx1"/>
                        </a:solidFill>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r>
                        <a:rPr lang="en-GB" sz="800" b="1"/>
                        <a:t>EU</a:t>
                      </a:r>
                    </a:p>
                    <a:p>
                      <a:pPr algn="ctr"/>
                      <a:r>
                        <a:rPr kumimoji="0" lang="en-GB" sz="800" b="0" i="0" u="none" strike="noStrike" kern="1200" cap="none" spc="0" normalizeH="0" baseline="0" noProof="0">
                          <a:ln>
                            <a:noFill/>
                          </a:ln>
                          <a:solidFill>
                            <a:srgbClr val="000000"/>
                          </a:solidFill>
                          <a:effectLst/>
                          <a:uLnTx/>
                          <a:uFillTx/>
                          <a:latin typeface="+mn-lt"/>
                          <a:ea typeface="+mn-ea"/>
                          <a:cs typeface="+mn-cs"/>
                        </a:rPr>
                        <a:t>(Standard review)</a:t>
                      </a:r>
                      <a:endParaRPr lang="en-GB" sz="800" b="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6697BF">
                        <a:tint val="40000"/>
                      </a:srgbClr>
                    </a:solidFill>
                  </a:tcPr>
                </a:tc>
                <a:extLst>
                  <a:ext uri="{0D108BD9-81ED-4DB2-BD59-A6C34878D82A}">
                    <a16:rowId xmlns:a16="http://schemas.microsoft.com/office/drawing/2014/main" val="3083417577"/>
                  </a:ext>
                </a:extLst>
              </a:tr>
              <a:tr h="468630">
                <a:tc>
                  <a:txBody>
                    <a:bodyPr/>
                    <a:lstStyle/>
                    <a:p>
                      <a:pPr algn="ctr"/>
                      <a:endParaRPr lang="en-GB" sz="800" kern="1200">
                        <a:solidFill>
                          <a:schemeClr val="tx1"/>
                        </a:solidFill>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r>
                        <a:rPr lang="en-GB" sz="800" b="1"/>
                        <a:t>Japan</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a:t>(Priority review 9m)</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EAEFF4"/>
                    </a:solidFill>
                  </a:tcPr>
                </a:tc>
                <a:extLst>
                  <a:ext uri="{0D108BD9-81ED-4DB2-BD59-A6C34878D82A}">
                    <a16:rowId xmlns:a16="http://schemas.microsoft.com/office/drawing/2014/main" val="2227793774"/>
                  </a:ext>
                </a:extLst>
              </a:tr>
              <a:tr h="468630">
                <a:tc>
                  <a:txBody>
                    <a:bodyPr/>
                    <a:lstStyle/>
                    <a:p>
                      <a:pPr algn="ctr"/>
                      <a:endParaRPr kumimoji="0" lang="en-GB" sz="800" b="0" i="0" u="none" strike="noStrike" kern="1200" cap="none" spc="0" normalizeH="0" baseline="0">
                        <a:ln>
                          <a:noFill/>
                        </a:ln>
                        <a:solidFill>
                          <a:srgbClr val="000000"/>
                        </a:solidFill>
                        <a:effectLst/>
                        <a:uLnTx/>
                        <a:uFillTx/>
                        <a:latin typeface="+mn-lt"/>
                        <a:ea typeface="+mn-ea"/>
                        <a:cs typeface="+mn-cs"/>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r>
                        <a:rPr lang="en-GB" sz="800" b="1"/>
                        <a:t>Japan </a:t>
                      </a:r>
                      <a:r>
                        <a:rPr lang="en-GB" sz="800" b="0"/>
                        <a:t>(Standard review 12m)</a:t>
                      </a:r>
                      <a:endParaRPr lang="en-GB" sz="800" b="1"/>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tc>
                  <a:txBody>
                    <a:bodyPr/>
                    <a:lstStyle>
                      <a:lvl1pPr marL="0" algn="l" defTabSz="914400" rtl="0" eaLnBrk="1" latinLnBrk="0" hangingPunct="1">
                        <a:defRPr sz="1800" kern="1200">
                          <a:solidFill>
                            <a:schemeClr val="dk1"/>
                          </a:solidFill>
                          <a:latin typeface="BISans"/>
                        </a:defRPr>
                      </a:lvl1pPr>
                      <a:lvl2pPr marL="457200" algn="l" defTabSz="914400" rtl="0" eaLnBrk="1" latinLnBrk="0" hangingPunct="1">
                        <a:defRPr sz="1800" kern="1200">
                          <a:solidFill>
                            <a:schemeClr val="dk1"/>
                          </a:solidFill>
                          <a:latin typeface="BISans"/>
                        </a:defRPr>
                      </a:lvl2pPr>
                      <a:lvl3pPr marL="914400" algn="l" defTabSz="914400" rtl="0" eaLnBrk="1" latinLnBrk="0" hangingPunct="1">
                        <a:defRPr sz="1800" kern="1200">
                          <a:solidFill>
                            <a:schemeClr val="dk1"/>
                          </a:solidFill>
                          <a:latin typeface="BISans"/>
                        </a:defRPr>
                      </a:lvl3pPr>
                      <a:lvl4pPr marL="1371600" algn="l" defTabSz="914400" rtl="0" eaLnBrk="1" latinLnBrk="0" hangingPunct="1">
                        <a:defRPr sz="1800" kern="1200">
                          <a:solidFill>
                            <a:schemeClr val="dk1"/>
                          </a:solidFill>
                          <a:latin typeface="BISans"/>
                        </a:defRPr>
                      </a:lvl4pPr>
                      <a:lvl5pPr marL="1828800" algn="l" defTabSz="914400" rtl="0" eaLnBrk="1" latinLnBrk="0" hangingPunct="1">
                        <a:defRPr sz="1800" kern="1200">
                          <a:solidFill>
                            <a:schemeClr val="dk1"/>
                          </a:solidFill>
                          <a:latin typeface="BISans"/>
                        </a:defRPr>
                      </a:lvl5pPr>
                      <a:lvl6pPr marL="2286000" algn="l" defTabSz="914400" rtl="0" eaLnBrk="1" latinLnBrk="0" hangingPunct="1">
                        <a:defRPr sz="1800" kern="1200">
                          <a:solidFill>
                            <a:schemeClr val="dk1"/>
                          </a:solidFill>
                          <a:latin typeface="BISans"/>
                        </a:defRPr>
                      </a:lvl6pPr>
                      <a:lvl7pPr marL="2743200" algn="l" defTabSz="914400" rtl="0" eaLnBrk="1" latinLnBrk="0" hangingPunct="1">
                        <a:defRPr sz="1800" kern="1200">
                          <a:solidFill>
                            <a:schemeClr val="dk1"/>
                          </a:solidFill>
                          <a:latin typeface="BISans"/>
                        </a:defRPr>
                      </a:lvl7pPr>
                      <a:lvl8pPr marL="3200400" algn="l" defTabSz="914400" rtl="0" eaLnBrk="1" latinLnBrk="0" hangingPunct="1">
                        <a:defRPr sz="1800" kern="1200">
                          <a:solidFill>
                            <a:schemeClr val="dk1"/>
                          </a:solidFill>
                          <a:latin typeface="BISans"/>
                        </a:defRPr>
                      </a:lvl8pPr>
                      <a:lvl9pPr marL="3657600" algn="l" defTabSz="914400" rtl="0" eaLnBrk="1" latinLnBrk="0" hangingPunct="1">
                        <a:defRPr sz="1800" kern="1200">
                          <a:solidFill>
                            <a:schemeClr val="dk1"/>
                          </a:solidFill>
                          <a:latin typeface="BISans"/>
                        </a:defRPr>
                      </a:lvl9pPr>
                    </a:lstStyle>
                    <a:p>
                      <a:pPr algn="ctr"/>
                      <a:endParaRPr lang="en-GB" sz="1100"/>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3DDE8"/>
                    </a:solidFill>
                  </a:tcPr>
                </a:tc>
                <a:extLst>
                  <a:ext uri="{0D108BD9-81ED-4DB2-BD59-A6C34878D82A}">
                    <a16:rowId xmlns:a16="http://schemas.microsoft.com/office/drawing/2014/main" val="2079249405"/>
                  </a:ext>
                </a:extLst>
              </a:tr>
              <a:tr h="445770">
                <a:tc>
                  <a:txBody>
                    <a:bodyPr/>
                    <a:lstStyle/>
                    <a:p>
                      <a:pPr algn="ctr"/>
                      <a:endParaRPr kumimoji="0" lang="en-GB" sz="800" b="0" i="0" u="none" strike="noStrike" kern="1200" cap="none" spc="0" normalizeH="0" baseline="0">
                        <a:ln>
                          <a:noFill/>
                        </a:ln>
                        <a:solidFill>
                          <a:srgbClr val="000000"/>
                        </a:solidFill>
                        <a:effectLst/>
                        <a:uLnTx/>
                        <a:uFillTx/>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1"/>
                        <a:t>China</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a:t>(Priority review 10m)</a:t>
                      </a:r>
                      <a:endParaRPr kumimoji="0" lang="en-GB" sz="800" b="0" i="0" u="none" strike="noStrike" kern="1200" cap="none" spc="0" normalizeH="0" baseline="0">
                        <a:ln>
                          <a:noFill/>
                        </a:ln>
                        <a:solidFill>
                          <a:srgbClr val="000000"/>
                        </a:solidFill>
                        <a:effectLst/>
                        <a:uLnTx/>
                        <a:uFillTx/>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r>
                        <a:rPr lang="en-GB" sz="1100"/>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EAEFF4"/>
                    </a:solidFill>
                  </a:tcPr>
                </a:tc>
                <a:extLst>
                  <a:ext uri="{0D108BD9-81ED-4DB2-BD59-A6C34878D82A}">
                    <a16:rowId xmlns:a16="http://schemas.microsoft.com/office/drawing/2014/main" val="2101255099"/>
                  </a:ext>
                </a:extLst>
              </a:tr>
              <a:tr h="44577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a:ln>
                          <a:noFill/>
                        </a:ln>
                        <a:solidFill>
                          <a:srgbClr val="000000"/>
                        </a:solidFill>
                        <a:effectLst/>
                        <a:uLnTx/>
                        <a:uFillTx/>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1"/>
                        <a:t>China</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a:t>(Standard review 15m)</a:t>
                      </a:r>
                      <a:endParaRPr kumimoji="0" lang="en-GB" sz="800" b="1" i="0" u="none" strike="noStrike" kern="1200" cap="none" spc="0" normalizeH="0" baseline="0">
                        <a:ln>
                          <a:noFill/>
                        </a:ln>
                        <a:solidFill>
                          <a:srgbClr val="000000"/>
                        </a:solidFill>
                        <a:effectLst/>
                        <a:uLnTx/>
                        <a:uFillTx/>
                        <a:latin typeface="+mn-lt"/>
                        <a:ea typeface="+mn-ea"/>
                        <a:cs typeface="+mn-cs"/>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tc>
                  <a:txBody>
                    <a:bodyPr/>
                    <a:lstStyle/>
                    <a:p>
                      <a:pPr algn="ctr"/>
                      <a:endParaRPr lang="en-GB"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D3DDE8"/>
                    </a:solidFill>
                  </a:tcPr>
                </a:tc>
                <a:extLst>
                  <a:ext uri="{0D108BD9-81ED-4DB2-BD59-A6C34878D82A}">
                    <a16:rowId xmlns:a16="http://schemas.microsoft.com/office/drawing/2014/main" val="3224722223"/>
                  </a:ext>
                </a:extLst>
              </a:tr>
            </a:tbl>
          </a:graphicData>
        </a:graphic>
      </p:graphicFrame>
      <p:sp>
        <p:nvSpPr>
          <p:cNvPr id="5" name="Rectangle 4">
            <a:extLst>
              <a:ext uri="{FF2B5EF4-FFF2-40B4-BE49-F238E27FC236}">
                <a16:creationId xmlns:a16="http://schemas.microsoft.com/office/drawing/2014/main" id="{8CCFD975-A01D-4960-AA32-F21543B38D59}"/>
              </a:ext>
            </a:extLst>
          </p:cNvPr>
          <p:cNvSpPr/>
          <p:nvPr/>
        </p:nvSpPr>
        <p:spPr>
          <a:xfrm>
            <a:off x="1209196" y="863524"/>
            <a:ext cx="3962819" cy="174793"/>
          </a:xfrm>
          <a:prstGeom prst="rect">
            <a:avLst/>
          </a:prstGeom>
          <a:solidFill>
            <a:schemeClr val="accent6">
              <a:lumMod val="75000"/>
            </a:schemeClr>
          </a:solidFill>
          <a:ln w="12700" cap="flat" cmpd="sng" algn="ctr">
            <a:noFill/>
            <a:prstDash val="solid"/>
          </a:ln>
          <a:effectLst/>
        </p:spPr>
        <p:txBody>
          <a:bodyPr lIns="72000" tIns="72000" rIns="72000" bIns="72000" rtlCol="0" anchor="ctr"/>
          <a:lstStyle/>
          <a:p>
            <a:pPr algn="ctr" defTabSz="914378">
              <a:defRPr/>
            </a:pPr>
            <a:r>
              <a:rPr lang="de-DE" sz="1400" kern="0">
                <a:solidFill>
                  <a:srgbClr val="FFFFFF"/>
                </a:solidFill>
                <a:latin typeface="BISans"/>
              </a:rPr>
              <a:t>2025</a:t>
            </a:r>
          </a:p>
        </p:txBody>
      </p:sp>
      <p:sp>
        <p:nvSpPr>
          <p:cNvPr id="6" name="Rectangle 5">
            <a:extLst>
              <a:ext uri="{FF2B5EF4-FFF2-40B4-BE49-F238E27FC236}">
                <a16:creationId xmlns:a16="http://schemas.microsoft.com/office/drawing/2014/main" id="{048AB6B9-81E2-4289-B7E1-6D13F3FC6565}"/>
              </a:ext>
            </a:extLst>
          </p:cNvPr>
          <p:cNvSpPr/>
          <p:nvPr/>
        </p:nvSpPr>
        <p:spPr>
          <a:xfrm>
            <a:off x="5172017" y="865313"/>
            <a:ext cx="3873683" cy="174500"/>
          </a:xfrm>
          <a:prstGeom prst="rect">
            <a:avLst/>
          </a:prstGeom>
          <a:solidFill>
            <a:srgbClr val="6697BF"/>
          </a:solidFill>
          <a:ln w="12700" cap="flat" cmpd="sng" algn="ctr">
            <a:noFill/>
            <a:prstDash val="solid"/>
          </a:ln>
          <a:effectLst/>
        </p:spPr>
        <p:txBody>
          <a:bodyPr lIns="72000" tIns="72000" rIns="72000" bIns="72000" rtlCol="0" anchor="ctr"/>
          <a:lstStyle/>
          <a:p>
            <a:pPr algn="ctr" defTabSz="914378">
              <a:defRPr/>
            </a:pPr>
            <a:r>
              <a:rPr lang="de-DE" sz="1400" kern="0">
                <a:solidFill>
                  <a:srgbClr val="FFFFFF"/>
                </a:solidFill>
                <a:latin typeface="BISans"/>
              </a:rPr>
              <a:t>2026</a:t>
            </a:r>
          </a:p>
        </p:txBody>
      </p:sp>
      <p:grpSp>
        <p:nvGrpSpPr>
          <p:cNvPr id="52" name="Gruppieren 51">
            <a:extLst>
              <a:ext uri="{FF2B5EF4-FFF2-40B4-BE49-F238E27FC236}">
                <a16:creationId xmlns:a16="http://schemas.microsoft.com/office/drawing/2014/main" id="{18EF2A6E-7602-18ED-B61A-12C2FC629C75}"/>
              </a:ext>
            </a:extLst>
          </p:cNvPr>
          <p:cNvGrpSpPr/>
          <p:nvPr/>
        </p:nvGrpSpPr>
        <p:grpSpPr>
          <a:xfrm>
            <a:off x="3694854" y="1532391"/>
            <a:ext cx="1812701" cy="265922"/>
            <a:chOff x="2283534" y="2044073"/>
            <a:chExt cx="2416934" cy="354563"/>
          </a:xfrm>
        </p:grpSpPr>
        <p:sp>
          <p:nvSpPr>
            <p:cNvPr id="10" name="星 5 55">
              <a:extLst>
                <a:ext uri="{FF2B5EF4-FFF2-40B4-BE49-F238E27FC236}">
                  <a16:creationId xmlns:a16="http://schemas.microsoft.com/office/drawing/2014/main" id="{9B97A780-EC41-4A61-8D2B-F6C000FEA1B9}"/>
                </a:ext>
              </a:extLst>
            </p:cNvPr>
            <p:cNvSpPr>
              <a:spLocks noChangeAspect="1"/>
            </p:cNvSpPr>
            <p:nvPr/>
          </p:nvSpPr>
          <p:spPr>
            <a:xfrm>
              <a:off x="3489871" y="2052880"/>
              <a:ext cx="268511" cy="270265"/>
            </a:xfrm>
            <a:prstGeom prst="star5">
              <a:avLst/>
            </a:prstGeom>
            <a:solidFill>
              <a:srgbClr val="FFC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11" name="二等辺三角形 157">
              <a:extLst>
                <a:ext uri="{FF2B5EF4-FFF2-40B4-BE49-F238E27FC236}">
                  <a16:creationId xmlns:a16="http://schemas.microsoft.com/office/drawing/2014/main" id="{AEC74700-A842-4643-AF0A-4830885929D0}"/>
                </a:ext>
              </a:extLst>
            </p:cNvPr>
            <p:cNvSpPr>
              <a:spLocks noChangeAspect="1"/>
            </p:cNvSpPr>
            <p:nvPr/>
          </p:nvSpPr>
          <p:spPr>
            <a:xfrm>
              <a:off x="2283534" y="2089849"/>
              <a:ext cx="214809" cy="215041"/>
            </a:xfrm>
            <a:prstGeom prst="triangle">
              <a:avLst/>
            </a:prstGeom>
            <a:solidFill>
              <a:srgbClr val="FFC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12" name="テキスト ボックス 61">
              <a:extLst>
                <a:ext uri="{FF2B5EF4-FFF2-40B4-BE49-F238E27FC236}">
                  <a16:creationId xmlns:a16="http://schemas.microsoft.com/office/drawing/2014/main" id="{66513CDC-C789-4E5E-83ED-66BCE5296917}"/>
                </a:ext>
              </a:extLst>
            </p:cNvPr>
            <p:cNvSpPr txBox="1"/>
            <p:nvPr/>
          </p:nvSpPr>
          <p:spPr>
            <a:xfrm>
              <a:off x="2551743" y="2044073"/>
              <a:ext cx="1019065" cy="328295"/>
            </a:xfrm>
            <a:prstGeom prst="rect">
              <a:avLst/>
            </a:prstGeom>
            <a:noFill/>
            <a:ln>
              <a:noFill/>
            </a:ln>
            <a:scene3d>
              <a:camera prst="orthographicFront"/>
              <a:lightRig rig="threePt" dir="t"/>
            </a:scene3d>
            <a:sp3d>
              <a:bevelT/>
            </a:sp3d>
          </p:spPr>
          <p:txBody>
            <a:bodyPr wrap="square" lIns="0" tIns="0" rIns="0" bIns="0" rtlCol="0">
              <a:spAutoFit/>
            </a:bodyPr>
            <a:lstStyle/>
            <a:p>
              <a:pPr defTabSz="914333">
                <a:defRPr/>
              </a:pPr>
              <a:r>
                <a:rPr kumimoji="1" lang="en-US" altLang="ja-JP" sz="800" b="1" kern="0">
                  <a:solidFill>
                    <a:prstClr val="black"/>
                  </a:solidFill>
                  <a:latin typeface="Boehringer Forward Text"/>
                </a:rPr>
                <a:t>Priority Application</a:t>
              </a:r>
              <a:endParaRPr kumimoji="1" lang="ja-JP" altLang="en-US" sz="800" b="1" kern="0">
                <a:solidFill>
                  <a:prstClr val="black"/>
                </a:solidFill>
                <a:latin typeface="Boehringer Forward Text"/>
              </a:endParaRPr>
            </a:p>
          </p:txBody>
        </p:sp>
        <p:sp>
          <p:nvSpPr>
            <p:cNvPr id="13" name="テキスト ボックス 57">
              <a:extLst>
                <a:ext uri="{FF2B5EF4-FFF2-40B4-BE49-F238E27FC236}">
                  <a16:creationId xmlns:a16="http://schemas.microsoft.com/office/drawing/2014/main" id="{89BFF278-7053-4E4F-B514-9EC07C73CBD4}"/>
                </a:ext>
              </a:extLst>
            </p:cNvPr>
            <p:cNvSpPr txBox="1"/>
            <p:nvPr/>
          </p:nvSpPr>
          <p:spPr>
            <a:xfrm>
              <a:off x="3794105" y="2070341"/>
              <a:ext cx="906363" cy="328295"/>
            </a:xfrm>
            <a:prstGeom prst="rect">
              <a:avLst/>
            </a:prstGeom>
            <a:noFill/>
            <a:ln>
              <a:noFill/>
            </a:ln>
            <a:scene3d>
              <a:camera prst="orthographicFront"/>
              <a:lightRig rig="threePt" dir="t"/>
            </a:scene3d>
            <a:sp3d>
              <a:bevelT/>
            </a:sp3d>
          </p:spPr>
          <p:txBody>
            <a:bodyPr wrap="square" lIns="0" tIns="0" rIns="0" bIns="0" rtlCol="0">
              <a:spAutoFit/>
            </a:bodyPr>
            <a:lstStyle/>
            <a:p>
              <a:pPr defTabSz="914333">
                <a:defRPr/>
              </a:pPr>
              <a:r>
                <a:rPr kumimoji="1" lang="en-US" altLang="ja-JP" sz="800" b="1" kern="0">
                  <a:solidFill>
                    <a:prstClr val="black"/>
                  </a:solidFill>
                  <a:latin typeface="Boehringer Forward Text"/>
                </a:rPr>
                <a:t>Priority Designation</a:t>
              </a:r>
              <a:endParaRPr kumimoji="1" lang="ja-JP" altLang="en-US" sz="800" b="1" kern="0">
                <a:solidFill>
                  <a:prstClr val="black"/>
                </a:solidFill>
                <a:latin typeface="Boehringer Forward Text"/>
              </a:endParaRPr>
            </a:p>
          </p:txBody>
        </p:sp>
      </p:grpSp>
      <p:sp>
        <p:nvSpPr>
          <p:cNvPr id="29" name="テキスト ボックス 227">
            <a:extLst>
              <a:ext uri="{FF2B5EF4-FFF2-40B4-BE49-F238E27FC236}">
                <a16:creationId xmlns:a16="http://schemas.microsoft.com/office/drawing/2014/main" id="{E55AEC46-4192-4F1D-92B2-BD54D55F0DDC}"/>
              </a:ext>
            </a:extLst>
          </p:cNvPr>
          <p:cNvSpPr txBox="1"/>
          <p:nvPr/>
        </p:nvSpPr>
        <p:spPr>
          <a:xfrm>
            <a:off x="4165799" y="3036690"/>
            <a:ext cx="480486" cy="123111"/>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sysClr val="windowText" lastClr="000000"/>
                </a:solidFill>
                <a:latin typeface="Boehringer Forward Text"/>
              </a:rPr>
              <a:t>JNDA</a:t>
            </a:r>
            <a:endParaRPr kumimoji="1" lang="ja-JP" altLang="en-US" sz="800" b="1" kern="0">
              <a:solidFill>
                <a:sysClr val="windowText" lastClr="000000"/>
              </a:solidFill>
              <a:latin typeface="Boehringer Forward Text"/>
            </a:endParaRPr>
          </a:p>
        </p:txBody>
      </p:sp>
      <p:sp>
        <p:nvSpPr>
          <p:cNvPr id="30" name="テキスト ボックス 241">
            <a:extLst>
              <a:ext uri="{FF2B5EF4-FFF2-40B4-BE49-F238E27FC236}">
                <a16:creationId xmlns:a16="http://schemas.microsoft.com/office/drawing/2014/main" id="{1050103D-7CB4-44D4-812A-717C596F6AFC}"/>
              </a:ext>
            </a:extLst>
          </p:cNvPr>
          <p:cNvSpPr txBox="1"/>
          <p:nvPr/>
        </p:nvSpPr>
        <p:spPr>
          <a:xfrm>
            <a:off x="8080900" y="3018061"/>
            <a:ext cx="827106" cy="246221"/>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JP Approval</a:t>
            </a:r>
          </a:p>
          <a:p>
            <a:pPr algn="ctr" defTabSz="914333">
              <a:defRPr/>
            </a:pPr>
            <a:r>
              <a:rPr kumimoji="1" lang="en-US" altLang="ja-JP" sz="800" b="1" kern="0">
                <a:solidFill>
                  <a:prstClr val="black"/>
                </a:solidFill>
                <a:latin typeface="Boehringer Forward Text"/>
              </a:rPr>
              <a:t>“priority”</a:t>
            </a:r>
            <a:endParaRPr kumimoji="1" lang="ja-JP" altLang="en-US" sz="800" b="1" kern="0">
              <a:solidFill>
                <a:prstClr val="black"/>
              </a:solidFill>
              <a:latin typeface="Boehringer Forward Text"/>
            </a:endParaRPr>
          </a:p>
        </p:txBody>
      </p:sp>
      <p:sp>
        <p:nvSpPr>
          <p:cNvPr id="31" name="星 5 228">
            <a:extLst>
              <a:ext uri="{FF2B5EF4-FFF2-40B4-BE49-F238E27FC236}">
                <a16:creationId xmlns:a16="http://schemas.microsoft.com/office/drawing/2014/main" id="{F2286338-ED88-4C29-9EC3-FCFFB22AF999}"/>
              </a:ext>
            </a:extLst>
          </p:cNvPr>
          <p:cNvSpPr>
            <a:spLocks noChangeAspect="1"/>
          </p:cNvSpPr>
          <p:nvPr/>
        </p:nvSpPr>
        <p:spPr>
          <a:xfrm>
            <a:off x="7970365" y="2977858"/>
            <a:ext cx="201383" cy="202699"/>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32" name="二等辺三角形 157">
            <a:extLst>
              <a:ext uri="{FF2B5EF4-FFF2-40B4-BE49-F238E27FC236}">
                <a16:creationId xmlns:a16="http://schemas.microsoft.com/office/drawing/2014/main" id="{DCB529EF-2370-4D84-9FC2-CFA4788FF9F7}"/>
              </a:ext>
            </a:extLst>
          </p:cNvPr>
          <p:cNvSpPr>
            <a:spLocks noChangeAspect="1"/>
          </p:cNvSpPr>
          <p:nvPr/>
        </p:nvSpPr>
        <p:spPr>
          <a:xfrm>
            <a:off x="4058271" y="2998568"/>
            <a:ext cx="161107" cy="16128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grpSp>
        <p:nvGrpSpPr>
          <p:cNvPr id="54" name="Gruppieren 53">
            <a:extLst>
              <a:ext uri="{FF2B5EF4-FFF2-40B4-BE49-F238E27FC236}">
                <a16:creationId xmlns:a16="http://schemas.microsoft.com/office/drawing/2014/main" id="{2C3CEFCA-B4BC-A2B8-6F25-C1E0C8907164}"/>
              </a:ext>
            </a:extLst>
          </p:cNvPr>
          <p:cNvGrpSpPr/>
          <p:nvPr/>
        </p:nvGrpSpPr>
        <p:grpSpPr>
          <a:xfrm>
            <a:off x="3697776" y="1254512"/>
            <a:ext cx="3981647" cy="269049"/>
            <a:chOff x="2283534" y="1683170"/>
            <a:chExt cx="5308863" cy="358732"/>
          </a:xfrm>
        </p:grpSpPr>
        <p:grpSp>
          <p:nvGrpSpPr>
            <p:cNvPr id="51" name="Gruppieren 50">
              <a:extLst>
                <a:ext uri="{FF2B5EF4-FFF2-40B4-BE49-F238E27FC236}">
                  <a16:creationId xmlns:a16="http://schemas.microsoft.com/office/drawing/2014/main" id="{2954D3D5-9774-5942-CC2B-32A1DBB5A7A7}"/>
                </a:ext>
              </a:extLst>
            </p:cNvPr>
            <p:cNvGrpSpPr/>
            <p:nvPr/>
          </p:nvGrpSpPr>
          <p:grpSpPr>
            <a:xfrm>
              <a:off x="2283534" y="1814062"/>
              <a:ext cx="685296" cy="218142"/>
              <a:chOff x="2283534" y="1814062"/>
              <a:chExt cx="685296" cy="218142"/>
            </a:xfrm>
          </p:grpSpPr>
          <p:sp>
            <p:nvSpPr>
              <p:cNvPr id="7" name="テキスト ボックス 227">
                <a:extLst>
                  <a:ext uri="{FF2B5EF4-FFF2-40B4-BE49-F238E27FC236}">
                    <a16:creationId xmlns:a16="http://schemas.microsoft.com/office/drawing/2014/main" id="{46512F8E-5B5B-43BA-B6C6-922CDBFE86B4}"/>
                  </a:ext>
                </a:extLst>
              </p:cNvPr>
              <p:cNvSpPr txBox="1"/>
              <p:nvPr/>
            </p:nvSpPr>
            <p:spPr>
              <a:xfrm>
                <a:off x="2328182" y="1814062"/>
                <a:ext cx="640648" cy="164147"/>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sysClr val="windowText" lastClr="000000"/>
                    </a:solidFill>
                    <a:latin typeface="Boehringer Forward Text"/>
                  </a:rPr>
                  <a:t>BLA </a:t>
                </a:r>
                <a:endParaRPr kumimoji="1" lang="ja-JP" altLang="en-US" sz="800" b="1" kern="0">
                  <a:solidFill>
                    <a:sysClr val="windowText" lastClr="000000"/>
                  </a:solidFill>
                  <a:latin typeface="Boehringer Forward Text"/>
                </a:endParaRPr>
              </a:p>
            </p:txBody>
          </p:sp>
          <p:sp>
            <p:nvSpPr>
              <p:cNvPr id="14" name="二等辺三角形 157">
                <a:extLst>
                  <a:ext uri="{FF2B5EF4-FFF2-40B4-BE49-F238E27FC236}">
                    <a16:creationId xmlns:a16="http://schemas.microsoft.com/office/drawing/2014/main" id="{D54B6ECF-48C6-4674-9B8D-2A2155EC24AE}"/>
                  </a:ext>
                </a:extLst>
              </p:cNvPr>
              <p:cNvSpPr>
                <a:spLocks noChangeAspect="1"/>
              </p:cNvSpPr>
              <p:nvPr/>
            </p:nvSpPr>
            <p:spPr>
              <a:xfrm>
                <a:off x="2283534" y="1817163"/>
                <a:ext cx="214809" cy="21504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grpSp>
        <p:grpSp>
          <p:nvGrpSpPr>
            <p:cNvPr id="53" name="Gruppieren 52">
              <a:extLst>
                <a:ext uri="{FF2B5EF4-FFF2-40B4-BE49-F238E27FC236}">
                  <a16:creationId xmlns:a16="http://schemas.microsoft.com/office/drawing/2014/main" id="{D84E105A-110C-E43A-A878-0373A6B82639}"/>
                </a:ext>
              </a:extLst>
            </p:cNvPr>
            <p:cNvGrpSpPr/>
            <p:nvPr/>
          </p:nvGrpSpPr>
          <p:grpSpPr>
            <a:xfrm>
              <a:off x="4060989" y="1683170"/>
              <a:ext cx="3531408" cy="358732"/>
              <a:chOff x="4060989" y="1683170"/>
              <a:chExt cx="3531408" cy="358732"/>
            </a:xfrm>
          </p:grpSpPr>
          <p:sp>
            <p:nvSpPr>
              <p:cNvPr id="8" name="テキスト ボックス 241">
                <a:extLst>
                  <a:ext uri="{FF2B5EF4-FFF2-40B4-BE49-F238E27FC236}">
                    <a16:creationId xmlns:a16="http://schemas.microsoft.com/office/drawing/2014/main" id="{31DDEBAC-DAF0-4CD4-BF50-776E3FA28F1D}"/>
                  </a:ext>
                </a:extLst>
              </p:cNvPr>
              <p:cNvSpPr txBox="1"/>
              <p:nvPr/>
            </p:nvSpPr>
            <p:spPr>
              <a:xfrm>
                <a:off x="5793214" y="1826865"/>
                <a:ext cx="1799183" cy="164148"/>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Approval best case</a:t>
                </a:r>
                <a:endParaRPr kumimoji="1" lang="ja-JP" altLang="en-US" sz="800" b="1" kern="0">
                  <a:solidFill>
                    <a:prstClr val="black"/>
                  </a:solidFill>
                  <a:latin typeface="Boehringer Forward Text"/>
                </a:endParaRPr>
              </a:p>
            </p:txBody>
          </p:sp>
          <p:sp>
            <p:nvSpPr>
              <p:cNvPr id="9" name="星 5 228">
                <a:extLst>
                  <a:ext uri="{FF2B5EF4-FFF2-40B4-BE49-F238E27FC236}">
                    <a16:creationId xmlns:a16="http://schemas.microsoft.com/office/drawing/2014/main" id="{71499E7B-115B-41DD-86E2-438524259769}"/>
                  </a:ext>
                </a:extLst>
              </p:cNvPr>
              <p:cNvSpPr>
                <a:spLocks noChangeAspect="1"/>
              </p:cNvSpPr>
              <p:nvPr/>
            </p:nvSpPr>
            <p:spPr>
              <a:xfrm>
                <a:off x="5746438" y="1771637"/>
                <a:ext cx="268511" cy="270265"/>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20" name="Ellipse 19">
                <a:extLst>
                  <a:ext uri="{FF2B5EF4-FFF2-40B4-BE49-F238E27FC236}">
                    <a16:creationId xmlns:a16="http://schemas.microsoft.com/office/drawing/2014/main" id="{5ADA7DCA-0D17-E606-9832-1BE7CD4C1AD5}"/>
                  </a:ext>
                </a:extLst>
              </p:cNvPr>
              <p:cNvSpPr>
                <a:spLocks noChangeAspect="1"/>
              </p:cNvSpPr>
              <p:nvPr/>
            </p:nvSpPr>
            <p:spPr bwMode="gray">
              <a:xfrm>
                <a:off x="4060989" y="1854723"/>
                <a:ext cx="108000" cy="108000"/>
              </a:xfrm>
              <a:prstGeom prst="ellipse">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21" name="Textfeld 20">
                <a:extLst>
                  <a:ext uri="{FF2B5EF4-FFF2-40B4-BE49-F238E27FC236}">
                    <a16:creationId xmlns:a16="http://schemas.microsoft.com/office/drawing/2014/main" id="{C57F2E9A-75A8-35FD-7401-54B61C4CD41A}"/>
                  </a:ext>
                </a:extLst>
              </p:cNvPr>
              <p:cNvSpPr txBox="1"/>
              <p:nvPr/>
            </p:nvSpPr>
            <p:spPr bwMode="gray">
              <a:xfrm>
                <a:off x="4161840" y="1683170"/>
                <a:ext cx="1214008" cy="217240"/>
              </a:xfrm>
              <a:prstGeom prst="rect">
                <a:avLst/>
              </a:prstGeom>
              <a:noFill/>
            </p:spPr>
            <p:txBody>
              <a:bodyPr wrap="none" lIns="0" tIns="0" rIns="0" bIns="0" rtlCol="0">
                <a:spAutoFit/>
              </a:bodyPr>
              <a:lstStyle/>
              <a:p>
                <a:pPr defTabSz="685800">
                  <a:lnSpc>
                    <a:spcPct val="140000"/>
                  </a:lnSpc>
                  <a:defRPr/>
                </a:pPr>
                <a:r>
                  <a:rPr lang="de-DE" sz="825">
                    <a:solidFill>
                      <a:prstClr val="black"/>
                    </a:solidFill>
                    <a:latin typeface="Boehringer Forward Text"/>
                  </a:rPr>
                  <a:t>D90 safety update</a:t>
                </a:r>
              </a:p>
            </p:txBody>
          </p:sp>
        </p:grpSp>
      </p:grpSp>
      <p:grpSp>
        <p:nvGrpSpPr>
          <p:cNvPr id="57" name="Gruppieren 56">
            <a:extLst>
              <a:ext uri="{FF2B5EF4-FFF2-40B4-BE49-F238E27FC236}">
                <a16:creationId xmlns:a16="http://schemas.microsoft.com/office/drawing/2014/main" id="{00BDD35C-799C-C815-EAD0-1834C58494C7}"/>
              </a:ext>
            </a:extLst>
          </p:cNvPr>
          <p:cNvGrpSpPr/>
          <p:nvPr/>
        </p:nvGrpSpPr>
        <p:grpSpPr>
          <a:xfrm>
            <a:off x="4611082" y="1755137"/>
            <a:ext cx="4291298" cy="507300"/>
            <a:chOff x="3501263" y="2402150"/>
            <a:chExt cx="5721731" cy="676401"/>
          </a:xfrm>
        </p:grpSpPr>
        <p:sp>
          <p:nvSpPr>
            <p:cNvPr id="16" name="テキスト ボックス 241">
              <a:extLst>
                <a:ext uri="{FF2B5EF4-FFF2-40B4-BE49-F238E27FC236}">
                  <a16:creationId xmlns:a16="http://schemas.microsoft.com/office/drawing/2014/main" id="{071247B7-CB9F-4641-A895-82346BEECF12}"/>
                </a:ext>
              </a:extLst>
            </p:cNvPr>
            <p:cNvSpPr txBox="1"/>
            <p:nvPr/>
          </p:nvSpPr>
          <p:spPr>
            <a:xfrm>
              <a:off x="8120186" y="2566293"/>
              <a:ext cx="1102808" cy="164148"/>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Approval</a:t>
              </a:r>
              <a:endParaRPr kumimoji="1" lang="ja-JP" altLang="en-US" sz="800" b="1" kern="0">
                <a:solidFill>
                  <a:prstClr val="black"/>
                </a:solidFill>
                <a:latin typeface="Boehringer Forward Text"/>
              </a:endParaRPr>
            </a:p>
          </p:txBody>
        </p:sp>
        <p:sp>
          <p:nvSpPr>
            <p:cNvPr id="17" name="星 5 228">
              <a:extLst>
                <a:ext uri="{FF2B5EF4-FFF2-40B4-BE49-F238E27FC236}">
                  <a16:creationId xmlns:a16="http://schemas.microsoft.com/office/drawing/2014/main" id="{812CBDE2-77A3-46A2-ABB8-5EFA114C26A2}"/>
                </a:ext>
              </a:extLst>
            </p:cNvPr>
            <p:cNvSpPr>
              <a:spLocks noChangeAspect="1"/>
            </p:cNvSpPr>
            <p:nvPr/>
          </p:nvSpPr>
          <p:spPr>
            <a:xfrm>
              <a:off x="8066785" y="2540197"/>
              <a:ext cx="268511" cy="270265"/>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18" name="星 5 55">
              <a:extLst>
                <a:ext uri="{FF2B5EF4-FFF2-40B4-BE49-F238E27FC236}">
                  <a16:creationId xmlns:a16="http://schemas.microsoft.com/office/drawing/2014/main" id="{50D2290B-1127-40DD-A96C-1D4302AAF416}"/>
                </a:ext>
              </a:extLst>
            </p:cNvPr>
            <p:cNvSpPr>
              <a:spLocks noChangeAspect="1"/>
            </p:cNvSpPr>
            <p:nvPr/>
          </p:nvSpPr>
          <p:spPr>
            <a:xfrm>
              <a:off x="3501263" y="2714988"/>
              <a:ext cx="268511" cy="270265"/>
            </a:xfrm>
            <a:prstGeom prst="star5">
              <a:avLst/>
            </a:prstGeom>
            <a:solidFill>
              <a:srgbClr val="FFC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19" name="テキスト ボックス 57">
              <a:extLst>
                <a:ext uri="{FF2B5EF4-FFF2-40B4-BE49-F238E27FC236}">
                  <a16:creationId xmlns:a16="http://schemas.microsoft.com/office/drawing/2014/main" id="{3B0AEAE5-DC44-402D-9F13-F0A4B04DCA0A}"/>
                </a:ext>
              </a:extLst>
            </p:cNvPr>
            <p:cNvSpPr txBox="1"/>
            <p:nvPr/>
          </p:nvSpPr>
          <p:spPr>
            <a:xfrm>
              <a:off x="3797018" y="2750256"/>
              <a:ext cx="1102808" cy="328295"/>
            </a:xfrm>
            <a:prstGeom prst="rect">
              <a:avLst/>
            </a:prstGeom>
            <a:noFill/>
            <a:ln>
              <a:noFill/>
            </a:ln>
            <a:scene3d>
              <a:camera prst="orthographicFront"/>
              <a:lightRig rig="threePt" dir="t"/>
            </a:scene3d>
            <a:sp3d>
              <a:bevelT/>
            </a:sp3d>
          </p:spPr>
          <p:txBody>
            <a:bodyPr wrap="square" lIns="0" tIns="0" rIns="0" bIns="0" rtlCol="0">
              <a:spAutoFit/>
            </a:bodyPr>
            <a:lstStyle/>
            <a:p>
              <a:pPr defTabSz="914333">
                <a:defRPr/>
              </a:pPr>
              <a:r>
                <a:rPr kumimoji="1" lang="en-US" altLang="ja-JP" sz="800" b="1" kern="0">
                  <a:solidFill>
                    <a:prstClr val="black"/>
                  </a:solidFill>
                  <a:latin typeface="Boehringer Forward Text"/>
                </a:rPr>
                <a:t>Standard Designation</a:t>
              </a:r>
              <a:endParaRPr kumimoji="1" lang="ja-JP" altLang="en-US" sz="800" b="1" kern="0">
                <a:solidFill>
                  <a:prstClr val="black"/>
                </a:solidFill>
                <a:latin typeface="Boehringer Forward Text"/>
              </a:endParaRPr>
            </a:p>
          </p:txBody>
        </p:sp>
        <p:sp>
          <p:nvSpPr>
            <p:cNvPr id="22" name="Ellipse 21">
              <a:extLst>
                <a:ext uri="{FF2B5EF4-FFF2-40B4-BE49-F238E27FC236}">
                  <a16:creationId xmlns:a16="http://schemas.microsoft.com/office/drawing/2014/main" id="{C6D57CCB-A4EE-4BAE-ED81-99F18514AB5E}"/>
                </a:ext>
              </a:extLst>
            </p:cNvPr>
            <p:cNvSpPr>
              <a:spLocks noChangeAspect="1"/>
            </p:cNvSpPr>
            <p:nvPr/>
          </p:nvSpPr>
          <p:spPr bwMode="gray">
            <a:xfrm>
              <a:off x="4598430" y="2573703"/>
              <a:ext cx="108000" cy="108000"/>
            </a:xfrm>
            <a:prstGeom prst="ellipse">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lnSpc>
                  <a:spcPct val="140000"/>
                </a:lnSpc>
                <a:defRPr/>
              </a:pPr>
              <a:endParaRPr lang="en-US" sz="1200">
                <a:solidFill>
                  <a:prstClr val="black"/>
                </a:solidFill>
                <a:latin typeface="Boehringer Forward Text"/>
              </a:endParaRPr>
            </a:p>
          </p:txBody>
        </p:sp>
        <p:sp>
          <p:nvSpPr>
            <p:cNvPr id="23" name="Textfeld 22">
              <a:extLst>
                <a:ext uri="{FF2B5EF4-FFF2-40B4-BE49-F238E27FC236}">
                  <a16:creationId xmlns:a16="http://schemas.microsoft.com/office/drawing/2014/main" id="{17F19D62-A113-ADE1-5081-A319C84A7694}"/>
                </a:ext>
              </a:extLst>
            </p:cNvPr>
            <p:cNvSpPr txBox="1"/>
            <p:nvPr/>
          </p:nvSpPr>
          <p:spPr bwMode="gray">
            <a:xfrm>
              <a:off x="4699280" y="2402150"/>
              <a:ext cx="1303776" cy="217240"/>
            </a:xfrm>
            <a:prstGeom prst="rect">
              <a:avLst/>
            </a:prstGeom>
            <a:noFill/>
          </p:spPr>
          <p:txBody>
            <a:bodyPr wrap="none" lIns="0" tIns="0" rIns="0" bIns="0" rtlCol="0">
              <a:spAutoFit/>
            </a:bodyPr>
            <a:lstStyle/>
            <a:p>
              <a:pPr defTabSz="685800">
                <a:lnSpc>
                  <a:spcPct val="140000"/>
                </a:lnSpc>
                <a:defRPr/>
              </a:pPr>
              <a:r>
                <a:rPr lang="de-DE" sz="825">
                  <a:solidFill>
                    <a:prstClr val="black"/>
                  </a:solidFill>
                  <a:latin typeface="Boehringer Forward Text"/>
                </a:rPr>
                <a:t>D120 safety update</a:t>
              </a:r>
            </a:p>
          </p:txBody>
        </p:sp>
      </p:grpSp>
      <p:grpSp>
        <p:nvGrpSpPr>
          <p:cNvPr id="58" name="Gruppieren 57">
            <a:extLst>
              <a:ext uri="{FF2B5EF4-FFF2-40B4-BE49-F238E27FC236}">
                <a16:creationId xmlns:a16="http://schemas.microsoft.com/office/drawing/2014/main" id="{C9DBA0DA-8617-5D8A-DAA0-B0E451512C7A}"/>
              </a:ext>
            </a:extLst>
          </p:cNvPr>
          <p:cNvGrpSpPr/>
          <p:nvPr/>
        </p:nvGrpSpPr>
        <p:grpSpPr>
          <a:xfrm>
            <a:off x="3910032" y="2409492"/>
            <a:ext cx="4827143" cy="466855"/>
            <a:chOff x="2739562" y="3261747"/>
            <a:chExt cx="6436190" cy="622473"/>
          </a:xfrm>
        </p:grpSpPr>
        <p:sp>
          <p:nvSpPr>
            <p:cNvPr id="25" name="テキスト ボックス 227">
              <a:extLst>
                <a:ext uri="{FF2B5EF4-FFF2-40B4-BE49-F238E27FC236}">
                  <a16:creationId xmlns:a16="http://schemas.microsoft.com/office/drawing/2014/main" id="{A9CE1282-060E-4D4E-A17B-D66050AF858F}"/>
                </a:ext>
              </a:extLst>
            </p:cNvPr>
            <p:cNvSpPr txBox="1"/>
            <p:nvPr/>
          </p:nvSpPr>
          <p:spPr>
            <a:xfrm>
              <a:off x="2739562" y="3422555"/>
              <a:ext cx="1279247" cy="461665"/>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750" b="1" kern="0">
                  <a:solidFill>
                    <a:sysClr val="windowText" lastClr="000000"/>
                  </a:solidFill>
                  <a:latin typeface="Boehringer Forward Text"/>
                </a:rPr>
                <a:t>MAA</a:t>
              </a:r>
            </a:p>
            <a:p>
              <a:pPr algn="ctr" defTabSz="914333">
                <a:defRPr/>
              </a:pPr>
              <a:r>
                <a:rPr kumimoji="1" lang="en-US" altLang="ja-JP" sz="750" b="1" kern="0">
                  <a:solidFill>
                    <a:sysClr val="windowText" lastClr="000000"/>
                  </a:solidFill>
                  <a:latin typeface="Boehringer Forward Text"/>
                </a:rPr>
                <a:t>Slot 15.10.25 </a:t>
              </a:r>
            </a:p>
            <a:p>
              <a:pPr algn="ctr" defTabSz="914333">
                <a:defRPr/>
              </a:pPr>
              <a:r>
                <a:rPr kumimoji="1" lang="en-US" altLang="ja-JP" sz="750" b="1" kern="0">
                  <a:solidFill>
                    <a:sysClr val="windowText" lastClr="000000"/>
                  </a:solidFill>
                  <a:latin typeface="Boehringer Forward Text"/>
                </a:rPr>
                <a:t>(best case)</a:t>
              </a:r>
              <a:endParaRPr kumimoji="1" lang="ja-JP" altLang="en-US" sz="750" b="1" kern="0">
                <a:solidFill>
                  <a:sysClr val="windowText" lastClr="000000"/>
                </a:solidFill>
                <a:latin typeface="Boehringer Forward Text"/>
              </a:endParaRPr>
            </a:p>
          </p:txBody>
        </p:sp>
        <p:sp>
          <p:nvSpPr>
            <p:cNvPr id="26" name="テキスト ボックス 241">
              <a:extLst>
                <a:ext uri="{FF2B5EF4-FFF2-40B4-BE49-F238E27FC236}">
                  <a16:creationId xmlns:a16="http://schemas.microsoft.com/office/drawing/2014/main" id="{E3499E8A-818B-41FD-BD73-2EE28B197540}"/>
                </a:ext>
              </a:extLst>
            </p:cNvPr>
            <p:cNvSpPr txBox="1"/>
            <p:nvPr/>
          </p:nvSpPr>
          <p:spPr>
            <a:xfrm>
              <a:off x="8479369" y="3340394"/>
              <a:ext cx="696383" cy="328294"/>
            </a:xfrm>
            <a:prstGeom prst="rect">
              <a:avLst/>
            </a:prstGeom>
            <a:noFill/>
            <a:ln>
              <a:noFill/>
            </a:ln>
            <a:scene3d>
              <a:camera prst="orthographicFront"/>
              <a:lightRig rig="threePt" dir="t"/>
            </a:scene3d>
            <a:sp3d>
              <a:bevelT/>
            </a:sp3d>
          </p:spPr>
          <p:txBody>
            <a:bodyPr wrap="square" lIns="0" tIns="0" rIns="0" bIns="0" rtlCol="0">
              <a:spAutoFit/>
            </a:bodyPr>
            <a:lstStyle/>
            <a:p>
              <a:pPr defTabSz="914333">
                <a:defRPr/>
              </a:pPr>
              <a:r>
                <a:rPr kumimoji="1" lang="en-US" altLang="ja-JP" sz="800" b="1" kern="0">
                  <a:solidFill>
                    <a:prstClr val="black"/>
                  </a:solidFill>
                  <a:latin typeface="Boehringer Forward Text"/>
                </a:rPr>
                <a:t>Approval base case </a:t>
              </a:r>
            </a:p>
          </p:txBody>
        </p:sp>
        <p:sp>
          <p:nvSpPr>
            <p:cNvPr id="27" name="星 5 228">
              <a:extLst>
                <a:ext uri="{FF2B5EF4-FFF2-40B4-BE49-F238E27FC236}">
                  <a16:creationId xmlns:a16="http://schemas.microsoft.com/office/drawing/2014/main" id="{D9D3B270-7208-4502-B7A3-663F0F994B84}"/>
                </a:ext>
              </a:extLst>
            </p:cNvPr>
            <p:cNvSpPr>
              <a:spLocks noChangeAspect="1"/>
            </p:cNvSpPr>
            <p:nvPr/>
          </p:nvSpPr>
          <p:spPr>
            <a:xfrm>
              <a:off x="8169062" y="3272112"/>
              <a:ext cx="268511" cy="270265"/>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28" name="二等辺三角形 157">
              <a:extLst>
                <a:ext uri="{FF2B5EF4-FFF2-40B4-BE49-F238E27FC236}">
                  <a16:creationId xmlns:a16="http://schemas.microsoft.com/office/drawing/2014/main" id="{B4F3D967-A1B0-462F-B99C-3EFC36937343}"/>
                </a:ext>
              </a:extLst>
            </p:cNvPr>
            <p:cNvSpPr>
              <a:spLocks noChangeAspect="1"/>
            </p:cNvSpPr>
            <p:nvPr/>
          </p:nvSpPr>
          <p:spPr>
            <a:xfrm>
              <a:off x="2861425" y="3261747"/>
              <a:ext cx="214809" cy="21504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grpSp>
          <p:nvGrpSpPr>
            <p:cNvPr id="55" name="Group 54">
              <a:extLst>
                <a:ext uri="{FF2B5EF4-FFF2-40B4-BE49-F238E27FC236}">
                  <a16:creationId xmlns:a16="http://schemas.microsoft.com/office/drawing/2014/main" id="{5FE94037-FA7B-4C30-82F3-527E2FF4C2C4}"/>
                </a:ext>
              </a:extLst>
            </p:cNvPr>
            <p:cNvGrpSpPr/>
            <p:nvPr/>
          </p:nvGrpSpPr>
          <p:grpSpPr>
            <a:xfrm>
              <a:off x="4869590" y="3271359"/>
              <a:ext cx="2213782" cy="261876"/>
              <a:chOff x="3979802" y="4297130"/>
              <a:chExt cx="2213782" cy="261876"/>
            </a:xfrm>
          </p:grpSpPr>
          <p:sp>
            <p:nvSpPr>
              <p:cNvPr id="45" name="TextBox 44">
                <a:extLst>
                  <a:ext uri="{FF2B5EF4-FFF2-40B4-BE49-F238E27FC236}">
                    <a16:creationId xmlns:a16="http://schemas.microsoft.com/office/drawing/2014/main" id="{7BCB25EB-FB72-4FB6-AAE9-EDE2735017C0}"/>
                  </a:ext>
                </a:extLst>
              </p:cNvPr>
              <p:cNvSpPr txBox="1"/>
              <p:nvPr/>
            </p:nvSpPr>
            <p:spPr>
              <a:xfrm>
                <a:off x="4285271" y="4304754"/>
                <a:ext cx="1908313" cy="184665"/>
              </a:xfrm>
              <a:prstGeom prst="rect">
                <a:avLst/>
              </a:prstGeom>
              <a:noFill/>
            </p:spPr>
            <p:txBody>
              <a:bodyPr wrap="square" lIns="0" tIns="0" rIns="0" bIns="0" rtlCol="0">
                <a:spAutoFit/>
              </a:bodyPr>
              <a:lstStyle/>
              <a:p>
                <a:pPr defTabSz="914378">
                  <a:defRPr/>
                </a:pPr>
                <a:r>
                  <a:rPr lang="en-US" sz="900" kern="0">
                    <a:solidFill>
                      <a:srgbClr val="000000"/>
                    </a:solidFill>
                    <a:latin typeface="Boehringer Forward Text"/>
                  </a:rPr>
                  <a:t>D 90 RSI </a:t>
                </a:r>
              </a:p>
            </p:txBody>
          </p:sp>
          <p:sp>
            <p:nvSpPr>
              <p:cNvPr id="46" name="Star: 4 Points 45">
                <a:extLst>
                  <a:ext uri="{FF2B5EF4-FFF2-40B4-BE49-F238E27FC236}">
                    <a16:creationId xmlns:a16="http://schemas.microsoft.com/office/drawing/2014/main" id="{261F3D28-7E04-4ED0-86EF-F298CCF9204F}"/>
                  </a:ext>
                </a:extLst>
              </p:cNvPr>
              <p:cNvSpPr/>
              <p:nvPr/>
            </p:nvSpPr>
            <p:spPr>
              <a:xfrm>
                <a:off x="3979802" y="4297130"/>
                <a:ext cx="211715" cy="261876"/>
              </a:xfrm>
              <a:prstGeom prst="star4">
                <a:avLst/>
              </a:prstGeom>
              <a:solidFill>
                <a:srgbClr val="FFFFFF"/>
              </a:solidFill>
              <a:ln w="12700" cap="flat" cmpd="sng" algn="ctr">
                <a:solidFill>
                  <a:srgbClr val="003366"/>
                </a:solidFill>
                <a:prstDash val="solid"/>
              </a:ln>
              <a:effectLst/>
            </p:spPr>
            <p:txBody>
              <a:bodyPr lIns="72000" tIns="72000" rIns="72000" bIns="72000" rtlCol="0" anchor="ctr"/>
              <a:lstStyle/>
              <a:p>
                <a:pPr algn="ctr" defTabSz="914378">
                  <a:defRPr/>
                </a:pPr>
                <a:endParaRPr lang="en-US" sz="900" kern="0" err="1">
                  <a:solidFill>
                    <a:srgbClr val="000000"/>
                  </a:solidFill>
                  <a:latin typeface="BISans"/>
                </a:endParaRPr>
              </a:p>
            </p:txBody>
          </p:sp>
        </p:grpSp>
        <p:sp>
          <p:nvSpPr>
            <p:cNvPr id="24" name="Rechteck 23">
              <a:extLst>
                <a:ext uri="{FF2B5EF4-FFF2-40B4-BE49-F238E27FC236}">
                  <a16:creationId xmlns:a16="http://schemas.microsoft.com/office/drawing/2014/main" id="{DB6ADCF1-0795-0B42-710A-345C162E681E}"/>
                </a:ext>
              </a:extLst>
            </p:cNvPr>
            <p:cNvSpPr/>
            <p:nvPr/>
          </p:nvSpPr>
          <p:spPr bwMode="gray">
            <a:xfrm>
              <a:off x="5043652" y="3548292"/>
              <a:ext cx="1085563" cy="184666"/>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de-DE" sz="825">
                  <a:solidFill>
                    <a:prstClr val="black"/>
                  </a:solidFill>
                  <a:latin typeface="Boehringer Forward Text"/>
                </a:rPr>
                <a:t>Clock </a:t>
              </a:r>
              <a:r>
                <a:rPr lang="de-DE" sz="825" err="1">
                  <a:solidFill>
                    <a:prstClr val="black"/>
                  </a:solidFill>
                  <a:latin typeface="Boehringer Forward Text"/>
                </a:rPr>
                <a:t>stop</a:t>
              </a:r>
              <a:endParaRPr lang="de-DE" sz="825">
                <a:solidFill>
                  <a:prstClr val="black"/>
                </a:solidFill>
                <a:latin typeface="Boehringer Forward Text"/>
              </a:endParaRPr>
            </a:p>
          </p:txBody>
        </p:sp>
      </p:grpSp>
      <p:sp>
        <p:nvSpPr>
          <p:cNvPr id="37" name="Stern: 5 Zacken 36">
            <a:extLst>
              <a:ext uri="{FF2B5EF4-FFF2-40B4-BE49-F238E27FC236}">
                <a16:creationId xmlns:a16="http://schemas.microsoft.com/office/drawing/2014/main" id="{DD50C851-B1AA-98A3-E1E3-5DE2A37AD38B}"/>
              </a:ext>
            </a:extLst>
          </p:cNvPr>
          <p:cNvSpPr/>
          <p:nvPr/>
        </p:nvSpPr>
        <p:spPr>
          <a:xfrm>
            <a:off x="5012134" y="580616"/>
            <a:ext cx="108185" cy="99680"/>
          </a:xfrm>
          <a:prstGeom prst="star5">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de-DE" sz="1350">
              <a:solidFill>
                <a:srgbClr val="C5C3EE">
                  <a:lumMod val="90000"/>
                </a:srgbClr>
              </a:solidFill>
              <a:latin typeface="Boehringer Forward Text"/>
            </a:endParaRPr>
          </a:p>
        </p:txBody>
      </p:sp>
      <p:sp>
        <p:nvSpPr>
          <p:cNvPr id="41" name="Textfeld 40">
            <a:extLst>
              <a:ext uri="{FF2B5EF4-FFF2-40B4-BE49-F238E27FC236}">
                <a16:creationId xmlns:a16="http://schemas.microsoft.com/office/drawing/2014/main" id="{1E3FC067-CC78-A748-03DF-FD88A89CB8A6}"/>
              </a:ext>
            </a:extLst>
          </p:cNvPr>
          <p:cNvSpPr txBox="1"/>
          <p:nvPr/>
        </p:nvSpPr>
        <p:spPr bwMode="gray">
          <a:xfrm>
            <a:off x="5147197" y="535674"/>
            <a:ext cx="916918" cy="162930"/>
          </a:xfrm>
          <a:prstGeom prst="rect">
            <a:avLst/>
          </a:prstGeom>
          <a:noFill/>
        </p:spPr>
        <p:txBody>
          <a:bodyPr wrap="none" lIns="0" tIns="0" rIns="0" bIns="0" rtlCol="0">
            <a:spAutoFit/>
          </a:bodyPr>
          <a:lstStyle/>
          <a:p>
            <a:pPr defTabSz="685800">
              <a:lnSpc>
                <a:spcPct val="140000"/>
              </a:lnSpc>
              <a:defRPr/>
            </a:pPr>
            <a:r>
              <a:rPr lang="de-DE" sz="825">
                <a:solidFill>
                  <a:srgbClr val="A3E5EE">
                    <a:lumMod val="50000"/>
                  </a:srgbClr>
                </a:solidFill>
                <a:latin typeface="Boehringer Forward Text"/>
              </a:rPr>
              <a:t>LSC w52 30.12.25</a:t>
            </a:r>
          </a:p>
        </p:txBody>
      </p:sp>
      <p:sp>
        <p:nvSpPr>
          <p:cNvPr id="49" name="Textfeld 48">
            <a:extLst>
              <a:ext uri="{FF2B5EF4-FFF2-40B4-BE49-F238E27FC236}">
                <a16:creationId xmlns:a16="http://schemas.microsoft.com/office/drawing/2014/main" id="{62F21834-082D-0643-5659-48F6692C4239}"/>
              </a:ext>
            </a:extLst>
          </p:cNvPr>
          <p:cNvSpPr txBox="1"/>
          <p:nvPr/>
        </p:nvSpPr>
        <p:spPr bwMode="gray">
          <a:xfrm>
            <a:off x="3749246" y="538801"/>
            <a:ext cx="495328" cy="162930"/>
          </a:xfrm>
          <a:prstGeom prst="rect">
            <a:avLst/>
          </a:prstGeom>
          <a:noFill/>
        </p:spPr>
        <p:txBody>
          <a:bodyPr wrap="none" lIns="0" tIns="0" rIns="0" bIns="0" rtlCol="0">
            <a:spAutoFit/>
          </a:bodyPr>
          <a:lstStyle/>
          <a:p>
            <a:pPr defTabSz="685800">
              <a:lnSpc>
                <a:spcPct val="140000"/>
              </a:lnSpc>
              <a:defRPr/>
            </a:pPr>
            <a:r>
              <a:rPr lang="de-DE" sz="825">
                <a:solidFill>
                  <a:prstClr val="black">
                    <a:lumMod val="65000"/>
                    <a:lumOff val="35000"/>
                  </a:prstClr>
                </a:solidFill>
                <a:latin typeface="Boehringer Forward Text"/>
              </a:rPr>
              <a:t>LSLV w52</a:t>
            </a:r>
          </a:p>
        </p:txBody>
      </p:sp>
      <p:sp>
        <p:nvSpPr>
          <p:cNvPr id="3" name="テキスト ボックス 227">
            <a:extLst>
              <a:ext uri="{FF2B5EF4-FFF2-40B4-BE49-F238E27FC236}">
                <a16:creationId xmlns:a16="http://schemas.microsoft.com/office/drawing/2014/main" id="{E58994EC-602A-58E2-800E-BD5BF0BA100D}"/>
              </a:ext>
            </a:extLst>
          </p:cNvPr>
          <p:cNvSpPr txBox="1"/>
          <p:nvPr/>
        </p:nvSpPr>
        <p:spPr>
          <a:xfrm>
            <a:off x="4153394" y="3486367"/>
            <a:ext cx="480486" cy="123111"/>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sysClr val="windowText" lastClr="000000"/>
                </a:solidFill>
                <a:latin typeface="Boehringer Forward Text"/>
              </a:rPr>
              <a:t>JNDA</a:t>
            </a:r>
            <a:endParaRPr kumimoji="1" lang="ja-JP" altLang="en-US" sz="800" b="1" kern="0">
              <a:solidFill>
                <a:sysClr val="windowText" lastClr="000000"/>
              </a:solidFill>
              <a:latin typeface="Boehringer Forward Text"/>
            </a:endParaRPr>
          </a:p>
        </p:txBody>
      </p:sp>
      <p:sp>
        <p:nvSpPr>
          <p:cNvPr id="15" name="二等辺三角形 157">
            <a:extLst>
              <a:ext uri="{FF2B5EF4-FFF2-40B4-BE49-F238E27FC236}">
                <a16:creationId xmlns:a16="http://schemas.microsoft.com/office/drawing/2014/main" id="{C9CB8612-61D0-161B-B387-42686F730FE3}"/>
              </a:ext>
            </a:extLst>
          </p:cNvPr>
          <p:cNvSpPr>
            <a:spLocks noChangeAspect="1"/>
          </p:cNvSpPr>
          <p:nvPr/>
        </p:nvSpPr>
        <p:spPr>
          <a:xfrm>
            <a:off x="4045866" y="3448245"/>
            <a:ext cx="161107" cy="16128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33" name="テキスト ボックス 241">
            <a:extLst>
              <a:ext uri="{FF2B5EF4-FFF2-40B4-BE49-F238E27FC236}">
                <a16:creationId xmlns:a16="http://schemas.microsoft.com/office/drawing/2014/main" id="{7708B3F1-5EF9-E168-7F6D-B919E700D0CD}"/>
              </a:ext>
            </a:extLst>
          </p:cNvPr>
          <p:cNvSpPr txBox="1"/>
          <p:nvPr/>
        </p:nvSpPr>
        <p:spPr>
          <a:xfrm>
            <a:off x="8458817" y="3609526"/>
            <a:ext cx="827106" cy="246221"/>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JP Approval</a:t>
            </a:r>
          </a:p>
          <a:p>
            <a:pPr algn="ctr" defTabSz="914333">
              <a:defRPr/>
            </a:pPr>
            <a:r>
              <a:rPr kumimoji="1" lang="en-US" altLang="ja-JP" sz="800" b="1" kern="0">
                <a:solidFill>
                  <a:prstClr val="black"/>
                </a:solidFill>
                <a:latin typeface="Boehringer Forward Text"/>
              </a:rPr>
              <a:t>“standard”</a:t>
            </a:r>
            <a:endParaRPr kumimoji="1" lang="ja-JP" altLang="en-US" sz="800" b="1" kern="0">
              <a:solidFill>
                <a:prstClr val="black"/>
              </a:solidFill>
              <a:latin typeface="Boehringer Forward Text"/>
            </a:endParaRPr>
          </a:p>
        </p:txBody>
      </p:sp>
      <p:sp>
        <p:nvSpPr>
          <p:cNvPr id="36" name="星 5 228">
            <a:extLst>
              <a:ext uri="{FF2B5EF4-FFF2-40B4-BE49-F238E27FC236}">
                <a16:creationId xmlns:a16="http://schemas.microsoft.com/office/drawing/2014/main" id="{13A697B8-ADFF-8D22-36F3-947D24250A31}"/>
              </a:ext>
            </a:extLst>
          </p:cNvPr>
          <p:cNvSpPr>
            <a:spLocks noChangeAspect="1"/>
          </p:cNvSpPr>
          <p:nvPr/>
        </p:nvSpPr>
        <p:spPr>
          <a:xfrm>
            <a:off x="8807698" y="3398091"/>
            <a:ext cx="201383" cy="202699"/>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cxnSp>
        <p:nvCxnSpPr>
          <p:cNvPr id="38" name="Gerader Verbinder 37">
            <a:extLst>
              <a:ext uri="{FF2B5EF4-FFF2-40B4-BE49-F238E27FC236}">
                <a16:creationId xmlns:a16="http://schemas.microsoft.com/office/drawing/2014/main" id="{83AE857B-AB61-0906-F1E0-2F44DDB3333F}"/>
              </a:ext>
            </a:extLst>
          </p:cNvPr>
          <p:cNvCxnSpPr>
            <a:cxnSpLocks/>
          </p:cNvCxnSpPr>
          <p:nvPr/>
        </p:nvCxnSpPr>
        <p:spPr bwMode="gray">
          <a:xfrm>
            <a:off x="3779366" y="680312"/>
            <a:ext cx="0" cy="3580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001D487F-C1C4-270A-480D-B25AE80DDCEB}"/>
              </a:ext>
            </a:extLst>
          </p:cNvPr>
          <p:cNvCxnSpPr>
            <a:cxnSpLocks/>
            <a:stCxn id="37" idx="3"/>
          </p:cNvCxnSpPr>
          <p:nvPr/>
        </p:nvCxnSpPr>
        <p:spPr bwMode="gray">
          <a:xfrm>
            <a:off x="5099657" y="680296"/>
            <a:ext cx="0" cy="34494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hteck 55">
            <a:extLst>
              <a:ext uri="{FF2B5EF4-FFF2-40B4-BE49-F238E27FC236}">
                <a16:creationId xmlns:a16="http://schemas.microsoft.com/office/drawing/2014/main" id="{060867CA-A20D-C6D4-E4C7-A4B19DB07C71}"/>
              </a:ext>
            </a:extLst>
          </p:cNvPr>
          <p:cNvSpPr/>
          <p:nvPr/>
        </p:nvSpPr>
        <p:spPr bwMode="gray">
          <a:xfrm>
            <a:off x="5539272" y="1560086"/>
            <a:ext cx="1259501" cy="1385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de-DE" sz="600">
                <a:solidFill>
                  <a:prstClr val="black"/>
                </a:solidFill>
                <a:latin typeface="Boehringer Forward Text"/>
              </a:rPr>
              <a:t>Potential </a:t>
            </a:r>
            <a:r>
              <a:rPr lang="de-DE" sz="600" err="1">
                <a:solidFill>
                  <a:prstClr val="black"/>
                </a:solidFill>
                <a:latin typeface="Boehringer Forward Text"/>
              </a:rPr>
              <a:t>extension</a:t>
            </a:r>
            <a:r>
              <a:rPr lang="de-DE" sz="600">
                <a:solidFill>
                  <a:prstClr val="black"/>
                </a:solidFill>
                <a:latin typeface="Boehringer Forward Text"/>
              </a:rPr>
              <a:t> </a:t>
            </a:r>
            <a:r>
              <a:rPr lang="de-DE" sz="600" err="1">
                <a:solidFill>
                  <a:prstClr val="black"/>
                </a:solidFill>
                <a:latin typeface="Boehringer Forward Text"/>
              </a:rPr>
              <a:t>of</a:t>
            </a:r>
            <a:r>
              <a:rPr lang="de-DE" sz="600">
                <a:solidFill>
                  <a:prstClr val="black"/>
                </a:solidFill>
                <a:latin typeface="Boehringer Forward Text"/>
              </a:rPr>
              <a:t> review</a:t>
            </a:r>
          </a:p>
        </p:txBody>
      </p:sp>
      <p:sp>
        <p:nvSpPr>
          <p:cNvPr id="59" name="Textfeld 58">
            <a:extLst>
              <a:ext uri="{FF2B5EF4-FFF2-40B4-BE49-F238E27FC236}">
                <a16:creationId xmlns:a16="http://schemas.microsoft.com/office/drawing/2014/main" id="{DDB2E1F0-489B-66CD-9CB0-00A21CE35117}"/>
              </a:ext>
            </a:extLst>
          </p:cNvPr>
          <p:cNvSpPr txBox="1"/>
          <p:nvPr/>
        </p:nvSpPr>
        <p:spPr bwMode="gray">
          <a:xfrm>
            <a:off x="777816" y="689885"/>
            <a:ext cx="967612" cy="162930"/>
          </a:xfrm>
          <a:prstGeom prst="rect">
            <a:avLst/>
          </a:prstGeom>
          <a:noFill/>
        </p:spPr>
        <p:txBody>
          <a:bodyPr wrap="square" lIns="0" tIns="0" rIns="0" bIns="0" rtlCol="0">
            <a:spAutoFit/>
          </a:bodyPr>
          <a:lstStyle/>
          <a:p>
            <a:pPr defTabSz="685800">
              <a:lnSpc>
                <a:spcPct val="140000"/>
              </a:lnSpc>
              <a:defRPr/>
            </a:pPr>
            <a:r>
              <a:rPr lang="de-DE" sz="825">
                <a:solidFill>
                  <a:prstClr val="black">
                    <a:lumMod val="65000"/>
                    <a:lumOff val="35000"/>
                  </a:prstClr>
                </a:solidFill>
                <a:latin typeface="Boehringer Forward Text"/>
              </a:rPr>
              <a:t>LSLV w32– 21Apr</a:t>
            </a:r>
          </a:p>
        </p:txBody>
      </p:sp>
      <p:cxnSp>
        <p:nvCxnSpPr>
          <p:cNvPr id="60" name="Gerader Verbinder 59">
            <a:extLst>
              <a:ext uri="{FF2B5EF4-FFF2-40B4-BE49-F238E27FC236}">
                <a16:creationId xmlns:a16="http://schemas.microsoft.com/office/drawing/2014/main" id="{C2DD29A8-EB63-E469-0E53-D0EC5601C491}"/>
              </a:ext>
            </a:extLst>
          </p:cNvPr>
          <p:cNvCxnSpPr>
            <a:cxnSpLocks/>
          </p:cNvCxnSpPr>
          <p:nvPr/>
        </p:nvCxnSpPr>
        <p:spPr bwMode="gray">
          <a:xfrm>
            <a:off x="1522120" y="828786"/>
            <a:ext cx="0" cy="19645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B84BBD9A-CB02-1C30-912F-84FB9CAE66D1}"/>
              </a:ext>
            </a:extLst>
          </p:cNvPr>
          <p:cNvCxnSpPr>
            <a:cxnSpLocks/>
          </p:cNvCxnSpPr>
          <p:nvPr/>
        </p:nvCxnSpPr>
        <p:spPr bwMode="gray">
          <a:xfrm>
            <a:off x="2955852" y="667233"/>
            <a:ext cx="0" cy="3580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C496797F-00F3-FDD5-F368-C57252626907}"/>
              </a:ext>
            </a:extLst>
          </p:cNvPr>
          <p:cNvSpPr txBox="1"/>
          <p:nvPr/>
        </p:nvSpPr>
        <p:spPr bwMode="gray">
          <a:xfrm>
            <a:off x="3250664" y="341728"/>
            <a:ext cx="553036" cy="340671"/>
          </a:xfrm>
          <a:prstGeom prst="rect">
            <a:avLst/>
          </a:prstGeom>
          <a:noFill/>
        </p:spPr>
        <p:txBody>
          <a:bodyPr wrap="square" lIns="0" tIns="0" rIns="0" bIns="0" rtlCol="0">
            <a:spAutoFit/>
          </a:bodyPr>
          <a:lstStyle/>
          <a:p>
            <a:pPr defTabSz="685800">
              <a:lnSpc>
                <a:spcPct val="140000"/>
              </a:lnSpc>
              <a:defRPr/>
            </a:pPr>
            <a:r>
              <a:rPr lang="de-DE" sz="825">
                <a:solidFill>
                  <a:srgbClr val="C5C3EE">
                    <a:lumMod val="75000"/>
                  </a:srgbClr>
                </a:solidFill>
                <a:latin typeface="Boehringer Forward Text"/>
              </a:rPr>
              <a:t>CO w32–20 Aug</a:t>
            </a:r>
          </a:p>
        </p:txBody>
      </p:sp>
      <p:cxnSp>
        <p:nvCxnSpPr>
          <p:cNvPr id="35" name="Gerader Verbinder 34">
            <a:extLst>
              <a:ext uri="{FF2B5EF4-FFF2-40B4-BE49-F238E27FC236}">
                <a16:creationId xmlns:a16="http://schemas.microsoft.com/office/drawing/2014/main" id="{B5879177-ECF4-9615-EF01-EF5246DF5566}"/>
              </a:ext>
            </a:extLst>
          </p:cNvPr>
          <p:cNvCxnSpPr>
            <a:cxnSpLocks/>
          </p:cNvCxnSpPr>
          <p:nvPr/>
        </p:nvCxnSpPr>
        <p:spPr bwMode="gray">
          <a:xfrm>
            <a:off x="3308376" y="675204"/>
            <a:ext cx="0" cy="35800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feld 38">
            <a:extLst>
              <a:ext uri="{FF2B5EF4-FFF2-40B4-BE49-F238E27FC236}">
                <a16:creationId xmlns:a16="http://schemas.microsoft.com/office/drawing/2014/main" id="{78F96123-7EE6-FF71-1050-EF077AC0C7FC}"/>
              </a:ext>
            </a:extLst>
          </p:cNvPr>
          <p:cNvSpPr txBox="1"/>
          <p:nvPr/>
        </p:nvSpPr>
        <p:spPr bwMode="gray">
          <a:xfrm>
            <a:off x="2307225" y="466933"/>
            <a:ext cx="928139" cy="162930"/>
          </a:xfrm>
          <a:prstGeom prst="rect">
            <a:avLst/>
          </a:prstGeom>
          <a:noFill/>
        </p:spPr>
        <p:txBody>
          <a:bodyPr wrap="square" lIns="0" tIns="0" rIns="0" bIns="0" rtlCol="0">
            <a:spAutoFit/>
          </a:bodyPr>
          <a:lstStyle/>
          <a:p>
            <a:pPr defTabSz="685800">
              <a:lnSpc>
                <a:spcPct val="140000"/>
              </a:lnSpc>
              <a:defRPr/>
            </a:pPr>
            <a:r>
              <a:rPr lang="de-DE" sz="825">
                <a:solidFill>
                  <a:srgbClr val="C5C3EE">
                    <a:lumMod val="75000"/>
                  </a:srgbClr>
                </a:solidFill>
                <a:latin typeface="Boehringer Forward Text"/>
              </a:rPr>
              <a:t>CTR w32–28 Jul</a:t>
            </a:r>
          </a:p>
        </p:txBody>
      </p:sp>
      <p:sp>
        <p:nvSpPr>
          <p:cNvPr id="64" name="星 5 228">
            <a:extLst>
              <a:ext uri="{FF2B5EF4-FFF2-40B4-BE49-F238E27FC236}">
                <a16:creationId xmlns:a16="http://schemas.microsoft.com/office/drawing/2014/main" id="{A6A90C7F-6047-9A88-D668-0D9E81B3B8B4}"/>
              </a:ext>
            </a:extLst>
          </p:cNvPr>
          <p:cNvSpPr>
            <a:spLocks noChangeAspect="1"/>
          </p:cNvSpPr>
          <p:nvPr/>
        </p:nvSpPr>
        <p:spPr>
          <a:xfrm>
            <a:off x="7132197" y="2439343"/>
            <a:ext cx="201383" cy="202699"/>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66" name="Textfeld 65">
            <a:extLst>
              <a:ext uri="{FF2B5EF4-FFF2-40B4-BE49-F238E27FC236}">
                <a16:creationId xmlns:a16="http://schemas.microsoft.com/office/drawing/2014/main" id="{0B1015E0-D695-B36F-3B89-D6E7DA2B6F46}"/>
              </a:ext>
            </a:extLst>
          </p:cNvPr>
          <p:cNvSpPr txBox="1"/>
          <p:nvPr/>
        </p:nvSpPr>
        <p:spPr bwMode="gray">
          <a:xfrm>
            <a:off x="6936881" y="2655878"/>
            <a:ext cx="671423" cy="247760"/>
          </a:xfrm>
          <a:prstGeom prst="rect">
            <a:avLst/>
          </a:prstGeom>
          <a:noFill/>
        </p:spPr>
        <p:txBody>
          <a:bodyPr wrap="square" lIns="0" tIns="0" rIns="0" bIns="0" rtlCol="0">
            <a:spAutoFit/>
          </a:bodyPr>
          <a:lstStyle/>
          <a:p>
            <a:pPr defTabSz="685800">
              <a:lnSpc>
                <a:spcPct val="140000"/>
              </a:lnSpc>
              <a:defRPr/>
            </a:pPr>
            <a:r>
              <a:rPr lang="de-DE" sz="600">
                <a:solidFill>
                  <a:prstClr val="black"/>
                </a:solidFill>
                <a:latin typeface="Boehringer Forward Text"/>
              </a:rPr>
              <a:t>Best </a:t>
            </a:r>
            <a:r>
              <a:rPr lang="de-DE" sz="600" err="1">
                <a:solidFill>
                  <a:prstClr val="black"/>
                </a:solidFill>
                <a:latin typeface="Boehringer Forward Text"/>
              </a:rPr>
              <a:t>case</a:t>
            </a:r>
            <a:r>
              <a:rPr lang="de-DE" sz="600">
                <a:solidFill>
                  <a:prstClr val="black"/>
                </a:solidFill>
                <a:latin typeface="Boehringer Forward Text"/>
              </a:rPr>
              <a:t> </a:t>
            </a:r>
            <a:r>
              <a:rPr lang="de-DE" sz="600" err="1">
                <a:solidFill>
                  <a:prstClr val="black"/>
                </a:solidFill>
                <a:latin typeface="Boehringer Forward Text"/>
              </a:rPr>
              <a:t>approcal</a:t>
            </a:r>
            <a:r>
              <a:rPr lang="de-DE" sz="600">
                <a:solidFill>
                  <a:prstClr val="black"/>
                </a:solidFill>
                <a:latin typeface="Boehringer Forward Text"/>
              </a:rPr>
              <a:t>  </a:t>
            </a:r>
          </a:p>
        </p:txBody>
      </p:sp>
      <p:grpSp>
        <p:nvGrpSpPr>
          <p:cNvPr id="65" name="Gruppieren 64">
            <a:extLst>
              <a:ext uri="{FF2B5EF4-FFF2-40B4-BE49-F238E27FC236}">
                <a16:creationId xmlns:a16="http://schemas.microsoft.com/office/drawing/2014/main" id="{5853E597-A738-D225-4116-CB0FE5442884}"/>
              </a:ext>
            </a:extLst>
          </p:cNvPr>
          <p:cNvGrpSpPr/>
          <p:nvPr/>
        </p:nvGrpSpPr>
        <p:grpSpPr>
          <a:xfrm>
            <a:off x="3717325" y="3935069"/>
            <a:ext cx="5250977" cy="258988"/>
            <a:chOff x="4403519" y="5169053"/>
            <a:chExt cx="7001303" cy="345317"/>
          </a:xfrm>
        </p:grpSpPr>
        <p:sp>
          <p:nvSpPr>
            <p:cNvPr id="67" name="テキスト ボックス 227">
              <a:extLst>
                <a:ext uri="{FF2B5EF4-FFF2-40B4-BE49-F238E27FC236}">
                  <a16:creationId xmlns:a16="http://schemas.microsoft.com/office/drawing/2014/main" id="{FAF3653F-8201-9AEA-0044-6C11755B82F2}"/>
                </a:ext>
              </a:extLst>
            </p:cNvPr>
            <p:cNvSpPr txBox="1"/>
            <p:nvPr/>
          </p:nvSpPr>
          <p:spPr>
            <a:xfrm>
              <a:off x="4546890" y="5221589"/>
              <a:ext cx="996196" cy="164148"/>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sysClr val="windowText" lastClr="000000"/>
                  </a:solidFill>
                  <a:latin typeface="Boehringer Forward Text"/>
                </a:rPr>
                <a:t>CDE </a:t>
              </a:r>
              <a:r>
                <a:rPr kumimoji="1" lang="en-US" altLang="ja-JP" sz="800" b="1" kern="0" err="1">
                  <a:solidFill>
                    <a:sysClr val="windowText" lastClr="000000"/>
                  </a:solidFill>
                  <a:latin typeface="Boehringer Forward Text"/>
                </a:rPr>
                <a:t>sNDA</a:t>
              </a:r>
              <a:endParaRPr kumimoji="1" lang="ja-JP" altLang="en-US" sz="800" b="1" kern="0">
                <a:solidFill>
                  <a:sysClr val="windowText" lastClr="000000"/>
                </a:solidFill>
                <a:latin typeface="Boehringer Forward Text"/>
              </a:endParaRPr>
            </a:p>
          </p:txBody>
        </p:sp>
        <p:sp>
          <p:nvSpPr>
            <p:cNvPr id="69" name="二等辺三角形 157">
              <a:extLst>
                <a:ext uri="{FF2B5EF4-FFF2-40B4-BE49-F238E27FC236}">
                  <a16:creationId xmlns:a16="http://schemas.microsoft.com/office/drawing/2014/main" id="{8E87B152-172A-8380-1A0B-2098532E06E4}"/>
                </a:ext>
              </a:extLst>
            </p:cNvPr>
            <p:cNvSpPr>
              <a:spLocks noChangeAspect="1"/>
            </p:cNvSpPr>
            <p:nvPr/>
          </p:nvSpPr>
          <p:spPr>
            <a:xfrm>
              <a:off x="4403519" y="5172972"/>
              <a:ext cx="214809" cy="21504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70" name="テキスト ボックス 241">
              <a:extLst>
                <a:ext uri="{FF2B5EF4-FFF2-40B4-BE49-F238E27FC236}">
                  <a16:creationId xmlns:a16="http://schemas.microsoft.com/office/drawing/2014/main" id="{0F019715-C6B8-6EAC-7112-B77D39E3C1C5}"/>
                </a:ext>
              </a:extLst>
            </p:cNvPr>
            <p:cNvSpPr txBox="1"/>
            <p:nvPr/>
          </p:nvSpPr>
          <p:spPr>
            <a:xfrm>
              <a:off x="10302014" y="5186076"/>
              <a:ext cx="1102808" cy="328294"/>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CN Approval</a:t>
              </a:r>
            </a:p>
            <a:p>
              <a:pPr algn="ctr" defTabSz="914333">
                <a:defRPr/>
              </a:pPr>
              <a:r>
                <a:rPr kumimoji="1" lang="en-US" altLang="ja-JP" sz="800" b="1" kern="0">
                  <a:solidFill>
                    <a:prstClr val="black"/>
                  </a:solidFill>
                  <a:latin typeface="Boehringer Forward Text"/>
                </a:rPr>
                <a:t>“priority”</a:t>
              </a:r>
              <a:endParaRPr kumimoji="1" lang="ja-JP" altLang="en-US" sz="800" b="1" kern="0">
                <a:solidFill>
                  <a:prstClr val="black"/>
                </a:solidFill>
                <a:latin typeface="Boehringer Forward Text"/>
              </a:endParaRPr>
            </a:p>
          </p:txBody>
        </p:sp>
        <p:sp>
          <p:nvSpPr>
            <p:cNvPr id="71" name="星 5 228">
              <a:extLst>
                <a:ext uri="{FF2B5EF4-FFF2-40B4-BE49-F238E27FC236}">
                  <a16:creationId xmlns:a16="http://schemas.microsoft.com/office/drawing/2014/main" id="{AED86546-C7D6-15F2-1962-110BD17D7F2D}"/>
                </a:ext>
              </a:extLst>
            </p:cNvPr>
            <p:cNvSpPr>
              <a:spLocks noChangeAspect="1"/>
            </p:cNvSpPr>
            <p:nvPr/>
          </p:nvSpPr>
          <p:spPr>
            <a:xfrm>
              <a:off x="10077443" y="5169053"/>
              <a:ext cx="268511" cy="270265"/>
            </a:xfrm>
            <a:prstGeom prst="star5">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grpSp>
      <p:grpSp>
        <p:nvGrpSpPr>
          <p:cNvPr id="72" name="Gruppieren 71">
            <a:extLst>
              <a:ext uri="{FF2B5EF4-FFF2-40B4-BE49-F238E27FC236}">
                <a16:creationId xmlns:a16="http://schemas.microsoft.com/office/drawing/2014/main" id="{EC3A7ECE-6DA9-61C5-C2AF-83631B817AD3}"/>
              </a:ext>
            </a:extLst>
          </p:cNvPr>
          <p:cNvGrpSpPr/>
          <p:nvPr/>
        </p:nvGrpSpPr>
        <p:grpSpPr>
          <a:xfrm>
            <a:off x="3713745" y="4370553"/>
            <a:ext cx="5430256" cy="246221"/>
            <a:chOff x="4403519" y="5147209"/>
            <a:chExt cx="7240341" cy="328294"/>
          </a:xfrm>
        </p:grpSpPr>
        <p:sp>
          <p:nvSpPr>
            <p:cNvPr id="73" name="テキスト ボックス 227">
              <a:extLst>
                <a:ext uri="{FF2B5EF4-FFF2-40B4-BE49-F238E27FC236}">
                  <a16:creationId xmlns:a16="http://schemas.microsoft.com/office/drawing/2014/main" id="{11A1C2C6-244C-DD1A-6C73-313FE8A78D28}"/>
                </a:ext>
              </a:extLst>
            </p:cNvPr>
            <p:cNvSpPr txBox="1"/>
            <p:nvPr/>
          </p:nvSpPr>
          <p:spPr>
            <a:xfrm>
              <a:off x="4688936" y="5210212"/>
              <a:ext cx="748423" cy="164148"/>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sysClr val="windowText" lastClr="000000"/>
                  </a:solidFill>
                  <a:latin typeface="Boehringer Forward Text"/>
                </a:rPr>
                <a:t>CDE </a:t>
              </a:r>
              <a:r>
                <a:rPr kumimoji="1" lang="en-US" altLang="ja-JP" sz="800" b="1" kern="0" err="1">
                  <a:solidFill>
                    <a:sysClr val="windowText" lastClr="000000"/>
                  </a:solidFill>
                  <a:latin typeface="Boehringer Forward Text"/>
                </a:rPr>
                <a:t>sNDA</a:t>
              </a:r>
              <a:endParaRPr kumimoji="1" lang="ja-JP" altLang="en-US" sz="800" b="1" kern="0">
                <a:solidFill>
                  <a:sysClr val="windowText" lastClr="000000"/>
                </a:solidFill>
                <a:latin typeface="Boehringer Forward Text"/>
              </a:endParaRPr>
            </a:p>
          </p:txBody>
        </p:sp>
        <p:sp>
          <p:nvSpPr>
            <p:cNvPr id="74" name="二等辺三角形 157">
              <a:extLst>
                <a:ext uri="{FF2B5EF4-FFF2-40B4-BE49-F238E27FC236}">
                  <a16:creationId xmlns:a16="http://schemas.microsoft.com/office/drawing/2014/main" id="{99595D96-76F1-8AE7-E3AA-8305B4284258}"/>
                </a:ext>
              </a:extLst>
            </p:cNvPr>
            <p:cNvSpPr>
              <a:spLocks noChangeAspect="1"/>
            </p:cNvSpPr>
            <p:nvPr/>
          </p:nvSpPr>
          <p:spPr>
            <a:xfrm>
              <a:off x="4403519" y="5172972"/>
              <a:ext cx="214809" cy="215041"/>
            </a:xfrm>
            <a:prstGeom prst="triangle">
              <a:avLst/>
            </a:prstGeom>
            <a:solidFill>
              <a:srgbClr val="FF0000"/>
            </a:solidFill>
            <a:ln w="12700" cap="flat" cmpd="sng" algn="ctr">
              <a:noFill/>
              <a:prstDash val="solid"/>
            </a:ln>
            <a:effectLst/>
            <a:scene3d>
              <a:camera prst="orthographicFront"/>
              <a:lightRig rig="threePt" dir="t"/>
            </a:scene3d>
            <a:sp3d>
              <a:bevelT/>
            </a:sp3d>
          </p:spPr>
          <p:txBody>
            <a:bodyPr lIns="72000" tIns="72000" rIns="72000" bIns="72000" rtlCol="0" anchor="ctr"/>
            <a:lstStyle/>
            <a:p>
              <a:pPr algn="ctr" defTabSz="914333">
                <a:defRPr/>
              </a:pPr>
              <a:endParaRPr kumimoji="1" lang="ja-JP" altLang="en-US" sz="1400" kern="0" err="1">
                <a:solidFill>
                  <a:prstClr val="black"/>
                </a:solidFill>
                <a:latin typeface="BISans"/>
              </a:endParaRPr>
            </a:p>
          </p:txBody>
        </p:sp>
        <p:sp>
          <p:nvSpPr>
            <p:cNvPr id="75" name="テキスト ボックス 241">
              <a:extLst>
                <a:ext uri="{FF2B5EF4-FFF2-40B4-BE49-F238E27FC236}">
                  <a16:creationId xmlns:a16="http://schemas.microsoft.com/office/drawing/2014/main" id="{7DD7A6FB-0549-EC95-5540-962F02990A69}"/>
                </a:ext>
              </a:extLst>
            </p:cNvPr>
            <p:cNvSpPr txBox="1"/>
            <p:nvPr/>
          </p:nvSpPr>
          <p:spPr>
            <a:xfrm>
              <a:off x="10541052" y="5147209"/>
              <a:ext cx="1102808" cy="328294"/>
            </a:xfrm>
            <a:prstGeom prst="rect">
              <a:avLst/>
            </a:prstGeom>
            <a:noFill/>
            <a:ln>
              <a:noFill/>
            </a:ln>
            <a:scene3d>
              <a:camera prst="orthographicFront"/>
              <a:lightRig rig="threePt" dir="t"/>
            </a:scene3d>
            <a:sp3d>
              <a:bevelT/>
            </a:sp3d>
          </p:spPr>
          <p:txBody>
            <a:bodyPr wrap="square" lIns="0" tIns="0" rIns="0" bIns="0" rtlCol="0">
              <a:spAutoFit/>
            </a:bodyPr>
            <a:lstStyle/>
            <a:p>
              <a:pPr algn="ctr" defTabSz="914333">
                <a:defRPr/>
              </a:pPr>
              <a:r>
                <a:rPr kumimoji="1" lang="en-US" altLang="ja-JP" sz="800" b="1" kern="0">
                  <a:solidFill>
                    <a:prstClr val="black"/>
                  </a:solidFill>
                  <a:latin typeface="Boehringer Forward Text"/>
                </a:rPr>
                <a:t>CN Approval</a:t>
              </a:r>
            </a:p>
            <a:p>
              <a:pPr algn="ctr" defTabSz="914333">
                <a:defRPr/>
              </a:pPr>
              <a:r>
                <a:rPr kumimoji="1" lang="en-US" altLang="ja-JP" sz="800" b="1" kern="0">
                  <a:solidFill>
                    <a:prstClr val="black"/>
                  </a:solidFill>
                  <a:latin typeface="Boehringer Forward Text"/>
                </a:rPr>
                <a:t>“standard”</a:t>
              </a:r>
              <a:endParaRPr kumimoji="1" lang="ja-JP" altLang="en-US" sz="800" b="1" kern="0">
                <a:solidFill>
                  <a:prstClr val="black"/>
                </a:solidFill>
                <a:latin typeface="Boehringer Forward Text"/>
              </a:endParaRPr>
            </a:p>
          </p:txBody>
        </p:sp>
      </p:grpSp>
      <p:cxnSp>
        <p:nvCxnSpPr>
          <p:cNvPr id="78" name="Gerade Verbindung mit Pfeil 77">
            <a:extLst>
              <a:ext uri="{FF2B5EF4-FFF2-40B4-BE49-F238E27FC236}">
                <a16:creationId xmlns:a16="http://schemas.microsoft.com/office/drawing/2014/main" id="{45636956-AF75-DFCE-1B30-96499D237EEA}"/>
              </a:ext>
            </a:extLst>
          </p:cNvPr>
          <p:cNvCxnSpPr>
            <a:cxnSpLocks/>
          </p:cNvCxnSpPr>
          <p:nvPr/>
        </p:nvCxnSpPr>
        <p:spPr bwMode="gray">
          <a:xfrm>
            <a:off x="8440282" y="4623491"/>
            <a:ext cx="535286"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feld 80">
            <a:extLst>
              <a:ext uri="{FF2B5EF4-FFF2-40B4-BE49-F238E27FC236}">
                <a16:creationId xmlns:a16="http://schemas.microsoft.com/office/drawing/2014/main" id="{9D5816F4-43BD-02B6-2C00-69C18EDC2F69}"/>
              </a:ext>
            </a:extLst>
          </p:cNvPr>
          <p:cNvSpPr txBox="1"/>
          <p:nvPr/>
        </p:nvSpPr>
        <p:spPr bwMode="gray">
          <a:xfrm>
            <a:off x="8824633" y="4605686"/>
            <a:ext cx="288541" cy="133306"/>
          </a:xfrm>
          <a:prstGeom prst="rect">
            <a:avLst/>
          </a:prstGeom>
          <a:noFill/>
        </p:spPr>
        <p:txBody>
          <a:bodyPr wrap="none" lIns="0" tIns="0" rIns="0" bIns="0" rtlCol="0">
            <a:spAutoFit/>
          </a:bodyPr>
          <a:lstStyle/>
          <a:p>
            <a:pPr defTabSz="685800">
              <a:lnSpc>
                <a:spcPct val="140000"/>
              </a:lnSpc>
              <a:defRPr/>
            </a:pPr>
            <a:r>
              <a:rPr lang="de-DE" sz="675">
                <a:solidFill>
                  <a:prstClr val="black"/>
                </a:solidFill>
                <a:latin typeface="Boehringer Forward Text"/>
              </a:rPr>
              <a:t>Dec 26</a:t>
            </a:r>
          </a:p>
        </p:txBody>
      </p:sp>
      <p:sp>
        <p:nvSpPr>
          <p:cNvPr id="77" name="Rechteck 76">
            <a:extLst>
              <a:ext uri="{FF2B5EF4-FFF2-40B4-BE49-F238E27FC236}">
                <a16:creationId xmlns:a16="http://schemas.microsoft.com/office/drawing/2014/main" id="{0A42EFC3-EB4D-5DBB-A4D1-7236FDA3A1A9}"/>
              </a:ext>
            </a:extLst>
          </p:cNvPr>
          <p:cNvSpPr/>
          <p:nvPr/>
        </p:nvSpPr>
        <p:spPr bwMode="gray">
          <a:xfrm>
            <a:off x="1213051" y="2443862"/>
            <a:ext cx="515072" cy="253821"/>
          </a:xfrm>
          <a:prstGeom prst="rect">
            <a:avLst/>
          </a:prstGeom>
          <a:solidFill>
            <a:schemeClr val="accent1">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EU Rapp mtg</a:t>
            </a:r>
          </a:p>
        </p:txBody>
      </p:sp>
      <p:sp>
        <p:nvSpPr>
          <p:cNvPr id="79" name="Rechteck 78">
            <a:extLst>
              <a:ext uri="{FF2B5EF4-FFF2-40B4-BE49-F238E27FC236}">
                <a16:creationId xmlns:a16="http://schemas.microsoft.com/office/drawing/2014/main" id="{3A135D5C-BEBD-AC0C-B875-82B572398767}"/>
              </a:ext>
            </a:extLst>
          </p:cNvPr>
          <p:cNvSpPr/>
          <p:nvPr/>
        </p:nvSpPr>
        <p:spPr bwMode="gray">
          <a:xfrm>
            <a:off x="1207586" y="3895483"/>
            <a:ext cx="1102439" cy="147358"/>
          </a:xfrm>
          <a:prstGeom prst="rect">
            <a:avLst/>
          </a:prstGeom>
          <a:solidFill>
            <a:schemeClr val="accent1">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HAI placeholder</a:t>
            </a:r>
          </a:p>
        </p:txBody>
      </p:sp>
      <p:sp>
        <p:nvSpPr>
          <p:cNvPr id="80" name="Rechteck 79">
            <a:extLst>
              <a:ext uri="{FF2B5EF4-FFF2-40B4-BE49-F238E27FC236}">
                <a16:creationId xmlns:a16="http://schemas.microsoft.com/office/drawing/2014/main" id="{F788B4EA-D83D-7214-8AD0-3995DF48F387}"/>
              </a:ext>
            </a:extLst>
          </p:cNvPr>
          <p:cNvSpPr/>
          <p:nvPr/>
        </p:nvSpPr>
        <p:spPr bwMode="gray">
          <a:xfrm>
            <a:off x="1207587" y="4108176"/>
            <a:ext cx="781583" cy="124007"/>
          </a:xfrm>
          <a:prstGeom prst="rect">
            <a:avLst/>
          </a:prstGeom>
          <a:solidFill>
            <a:schemeClr val="accent4">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BTD request</a:t>
            </a:r>
          </a:p>
        </p:txBody>
      </p:sp>
      <p:sp>
        <p:nvSpPr>
          <p:cNvPr id="82" name="Rechteck 81">
            <a:extLst>
              <a:ext uri="{FF2B5EF4-FFF2-40B4-BE49-F238E27FC236}">
                <a16:creationId xmlns:a16="http://schemas.microsoft.com/office/drawing/2014/main" id="{53310789-928D-32FF-BF1D-327A8D109180}"/>
              </a:ext>
            </a:extLst>
          </p:cNvPr>
          <p:cNvSpPr/>
          <p:nvPr/>
        </p:nvSpPr>
        <p:spPr bwMode="gray">
          <a:xfrm>
            <a:off x="1209196" y="3024590"/>
            <a:ext cx="1102439" cy="147358"/>
          </a:xfrm>
          <a:prstGeom prst="rect">
            <a:avLst/>
          </a:prstGeom>
          <a:solidFill>
            <a:schemeClr val="accent1">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HAI placeholder</a:t>
            </a:r>
          </a:p>
        </p:txBody>
      </p:sp>
      <p:sp>
        <p:nvSpPr>
          <p:cNvPr id="44" name="Rechteck 43">
            <a:extLst>
              <a:ext uri="{FF2B5EF4-FFF2-40B4-BE49-F238E27FC236}">
                <a16:creationId xmlns:a16="http://schemas.microsoft.com/office/drawing/2014/main" id="{D7CDE888-E919-166D-286B-E82C74F5E6E2}"/>
              </a:ext>
            </a:extLst>
          </p:cNvPr>
          <p:cNvSpPr/>
          <p:nvPr/>
        </p:nvSpPr>
        <p:spPr bwMode="gray">
          <a:xfrm>
            <a:off x="1200750" y="1404736"/>
            <a:ext cx="1102439" cy="147358"/>
          </a:xfrm>
          <a:prstGeom prst="rect">
            <a:avLst/>
          </a:prstGeom>
          <a:solidFill>
            <a:schemeClr val="accent1">
              <a:lumMod val="60000"/>
              <a:lumOff val="4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HAI placeholder</a:t>
            </a:r>
          </a:p>
        </p:txBody>
      </p:sp>
      <p:sp>
        <p:nvSpPr>
          <p:cNvPr id="40" name="Textfeld 67">
            <a:extLst>
              <a:ext uri="{FF2B5EF4-FFF2-40B4-BE49-F238E27FC236}">
                <a16:creationId xmlns:a16="http://schemas.microsoft.com/office/drawing/2014/main" id="{E1429F35-94E8-3F97-1487-297CF12BE858}"/>
              </a:ext>
            </a:extLst>
          </p:cNvPr>
          <p:cNvSpPr txBox="1"/>
          <p:nvPr/>
        </p:nvSpPr>
        <p:spPr bwMode="gray">
          <a:xfrm>
            <a:off x="220363" y="410485"/>
            <a:ext cx="892873" cy="162930"/>
          </a:xfrm>
          <a:prstGeom prst="rect">
            <a:avLst/>
          </a:prstGeom>
          <a:noFill/>
        </p:spPr>
        <p:txBody>
          <a:bodyPr wrap="none" lIns="0" tIns="0" rIns="0" bIns="0" rtlCol="0">
            <a:spAutoFit/>
          </a:bodyPr>
          <a:lstStyle/>
          <a:p>
            <a:pPr algn="l">
              <a:lnSpc>
                <a:spcPct val="140000"/>
              </a:lnSpc>
            </a:pPr>
            <a:r>
              <a:rPr lang="de-DE" sz="825">
                <a:highlight>
                  <a:srgbClr val="FFFF00"/>
                </a:highlight>
              </a:rPr>
              <a:t>DBL </a:t>
            </a:r>
            <a:r>
              <a:rPr lang="de-DE" sz="825" b="1">
                <a:highlight>
                  <a:srgbClr val="FFFF00"/>
                </a:highlight>
              </a:rPr>
              <a:t>w16</a:t>
            </a:r>
            <a:r>
              <a:rPr lang="de-DE" sz="825">
                <a:highlight>
                  <a:srgbClr val="FFFF00"/>
                </a:highlight>
              </a:rPr>
              <a:t> – 27 Jan</a:t>
            </a:r>
          </a:p>
        </p:txBody>
      </p:sp>
      <p:sp>
        <p:nvSpPr>
          <p:cNvPr id="42" name="Textfeld 38">
            <a:extLst>
              <a:ext uri="{FF2B5EF4-FFF2-40B4-BE49-F238E27FC236}">
                <a16:creationId xmlns:a16="http://schemas.microsoft.com/office/drawing/2014/main" id="{6D2D091F-DB8B-C31C-A4CF-86EA82F08AB3}"/>
              </a:ext>
            </a:extLst>
          </p:cNvPr>
          <p:cNvSpPr txBox="1"/>
          <p:nvPr/>
        </p:nvSpPr>
        <p:spPr bwMode="gray">
          <a:xfrm>
            <a:off x="477866" y="555296"/>
            <a:ext cx="889667" cy="162930"/>
          </a:xfrm>
          <a:prstGeom prst="rect">
            <a:avLst/>
          </a:prstGeom>
          <a:noFill/>
        </p:spPr>
        <p:txBody>
          <a:bodyPr wrap="none" lIns="0" tIns="0" rIns="0" bIns="0" rtlCol="0">
            <a:spAutoFit/>
          </a:bodyPr>
          <a:lstStyle/>
          <a:p>
            <a:pPr algn="l">
              <a:lnSpc>
                <a:spcPct val="140000"/>
              </a:lnSpc>
            </a:pPr>
            <a:r>
              <a:rPr lang="de-DE" sz="825">
                <a:highlight>
                  <a:srgbClr val="FFFF00"/>
                </a:highlight>
              </a:rPr>
              <a:t>TLR </a:t>
            </a:r>
            <a:r>
              <a:rPr lang="de-DE" sz="825" b="1">
                <a:highlight>
                  <a:srgbClr val="FFFF00"/>
                </a:highlight>
              </a:rPr>
              <a:t>w16</a:t>
            </a:r>
            <a:r>
              <a:rPr lang="de-DE" sz="825">
                <a:highlight>
                  <a:srgbClr val="FFFF00"/>
                </a:highlight>
              </a:rPr>
              <a:t> – 17 Feb</a:t>
            </a:r>
          </a:p>
        </p:txBody>
      </p:sp>
      <p:sp>
        <p:nvSpPr>
          <p:cNvPr id="48" name="Textfeld 29">
            <a:extLst>
              <a:ext uri="{FF2B5EF4-FFF2-40B4-BE49-F238E27FC236}">
                <a16:creationId xmlns:a16="http://schemas.microsoft.com/office/drawing/2014/main" id="{78BFEECD-565B-481A-8B2C-685258794CE4}"/>
              </a:ext>
            </a:extLst>
          </p:cNvPr>
          <p:cNvSpPr txBox="1"/>
          <p:nvPr/>
        </p:nvSpPr>
        <p:spPr bwMode="gray">
          <a:xfrm>
            <a:off x="6588586" y="542842"/>
            <a:ext cx="1158607" cy="162930"/>
          </a:xfrm>
          <a:prstGeom prst="rect">
            <a:avLst/>
          </a:prstGeom>
          <a:noFill/>
        </p:spPr>
        <p:txBody>
          <a:bodyPr wrap="square" lIns="0" tIns="0" rIns="0" bIns="0" rtlCol="0">
            <a:spAutoFit/>
          </a:bodyPr>
          <a:lstStyle/>
          <a:p>
            <a:pPr algn="l">
              <a:lnSpc>
                <a:spcPct val="140000"/>
              </a:lnSpc>
            </a:pPr>
            <a:r>
              <a:rPr lang="de-DE" sz="825">
                <a:solidFill>
                  <a:schemeClr val="accent5">
                    <a:lumMod val="75000"/>
                  </a:schemeClr>
                </a:solidFill>
              </a:rPr>
              <a:t>CTR w52–18 May 26</a:t>
            </a:r>
          </a:p>
        </p:txBody>
      </p:sp>
      <p:sp>
        <p:nvSpPr>
          <p:cNvPr id="50" name="Textfeld 61">
            <a:extLst>
              <a:ext uri="{FF2B5EF4-FFF2-40B4-BE49-F238E27FC236}">
                <a16:creationId xmlns:a16="http://schemas.microsoft.com/office/drawing/2014/main" id="{DB9CC9D5-AB10-28AF-E1C1-67AD28F7C8B0}"/>
              </a:ext>
            </a:extLst>
          </p:cNvPr>
          <p:cNvSpPr txBox="1"/>
          <p:nvPr/>
        </p:nvSpPr>
        <p:spPr bwMode="gray">
          <a:xfrm>
            <a:off x="1909249" y="718953"/>
            <a:ext cx="928139" cy="162930"/>
          </a:xfrm>
          <a:prstGeom prst="rect">
            <a:avLst/>
          </a:prstGeom>
          <a:noFill/>
        </p:spPr>
        <p:txBody>
          <a:bodyPr wrap="square" lIns="0" tIns="0" rIns="0" bIns="0" rtlCol="0">
            <a:spAutoFit/>
          </a:bodyPr>
          <a:lstStyle/>
          <a:p>
            <a:pPr algn="l">
              <a:lnSpc>
                <a:spcPct val="140000"/>
              </a:lnSpc>
            </a:pPr>
            <a:r>
              <a:rPr lang="de-DE" sz="825">
                <a:solidFill>
                  <a:schemeClr val="accent6">
                    <a:lumMod val="50000"/>
                  </a:schemeClr>
                </a:solidFill>
              </a:rPr>
              <a:t>Val rep – 30 Jun</a:t>
            </a:r>
          </a:p>
        </p:txBody>
      </p:sp>
      <p:sp>
        <p:nvSpPr>
          <p:cNvPr id="61" name="Rechteck 79">
            <a:extLst>
              <a:ext uri="{FF2B5EF4-FFF2-40B4-BE49-F238E27FC236}">
                <a16:creationId xmlns:a16="http://schemas.microsoft.com/office/drawing/2014/main" id="{36B828E5-EF75-208C-8CFA-269C3921DC09}"/>
              </a:ext>
            </a:extLst>
          </p:cNvPr>
          <p:cNvSpPr/>
          <p:nvPr/>
        </p:nvSpPr>
        <p:spPr bwMode="gray">
          <a:xfrm>
            <a:off x="1189224" y="1581778"/>
            <a:ext cx="781583" cy="124007"/>
          </a:xfrm>
          <a:prstGeom prst="rect">
            <a:avLst/>
          </a:prstGeom>
          <a:solidFill>
            <a:schemeClr val="accent4">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defRPr/>
            </a:pPr>
            <a:r>
              <a:rPr lang="en-US" sz="750">
                <a:solidFill>
                  <a:prstClr val="black"/>
                </a:solidFill>
                <a:latin typeface="Boehringer Forward Text"/>
              </a:rPr>
              <a:t>BTD request</a:t>
            </a:r>
          </a:p>
        </p:txBody>
      </p:sp>
    </p:spTree>
    <p:extLst>
      <p:ext uri="{BB962C8B-B14F-4D97-AF65-F5344CB8AC3E}">
        <p14:creationId xmlns:p14="http://schemas.microsoft.com/office/powerpoint/2010/main" val="72677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4C87B5-E297-E7C9-1D0B-D0AD430F5776}"/>
              </a:ext>
            </a:extLst>
          </p:cNvPr>
          <p:cNvSpPr>
            <a:spLocks noGrp="1"/>
          </p:cNvSpPr>
          <p:nvPr>
            <p:ph type="title"/>
          </p:nvPr>
        </p:nvSpPr>
        <p:spPr/>
        <p:txBody>
          <a:bodyPr/>
          <a:lstStyle/>
          <a:p>
            <a:r>
              <a:rPr lang="de-DE"/>
              <a:t>Submission scenarios</a:t>
            </a:r>
          </a:p>
        </p:txBody>
      </p:sp>
      <p:sp>
        <p:nvSpPr>
          <p:cNvPr id="7" name="Inhaltsplatzhalter 6">
            <a:extLst>
              <a:ext uri="{FF2B5EF4-FFF2-40B4-BE49-F238E27FC236}">
                <a16:creationId xmlns:a16="http://schemas.microsoft.com/office/drawing/2014/main" id="{850EB0C2-024B-BD15-EF93-77C301ABF471}"/>
              </a:ext>
            </a:extLst>
          </p:cNvPr>
          <p:cNvSpPr>
            <a:spLocks noGrp="1"/>
          </p:cNvSpPr>
          <p:nvPr>
            <p:ph idx="1"/>
          </p:nvPr>
        </p:nvSpPr>
        <p:spPr>
          <a:xfrm>
            <a:off x="900840" y="1005576"/>
            <a:ext cx="2731359" cy="1566174"/>
          </a:xfrm>
          <a:ln w="28575"/>
        </p:spPr>
        <p:style>
          <a:lnRef idx="2">
            <a:schemeClr val="accent2"/>
          </a:lnRef>
          <a:fillRef idx="1">
            <a:schemeClr val="lt1"/>
          </a:fillRef>
          <a:effectRef idx="0">
            <a:schemeClr val="accent2"/>
          </a:effectRef>
          <a:fontRef idx="minor">
            <a:schemeClr val="dk1"/>
          </a:fontRef>
        </p:style>
        <p:txBody>
          <a:bodyPr/>
          <a:lstStyle/>
          <a:p>
            <a:pPr marL="0" indent="0">
              <a:buNone/>
            </a:pPr>
            <a:r>
              <a:rPr lang="de-DE" b="1">
                <a:solidFill>
                  <a:schemeClr val="accent2"/>
                </a:solidFill>
              </a:rPr>
              <a:t> Scenario 1</a:t>
            </a:r>
          </a:p>
          <a:p>
            <a:r>
              <a:rPr lang="de-DE"/>
              <a:t>Week 16 </a:t>
            </a:r>
            <a:r>
              <a:rPr lang="de-DE" err="1"/>
              <a:t>data</a:t>
            </a:r>
            <a:r>
              <a:rPr lang="de-DE"/>
              <a:t> </a:t>
            </a:r>
            <a:r>
              <a:rPr lang="de-DE" err="1"/>
              <a:t>cut</a:t>
            </a:r>
            <a:r>
              <a:rPr lang="de-DE"/>
              <a:t> off</a:t>
            </a:r>
          </a:p>
        </p:txBody>
      </p:sp>
      <p:sp>
        <p:nvSpPr>
          <p:cNvPr id="9" name="Inhaltsplatzhalter 8">
            <a:extLst>
              <a:ext uri="{FF2B5EF4-FFF2-40B4-BE49-F238E27FC236}">
                <a16:creationId xmlns:a16="http://schemas.microsoft.com/office/drawing/2014/main" id="{41999130-6F53-22A4-54FD-1FFFF1C13659}"/>
              </a:ext>
            </a:extLst>
          </p:cNvPr>
          <p:cNvSpPr>
            <a:spLocks noGrp="1"/>
          </p:cNvSpPr>
          <p:nvPr>
            <p:ph idx="16"/>
          </p:nvPr>
        </p:nvSpPr>
        <p:spPr>
          <a:xfrm>
            <a:off x="4990530" y="1005576"/>
            <a:ext cx="2975301" cy="1566174"/>
          </a:xfrm>
          <a:ln w="28575"/>
        </p:spPr>
        <p:style>
          <a:lnRef idx="2">
            <a:schemeClr val="accent3"/>
          </a:lnRef>
          <a:fillRef idx="1">
            <a:schemeClr val="lt1"/>
          </a:fillRef>
          <a:effectRef idx="0">
            <a:schemeClr val="accent3"/>
          </a:effectRef>
          <a:fontRef idx="minor">
            <a:schemeClr val="dk1"/>
          </a:fontRef>
        </p:style>
        <p:txBody>
          <a:bodyPr/>
          <a:lstStyle/>
          <a:p>
            <a:pPr marL="0" indent="0">
              <a:buNone/>
            </a:pPr>
            <a:r>
              <a:rPr lang="de-DE" b="1">
                <a:solidFill>
                  <a:schemeClr val="accent3">
                    <a:lumMod val="75000"/>
                  </a:schemeClr>
                </a:solidFill>
              </a:rPr>
              <a:t> Scenario 2</a:t>
            </a:r>
          </a:p>
          <a:p>
            <a:r>
              <a:rPr lang="de-DE"/>
              <a:t>Week 32 </a:t>
            </a:r>
            <a:r>
              <a:rPr lang="de-DE" err="1"/>
              <a:t>data</a:t>
            </a:r>
            <a:r>
              <a:rPr lang="de-DE"/>
              <a:t> </a:t>
            </a:r>
            <a:r>
              <a:rPr lang="de-DE" err="1"/>
              <a:t>cut</a:t>
            </a:r>
            <a:r>
              <a:rPr lang="de-DE"/>
              <a:t> off</a:t>
            </a:r>
          </a:p>
        </p:txBody>
      </p:sp>
      <p:sp>
        <p:nvSpPr>
          <p:cNvPr id="6" name="Foliennummernplatzhalter 5">
            <a:extLst>
              <a:ext uri="{FF2B5EF4-FFF2-40B4-BE49-F238E27FC236}">
                <a16:creationId xmlns:a16="http://schemas.microsoft.com/office/drawing/2014/main" id="{6CFDA102-3775-454B-E2DF-67D2DFEED882}"/>
              </a:ext>
            </a:extLst>
          </p:cNvPr>
          <p:cNvSpPr>
            <a:spLocks noGrp="1"/>
          </p:cNvSpPr>
          <p:nvPr>
            <p:ph type="sldNum" sz="quarter" idx="15"/>
          </p:nvPr>
        </p:nvSpPr>
        <p:spPr/>
        <p:txBody>
          <a:bodyPr/>
          <a:lstStyle/>
          <a:p>
            <a:pPr defTabSz="685800">
              <a:defRPr/>
            </a:pPr>
            <a:fld id="{DF4E8F9F-5B1F-4F5B-BE49-3245D8C18D9F}" type="slidenum">
              <a:rPr lang="en-US">
                <a:solidFill>
                  <a:srgbClr val="08312A"/>
                </a:solidFill>
                <a:latin typeface="Boehringer Forward Text"/>
              </a:rPr>
              <a:pPr defTabSz="685800">
                <a:defRPr/>
              </a:pPr>
              <a:t>59</a:t>
            </a:fld>
            <a:endParaRPr lang="en-US">
              <a:solidFill>
                <a:srgbClr val="08312A"/>
              </a:solidFill>
              <a:latin typeface="Boehringer Forward Text"/>
            </a:endParaRPr>
          </a:p>
        </p:txBody>
      </p:sp>
      <p:sp>
        <p:nvSpPr>
          <p:cNvPr id="5" name="Fußzeilenplatzhalter 4">
            <a:extLst>
              <a:ext uri="{FF2B5EF4-FFF2-40B4-BE49-F238E27FC236}">
                <a16:creationId xmlns:a16="http://schemas.microsoft.com/office/drawing/2014/main" id="{E17E71A3-F33D-8C5E-EB5F-A70D56B26D4F}"/>
              </a:ext>
            </a:extLst>
          </p:cNvPr>
          <p:cNvSpPr>
            <a:spLocks noGrp="1"/>
          </p:cNvSpPr>
          <p:nvPr>
            <p:ph type="ftr" sz="quarter" idx="21"/>
          </p:nvPr>
        </p:nvSpPr>
        <p:spPr/>
        <p:txBody>
          <a:bodyPr/>
          <a:lstStyle/>
          <a:p>
            <a:pPr defTabSz="685800">
              <a:defRPr/>
            </a:pPr>
            <a:r>
              <a:rPr lang="en-US">
                <a:solidFill>
                  <a:srgbClr val="08312A"/>
                </a:solidFill>
                <a:latin typeface="Boehringer Forward Text"/>
              </a:rPr>
              <a:t>Presentation title    |    ONLY FOR INTERNAL USE</a:t>
            </a:r>
          </a:p>
        </p:txBody>
      </p:sp>
      <p:sp>
        <p:nvSpPr>
          <p:cNvPr id="3" name="Rechteck 2">
            <a:extLst>
              <a:ext uri="{FF2B5EF4-FFF2-40B4-BE49-F238E27FC236}">
                <a16:creationId xmlns:a16="http://schemas.microsoft.com/office/drawing/2014/main" id="{A5D6F6F7-A884-B073-91E3-187D61FB9AC9}"/>
              </a:ext>
            </a:extLst>
          </p:cNvPr>
          <p:cNvSpPr/>
          <p:nvPr/>
        </p:nvSpPr>
        <p:spPr bwMode="gray">
          <a:xfrm>
            <a:off x="955965" y="1688945"/>
            <a:ext cx="2577401" cy="75608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de-DE" sz="1050">
                <a:solidFill>
                  <a:prstClr val="black"/>
                </a:solidFill>
                <a:latin typeface="Boehringer Forward Text"/>
              </a:rPr>
              <a:t>Additional data available at </a:t>
            </a:r>
            <a:r>
              <a:rPr lang="de-DE" sz="1050" b="1">
                <a:solidFill>
                  <a:prstClr val="black"/>
                </a:solidFill>
                <a:latin typeface="Boehringer Forward Text"/>
              </a:rPr>
              <a:t>w16</a:t>
            </a:r>
            <a:r>
              <a:rPr lang="de-DE" sz="1050">
                <a:solidFill>
                  <a:prstClr val="black"/>
                </a:solidFill>
                <a:latin typeface="Boehringer Forward Text"/>
              </a:rPr>
              <a:t> cut off: </a:t>
            </a:r>
          </a:p>
          <a:p>
            <a:pPr marL="214313" indent="-214313" defTabSz="685800">
              <a:buFont typeface="Arial" panose="020B0604020202020204" pitchFamily="34" charset="0"/>
              <a:buChar char="•"/>
              <a:defRPr/>
            </a:pPr>
            <a:r>
              <a:rPr lang="de-DE" sz="1050">
                <a:solidFill>
                  <a:prstClr val="black"/>
                </a:solidFill>
                <a:latin typeface="Boehringer Forward Text"/>
              </a:rPr>
              <a:t>W32 data from ~ 37 patients</a:t>
            </a:r>
          </a:p>
          <a:p>
            <a:pPr marL="214313" indent="-214313" defTabSz="685800">
              <a:buFont typeface="Arial" panose="020B0604020202020204" pitchFamily="34" charset="0"/>
              <a:buChar char="•"/>
              <a:defRPr/>
            </a:pPr>
            <a:r>
              <a:rPr lang="de-DE" sz="1050">
                <a:solidFill>
                  <a:prstClr val="black"/>
                </a:solidFill>
                <a:latin typeface="Boehringer Forward Text"/>
              </a:rPr>
              <a:t>W52 data from ~ 22 patients</a:t>
            </a:r>
          </a:p>
        </p:txBody>
      </p:sp>
      <p:sp>
        <p:nvSpPr>
          <p:cNvPr id="4" name="Rechteck 3">
            <a:extLst>
              <a:ext uri="{FF2B5EF4-FFF2-40B4-BE49-F238E27FC236}">
                <a16:creationId xmlns:a16="http://schemas.microsoft.com/office/drawing/2014/main" id="{4A78995A-3A66-38E2-A581-1535ECC02EAD}"/>
              </a:ext>
            </a:extLst>
          </p:cNvPr>
          <p:cNvSpPr/>
          <p:nvPr/>
        </p:nvSpPr>
        <p:spPr bwMode="gray">
          <a:xfrm>
            <a:off x="5101028" y="1657313"/>
            <a:ext cx="2754306" cy="756084"/>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14313" indent="-214313" defTabSz="685800">
              <a:lnSpc>
                <a:spcPct val="140000"/>
              </a:lnSpc>
              <a:buFont typeface="Arial" panose="020B0604020202020204" pitchFamily="34" charset="0"/>
              <a:buChar char="•"/>
              <a:defRPr/>
            </a:pPr>
            <a:r>
              <a:rPr lang="de-DE" sz="1050">
                <a:solidFill>
                  <a:prstClr val="black"/>
                </a:solidFill>
                <a:latin typeface="Boehringer Forward Text"/>
              </a:rPr>
              <a:t>W52 </a:t>
            </a:r>
            <a:r>
              <a:rPr lang="de-DE" sz="1050" err="1">
                <a:solidFill>
                  <a:prstClr val="black"/>
                </a:solidFill>
                <a:latin typeface="Boehringer Forward Text"/>
              </a:rPr>
              <a:t>data</a:t>
            </a:r>
            <a:r>
              <a:rPr lang="de-DE" sz="1050">
                <a:solidFill>
                  <a:prstClr val="black"/>
                </a:solidFill>
                <a:latin typeface="Boehringer Forward Text"/>
              </a:rPr>
              <a:t> </a:t>
            </a:r>
            <a:r>
              <a:rPr lang="de-DE" sz="1050" err="1">
                <a:solidFill>
                  <a:prstClr val="black"/>
                </a:solidFill>
                <a:latin typeface="Boehringer Forward Text"/>
              </a:rPr>
              <a:t>from</a:t>
            </a:r>
            <a:r>
              <a:rPr lang="de-DE" sz="1050">
                <a:solidFill>
                  <a:prstClr val="black"/>
                </a:solidFill>
                <a:latin typeface="Boehringer Forward Text"/>
              </a:rPr>
              <a:t> ~ </a:t>
            </a:r>
            <a:r>
              <a:rPr lang="de-DE" sz="1050" b="1">
                <a:solidFill>
                  <a:prstClr val="black"/>
                </a:solidFill>
                <a:latin typeface="Boehringer Forward Text"/>
              </a:rPr>
              <a:t>37</a:t>
            </a:r>
            <a:r>
              <a:rPr lang="de-DE" sz="1050">
                <a:solidFill>
                  <a:prstClr val="black"/>
                </a:solidFill>
                <a:latin typeface="Boehringer Forward Text"/>
              </a:rPr>
              <a:t> </a:t>
            </a:r>
            <a:r>
              <a:rPr lang="de-DE" sz="1050" err="1">
                <a:solidFill>
                  <a:prstClr val="black"/>
                </a:solidFill>
                <a:latin typeface="Boehringer Forward Text"/>
              </a:rPr>
              <a:t>patients</a:t>
            </a:r>
            <a:endParaRPr lang="de-DE" sz="1050">
              <a:solidFill>
                <a:prstClr val="black"/>
              </a:solidFill>
              <a:latin typeface="Boehringer Forward Text"/>
            </a:endParaRPr>
          </a:p>
        </p:txBody>
      </p:sp>
    </p:spTree>
    <p:extLst>
      <p:ext uri="{BB962C8B-B14F-4D97-AF65-F5344CB8AC3E}">
        <p14:creationId xmlns:p14="http://schemas.microsoft.com/office/powerpoint/2010/main" val="42617514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4522C6B-B638-BA66-C151-0E2B51F45593}"/>
              </a:ext>
            </a:extLst>
          </p:cNvPr>
          <p:cNvPicPr>
            <a:picLocks noChangeAspect="1"/>
          </p:cNvPicPr>
          <p:nvPr/>
        </p:nvPicPr>
        <p:blipFill>
          <a:blip r:embed="rId3"/>
          <a:stretch>
            <a:fillRect/>
          </a:stretch>
        </p:blipFill>
        <p:spPr>
          <a:xfrm>
            <a:off x="1172810" y="627750"/>
            <a:ext cx="6680271" cy="3470449"/>
          </a:xfrm>
          <a:prstGeom prst="rect">
            <a:avLst/>
          </a:prstGeom>
        </p:spPr>
      </p:pic>
      <p:sp>
        <p:nvSpPr>
          <p:cNvPr id="11" name="矩形 10">
            <a:extLst>
              <a:ext uri="{FF2B5EF4-FFF2-40B4-BE49-F238E27FC236}">
                <a16:creationId xmlns:a16="http://schemas.microsoft.com/office/drawing/2014/main" id="{06F5710F-9A21-C410-498A-9D6C940D9DDE}"/>
              </a:ext>
            </a:extLst>
          </p:cNvPr>
          <p:cNvSpPr/>
          <p:nvPr/>
        </p:nvSpPr>
        <p:spPr bwMode="gray">
          <a:xfrm>
            <a:off x="2817416" y="916592"/>
            <a:ext cx="4538609" cy="25028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200">
              <a:solidFill>
                <a:schemeClr val="tx1"/>
              </a:solidFill>
            </a:endParaRPr>
          </a:p>
        </p:txBody>
      </p:sp>
      <p:sp>
        <p:nvSpPr>
          <p:cNvPr id="3" name="标题 2">
            <a:extLst>
              <a:ext uri="{FF2B5EF4-FFF2-40B4-BE49-F238E27FC236}">
                <a16:creationId xmlns:a16="http://schemas.microsoft.com/office/drawing/2014/main" id="{41E839CB-A819-D6C2-EF71-06FDFA675D18}"/>
              </a:ext>
            </a:extLst>
          </p:cNvPr>
          <p:cNvSpPr>
            <a:spLocks noGrp="1"/>
          </p:cNvSpPr>
          <p:nvPr>
            <p:ph type="title"/>
          </p:nvPr>
        </p:nvSpPr>
        <p:spPr/>
        <p:txBody>
          <a:bodyPr/>
          <a:lstStyle/>
          <a:p>
            <a:r>
              <a:rPr lang="en-US" altLang="zh-CN" sz="1575"/>
              <a:t>1368-0104 Global recruitment curve (as of 15Apr2024)</a:t>
            </a:r>
            <a:endParaRPr lang="zh-CN" altLang="en-US" sz="1575"/>
          </a:p>
        </p:txBody>
      </p:sp>
      <p:sp>
        <p:nvSpPr>
          <p:cNvPr id="6" name="Text Placeholder 5">
            <a:extLst>
              <a:ext uri="{FF2B5EF4-FFF2-40B4-BE49-F238E27FC236}">
                <a16:creationId xmlns:a16="http://schemas.microsoft.com/office/drawing/2014/main" id="{8EDE73E9-08F4-7FAB-20FB-BD9C8B1D0755}"/>
              </a:ext>
            </a:extLst>
          </p:cNvPr>
          <p:cNvSpPr>
            <a:spLocks noGrp="1"/>
          </p:cNvSpPr>
          <p:nvPr>
            <p:ph type="body" sz="quarter" idx="13"/>
          </p:nvPr>
        </p:nvSpPr>
        <p:spPr/>
        <p:txBody>
          <a:bodyPr/>
          <a:lstStyle/>
          <a:p>
            <a:endParaRPr lang="zh-CN" altLang="en-US"/>
          </a:p>
        </p:txBody>
      </p:sp>
      <p:sp>
        <p:nvSpPr>
          <p:cNvPr id="4" name="日期占位符 3">
            <a:extLst>
              <a:ext uri="{FF2B5EF4-FFF2-40B4-BE49-F238E27FC236}">
                <a16:creationId xmlns:a16="http://schemas.microsoft.com/office/drawing/2014/main" id="{60828D7C-FE92-C037-4DEE-B2ACD66FEBED}"/>
              </a:ext>
            </a:extLst>
          </p:cNvPr>
          <p:cNvSpPr>
            <a:spLocks noGrp="1"/>
          </p:cNvSpPr>
          <p:nvPr>
            <p:ph type="dt" sz="half" idx="4294967295"/>
          </p:nvPr>
        </p:nvSpPr>
        <p:spPr>
          <a:xfrm>
            <a:off x="0" y="0"/>
            <a:ext cx="0" cy="0"/>
          </a:xfrm>
        </p:spPr>
        <p:txBody>
          <a:bodyPr/>
          <a:lstStyle/>
          <a:p>
            <a:pPr algn="r" defTabSz="914310">
              <a:defRPr/>
            </a:pPr>
            <a:r>
              <a:rPr lang="en-US" altLang="zh-CN" sz="750">
                <a:solidFill>
                  <a:prstClr val="white">
                    <a:lumMod val="50000"/>
                  </a:prstClr>
                </a:solidFill>
                <a:latin typeface="BISansCond" panose="02000006050000020004" pitchFamily="2" charset="0"/>
              </a:rPr>
              <a:t>10/12/2018</a:t>
            </a:r>
            <a:endParaRPr lang="en-GB" sz="750">
              <a:solidFill>
                <a:prstClr val="white">
                  <a:lumMod val="50000"/>
                </a:prstClr>
              </a:solidFill>
              <a:latin typeface="BISansCond" panose="02000006050000020004" pitchFamily="2" charset="0"/>
            </a:endParaRPr>
          </a:p>
        </p:txBody>
      </p:sp>
      <p:graphicFrame>
        <p:nvGraphicFramePr>
          <p:cNvPr id="10" name="表格 9">
            <a:extLst>
              <a:ext uri="{FF2B5EF4-FFF2-40B4-BE49-F238E27FC236}">
                <a16:creationId xmlns:a16="http://schemas.microsoft.com/office/drawing/2014/main" id="{1A643741-1EC8-E4EA-A5FF-9EF8EEDDDCDE}"/>
              </a:ext>
            </a:extLst>
          </p:cNvPr>
          <p:cNvGraphicFramePr>
            <a:graphicFrameLocks noGrp="1"/>
          </p:cNvGraphicFramePr>
          <p:nvPr/>
        </p:nvGraphicFramePr>
        <p:xfrm>
          <a:off x="62047" y="4127995"/>
          <a:ext cx="8969716" cy="943452"/>
        </p:xfrm>
        <a:graphic>
          <a:graphicData uri="http://schemas.openxmlformats.org/drawingml/2006/table">
            <a:tbl>
              <a:tblPr firstRow="1" bandRow="1">
                <a:tableStyleId>{5C22544A-7EE6-4342-B048-85BDC9FD1C3A}</a:tableStyleId>
              </a:tblPr>
              <a:tblGrid>
                <a:gridCol w="949666">
                  <a:extLst>
                    <a:ext uri="{9D8B030D-6E8A-4147-A177-3AD203B41FA5}">
                      <a16:colId xmlns:a16="http://schemas.microsoft.com/office/drawing/2014/main" val="567907409"/>
                    </a:ext>
                  </a:extLst>
                </a:gridCol>
                <a:gridCol w="419272">
                  <a:extLst>
                    <a:ext uri="{9D8B030D-6E8A-4147-A177-3AD203B41FA5}">
                      <a16:colId xmlns:a16="http://schemas.microsoft.com/office/drawing/2014/main" val="3155399492"/>
                    </a:ext>
                  </a:extLst>
                </a:gridCol>
                <a:gridCol w="302970">
                  <a:extLst>
                    <a:ext uri="{9D8B030D-6E8A-4147-A177-3AD203B41FA5}">
                      <a16:colId xmlns:a16="http://schemas.microsoft.com/office/drawing/2014/main" val="293732091"/>
                    </a:ext>
                  </a:extLst>
                </a:gridCol>
                <a:gridCol w="317296">
                  <a:extLst>
                    <a:ext uri="{9D8B030D-6E8A-4147-A177-3AD203B41FA5}">
                      <a16:colId xmlns:a16="http://schemas.microsoft.com/office/drawing/2014/main" val="1384730640"/>
                    </a:ext>
                  </a:extLst>
                </a:gridCol>
                <a:gridCol w="317296">
                  <a:extLst>
                    <a:ext uri="{9D8B030D-6E8A-4147-A177-3AD203B41FA5}">
                      <a16:colId xmlns:a16="http://schemas.microsoft.com/office/drawing/2014/main" val="853272221"/>
                    </a:ext>
                  </a:extLst>
                </a:gridCol>
                <a:gridCol w="317296">
                  <a:extLst>
                    <a:ext uri="{9D8B030D-6E8A-4147-A177-3AD203B41FA5}">
                      <a16:colId xmlns:a16="http://schemas.microsoft.com/office/drawing/2014/main" val="4055700729"/>
                    </a:ext>
                  </a:extLst>
                </a:gridCol>
                <a:gridCol w="317296">
                  <a:extLst>
                    <a:ext uri="{9D8B030D-6E8A-4147-A177-3AD203B41FA5}">
                      <a16:colId xmlns:a16="http://schemas.microsoft.com/office/drawing/2014/main" val="1899020609"/>
                    </a:ext>
                  </a:extLst>
                </a:gridCol>
                <a:gridCol w="317296">
                  <a:extLst>
                    <a:ext uri="{9D8B030D-6E8A-4147-A177-3AD203B41FA5}">
                      <a16:colId xmlns:a16="http://schemas.microsoft.com/office/drawing/2014/main" val="488480470"/>
                    </a:ext>
                  </a:extLst>
                </a:gridCol>
                <a:gridCol w="291423">
                  <a:extLst>
                    <a:ext uri="{9D8B030D-6E8A-4147-A177-3AD203B41FA5}">
                      <a16:colId xmlns:a16="http://schemas.microsoft.com/office/drawing/2014/main" val="1543790477"/>
                    </a:ext>
                  </a:extLst>
                </a:gridCol>
                <a:gridCol w="343169">
                  <a:extLst>
                    <a:ext uri="{9D8B030D-6E8A-4147-A177-3AD203B41FA5}">
                      <a16:colId xmlns:a16="http://schemas.microsoft.com/office/drawing/2014/main" val="1220879170"/>
                    </a:ext>
                  </a:extLst>
                </a:gridCol>
                <a:gridCol w="321592">
                  <a:extLst>
                    <a:ext uri="{9D8B030D-6E8A-4147-A177-3AD203B41FA5}">
                      <a16:colId xmlns:a16="http://schemas.microsoft.com/office/drawing/2014/main" val="4097768806"/>
                    </a:ext>
                  </a:extLst>
                </a:gridCol>
                <a:gridCol w="313000">
                  <a:extLst>
                    <a:ext uri="{9D8B030D-6E8A-4147-A177-3AD203B41FA5}">
                      <a16:colId xmlns:a16="http://schemas.microsoft.com/office/drawing/2014/main" val="3130480941"/>
                    </a:ext>
                  </a:extLst>
                </a:gridCol>
                <a:gridCol w="317296">
                  <a:extLst>
                    <a:ext uri="{9D8B030D-6E8A-4147-A177-3AD203B41FA5}">
                      <a16:colId xmlns:a16="http://schemas.microsoft.com/office/drawing/2014/main" val="1747105192"/>
                    </a:ext>
                  </a:extLst>
                </a:gridCol>
                <a:gridCol w="317296">
                  <a:extLst>
                    <a:ext uri="{9D8B030D-6E8A-4147-A177-3AD203B41FA5}">
                      <a16:colId xmlns:a16="http://schemas.microsoft.com/office/drawing/2014/main" val="2497862973"/>
                    </a:ext>
                  </a:extLst>
                </a:gridCol>
                <a:gridCol w="317296">
                  <a:extLst>
                    <a:ext uri="{9D8B030D-6E8A-4147-A177-3AD203B41FA5}">
                      <a16:colId xmlns:a16="http://schemas.microsoft.com/office/drawing/2014/main" val="1147983175"/>
                    </a:ext>
                  </a:extLst>
                </a:gridCol>
                <a:gridCol w="317296">
                  <a:extLst>
                    <a:ext uri="{9D8B030D-6E8A-4147-A177-3AD203B41FA5}">
                      <a16:colId xmlns:a16="http://schemas.microsoft.com/office/drawing/2014/main" val="3931463074"/>
                    </a:ext>
                  </a:extLst>
                </a:gridCol>
                <a:gridCol w="317296">
                  <a:extLst>
                    <a:ext uri="{9D8B030D-6E8A-4147-A177-3AD203B41FA5}">
                      <a16:colId xmlns:a16="http://schemas.microsoft.com/office/drawing/2014/main" val="1892194228"/>
                    </a:ext>
                  </a:extLst>
                </a:gridCol>
                <a:gridCol w="317296">
                  <a:extLst>
                    <a:ext uri="{9D8B030D-6E8A-4147-A177-3AD203B41FA5}">
                      <a16:colId xmlns:a16="http://schemas.microsoft.com/office/drawing/2014/main" val="969791859"/>
                    </a:ext>
                  </a:extLst>
                </a:gridCol>
                <a:gridCol w="317296">
                  <a:extLst>
                    <a:ext uri="{9D8B030D-6E8A-4147-A177-3AD203B41FA5}">
                      <a16:colId xmlns:a16="http://schemas.microsoft.com/office/drawing/2014/main" val="1251502307"/>
                    </a:ext>
                  </a:extLst>
                </a:gridCol>
                <a:gridCol w="317296">
                  <a:extLst>
                    <a:ext uri="{9D8B030D-6E8A-4147-A177-3AD203B41FA5}">
                      <a16:colId xmlns:a16="http://schemas.microsoft.com/office/drawing/2014/main" val="2719535975"/>
                    </a:ext>
                  </a:extLst>
                </a:gridCol>
                <a:gridCol w="317296">
                  <a:extLst>
                    <a:ext uri="{9D8B030D-6E8A-4147-A177-3AD203B41FA5}">
                      <a16:colId xmlns:a16="http://schemas.microsoft.com/office/drawing/2014/main" val="1294164230"/>
                    </a:ext>
                  </a:extLst>
                </a:gridCol>
                <a:gridCol w="317296">
                  <a:extLst>
                    <a:ext uri="{9D8B030D-6E8A-4147-A177-3AD203B41FA5}">
                      <a16:colId xmlns:a16="http://schemas.microsoft.com/office/drawing/2014/main" val="3306351625"/>
                    </a:ext>
                  </a:extLst>
                </a:gridCol>
                <a:gridCol w="317296">
                  <a:extLst>
                    <a:ext uri="{9D8B030D-6E8A-4147-A177-3AD203B41FA5}">
                      <a16:colId xmlns:a16="http://schemas.microsoft.com/office/drawing/2014/main" val="1174601299"/>
                    </a:ext>
                  </a:extLst>
                </a:gridCol>
                <a:gridCol w="317296">
                  <a:extLst>
                    <a:ext uri="{9D8B030D-6E8A-4147-A177-3AD203B41FA5}">
                      <a16:colId xmlns:a16="http://schemas.microsoft.com/office/drawing/2014/main" val="4017834913"/>
                    </a:ext>
                  </a:extLst>
                </a:gridCol>
                <a:gridCol w="309202">
                  <a:extLst>
                    <a:ext uri="{9D8B030D-6E8A-4147-A177-3AD203B41FA5}">
                      <a16:colId xmlns:a16="http://schemas.microsoft.com/office/drawing/2014/main" val="4193152502"/>
                    </a:ext>
                  </a:extLst>
                </a:gridCol>
                <a:gridCol w="325390">
                  <a:extLst>
                    <a:ext uri="{9D8B030D-6E8A-4147-A177-3AD203B41FA5}">
                      <a16:colId xmlns:a16="http://schemas.microsoft.com/office/drawing/2014/main" val="2467890236"/>
                    </a:ext>
                  </a:extLst>
                </a:gridCol>
              </a:tblGrid>
              <a:tr h="113824">
                <a:tc>
                  <a:txBody>
                    <a:bodyPr/>
                    <a:lstStyle/>
                    <a:p>
                      <a:pPr algn="l" fontAlgn="t"/>
                      <a:r>
                        <a:rPr lang="af-ZA" sz="600" b="1" i="0" u="none" strike="noStrike">
                          <a:solidFill>
                            <a:srgbClr val="000000"/>
                          </a:solidFill>
                          <a:effectLst/>
                          <a:latin typeface="Calibri"/>
                          <a:ea typeface="等线"/>
                        </a:rPr>
                        <a:t> Months</a:t>
                      </a:r>
                      <a:endParaRPr lang="af-ZA" sz="600" b="1" i="0" u="none" strike="noStrike" err="1">
                        <a:solidFill>
                          <a:srgbClr val="000000"/>
                        </a:solidFill>
                        <a:effectLst/>
                        <a:latin typeface="Calibri"/>
                        <a:ea typeface="等线"/>
                      </a:endParaRP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r" rtl="0" fontAlgn="b"/>
                      <a:r>
                        <a:rPr lang="af-ZA" sz="700" b="1" i="0" u="none" strike="noStrike">
                          <a:solidFill>
                            <a:srgbClr val="000000"/>
                          </a:solidFill>
                          <a:effectLst/>
                          <a:latin typeface="Calibri"/>
                          <a:ea typeface="等线"/>
                        </a:rPr>
                        <a:t>May-23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Jun-23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Jul-23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Aug-23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Sep-23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Oct-23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Nov-23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Dec-23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Jan-24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Feb-24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Mar-24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Apr-24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May-24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Jun-24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Jul-24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Aug-24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Sep-24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Oct-24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Nov-24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Dec-24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Jan-25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Feb-25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Mar-25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Apr-25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b"/>
                      <a:r>
                        <a:rPr lang="af-ZA" sz="700" b="1" i="0" u="none" strike="noStrike">
                          <a:solidFill>
                            <a:srgbClr val="000000"/>
                          </a:solidFill>
                          <a:effectLst/>
                          <a:latin typeface="Calibri"/>
                          <a:ea typeface="等线"/>
                        </a:rPr>
                        <a:t>May-25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59541723"/>
                  </a:ext>
                </a:extLst>
              </a:tr>
              <a:tr h="281464">
                <a:tc>
                  <a:txBody>
                    <a:bodyPr/>
                    <a:lstStyle/>
                    <a:p>
                      <a:pPr algn="l" fontAlgn="t"/>
                      <a:r>
                        <a:rPr lang="af-ZA" sz="600" b="1" i="0" u="none" strike="noStrike">
                          <a:solidFill>
                            <a:srgbClr val="000000"/>
                          </a:solidFill>
                          <a:effectLst/>
                          <a:latin typeface="Calibri"/>
                          <a:ea typeface="等线"/>
                        </a:rPr>
                        <a:t>Patients Enrolled/Randomized (Actual)</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zh-CN" altLang="en-US" sz="600" b="1" i="0" u="none" strike="noStrike">
                          <a:solidFill>
                            <a:srgbClr val="000000"/>
                          </a:solidFill>
                          <a:effectLst/>
                          <a:latin typeface="Calibri"/>
                          <a:ea typeface="等线"/>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endParaRPr kumimoji="1" lang="en-US" altLang="zh-CN" sz="700" b="1" i="0" u="none" strike="noStrike" kern="1200">
                        <a:solidFill>
                          <a:srgbClr val="000000"/>
                        </a:solidFill>
                        <a:effectLst/>
                        <a:latin typeface="Calibri"/>
                        <a:ea typeface="等线"/>
                        <a:cs typeface="+mn-cs"/>
                      </a:endParaRPr>
                    </a:p>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15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endParaRPr kumimoji="1" lang="en-US" altLang="zh-CN" sz="700" b="1" i="0" u="none" strike="noStrike" kern="1200">
                        <a:solidFill>
                          <a:srgbClr val="000000"/>
                        </a:solidFill>
                        <a:effectLst/>
                        <a:latin typeface="Calibri"/>
                        <a:ea typeface="等线"/>
                        <a:cs typeface="+mn-cs"/>
                      </a:endParaRPr>
                    </a:p>
                    <a:p>
                      <a:pPr marL="0" algn="ctr" defTabSz="685800" rtl="0" eaLnBrk="1" fontAlgn="b" latinLnBrk="0" hangingPunct="1"/>
                      <a:r>
                        <a:rPr lang="en-US" altLang="zh-CN" sz="700" b="1" i="0" u="none" strike="noStrike" kern="1200">
                          <a:solidFill>
                            <a:srgbClr val="000000"/>
                          </a:solidFill>
                          <a:effectLst/>
                          <a:latin typeface="Calibri"/>
                          <a:ea typeface="等线"/>
                          <a:cs typeface="+mn-cs"/>
                        </a:rPr>
                        <a:t>20</a:t>
                      </a:r>
                      <a:endParaRPr kumimoji="1" lang="en-US" altLang="zh-CN" sz="7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lang="zh-CN" altLang="en-US" sz="700" b="1" i="0" u="none" strike="noStrike" kern="1200">
                          <a:solidFill>
                            <a:srgbClr val="000000"/>
                          </a:solidFill>
                          <a:effectLst/>
                          <a:latin typeface="Calibri"/>
                          <a:ea typeface="等线"/>
                          <a:cs typeface="+mn-cs"/>
                        </a:rPr>
                        <a:t>2</a:t>
                      </a:r>
                      <a:r>
                        <a:rPr lang="en-US" altLang="zh-CN" sz="700" b="1" i="0" u="none" strike="noStrike" kern="1200">
                          <a:solidFill>
                            <a:srgbClr val="000000"/>
                          </a:solidFill>
                          <a:effectLst/>
                          <a:latin typeface="Calibri"/>
                          <a:ea typeface="等线"/>
                          <a:cs typeface="+mn-cs"/>
                        </a:rPr>
                        <a:t>9</a:t>
                      </a:r>
                      <a:endParaRPr kumimoji="1" lang="zh-CN" altLang="en-US" sz="700" b="1" i="0" u="none" strike="noStrike" kern="1200">
                        <a:solidFill>
                          <a:srgbClr val="000000"/>
                        </a:solidFill>
                        <a:effectLst/>
                        <a:latin typeface="Calibri"/>
                        <a:ea typeface="等线"/>
                        <a:cs typeface="+mn-cs"/>
                      </a:endParaRP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lang="en-US" altLang="zh-CN" sz="700" b="1" i="0" u="none" strike="noStrike" kern="1200">
                          <a:solidFill>
                            <a:srgbClr val="000000"/>
                          </a:solidFill>
                          <a:effectLst/>
                          <a:latin typeface="Calibri"/>
                          <a:ea typeface="等线"/>
                          <a:cs typeface="+mn-cs"/>
                        </a:rPr>
                        <a:t>36</a:t>
                      </a:r>
                      <a:endParaRPr kumimoji="1" lang="zh-CN" altLang="en-US" sz="700" b="1" i="0" u="none" strike="noStrike" kern="1200">
                        <a:solidFill>
                          <a:srgbClr val="000000"/>
                        </a:solidFill>
                        <a:effectLst/>
                        <a:latin typeface="Calibri"/>
                        <a:ea typeface="等线"/>
                        <a:cs typeface="+mn-cs"/>
                      </a:endParaRP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en-US" altLang="zh-CN" sz="700" b="1" i="0" u="none" strike="noStrike" kern="1200">
                          <a:solidFill>
                            <a:srgbClr val="000000"/>
                          </a:solidFill>
                          <a:effectLst/>
                          <a:latin typeface="Calibri"/>
                          <a:ea typeface="等线"/>
                          <a:cs typeface="+mn-cs"/>
                        </a:rPr>
                        <a:t>36</a:t>
                      </a:r>
                      <a:r>
                        <a:rPr kumimoji="1" lang="zh-CN" altLang="en-US" sz="700" b="1" i="0" u="none" strike="noStrike" kern="1200">
                          <a:solidFill>
                            <a:srgbClr val="000000"/>
                          </a:solidFill>
                          <a:effectLst/>
                          <a:latin typeface="Calibri"/>
                          <a:ea typeface="等线"/>
                          <a:cs typeface="+mn-cs"/>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116613"/>
                  </a:ext>
                </a:extLst>
              </a:tr>
              <a:tr h="281464">
                <a:tc>
                  <a:txBody>
                    <a:bodyPr/>
                    <a:lstStyle/>
                    <a:p>
                      <a:pPr algn="l" fontAlgn="t"/>
                      <a:r>
                        <a:rPr lang="af-ZA" sz="600" b="1" i="0" u="none" strike="noStrike">
                          <a:solidFill>
                            <a:srgbClr val="000000"/>
                          </a:solidFill>
                          <a:effectLst/>
                          <a:latin typeface="Calibri"/>
                          <a:ea typeface="等线"/>
                        </a:rPr>
                        <a:t>Patients Enrolled/Randomized (Planned)</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endParaRPr lang="zh-CN" altLang="en-US" sz="600" b="1" i="0" u="none" strike="noStrike">
                        <a:solidFill>
                          <a:srgbClr val="000000"/>
                        </a:solidFill>
                        <a:effectLst/>
                        <a:latin typeface="Calibri"/>
                        <a:ea typeface="等线"/>
                      </a:endParaRP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9</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11</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13</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22</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32</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39</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7557572"/>
                  </a:ext>
                </a:extLst>
              </a:tr>
              <a:tr h="133350">
                <a:tc>
                  <a:txBody>
                    <a:bodyPr/>
                    <a:lstStyle/>
                    <a:p>
                      <a:pPr algn="l" fontAlgn="t"/>
                      <a:r>
                        <a:rPr lang="af-ZA" sz="600" b="1" i="0" u="none" strike="noStrike">
                          <a:solidFill>
                            <a:srgbClr val="000000"/>
                          </a:solidFill>
                          <a:effectLst/>
                          <a:latin typeface="Calibri"/>
                          <a:ea typeface="等线"/>
                        </a:rPr>
                        <a:t>Patient Screened(Actual)</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endParaRPr lang="zh-CN" altLang="en-US" sz="700" b="1" i="0" u="none" strike="noStrike">
                        <a:solidFill>
                          <a:srgbClr val="000000"/>
                        </a:solidFill>
                        <a:effectLst/>
                        <a:latin typeface="Calibri"/>
                        <a:ea typeface="等线"/>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6</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lang="en-US" altLang="zh-CN" sz="700" b="1" i="0" u="none" strike="noStrike" kern="1200">
                          <a:solidFill>
                            <a:srgbClr val="000000"/>
                          </a:solidFill>
                          <a:effectLst/>
                          <a:latin typeface="Calibri"/>
                          <a:ea typeface="等线"/>
                          <a:cs typeface="+mn-cs"/>
                        </a:rPr>
                        <a:t>22</a:t>
                      </a:r>
                      <a:endParaRPr kumimoji="1" lang="en-US" altLang="zh-CN" sz="7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27</a:t>
                      </a:r>
                      <a:endParaRPr kumimoji="1" lang="zh-CN" altLang="en-US" sz="7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r>
                        <a:rPr lang="en-US" altLang="zh-CN" sz="700" b="1" i="0" u="none" strike="noStrike" kern="1200">
                          <a:solidFill>
                            <a:srgbClr val="000000"/>
                          </a:solidFill>
                          <a:effectLst/>
                          <a:latin typeface="Calibri"/>
                          <a:ea typeface="等线"/>
                          <a:cs typeface="+mn-cs"/>
                        </a:rPr>
                        <a:t>42</a:t>
                      </a:r>
                      <a:endParaRPr kumimoji="1" lang="zh-CN" altLang="en-US" sz="7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42</a:t>
                      </a:r>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43</a:t>
                      </a:r>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7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2601552"/>
                  </a:ext>
                </a:extLst>
              </a:tr>
              <a:tr h="133350">
                <a:tc>
                  <a:txBody>
                    <a:bodyPr/>
                    <a:lstStyle/>
                    <a:p>
                      <a:pPr algn="l" fontAlgn="t"/>
                      <a:r>
                        <a:rPr lang="af-ZA" sz="600" b="1" i="0" u="none" strike="noStrike">
                          <a:solidFill>
                            <a:srgbClr val="000000"/>
                          </a:solidFill>
                          <a:effectLst/>
                          <a:latin typeface="Calibri"/>
                          <a:ea typeface="等线"/>
                        </a:rPr>
                        <a:t>Patient Screened(Planned)</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r>
                        <a:rPr lang="en-US" altLang="zh-CN" sz="700" b="1" i="0" u="none" strike="noStrike">
                          <a:solidFill>
                            <a:srgbClr val="000000"/>
                          </a:solidFill>
                          <a:effectLst/>
                          <a:latin typeface="Calibri"/>
                          <a:ea typeface="等线"/>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9</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19</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28</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37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43</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48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52</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700" b="1" i="0" u="none" strike="noStrike" kern="1200">
                          <a:solidFill>
                            <a:srgbClr val="000000"/>
                          </a:solidFill>
                          <a:effectLst/>
                          <a:latin typeface="Calibri"/>
                          <a:ea typeface="等线"/>
                          <a:cs typeface="+mn-cs"/>
                        </a:rPr>
                        <a:t>55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4735513"/>
                  </a:ext>
                </a:extLst>
              </a:tr>
            </a:tbl>
          </a:graphicData>
        </a:graphic>
      </p:graphicFrame>
      <p:sp>
        <p:nvSpPr>
          <p:cNvPr id="7" name="Rectangle 5">
            <a:extLst>
              <a:ext uri="{FF2B5EF4-FFF2-40B4-BE49-F238E27FC236}">
                <a16:creationId xmlns:a16="http://schemas.microsoft.com/office/drawing/2014/main" id="{1EC8AEE8-FD97-BD28-3CFB-A2C0D2506BD3}"/>
              </a:ext>
            </a:extLst>
          </p:cNvPr>
          <p:cNvSpPr/>
          <p:nvPr/>
        </p:nvSpPr>
        <p:spPr>
          <a:xfrm>
            <a:off x="1290920" y="873418"/>
            <a:ext cx="1275549" cy="637604"/>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224141">
              <a:defRPr/>
            </a:pPr>
            <a:r>
              <a:rPr lang="en-US" sz="788">
                <a:solidFill>
                  <a:srgbClr val="000000"/>
                </a:solidFill>
                <a:latin typeface="BISansOpti"/>
              </a:rPr>
              <a:t>Total Screened = 43</a:t>
            </a:r>
          </a:p>
          <a:p>
            <a:pPr defTabSz="224141">
              <a:defRPr/>
            </a:pPr>
            <a:r>
              <a:rPr lang="en-US" sz="788">
                <a:solidFill>
                  <a:srgbClr val="000000"/>
                </a:solidFill>
                <a:latin typeface="BISansOpti"/>
              </a:rPr>
              <a:t>Total Randomized =  36</a:t>
            </a:r>
          </a:p>
          <a:p>
            <a:pPr defTabSz="224141">
              <a:defRPr/>
            </a:pPr>
            <a:r>
              <a:rPr lang="en-US" altLang="zh-CN" sz="788">
                <a:solidFill>
                  <a:srgbClr val="000000"/>
                </a:solidFill>
                <a:latin typeface="BISansCond"/>
              </a:rPr>
              <a:t>Total Screen failure = 10</a:t>
            </a:r>
          </a:p>
          <a:p>
            <a:pPr defTabSz="224141">
              <a:defRPr/>
            </a:pPr>
            <a:r>
              <a:rPr lang="en-US" altLang="zh-CN" sz="788">
                <a:solidFill>
                  <a:srgbClr val="000000"/>
                </a:solidFill>
                <a:latin typeface="BISansOpti"/>
              </a:rPr>
              <a:t>Screen failure rate = 23.2%</a:t>
            </a:r>
          </a:p>
          <a:p>
            <a:pPr defTabSz="224141">
              <a:defRPr/>
            </a:pPr>
            <a:r>
              <a:rPr lang="en-US" altLang="zh-CN" sz="788">
                <a:solidFill>
                  <a:srgbClr val="000000"/>
                </a:solidFill>
                <a:latin typeface="BISansOpti"/>
              </a:rPr>
              <a:t>Early discontinuation=0</a:t>
            </a:r>
            <a:endParaRPr lang="en-US" altLang="zh-CN" sz="788" b="1">
              <a:solidFill>
                <a:srgbClr val="FF0000"/>
              </a:solidFill>
              <a:latin typeface="BISansOpti"/>
            </a:endParaRPr>
          </a:p>
        </p:txBody>
      </p:sp>
      <p:sp>
        <p:nvSpPr>
          <p:cNvPr id="9" name="文本框 8">
            <a:extLst>
              <a:ext uri="{FF2B5EF4-FFF2-40B4-BE49-F238E27FC236}">
                <a16:creationId xmlns:a16="http://schemas.microsoft.com/office/drawing/2014/main" id="{4CAA6331-3FA5-5E21-1418-0D415366D90C}"/>
              </a:ext>
            </a:extLst>
          </p:cNvPr>
          <p:cNvSpPr txBox="1"/>
          <p:nvPr/>
        </p:nvSpPr>
        <p:spPr bwMode="gray">
          <a:xfrm>
            <a:off x="2993552" y="892257"/>
            <a:ext cx="3662541" cy="207301"/>
          </a:xfrm>
          <a:prstGeom prst="rect">
            <a:avLst/>
          </a:prstGeom>
          <a:noFill/>
        </p:spPr>
        <p:txBody>
          <a:bodyPr wrap="none" lIns="0" tIns="0" rIns="0" bIns="0" rtlCol="0" anchor="t">
            <a:spAutoFit/>
          </a:bodyPr>
          <a:lstStyle/>
          <a:p>
            <a:pPr marL="134779" indent="-134779">
              <a:lnSpc>
                <a:spcPct val="140000"/>
              </a:lnSpc>
              <a:buFont typeface="Arial" panose="020B0604020202020204" pitchFamily="34" charset="0"/>
              <a:buChar char="•"/>
            </a:pPr>
            <a:r>
              <a:rPr lang="en-US" altLang="zh-CN" sz="1050">
                <a:solidFill>
                  <a:schemeClr val="accent5">
                    <a:lumMod val="75000"/>
                  </a:schemeClr>
                </a:solidFill>
              </a:rPr>
              <a:t>As of 15Apr, the enrollment curve is not revised in CTMS</a:t>
            </a:r>
            <a:endParaRPr lang="zh-CN" altLang="en-US" sz="1050">
              <a:solidFill>
                <a:schemeClr val="accent5">
                  <a:lumMod val="75000"/>
                </a:schemeClr>
              </a:solidFill>
            </a:endParaRPr>
          </a:p>
        </p:txBody>
      </p:sp>
    </p:spTree>
    <p:extLst>
      <p:ext uri="{BB962C8B-B14F-4D97-AF65-F5344CB8AC3E}">
        <p14:creationId xmlns:p14="http://schemas.microsoft.com/office/powerpoint/2010/main" val="17526050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FB64AC6-B203-7297-36BB-799D3297B61A}"/>
              </a:ext>
            </a:extLst>
          </p:cNvPr>
          <p:cNvPicPr>
            <a:picLocks noChangeAspect="1"/>
          </p:cNvPicPr>
          <p:nvPr/>
        </p:nvPicPr>
        <p:blipFill>
          <a:blip r:embed="rId2"/>
          <a:stretch>
            <a:fillRect/>
          </a:stretch>
        </p:blipFill>
        <p:spPr>
          <a:xfrm>
            <a:off x="1250631" y="761713"/>
            <a:ext cx="6447281" cy="3454526"/>
          </a:xfrm>
          <a:prstGeom prst="rect">
            <a:avLst/>
          </a:prstGeom>
        </p:spPr>
      </p:pic>
      <p:sp>
        <p:nvSpPr>
          <p:cNvPr id="3" name="标题 2">
            <a:extLst>
              <a:ext uri="{FF2B5EF4-FFF2-40B4-BE49-F238E27FC236}">
                <a16:creationId xmlns:a16="http://schemas.microsoft.com/office/drawing/2014/main" id="{F0A2CF5D-3FFB-FA35-E7C9-1EC3D28CF4EB}"/>
              </a:ext>
            </a:extLst>
          </p:cNvPr>
          <p:cNvSpPr>
            <a:spLocks noGrp="1"/>
          </p:cNvSpPr>
          <p:nvPr>
            <p:ph type="title"/>
          </p:nvPr>
        </p:nvSpPr>
        <p:spPr>
          <a:xfrm>
            <a:off x="268386" y="84937"/>
            <a:ext cx="8424863" cy="540000"/>
          </a:xfrm>
        </p:spPr>
        <p:txBody>
          <a:bodyPr/>
          <a:lstStyle/>
          <a:p>
            <a:r>
              <a:rPr lang="en-US" altLang="zh-CN"/>
              <a:t>1368-0104 China recruitment curve </a:t>
            </a:r>
            <a:r>
              <a:rPr lang="en-US" sz="1575"/>
              <a:t>(as of 15Apr2024)</a:t>
            </a:r>
            <a:endParaRPr lang="zh-CN" altLang="en-US" sz="1575"/>
          </a:p>
        </p:txBody>
      </p:sp>
      <p:sp>
        <p:nvSpPr>
          <p:cNvPr id="5" name="Text Placeholder 4">
            <a:extLst>
              <a:ext uri="{FF2B5EF4-FFF2-40B4-BE49-F238E27FC236}">
                <a16:creationId xmlns:a16="http://schemas.microsoft.com/office/drawing/2014/main" id="{AA8E1EBC-C00E-8567-1137-2EEDBE07CCD1}"/>
              </a:ext>
            </a:extLst>
          </p:cNvPr>
          <p:cNvSpPr>
            <a:spLocks noGrp="1"/>
          </p:cNvSpPr>
          <p:nvPr>
            <p:ph type="body" sz="quarter" idx="13"/>
          </p:nvPr>
        </p:nvSpPr>
        <p:spPr/>
        <p:txBody>
          <a:bodyPr/>
          <a:lstStyle/>
          <a:p>
            <a:endParaRPr lang="zh-CN" altLang="en-US"/>
          </a:p>
        </p:txBody>
      </p:sp>
      <p:graphicFrame>
        <p:nvGraphicFramePr>
          <p:cNvPr id="11" name="表格 10">
            <a:extLst>
              <a:ext uri="{FF2B5EF4-FFF2-40B4-BE49-F238E27FC236}">
                <a16:creationId xmlns:a16="http://schemas.microsoft.com/office/drawing/2014/main" id="{5ED9083D-1BB6-D4A8-9FCC-91DC668D68F5}"/>
              </a:ext>
            </a:extLst>
          </p:cNvPr>
          <p:cNvGraphicFramePr>
            <a:graphicFrameLocks noGrp="1"/>
          </p:cNvGraphicFramePr>
          <p:nvPr/>
        </p:nvGraphicFramePr>
        <p:xfrm>
          <a:off x="652766" y="4265725"/>
          <a:ext cx="7264967" cy="839630"/>
        </p:xfrm>
        <a:graphic>
          <a:graphicData uri="http://schemas.openxmlformats.org/drawingml/2006/table">
            <a:tbl>
              <a:tblPr firstRow="1" bandRow="1">
                <a:tableStyleId>{5C22544A-7EE6-4342-B048-85BDC9FD1C3A}</a:tableStyleId>
              </a:tblPr>
              <a:tblGrid>
                <a:gridCol w="1261814">
                  <a:extLst>
                    <a:ext uri="{9D8B030D-6E8A-4147-A177-3AD203B41FA5}">
                      <a16:colId xmlns:a16="http://schemas.microsoft.com/office/drawing/2014/main" val="1866025044"/>
                    </a:ext>
                  </a:extLst>
                </a:gridCol>
                <a:gridCol w="435899">
                  <a:extLst>
                    <a:ext uri="{9D8B030D-6E8A-4147-A177-3AD203B41FA5}">
                      <a16:colId xmlns:a16="http://schemas.microsoft.com/office/drawing/2014/main" val="3211583017"/>
                    </a:ext>
                  </a:extLst>
                </a:gridCol>
                <a:gridCol w="397661">
                  <a:extLst>
                    <a:ext uri="{9D8B030D-6E8A-4147-A177-3AD203B41FA5}">
                      <a16:colId xmlns:a16="http://schemas.microsoft.com/office/drawing/2014/main" val="2653802477"/>
                    </a:ext>
                  </a:extLst>
                </a:gridCol>
                <a:gridCol w="397661">
                  <a:extLst>
                    <a:ext uri="{9D8B030D-6E8A-4147-A177-3AD203B41FA5}">
                      <a16:colId xmlns:a16="http://schemas.microsoft.com/office/drawing/2014/main" val="3527952933"/>
                    </a:ext>
                  </a:extLst>
                </a:gridCol>
                <a:gridCol w="397661">
                  <a:extLst>
                    <a:ext uri="{9D8B030D-6E8A-4147-A177-3AD203B41FA5}">
                      <a16:colId xmlns:a16="http://schemas.microsoft.com/office/drawing/2014/main" val="793044141"/>
                    </a:ext>
                  </a:extLst>
                </a:gridCol>
                <a:gridCol w="397661">
                  <a:extLst>
                    <a:ext uri="{9D8B030D-6E8A-4147-A177-3AD203B41FA5}">
                      <a16:colId xmlns:a16="http://schemas.microsoft.com/office/drawing/2014/main" val="2354205856"/>
                    </a:ext>
                  </a:extLst>
                </a:gridCol>
                <a:gridCol w="397661">
                  <a:extLst>
                    <a:ext uri="{9D8B030D-6E8A-4147-A177-3AD203B41FA5}">
                      <a16:colId xmlns:a16="http://schemas.microsoft.com/office/drawing/2014/main" val="3572469206"/>
                    </a:ext>
                  </a:extLst>
                </a:gridCol>
                <a:gridCol w="397661">
                  <a:extLst>
                    <a:ext uri="{9D8B030D-6E8A-4147-A177-3AD203B41FA5}">
                      <a16:colId xmlns:a16="http://schemas.microsoft.com/office/drawing/2014/main" val="3443149174"/>
                    </a:ext>
                  </a:extLst>
                </a:gridCol>
                <a:gridCol w="397661">
                  <a:extLst>
                    <a:ext uri="{9D8B030D-6E8A-4147-A177-3AD203B41FA5}">
                      <a16:colId xmlns:a16="http://schemas.microsoft.com/office/drawing/2014/main" val="2956698035"/>
                    </a:ext>
                  </a:extLst>
                </a:gridCol>
                <a:gridCol w="397661">
                  <a:extLst>
                    <a:ext uri="{9D8B030D-6E8A-4147-A177-3AD203B41FA5}">
                      <a16:colId xmlns:a16="http://schemas.microsoft.com/office/drawing/2014/main" val="3420166994"/>
                    </a:ext>
                  </a:extLst>
                </a:gridCol>
                <a:gridCol w="397661">
                  <a:extLst>
                    <a:ext uri="{9D8B030D-6E8A-4147-A177-3AD203B41FA5}">
                      <a16:colId xmlns:a16="http://schemas.microsoft.com/office/drawing/2014/main" val="3073730964"/>
                    </a:ext>
                  </a:extLst>
                </a:gridCol>
                <a:gridCol w="397661">
                  <a:extLst>
                    <a:ext uri="{9D8B030D-6E8A-4147-A177-3AD203B41FA5}">
                      <a16:colId xmlns:a16="http://schemas.microsoft.com/office/drawing/2014/main" val="33867153"/>
                    </a:ext>
                  </a:extLst>
                </a:gridCol>
                <a:gridCol w="397661">
                  <a:extLst>
                    <a:ext uri="{9D8B030D-6E8A-4147-A177-3AD203B41FA5}">
                      <a16:colId xmlns:a16="http://schemas.microsoft.com/office/drawing/2014/main" val="2702039683"/>
                    </a:ext>
                  </a:extLst>
                </a:gridCol>
                <a:gridCol w="397661">
                  <a:extLst>
                    <a:ext uri="{9D8B030D-6E8A-4147-A177-3AD203B41FA5}">
                      <a16:colId xmlns:a16="http://schemas.microsoft.com/office/drawing/2014/main" val="2024915203"/>
                    </a:ext>
                  </a:extLst>
                </a:gridCol>
                <a:gridCol w="397661">
                  <a:extLst>
                    <a:ext uri="{9D8B030D-6E8A-4147-A177-3AD203B41FA5}">
                      <a16:colId xmlns:a16="http://schemas.microsoft.com/office/drawing/2014/main" val="3185948709"/>
                    </a:ext>
                  </a:extLst>
                </a:gridCol>
                <a:gridCol w="397661">
                  <a:extLst>
                    <a:ext uri="{9D8B030D-6E8A-4147-A177-3AD203B41FA5}">
                      <a16:colId xmlns:a16="http://schemas.microsoft.com/office/drawing/2014/main" val="2491590092"/>
                    </a:ext>
                  </a:extLst>
                </a:gridCol>
              </a:tblGrid>
              <a:tr h="132874">
                <a:tc>
                  <a:txBody>
                    <a:bodyPr/>
                    <a:lstStyle/>
                    <a:p>
                      <a:pPr algn="l" fontAlgn="t"/>
                      <a:r>
                        <a:rPr lang="af-ZA" sz="700" b="1" i="0" u="none" strike="noStrike">
                          <a:solidFill>
                            <a:srgbClr val="000000"/>
                          </a:solidFill>
                          <a:effectLst/>
                          <a:latin typeface="Calibri"/>
                          <a:ea typeface="等线"/>
                        </a:rPr>
                        <a:t> Months</a:t>
                      </a:r>
                      <a:endParaRPr lang="af-ZA" sz="700" b="1" i="0" u="none" strike="noStrike" err="1">
                        <a:solidFill>
                          <a:srgbClr val="000000"/>
                        </a:solidFill>
                        <a:effectLst/>
                        <a:latin typeface="Calibri"/>
                        <a:ea typeface="等线"/>
                      </a:endParaRP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r>
                        <a:rPr lang="af-ZA" sz="800" b="1" i="0" u="none" strike="noStrike">
                          <a:solidFill>
                            <a:srgbClr val="000000"/>
                          </a:solidFill>
                          <a:effectLst/>
                          <a:latin typeface="Calibri"/>
                          <a:ea typeface="等线"/>
                        </a:rPr>
                        <a:t>Jun-23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Jul-23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Aug-23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Sep-23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Oct-23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Nov-23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Dec-23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Jan-24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Feb-24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Mar-24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Apr-24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May-24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Jun-24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Jul-24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b"/>
                      <a:r>
                        <a:rPr lang="af-ZA" sz="800" b="1" i="0" u="none" strike="noStrike">
                          <a:solidFill>
                            <a:srgbClr val="000000"/>
                          </a:solidFill>
                          <a:effectLst/>
                          <a:latin typeface="Calibri"/>
                          <a:ea typeface="等线"/>
                        </a:rPr>
                        <a:t>Aug-24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45068651"/>
                  </a:ext>
                </a:extLst>
              </a:tr>
              <a:tr h="220504">
                <a:tc>
                  <a:txBody>
                    <a:bodyPr/>
                    <a:lstStyle/>
                    <a:p>
                      <a:pPr algn="l" fontAlgn="t"/>
                      <a:r>
                        <a:rPr lang="af-ZA" sz="700" b="1" i="0" u="none" strike="noStrike">
                          <a:solidFill>
                            <a:srgbClr val="000000"/>
                          </a:solidFill>
                          <a:effectLst/>
                          <a:latin typeface="Calibri"/>
                          <a:ea typeface="等线"/>
                        </a:rPr>
                        <a:t>Patients Enrolled/Randomized (Actual)</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zh-CN" altLang="en-US" sz="700" b="1" i="0" u="none" strike="noStrike">
                          <a:solidFill>
                            <a:srgbClr val="000000"/>
                          </a:solidFill>
                          <a:effectLst/>
                          <a:latin typeface="Calibri"/>
                          <a:ea typeface="等线"/>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lang="zh-CN" altLang="en-US" sz="800" b="1" i="0" u="none" strike="noStrike" kern="1200">
                          <a:solidFill>
                            <a:srgbClr val="000000"/>
                          </a:solidFill>
                          <a:effectLst/>
                          <a:latin typeface="Calibri"/>
                          <a:ea typeface="等线"/>
                          <a:cs typeface="+mn-cs"/>
                        </a:rPr>
                        <a:t>4</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lang="en-US" altLang="zh-CN" sz="800" b="1" i="0" u="none" strike="noStrike" kern="1200">
                          <a:solidFill>
                            <a:srgbClr val="000000"/>
                          </a:solidFill>
                          <a:effectLst/>
                          <a:latin typeface="Calibri"/>
                          <a:ea typeface="等线"/>
                          <a:cs typeface="+mn-cs"/>
                        </a:rPr>
                        <a:t>6</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lang="zh-CN" altLang="en-US" sz="800" b="1" i="0" u="none" strike="noStrike" kern="1200">
                          <a:solidFill>
                            <a:srgbClr val="000000"/>
                          </a:solidFill>
                          <a:effectLst/>
                          <a:latin typeface="Calibri"/>
                          <a:ea typeface="等线"/>
                          <a:cs typeface="+mn-cs"/>
                        </a:rPr>
                        <a:t>6</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6</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4807483"/>
                  </a:ext>
                </a:extLst>
              </a:tr>
              <a:tr h="220504">
                <a:tc>
                  <a:txBody>
                    <a:bodyPr/>
                    <a:lstStyle/>
                    <a:p>
                      <a:pPr algn="l" fontAlgn="t"/>
                      <a:r>
                        <a:rPr lang="af-ZA" sz="700" b="1" i="0" u="none" strike="noStrike">
                          <a:solidFill>
                            <a:srgbClr val="000000"/>
                          </a:solidFill>
                          <a:effectLst/>
                          <a:latin typeface="Calibri"/>
                          <a:ea typeface="等线"/>
                        </a:rPr>
                        <a:t>Patients Enrolled/Randomized (Planned)</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zh-CN" altLang="en-US" sz="700" b="1" i="0" u="none" strike="noStrike">
                          <a:solidFill>
                            <a:srgbClr val="000000"/>
                          </a:solidFill>
                          <a:effectLst/>
                          <a:latin typeface="Calibri"/>
                          <a:ea typeface="等线"/>
                        </a:rPr>
                        <a:t>　</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0841420"/>
                  </a:ext>
                </a:extLst>
              </a:tr>
              <a:tr h="132874">
                <a:tc>
                  <a:txBody>
                    <a:bodyPr/>
                    <a:lstStyle/>
                    <a:p>
                      <a:pPr algn="l" fontAlgn="t"/>
                      <a:r>
                        <a:rPr lang="af-ZA" sz="700" b="1" i="0" u="none" strike="noStrike">
                          <a:solidFill>
                            <a:srgbClr val="000000"/>
                          </a:solidFill>
                          <a:effectLst/>
                          <a:latin typeface="Calibri"/>
                          <a:ea typeface="等线"/>
                        </a:rPr>
                        <a:t>Patient Screened(Actual)</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endParaRPr lang="zh-CN" altLang="en-US" sz="800" b="1" i="0" u="none" strike="noStrike">
                        <a:solidFill>
                          <a:srgbClr val="000000"/>
                        </a:solidFill>
                        <a:effectLst/>
                        <a:latin typeface="Calibri" panose="020F0502020204030204" pitchFamily="34" charset="0"/>
                        <a:ea typeface="等线" panose="02010600030101010101" pitchFamily="2" charset="-122"/>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lang="zh-CN" altLang="en-US" sz="800" b="1" i="0" u="none" strike="noStrike" kern="1200">
                          <a:solidFill>
                            <a:srgbClr val="000000"/>
                          </a:solidFill>
                          <a:effectLst/>
                          <a:latin typeface="Calibri"/>
                          <a:ea typeface="等线"/>
                          <a:cs typeface="+mn-cs"/>
                        </a:rPr>
                        <a:t>5</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6</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lang="zh-CN" altLang="en-US" sz="800" b="1" i="0" u="none" strike="noStrike" kern="1200">
                          <a:solidFill>
                            <a:srgbClr val="000000"/>
                          </a:solidFill>
                          <a:effectLst/>
                          <a:latin typeface="Calibri"/>
                          <a:ea typeface="等线"/>
                          <a:cs typeface="+mn-cs"/>
                        </a:rPr>
                        <a:t>7</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r>
                        <a:rPr kumimoji="1" lang="en-US" altLang="zh-CN" sz="800" b="1" i="0" u="none" strike="noStrike" kern="1200">
                          <a:solidFill>
                            <a:srgbClr val="000000"/>
                          </a:solidFill>
                          <a:effectLst/>
                          <a:latin typeface="Calibri"/>
                          <a:ea typeface="等线"/>
                          <a:cs typeface="+mn-cs"/>
                        </a:rPr>
                        <a:t>7</a:t>
                      </a:r>
                      <a:endParaRPr kumimoji="1" lang="zh-CN" altLang="en-US"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7</a:t>
                      </a:r>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zh-CN" altLang="en-US" sz="800" b="1" i="0" u="none" strike="noStrike" kern="1200">
                          <a:solidFill>
                            <a:srgbClr val="000000"/>
                          </a:solidFill>
                          <a:effectLst/>
                          <a:latin typeface="Calibri"/>
                          <a:ea typeface="等线"/>
                          <a:cs typeface="+mn-cs"/>
                        </a:rPr>
                        <a:t>　</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extLst>
                  <a:ext uri="{0D108BD9-81ED-4DB2-BD59-A6C34878D82A}">
                    <a16:rowId xmlns:a16="http://schemas.microsoft.com/office/drawing/2014/main" val="2516622213"/>
                  </a:ext>
                </a:extLst>
              </a:tr>
              <a:tr h="132874">
                <a:tc>
                  <a:txBody>
                    <a:bodyPr/>
                    <a:lstStyle/>
                    <a:p>
                      <a:pPr algn="l" fontAlgn="t"/>
                      <a:r>
                        <a:rPr lang="af-ZA" sz="700" b="1" i="0" u="none" strike="noStrike">
                          <a:solidFill>
                            <a:srgbClr val="000000"/>
                          </a:solidFill>
                          <a:effectLst/>
                          <a:latin typeface="Calibri"/>
                          <a:ea typeface="等线"/>
                        </a:rPr>
                        <a:t>Patient Screened(Planned)</a:t>
                      </a:r>
                    </a:p>
                  </a:txBody>
                  <a:tcPr marL="7144" marR="7144" marT="7144" marB="0">
                    <a:lnL w="6350" cap="flat" cmpd="sng" algn="ctr">
                      <a:solidFill>
                        <a:srgbClr val="000000"/>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endParaRPr lang="zh-CN" altLang="en-US" sz="800" b="1" i="0" u="none" strike="noStrike">
                        <a:solidFill>
                          <a:srgbClr val="000000"/>
                        </a:solidFill>
                        <a:effectLst/>
                        <a:latin typeface="Calibri" panose="020F0502020204030204" pitchFamily="34" charset="0"/>
                        <a:ea typeface="等线" panose="02010600030101010101" pitchFamily="2" charset="-122"/>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1</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2</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3</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4</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5</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6</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7</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8</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r>
                        <a:rPr kumimoji="1" lang="en-US" altLang="zh-CN" sz="800" b="1" i="0" u="none" strike="noStrike" kern="1200">
                          <a:solidFill>
                            <a:srgbClr val="000000"/>
                          </a:solidFill>
                          <a:effectLst/>
                          <a:latin typeface="Calibri"/>
                          <a:ea typeface="等线"/>
                          <a:cs typeface="+mn-cs"/>
                        </a:rPr>
                        <a:t>8</a:t>
                      </a: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tc>
                  <a:txBody>
                    <a:bodyPr/>
                    <a:lstStyle/>
                    <a:p>
                      <a:pPr marL="0" algn="ctr" defTabSz="685800" rtl="0" eaLnBrk="1" fontAlgn="b" latinLnBrk="0" hangingPunct="1"/>
                      <a:endParaRPr kumimoji="1" lang="en-US" altLang="zh-CN" sz="800" b="1" i="0" u="none" strike="noStrike" kern="1200">
                        <a:solidFill>
                          <a:srgbClr val="000000"/>
                        </a:solidFill>
                        <a:effectLst/>
                        <a:latin typeface="Calibri"/>
                        <a:ea typeface="等线"/>
                        <a:cs typeface="+mn-cs"/>
                      </a:endParaRPr>
                    </a:p>
                  </a:txBody>
                  <a:tcPr marL="7144" marR="7144" marT="7144" marB="0" anchor="b">
                    <a:lnL w="6350" cap="flat" cmpd="sng" algn="ctr">
                      <a:solidFill>
                        <a:srgbClr val="003266"/>
                      </a:solidFill>
                      <a:prstDash val="solid"/>
                      <a:round/>
                      <a:headEnd type="none" w="med" len="med"/>
                      <a:tailEnd type="none" w="med" len="med"/>
                    </a:lnL>
                    <a:lnR w="6350" cap="flat" cmpd="sng" algn="ctr">
                      <a:solidFill>
                        <a:srgbClr val="003266"/>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3266"/>
                      </a:solidFill>
                      <a:prstDash val="solid"/>
                      <a:round/>
                      <a:headEnd type="none" w="med" len="med"/>
                      <a:tailEnd type="none" w="med" len="med"/>
                    </a:lnB>
                    <a:noFill/>
                  </a:tcPr>
                </a:tc>
                <a:extLst>
                  <a:ext uri="{0D108BD9-81ED-4DB2-BD59-A6C34878D82A}">
                    <a16:rowId xmlns:a16="http://schemas.microsoft.com/office/drawing/2014/main" val="2456808113"/>
                  </a:ext>
                </a:extLst>
              </a:tr>
            </a:tbl>
          </a:graphicData>
        </a:graphic>
      </p:graphicFrame>
      <p:sp>
        <p:nvSpPr>
          <p:cNvPr id="7" name="Rectangle 5">
            <a:extLst>
              <a:ext uri="{FF2B5EF4-FFF2-40B4-BE49-F238E27FC236}">
                <a16:creationId xmlns:a16="http://schemas.microsoft.com/office/drawing/2014/main" id="{87FDCE22-38C4-2E51-AB1C-7C28B921B5B6}"/>
              </a:ext>
            </a:extLst>
          </p:cNvPr>
          <p:cNvSpPr/>
          <p:nvPr/>
        </p:nvSpPr>
        <p:spPr>
          <a:xfrm>
            <a:off x="1549686" y="898699"/>
            <a:ext cx="1290917" cy="675485"/>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17650" tIns="17650" rIns="17650" bIns="1765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224141">
              <a:defRPr/>
            </a:pPr>
            <a:r>
              <a:rPr lang="en-US" sz="788">
                <a:solidFill>
                  <a:srgbClr val="000000"/>
                </a:solidFill>
                <a:latin typeface="BISansOpti"/>
              </a:rPr>
              <a:t>Total Screened = 7</a:t>
            </a:r>
          </a:p>
          <a:p>
            <a:pPr defTabSz="224141">
              <a:defRPr/>
            </a:pPr>
            <a:r>
              <a:rPr lang="en-US" sz="788">
                <a:solidFill>
                  <a:srgbClr val="000000"/>
                </a:solidFill>
                <a:latin typeface="BISansOpti"/>
              </a:rPr>
              <a:t>Total Randomized = 6</a:t>
            </a:r>
          </a:p>
          <a:p>
            <a:pPr defTabSz="224141">
              <a:defRPr/>
            </a:pPr>
            <a:r>
              <a:rPr lang="en-US" altLang="zh-CN" sz="788">
                <a:solidFill>
                  <a:srgbClr val="000000"/>
                </a:solidFill>
                <a:latin typeface="BISansCond"/>
              </a:rPr>
              <a:t>Total Screen failure = 1</a:t>
            </a:r>
          </a:p>
          <a:p>
            <a:pPr defTabSz="224141">
              <a:defRPr/>
            </a:pPr>
            <a:r>
              <a:rPr lang="en-US" altLang="zh-CN" sz="788">
                <a:solidFill>
                  <a:srgbClr val="000000"/>
                </a:solidFill>
                <a:latin typeface="BISansOpti"/>
              </a:rPr>
              <a:t>Screen failure rate = 14%</a:t>
            </a:r>
          </a:p>
          <a:p>
            <a:pPr defTabSz="224141">
              <a:defRPr/>
            </a:pPr>
            <a:r>
              <a:rPr lang="en-US" altLang="zh-CN" sz="788">
                <a:solidFill>
                  <a:srgbClr val="000000"/>
                </a:solidFill>
                <a:latin typeface="BISansOpti"/>
              </a:rPr>
              <a:t>Early discontinuation=0</a:t>
            </a:r>
            <a:endParaRPr lang="en-US" altLang="zh-CN" sz="788" b="1">
              <a:solidFill>
                <a:srgbClr val="FF0000"/>
              </a:solidFill>
              <a:latin typeface="BISansOpti"/>
            </a:endParaRPr>
          </a:p>
        </p:txBody>
      </p:sp>
      <p:cxnSp>
        <p:nvCxnSpPr>
          <p:cNvPr id="8" name="直接箭头连接符 7">
            <a:extLst>
              <a:ext uri="{FF2B5EF4-FFF2-40B4-BE49-F238E27FC236}">
                <a16:creationId xmlns:a16="http://schemas.microsoft.com/office/drawing/2014/main" id="{547CF811-85B3-06B8-4BDC-F314E2247645}"/>
              </a:ext>
            </a:extLst>
          </p:cNvPr>
          <p:cNvCxnSpPr>
            <a:cxnSpLocks/>
          </p:cNvCxnSpPr>
          <p:nvPr/>
        </p:nvCxnSpPr>
        <p:spPr bwMode="gray">
          <a:xfrm>
            <a:off x="2626121" y="2610278"/>
            <a:ext cx="78875" cy="17145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5">
            <a:extLst>
              <a:ext uri="{FF2B5EF4-FFF2-40B4-BE49-F238E27FC236}">
                <a16:creationId xmlns:a16="http://schemas.microsoft.com/office/drawing/2014/main" id="{165CB96B-561A-EF56-D6A6-2E2E68893FBD}"/>
              </a:ext>
            </a:extLst>
          </p:cNvPr>
          <p:cNvSpPr/>
          <p:nvPr/>
        </p:nvSpPr>
        <p:spPr>
          <a:xfrm>
            <a:off x="1549686" y="2274807"/>
            <a:ext cx="1078255" cy="266842"/>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23533" tIns="23533" rIns="23533" bIns="23533"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298847">
              <a:defRPr/>
            </a:pPr>
            <a:r>
              <a:rPr lang="en-US" altLang="zh-CN" sz="800" b="1">
                <a:solidFill>
                  <a:schemeClr val="tx2">
                    <a:lumMod val="50000"/>
                  </a:schemeClr>
                </a:solidFill>
                <a:latin typeface="BISansOpti"/>
              </a:rPr>
              <a:t>Original commitment 3 pts. achieved</a:t>
            </a:r>
          </a:p>
        </p:txBody>
      </p:sp>
      <p:sp>
        <p:nvSpPr>
          <p:cNvPr id="4" name="矩形: 圆角 3">
            <a:extLst>
              <a:ext uri="{FF2B5EF4-FFF2-40B4-BE49-F238E27FC236}">
                <a16:creationId xmlns:a16="http://schemas.microsoft.com/office/drawing/2014/main" id="{18F6720D-EEB1-242B-C01D-0237A25BBBBF}"/>
              </a:ext>
            </a:extLst>
          </p:cNvPr>
          <p:cNvSpPr/>
          <p:nvPr/>
        </p:nvSpPr>
        <p:spPr bwMode="gray">
          <a:xfrm>
            <a:off x="6273189" y="145861"/>
            <a:ext cx="2187074" cy="401405"/>
          </a:xfrm>
          <a:prstGeom prst="roundRect">
            <a:avLst/>
          </a:prstGeom>
          <a:solidFill>
            <a:srgbClr val="FFE667"/>
          </a:solidFill>
          <a:ln w="6350">
            <a:solidFill>
              <a:srgbClr val="FFE6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900" b="1">
                <a:solidFill>
                  <a:srgbClr val="FF0000"/>
                </a:solidFill>
              </a:rPr>
              <a:t>China recruitment end date is under final confirmation with CTL</a:t>
            </a:r>
            <a:endParaRPr lang="zh-CN" altLang="en-US" sz="900" b="1">
              <a:solidFill>
                <a:srgbClr val="FF0000"/>
              </a:solidFill>
            </a:endParaRPr>
          </a:p>
        </p:txBody>
      </p:sp>
    </p:spTree>
    <p:extLst>
      <p:ext uri="{BB962C8B-B14F-4D97-AF65-F5344CB8AC3E}">
        <p14:creationId xmlns:p14="http://schemas.microsoft.com/office/powerpoint/2010/main" val="29279540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3799" y="102922"/>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br>
              <a:rPr lang="en-US" altLang="zh-CN" sz="2000">
                <a:latin typeface="Calibri" panose="020F0502020204030204" pitchFamily="34" charset="0"/>
                <a:cs typeface="Calibri" panose="020F0502020204030204" pitchFamily="34" charset="0"/>
              </a:rPr>
            </a:br>
            <a:r>
              <a:rPr lang="en-US" altLang="zh-CN" sz="2000">
                <a:latin typeface="Calibri" panose="020F0502020204030204" pitchFamily="34" charset="0"/>
                <a:cs typeface="Calibri" panose="020F0502020204030204" pitchFamily="34" charset="0"/>
              </a:rPr>
              <a:t>BI 655130 (Anti-IL36R): Pyoderma Gangrenosum (PG)</a:t>
            </a:r>
            <a:endParaRPr lang="en-US" sz="2000">
              <a:latin typeface="+mn-lt"/>
              <a:cs typeface="Calibri" panose="020F0502020204030204" pitchFamily="34" charset="0"/>
            </a:endParaRPr>
          </a:p>
        </p:txBody>
      </p:sp>
      <p:sp>
        <p:nvSpPr>
          <p:cNvPr id="9" name="灯片编号占位符 8"/>
          <p:cNvSpPr>
            <a:spLocks noGrp="1"/>
          </p:cNvSpPr>
          <p:nvPr>
            <p:ph type="sldNum" sz="quarter" idx="20"/>
          </p:nvPr>
        </p:nvSpPr>
        <p:spPr/>
        <p:txBody>
          <a:bodyPr/>
          <a:lstStyle/>
          <a:p>
            <a:pPr defTabSz="914355">
              <a:defRPr/>
            </a:pPr>
            <a:fld id="{143B55C4-4F5A-416B-997D-6CE47EB0A945}" type="slidenum">
              <a:rPr lang="en-GB" sz="750">
                <a:solidFill>
                  <a:srgbClr val="FFFFFF">
                    <a:lumMod val="50000"/>
                  </a:srgbClr>
                </a:solidFill>
                <a:latin typeface="BISansCond" panose="02000006050000020004" pitchFamily="2" charset="0"/>
              </a:rPr>
              <a:pPr defTabSz="914355">
                <a:defRPr/>
              </a:pPr>
              <a:t>62</a:t>
            </a:fld>
            <a:endParaRPr lang="en-GB" sz="750">
              <a:solidFill>
                <a:srgbClr val="FFFFFF">
                  <a:lumMod val="50000"/>
                </a:srgbClr>
              </a:solidFill>
              <a:latin typeface="BISansCond" panose="0200000605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0" y="2751076"/>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86537" y="736748"/>
          <a:ext cx="8786960" cy="461927"/>
        </p:xfrm>
        <a:graphic>
          <a:graphicData uri="http://schemas.openxmlformats.org/drawingml/2006/table">
            <a:tbl>
              <a:tblPr firstRow="1" bandRow="1"/>
              <a:tblGrid>
                <a:gridCol w="313820">
                  <a:extLst>
                    <a:ext uri="{9D8B030D-6E8A-4147-A177-3AD203B41FA5}">
                      <a16:colId xmlns:a16="http://schemas.microsoft.com/office/drawing/2014/main" val="344046683"/>
                    </a:ext>
                  </a:extLst>
                </a:gridCol>
                <a:gridCol w="313820">
                  <a:extLst>
                    <a:ext uri="{9D8B030D-6E8A-4147-A177-3AD203B41FA5}">
                      <a16:colId xmlns:a16="http://schemas.microsoft.com/office/drawing/2014/main" val="1823529313"/>
                    </a:ext>
                  </a:extLst>
                </a:gridCol>
                <a:gridCol w="313820">
                  <a:extLst>
                    <a:ext uri="{9D8B030D-6E8A-4147-A177-3AD203B41FA5}">
                      <a16:colId xmlns:a16="http://schemas.microsoft.com/office/drawing/2014/main" val="3091663135"/>
                    </a:ext>
                  </a:extLst>
                </a:gridCol>
                <a:gridCol w="313820">
                  <a:extLst>
                    <a:ext uri="{9D8B030D-6E8A-4147-A177-3AD203B41FA5}">
                      <a16:colId xmlns:a16="http://schemas.microsoft.com/office/drawing/2014/main" val="2003423086"/>
                    </a:ext>
                  </a:extLst>
                </a:gridCol>
                <a:gridCol w="313820">
                  <a:extLst>
                    <a:ext uri="{9D8B030D-6E8A-4147-A177-3AD203B41FA5}">
                      <a16:colId xmlns:a16="http://schemas.microsoft.com/office/drawing/2014/main" val="2466911814"/>
                    </a:ext>
                  </a:extLst>
                </a:gridCol>
                <a:gridCol w="313820">
                  <a:extLst>
                    <a:ext uri="{9D8B030D-6E8A-4147-A177-3AD203B41FA5}">
                      <a16:colId xmlns:a16="http://schemas.microsoft.com/office/drawing/2014/main" val="3023231563"/>
                    </a:ext>
                  </a:extLst>
                </a:gridCol>
                <a:gridCol w="313820">
                  <a:extLst>
                    <a:ext uri="{9D8B030D-6E8A-4147-A177-3AD203B41FA5}">
                      <a16:colId xmlns:a16="http://schemas.microsoft.com/office/drawing/2014/main" val="3411862845"/>
                    </a:ext>
                  </a:extLst>
                </a:gridCol>
                <a:gridCol w="313820">
                  <a:extLst>
                    <a:ext uri="{9D8B030D-6E8A-4147-A177-3AD203B41FA5}">
                      <a16:colId xmlns:a16="http://schemas.microsoft.com/office/drawing/2014/main" val="2851474774"/>
                    </a:ext>
                  </a:extLst>
                </a:gridCol>
                <a:gridCol w="313820">
                  <a:extLst>
                    <a:ext uri="{9D8B030D-6E8A-4147-A177-3AD203B41FA5}">
                      <a16:colId xmlns:a16="http://schemas.microsoft.com/office/drawing/2014/main" val="107595344"/>
                    </a:ext>
                  </a:extLst>
                </a:gridCol>
                <a:gridCol w="313820">
                  <a:extLst>
                    <a:ext uri="{9D8B030D-6E8A-4147-A177-3AD203B41FA5}">
                      <a16:colId xmlns:a16="http://schemas.microsoft.com/office/drawing/2014/main" val="1666999431"/>
                    </a:ext>
                  </a:extLst>
                </a:gridCol>
                <a:gridCol w="313820">
                  <a:extLst>
                    <a:ext uri="{9D8B030D-6E8A-4147-A177-3AD203B41FA5}">
                      <a16:colId xmlns:a16="http://schemas.microsoft.com/office/drawing/2014/main" val="3696607442"/>
                    </a:ext>
                  </a:extLst>
                </a:gridCol>
                <a:gridCol w="313820">
                  <a:extLst>
                    <a:ext uri="{9D8B030D-6E8A-4147-A177-3AD203B41FA5}">
                      <a16:colId xmlns:a16="http://schemas.microsoft.com/office/drawing/2014/main" val="223989776"/>
                    </a:ext>
                  </a:extLst>
                </a:gridCol>
                <a:gridCol w="313820">
                  <a:extLst>
                    <a:ext uri="{9D8B030D-6E8A-4147-A177-3AD203B41FA5}">
                      <a16:colId xmlns:a16="http://schemas.microsoft.com/office/drawing/2014/main" val="124731204"/>
                    </a:ext>
                  </a:extLst>
                </a:gridCol>
                <a:gridCol w="313820">
                  <a:extLst>
                    <a:ext uri="{9D8B030D-6E8A-4147-A177-3AD203B41FA5}">
                      <a16:colId xmlns:a16="http://schemas.microsoft.com/office/drawing/2014/main" val="3066978585"/>
                    </a:ext>
                  </a:extLst>
                </a:gridCol>
                <a:gridCol w="313820">
                  <a:extLst>
                    <a:ext uri="{9D8B030D-6E8A-4147-A177-3AD203B41FA5}">
                      <a16:colId xmlns:a16="http://schemas.microsoft.com/office/drawing/2014/main" val="1064917641"/>
                    </a:ext>
                  </a:extLst>
                </a:gridCol>
                <a:gridCol w="313820">
                  <a:extLst>
                    <a:ext uri="{9D8B030D-6E8A-4147-A177-3AD203B41FA5}">
                      <a16:colId xmlns:a16="http://schemas.microsoft.com/office/drawing/2014/main" val="4221117315"/>
                    </a:ext>
                  </a:extLst>
                </a:gridCol>
                <a:gridCol w="313820">
                  <a:extLst>
                    <a:ext uri="{9D8B030D-6E8A-4147-A177-3AD203B41FA5}">
                      <a16:colId xmlns:a16="http://schemas.microsoft.com/office/drawing/2014/main" val="3266065341"/>
                    </a:ext>
                  </a:extLst>
                </a:gridCol>
                <a:gridCol w="313820">
                  <a:extLst>
                    <a:ext uri="{9D8B030D-6E8A-4147-A177-3AD203B41FA5}">
                      <a16:colId xmlns:a16="http://schemas.microsoft.com/office/drawing/2014/main" val="2374051224"/>
                    </a:ext>
                  </a:extLst>
                </a:gridCol>
                <a:gridCol w="313820">
                  <a:extLst>
                    <a:ext uri="{9D8B030D-6E8A-4147-A177-3AD203B41FA5}">
                      <a16:colId xmlns:a16="http://schemas.microsoft.com/office/drawing/2014/main" val="1840388365"/>
                    </a:ext>
                  </a:extLst>
                </a:gridCol>
                <a:gridCol w="313820">
                  <a:extLst>
                    <a:ext uri="{9D8B030D-6E8A-4147-A177-3AD203B41FA5}">
                      <a16:colId xmlns:a16="http://schemas.microsoft.com/office/drawing/2014/main" val="267750830"/>
                    </a:ext>
                  </a:extLst>
                </a:gridCol>
                <a:gridCol w="313820">
                  <a:extLst>
                    <a:ext uri="{9D8B030D-6E8A-4147-A177-3AD203B41FA5}">
                      <a16:colId xmlns:a16="http://schemas.microsoft.com/office/drawing/2014/main" val="3966469970"/>
                    </a:ext>
                  </a:extLst>
                </a:gridCol>
                <a:gridCol w="313820">
                  <a:extLst>
                    <a:ext uri="{9D8B030D-6E8A-4147-A177-3AD203B41FA5}">
                      <a16:colId xmlns:a16="http://schemas.microsoft.com/office/drawing/2014/main" val="2522973146"/>
                    </a:ext>
                  </a:extLst>
                </a:gridCol>
                <a:gridCol w="313820">
                  <a:extLst>
                    <a:ext uri="{9D8B030D-6E8A-4147-A177-3AD203B41FA5}">
                      <a16:colId xmlns:a16="http://schemas.microsoft.com/office/drawing/2014/main" val="309019048"/>
                    </a:ext>
                  </a:extLst>
                </a:gridCol>
                <a:gridCol w="313820">
                  <a:extLst>
                    <a:ext uri="{9D8B030D-6E8A-4147-A177-3AD203B41FA5}">
                      <a16:colId xmlns:a16="http://schemas.microsoft.com/office/drawing/2014/main" val="4088660355"/>
                    </a:ext>
                  </a:extLst>
                </a:gridCol>
                <a:gridCol w="313820">
                  <a:extLst>
                    <a:ext uri="{9D8B030D-6E8A-4147-A177-3AD203B41FA5}">
                      <a16:colId xmlns:a16="http://schemas.microsoft.com/office/drawing/2014/main" val="4101055617"/>
                    </a:ext>
                  </a:extLst>
                </a:gridCol>
                <a:gridCol w="313820">
                  <a:extLst>
                    <a:ext uri="{9D8B030D-6E8A-4147-A177-3AD203B41FA5}">
                      <a16:colId xmlns:a16="http://schemas.microsoft.com/office/drawing/2014/main" val="1497634779"/>
                    </a:ext>
                  </a:extLst>
                </a:gridCol>
                <a:gridCol w="313820">
                  <a:extLst>
                    <a:ext uri="{9D8B030D-6E8A-4147-A177-3AD203B41FA5}">
                      <a16:colId xmlns:a16="http://schemas.microsoft.com/office/drawing/2014/main" val="1313870339"/>
                    </a:ext>
                  </a:extLst>
                </a:gridCol>
                <a:gridCol w="313820">
                  <a:extLst>
                    <a:ext uri="{9D8B030D-6E8A-4147-A177-3AD203B41FA5}">
                      <a16:colId xmlns:a16="http://schemas.microsoft.com/office/drawing/2014/main" val="380966906"/>
                    </a:ext>
                  </a:extLst>
                </a:gridCol>
              </a:tblGrid>
              <a:tr h="194310">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2023</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2024</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2025</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2026</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2027</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bg1"/>
                          </a:solidFill>
                          <a:latin typeface="Arial" panose="020B0604020202020204" pitchFamily="34" charset="0"/>
                          <a:ea typeface="+mn-ea"/>
                          <a:cs typeface="Arial" panose="020B0604020202020204" pitchFamily="34" charset="0"/>
                        </a:rPr>
                        <a:t>2028</a:t>
                      </a:r>
                      <a:endParaRPr lang="zh-CN" altLang="en-US" sz="800" b="1" kern="1200">
                        <a:solidFill>
                          <a:schemeClr val="bg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31632" y="865392"/>
            <a:ext cx="486295" cy="190978"/>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en-US" sz="1400" err="1">
              <a:solidFill>
                <a:srgbClr val="000000"/>
              </a:solidFill>
              <a:latin typeface="BISansCond"/>
            </a:endParaRPr>
          </a:p>
        </p:txBody>
      </p:sp>
      <p:sp>
        <p:nvSpPr>
          <p:cNvPr id="118" name="Isosceles Triangle 117"/>
          <p:cNvSpPr/>
          <p:nvPr/>
        </p:nvSpPr>
        <p:spPr>
          <a:xfrm rot="5400000">
            <a:off x="8815598" y="91126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en-US" sz="1400" err="1">
              <a:solidFill>
                <a:srgbClr val="000000"/>
              </a:solidFill>
              <a:latin typeface="BISansCond"/>
            </a:endParaRPr>
          </a:p>
        </p:txBody>
      </p:sp>
      <p:sp>
        <p:nvSpPr>
          <p:cNvPr id="82" name="TextBox 81"/>
          <p:cNvSpPr txBox="1"/>
          <p:nvPr/>
        </p:nvSpPr>
        <p:spPr>
          <a:xfrm>
            <a:off x="21299" y="1688631"/>
            <a:ext cx="583725" cy="107722"/>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ECR:1368.0134</a:t>
            </a:r>
            <a:endParaRPr lang="en-US" sz="700">
              <a:solidFill>
                <a:srgbClr val="0066CC"/>
              </a:solidFill>
              <a:latin typeface="Calibri" panose="020F0502020204030204" pitchFamily="34" charset="0"/>
              <a:cs typeface="Calibri" panose="020F0502020204030204" pitchFamily="34" charset="0"/>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1097281" y="1564485"/>
            <a:ext cx="208967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ECR (FSS-LSC) </a:t>
            </a:r>
          </a:p>
        </p:txBody>
      </p:sp>
      <p:pic>
        <p:nvPicPr>
          <p:cNvPr id="2" name="Picture 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261" y="1135015"/>
            <a:ext cx="798407" cy="393500"/>
          </a:xfrm>
          <a:prstGeom prst="rect">
            <a:avLst/>
          </a:prstGeom>
        </p:spPr>
      </p:pic>
      <p:pic>
        <p:nvPicPr>
          <p:cNvPr id="4" name="Picture 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7343" y="2779056"/>
            <a:ext cx="785774" cy="387274"/>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5557289" y="2482770"/>
            <a:ext cx="95971" cy="74587"/>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a:solidFill>
                <a:srgbClr val="000000"/>
              </a:solidFill>
              <a:latin typeface="BISansOpti"/>
            </a:endParaRPr>
          </a:p>
        </p:txBody>
      </p:sp>
      <p:sp>
        <p:nvSpPr>
          <p:cNvPr id="101" name="OTLSHAPE_T_e17f3958430f4cff8650518c93c7635e_StartDate">
            <a:extLst>
              <a:ext uri="{FF2B5EF4-FFF2-40B4-BE49-F238E27FC236}">
                <a16:creationId xmlns:a16="http://schemas.microsoft.com/office/drawing/2014/main" id="{116580F7-EF8C-4398-B7E5-B93D4E3B7314}"/>
              </a:ext>
            </a:extLst>
          </p:cNvPr>
          <p:cNvSpPr txBox="1"/>
          <p:nvPr>
            <p:custDataLst>
              <p:tags r:id="rId1"/>
            </p:custDataLst>
          </p:nvPr>
        </p:nvSpPr>
        <p:spPr>
          <a:xfrm>
            <a:off x="1957597" y="3439119"/>
            <a:ext cx="542969" cy="92333"/>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defTabSz="914333">
              <a:defRPr/>
            </a:pPr>
            <a:r>
              <a:rPr lang="en-US" altLang="zh-CN"/>
              <a:t>CTA</a:t>
            </a:r>
            <a:endParaRPr lang="zh-CN" altLang="en-US"/>
          </a:p>
        </p:txBody>
      </p:sp>
      <p:sp>
        <p:nvSpPr>
          <p:cNvPr id="102" name="OTLSHAPE_T_e17f3958430f4cff8650518c93c7635e_Shape">
            <a:extLst>
              <a:ext uri="{FF2B5EF4-FFF2-40B4-BE49-F238E27FC236}">
                <a16:creationId xmlns:a16="http://schemas.microsoft.com/office/drawing/2014/main" id="{A363F998-E792-4751-B41F-BA56653D9BEE}"/>
              </a:ext>
            </a:extLst>
          </p:cNvPr>
          <p:cNvSpPr/>
          <p:nvPr>
            <p:custDataLst>
              <p:tags r:id="rId2"/>
            </p:custDataLst>
          </p:nvPr>
        </p:nvSpPr>
        <p:spPr bwMode="auto">
          <a:xfrm>
            <a:off x="2222315" y="3159320"/>
            <a:ext cx="605783"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914355">
              <a:defRPr/>
            </a:pPr>
            <a:r>
              <a:rPr lang="en-US" altLang="zh-CN" sz="600" b="1">
                <a:solidFill>
                  <a:srgbClr val="000000"/>
                </a:solidFill>
                <a:latin typeface="Calibri" panose="020F0502020204030204" pitchFamily="34" charset="0"/>
                <a:cs typeface="Calibri" panose="020F0502020204030204" pitchFamily="34" charset="0"/>
              </a:rPr>
              <a:t>CTA Review + EC + HGRAC</a:t>
            </a:r>
            <a:endParaRPr lang="zh-CN" altLang="en-US" sz="600" b="1">
              <a:solidFill>
                <a:srgbClr val="000000"/>
              </a:solidFill>
              <a:latin typeface="Calibri" panose="020F0502020204030204" pitchFamily="34" charset="0"/>
              <a:cs typeface="Calibri" panose="020F0502020204030204" pitchFamily="34" charset="0"/>
            </a:endParaRPr>
          </a:p>
        </p:txBody>
      </p:sp>
      <p:sp>
        <p:nvSpPr>
          <p:cNvPr id="105" name="Rectangle 104">
            <a:extLst>
              <a:ext uri="{FF2B5EF4-FFF2-40B4-BE49-F238E27FC236}">
                <a16:creationId xmlns:a16="http://schemas.microsoft.com/office/drawing/2014/main" id="{785E939B-46E1-4400-AA01-4234544B9F05}"/>
              </a:ext>
            </a:extLst>
          </p:cNvPr>
          <p:cNvSpPr/>
          <p:nvPr/>
        </p:nvSpPr>
        <p:spPr>
          <a:xfrm>
            <a:off x="2499899" y="3455430"/>
            <a:ext cx="601447"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1st SIV</a:t>
            </a:r>
          </a:p>
        </p:txBody>
      </p:sp>
      <p:sp>
        <p:nvSpPr>
          <p:cNvPr id="76" name="OTLSHAPE_T_5a934a26f311425e8ebaa0f45e6533ad_Shape">
            <a:extLst>
              <a:ext uri="{FF2B5EF4-FFF2-40B4-BE49-F238E27FC236}">
                <a16:creationId xmlns:a16="http://schemas.microsoft.com/office/drawing/2014/main" id="{60838ACC-4AB5-4AFC-97DD-2AC12A7AE913}"/>
              </a:ext>
            </a:extLst>
          </p:cNvPr>
          <p:cNvSpPr/>
          <p:nvPr/>
        </p:nvSpPr>
        <p:spPr bwMode="auto">
          <a:xfrm>
            <a:off x="1550202" y="3158984"/>
            <a:ext cx="683561" cy="192361"/>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600" b="1">
                <a:solidFill>
                  <a:srgbClr val="000000"/>
                </a:solidFill>
                <a:latin typeface="Calibri" panose="020F0502020204030204" pitchFamily="34" charset="0"/>
                <a:cs typeface="Calibri" panose="020F0502020204030204" pitchFamily="34" charset="0"/>
              </a:rPr>
              <a:t>Pre-IND</a:t>
            </a:r>
          </a:p>
        </p:txBody>
      </p:sp>
      <p:sp>
        <p:nvSpPr>
          <p:cNvPr id="77" name="Rectangle 76">
            <a:extLst>
              <a:ext uri="{FF2B5EF4-FFF2-40B4-BE49-F238E27FC236}">
                <a16:creationId xmlns:a16="http://schemas.microsoft.com/office/drawing/2014/main" id="{081CE0EC-6BFD-4451-B10A-7CFE2288ABAB}"/>
              </a:ext>
            </a:extLst>
          </p:cNvPr>
          <p:cNvSpPr/>
          <p:nvPr/>
        </p:nvSpPr>
        <p:spPr>
          <a:xfrm>
            <a:off x="1328121" y="3409264"/>
            <a:ext cx="471604" cy="184666"/>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Meeting </a:t>
            </a:r>
          </a:p>
          <a:p>
            <a:pPr algn="ctr" defTabSz="914333">
              <a:defRPr/>
            </a:pPr>
            <a:r>
              <a:rPr lang="en-US" altLang="zh-CN" sz="600" b="1">
                <a:solidFill>
                  <a:srgbClr val="44546A"/>
                </a:solidFill>
                <a:latin typeface="Calibri"/>
                <a:cs typeface="Calibri"/>
              </a:rPr>
              <a:t>request</a:t>
            </a:r>
            <a:endParaRPr lang="zh-CN" altLang="en-US" sz="600" b="1">
              <a:solidFill>
                <a:srgbClr val="44546A"/>
              </a:solidFill>
              <a:latin typeface="Calibri"/>
              <a:cs typeface="Calibri"/>
            </a:endParaRPr>
          </a:p>
        </p:txBody>
      </p:sp>
      <p:sp>
        <p:nvSpPr>
          <p:cNvPr id="78" name="Star: 4 Points 143">
            <a:extLst>
              <a:ext uri="{FF2B5EF4-FFF2-40B4-BE49-F238E27FC236}">
                <a16:creationId xmlns:a16="http://schemas.microsoft.com/office/drawing/2014/main" id="{12C190F4-BC9D-45BD-B3D6-33DFAC0EC02A}"/>
              </a:ext>
            </a:extLst>
          </p:cNvPr>
          <p:cNvSpPr/>
          <p:nvPr/>
        </p:nvSpPr>
        <p:spPr bwMode="auto">
          <a:xfrm>
            <a:off x="1495207"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81" name="OTLSHAPE_T_e17f3958430f4cff8650518c93c7635e_StartDate">
            <a:extLst>
              <a:ext uri="{FF2B5EF4-FFF2-40B4-BE49-F238E27FC236}">
                <a16:creationId xmlns:a16="http://schemas.microsoft.com/office/drawing/2014/main" id="{DCB95541-3F87-4977-8B60-344DC5A506F3}"/>
              </a:ext>
            </a:extLst>
          </p:cNvPr>
          <p:cNvSpPr txBox="1"/>
          <p:nvPr>
            <p:custDataLst>
              <p:tags r:id="rId3"/>
            </p:custDataLst>
          </p:nvPr>
        </p:nvSpPr>
        <p:spPr>
          <a:xfrm>
            <a:off x="1193139" y="3036820"/>
            <a:ext cx="596122" cy="10772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00" b="1" i="0" u="none" strike="noStrike" cap="none" spc="0" normalizeH="0" baseline="0">
                <a:ln>
                  <a:noFill/>
                </a:ln>
                <a:solidFill>
                  <a:srgbClr val="44546A"/>
                </a:solidFill>
                <a:effectLst/>
                <a:uLnTx/>
                <a:uFillTx/>
                <a:latin typeface="Calibri" panose="020F0502020204030204" pitchFamily="34" charset="0"/>
              </a:defRPr>
            </a:lvl1pPr>
          </a:lstStyle>
          <a:p>
            <a:pPr defTabSz="914355">
              <a:defRPr/>
            </a:pPr>
            <a:r>
              <a:rPr lang="en-US" altLang="zh-CN"/>
              <a:t>Jan2024</a:t>
            </a:r>
            <a:endParaRPr lang="zh-CN" altLang="en-US"/>
          </a:p>
        </p:txBody>
      </p:sp>
      <p:sp>
        <p:nvSpPr>
          <p:cNvPr id="6" name="TextBox 5">
            <a:extLst>
              <a:ext uri="{FF2B5EF4-FFF2-40B4-BE49-F238E27FC236}">
                <a16:creationId xmlns:a16="http://schemas.microsoft.com/office/drawing/2014/main" id="{25E9B149-D572-4CFE-AEEE-BB1C81F2D0A9}"/>
              </a:ext>
            </a:extLst>
          </p:cNvPr>
          <p:cNvSpPr txBox="1"/>
          <p:nvPr/>
        </p:nvSpPr>
        <p:spPr>
          <a:xfrm>
            <a:off x="7910033" y="4535135"/>
            <a:ext cx="1062791" cy="661720"/>
          </a:xfrm>
          <a:prstGeom prst="rect">
            <a:avLst/>
          </a:prstGeom>
          <a:noFill/>
        </p:spPr>
        <p:txBody>
          <a:bodyPr wrap="none" lIns="0" tIns="0" rIns="0" bIns="0" rtlCol="0">
            <a:spAutoFit/>
          </a:bodyPr>
          <a:lstStyle/>
          <a:p>
            <a:pPr defTabSz="914355">
              <a:defRPr/>
            </a:pPr>
            <a:r>
              <a:rPr lang="en-US" altLang="zh-CN" sz="600">
                <a:solidFill>
                  <a:srgbClr val="FFFFFF">
                    <a:lumMod val="50000"/>
                  </a:srgbClr>
                </a:solidFill>
                <a:latin typeface="BISansCond"/>
              </a:rPr>
              <a:t>ECR: External collaborative research</a:t>
            </a:r>
          </a:p>
          <a:p>
            <a:pPr defTabSz="914355">
              <a:defRPr/>
            </a:pPr>
            <a:r>
              <a:rPr lang="en-US" altLang="zh-CN" sz="600">
                <a:solidFill>
                  <a:srgbClr val="FFFFFF">
                    <a:lumMod val="50000"/>
                  </a:srgbClr>
                </a:solidFill>
                <a:latin typeface="BISansCond"/>
              </a:rPr>
              <a:t>HAI: Health authority interaction</a:t>
            </a:r>
          </a:p>
          <a:p>
            <a:pPr defTabSz="914355">
              <a:defRPr/>
            </a:pPr>
            <a:r>
              <a:rPr lang="en-US" altLang="zh-CN" sz="600">
                <a:solidFill>
                  <a:srgbClr val="FFFFFF">
                    <a:lumMod val="50000"/>
                  </a:srgbClr>
                </a:solidFill>
                <a:latin typeface="BISansCond"/>
              </a:rPr>
              <a:t>FSS: First subject screening</a:t>
            </a:r>
          </a:p>
          <a:p>
            <a:pPr defTabSz="914355">
              <a:defRPr/>
            </a:pPr>
            <a:r>
              <a:rPr lang="en-US" altLang="zh-CN" sz="600">
                <a:solidFill>
                  <a:srgbClr val="FFFFFF">
                    <a:lumMod val="50000"/>
                  </a:srgbClr>
                </a:solidFill>
                <a:latin typeface="BISansCond"/>
              </a:rPr>
              <a:t>LSS: Last subject screening</a:t>
            </a:r>
          </a:p>
          <a:p>
            <a:pPr defTabSz="914355">
              <a:defRPr/>
            </a:pPr>
            <a:r>
              <a:rPr lang="en-US" altLang="zh-CN" sz="600">
                <a:solidFill>
                  <a:srgbClr val="FFFFFF">
                    <a:lumMod val="50000"/>
                  </a:srgbClr>
                </a:solidFill>
                <a:latin typeface="BISansCond"/>
              </a:rPr>
              <a:t>LSC: Last subject complete</a:t>
            </a:r>
          </a:p>
          <a:p>
            <a:pPr defTabSz="914355">
              <a:defRPr/>
            </a:pPr>
            <a:r>
              <a:rPr lang="en-US" altLang="zh-CN" sz="600">
                <a:solidFill>
                  <a:srgbClr val="FFFFFF">
                    <a:lumMod val="50000"/>
                  </a:srgbClr>
                </a:solidFill>
                <a:latin typeface="BISansCond"/>
              </a:rPr>
              <a:t>LSR: Last subject randomization</a:t>
            </a:r>
            <a:endParaRPr lang="zh-CN" altLang="en-US" sz="600">
              <a:solidFill>
                <a:srgbClr val="FFFFFF">
                  <a:lumMod val="50000"/>
                </a:srgbClr>
              </a:solidFill>
              <a:latin typeface="BISansCond"/>
            </a:endParaRPr>
          </a:p>
          <a:p>
            <a:pPr defTabSz="914355">
              <a:defRPr/>
            </a:pPr>
            <a:endParaRPr lang="zh-CN" altLang="en-US" sz="700">
              <a:solidFill>
                <a:srgbClr val="FFFFFF">
                  <a:lumMod val="50000"/>
                </a:srgbClr>
              </a:solidFill>
              <a:latin typeface="BISansCond"/>
            </a:endParaRPr>
          </a:p>
        </p:txBody>
      </p:sp>
      <p:sp>
        <p:nvSpPr>
          <p:cNvPr id="75" name="OTLSHAPE_T_e17f3958430f4cff8650518c93c7635e_StartDate">
            <a:extLst>
              <a:ext uri="{FF2B5EF4-FFF2-40B4-BE49-F238E27FC236}">
                <a16:creationId xmlns:a16="http://schemas.microsoft.com/office/drawing/2014/main" id="{0A653FE1-3347-4E3E-9670-2D8BF789A651}"/>
              </a:ext>
            </a:extLst>
          </p:cNvPr>
          <p:cNvSpPr txBox="1"/>
          <p:nvPr>
            <p:custDataLst>
              <p:tags r:id="rId4"/>
            </p:custDataLst>
          </p:nvPr>
        </p:nvSpPr>
        <p:spPr>
          <a:xfrm>
            <a:off x="1334334" y="1804254"/>
            <a:ext cx="630370"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IA results</a:t>
            </a:r>
            <a:endParaRPr lang="zh-CN" altLang="en-US" sz="600" b="1">
              <a:solidFill>
                <a:srgbClr val="44546A"/>
              </a:solidFill>
              <a:latin typeface="Calibri"/>
              <a:cs typeface="Calibri"/>
            </a:endParaRPr>
          </a:p>
        </p:txBody>
      </p:sp>
      <p:sp>
        <p:nvSpPr>
          <p:cNvPr id="111" name="TextBox 110">
            <a:extLst>
              <a:ext uri="{FF2B5EF4-FFF2-40B4-BE49-F238E27FC236}">
                <a16:creationId xmlns:a16="http://schemas.microsoft.com/office/drawing/2014/main" id="{4234C9EC-3A7A-4361-BA46-FEE8499D0720}"/>
              </a:ext>
            </a:extLst>
          </p:cNvPr>
          <p:cNvSpPr txBox="1"/>
          <p:nvPr/>
        </p:nvSpPr>
        <p:spPr>
          <a:xfrm>
            <a:off x="2" y="2314408"/>
            <a:ext cx="583307" cy="215444"/>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Ph3 Pivotal 1368-0140</a:t>
            </a:r>
          </a:p>
        </p:txBody>
      </p:sp>
      <p:sp>
        <p:nvSpPr>
          <p:cNvPr id="120" name="OTLSHAPE_T_e17f3958430f4cff8650518c93c7635e_StartDate">
            <a:extLst>
              <a:ext uri="{FF2B5EF4-FFF2-40B4-BE49-F238E27FC236}">
                <a16:creationId xmlns:a16="http://schemas.microsoft.com/office/drawing/2014/main" id="{FB091C37-6587-43A7-90A7-2AC6CF85E73E}"/>
              </a:ext>
            </a:extLst>
          </p:cNvPr>
          <p:cNvSpPr txBox="1"/>
          <p:nvPr>
            <p:custDataLst>
              <p:tags r:id="rId5"/>
            </p:custDataLst>
          </p:nvPr>
        </p:nvSpPr>
        <p:spPr>
          <a:xfrm>
            <a:off x="1429972" y="2076683"/>
            <a:ext cx="628581" cy="184666"/>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FDA Meeting/WRO </a:t>
            </a:r>
          </a:p>
          <a:p>
            <a:pPr algn="ctr" defTabSz="914333">
              <a:defRPr/>
            </a:pPr>
            <a:r>
              <a:rPr lang="en-US" altLang="zh-CN" sz="600" b="1">
                <a:solidFill>
                  <a:srgbClr val="44546A"/>
                </a:solidFill>
                <a:latin typeface="Calibri"/>
                <a:cs typeface="Calibri"/>
              </a:rPr>
              <a:t>Mar 2024</a:t>
            </a:r>
            <a:endParaRPr lang="zh-CN" altLang="en-US" sz="600" b="1">
              <a:solidFill>
                <a:srgbClr val="44546A"/>
              </a:solidFill>
              <a:latin typeface="Calibri"/>
              <a:cs typeface="Calibri"/>
            </a:endParaRPr>
          </a:p>
        </p:txBody>
      </p:sp>
      <p:sp>
        <p:nvSpPr>
          <p:cNvPr id="121" name="5-Point Star 5">
            <a:extLst>
              <a:ext uri="{FF2B5EF4-FFF2-40B4-BE49-F238E27FC236}">
                <a16:creationId xmlns:a16="http://schemas.microsoft.com/office/drawing/2014/main" id="{4FFE8471-9F83-4CE0-A59F-6F0534140A08}"/>
              </a:ext>
            </a:extLst>
          </p:cNvPr>
          <p:cNvSpPr/>
          <p:nvPr/>
        </p:nvSpPr>
        <p:spPr>
          <a:xfrm>
            <a:off x="1679167" y="1963302"/>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6"/>
            </p:custDataLst>
          </p:nvPr>
        </p:nvSpPr>
        <p:spPr>
          <a:xfrm>
            <a:off x="5088933" y="2524627"/>
            <a:ext cx="996928"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55">
              <a:defRPr/>
            </a:pPr>
            <a:r>
              <a:rPr lang="en-US" altLang="zh-CN"/>
              <a:t>BLA submission </a:t>
            </a:r>
          </a:p>
          <a:p>
            <a:pPr defTabSz="914355">
              <a:defRPr/>
            </a:pPr>
            <a:r>
              <a:rPr lang="en-US" altLang="zh-CN"/>
              <a:t>Apr 2027</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08580" y="2447101"/>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7"/>
            </p:custDataLst>
          </p:nvPr>
        </p:nvSpPr>
        <p:spPr>
          <a:xfrm>
            <a:off x="6150156" y="2524627"/>
            <a:ext cx="996928"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US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approval </a:t>
            </a:r>
          </a:p>
          <a:p>
            <a:pPr algn="ctr" defTabSz="914333">
              <a:defRPr/>
            </a:pPr>
            <a:r>
              <a:rPr lang="en-US" altLang="zh-CN" sz="750" b="1">
                <a:latin typeface="Calibri" panose="020F0502020204030204" pitchFamily="34" charset="0"/>
                <a:ea typeface="宋体" panose="02010600030101010101" pitchFamily="2" charset="-122"/>
              </a:rPr>
              <a:t>Sep</a:t>
            </a:r>
            <a:r>
              <a:rPr lang="en-US" altLang="zh-CN" sz="750" b="1">
                <a:solidFill>
                  <a:srgbClr val="44546A"/>
                </a:solidFill>
                <a:latin typeface="Calibri" panose="020F0502020204030204" pitchFamily="34" charset="0"/>
                <a:ea typeface="宋体" panose="02010600030101010101" pitchFamily="2" charset="-122"/>
              </a:rPr>
              <a:t> 2027</a:t>
            </a:r>
          </a:p>
        </p:txBody>
      </p:sp>
      <p:sp>
        <p:nvSpPr>
          <p:cNvPr id="150" name="Star: 4 Points 143">
            <a:extLst>
              <a:ext uri="{FF2B5EF4-FFF2-40B4-BE49-F238E27FC236}">
                <a16:creationId xmlns:a16="http://schemas.microsoft.com/office/drawing/2014/main" id="{077B42E6-D7DD-4F77-8701-CDD7C8CD4A04}"/>
              </a:ext>
            </a:extLst>
          </p:cNvPr>
          <p:cNvSpPr/>
          <p:nvPr/>
        </p:nvSpPr>
        <p:spPr bwMode="auto">
          <a:xfrm>
            <a:off x="2157360"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151" name="Star: 4 Points 143">
            <a:extLst>
              <a:ext uri="{FF2B5EF4-FFF2-40B4-BE49-F238E27FC236}">
                <a16:creationId xmlns:a16="http://schemas.microsoft.com/office/drawing/2014/main" id="{CD805192-4322-4158-8128-6F325A099BB1}"/>
              </a:ext>
            </a:extLst>
          </p:cNvPr>
          <p:cNvSpPr/>
          <p:nvPr/>
        </p:nvSpPr>
        <p:spPr bwMode="auto">
          <a:xfrm>
            <a:off x="2757085"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173" name="OTLSHAPE_T_e17f3958430f4cff8650518c93c7635e_StartDate">
            <a:extLst>
              <a:ext uri="{FF2B5EF4-FFF2-40B4-BE49-F238E27FC236}">
                <a16:creationId xmlns:a16="http://schemas.microsoft.com/office/drawing/2014/main" id="{85E02E15-15D6-4FB2-AD0A-19E9217D5129}"/>
              </a:ext>
            </a:extLst>
          </p:cNvPr>
          <p:cNvSpPr txBox="1"/>
          <p:nvPr>
            <p:custDataLst>
              <p:tags r:id="rId8"/>
            </p:custDataLst>
          </p:nvPr>
        </p:nvSpPr>
        <p:spPr>
          <a:xfrm>
            <a:off x="6781740" y="3262219"/>
            <a:ext cx="996928"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CN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approval</a:t>
            </a:r>
          </a:p>
          <a:p>
            <a:pPr algn="ctr" defTabSz="914333">
              <a:defRPr/>
            </a:pPr>
            <a:r>
              <a:rPr lang="en-US" altLang="zh-CN" sz="750" b="1">
                <a:solidFill>
                  <a:srgbClr val="44546A"/>
                </a:solidFill>
                <a:latin typeface="Calibri" panose="020F0502020204030204" pitchFamily="34" charset="0"/>
                <a:ea typeface="宋体" panose="02010600030101010101" pitchFamily="2" charset="-122"/>
              </a:rPr>
              <a:t>Jul 2028</a:t>
            </a:r>
          </a:p>
        </p:txBody>
      </p:sp>
      <p:sp>
        <p:nvSpPr>
          <p:cNvPr id="175" name="OTLSHAPE_T_e17f3958430f4cff8650518c93c7635e_StartDate">
            <a:extLst>
              <a:ext uri="{FF2B5EF4-FFF2-40B4-BE49-F238E27FC236}">
                <a16:creationId xmlns:a16="http://schemas.microsoft.com/office/drawing/2014/main" id="{20F7A4BB-05E8-4B7E-A1AA-BB093CA783D0}"/>
              </a:ext>
            </a:extLst>
          </p:cNvPr>
          <p:cNvSpPr txBox="1"/>
          <p:nvPr>
            <p:custDataLst>
              <p:tags r:id="rId9"/>
            </p:custDataLst>
          </p:nvPr>
        </p:nvSpPr>
        <p:spPr>
          <a:xfrm>
            <a:off x="5214551" y="3262219"/>
            <a:ext cx="839447"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CN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sub</a:t>
            </a:r>
          </a:p>
          <a:p>
            <a:pPr algn="ctr" defTabSz="914333">
              <a:defRPr/>
            </a:pPr>
            <a:r>
              <a:rPr lang="en-US" altLang="zh-CN" sz="750" b="1">
                <a:solidFill>
                  <a:srgbClr val="44546A"/>
                </a:solidFill>
                <a:latin typeface="Calibri" panose="020F0502020204030204" pitchFamily="34" charset="0"/>
                <a:ea typeface="宋体" panose="02010600030101010101" pitchFamily="2" charset="-122"/>
              </a:rPr>
              <a:t>Apr 2027</a:t>
            </a:r>
          </a:p>
        </p:txBody>
      </p:sp>
      <p:pic>
        <p:nvPicPr>
          <p:cNvPr id="176" name="Graphic 175" descr="Flag with solid fill">
            <a:extLst>
              <a:ext uri="{FF2B5EF4-FFF2-40B4-BE49-F238E27FC236}">
                <a16:creationId xmlns:a16="http://schemas.microsoft.com/office/drawing/2014/main" id="{87B94F19-31D5-482E-82CA-76656F8C4A0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40832" y="3120172"/>
            <a:ext cx="139373" cy="139373"/>
          </a:xfrm>
          <a:prstGeom prst="rect">
            <a:avLst/>
          </a:prstGeom>
        </p:spPr>
      </p:pic>
      <p:sp>
        <p:nvSpPr>
          <p:cNvPr id="131" name="5-Point Star 5">
            <a:extLst>
              <a:ext uri="{FF2B5EF4-FFF2-40B4-BE49-F238E27FC236}">
                <a16:creationId xmlns:a16="http://schemas.microsoft.com/office/drawing/2014/main" id="{44FA75B7-C645-4646-A6BE-0F4BBD35B732}"/>
              </a:ext>
            </a:extLst>
          </p:cNvPr>
          <p:cNvSpPr/>
          <p:nvPr/>
        </p:nvSpPr>
        <p:spPr>
          <a:xfrm>
            <a:off x="5580020" y="3156039"/>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132" name="Isosceles Triangle 131">
            <a:extLst>
              <a:ext uri="{FF2B5EF4-FFF2-40B4-BE49-F238E27FC236}">
                <a16:creationId xmlns:a16="http://schemas.microsoft.com/office/drawing/2014/main" id="{0EA2C47D-3EFD-4875-99C0-82E1BC867430}"/>
              </a:ext>
            </a:extLst>
          </p:cNvPr>
          <p:cNvSpPr/>
          <p:nvPr/>
        </p:nvSpPr>
        <p:spPr>
          <a:xfrm>
            <a:off x="1653667" y="1741846"/>
            <a:ext cx="45719" cy="7792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defRPr/>
            </a:pPr>
            <a:endParaRPr lang="zh-CN" altLang="en-US" sz="1350">
              <a:solidFill>
                <a:srgbClr val="E9E9E9"/>
              </a:solidFill>
              <a:latin typeface="Century Gothic" panose="020F0302020204030204"/>
              <a:ea typeface="宋体" panose="02010600030101010101" pitchFamily="2" charset="-122"/>
            </a:endParaRPr>
          </a:p>
        </p:txBody>
      </p:sp>
      <p:sp>
        <p:nvSpPr>
          <p:cNvPr id="20" name="OTLSHAPE_T_5a934a26f311425e8ebaa0f45e6533ad_Shape">
            <a:extLst>
              <a:ext uri="{FF2B5EF4-FFF2-40B4-BE49-F238E27FC236}">
                <a16:creationId xmlns:a16="http://schemas.microsoft.com/office/drawing/2014/main" id="{AAB77772-FBC3-9D8C-F100-BA081EE8D14C}"/>
              </a:ext>
            </a:extLst>
          </p:cNvPr>
          <p:cNvSpPr/>
          <p:nvPr/>
        </p:nvSpPr>
        <p:spPr bwMode="auto">
          <a:xfrm>
            <a:off x="3021578" y="2271183"/>
            <a:ext cx="78300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 FSS-LSR</a:t>
            </a:r>
          </a:p>
        </p:txBody>
      </p:sp>
      <p:sp>
        <p:nvSpPr>
          <p:cNvPr id="33" name="OTLSHAPE_T_e17f3958430f4cff8650518c93c7635e_StartDate">
            <a:extLst>
              <a:ext uri="{FF2B5EF4-FFF2-40B4-BE49-F238E27FC236}">
                <a16:creationId xmlns:a16="http://schemas.microsoft.com/office/drawing/2014/main" id="{854172C0-9620-3301-AC77-CEF76E85C00B}"/>
              </a:ext>
            </a:extLst>
          </p:cNvPr>
          <p:cNvSpPr txBox="1"/>
          <p:nvPr>
            <p:custDataLst>
              <p:tags r:id="rId10"/>
            </p:custDataLst>
          </p:nvPr>
        </p:nvSpPr>
        <p:spPr>
          <a:xfrm>
            <a:off x="1870526" y="2430372"/>
            <a:ext cx="610332"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CTA </a:t>
            </a:r>
          </a:p>
        </p:txBody>
      </p:sp>
      <p:sp>
        <p:nvSpPr>
          <p:cNvPr id="34" name="Star: 4 Points 143">
            <a:extLst>
              <a:ext uri="{FF2B5EF4-FFF2-40B4-BE49-F238E27FC236}">
                <a16:creationId xmlns:a16="http://schemas.microsoft.com/office/drawing/2014/main" id="{E03C5484-1CEE-0104-4B56-F111C9DC7378}"/>
              </a:ext>
            </a:extLst>
          </p:cNvPr>
          <p:cNvSpPr/>
          <p:nvPr/>
        </p:nvSpPr>
        <p:spPr bwMode="auto">
          <a:xfrm>
            <a:off x="2106601" y="2264668"/>
            <a:ext cx="138182" cy="13903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defRPr/>
            </a:pPr>
            <a:endParaRPr lang="zh-CN" altLang="en-US">
              <a:solidFill>
                <a:srgbClr val="000000"/>
              </a:solidFill>
              <a:latin typeface="Verdana" charset="0"/>
            </a:endParaRPr>
          </a:p>
        </p:txBody>
      </p:sp>
      <p:sp>
        <p:nvSpPr>
          <p:cNvPr id="5" name="OTLSHAPE_T_e17f3958430f4cff8650518c93c7635e_StartDate">
            <a:extLst>
              <a:ext uri="{FF2B5EF4-FFF2-40B4-BE49-F238E27FC236}">
                <a16:creationId xmlns:a16="http://schemas.microsoft.com/office/drawing/2014/main" id="{D87E9696-5197-C9EC-09B9-2A5A2807C8C7}"/>
              </a:ext>
            </a:extLst>
          </p:cNvPr>
          <p:cNvSpPr txBox="1"/>
          <p:nvPr>
            <p:custDataLst>
              <p:tags r:id="rId11"/>
            </p:custDataLst>
          </p:nvPr>
        </p:nvSpPr>
        <p:spPr>
          <a:xfrm>
            <a:off x="1318203" y="1457375"/>
            <a:ext cx="630370"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Q1 2024</a:t>
            </a:r>
            <a:endParaRPr lang="zh-CN" altLang="en-US" sz="600" b="1">
              <a:solidFill>
                <a:srgbClr val="44546A"/>
              </a:solidFill>
              <a:latin typeface="Calibri"/>
              <a:cs typeface="Calibri"/>
            </a:endParaRPr>
          </a:p>
        </p:txBody>
      </p:sp>
      <p:sp>
        <p:nvSpPr>
          <p:cNvPr id="11" name="OTLSHAPE_T_5a934a26f311425e8ebaa0f45e6533ad_Shape">
            <a:extLst>
              <a:ext uri="{FF2B5EF4-FFF2-40B4-BE49-F238E27FC236}">
                <a16:creationId xmlns:a16="http://schemas.microsoft.com/office/drawing/2014/main" id="{1E029BFC-1567-8029-27AB-A4877CBA6607}"/>
              </a:ext>
            </a:extLst>
          </p:cNvPr>
          <p:cNvSpPr/>
          <p:nvPr/>
        </p:nvSpPr>
        <p:spPr bwMode="auto">
          <a:xfrm>
            <a:off x="2824652" y="3158983"/>
            <a:ext cx="94500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1368-0140 recruit. window: ~8m</a:t>
            </a:r>
          </a:p>
        </p:txBody>
      </p:sp>
      <p:sp>
        <p:nvSpPr>
          <p:cNvPr id="12" name="TextBox 11">
            <a:extLst>
              <a:ext uri="{FF2B5EF4-FFF2-40B4-BE49-F238E27FC236}">
                <a16:creationId xmlns:a16="http://schemas.microsoft.com/office/drawing/2014/main" id="{970E7D80-0AAA-1DEE-9436-07314A586CD4}"/>
              </a:ext>
            </a:extLst>
          </p:cNvPr>
          <p:cNvSpPr txBox="1"/>
          <p:nvPr/>
        </p:nvSpPr>
        <p:spPr>
          <a:xfrm>
            <a:off x="10568" y="3223675"/>
            <a:ext cx="583307" cy="215444"/>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Ph3 Pivotal 1368-0140</a:t>
            </a:r>
          </a:p>
        </p:txBody>
      </p:sp>
      <p:sp>
        <p:nvSpPr>
          <p:cNvPr id="13" name="TextBox 12">
            <a:extLst>
              <a:ext uri="{FF2B5EF4-FFF2-40B4-BE49-F238E27FC236}">
                <a16:creationId xmlns:a16="http://schemas.microsoft.com/office/drawing/2014/main" id="{45DF61C8-7466-2337-6AFA-CB38133FD5EA}"/>
              </a:ext>
            </a:extLst>
          </p:cNvPr>
          <p:cNvSpPr txBox="1"/>
          <p:nvPr/>
        </p:nvSpPr>
        <p:spPr bwMode="gray">
          <a:xfrm>
            <a:off x="1849998" y="2132147"/>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Jul 2024</a:t>
            </a:r>
            <a:endParaRPr lang="zh-CN" altLang="en-US" sz="600">
              <a:solidFill>
                <a:srgbClr val="44546A"/>
              </a:solidFill>
              <a:latin typeface="Calibri"/>
              <a:cs typeface="Calibri"/>
            </a:endParaRPr>
          </a:p>
        </p:txBody>
      </p:sp>
      <p:sp>
        <p:nvSpPr>
          <p:cNvPr id="14" name="TextBox 13">
            <a:extLst>
              <a:ext uri="{FF2B5EF4-FFF2-40B4-BE49-F238E27FC236}">
                <a16:creationId xmlns:a16="http://schemas.microsoft.com/office/drawing/2014/main" id="{52D515EC-3390-C635-003C-3F812BFD8524}"/>
              </a:ext>
            </a:extLst>
          </p:cNvPr>
          <p:cNvSpPr txBox="1"/>
          <p:nvPr/>
        </p:nvSpPr>
        <p:spPr bwMode="gray">
          <a:xfrm>
            <a:off x="2685864" y="2113629"/>
            <a:ext cx="683746" cy="184666"/>
          </a:xfrm>
          <a:prstGeom prst="rect">
            <a:avLst/>
          </a:prstGeom>
          <a:noFill/>
        </p:spPr>
        <p:txBody>
          <a:bodyPr wrap="square">
            <a:spAutoFit/>
          </a:bodyPr>
          <a:lstStyle/>
          <a:p>
            <a:pPr algn="ctr" defTabSz="914333">
              <a:defRPr/>
            </a:pPr>
            <a:r>
              <a:rPr lang="en-US" altLang="zh-CN" sz="600">
                <a:solidFill>
                  <a:srgbClr val="FF0000"/>
                </a:solidFill>
                <a:latin typeface="Calibri"/>
                <a:cs typeface="Calibri"/>
              </a:rPr>
              <a:t>Feb2025</a:t>
            </a:r>
            <a:endParaRPr lang="zh-CN" altLang="en-US" sz="600">
              <a:solidFill>
                <a:srgbClr val="FF0000"/>
              </a:solidFill>
              <a:latin typeface="Calibri"/>
              <a:cs typeface="Calibri"/>
            </a:endParaRPr>
          </a:p>
        </p:txBody>
      </p:sp>
      <p:sp>
        <p:nvSpPr>
          <p:cNvPr id="15" name="TextBox 14">
            <a:extLst>
              <a:ext uri="{FF2B5EF4-FFF2-40B4-BE49-F238E27FC236}">
                <a16:creationId xmlns:a16="http://schemas.microsoft.com/office/drawing/2014/main" id="{A6667FFF-E1D6-F0A7-E4E8-03F33BC04D9D}"/>
              </a:ext>
            </a:extLst>
          </p:cNvPr>
          <p:cNvSpPr txBox="1"/>
          <p:nvPr/>
        </p:nvSpPr>
        <p:spPr bwMode="gray">
          <a:xfrm>
            <a:off x="4680570" y="2120594"/>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Oct  2026</a:t>
            </a:r>
            <a:endParaRPr lang="zh-CN" altLang="en-US" sz="600">
              <a:solidFill>
                <a:srgbClr val="44546A"/>
              </a:solidFill>
              <a:latin typeface="Calibri"/>
              <a:cs typeface="Calibri"/>
            </a:endParaRPr>
          </a:p>
        </p:txBody>
      </p:sp>
      <p:sp>
        <p:nvSpPr>
          <p:cNvPr id="16" name="TextBox 15">
            <a:extLst>
              <a:ext uri="{FF2B5EF4-FFF2-40B4-BE49-F238E27FC236}">
                <a16:creationId xmlns:a16="http://schemas.microsoft.com/office/drawing/2014/main" id="{26879740-B933-8EC1-8816-371057B0569A}"/>
              </a:ext>
            </a:extLst>
          </p:cNvPr>
          <p:cNvSpPr txBox="1"/>
          <p:nvPr/>
        </p:nvSpPr>
        <p:spPr bwMode="gray">
          <a:xfrm>
            <a:off x="1899704" y="2990398"/>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Jul  </a:t>
            </a:r>
            <a:endParaRPr lang="zh-CN" altLang="en-US" sz="600">
              <a:solidFill>
                <a:srgbClr val="44546A"/>
              </a:solidFill>
              <a:latin typeface="Calibri"/>
              <a:cs typeface="Calibri"/>
            </a:endParaRPr>
          </a:p>
        </p:txBody>
      </p:sp>
      <p:sp>
        <p:nvSpPr>
          <p:cNvPr id="17" name="TextBox 16">
            <a:extLst>
              <a:ext uri="{FF2B5EF4-FFF2-40B4-BE49-F238E27FC236}">
                <a16:creationId xmlns:a16="http://schemas.microsoft.com/office/drawing/2014/main" id="{73538A60-047E-5269-E77F-EEEE3524B720}"/>
              </a:ext>
            </a:extLst>
          </p:cNvPr>
          <p:cNvSpPr txBox="1"/>
          <p:nvPr/>
        </p:nvSpPr>
        <p:spPr bwMode="gray">
          <a:xfrm>
            <a:off x="2442030" y="3002895"/>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Jan 2025  </a:t>
            </a:r>
            <a:endParaRPr lang="zh-CN" altLang="en-US" sz="600">
              <a:solidFill>
                <a:srgbClr val="44546A"/>
              </a:solidFill>
              <a:latin typeface="Calibri"/>
              <a:cs typeface="Calibri"/>
            </a:endParaRPr>
          </a:p>
        </p:txBody>
      </p:sp>
      <p:sp>
        <p:nvSpPr>
          <p:cNvPr id="10" name="OTLSHAPE_T_5a934a26f311425e8ebaa0f45e6533ad_Shape">
            <a:extLst>
              <a:ext uri="{FF2B5EF4-FFF2-40B4-BE49-F238E27FC236}">
                <a16:creationId xmlns:a16="http://schemas.microsoft.com/office/drawing/2014/main" id="{B814FEF2-6BA4-2281-9833-2476A44143C3}"/>
              </a:ext>
            </a:extLst>
          </p:cNvPr>
          <p:cNvSpPr/>
          <p:nvPr/>
        </p:nvSpPr>
        <p:spPr bwMode="auto">
          <a:xfrm>
            <a:off x="3809199" y="2277406"/>
            <a:ext cx="1191683" cy="192024"/>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LSR-LSC</a:t>
            </a:r>
          </a:p>
        </p:txBody>
      </p:sp>
      <p:sp>
        <p:nvSpPr>
          <p:cNvPr id="18" name="TextBox 17">
            <a:extLst>
              <a:ext uri="{FF2B5EF4-FFF2-40B4-BE49-F238E27FC236}">
                <a16:creationId xmlns:a16="http://schemas.microsoft.com/office/drawing/2014/main" id="{29173C12-FBE1-A1CD-DC1E-2E51CEC76F7B}"/>
              </a:ext>
            </a:extLst>
          </p:cNvPr>
          <p:cNvSpPr txBox="1"/>
          <p:nvPr/>
        </p:nvSpPr>
        <p:spPr bwMode="gray">
          <a:xfrm>
            <a:off x="3498228" y="2117067"/>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Oct  2025</a:t>
            </a:r>
            <a:endParaRPr lang="zh-CN" altLang="en-US" sz="600">
              <a:solidFill>
                <a:srgbClr val="44546A"/>
              </a:solidFill>
              <a:latin typeface="Calibri"/>
              <a:cs typeface="Calibri"/>
            </a:endParaRPr>
          </a:p>
        </p:txBody>
      </p:sp>
      <p:sp>
        <p:nvSpPr>
          <p:cNvPr id="19" name="OTLSHAPE_T_5a934a26f311425e8ebaa0f45e6533ad_Shape">
            <a:extLst>
              <a:ext uri="{FF2B5EF4-FFF2-40B4-BE49-F238E27FC236}">
                <a16:creationId xmlns:a16="http://schemas.microsoft.com/office/drawing/2014/main" id="{661C0AE1-3682-4C3A-E5E3-D63EE9740A6A}"/>
              </a:ext>
            </a:extLst>
          </p:cNvPr>
          <p:cNvSpPr/>
          <p:nvPr/>
        </p:nvSpPr>
        <p:spPr bwMode="auto">
          <a:xfrm>
            <a:off x="3804246" y="3173695"/>
            <a:ext cx="1191683" cy="192024"/>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LSR-LSC</a:t>
            </a:r>
          </a:p>
        </p:txBody>
      </p:sp>
      <p:sp>
        <p:nvSpPr>
          <p:cNvPr id="7" name="Rectangle: Rounded Corners 6">
            <a:extLst>
              <a:ext uri="{FF2B5EF4-FFF2-40B4-BE49-F238E27FC236}">
                <a16:creationId xmlns:a16="http://schemas.microsoft.com/office/drawing/2014/main" id="{5220F6B6-6CCC-4FBE-FED8-7B4E06A6C8FE}"/>
              </a:ext>
            </a:extLst>
          </p:cNvPr>
          <p:cNvSpPr/>
          <p:nvPr/>
        </p:nvSpPr>
        <p:spPr>
          <a:xfrm>
            <a:off x="3450564" y="1368112"/>
            <a:ext cx="4855355" cy="594212"/>
          </a:xfrm>
          <a:prstGeom prst="roundRect">
            <a:avLst>
              <a:gd name="adj" fmla="val 8578"/>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38" indent="-171438" defTabSz="914333">
              <a:buFont typeface="Arial" panose="020B0604020202020204" pitchFamily="34" charset="0"/>
              <a:buChar char="•"/>
              <a:defRPr/>
            </a:pPr>
            <a:r>
              <a:rPr lang="en-US" altLang="zh-CN" sz="800">
                <a:solidFill>
                  <a:srgbClr val="000000"/>
                </a:solidFill>
                <a:latin typeface="BISans" panose="02000503040000020004" pitchFamily="2" charset="0"/>
              </a:rPr>
              <a:t>US request for preliminary advice regarding Breakthrough Therapy Designation (PBTDAR) submitted 30 Nov – pending response</a:t>
            </a:r>
          </a:p>
          <a:p>
            <a:pPr marL="171438" indent="-171438" defTabSz="914333">
              <a:buFont typeface="Arial" panose="020B0604020202020204" pitchFamily="34" charset="0"/>
              <a:buChar char="•"/>
              <a:defRPr/>
            </a:pPr>
            <a:r>
              <a:rPr lang="en-US" altLang="zh-CN" sz="800" b="1">
                <a:solidFill>
                  <a:srgbClr val="000000"/>
                </a:solidFill>
                <a:latin typeface="BISans" panose="02000503040000020004" pitchFamily="2" charset="0"/>
              </a:rPr>
              <a:t>Target date for 'first patient randomized' was shifted from Nov2024 to 31Mar2025</a:t>
            </a:r>
            <a:r>
              <a:rPr lang="en-US" altLang="zh-CN" sz="800">
                <a:solidFill>
                  <a:srgbClr val="000000"/>
                </a:solidFill>
                <a:latin typeface="BISans" panose="02000503040000020004" pitchFamily="2" charset="0"/>
              </a:rPr>
              <a:t>, due to a HPBU budget reduction target for 2024.</a:t>
            </a:r>
          </a:p>
          <a:p>
            <a:pPr marL="171438" indent="-171438" defTabSz="914333">
              <a:buFont typeface="Arial" panose="020B0604020202020204" pitchFamily="34" charset="0"/>
              <a:buChar char="•"/>
              <a:defRPr/>
            </a:pPr>
            <a:endParaRPr lang="en-US" altLang="zh-CN" sz="800">
              <a:solidFill>
                <a:srgbClr val="000000"/>
              </a:solidFill>
              <a:latin typeface="BISans" panose="02000503040000020004" pitchFamily="2" charset="0"/>
            </a:endParaRPr>
          </a:p>
          <a:p>
            <a:pPr marL="171438" indent="-171438" defTabSz="914333">
              <a:buFont typeface="Arial" panose="020B0604020202020204" pitchFamily="34" charset="0"/>
              <a:buChar char="•"/>
              <a:defRPr/>
            </a:pPr>
            <a:endParaRPr lang="en-US" altLang="zh-CN" sz="800">
              <a:solidFill>
                <a:srgbClr val="000000"/>
              </a:solidFill>
              <a:latin typeface="BISans" panose="02000503040000020004" pitchFamily="2" charset="0"/>
            </a:endParaRPr>
          </a:p>
          <a:p>
            <a:pPr marL="171438" indent="-171438" defTabSz="914333">
              <a:buFont typeface="Arial" panose="020B0604020202020204" pitchFamily="34" charset="0"/>
              <a:buChar char="•"/>
              <a:defRPr/>
            </a:pPr>
            <a:endParaRPr lang="en-US" altLang="zh-CN" sz="800">
              <a:solidFill>
                <a:srgbClr val="000000"/>
              </a:solidFill>
              <a:latin typeface="BISans" panose="02000503040000020004" pitchFamily="2" charset="0"/>
            </a:endParaRPr>
          </a:p>
        </p:txBody>
      </p:sp>
      <p:sp>
        <p:nvSpPr>
          <p:cNvPr id="21" name="Rectangle: Rounded Corners 20">
            <a:extLst>
              <a:ext uri="{FF2B5EF4-FFF2-40B4-BE49-F238E27FC236}">
                <a16:creationId xmlns:a16="http://schemas.microsoft.com/office/drawing/2014/main" id="{ED44244A-FEB0-586B-E598-E28225954DC1}"/>
              </a:ext>
            </a:extLst>
          </p:cNvPr>
          <p:cNvSpPr/>
          <p:nvPr/>
        </p:nvSpPr>
        <p:spPr>
          <a:xfrm>
            <a:off x="2106601" y="4010161"/>
            <a:ext cx="5456260" cy="702424"/>
          </a:xfrm>
          <a:prstGeom prst="round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227648" indent="-227648" defTabSz="1219079">
              <a:buFont typeface="Arial" panose="020B0604020202020204" pitchFamily="34" charset="0"/>
              <a:buChar char="•"/>
              <a:defRPr/>
            </a:pPr>
            <a:r>
              <a:rPr lang="en-US" altLang="zh-CN" sz="800">
                <a:solidFill>
                  <a:srgbClr val="000000"/>
                </a:solidFill>
                <a:latin typeface="BISans" panose="02000503040000020004" pitchFamily="2" charset="0"/>
              </a:rPr>
              <a:t>Pre-IND meeting request submission on Feb 1. </a:t>
            </a:r>
            <a:r>
              <a:rPr lang="en-US" altLang="zh-CN" sz="800" b="1">
                <a:solidFill>
                  <a:srgbClr val="000000"/>
                </a:solidFill>
                <a:latin typeface="BISans" panose="02000503040000020004" pitchFamily="2" charset="0"/>
              </a:rPr>
              <a:t>Feedback from CDE clinical dept was received</a:t>
            </a:r>
            <a:r>
              <a:rPr lang="en-US" altLang="zh-CN" sz="800">
                <a:solidFill>
                  <a:srgbClr val="000000"/>
                </a:solidFill>
                <a:latin typeface="BISans" panose="02000503040000020004" pitchFamily="2" charset="0"/>
              </a:rPr>
              <a:t>: most comments are general without additional actions;</a:t>
            </a:r>
            <a:r>
              <a:rPr lang="zh-CN" altLang="en-US" sz="800">
                <a:solidFill>
                  <a:srgbClr val="000000"/>
                </a:solidFill>
                <a:latin typeface="BISans" panose="02000503040000020004" pitchFamily="2" charset="0"/>
              </a:rPr>
              <a:t> </a:t>
            </a:r>
            <a:r>
              <a:rPr lang="en-US" altLang="zh-CN" sz="800">
                <a:solidFill>
                  <a:srgbClr val="000000"/>
                </a:solidFill>
                <a:latin typeface="BISans" panose="02000503040000020004" pitchFamily="2" charset="0"/>
              </a:rPr>
              <a:t>China team is requesting to add Chinse expert to global adjudication committee. </a:t>
            </a:r>
            <a:endParaRPr lang="zh-CN" altLang="zh-CN" sz="800">
              <a:solidFill>
                <a:srgbClr val="000000"/>
              </a:solidFill>
              <a:latin typeface="BISans" panose="02000503040000020004" pitchFamily="2" charset="0"/>
            </a:endParaRPr>
          </a:p>
          <a:p>
            <a:pPr marL="227648" indent="-227648" defTabSz="1219079">
              <a:buFont typeface="Arial" panose="020B0604020202020204" pitchFamily="34" charset="0"/>
              <a:buChar char="•"/>
              <a:defRPr/>
            </a:pPr>
            <a:r>
              <a:rPr lang="en-US" altLang="zh-CN" sz="800">
                <a:solidFill>
                  <a:srgbClr val="000000"/>
                </a:solidFill>
                <a:latin typeface="BISans" panose="02000503040000020004" pitchFamily="2" charset="0"/>
              </a:rPr>
              <a:t>Feasibility Check for 16 sites completed,. </a:t>
            </a:r>
          </a:p>
        </p:txBody>
      </p:sp>
      <p:sp>
        <p:nvSpPr>
          <p:cNvPr id="22" name="OTLSHAPE_T_e17f3958430f4cff8650518c93c7635e_StartDate">
            <a:extLst>
              <a:ext uri="{FF2B5EF4-FFF2-40B4-BE49-F238E27FC236}">
                <a16:creationId xmlns:a16="http://schemas.microsoft.com/office/drawing/2014/main" id="{FE802B07-3342-A085-3E09-AF0A3BB59652}"/>
              </a:ext>
            </a:extLst>
          </p:cNvPr>
          <p:cNvSpPr txBox="1"/>
          <p:nvPr>
            <p:custDataLst>
              <p:tags r:id="rId12"/>
            </p:custDataLst>
          </p:nvPr>
        </p:nvSpPr>
        <p:spPr>
          <a:xfrm>
            <a:off x="1536992" y="1235441"/>
            <a:ext cx="546747" cy="123111"/>
          </a:xfrm>
          <a:prstGeom prst="rect">
            <a:avLst/>
          </a:prstGeom>
          <a:noFill/>
          <a:ln w="12700">
            <a:noFill/>
          </a:ln>
        </p:spPr>
        <p:txBody>
          <a:bodyPr vert="horz" wrap="square" lIns="0" tIns="0" rIns="0" bIns="0" rtlCol="0" anchor="ctr" anchorCtr="0">
            <a:spAutoFit/>
          </a:bodyPr>
          <a:lstStyle/>
          <a:p>
            <a:pPr algn="ctr" defTabSz="914333">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cxnSp>
        <p:nvCxnSpPr>
          <p:cNvPr id="23" name="Straight Connector 22">
            <a:extLst>
              <a:ext uri="{FF2B5EF4-FFF2-40B4-BE49-F238E27FC236}">
                <a16:creationId xmlns:a16="http://schemas.microsoft.com/office/drawing/2014/main" id="{CFFB1133-4F50-A609-EA28-27883FBBDE7D}"/>
              </a:ext>
            </a:extLst>
          </p:cNvPr>
          <p:cNvCxnSpPr>
            <a:cxnSpLocks/>
          </p:cNvCxnSpPr>
          <p:nvPr/>
        </p:nvCxnSpPr>
        <p:spPr bwMode="auto">
          <a:xfrm flipV="1">
            <a:off x="1826481" y="1345385"/>
            <a:ext cx="0" cy="2630325"/>
          </a:xfrm>
          <a:prstGeom prst="line">
            <a:avLst/>
          </a:prstGeom>
          <a:solidFill>
            <a:schemeClr val="accent1"/>
          </a:solidFill>
          <a:ln w="6350" cap="flat" cmpd="sng" algn="ctr">
            <a:solidFill>
              <a:srgbClr val="FF0000"/>
            </a:solidFill>
            <a:prstDash val="sysDot"/>
            <a:round/>
            <a:headEnd type="none" w="med" len="med"/>
            <a:tailEnd type="none" w="med" len="med"/>
          </a:ln>
          <a:effectLst/>
        </p:spPr>
      </p:cxnSp>
      <p:pic>
        <p:nvPicPr>
          <p:cNvPr id="24" name="Picture 43" descr="Traffic light - Simple English Wikipedia, the free ...">
            <a:extLst>
              <a:ext uri="{FF2B5EF4-FFF2-40B4-BE49-F238E27FC236}">
                <a16:creationId xmlns:a16="http://schemas.microsoft.com/office/drawing/2014/main" id="{6D1D54C7-3EB1-9E8F-D5AE-4F493FCB5C80}"/>
              </a:ext>
            </a:extLst>
          </p:cNvPr>
          <p:cNvPicPr>
            <a:picLocks noChangeAspect="1"/>
          </p:cNvPicPr>
          <p:nvPr/>
        </p:nvPicPr>
        <p:blipFill rotWithShape="1">
          <a:blip r:embed="rId19" cstate="print">
            <a:extLst>
              <a:ext uri="{28A0092B-C50C-407E-A947-70E740481C1C}">
                <a14:useLocalDpi xmlns:a14="http://schemas.microsoft.com/office/drawing/2010/main"/>
              </a:ext>
            </a:extLst>
          </a:blip>
          <a:srcRect/>
          <a:stretch/>
        </p:blipFill>
        <p:spPr>
          <a:xfrm rot="16200000" flipV="1">
            <a:off x="8268927" y="-142095"/>
            <a:ext cx="392909" cy="971164"/>
          </a:xfrm>
          <a:prstGeom prst="rect">
            <a:avLst/>
          </a:prstGeom>
        </p:spPr>
      </p:pic>
      <p:sp>
        <p:nvSpPr>
          <p:cNvPr id="8" name="Rectangle 7">
            <a:extLst>
              <a:ext uri="{FF2B5EF4-FFF2-40B4-BE49-F238E27FC236}">
                <a16:creationId xmlns:a16="http://schemas.microsoft.com/office/drawing/2014/main" id="{1BAC690B-CC60-CF35-675D-72AD56D5BCBA}"/>
              </a:ext>
            </a:extLst>
          </p:cNvPr>
          <p:cNvSpPr/>
          <p:nvPr/>
        </p:nvSpPr>
        <p:spPr bwMode="gray">
          <a:xfrm rot="19033599">
            <a:off x="3844127" y="2754120"/>
            <a:ext cx="1873143" cy="288264"/>
          </a:xfrm>
          <a:prstGeom prst="rect">
            <a:avLst/>
          </a:prstGeom>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sz="1200">
                <a:solidFill>
                  <a:schemeClr val="tx1"/>
                </a:solidFill>
              </a:rPr>
              <a:t>Timeline to be updated</a:t>
            </a:r>
            <a:endParaRPr lang="zh-CN" altLang="en-US" sz="1200">
              <a:solidFill>
                <a:schemeClr val="tx1"/>
              </a:solidFill>
            </a:endParaRPr>
          </a:p>
        </p:txBody>
      </p:sp>
    </p:spTree>
    <p:extLst>
      <p:ext uri="{BB962C8B-B14F-4D97-AF65-F5344CB8AC3E}">
        <p14:creationId xmlns:p14="http://schemas.microsoft.com/office/powerpoint/2010/main" val="497805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273799" y="102922"/>
            <a:ext cx="8424863" cy="540000"/>
          </a:xfrm>
        </p:spPr>
        <p:txBody>
          <a:bodyPr>
            <a:noAutofit/>
          </a:bodyPr>
          <a:lstStyle/>
          <a:p>
            <a:r>
              <a:rPr lang="en-US" altLang="zh-CN" sz="2000" u="sng">
                <a:latin typeface="Calibri" panose="020F0502020204030204" pitchFamily="34" charset="0"/>
                <a:cs typeface="Calibri" panose="020F0502020204030204" pitchFamily="34" charset="0"/>
              </a:rPr>
              <a:t>Ongoing:</a:t>
            </a:r>
            <a:br>
              <a:rPr lang="en-US" altLang="zh-CN" sz="2000">
                <a:latin typeface="Calibri" panose="020F0502020204030204" pitchFamily="34" charset="0"/>
                <a:cs typeface="Calibri" panose="020F0502020204030204" pitchFamily="34" charset="0"/>
              </a:rPr>
            </a:br>
            <a:r>
              <a:rPr lang="en-US" altLang="zh-CN" sz="2000">
                <a:latin typeface="Calibri" panose="020F0502020204030204" pitchFamily="34" charset="0"/>
                <a:cs typeface="Calibri" panose="020F0502020204030204" pitchFamily="34" charset="0"/>
              </a:rPr>
              <a:t>BI 655130 (Anti-IL36R): Pyoderma Gangrenosum (PG) - </a:t>
            </a:r>
            <a:r>
              <a:rPr lang="en-US" altLang="zh-CN" sz="1800">
                <a:solidFill>
                  <a:srgbClr val="FF0000"/>
                </a:solidFill>
                <a:latin typeface="Calibri" panose="020F0502020204030204" pitchFamily="34" charset="0"/>
                <a:cs typeface="Calibri" panose="020F0502020204030204" pitchFamily="34" charset="0"/>
              </a:rPr>
              <a:t>before update for reference</a:t>
            </a:r>
            <a:endParaRPr lang="en-US" sz="2000">
              <a:solidFill>
                <a:srgbClr val="FF0000"/>
              </a:solidFill>
              <a:latin typeface="+mn-lt"/>
              <a:cs typeface="Calibri" panose="020F0502020204030204" pitchFamily="34" charset="0"/>
            </a:endParaRPr>
          </a:p>
        </p:txBody>
      </p:sp>
      <p:sp>
        <p:nvSpPr>
          <p:cNvPr id="8" name="Text Placeholder 7">
            <a:extLst>
              <a:ext uri="{FF2B5EF4-FFF2-40B4-BE49-F238E27FC236}">
                <a16:creationId xmlns:a16="http://schemas.microsoft.com/office/drawing/2014/main" id="{0C66632E-3225-2B27-3E03-5E7BDD44EC72}"/>
              </a:ext>
            </a:extLst>
          </p:cNvPr>
          <p:cNvSpPr>
            <a:spLocks noGrp="1"/>
          </p:cNvSpPr>
          <p:nvPr>
            <p:ph type="body" sz="quarter" idx="13"/>
          </p:nvPr>
        </p:nvSpPr>
        <p:spPr>
          <a:xfrm>
            <a:off x="360000" y="4352753"/>
            <a:ext cx="8424000" cy="108000"/>
          </a:xfrm>
        </p:spPr>
        <p:txBody>
          <a:bodyPr/>
          <a:lstStyle/>
          <a:p>
            <a:endParaRPr lang="zh-CN" altLang="en-US"/>
          </a:p>
        </p:txBody>
      </p:sp>
      <p:sp>
        <p:nvSpPr>
          <p:cNvPr id="9" name="灯片编号占位符 8"/>
          <p:cNvSpPr>
            <a:spLocks noGrp="1"/>
          </p:cNvSpPr>
          <p:nvPr>
            <p:ph type="sldNum" sz="quarter" idx="20"/>
          </p:nvPr>
        </p:nvSpPr>
        <p:spPr/>
        <p:txBody>
          <a:bodyPr/>
          <a:lstStyle/>
          <a:p>
            <a:pPr defTabSz="914355">
              <a:defRPr/>
            </a:pPr>
            <a:fld id="{143B55C4-4F5A-416B-997D-6CE47EB0A945}" type="slidenum">
              <a:rPr lang="en-GB" sz="750">
                <a:solidFill>
                  <a:srgbClr val="FFFFFF">
                    <a:lumMod val="50000"/>
                  </a:srgbClr>
                </a:solidFill>
                <a:latin typeface="BISansCond" panose="02000006050000020004" pitchFamily="2" charset="0"/>
              </a:rPr>
              <a:pPr defTabSz="914355">
                <a:defRPr/>
              </a:pPr>
              <a:t>63</a:t>
            </a:fld>
            <a:endParaRPr lang="en-GB" sz="750">
              <a:solidFill>
                <a:srgbClr val="FFFFFF">
                  <a:lumMod val="50000"/>
                </a:srgbClr>
              </a:solidFill>
              <a:latin typeface="BISansCond" panose="02000006050000020004" pitchFamily="2" charset="0"/>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0" y="2751076"/>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nvGraphicFramePr>
        <p:xfrm>
          <a:off x="186537" y="736748"/>
          <a:ext cx="8786960" cy="461927"/>
        </p:xfrm>
        <a:graphic>
          <a:graphicData uri="http://schemas.openxmlformats.org/drawingml/2006/table">
            <a:tbl>
              <a:tblPr firstRow="1" bandRow="1"/>
              <a:tblGrid>
                <a:gridCol w="313820">
                  <a:extLst>
                    <a:ext uri="{9D8B030D-6E8A-4147-A177-3AD203B41FA5}">
                      <a16:colId xmlns:a16="http://schemas.microsoft.com/office/drawing/2014/main" val="344046683"/>
                    </a:ext>
                  </a:extLst>
                </a:gridCol>
                <a:gridCol w="313820">
                  <a:extLst>
                    <a:ext uri="{9D8B030D-6E8A-4147-A177-3AD203B41FA5}">
                      <a16:colId xmlns:a16="http://schemas.microsoft.com/office/drawing/2014/main" val="1823529313"/>
                    </a:ext>
                  </a:extLst>
                </a:gridCol>
                <a:gridCol w="313820">
                  <a:extLst>
                    <a:ext uri="{9D8B030D-6E8A-4147-A177-3AD203B41FA5}">
                      <a16:colId xmlns:a16="http://schemas.microsoft.com/office/drawing/2014/main" val="3091663135"/>
                    </a:ext>
                  </a:extLst>
                </a:gridCol>
                <a:gridCol w="313820">
                  <a:extLst>
                    <a:ext uri="{9D8B030D-6E8A-4147-A177-3AD203B41FA5}">
                      <a16:colId xmlns:a16="http://schemas.microsoft.com/office/drawing/2014/main" val="2003423086"/>
                    </a:ext>
                  </a:extLst>
                </a:gridCol>
                <a:gridCol w="313820">
                  <a:extLst>
                    <a:ext uri="{9D8B030D-6E8A-4147-A177-3AD203B41FA5}">
                      <a16:colId xmlns:a16="http://schemas.microsoft.com/office/drawing/2014/main" val="2466911814"/>
                    </a:ext>
                  </a:extLst>
                </a:gridCol>
                <a:gridCol w="313820">
                  <a:extLst>
                    <a:ext uri="{9D8B030D-6E8A-4147-A177-3AD203B41FA5}">
                      <a16:colId xmlns:a16="http://schemas.microsoft.com/office/drawing/2014/main" val="3023231563"/>
                    </a:ext>
                  </a:extLst>
                </a:gridCol>
                <a:gridCol w="313820">
                  <a:extLst>
                    <a:ext uri="{9D8B030D-6E8A-4147-A177-3AD203B41FA5}">
                      <a16:colId xmlns:a16="http://schemas.microsoft.com/office/drawing/2014/main" val="3411862845"/>
                    </a:ext>
                  </a:extLst>
                </a:gridCol>
                <a:gridCol w="313820">
                  <a:extLst>
                    <a:ext uri="{9D8B030D-6E8A-4147-A177-3AD203B41FA5}">
                      <a16:colId xmlns:a16="http://schemas.microsoft.com/office/drawing/2014/main" val="2851474774"/>
                    </a:ext>
                  </a:extLst>
                </a:gridCol>
                <a:gridCol w="313820">
                  <a:extLst>
                    <a:ext uri="{9D8B030D-6E8A-4147-A177-3AD203B41FA5}">
                      <a16:colId xmlns:a16="http://schemas.microsoft.com/office/drawing/2014/main" val="107595344"/>
                    </a:ext>
                  </a:extLst>
                </a:gridCol>
                <a:gridCol w="313820">
                  <a:extLst>
                    <a:ext uri="{9D8B030D-6E8A-4147-A177-3AD203B41FA5}">
                      <a16:colId xmlns:a16="http://schemas.microsoft.com/office/drawing/2014/main" val="1666999431"/>
                    </a:ext>
                  </a:extLst>
                </a:gridCol>
                <a:gridCol w="313820">
                  <a:extLst>
                    <a:ext uri="{9D8B030D-6E8A-4147-A177-3AD203B41FA5}">
                      <a16:colId xmlns:a16="http://schemas.microsoft.com/office/drawing/2014/main" val="3696607442"/>
                    </a:ext>
                  </a:extLst>
                </a:gridCol>
                <a:gridCol w="313820">
                  <a:extLst>
                    <a:ext uri="{9D8B030D-6E8A-4147-A177-3AD203B41FA5}">
                      <a16:colId xmlns:a16="http://schemas.microsoft.com/office/drawing/2014/main" val="223989776"/>
                    </a:ext>
                  </a:extLst>
                </a:gridCol>
                <a:gridCol w="313820">
                  <a:extLst>
                    <a:ext uri="{9D8B030D-6E8A-4147-A177-3AD203B41FA5}">
                      <a16:colId xmlns:a16="http://schemas.microsoft.com/office/drawing/2014/main" val="124731204"/>
                    </a:ext>
                  </a:extLst>
                </a:gridCol>
                <a:gridCol w="313820">
                  <a:extLst>
                    <a:ext uri="{9D8B030D-6E8A-4147-A177-3AD203B41FA5}">
                      <a16:colId xmlns:a16="http://schemas.microsoft.com/office/drawing/2014/main" val="3066978585"/>
                    </a:ext>
                  </a:extLst>
                </a:gridCol>
                <a:gridCol w="313820">
                  <a:extLst>
                    <a:ext uri="{9D8B030D-6E8A-4147-A177-3AD203B41FA5}">
                      <a16:colId xmlns:a16="http://schemas.microsoft.com/office/drawing/2014/main" val="1064917641"/>
                    </a:ext>
                  </a:extLst>
                </a:gridCol>
                <a:gridCol w="313820">
                  <a:extLst>
                    <a:ext uri="{9D8B030D-6E8A-4147-A177-3AD203B41FA5}">
                      <a16:colId xmlns:a16="http://schemas.microsoft.com/office/drawing/2014/main" val="4221117315"/>
                    </a:ext>
                  </a:extLst>
                </a:gridCol>
                <a:gridCol w="313820">
                  <a:extLst>
                    <a:ext uri="{9D8B030D-6E8A-4147-A177-3AD203B41FA5}">
                      <a16:colId xmlns:a16="http://schemas.microsoft.com/office/drawing/2014/main" val="3266065341"/>
                    </a:ext>
                  </a:extLst>
                </a:gridCol>
                <a:gridCol w="313820">
                  <a:extLst>
                    <a:ext uri="{9D8B030D-6E8A-4147-A177-3AD203B41FA5}">
                      <a16:colId xmlns:a16="http://schemas.microsoft.com/office/drawing/2014/main" val="2374051224"/>
                    </a:ext>
                  </a:extLst>
                </a:gridCol>
                <a:gridCol w="313820">
                  <a:extLst>
                    <a:ext uri="{9D8B030D-6E8A-4147-A177-3AD203B41FA5}">
                      <a16:colId xmlns:a16="http://schemas.microsoft.com/office/drawing/2014/main" val="1840388365"/>
                    </a:ext>
                  </a:extLst>
                </a:gridCol>
                <a:gridCol w="313820">
                  <a:extLst>
                    <a:ext uri="{9D8B030D-6E8A-4147-A177-3AD203B41FA5}">
                      <a16:colId xmlns:a16="http://schemas.microsoft.com/office/drawing/2014/main" val="267750830"/>
                    </a:ext>
                  </a:extLst>
                </a:gridCol>
                <a:gridCol w="313820">
                  <a:extLst>
                    <a:ext uri="{9D8B030D-6E8A-4147-A177-3AD203B41FA5}">
                      <a16:colId xmlns:a16="http://schemas.microsoft.com/office/drawing/2014/main" val="3966469970"/>
                    </a:ext>
                  </a:extLst>
                </a:gridCol>
                <a:gridCol w="313820">
                  <a:extLst>
                    <a:ext uri="{9D8B030D-6E8A-4147-A177-3AD203B41FA5}">
                      <a16:colId xmlns:a16="http://schemas.microsoft.com/office/drawing/2014/main" val="2522973146"/>
                    </a:ext>
                  </a:extLst>
                </a:gridCol>
                <a:gridCol w="313820">
                  <a:extLst>
                    <a:ext uri="{9D8B030D-6E8A-4147-A177-3AD203B41FA5}">
                      <a16:colId xmlns:a16="http://schemas.microsoft.com/office/drawing/2014/main" val="309019048"/>
                    </a:ext>
                  </a:extLst>
                </a:gridCol>
                <a:gridCol w="313820">
                  <a:extLst>
                    <a:ext uri="{9D8B030D-6E8A-4147-A177-3AD203B41FA5}">
                      <a16:colId xmlns:a16="http://schemas.microsoft.com/office/drawing/2014/main" val="4088660355"/>
                    </a:ext>
                  </a:extLst>
                </a:gridCol>
                <a:gridCol w="313820">
                  <a:extLst>
                    <a:ext uri="{9D8B030D-6E8A-4147-A177-3AD203B41FA5}">
                      <a16:colId xmlns:a16="http://schemas.microsoft.com/office/drawing/2014/main" val="4101055617"/>
                    </a:ext>
                  </a:extLst>
                </a:gridCol>
                <a:gridCol w="313820">
                  <a:extLst>
                    <a:ext uri="{9D8B030D-6E8A-4147-A177-3AD203B41FA5}">
                      <a16:colId xmlns:a16="http://schemas.microsoft.com/office/drawing/2014/main" val="1497634779"/>
                    </a:ext>
                  </a:extLst>
                </a:gridCol>
                <a:gridCol w="313820">
                  <a:extLst>
                    <a:ext uri="{9D8B030D-6E8A-4147-A177-3AD203B41FA5}">
                      <a16:colId xmlns:a16="http://schemas.microsoft.com/office/drawing/2014/main" val="1313870339"/>
                    </a:ext>
                  </a:extLst>
                </a:gridCol>
                <a:gridCol w="313820">
                  <a:extLst>
                    <a:ext uri="{9D8B030D-6E8A-4147-A177-3AD203B41FA5}">
                      <a16:colId xmlns:a16="http://schemas.microsoft.com/office/drawing/2014/main" val="380966906"/>
                    </a:ext>
                  </a:extLst>
                </a:gridCol>
              </a:tblGrid>
              <a:tr h="194310">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2023</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2024</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2025</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2026</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800" b="1">
                          <a:solidFill>
                            <a:schemeClr val="bg1"/>
                          </a:solidFill>
                          <a:latin typeface="Arial" panose="020B0604020202020204" pitchFamily="34" charset="0"/>
                          <a:cs typeface="Arial" panose="020B0604020202020204" pitchFamily="34" charset="0"/>
                        </a:rPr>
                        <a:t>2027</a:t>
                      </a: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bg1"/>
                          </a:solidFill>
                          <a:latin typeface="Arial" panose="020B0604020202020204" pitchFamily="34" charset="0"/>
                          <a:ea typeface="+mn-ea"/>
                          <a:cs typeface="Arial" panose="020B0604020202020204" pitchFamily="34" charset="0"/>
                        </a:rPr>
                        <a:t>2028</a:t>
                      </a:r>
                      <a:endParaRPr lang="zh-CN" altLang="en-US" sz="800" b="1" kern="1200">
                        <a:solidFill>
                          <a:schemeClr val="bg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617">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131632" y="865392"/>
            <a:ext cx="486295" cy="190978"/>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en-US" sz="1400" err="1">
              <a:solidFill>
                <a:srgbClr val="000000"/>
              </a:solidFill>
              <a:latin typeface="BISansCond"/>
            </a:endParaRPr>
          </a:p>
        </p:txBody>
      </p:sp>
      <p:sp>
        <p:nvSpPr>
          <p:cNvPr id="118" name="Isosceles Triangle 117"/>
          <p:cNvSpPr/>
          <p:nvPr/>
        </p:nvSpPr>
        <p:spPr>
          <a:xfrm rot="5400000">
            <a:off x="8815598" y="91126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55">
              <a:defRPr/>
            </a:pPr>
            <a:endParaRPr lang="en-US" sz="1400" err="1">
              <a:solidFill>
                <a:srgbClr val="000000"/>
              </a:solidFill>
              <a:latin typeface="BISansCond"/>
            </a:endParaRPr>
          </a:p>
        </p:txBody>
      </p:sp>
      <p:sp>
        <p:nvSpPr>
          <p:cNvPr id="82" name="TextBox 81"/>
          <p:cNvSpPr txBox="1"/>
          <p:nvPr/>
        </p:nvSpPr>
        <p:spPr>
          <a:xfrm>
            <a:off x="21299" y="1688631"/>
            <a:ext cx="583725" cy="107722"/>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ECR:1368.0134</a:t>
            </a:r>
            <a:endParaRPr lang="en-US" sz="700">
              <a:solidFill>
                <a:srgbClr val="0066CC"/>
              </a:solidFill>
              <a:latin typeface="Calibri" panose="020F0502020204030204" pitchFamily="34" charset="0"/>
              <a:cs typeface="Calibri" panose="020F0502020204030204" pitchFamily="34" charset="0"/>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1097281" y="1564485"/>
            <a:ext cx="2089670"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ECR (FSS-LSC) </a:t>
            </a:r>
          </a:p>
        </p:txBody>
      </p:sp>
      <p:pic>
        <p:nvPicPr>
          <p:cNvPr id="2" name="Picture 1"/>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261" y="1135015"/>
            <a:ext cx="798407" cy="393500"/>
          </a:xfrm>
          <a:prstGeom prst="rect">
            <a:avLst/>
          </a:prstGeom>
        </p:spPr>
      </p:pic>
      <p:pic>
        <p:nvPicPr>
          <p:cNvPr id="4" name="Picture 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7343" y="2779056"/>
            <a:ext cx="785774" cy="387274"/>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5336642" y="2482770"/>
            <a:ext cx="95971" cy="74587"/>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a:solidFill>
                <a:srgbClr val="000000"/>
              </a:solidFill>
              <a:latin typeface="BISansOpti"/>
            </a:endParaRPr>
          </a:p>
        </p:txBody>
      </p:sp>
      <p:sp>
        <p:nvSpPr>
          <p:cNvPr id="101" name="OTLSHAPE_T_e17f3958430f4cff8650518c93c7635e_StartDate">
            <a:extLst>
              <a:ext uri="{FF2B5EF4-FFF2-40B4-BE49-F238E27FC236}">
                <a16:creationId xmlns:a16="http://schemas.microsoft.com/office/drawing/2014/main" id="{116580F7-EF8C-4398-B7E5-B93D4E3B7314}"/>
              </a:ext>
            </a:extLst>
          </p:cNvPr>
          <p:cNvSpPr txBox="1"/>
          <p:nvPr>
            <p:custDataLst>
              <p:tags r:id="rId1"/>
            </p:custDataLst>
          </p:nvPr>
        </p:nvSpPr>
        <p:spPr>
          <a:xfrm>
            <a:off x="1957597" y="3439119"/>
            <a:ext cx="542969" cy="92333"/>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defTabSz="914333">
              <a:defRPr/>
            </a:pPr>
            <a:r>
              <a:rPr lang="en-US" altLang="zh-CN"/>
              <a:t>CTA</a:t>
            </a:r>
            <a:endParaRPr lang="zh-CN" altLang="en-US"/>
          </a:p>
        </p:txBody>
      </p:sp>
      <p:sp>
        <p:nvSpPr>
          <p:cNvPr id="102" name="OTLSHAPE_T_e17f3958430f4cff8650518c93c7635e_Shape">
            <a:extLst>
              <a:ext uri="{FF2B5EF4-FFF2-40B4-BE49-F238E27FC236}">
                <a16:creationId xmlns:a16="http://schemas.microsoft.com/office/drawing/2014/main" id="{A363F998-E792-4751-B41F-BA56653D9BEE}"/>
              </a:ext>
            </a:extLst>
          </p:cNvPr>
          <p:cNvSpPr/>
          <p:nvPr>
            <p:custDataLst>
              <p:tags r:id="rId2"/>
            </p:custDataLst>
          </p:nvPr>
        </p:nvSpPr>
        <p:spPr bwMode="auto">
          <a:xfrm>
            <a:off x="2222315" y="3159320"/>
            <a:ext cx="605783" cy="19202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914355">
              <a:defRPr/>
            </a:pPr>
            <a:r>
              <a:rPr lang="en-US" altLang="zh-CN" sz="600" b="1">
                <a:solidFill>
                  <a:srgbClr val="000000"/>
                </a:solidFill>
                <a:latin typeface="Calibri" panose="020F0502020204030204" pitchFamily="34" charset="0"/>
                <a:cs typeface="Calibri" panose="020F0502020204030204" pitchFamily="34" charset="0"/>
              </a:rPr>
              <a:t>CTA Review + EC + HGRAC</a:t>
            </a:r>
            <a:endParaRPr lang="zh-CN" altLang="en-US" sz="600" b="1">
              <a:solidFill>
                <a:srgbClr val="000000"/>
              </a:solidFill>
              <a:latin typeface="Calibri" panose="020F0502020204030204" pitchFamily="34" charset="0"/>
              <a:cs typeface="Calibri" panose="020F0502020204030204" pitchFamily="34" charset="0"/>
            </a:endParaRPr>
          </a:p>
        </p:txBody>
      </p:sp>
      <p:sp>
        <p:nvSpPr>
          <p:cNvPr id="105" name="Rectangle 104">
            <a:extLst>
              <a:ext uri="{FF2B5EF4-FFF2-40B4-BE49-F238E27FC236}">
                <a16:creationId xmlns:a16="http://schemas.microsoft.com/office/drawing/2014/main" id="{785E939B-46E1-4400-AA01-4234544B9F05}"/>
              </a:ext>
            </a:extLst>
          </p:cNvPr>
          <p:cNvSpPr/>
          <p:nvPr/>
        </p:nvSpPr>
        <p:spPr>
          <a:xfrm>
            <a:off x="2499899" y="3455430"/>
            <a:ext cx="601447"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1st SIV</a:t>
            </a:r>
          </a:p>
        </p:txBody>
      </p:sp>
      <p:sp>
        <p:nvSpPr>
          <p:cNvPr id="76" name="OTLSHAPE_T_5a934a26f311425e8ebaa0f45e6533ad_Shape">
            <a:extLst>
              <a:ext uri="{FF2B5EF4-FFF2-40B4-BE49-F238E27FC236}">
                <a16:creationId xmlns:a16="http://schemas.microsoft.com/office/drawing/2014/main" id="{60838ACC-4AB5-4AFC-97DD-2AC12A7AE913}"/>
              </a:ext>
            </a:extLst>
          </p:cNvPr>
          <p:cNvSpPr/>
          <p:nvPr/>
        </p:nvSpPr>
        <p:spPr bwMode="auto">
          <a:xfrm>
            <a:off x="1550202" y="3158984"/>
            <a:ext cx="683561" cy="192361"/>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600" b="1">
                <a:solidFill>
                  <a:srgbClr val="000000"/>
                </a:solidFill>
                <a:latin typeface="Calibri" panose="020F0502020204030204" pitchFamily="34" charset="0"/>
                <a:cs typeface="Calibri" panose="020F0502020204030204" pitchFamily="34" charset="0"/>
              </a:rPr>
              <a:t>Pre-IND</a:t>
            </a:r>
          </a:p>
        </p:txBody>
      </p:sp>
      <p:sp>
        <p:nvSpPr>
          <p:cNvPr id="77" name="Rectangle 76">
            <a:extLst>
              <a:ext uri="{FF2B5EF4-FFF2-40B4-BE49-F238E27FC236}">
                <a16:creationId xmlns:a16="http://schemas.microsoft.com/office/drawing/2014/main" id="{081CE0EC-6BFD-4451-B10A-7CFE2288ABAB}"/>
              </a:ext>
            </a:extLst>
          </p:cNvPr>
          <p:cNvSpPr/>
          <p:nvPr/>
        </p:nvSpPr>
        <p:spPr>
          <a:xfrm>
            <a:off x="1328121" y="3409264"/>
            <a:ext cx="471604" cy="184666"/>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Meeting </a:t>
            </a:r>
          </a:p>
          <a:p>
            <a:pPr algn="ctr" defTabSz="914333">
              <a:defRPr/>
            </a:pPr>
            <a:r>
              <a:rPr lang="en-US" altLang="zh-CN" sz="600" b="1">
                <a:solidFill>
                  <a:srgbClr val="44546A"/>
                </a:solidFill>
                <a:latin typeface="Calibri"/>
                <a:cs typeface="Calibri"/>
              </a:rPr>
              <a:t>request</a:t>
            </a:r>
            <a:endParaRPr lang="zh-CN" altLang="en-US" sz="600" b="1">
              <a:solidFill>
                <a:srgbClr val="44546A"/>
              </a:solidFill>
              <a:latin typeface="Calibri"/>
              <a:cs typeface="Calibri"/>
            </a:endParaRPr>
          </a:p>
        </p:txBody>
      </p:sp>
      <p:sp>
        <p:nvSpPr>
          <p:cNvPr id="78" name="Star: 4 Points 143">
            <a:extLst>
              <a:ext uri="{FF2B5EF4-FFF2-40B4-BE49-F238E27FC236}">
                <a16:creationId xmlns:a16="http://schemas.microsoft.com/office/drawing/2014/main" id="{12C190F4-BC9D-45BD-B3D6-33DFAC0EC02A}"/>
              </a:ext>
            </a:extLst>
          </p:cNvPr>
          <p:cNvSpPr/>
          <p:nvPr/>
        </p:nvSpPr>
        <p:spPr bwMode="auto">
          <a:xfrm>
            <a:off x="1495207"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81" name="OTLSHAPE_T_e17f3958430f4cff8650518c93c7635e_StartDate">
            <a:extLst>
              <a:ext uri="{FF2B5EF4-FFF2-40B4-BE49-F238E27FC236}">
                <a16:creationId xmlns:a16="http://schemas.microsoft.com/office/drawing/2014/main" id="{DCB95541-3F87-4977-8B60-344DC5A506F3}"/>
              </a:ext>
            </a:extLst>
          </p:cNvPr>
          <p:cNvSpPr txBox="1"/>
          <p:nvPr>
            <p:custDataLst>
              <p:tags r:id="rId3"/>
            </p:custDataLst>
          </p:nvPr>
        </p:nvSpPr>
        <p:spPr>
          <a:xfrm>
            <a:off x="1193139" y="3036820"/>
            <a:ext cx="596122" cy="10772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kumimoji="0" sz="700" b="1" i="0" u="none" strike="noStrike" cap="none" spc="0" normalizeH="0" baseline="0">
                <a:ln>
                  <a:noFill/>
                </a:ln>
                <a:solidFill>
                  <a:srgbClr val="44546A"/>
                </a:solidFill>
                <a:effectLst/>
                <a:uLnTx/>
                <a:uFillTx/>
                <a:latin typeface="Calibri" panose="020F0502020204030204" pitchFamily="34" charset="0"/>
              </a:defRPr>
            </a:lvl1pPr>
          </a:lstStyle>
          <a:p>
            <a:pPr defTabSz="914355">
              <a:defRPr/>
            </a:pPr>
            <a:r>
              <a:rPr lang="en-US" altLang="zh-CN"/>
              <a:t>Jan2024</a:t>
            </a:r>
            <a:endParaRPr lang="zh-CN" altLang="en-US"/>
          </a:p>
        </p:txBody>
      </p:sp>
      <p:sp>
        <p:nvSpPr>
          <p:cNvPr id="6" name="TextBox 5">
            <a:extLst>
              <a:ext uri="{FF2B5EF4-FFF2-40B4-BE49-F238E27FC236}">
                <a16:creationId xmlns:a16="http://schemas.microsoft.com/office/drawing/2014/main" id="{25E9B149-D572-4CFE-AEEE-BB1C81F2D0A9}"/>
              </a:ext>
            </a:extLst>
          </p:cNvPr>
          <p:cNvSpPr txBox="1"/>
          <p:nvPr/>
        </p:nvSpPr>
        <p:spPr>
          <a:xfrm>
            <a:off x="7910033" y="4535135"/>
            <a:ext cx="1062791" cy="661720"/>
          </a:xfrm>
          <a:prstGeom prst="rect">
            <a:avLst/>
          </a:prstGeom>
          <a:noFill/>
        </p:spPr>
        <p:txBody>
          <a:bodyPr wrap="none" lIns="0" tIns="0" rIns="0" bIns="0" rtlCol="0">
            <a:spAutoFit/>
          </a:bodyPr>
          <a:lstStyle/>
          <a:p>
            <a:pPr defTabSz="914355">
              <a:defRPr/>
            </a:pPr>
            <a:r>
              <a:rPr lang="en-US" altLang="zh-CN" sz="600">
                <a:solidFill>
                  <a:srgbClr val="FFFFFF">
                    <a:lumMod val="50000"/>
                  </a:srgbClr>
                </a:solidFill>
                <a:latin typeface="BISansCond"/>
              </a:rPr>
              <a:t>ECR: External collaborative research</a:t>
            </a:r>
          </a:p>
          <a:p>
            <a:pPr defTabSz="914355">
              <a:defRPr/>
            </a:pPr>
            <a:r>
              <a:rPr lang="en-US" altLang="zh-CN" sz="600">
                <a:solidFill>
                  <a:srgbClr val="FFFFFF">
                    <a:lumMod val="50000"/>
                  </a:srgbClr>
                </a:solidFill>
                <a:latin typeface="BISansCond"/>
              </a:rPr>
              <a:t>HAI: Health authority interaction</a:t>
            </a:r>
          </a:p>
          <a:p>
            <a:pPr defTabSz="914355">
              <a:defRPr/>
            </a:pPr>
            <a:r>
              <a:rPr lang="en-US" altLang="zh-CN" sz="600">
                <a:solidFill>
                  <a:srgbClr val="FFFFFF">
                    <a:lumMod val="50000"/>
                  </a:srgbClr>
                </a:solidFill>
                <a:latin typeface="BISansCond"/>
              </a:rPr>
              <a:t>FSS: First subject screening</a:t>
            </a:r>
          </a:p>
          <a:p>
            <a:pPr defTabSz="914355">
              <a:defRPr/>
            </a:pPr>
            <a:r>
              <a:rPr lang="en-US" altLang="zh-CN" sz="600">
                <a:solidFill>
                  <a:srgbClr val="FFFFFF">
                    <a:lumMod val="50000"/>
                  </a:srgbClr>
                </a:solidFill>
                <a:latin typeface="BISansCond"/>
              </a:rPr>
              <a:t>LSS: Last subject screening</a:t>
            </a:r>
          </a:p>
          <a:p>
            <a:pPr defTabSz="914355">
              <a:defRPr/>
            </a:pPr>
            <a:r>
              <a:rPr lang="en-US" altLang="zh-CN" sz="600">
                <a:solidFill>
                  <a:srgbClr val="FFFFFF">
                    <a:lumMod val="50000"/>
                  </a:srgbClr>
                </a:solidFill>
                <a:latin typeface="BISansCond"/>
              </a:rPr>
              <a:t>LSC: Last subject complete</a:t>
            </a:r>
          </a:p>
          <a:p>
            <a:pPr defTabSz="914355">
              <a:defRPr/>
            </a:pPr>
            <a:r>
              <a:rPr lang="en-US" altLang="zh-CN" sz="600">
                <a:solidFill>
                  <a:srgbClr val="FFFFFF">
                    <a:lumMod val="50000"/>
                  </a:srgbClr>
                </a:solidFill>
                <a:latin typeface="BISansCond"/>
              </a:rPr>
              <a:t>LSR: Last subject randomization</a:t>
            </a:r>
            <a:endParaRPr lang="zh-CN" altLang="en-US" sz="600">
              <a:solidFill>
                <a:srgbClr val="FFFFFF">
                  <a:lumMod val="50000"/>
                </a:srgbClr>
              </a:solidFill>
              <a:latin typeface="BISansCond"/>
            </a:endParaRPr>
          </a:p>
          <a:p>
            <a:pPr defTabSz="914355">
              <a:defRPr/>
            </a:pPr>
            <a:endParaRPr lang="zh-CN" altLang="en-US" sz="700">
              <a:solidFill>
                <a:srgbClr val="FFFFFF">
                  <a:lumMod val="50000"/>
                </a:srgbClr>
              </a:solidFill>
              <a:latin typeface="BISansCond"/>
            </a:endParaRPr>
          </a:p>
        </p:txBody>
      </p:sp>
      <p:sp>
        <p:nvSpPr>
          <p:cNvPr id="75" name="OTLSHAPE_T_e17f3958430f4cff8650518c93c7635e_StartDate">
            <a:extLst>
              <a:ext uri="{FF2B5EF4-FFF2-40B4-BE49-F238E27FC236}">
                <a16:creationId xmlns:a16="http://schemas.microsoft.com/office/drawing/2014/main" id="{0A653FE1-3347-4E3E-9670-2D8BF789A651}"/>
              </a:ext>
            </a:extLst>
          </p:cNvPr>
          <p:cNvSpPr txBox="1"/>
          <p:nvPr>
            <p:custDataLst>
              <p:tags r:id="rId4"/>
            </p:custDataLst>
          </p:nvPr>
        </p:nvSpPr>
        <p:spPr>
          <a:xfrm>
            <a:off x="1334334" y="1804254"/>
            <a:ext cx="630370"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IA results</a:t>
            </a:r>
            <a:endParaRPr lang="zh-CN" altLang="en-US" sz="600" b="1">
              <a:solidFill>
                <a:srgbClr val="44546A"/>
              </a:solidFill>
              <a:latin typeface="Calibri"/>
              <a:cs typeface="Calibri"/>
            </a:endParaRPr>
          </a:p>
        </p:txBody>
      </p:sp>
      <p:sp>
        <p:nvSpPr>
          <p:cNvPr id="111" name="TextBox 110">
            <a:extLst>
              <a:ext uri="{FF2B5EF4-FFF2-40B4-BE49-F238E27FC236}">
                <a16:creationId xmlns:a16="http://schemas.microsoft.com/office/drawing/2014/main" id="{4234C9EC-3A7A-4361-BA46-FEE8499D0720}"/>
              </a:ext>
            </a:extLst>
          </p:cNvPr>
          <p:cNvSpPr txBox="1"/>
          <p:nvPr/>
        </p:nvSpPr>
        <p:spPr>
          <a:xfrm>
            <a:off x="2" y="2314408"/>
            <a:ext cx="583307" cy="215444"/>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Ph3 Pivotal 1368-0140</a:t>
            </a:r>
          </a:p>
        </p:txBody>
      </p:sp>
      <p:sp>
        <p:nvSpPr>
          <p:cNvPr id="120" name="OTLSHAPE_T_e17f3958430f4cff8650518c93c7635e_StartDate">
            <a:extLst>
              <a:ext uri="{FF2B5EF4-FFF2-40B4-BE49-F238E27FC236}">
                <a16:creationId xmlns:a16="http://schemas.microsoft.com/office/drawing/2014/main" id="{FB091C37-6587-43A7-90A7-2AC6CF85E73E}"/>
              </a:ext>
            </a:extLst>
          </p:cNvPr>
          <p:cNvSpPr txBox="1"/>
          <p:nvPr>
            <p:custDataLst>
              <p:tags r:id="rId5"/>
            </p:custDataLst>
          </p:nvPr>
        </p:nvSpPr>
        <p:spPr>
          <a:xfrm>
            <a:off x="1429972" y="2076683"/>
            <a:ext cx="628581" cy="184666"/>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FDA Meeting/WRO </a:t>
            </a:r>
          </a:p>
          <a:p>
            <a:pPr algn="ctr" defTabSz="914333">
              <a:defRPr/>
            </a:pPr>
            <a:r>
              <a:rPr lang="en-US" altLang="zh-CN" sz="600" b="1">
                <a:solidFill>
                  <a:srgbClr val="44546A"/>
                </a:solidFill>
                <a:latin typeface="Calibri"/>
                <a:cs typeface="Calibri"/>
              </a:rPr>
              <a:t>Mar 2024</a:t>
            </a:r>
            <a:endParaRPr lang="zh-CN" altLang="en-US" sz="600" b="1">
              <a:solidFill>
                <a:srgbClr val="44546A"/>
              </a:solidFill>
              <a:latin typeface="Calibri"/>
              <a:cs typeface="Calibri"/>
            </a:endParaRPr>
          </a:p>
        </p:txBody>
      </p:sp>
      <p:sp>
        <p:nvSpPr>
          <p:cNvPr id="121" name="5-Point Star 5">
            <a:extLst>
              <a:ext uri="{FF2B5EF4-FFF2-40B4-BE49-F238E27FC236}">
                <a16:creationId xmlns:a16="http://schemas.microsoft.com/office/drawing/2014/main" id="{4FFE8471-9F83-4CE0-A59F-6F0534140A08}"/>
              </a:ext>
            </a:extLst>
          </p:cNvPr>
          <p:cNvSpPr/>
          <p:nvPr/>
        </p:nvSpPr>
        <p:spPr>
          <a:xfrm>
            <a:off x="1679167" y="1963302"/>
            <a:ext cx="69378" cy="87018"/>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6"/>
            </p:custDataLst>
          </p:nvPr>
        </p:nvSpPr>
        <p:spPr>
          <a:xfrm>
            <a:off x="5088933" y="2524627"/>
            <a:ext cx="996928" cy="230832"/>
          </a:xfrm>
          <a:prstGeom prst="rect">
            <a:avLst/>
          </a:prstGeom>
          <a:noFill/>
        </p:spPr>
        <p:txBody>
          <a:bodyPr vert="horz" wrap="square" lIns="0" tIns="0" rIns="0" bIns="0" rtlCol="0" anchor="ctr" anchorCtr="0">
            <a:spAutoFit/>
          </a:bodyPr>
          <a:lstStyle>
            <a:defPPr>
              <a:defRPr lang="de-DE"/>
            </a:defPPr>
            <a:lvl1pPr marR="0" lvl="0" indent="0" algn="ctr" fontAlgn="auto">
              <a:lnSpc>
                <a:spcPct val="100000"/>
              </a:lnSpc>
              <a:spcBef>
                <a:spcPts val="0"/>
              </a:spcBef>
              <a:spcAft>
                <a:spcPts val="0"/>
              </a:spcAft>
              <a:buClrTx/>
              <a:buSzTx/>
              <a:buFontTx/>
              <a:buNone/>
              <a:tabLst/>
              <a:defRPr sz="750" b="1">
                <a:solidFill>
                  <a:srgbClr val="44546A"/>
                </a:solidFill>
                <a:latin typeface="Calibri" panose="020F0502020204030204" pitchFamily="34" charset="0"/>
              </a:defRPr>
            </a:lvl1pPr>
          </a:lstStyle>
          <a:p>
            <a:pPr defTabSz="914355">
              <a:defRPr/>
            </a:pPr>
            <a:r>
              <a:rPr lang="en-US" altLang="zh-CN"/>
              <a:t>BLA submission </a:t>
            </a:r>
          </a:p>
          <a:p>
            <a:pPr defTabSz="914355">
              <a:defRPr/>
            </a:pPr>
            <a:r>
              <a:rPr lang="en-US" altLang="zh-CN"/>
              <a:t>Mar 2027</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408580" y="2447101"/>
            <a:ext cx="145920" cy="145920"/>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7"/>
            </p:custDataLst>
          </p:nvPr>
        </p:nvSpPr>
        <p:spPr>
          <a:xfrm>
            <a:off x="6150156" y="2524627"/>
            <a:ext cx="996928"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US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approval </a:t>
            </a:r>
          </a:p>
          <a:p>
            <a:pPr algn="ctr" defTabSz="914333">
              <a:defRPr/>
            </a:pPr>
            <a:r>
              <a:rPr lang="en-US" altLang="zh-CN" sz="750" b="1">
                <a:latin typeface="Calibri" panose="020F0502020204030204" pitchFamily="34" charset="0"/>
                <a:ea typeface="宋体" panose="02010600030101010101" pitchFamily="2" charset="-122"/>
              </a:rPr>
              <a:t>Sep</a:t>
            </a:r>
            <a:r>
              <a:rPr lang="en-US" altLang="zh-CN" sz="750" b="1">
                <a:solidFill>
                  <a:srgbClr val="44546A"/>
                </a:solidFill>
                <a:latin typeface="Calibri" panose="020F0502020204030204" pitchFamily="34" charset="0"/>
                <a:ea typeface="宋体" panose="02010600030101010101" pitchFamily="2" charset="-122"/>
              </a:rPr>
              <a:t> 2027</a:t>
            </a:r>
          </a:p>
        </p:txBody>
      </p:sp>
      <p:sp>
        <p:nvSpPr>
          <p:cNvPr id="150" name="Star: 4 Points 143">
            <a:extLst>
              <a:ext uri="{FF2B5EF4-FFF2-40B4-BE49-F238E27FC236}">
                <a16:creationId xmlns:a16="http://schemas.microsoft.com/office/drawing/2014/main" id="{077B42E6-D7DD-4F77-8701-CDD7C8CD4A04}"/>
              </a:ext>
            </a:extLst>
          </p:cNvPr>
          <p:cNvSpPr/>
          <p:nvPr/>
        </p:nvSpPr>
        <p:spPr bwMode="auto">
          <a:xfrm>
            <a:off x="2157360"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151" name="Star: 4 Points 143">
            <a:extLst>
              <a:ext uri="{FF2B5EF4-FFF2-40B4-BE49-F238E27FC236}">
                <a16:creationId xmlns:a16="http://schemas.microsoft.com/office/drawing/2014/main" id="{CD805192-4322-4158-8128-6F325A099BB1}"/>
              </a:ext>
            </a:extLst>
          </p:cNvPr>
          <p:cNvSpPr/>
          <p:nvPr/>
        </p:nvSpPr>
        <p:spPr bwMode="auto">
          <a:xfrm>
            <a:off x="2757085" y="329275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srgbClr val="000000"/>
              </a:solidFill>
              <a:latin typeface="Verdana" charset="0"/>
            </a:endParaRPr>
          </a:p>
        </p:txBody>
      </p:sp>
      <p:sp>
        <p:nvSpPr>
          <p:cNvPr id="173" name="OTLSHAPE_T_e17f3958430f4cff8650518c93c7635e_StartDate">
            <a:extLst>
              <a:ext uri="{FF2B5EF4-FFF2-40B4-BE49-F238E27FC236}">
                <a16:creationId xmlns:a16="http://schemas.microsoft.com/office/drawing/2014/main" id="{85E02E15-15D6-4FB2-AD0A-19E9217D5129}"/>
              </a:ext>
            </a:extLst>
          </p:cNvPr>
          <p:cNvSpPr txBox="1"/>
          <p:nvPr>
            <p:custDataLst>
              <p:tags r:id="rId8"/>
            </p:custDataLst>
          </p:nvPr>
        </p:nvSpPr>
        <p:spPr>
          <a:xfrm>
            <a:off x="6781740" y="3262219"/>
            <a:ext cx="996928"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CN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approval</a:t>
            </a:r>
          </a:p>
          <a:p>
            <a:pPr algn="ctr" defTabSz="914333">
              <a:defRPr/>
            </a:pPr>
            <a:r>
              <a:rPr lang="en-US" altLang="zh-CN" sz="750" b="1">
                <a:solidFill>
                  <a:srgbClr val="44546A"/>
                </a:solidFill>
                <a:latin typeface="Calibri" panose="020F0502020204030204" pitchFamily="34" charset="0"/>
                <a:ea typeface="宋体" panose="02010600030101010101" pitchFamily="2" charset="-122"/>
              </a:rPr>
              <a:t>Jul 2028</a:t>
            </a:r>
          </a:p>
        </p:txBody>
      </p:sp>
      <p:sp>
        <p:nvSpPr>
          <p:cNvPr id="175" name="OTLSHAPE_T_e17f3958430f4cff8650518c93c7635e_StartDate">
            <a:extLst>
              <a:ext uri="{FF2B5EF4-FFF2-40B4-BE49-F238E27FC236}">
                <a16:creationId xmlns:a16="http://schemas.microsoft.com/office/drawing/2014/main" id="{20F7A4BB-05E8-4B7E-A1AA-BB093CA783D0}"/>
              </a:ext>
            </a:extLst>
          </p:cNvPr>
          <p:cNvSpPr txBox="1"/>
          <p:nvPr>
            <p:custDataLst>
              <p:tags r:id="rId9"/>
            </p:custDataLst>
          </p:nvPr>
        </p:nvSpPr>
        <p:spPr>
          <a:xfrm>
            <a:off x="5214551" y="3262219"/>
            <a:ext cx="839447" cy="230832"/>
          </a:xfrm>
          <a:prstGeom prst="rect">
            <a:avLst/>
          </a:prstGeom>
          <a:noFill/>
        </p:spPr>
        <p:txBody>
          <a:bodyPr vert="horz" wrap="square" lIns="0" tIns="0" rIns="0" bIns="0" rtlCol="0" anchor="ctr" anchorCtr="0">
            <a:spAutoFit/>
          </a:bodyPr>
          <a:lstStyle/>
          <a:p>
            <a:pPr algn="ctr" defTabSz="914333">
              <a:defRPr/>
            </a:pPr>
            <a:r>
              <a:rPr lang="en-US" altLang="zh-CN" sz="750" b="1">
                <a:solidFill>
                  <a:srgbClr val="44546A"/>
                </a:solidFill>
                <a:latin typeface="Calibri" panose="020F0502020204030204" pitchFamily="34" charset="0"/>
                <a:ea typeface="宋体" panose="02010600030101010101" pitchFamily="2" charset="-122"/>
              </a:rPr>
              <a:t>CN </a:t>
            </a:r>
            <a:r>
              <a:rPr lang="en-US" altLang="zh-CN" sz="750" b="1" err="1">
                <a:solidFill>
                  <a:srgbClr val="44546A"/>
                </a:solidFill>
                <a:latin typeface="Calibri" panose="020F0502020204030204" pitchFamily="34" charset="0"/>
                <a:ea typeface="宋体" panose="02010600030101010101" pitchFamily="2" charset="-122"/>
              </a:rPr>
              <a:t>sNDA</a:t>
            </a:r>
            <a:r>
              <a:rPr lang="en-US" altLang="zh-CN" sz="750" b="1">
                <a:solidFill>
                  <a:srgbClr val="44546A"/>
                </a:solidFill>
                <a:latin typeface="Calibri" panose="020F0502020204030204" pitchFamily="34" charset="0"/>
                <a:ea typeface="宋体" panose="02010600030101010101" pitchFamily="2" charset="-122"/>
              </a:rPr>
              <a:t> sub</a:t>
            </a:r>
          </a:p>
          <a:p>
            <a:pPr algn="ctr" defTabSz="914333">
              <a:defRPr/>
            </a:pPr>
            <a:r>
              <a:rPr lang="en-US" altLang="zh-CN" sz="750" b="1">
                <a:solidFill>
                  <a:srgbClr val="44546A"/>
                </a:solidFill>
                <a:latin typeface="Calibri" panose="020F0502020204030204" pitchFamily="34" charset="0"/>
                <a:ea typeface="宋体" panose="02010600030101010101" pitchFamily="2" charset="-122"/>
              </a:rPr>
              <a:t>Apr 2027</a:t>
            </a:r>
          </a:p>
        </p:txBody>
      </p:sp>
      <p:pic>
        <p:nvPicPr>
          <p:cNvPr id="176" name="Graphic 175" descr="Flag with solid fill">
            <a:extLst>
              <a:ext uri="{FF2B5EF4-FFF2-40B4-BE49-F238E27FC236}">
                <a16:creationId xmlns:a16="http://schemas.microsoft.com/office/drawing/2014/main" id="{87B94F19-31D5-482E-82CA-76656F8C4A0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40832" y="3120172"/>
            <a:ext cx="139373" cy="139373"/>
          </a:xfrm>
          <a:prstGeom prst="rect">
            <a:avLst/>
          </a:prstGeom>
        </p:spPr>
      </p:pic>
      <p:sp>
        <p:nvSpPr>
          <p:cNvPr id="131" name="5-Point Star 5">
            <a:extLst>
              <a:ext uri="{FF2B5EF4-FFF2-40B4-BE49-F238E27FC236}">
                <a16:creationId xmlns:a16="http://schemas.microsoft.com/office/drawing/2014/main" id="{44FA75B7-C645-4646-A6BE-0F4BBD35B732}"/>
              </a:ext>
            </a:extLst>
          </p:cNvPr>
          <p:cNvSpPr/>
          <p:nvPr/>
        </p:nvSpPr>
        <p:spPr>
          <a:xfrm>
            <a:off x="5580020" y="3156039"/>
            <a:ext cx="75477" cy="67636"/>
          </a:xfrm>
          <a:prstGeom prst="star5">
            <a:avLst/>
          </a:prstGeom>
          <a:solidFill>
            <a:srgbClr val="003366"/>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33">
              <a:defRPr/>
            </a:pPr>
            <a:endParaRPr lang="en-US" sz="1400" err="1">
              <a:solidFill>
                <a:srgbClr val="000000"/>
              </a:solidFill>
              <a:latin typeface="BISansOpti"/>
            </a:endParaRPr>
          </a:p>
        </p:txBody>
      </p:sp>
      <p:sp>
        <p:nvSpPr>
          <p:cNvPr id="132" name="Isosceles Triangle 131">
            <a:extLst>
              <a:ext uri="{FF2B5EF4-FFF2-40B4-BE49-F238E27FC236}">
                <a16:creationId xmlns:a16="http://schemas.microsoft.com/office/drawing/2014/main" id="{0EA2C47D-3EFD-4875-99C0-82E1BC867430}"/>
              </a:ext>
            </a:extLst>
          </p:cNvPr>
          <p:cNvSpPr/>
          <p:nvPr/>
        </p:nvSpPr>
        <p:spPr>
          <a:xfrm>
            <a:off x="1653667" y="1741846"/>
            <a:ext cx="45719" cy="77922"/>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defRPr/>
            </a:pPr>
            <a:endParaRPr lang="zh-CN" altLang="en-US" sz="1350">
              <a:solidFill>
                <a:srgbClr val="E9E9E9"/>
              </a:solidFill>
              <a:latin typeface="Century Gothic" panose="020F0302020204030204"/>
              <a:ea typeface="宋体" panose="02010600030101010101" pitchFamily="2" charset="-122"/>
            </a:endParaRPr>
          </a:p>
        </p:txBody>
      </p:sp>
      <p:sp>
        <p:nvSpPr>
          <p:cNvPr id="20" name="OTLSHAPE_T_5a934a26f311425e8ebaa0f45e6533ad_Shape">
            <a:extLst>
              <a:ext uri="{FF2B5EF4-FFF2-40B4-BE49-F238E27FC236}">
                <a16:creationId xmlns:a16="http://schemas.microsoft.com/office/drawing/2014/main" id="{AAB77772-FBC3-9D8C-F100-BA081EE8D14C}"/>
              </a:ext>
            </a:extLst>
          </p:cNvPr>
          <p:cNvSpPr/>
          <p:nvPr/>
        </p:nvSpPr>
        <p:spPr bwMode="auto">
          <a:xfrm>
            <a:off x="2608752" y="2271183"/>
            <a:ext cx="1191683"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 FSS-LSR</a:t>
            </a:r>
          </a:p>
        </p:txBody>
      </p:sp>
      <p:sp>
        <p:nvSpPr>
          <p:cNvPr id="33" name="OTLSHAPE_T_e17f3958430f4cff8650518c93c7635e_StartDate">
            <a:extLst>
              <a:ext uri="{FF2B5EF4-FFF2-40B4-BE49-F238E27FC236}">
                <a16:creationId xmlns:a16="http://schemas.microsoft.com/office/drawing/2014/main" id="{854172C0-9620-3301-AC77-CEF76E85C00B}"/>
              </a:ext>
            </a:extLst>
          </p:cNvPr>
          <p:cNvSpPr txBox="1"/>
          <p:nvPr>
            <p:custDataLst>
              <p:tags r:id="rId10"/>
            </p:custDataLst>
          </p:nvPr>
        </p:nvSpPr>
        <p:spPr>
          <a:xfrm>
            <a:off x="1870526" y="2430372"/>
            <a:ext cx="610332"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CTA </a:t>
            </a:r>
          </a:p>
        </p:txBody>
      </p:sp>
      <p:sp>
        <p:nvSpPr>
          <p:cNvPr id="34" name="Star: 4 Points 143">
            <a:extLst>
              <a:ext uri="{FF2B5EF4-FFF2-40B4-BE49-F238E27FC236}">
                <a16:creationId xmlns:a16="http://schemas.microsoft.com/office/drawing/2014/main" id="{E03C5484-1CEE-0104-4B56-F111C9DC7378}"/>
              </a:ext>
            </a:extLst>
          </p:cNvPr>
          <p:cNvSpPr/>
          <p:nvPr/>
        </p:nvSpPr>
        <p:spPr bwMode="auto">
          <a:xfrm>
            <a:off x="2106601" y="2264668"/>
            <a:ext cx="138182" cy="139039"/>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defRPr/>
            </a:pPr>
            <a:endParaRPr lang="zh-CN" altLang="en-US">
              <a:solidFill>
                <a:srgbClr val="000000"/>
              </a:solidFill>
              <a:latin typeface="Verdana" charset="0"/>
            </a:endParaRPr>
          </a:p>
        </p:txBody>
      </p:sp>
      <p:sp>
        <p:nvSpPr>
          <p:cNvPr id="5" name="OTLSHAPE_T_e17f3958430f4cff8650518c93c7635e_StartDate">
            <a:extLst>
              <a:ext uri="{FF2B5EF4-FFF2-40B4-BE49-F238E27FC236}">
                <a16:creationId xmlns:a16="http://schemas.microsoft.com/office/drawing/2014/main" id="{D87E9696-5197-C9EC-09B9-2A5A2807C8C7}"/>
              </a:ext>
            </a:extLst>
          </p:cNvPr>
          <p:cNvSpPr txBox="1"/>
          <p:nvPr>
            <p:custDataLst>
              <p:tags r:id="rId11"/>
            </p:custDataLst>
          </p:nvPr>
        </p:nvSpPr>
        <p:spPr>
          <a:xfrm>
            <a:off x="1318203" y="1457375"/>
            <a:ext cx="630370" cy="92333"/>
          </a:xfrm>
          <a:prstGeom prst="rect">
            <a:avLst/>
          </a:prstGeom>
          <a:noFill/>
        </p:spPr>
        <p:txBody>
          <a:bodyPr vert="horz" wrap="square" lIns="0" tIns="0" rIns="0" bIns="0" rtlCol="0" anchor="ctr" anchorCtr="0">
            <a:spAutoFit/>
          </a:bodyPr>
          <a:lstStyle/>
          <a:p>
            <a:pPr algn="ctr" defTabSz="914333">
              <a:defRPr/>
            </a:pPr>
            <a:r>
              <a:rPr lang="en-US" altLang="zh-CN" sz="600" b="1">
                <a:solidFill>
                  <a:srgbClr val="44546A"/>
                </a:solidFill>
                <a:latin typeface="Calibri"/>
                <a:cs typeface="Calibri"/>
              </a:rPr>
              <a:t>Q1 2024</a:t>
            </a:r>
            <a:endParaRPr lang="zh-CN" altLang="en-US" sz="600" b="1">
              <a:solidFill>
                <a:srgbClr val="44546A"/>
              </a:solidFill>
              <a:latin typeface="Calibri"/>
              <a:cs typeface="Calibri"/>
            </a:endParaRPr>
          </a:p>
        </p:txBody>
      </p:sp>
      <p:sp>
        <p:nvSpPr>
          <p:cNvPr id="11" name="OTLSHAPE_T_5a934a26f311425e8ebaa0f45e6533ad_Shape">
            <a:extLst>
              <a:ext uri="{FF2B5EF4-FFF2-40B4-BE49-F238E27FC236}">
                <a16:creationId xmlns:a16="http://schemas.microsoft.com/office/drawing/2014/main" id="{1E029BFC-1567-8029-27AB-A4877CBA6607}"/>
              </a:ext>
            </a:extLst>
          </p:cNvPr>
          <p:cNvSpPr/>
          <p:nvPr/>
        </p:nvSpPr>
        <p:spPr bwMode="auto">
          <a:xfrm>
            <a:off x="2824652" y="3158983"/>
            <a:ext cx="984547" cy="192024"/>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1368-0140 recruit. window: ~8m</a:t>
            </a:r>
          </a:p>
        </p:txBody>
      </p:sp>
      <p:sp>
        <p:nvSpPr>
          <p:cNvPr id="12" name="TextBox 11">
            <a:extLst>
              <a:ext uri="{FF2B5EF4-FFF2-40B4-BE49-F238E27FC236}">
                <a16:creationId xmlns:a16="http://schemas.microsoft.com/office/drawing/2014/main" id="{970E7D80-0AAA-1DEE-9436-07314A586CD4}"/>
              </a:ext>
            </a:extLst>
          </p:cNvPr>
          <p:cNvSpPr txBox="1"/>
          <p:nvPr/>
        </p:nvSpPr>
        <p:spPr>
          <a:xfrm>
            <a:off x="10568" y="3223675"/>
            <a:ext cx="583307" cy="215444"/>
          </a:xfrm>
          <a:prstGeom prst="rect">
            <a:avLst/>
          </a:prstGeom>
          <a:noFill/>
          <a:ln>
            <a:solidFill>
              <a:srgbClr val="0070C0"/>
            </a:solidFill>
          </a:ln>
        </p:spPr>
        <p:txBody>
          <a:bodyPr wrap="square" lIns="0" tIns="0" rIns="0" bIns="0" rtlCol="0">
            <a:spAutoFit/>
          </a:bodyPr>
          <a:lstStyle/>
          <a:p>
            <a:pPr algn="ctr" defTabSz="914355">
              <a:defRPr/>
            </a:pPr>
            <a:r>
              <a:rPr lang="en-US" altLang="zh-CN" sz="700">
                <a:solidFill>
                  <a:srgbClr val="0066CC"/>
                </a:solidFill>
                <a:latin typeface="Calibri" panose="020F0502020204030204" pitchFamily="34" charset="0"/>
                <a:cs typeface="Calibri" panose="020F0502020204030204" pitchFamily="34" charset="0"/>
              </a:rPr>
              <a:t>Ph3 Pivotal 1368-0140</a:t>
            </a:r>
          </a:p>
        </p:txBody>
      </p:sp>
      <p:sp>
        <p:nvSpPr>
          <p:cNvPr id="13" name="TextBox 12">
            <a:extLst>
              <a:ext uri="{FF2B5EF4-FFF2-40B4-BE49-F238E27FC236}">
                <a16:creationId xmlns:a16="http://schemas.microsoft.com/office/drawing/2014/main" id="{45DF61C8-7466-2337-6AFA-CB38133FD5EA}"/>
              </a:ext>
            </a:extLst>
          </p:cNvPr>
          <p:cNvSpPr txBox="1"/>
          <p:nvPr/>
        </p:nvSpPr>
        <p:spPr bwMode="gray">
          <a:xfrm>
            <a:off x="1849998" y="2132147"/>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Jul 2024</a:t>
            </a:r>
            <a:endParaRPr lang="zh-CN" altLang="en-US" sz="600">
              <a:solidFill>
                <a:srgbClr val="44546A"/>
              </a:solidFill>
              <a:latin typeface="Calibri"/>
              <a:cs typeface="Calibri"/>
            </a:endParaRPr>
          </a:p>
        </p:txBody>
      </p:sp>
      <p:sp>
        <p:nvSpPr>
          <p:cNvPr id="14" name="TextBox 13">
            <a:extLst>
              <a:ext uri="{FF2B5EF4-FFF2-40B4-BE49-F238E27FC236}">
                <a16:creationId xmlns:a16="http://schemas.microsoft.com/office/drawing/2014/main" id="{52D515EC-3390-C635-003C-3F812BFD8524}"/>
              </a:ext>
            </a:extLst>
          </p:cNvPr>
          <p:cNvSpPr txBox="1"/>
          <p:nvPr/>
        </p:nvSpPr>
        <p:spPr bwMode="gray">
          <a:xfrm>
            <a:off x="2293173" y="2120594"/>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Oct  2024</a:t>
            </a:r>
            <a:endParaRPr lang="zh-CN" altLang="en-US" sz="600">
              <a:solidFill>
                <a:srgbClr val="44546A"/>
              </a:solidFill>
              <a:latin typeface="Calibri"/>
              <a:cs typeface="Calibri"/>
            </a:endParaRPr>
          </a:p>
        </p:txBody>
      </p:sp>
      <p:sp>
        <p:nvSpPr>
          <p:cNvPr id="15" name="TextBox 14">
            <a:extLst>
              <a:ext uri="{FF2B5EF4-FFF2-40B4-BE49-F238E27FC236}">
                <a16:creationId xmlns:a16="http://schemas.microsoft.com/office/drawing/2014/main" id="{A6667FFF-E1D6-F0A7-E4E8-03F33BC04D9D}"/>
              </a:ext>
            </a:extLst>
          </p:cNvPr>
          <p:cNvSpPr txBox="1"/>
          <p:nvPr/>
        </p:nvSpPr>
        <p:spPr bwMode="gray">
          <a:xfrm>
            <a:off x="4680570" y="2120594"/>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Oct  2026</a:t>
            </a:r>
            <a:endParaRPr lang="zh-CN" altLang="en-US" sz="600">
              <a:solidFill>
                <a:srgbClr val="44546A"/>
              </a:solidFill>
              <a:latin typeface="Calibri"/>
              <a:cs typeface="Calibri"/>
            </a:endParaRPr>
          </a:p>
        </p:txBody>
      </p:sp>
      <p:sp>
        <p:nvSpPr>
          <p:cNvPr id="16" name="TextBox 15">
            <a:extLst>
              <a:ext uri="{FF2B5EF4-FFF2-40B4-BE49-F238E27FC236}">
                <a16:creationId xmlns:a16="http://schemas.microsoft.com/office/drawing/2014/main" id="{26879740-B933-8EC1-8816-371057B0569A}"/>
              </a:ext>
            </a:extLst>
          </p:cNvPr>
          <p:cNvSpPr txBox="1"/>
          <p:nvPr/>
        </p:nvSpPr>
        <p:spPr bwMode="gray">
          <a:xfrm>
            <a:off x="1899704" y="2990398"/>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Jul  </a:t>
            </a:r>
            <a:endParaRPr lang="zh-CN" altLang="en-US" sz="600">
              <a:solidFill>
                <a:srgbClr val="44546A"/>
              </a:solidFill>
              <a:latin typeface="Calibri"/>
              <a:cs typeface="Calibri"/>
            </a:endParaRPr>
          </a:p>
        </p:txBody>
      </p:sp>
      <p:sp>
        <p:nvSpPr>
          <p:cNvPr id="17" name="TextBox 16">
            <a:extLst>
              <a:ext uri="{FF2B5EF4-FFF2-40B4-BE49-F238E27FC236}">
                <a16:creationId xmlns:a16="http://schemas.microsoft.com/office/drawing/2014/main" id="{73538A60-047E-5269-E77F-EEEE3524B720}"/>
              </a:ext>
            </a:extLst>
          </p:cNvPr>
          <p:cNvSpPr txBox="1"/>
          <p:nvPr/>
        </p:nvSpPr>
        <p:spPr bwMode="gray">
          <a:xfrm>
            <a:off x="2442030" y="3002895"/>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Jan 2025  </a:t>
            </a:r>
            <a:endParaRPr lang="zh-CN" altLang="en-US" sz="600">
              <a:solidFill>
                <a:srgbClr val="44546A"/>
              </a:solidFill>
              <a:latin typeface="Calibri"/>
              <a:cs typeface="Calibri"/>
            </a:endParaRPr>
          </a:p>
        </p:txBody>
      </p:sp>
      <p:sp>
        <p:nvSpPr>
          <p:cNvPr id="10" name="OTLSHAPE_T_5a934a26f311425e8ebaa0f45e6533ad_Shape">
            <a:extLst>
              <a:ext uri="{FF2B5EF4-FFF2-40B4-BE49-F238E27FC236}">
                <a16:creationId xmlns:a16="http://schemas.microsoft.com/office/drawing/2014/main" id="{B814FEF2-6BA4-2281-9833-2476A44143C3}"/>
              </a:ext>
            </a:extLst>
          </p:cNvPr>
          <p:cNvSpPr/>
          <p:nvPr/>
        </p:nvSpPr>
        <p:spPr bwMode="auto">
          <a:xfrm>
            <a:off x="3809199" y="2277406"/>
            <a:ext cx="1191683" cy="192024"/>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LSR-LSC</a:t>
            </a:r>
          </a:p>
        </p:txBody>
      </p:sp>
      <p:sp>
        <p:nvSpPr>
          <p:cNvPr id="18" name="TextBox 17">
            <a:extLst>
              <a:ext uri="{FF2B5EF4-FFF2-40B4-BE49-F238E27FC236}">
                <a16:creationId xmlns:a16="http://schemas.microsoft.com/office/drawing/2014/main" id="{29173C12-FBE1-A1CD-DC1E-2E51CEC76F7B}"/>
              </a:ext>
            </a:extLst>
          </p:cNvPr>
          <p:cNvSpPr txBox="1"/>
          <p:nvPr/>
        </p:nvSpPr>
        <p:spPr bwMode="gray">
          <a:xfrm>
            <a:off x="3498228" y="2117067"/>
            <a:ext cx="683746" cy="184666"/>
          </a:xfrm>
          <a:prstGeom prst="rect">
            <a:avLst/>
          </a:prstGeom>
          <a:noFill/>
        </p:spPr>
        <p:txBody>
          <a:bodyPr wrap="square">
            <a:spAutoFit/>
          </a:bodyPr>
          <a:lstStyle/>
          <a:p>
            <a:pPr algn="ctr" defTabSz="914333">
              <a:defRPr/>
            </a:pPr>
            <a:r>
              <a:rPr lang="en-US" altLang="zh-CN" sz="600">
                <a:solidFill>
                  <a:srgbClr val="44546A"/>
                </a:solidFill>
                <a:latin typeface="Calibri"/>
                <a:cs typeface="Calibri"/>
              </a:rPr>
              <a:t>Oct  2025</a:t>
            </a:r>
            <a:endParaRPr lang="zh-CN" altLang="en-US" sz="600">
              <a:solidFill>
                <a:srgbClr val="44546A"/>
              </a:solidFill>
              <a:latin typeface="Calibri"/>
              <a:cs typeface="Calibri"/>
            </a:endParaRPr>
          </a:p>
        </p:txBody>
      </p:sp>
      <p:sp>
        <p:nvSpPr>
          <p:cNvPr id="19" name="OTLSHAPE_T_5a934a26f311425e8ebaa0f45e6533ad_Shape">
            <a:extLst>
              <a:ext uri="{FF2B5EF4-FFF2-40B4-BE49-F238E27FC236}">
                <a16:creationId xmlns:a16="http://schemas.microsoft.com/office/drawing/2014/main" id="{661C0AE1-3682-4C3A-E5E3-D63EE9740A6A}"/>
              </a:ext>
            </a:extLst>
          </p:cNvPr>
          <p:cNvSpPr/>
          <p:nvPr/>
        </p:nvSpPr>
        <p:spPr bwMode="auto">
          <a:xfrm>
            <a:off x="3804246" y="3173695"/>
            <a:ext cx="1191683" cy="192024"/>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55">
              <a:defRPr/>
            </a:pPr>
            <a:r>
              <a:rPr lang="en-US" altLang="zh-CN" sz="700" b="1">
                <a:solidFill>
                  <a:srgbClr val="000000"/>
                </a:solidFill>
                <a:latin typeface="Calibri" panose="020F0502020204030204" pitchFamily="34" charset="0"/>
                <a:cs typeface="Calibri" panose="020F0502020204030204" pitchFamily="34" charset="0"/>
              </a:rPr>
              <a:t>LSR-LSC</a:t>
            </a:r>
          </a:p>
        </p:txBody>
      </p:sp>
      <p:sp>
        <p:nvSpPr>
          <p:cNvPr id="7" name="Rectangle: Rounded Corners 6">
            <a:extLst>
              <a:ext uri="{FF2B5EF4-FFF2-40B4-BE49-F238E27FC236}">
                <a16:creationId xmlns:a16="http://schemas.microsoft.com/office/drawing/2014/main" id="{5220F6B6-6CCC-4FBE-FED8-7B4E06A6C8FE}"/>
              </a:ext>
            </a:extLst>
          </p:cNvPr>
          <p:cNvSpPr/>
          <p:nvPr/>
        </p:nvSpPr>
        <p:spPr>
          <a:xfrm>
            <a:off x="3450564" y="1458952"/>
            <a:ext cx="4855355" cy="456529"/>
          </a:xfrm>
          <a:prstGeom prst="roundRect">
            <a:avLst>
              <a:gd name="adj" fmla="val 8578"/>
            </a:avLst>
          </a:prstGeom>
          <a:solidFill>
            <a:schemeClr val="bg1"/>
          </a:solidFill>
          <a:ln w="1270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38" indent="-171438" defTabSz="914333">
              <a:buFont typeface="Arial" panose="020B0604020202020204" pitchFamily="34" charset="0"/>
              <a:buChar char="•"/>
              <a:defRPr/>
            </a:pPr>
            <a:r>
              <a:rPr lang="en-US" altLang="zh-CN" sz="800">
                <a:solidFill>
                  <a:srgbClr val="000000"/>
                </a:solidFill>
                <a:latin typeface="BISans" panose="02000503040000020004" pitchFamily="2" charset="0"/>
              </a:rPr>
              <a:t>US request for preliminary advice regarding Breakthrough Therapy Designation (PBTDAR) submitted 30 Nov – pending response</a:t>
            </a:r>
          </a:p>
          <a:p>
            <a:pPr marL="171438" indent="-171438" defTabSz="914333">
              <a:buFont typeface="Arial" panose="020B0604020202020204" pitchFamily="34" charset="0"/>
              <a:buChar char="•"/>
              <a:defRPr/>
            </a:pPr>
            <a:endParaRPr lang="en-US" altLang="zh-CN" sz="800">
              <a:solidFill>
                <a:srgbClr val="000000"/>
              </a:solidFill>
              <a:latin typeface="BISans" panose="02000503040000020004" pitchFamily="2" charset="0"/>
            </a:endParaRPr>
          </a:p>
          <a:p>
            <a:pPr marL="171438" indent="-171438" defTabSz="914333">
              <a:buFont typeface="Arial" panose="020B0604020202020204" pitchFamily="34" charset="0"/>
              <a:buChar char="•"/>
              <a:defRPr/>
            </a:pPr>
            <a:endParaRPr lang="en-US" altLang="zh-CN" sz="800">
              <a:solidFill>
                <a:srgbClr val="000000"/>
              </a:solidFill>
              <a:latin typeface="BISans" panose="02000503040000020004" pitchFamily="2" charset="0"/>
            </a:endParaRPr>
          </a:p>
        </p:txBody>
      </p:sp>
      <p:sp>
        <p:nvSpPr>
          <p:cNvPr id="21" name="Rectangle: Rounded Corners 20">
            <a:extLst>
              <a:ext uri="{FF2B5EF4-FFF2-40B4-BE49-F238E27FC236}">
                <a16:creationId xmlns:a16="http://schemas.microsoft.com/office/drawing/2014/main" id="{ED44244A-FEB0-586B-E598-E28225954DC1}"/>
              </a:ext>
            </a:extLst>
          </p:cNvPr>
          <p:cNvSpPr/>
          <p:nvPr/>
        </p:nvSpPr>
        <p:spPr>
          <a:xfrm>
            <a:off x="2131443" y="4015611"/>
            <a:ext cx="4450915" cy="368860"/>
          </a:xfrm>
          <a:prstGeom prst="round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227736" indent="-227736" defTabSz="1219079">
              <a:buFont typeface="Arial" panose="020B0604020202020204" pitchFamily="34" charset="0"/>
              <a:buChar char="•"/>
              <a:defRPr/>
            </a:pPr>
            <a:r>
              <a:rPr lang="en-US" altLang="zh-CN" sz="900">
                <a:solidFill>
                  <a:srgbClr val="000000"/>
                </a:solidFill>
                <a:latin typeface="BISans"/>
              </a:rPr>
              <a:t>Pre-IND meeting request submission on Feb 1.</a:t>
            </a:r>
          </a:p>
          <a:p>
            <a:pPr marL="227736" indent="-227736" defTabSz="1219079">
              <a:buFont typeface="Arial" panose="020B0604020202020204" pitchFamily="34" charset="0"/>
              <a:buChar char="•"/>
              <a:defRPr/>
            </a:pPr>
            <a:r>
              <a:rPr lang="en-US" altLang="zh-CN" sz="900">
                <a:solidFill>
                  <a:srgbClr val="000000"/>
                </a:solidFill>
                <a:latin typeface="BISans"/>
              </a:rPr>
              <a:t>Feasibility Check ongoing. </a:t>
            </a:r>
          </a:p>
          <a:p>
            <a:pPr defTabSz="1219079">
              <a:defRPr/>
            </a:pPr>
            <a:endParaRPr lang="en-US" altLang="zh-CN" sz="900">
              <a:solidFill>
                <a:srgbClr val="000000"/>
              </a:solidFill>
              <a:latin typeface="BISans"/>
            </a:endParaRPr>
          </a:p>
        </p:txBody>
      </p:sp>
      <p:grpSp>
        <p:nvGrpSpPr>
          <p:cNvPr id="25" name="Group 24">
            <a:extLst>
              <a:ext uri="{FF2B5EF4-FFF2-40B4-BE49-F238E27FC236}">
                <a16:creationId xmlns:a16="http://schemas.microsoft.com/office/drawing/2014/main" id="{5201B715-DD3E-7FB2-2032-9982546DB64A}"/>
              </a:ext>
            </a:extLst>
          </p:cNvPr>
          <p:cNvGrpSpPr/>
          <p:nvPr/>
        </p:nvGrpSpPr>
        <p:grpSpPr>
          <a:xfrm>
            <a:off x="3966784" y="1235441"/>
            <a:ext cx="546747" cy="2740269"/>
            <a:chOff x="3863835" y="1235441"/>
            <a:chExt cx="546747" cy="2740269"/>
          </a:xfrm>
        </p:grpSpPr>
        <p:sp>
          <p:nvSpPr>
            <p:cNvPr id="22" name="OTLSHAPE_T_e17f3958430f4cff8650518c93c7635e_StartDate">
              <a:extLst>
                <a:ext uri="{FF2B5EF4-FFF2-40B4-BE49-F238E27FC236}">
                  <a16:creationId xmlns:a16="http://schemas.microsoft.com/office/drawing/2014/main" id="{FE802B07-3342-A085-3E09-AF0A3BB59652}"/>
                </a:ext>
              </a:extLst>
            </p:cNvPr>
            <p:cNvSpPr txBox="1"/>
            <p:nvPr>
              <p:custDataLst>
                <p:tags r:id="rId12"/>
              </p:custDataLst>
            </p:nvPr>
          </p:nvSpPr>
          <p:spPr>
            <a:xfrm>
              <a:off x="3863835" y="1235441"/>
              <a:ext cx="546747" cy="123111"/>
            </a:xfrm>
            <a:prstGeom prst="rect">
              <a:avLst/>
            </a:prstGeom>
            <a:noFill/>
            <a:ln w="12700">
              <a:noFill/>
            </a:ln>
          </p:spPr>
          <p:txBody>
            <a:bodyPr vert="horz" wrap="square" lIns="0" tIns="0" rIns="0" bIns="0" rtlCol="0" anchor="ctr" anchorCtr="0">
              <a:spAutoFit/>
            </a:bodyPr>
            <a:lstStyle/>
            <a:p>
              <a:pPr algn="ctr" defTabSz="914333">
                <a:defRPr/>
              </a:pPr>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cxnSp>
          <p:nvCxnSpPr>
            <p:cNvPr id="23" name="Straight Connector 22">
              <a:extLst>
                <a:ext uri="{FF2B5EF4-FFF2-40B4-BE49-F238E27FC236}">
                  <a16:creationId xmlns:a16="http://schemas.microsoft.com/office/drawing/2014/main" id="{CFFB1133-4F50-A609-EA28-27883FBBDE7D}"/>
                </a:ext>
              </a:extLst>
            </p:cNvPr>
            <p:cNvCxnSpPr>
              <a:cxnSpLocks/>
            </p:cNvCxnSpPr>
            <p:nvPr/>
          </p:nvCxnSpPr>
          <p:spPr bwMode="auto">
            <a:xfrm flipV="1">
              <a:off x="4153325" y="1345385"/>
              <a:ext cx="0" cy="2630325"/>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pic>
        <p:nvPicPr>
          <p:cNvPr id="24" name="Picture 43" descr="Traffic light - Simple English Wikipedia, the free ...">
            <a:extLst>
              <a:ext uri="{FF2B5EF4-FFF2-40B4-BE49-F238E27FC236}">
                <a16:creationId xmlns:a16="http://schemas.microsoft.com/office/drawing/2014/main" id="{6D1D54C7-3EB1-9E8F-D5AE-4F493FCB5C80}"/>
              </a:ext>
            </a:extLst>
          </p:cNvPr>
          <p:cNvPicPr>
            <a:picLocks noChangeAspect="1"/>
          </p:cNvPicPr>
          <p:nvPr/>
        </p:nvPicPr>
        <p:blipFill rotWithShape="1">
          <a:blip r:embed="rId19" cstate="print">
            <a:extLst>
              <a:ext uri="{28A0092B-C50C-407E-A947-70E740481C1C}">
                <a14:useLocalDpi xmlns:a14="http://schemas.microsoft.com/office/drawing/2010/main"/>
              </a:ext>
            </a:extLst>
          </a:blip>
          <a:srcRect/>
          <a:stretch/>
        </p:blipFill>
        <p:spPr>
          <a:xfrm rot="16200000" flipV="1">
            <a:off x="8268927" y="-142095"/>
            <a:ext cx="392909" cy="971164"/>
          </a:xfrm>
          <a:prstGeom prst="rect">
            <a:avLst/>
          </a:prstGeom>
        </p:spPr>
      </p:pic>
    </p:spTree>
    <p:extLst>
      <p:ext uri="{BB962C8B-B14F-4D97-AF65-F5344CB8AC3E}">
        <p14:creationId xmlns:p14="http://schemas.microsoft.com/office/powerpoint/2010/main" val="766638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154570" y="299552"/>
            <a:ext cx="8424863" cy="374076"/>
          </a:xfrm>
        </p:spPr>
        <p:txBody>
          <a:bodyPr/>
          <a:lstStyle/>
          <a:p>
            <a:r>
              <a:rPr lang="en-US" altLang="zh-CN"/>
              <a:t>Inflammation product Overview</a:t>
            </a:r>
          </a:p>
        </p:txBody>
      </p:sp>
      <p:sp>
        <p:nvSpPr>
          <p:cNvPr id="4" name="灯片编号占位符 3"/>
          <p:cNvSpPr>
            <a:spLocks noGrp="1"/>
          </p:cNvSpPr>
          <p:nvPr>
            <p:ph type="sldNum" sz="quarter" idx="11"/>
          </p:nvPr>
        </p:nvSpPr>
        <p:spPr/>
        <p:txBody>
          <a:bodyPr/>
          <a:lstStyle/>
          <a:p>
            <a:pPr defTabSz="685766">
              <a:defRPr/>
            </a:pPr>
            <a:fld id="{143B55C4-4F5A-416B-997D-6CE47EB0A945}" type="slidenum">
              <a:rPr lang="en-GB" sz="800">
                <a:solidFill>
                  <a:srgbClr val="FFFFFF">
                    <a:lumMod val="50000"/>
                  </a:srgbClr>
                </a:solidFill>
                <a:latin typeface="BISans" panose="02000503040000020004" pitchFamily="2" charset="0"/>
              </a:rPr>
              <a:pPr defTabSz="685766">
                <a:defRPr/>
              </a:pPr>
              <a:t>64</a:t>
            </a:fld>
            <a:endParaRPr lang="en-GB" sz="800">
              <a:solidFill>
                <a:srgbClr val="FFFFFF">
                  <a:lumMod val="50000"/>
                </a:srgbClr>
              </a:solidFill>
              <a:latin typeface="BISans" panose="02000503040000020004" pitchFamily="2" charset="0"/>
            </a:endParaRPr>
          </a:p>
        </p:txBody>
      </p:sp>
      <p:graphicFrame>
        <p:nvGraphicFramePr>
          <p:cNvPr id="12" name="Content Placeholder 3">
            <a:extLst>
              <a:ext uri="{FF2B5EF4-FFF2-40B4-BE49-F238E27FC236}">
                <a16:creationId xmlns:a16="http://schemas.microsoft.com/office/drawing/2014/main" id="{EE24276D-C300-4706-ACD2-32E108653E2B}"/>
              </a:ext>
            </a:extLst>
          </p:cNvPr>
          <p:cNvGraphicFramePr>
            <a:graphicFrameLocks/>
          </p:cNvGraphicFramePr>
          <p:nvPr>
            <p:extLst>
              <p:ext uri="{D42A27DB-BD31-4B8C-83A1-F6EECF244321}">
                <p14:modId xmlns:p14="http://schemas.microsoft.com/office/powerpoint/2010/main" val="2006119303"/>
              </p:ext>
            </p:extLst>
          </p:nvPr>
        </p:nvGraphicFramePr>
        <p:xfrm>
          <a:off x="112762" y="808726"/>
          <a:ext cx="9020708" cy="3875402"/>
        </p:xfrm>
        <a:graphic>
          <a:graphicData uri="http://schemas.openxmlformats.org/drawingml/2006/table">
            <a:tbl>
              <a:tblPr firstRow="1" bandRow="1">
                <a:tableStyleId>{21E4AEA4-8DFA-4A89-87EB-49C32662AFE0}</a:tableStyleId>
              </a:tblPr>
              <a:tblGrid>
                <a:gridCol w="1208673">
                  <a:extLst>
                    <a:ext uri="{9D8B030D-6E8A-4147-A177-3AD203B41FA5}">
                      <a16:colId xmlns:a16="http://schemas.microsoft.com/office/drawing/2014/main" val="20000"/>
                    </a:ext>
                  </a:extLst>
                </a:gridCol>
                <a:gridCol w="626362">
                  <a:extLst>
                    <a:ext uri="{9D8B030D-6E8A-4147-A177-3AD203B41FA5}">
                      <a16:colId xmlns:a16="http://schemas.microsoft.com/office/drawing/2014/main" val="20002"/>
                    </a:ext>
                  </a:extLst>
                </a:gridCol>
                <a:gridCol w="1251263">
                  <a:extLst>
                    <a:ext uri="{9D8B030D-6E8A-4147-A177-3AD203B41FA5}">
                      <a16:colId xmlns:a16="http://schemas.microsoft.com/office/drawing/2014/main" val="20003"/>
                    </a:ext>
                  </a:extLst>
                </a:gridCol>
                <a:gridCol w="719315">
                  <a:extLst>
                    <a:ext uri="{9D8B030D-6E8A-4147-A177-3AD203B41FA5}">
                      <a16:colId xmlns:a16="http://schemas.microsoft.com/office/drawing/2014/main" val="4167750559"/>
                    </a:ext>
                  </a:extLst>
                </a:gridCol>
                <a:gridCol w="640309">
                  <a:extLst>
                    <a:ext uri="{9D8B030D-6E8A-4147-A177-3AD203B41FA5}">
                      <a16:colId xmlns:a16="http://schemas.microsoft.com/office/drawing/2014/main" val="513430225"/>
                    </a:ext>
                  </a:extLst>
                </a:gridCol>
                <a:gridCol w="648755">
                  <a:extLst>
                    <a:ext uri="{9D8B030D-6E8A-4147-A177-3AD203B41FA5}">
                      <a16:colId xmlns:a16="http://schemas.microsoft.com/office/drawing/2014/main" val="20004"/>
                    </a:ext>
                  </a:extLst>
                </a:gridCol>
                <a:gridCol w="3738523">
                  <a:extLst>
                    <a:ext uri="{9D8B030D-6E8A-4147-A177-3AD203B41FA5}">
                      <a16:colId xmlns:a16="http://schemas.microsoft.com/office/drawing/2014/main" val="20006"/>
                    </a:ext>
                  </a:extLst>
                </a:gridCol>
                <a:gridCol w="187508">
                  <a:extLst>
                    <a:ext uri="{9D8B030D-6E8A-4147-A177-3AD203B41FA5}">
                      <a16:colId xmlns:a16="http://schemas.microsoft.com/office/drawing/2014/main" val="2471513409"/>
                    </a:ext>
                  </a:extLst>
                </a:gridCol>
              </a:tblGrid>
              <a:tr h="345941">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bg1"/>
                          </a:solidFill>
                        </a:rPr>
                        <a:t>Substance/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bg1"/>
                          </a:solidFill>
                        </a:rPr>
                        <a:t>MOA/Formulation</a:t>
                      </a:r>
                      <a:endParaRPr lang="en-US" altLang="zh-CN" sz="800" b="1" kern="1200">
                        <a:solidFill>
                          <a:schemeClr val="bg1"/>
                        </a:solidFill>
                        <a:latin typeface="Calibri"/>
                        <a:ea typeface="+mn-ea"/>
                        <a:cs typeface="+mn-cs"/>
                      </a:endParaRPr>
                    </a:p>
                  </a:txBody>
                  <a:tcPr marL="52206" marR="52206" marT="21431" marB="2143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bg1"/>
                          </a:solidFill>
                        </a:rPr>
                        <a:t>Indication</a:t>
                      </a:r>
                      <a:endParaRPr lang="en-US" sz="800" b="1" kern="1200">
                        <a:solidFill>
                          <a:schemeClr val="bg1"/>
                        </a:solidFill>
                        <a:latin typeface="Calibri"/>
                        <a:ea typeface="+mn-ea"/>
                        <a:cs typeface="+mn-cs"/>
                      </a:endParaRPr>
                    </a:p>
                  </a:txBody>
                  <a:tcPr marL="52206" marR="52206" marT="21431" marB="2143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Study type/Global</a:t>
                      </a:r>
                      <a:r>
                        <a:rPr lang="en-US" altLang="zh-CN" sz="800" kern="1200" baseline="0">
                          <a:solidFill>
                            <a:schemeClr val="bg1"/>
                          </a:solidFill>
                        </a:rPr>
                        <a:t> </a:t>
                      </a:r>
                      <a:r>
                        <a:rPr lang="en-US" altLang="zh-CN" sz="800" kern="1200">
                          <a:solidFill>
                            <a:schemeClr val="bg1"/>
                          </a:solidFill>
                        </a:rPr>
                        <a:t>Status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(Study</a:t>
                      </a:r>
                      <a:r>
                        <a:rPr lang="en-US" altLang="zh-CN" sz="800" kern="1200" baseline="0">
                          <a:solidFill>
                            <a:schemeClr val="bg1"/>
                          </a:solidFill>
                        </a:rPr>
                        <a:t> no.: FPI-LPO, CTR</a:t>
                      </a:r>
                      <a:r>
                        <a:rPr lang="en-US" altLang="zh-CN" sz="800" kern="1200">
                          <a:solidFill>
                            <a:schemeClr val="bg1"/>
                          </a:solidFill>
                        </a:rPr>
                        <a:t>)</a:t>
                      </a:r>
                      <a:endParaRPr lang="zh-CN" altLang="en-US" sz="800" kern="1200">
                        <a:solidFill>
                          <a:schemeClr val="bg1"/>
                        </a:solidFill>
                        <a:latin typeface="Calibri"/>
                        <a:ea typeface="+mn-ea"/>
                        <a:cs typeface="+mn-cs"/>
                      </a:endParaRPr>
                    </a:p>
                  </a:txBody>
                  <a:tcPr marL="52206" marR="52206" marT="25718" marB="25718"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800" b="1" kern="1200">
                          <a:solidFill>
                            <a:schemeClr val="bg1"/>
                          </a:solidFill>
                        </a:rPr>
                        <a:t>China</a:t>
                      </a:r>
                      <a:r>
                        <a:rPr lang="en-US" altLang="zh-CN" sz="800" b="1" kern="1200" baseline="0">
                          <a:solidFill>
                            <a:schemeClr val="bg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kern="1200" baseline="0">
                          <a:solidFill>
                            <a:schemeClr val="bg1"/>
                          </a:solidFill>
                        </a:rPr>
                        <a:t>Dev. Strat.</a:t>
                      </a:r>
                      <a:endParaRPr lang="zh-CN" altLang="en-US" sz="800" b="1" kern="1200">
                        <a:solidFill>
                          <a:schemeClr val="bg1"/>
                        </a:solidFill>
                        <a:latin typeface="Calibri"/>
                        <a:ea typeface="+mn-ea"/>
                        <a:cs typeface="+mn-cs"/>
                      </a:endParaRPr>
                    </a:p>
                  </a:txBody>
                  <a:tcPr marL="52206" marR="52206" marT="25718" marB="25718"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bg1"/>
                          </a:solidFill>
                        </a:rPr>
                        <a:t>Current Status</a:t>
                      </a:r>
                      <a:endParaRPr lang="zh-CN" altLang="en-US" sz="800" b="1" kern="1200">
                        <a:solidFill>
                          <a:schemeClr val="bg1"/>
                        </a:solidFill>
                        <a:latin typeface="Calibri"/>
                        <a:ea typeface="+mn-ea"/>
                        <a:cs typeface="+mn-cs"/>
                      </a:endParaRPr>
                    </a:p>
                  </a:txBody>
                  <a:tcPr marL="52206" marR="52206" marT="25718" marB="25718"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800" b="1" kern="1200">
                          <a:solidFill>
                            <a:schemeClr val="bg1"/>
                          </a:solidFill>
                        </a:rPr>
                        <a:t> Next Mile-stone</a:t>
                      </a:r>
                      <a:endParaRPr lang="zh-CN" altLang="en-US" sz="800" b="1" kern="1200">
                        <a:solidFill>
                          <a:schemeClr val="bg1"/>
                        </a:solidFill>
                        <a:latin typeface="Calibri"/>
                        <a:ea typeface="+mn-ea"/>
                        <a:cs typeface="+mn-cs"/>
                      </a:endParaRPr>
                    </a:p>
                  </a:txBody>
                  <a:tcPr marL="52206" marR="52206" marT="25718" marB="25718"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Key Updates</a:t>
                      </a:r>
                      <a:endParaRPr lang="zh-CN" altLang="en-US" sz="800" kern="1200">
                        <a:solidFill>
                          <a:schemeClr val="bg1"/>
                        </a:solidFill>
                        <a:latin typeface="Calibri"/>
                        <a:ea typeface="+mn-ea"/>
                        <a:cs typeface="+mn-cs"/>
                      </a:endParaRPr>
                    </a:p>
                  </a:txBody>
                  <a:tcPr marL="52206" marR="52206" marT="25718" marB="25718" anchor="ctr">
                    <a:solidFill>
                      <a:schemeClr val="bg2">
                        <a:lumMod val="75000"/>
                        <a:lumOff val="25000"/>
                      </a:schemeClr>
                    </a:solidFill>
                  </a:tcPr>
                </a:tc>
                <a:tc>
                  <a:txBody>
                    <a:bodyPr/>
                    <a:lstStyle/>
                    <a:p>
                      <a:endParaRPr lang="zh-CN" altLang="en-US" sz="1000"/>
                    </a:p>
                  </a:txBody>
                  <a:tcPr marL="52206" marR="52206" marT="25718" marB="25718" anchor="ctr">
                    <a:solidFill>
                      <a:schemeClr val="bg2">
                        <a:lumMod val="75000"/>
                        <a:lumOff val="25000"/>
                      </a:schemeClr>
                    </a:solidFill>
                  </a:tcPr>
                </a:tc>
                <a:extLst>
                  <a:ext uri="{0D108BD9-81ED-4DB2-BD59-A6C34878D82A}">
                    <a16:rowId xmlns:a16="http://schemas.microsoft.com/office/drawing/2014/main" val="10000"/>
                  </a:ext>
                </a:extLst>
              </a:tr>
              <a:tr h="519561">
                <a:tc>
                  <a:txBody>
                    <a:bodyPr/>
                    <a:lstStyle/>
                    <a:p>
                      <a:pPr marL="0" lvl="0" indent="0" algn="ctr">
                        <a:lnSpc>
                          <a:spcPct val="100000"/>
                        </a:lnSpc>
                        <a:spcBef>
                          <a:spcPts val="0"/>
                        </a:spcBef>
                        <a:spcAft>
                          <a:spcPts val="0"/>
                        </a:spcAft>
                        <a:buNone/>
                      </a:pPr>
                      <a:r>
                        <a:rPr lang="en-US" altLang="zh-CN" sz="800" b="0" u="none" strike="noStrike" kern="1200" cap="none" spc="0" normalizeH="0" baseline="0" err="1">
                          <a:ln>
                            <a:noFill/>
                          </a:ln>
                          <a:solidFill>
                            <a:srgbClr val="000000"/>
                          </a:solidFill>
                          <a:effectLst/>
                          <a:uLnTx/>
                          <a:uFillTx/>
                          <a:latin typeface="+mn-lt"/>
                          <a:ea typeface="+mn-ea"/>
                          <a:cs typeface="+mn-cs"/>
                        </a:rPr>
                        <a:t>Spesolimab</a:t>
                      </a:r>
                      <a:r>
                        <a:rPr lang="en-US" altLang="zh-CN" sz="800" b="0" u="none" strike="noStrike" kern="1200" cap="none" spc="0" normalizeH="0" baseline="0">
                          <a:ln>
                            <a:noFill/>
                          </a:ln>
                          <a:solidFill>
                            <a:srgbClr val="000000"/>
                          </a:solidFill>
                          <a:effectLst/>
                          <a:uLnTx/>
                          <a:uFillTx/>
                          <a:latin typeface="+mn-lt"/>
                          <a:ea typeface="+mn-ea"/>
                          <a:cs typeface="+mn-cs"/>
                        </a:rPr>
                        <a:t> EAP</a:t>
                      </a:r>
                      <a:endParaRPr lang="zh-CN" altLang="en-US" sz="800" b="0" u="none" strike="noStrike" kern="1200" cap="none" spc="0" normalizeH="0" baseline="0">
                        <a:ln>
                          <a:noFill/>
                        </a:ln>
                        <a:solidFill>
                          <a:srgbClr val="000000"/>
                        </a:solidFill>
                        <a:effectLst/>
                        <a:uLnTx/>
                        <a:uFillTx/>
                        <a:latin typeface="+mn-lt"/>
                        <a:ea typeface="+mn-ea"/>
                        <a:cs typeface="+mn-cs"/>
                      </a:endParaRP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latin typeface="+mn-lt"/>
                          <a:ea typeface="+mn-ea"/>
                          <a:cs typeface="+mn-cs"/>
                        </a:rPr>
                        <a:t>GPP</a:t>
                      </a: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latin typeface="+mn-lt"/>
                          <a:ea typeface="+mn-ea"/>
                          <a:cs typeface="+mn-cs"/>
                        </a:rPr>
                        <a:t>EAP(1368-0077)</a:t>
                      </a: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a:ln>
                            <a:noFill/>
                          </a:ln>
                          <a:solidFill>
                            <a:srgbClr val="000000"/>
                          </a:solidFill>
                          <a:effectLst/>
                          <a:uLnTx/>
                          <a:uFillTx/>
                          <a:latin typeface="+mn-lt"/>
                          <a:ea typeface="+mn-ea"/>
                          <a:cs typeface="+mn-cs"/>
                        </a:rPr>
                        <a:t>Global </a:t>
                      </a: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lang="en-US" altLang="zh-CN" sz="800" b="0" u="none" strike="noStrike" kern="1200" cap="none" spc="0" normalizeH="0" baseline="0">
                          <a:ln>
                            <a:noFill/>
                          </a:ln>
                          <a:solidFill>
                            <a:srgbClr val="000000"/>
                          </a:solidFill>
                          <a:effectLst/>
                          <a:uLnTx/>
                          <a:uFillTx/>
                          <a:latin typeface="+mn-lt"/>
                          <a:ea typeface="+mn-ea"/>
                          <a:cs typeface="+mn-cs"/>
                        </a:rPr>
                        <a:t>CTR</a:t>
                      </a: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latin typeface="+mn-lt"/>
                          <a:ea typeface="+mn-ea"/>
                          <a:cs typeface="+mn-cs"/>
                        </a:rPr>
                        <a:t>close</a:t>
                      </a:r>
                    </a:p>
                  </a:txBody>
                  <a:tcPr marL="69608" marR="69608" marT="28574" marB="28574" anchor="ctr">
                    <a:solidFill>
                      <a:srgbClr val="F2F2F2"/>
                    </a:solidFill>
                  </a:tcPr>
                </a:tc>
                <a:tc>
                  <a:txBody>
                    <a:bodyPr/>
                    <a:lstStyle/>
                    <a:p>
                      <a:pPr marL="171450" indent="-171450" algn="l" rtl="0" eaLnBrk="1" fontAlgn="ctr" latinLnBrk="0" hangingPunct="1">
                        <a:spcBef>
                          <a:spcPts val="0"/>
                        </a:spcBef>
                        <a:spcAft>
                          <a:spcPts val="0"/>
                        </a:spcAft>
                        <a:buClr>
                          <a:srgbClr val="002060"/>
                        </a:buClr>
                        <a:buSzPts val="1000"/>
                        <a:buFont typeface="Arial" panose="020B0604020202020204" pitchFamily="34" charset="0"/>
                        <a:buChar char="•"/>
                      </a:pPr>
                      <a:r>
                        <a:rPr lang="en-US" sz="800" b="0" i="0" u="none" strike="noStrike" kern="1200" spc="0" baseline="0">
                          <a:ln>
                            <a:noFill/>
                          </a:ln>
                          <a:solidFill>
                            <a:schemeClr val="tx1"/>
                          </a:solidFill>
                          <a:effectLst/>
                          <a:latin typeface="Boehringer Forward Text"/>
                        </a:rPr>
                        <a:t>CTR is finalized on 27Mar 2024</a:t>
                      </a:r>
                      <a:endParaRPr lang="en-US" altLang="zh-CN" sz="800" b="0" i="0" u="none" strike="noStrike">
                        <a:solidFill>
                          <a:schemeClr val="tx1"/>
                        </a:solidFill>
                        <a:effectLst/>
                        <a:latin typeface="Boehringer Forward Text"/>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latin typeface="Boehringer Forward Text"/>
                        </a:rPr>
                        <a:t>China Investigator meeting planned on </a:t>
                      </a:r>
                      <a:r>
                        <a:rPr lang="en-US" sz="800" b="0" i="0" u="sng" strike="noStrike" kern="1200" spc="0" baseline="0">
                          <a:ln>
                            <a:noFill/>
                          </a:ln>
                          <a:solidFill>
                            <a:srgbClr val="000000"/>
                          </a:solidFill>
                          <a:effectLst/>
                          <a:latin typeface="Boehringer Forward Text"/>
                        </a:rPr>
                        <a:t>May10 2024</a:t>
                      </a:r>
                      <a:r>
                        <a:rPr lang="en-US" sz="800" b="0" i="0" u="none" strike="noStrike" kern="1200" spc="0" baseline="0">
                          <a:ln>
                            <a:noFill/>
                          </a:ln>
                          <a:solidFill>
                            <a:srgbClr val="000000"/>
                          </a:solidFill>
                          <a:effectLst/>
                          <a:latin typeface="Boehringer Forward Text"/>
                        </a:rPr>
                        <a:t>.</a:t>
                      </a:r>
                      <a:endParaRPr lang="en-US" altLang="zh-CN" sz="1400" b="0" i="0" u="none" strike="noStrike">
                        <a:effectLst/>
                        <a:latin typeface="Boehringer Forward Text"/>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latin typeface="Boehringer Forward Text"/>
                        </a:rPr>
                        <a:t>Site close out in process.</a:t>
                      </a:r>
                      <a:endParaRPr lang="en-US" altLang="zh-CN" sz="1400" b="0" i="0" u="none" strike="noStrike">
                        <a:effectLst/>
                        <a:latin typeface="Boehringer Forward Text"/>
                      </a:endParaRPr>
                    </a:p>
                  </a:txBody>
                  <a:tcPr marL="69628" marR="69628" marT="28575" marB="28575" anchor="ctr">
                    <a:solidFill>
                      <a:srgbClr val="F2F2F2"/>
                    </a:solidFill>
                  </a:tcPr>
                </a:tc>
                <a:tc>
                  <a:txBody>
                    <a:bodyPr/>
                    <a:lstStyle/>
                    <a:p>
                      <a:endParaRPr lang="zh-CN" altLang="en-US" sz="1000"/>
                    </a:p>
                  </a:txBody>
                  <a:tcPr marL="52205" marR="52205" marT="21431" marB="21431">
                    <a:solidFill>
                      <a:srgbClr val="009933"/>
                    </a:solidFill>
                  </a:tcPr>
                </a:tc>
                <a:extLst>
                  <a:ext uri="{0D108BD9-81ED-4DB2-BD59-A6C34878D82A}">
                    <a16:rowId xmlns:a16="http://schemas.microsoft.com/office/drawing/2014/main" val="3061103426"/>
                  </a:ext>
                </a:extLst>
              </a:tr>
              <a:tr h="628649">
                <a:tc>
                  <a:txBody>
                    <a:bodyPr/>
                    <a:lstStyle/>
                    <a:p>
                      <a:pPr marL="0" lvl="0" indent="0" algn="ctr">
                        <a:lnSpc>
                          <a:spcPct val="100000"/>
                        </a:lnSpc>
                        <a:spcBef>
                          <a:spcPts val="0"/>
                        </a:spcBef>
                        <a:spcAft>
                          <a:spcPts val="0"/>
                        </a:spcAft>
                        <a:buNone/>
                      </a:pPr>
                      <a:r>
                        <a:rPr kumimoji="0" lang="en-US" sz="800" b="0" u="none" strike="noStrike" kern="1200" cap="none" spc="0" normalizeH="0" baseline="0" noProof="0">
                          <a:ln>
                            <a:noFill/>
                          </a:ln>
                          <a:solidFill>
                            <a:srgbClr val="000000"/>
                          </a:solidFill>
                          <a:effectLst/>
                          <a:uLnTx/>
                          <a:uFillTx/>
                        </a:rPr>
                        <a:t>Experience of Adults with Generalized Pustular Psoriasis (GPP) or Palmoplantar Pustulosis (PPP)</a:t>
                      </a:r>
                      <a:endParaRPr kumimoji="0" lang="zh-CN" altLang="en-US" sz="800" b="0" i="0" u="none" strike="noStrike" kern="1200" cap="none" spc="0" normalizeH="0" baseline="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rPr>
                        <a:t>GPP/PPP</a:t>
                      </a:r>
                      <a:endParaRPr kumimoji="0"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rPr>
                        <a:t>NIS (1368-0058)</a:t>
                      </a:r>
                    </a:p>
                    <a:p>
                      <a:pPr marL="0" lvl="0" indent="0" algn="ctr">
                        <a:lnSpc>
                          <a:spcPct val="100000"/>
                        </a:lnSpc>
                        <a:spcBef>
                          <a:spcPts val="0"/>
                        </a:spcBef>
                        <a:spcAft>
                          <a:spcPts val="0"/>
                        </a:spcAft>
                        <a:buNone/>
                      </a:pPr>
                      <a:endParaRPr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lang="en-US" altLang="zh-CN" sz="800" b="0" u="none" strike="noStrike" kern="1200" cap="none" spc="0" normalizeH="0" baseline="0">
                          <a:ln>
                            <a:noFill/>
                          </a:ln>
                          <a:solidFill>
                            <a:srgbClr val="000000"/>
                          </a:solidFill>
                          <a:effectLst/>
                          <a:uLnTx/>
                          <a:uFillTx/>
                        </a:rPr>
                        <a:t>Global</a:t>
                      </a:r>
                    </a:p>
                    <a:p>
                      <a:pPr marL="0" lvl="0" indent="0" algn="ctr" defTabSz="914378">
                        <a:lnSpc>
                          <a:spcPct val="100000"/>
                        </a:lnSpc>
                        <a:spcBef>
                          <a:spcPts val="0"/>
                        </a:spcBef>
                        <a:spcAft>
                          <a:spcPts val="0"/>
                        </a:spcAft>
                        <a:buNone/>
                      </a:pPr>
                      <a:r>
                        <a:rPr kumimoji="0" lang="en-US" altLang="zh-CN" sz="800" b="0" u="none" strike="noStrike" kern="1200" cap="none" spc="0" normalizeH="0" baseline="0">
                          <a:ln>
                            <a:noFill/>
                          </a:ln>
                          <a:solidFill>
                            <a:srgbClr val="000000"/>
                          </a:solidFill>
                          <a:effectLst/>
                          <a:uLnTx/>
                          <a:uFillTx/>
                        </a:rPr>
                        <a:t>(Fully out- sourced)</a:t>
                      </a:r>
                      <a:endParaRPr kumimoji="0" lang="en-US" altLang="zh-CN" sz="800" b="0" i="0" u="none" strike="noStrike" kern="1200" cap="none" spc="0" normalizeH="0" baseline="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rgbClr val="000000"/>
                          </a:solidFill>
                          <a:effectLst/>
                          <a:uLnTx/>
                          <a:uFillTx/>
                        </a:rPr>
                        <a:t>DBL</a:t>
                      </a: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rPr>
                        <a:t>CTR</a:t>
                      </a:r>
                      <a:endParaRPr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171450" marR="0" indent="-171450" algn="l" rtl="0" eaLnBrk="1" fontAlgn="auto"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rgbClr val="A6A6A6"/>
                          </a:solidFill>
                          <a:effectLst/>
                          <a:latin typeface="Boehringer Forward Text" panose="02000500000000020000" pitchFamily="2" charset="0"/>
                        </a:rPr>
                        <a:t>Patent recruitment in China has ceased om 20 Dec2022 , final recruitment： </a:t>
                      </a:r>
                      <a:endParaRPr lang="en-US" altLang="zh-CN" sz="800" b="0" i="0" u="none" strike="noStrike">
                        <a:effectLst/>
                        <a:latin typeface="Arial" panose="020B0604020202020204" pitchFamily="34" charset="0"/>
                      </a:endParaRPr>
                    </a:p>
                    <a:p>
                      <a:pPr marL="171450" indent="-171450"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A6A6A6"/>
                          </a:solidFill>
                          <a:effectLst/>
                          <a:latin typeface="Boehringer Forward Text"/>
                        </a:rPr>
                        <a:t>GPP survey/interview : 9/5, PPP survey/interview:5/3</a:t>
                      </a:r>
                      <a:endParaRPr lang="en-US" altLang="zh-CN" sz="1400" b="0" i="0" u="none" strike="noStrike">
                        <a:effectLst/>
                        <a:latin typeface="Boehringer Forward Text"/>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A6A6A6"/>
                          </a:solidFill>
                          <a:effectLst/>
                          <a:latin typeface="Boehringer Forward Text"/>
                        </a:rPr>
                        <a:t>Interim analysis posted at 2023 WCD conference</a:t>
                      </a:r>
                      <a:endParaRPr lang="en-US" altLang="zh-CN" sz="1400" b="0" i="0" u="none" strike="noStrike">
                        <a:effectLst/>
                        <a:latin typeface="Boehringer Forward Text"/>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latin typeface="Boehringer Forward Text"/>
                        </a:rPr>
                        <a:t>Follow up the CTR from global</a:t>
                      </a:r>
                      <a:endParaRPr lang="en-US" altLang="zh-CN" sz="1400" b="0" i="0" u="none" strike="noStrike">
                        <a:effectLst/>
                        <a:latin typeface="Boehringer Forward Text"/>
                      </a:endParaRPr>
                    </a:p>
                  </a:txBody>
                  <a:tcPr marL="69628" marR="69628" marT="28575" marB="28575" anchor="ctr">
                    <a:solidFill>
                      <a:srgbClr val="F2F2F2"/>
                    </a:solidFill>
                  </a:tcPr>
                </a:tc>
                <a:tc>
                  <a:txBody>
                    <a:bodyPr/>
                    <a:lstStyle/>
                    <a:p>
                      <a:endParaRPr lang="zh-CN" altLang="en-US" sz="1000"/>
                    </a:p>
                  </a:txBody>
                  <a:tcPr marL="52205" marR="52205" marT="21431" marB="21431">
                    <a:solidFill>
                      <a:schemeClr val="bg1">
                        <a:lumMod val="50000"/>
                      </a:schemeClr>
                    </a:solidFill>
                  </a:tcPr>
                </a:tc>
                <a:extLst>
                  <a:ext uri="{0D108BD9-81ED-4DB2-BD59-A6C34878D82A}">
                    <a16:rowId xmlns:a16="http://schemas.microsoft.com/office/drawing/2014/main" val="4245665104"/>
                  </a:ext>
                </a:extLst>
              </a:tr>
              <a:tr h="764171">
                <a:tc>
                  <a:txBody>
                    <a:bodyPr/>
                    <a:lstStyle/>
                    <a:p>
                      <a:pPr marL="0" lvl="0" indent="0" algn="ctr">
                        <a:lnSpc>
                          <a:spcPct val="100000"/>
                        </a:lnSpc>
                        <a:spcBef>
                          <a:spcPts val="0"/>
                        </a:spcBef>
                        <a:spcAft>
                          <a:spcPts val="0"/>
                        </a:spcAft>
                        <a:buNone/>
                      </a:pPr>
                      <a:r>
                        <a:rPr kumimoji="0" lang="en-US" altLang="zh-CN" sz="800" b="0" u="none" strike="noStrike" kern="1200" cap="none" spc="0" normalizeH="0" baseline="0">
                          <a:ln>
                            <a:noFill/>
                          </a:ln>
                          <a:solidFill>
                            <a:srgbClr val="000000"/>
                          </a:solidFill>
                          <a:effectLst/>
                          <a:uLnTx/>
                          <a:uFillTx/>
                        </a:rPr>
                        <a:t>SCRIPTOR Study- Retrospective Chart Review</a:t>
                      </a:r>
                      <a:endParaRPr kumimoji="0" lang="zh-CN" altLang="en-US" sz="800" b="0" i="0" u="none" strike="noStrike" kern="1200" cap="none" spc="0" normalizeH="0" baseline="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kumimoji="0" lang="en-US" altLang="zh-CN" sz="800" b="0" u="none" strike="noStrike" kern="1200" cap="none" spc="0" normalizeH="0" baseline="0" noProof="0">
                          <a:ln>
                            <a:noFill/>
                          </a:ln>
                          <a:solidFill>
                            <a:srgbClr val="000000"/>
                          </a:solidFill>
                          <a:effectLst/>
                          <a:uLnTx/>
                          <a:uFillTx/>
                        </a:rPr>
                        <a:t>GPP</a:t>
                      </a:r>
                      <a:endParaRPr kumimoji="0"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rPr>
                        <a:t>NIS(1368-0085)</a:t>
                      </a:r>
                    </a:p>
                  </a:txBody>
                  <a:tcPr marL="69608" marR="69608" marT="28574" marB="28574" anchor="ctr">
                    <a:solidFill>
                      <a:srgbClr val="F2F2F2"/>
                    </a:solidFill>
                  </a:tcPr>
                </a:tc>
                <a:tc>
                  <a:txBody>
                    <a:bodyPr/>
                    <a:lstStyle/>
                    <a:p>
                      <a:pPr marL="0" lvl="0" indent="0" algn="ctr" defTabSz="914378">
                        <a:lnSpc>
                          <a:spcPct val="100000"/>
                        </a:lnSpc>
                        <a:spcBef>
                          <a:spcPts val="0"/>
                        </a:spcBef>
                        <a:spcAft>
                          <a:spcPts val="0"/>
                        </a:spcAft>
                        <a:buNone/>
                      </a:pPr>
                      <a:r>
                        <a:rPr lang="en-US" altLang="zh-CN" sz="800" b="0" u="none" strike="noStrike" kern="1200" cap="none" spc="0" normalizeH="0" baseline="0">
                          <a:ln>
                            <a:noFill/>
                          </a:ln>
                          <a:solidFill>
                            <a:srgbClr val="000000"/>
                          </a:solidFill>
                          <a:effectLst/>
                          <a:uLnTx/>
                          <a:uFillTx/>
                        </a:rPr>
                        <a:t>Global</a:t>
                      </a:r>
                    </a:p>
                    <a:p>
                      <a:pPr marL="0" lvl="0" indent="0" algn="ctr" defTabSz="914378">
                        <a:lnSpc>
                          <a:spcPct val="100000"/>
                        </a:lnSpc>
                        <a:spcBef>
                          <a:spcPts val="0"/>
                        </a:spcBef>
                        <a:spcAft>
                          <a:spcPts val="0"/>
                        </a:spcAft>
                        <a:buNone/>
                      </a:pPr>
                      <a:r>
                        <a:rPr kumimoji="0" lang="en-US" altLang="zh-CN" sz="800" b="0" u="none" strike="noStrike" kern="1200" cap="none" spc="0" normalizeH="0" baseline="0">
                          <a:ln>
                            <a:noFill/>
                          </a:ln>
                          <a:solidFill>
                            <a:srgbClr val="000000"/>
                          </a:solidFill>
                          <a:effectLst/>
                          <a:uLnTx/>
                          <a:uFillTx/>
                        </a:rPr>
                        <a:t>(Fully out- sourced)</a:t>
                      </a:r>
                      <a:endParaRPr kumimoji="0" lang="en-US" altLang="zh-CN" sz="800" b="0" i="0" u="none" strike="noStrike" kern="1200" cap="none" spc="0" normalizeH="0" baseline="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rgbClr val="000000"/>
                          </a:solidFill>
                          <a:effectLst/>
                          <a:uLnTx/>
                          <a:uFillTx/>
                        </a:rPr>
                        <a:t>SSU</a:t>
                      </a:r>
                      <a:endParaRPr kumimoji="0"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0" lvl="0" indent="0" algn="ctr">
                        <a:lnSpc>
                          <a:spcPct val="100000"/>
                        </a:lnSpc>
                        <a:spcBef>
                          <a:spcPts val="0"/>
                        </a:spcBef>
                        <a:spcAft>
                          <a:spcPts val="0"/>
                        </a:spcAft>
                        <a:buNone/>
                      </a:pPr>
                      <a:r>
                        <a:rPr lang="en-US" altLang="zh-CN" sz="800" b="0" u="none" strike="noStrike" kern="1200" cap="none" spc="0" normalizeH="0" baseline="0" noProof="0">
                          <a:ln>
                            <a:noFill/>
                          </a:ln>
                          <a:solidFill>
                            <a:srgbClr val="000000"/>
                          </a:solidFill>
                          <a:effectLst/>
                          <a:uLnTx/>
                          <a:uFillTx/>
                        </a:rPr>
                        <a:t>FPI</a:t>
                      </a:r>
                      <a:endParaRPr lang="en-US" altLang="zh-CN" sz="800" b="0" i="0" u="none" strike="noStrike" kern="1200" cap="none" spc="0" normalizeH="0" baseline="0" noProof="0">
                        <a:ln>
                          <a:noFill/>
                        </a:ln>
                        <a:solidFill>
                          <a:srgbClr val="000000"/>
                        </a:solidFill>
                        <a:effectLst/>
                        <a:uLnTx/>
                        <a:uFillTx/>
                        <a:latin typeface="Calibri"/>
                        <a:ea typeface="+mn-ea"/>
                        <a:cs typeface="Calibri"/>
                      </a:endParaRPr>
                    </a:p>
                  </a:txBody>
                  <a:tcPr marL="69608" marR="69608" marT="28574" marB="28574" anchor="ctr">
                    <a:solidFill>
                      <a:srgbClr val="F2F2F2"/>
                    </a:solidFill>
                  </a:tcPr>
                </a:tc>
                <a:tc>
                  <a:txBody>
                    <a:bodyPr/>
                    <a:lstStyle/>
                    <a:p>
                      <a:pPr marL="171450" indent="-171450" algn="l" rtl="0" eaLnBrk="1" fontAlgn="base"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chemeClr val="tx1"/>
                          </a:solidFill>
                          <a:effectLst/>
                          <a:latin typeface="Boehringer Forward Text" panose="02000500000000020000" pitchFamily="2" charset="0"/>
                        </a:rPr>
                        <a:t>Global HAMA decide to stop SCRIPTOR study in China, due to budget increase and timeline delay caused by data export restrictions from CAC (</a:t>
                      </a:r>
                      <a:r>
                        <a:rPr kumimoji="1" lang="zh-CN" altLang="en-US" sz="700">
                          <a:solidFill>
                            <a:prstClr val="black"/>
                          </a:solidFill>
                          <a:latin typeface="+mn-lt"/>
                        </a:rPr>
                        <a:t>中国国家互联网信息办公室</a:t>
                      </a:r>
                      <a:r>
                        <a:rPr kumimoji="1" lang="en-US" altLang="zh-CN" sz="700">
                          <a:solidFill>
                            <a:prstClr val="black"/>
                          </a:solidFill>
                          <a:latin typeface="+mn-lt"/>
                        </a:rPr>
                        <a:t>)</a:t>
                      </a:r>
                      <a:endParaRPr lang="en-US" sz="800" b="0" i="0" u="none" strike="noStrike" kern="1200" spc="0" baseline="0">
                        <a:ln>
                          <a:noFill/>
                        </a:ln>
                        <a:solidFill>
                          <a:schemeClr val="tx1"/>
                        </a:solidFill>
                        <a:effectLst/>
                        <a:latin typeface="Boehringer Forward Text" panose="02000500000000020000" pitchFamily="2" charset="0"/>
                      </a:endParaRPr>
                    </a:p>
                    <a:p>
                      <a:pPr marL="171450" indent="-171450" algn="l" rtl="0" eaLnBrk="1" fontAlgn="base" latinLnBrk="0" hangingPunct="1">
                        <a:spcBef>
                          <a:spcPts val="600"/>
                        </a:spcBef>
                        <a:spcAft>
                          <a:spcPts val="0"/>
                        </a:spcAft>
                        <a:buClrTx/>
                        <a:buSzPts val="1000"/>
                        <a:buFont typeface="Arial" panose="020B0604020202020204" pitchFamily="34" charset="0"/>
                        <a:buChar char="•"/>
                      </a:pPr>
                      <a:r>
                        <a:rPr lang="en-US" sz="800" b="0" i="0" u="none" strike="noStrike" kern="1200" spc="0" baseline="0" noProof="0">
                          <a:ln>
                            <a:noFill/>
                          </a:ln>
                          <a:solidFill>
                            <a:schemeClr val="tx1"/>
                          </a:solidFill>
                          <a:effectLst/>
                          <a:latin typeface="Boehringer Forward Text"/>
                        </a:rPr>
                        <a:t>With resolutions, China team will </a:t>
                      </a:r>
                      <a:r>
                        <a:rPr lang="en-US" altLang="zh-CN" sz="800" b="0" i="0" u="none" strike="noStrike" kern="1200" spc="0" baseline="0" noProof="0">
                          <a:ln>
                            <a:noFill/>
                          </a:ln>
                          <a:solidFill>
                            <a:schemeClr val="tx1"/>
                          </a:solidFill>
                          <a:effectLst/>
                          <a:latin typeface="+mn-lt"/>
                        </a:rPr>
                        <a:t>continue to seek the study restarts </a:t>
                      </a:r>
                      <a:r>
                        <a:rPr lang="en-US" sz="800" b="0" i="0" u="none" strike="noStrike" kern="1200" spc="0" baseline="0" noProof="0">
                          <a:ln>
                            <a:noFill/>
                          </a:ln>
                          <a:solidFill>
                            <a:schemeClr val="tx1"/>
                          </a:solidFill>
                          <a:effectLst/>
                          <a:latin typeface="Boehringer Forward Text"/>
                        </a:rPr>
                        <a:t> </a:t>
                      </a:r>
                    </a:p>
                    <a:p>
                      <a:pPr marL="514350" lvl="1" indent="-171450" algn="l" rtl="0" eaLnBrk="1" fontAlgn="base" latinLnBrk="0" hangingPunct="1">
                        <a:spcBef>
                          <a:spcPts val="0"/>
                        </a:spcBef>
                        <a:spcAft>
                          <a:spcPts val="0"/>
                        </a:spcAft>
                        <a:buClrTx/>
                        <a:buSzPts val="1000"/>
                        <a:buFont typeface="Arial" panose="020B0604020202020204" pitchFamily="34" charset="0"/>
                        <a:buChar char="•"/>
                      </a:pPr>
                      <a:r>
                        <a:rPr lang="en-US" sz="800" b="0" i="0" u="none" strike="noStrike" kern="1200" spc="0" baseline="0" noProof="0">
                          <a:ln>
                            <a:noFill/>
                          </a:ln>
                          <a:solidFill>
                            <a:schemeClr val="tx1"/>
                          </a:solidFill>
                          <a:effectLst/>
                          <a:latin typeface="Boehringer Forward Text"/>
                        </a:rPr>
                        <a:t>China legal team confirmed that the data export issue has been resolved. </a:t>
                      </a:r>
                    </a:p>
                    <a:p>
                      <a:pPr marL="514350" lvl="1" indent="-171450" algn="l" rtl="0" eaLnBrk="1" fontAlgn="base" latinLnBrk="0" hangingPunct="1">
                        <a:spcBef>
                          <a:spcPts val="0"/>
                        </a:spcBef>
                        <a:spcAft>
                          <a:spcPts val="0"/>
                        </a:spcAft>
                        <a:buClrTx/>
                        <a:buSzPts val="1000"/>
                        <a:buFont typeface="Arial" panose="020B0604020202020204" pitchFamily="34" charset="0"/>
                        <a:buChar char="•"/>
                      </a:pPr>
                      <a:r>
                        <a:rPr lang="en-US" sz="800" b="0" i="0" u="none" strike="noStrike" kern="1200" spc="0" baseline="0" noProof="0">
                          <a:ln>
                            <a:noFill/>
                          </a:ln>
                          <a:solidFill>
                            <a:schemeClr val="tx1"/>
                          </a:solidFill>
                          <a:effectLst/>
                          <a:latin typeface="Boehringer Forward Text"/>
                        </a:rPr>
                        <a:t>current timeline suggest that continue this study may be a better choice than a new study</a:t>
                      </a:r>
                      <a:endParaRPr lang="en-US" altLang="zh-CN" sz="1400" b="0" i="0" u="none" strike="noStrike">
                        <a:solidFill>
                          <a:schemeClr val="tx1"/>
                        </a:solidFill>
                        <a:effectLst/>
                        <a:latin typeface="Boehringer Forward Text"/>
                      </a:endParaRPr>
                    </a:p>
                  </a:txBody>
                  <a:tcPr marL="69628" marR="69628" marT="28575" marB="28575" anchor="ctr">
                    <a:solidFill>
                      <a:srgbClr val="F2F2F2"/>
                    </a:solidFill>
                  </a:tcPr>
                </a:tc>
                <a:tc>
                  <a:txBody>
                    <a:bodyPr/>
                    <a:lstStyle/>
                    <a:p>
                      <a:pPr marL="0" marR="0" lvl="0" indent="0" algn="l" rtl="0" eaLnBrk="1" fontAlgn="auto" latinLnBrk="0" hangingPunct="1">
                        <a:lnSpc>
                          <a:spcPct val="100000"/>
                        </a:lnSpc>
                        <a:spcBef>
                          <a:spcPts val="0"/>
                        </a:spcBef>
                        <a:spcAft>
                          <a:spcPts val="0"/>
                        </a:spcAft>
                        <a:buClrTx/>
                        <a:buSzTx/>
                        <a:buFont typeface="Wingdings"/>
                        <a:buNone/>
                      </a:pPr>
                      <a:endParaRPr lang="en-US" altLang="zh-CN" sz="300" b="0" i="0" u="none" strike="noStrike" kern="1200" cap="none" spc="0" normalizeH="0" baseline="0" noProof="0">
                        <a:ln>
                          <a:noFill/>
                        </a:ln>
                        <a:solidFill>
                          <a:srgbClr val="0070C0"/>
                        </a:solidFill>
                        <a:effectLst/>
                        <a:uLnTx/>
                        <a:uFillTx/>
                        <a:latin typeface="Calibri"/>
                        <a:ea typeface="+mn-ea"/>
                        <a:cs typeface="+mn-cs"/>
                      </a:endParaRPr>
                    </a:p>
                  </a:txBody>
                  <a:tcPr marL="69608" marR="69608" marT="28574" marB="28574">
                    <a:solidFill>
                      <a:schemeClr val="bg1">
                        <a:lumMod val="50000"/>
                      </a:schemeClr>
                    </a:solidFill>
                  </a:tcPr>
                </a:tc>
                <a:extLst>
                  <a:ext uri="{0D108BD9-81ED-4DB2-BD59-A6C34878D82A}">
                    <a16:rowId xmlns:a16="http://schemas.microsoft.com/office/drawing/2014/main" val="3929530193"/>
                  </a:ext>
                </a:extLst>
              </a:tr>
              <a:tr h="640080">
                <a:tc>
                  <a:txBody>
                    <a:bodyPr/>
                    <a:lstStyle/>
                    <a:p>
                      <a:pPr algn="ctr" rtl="0" fontAlgn="base"/>
                      <a:r>
                        <a:rPr kumimoji="0" lang="en-US" sz="800" b="0" u="none" strike="noStrike" kern="1200" cap="none" spc="0" normalizeH="0" baseline="0">
                          <a:ln>
                            <a:noFill/>
                          </a:ln>
                          <a:solidFill>
                            <a:srgbClr val="000000"/>
                          </a:solidFill>
                          <a:effectLst/>
                          <a:uLnTx/>
                          <a:uFillTx/>
                        </a:rPr>
                        <a:t>Exploration of the pathogenesis of GPP and PV</a:t>
                      </a:r>
                      <a:r>
                        <a:rPr kumimoji="0" lang="en-US" altLang="zh-CN" sz="800" b="0" u="none" strike="noStrike" kern="1200" cap="none" spc="0" normalizeH="0" baseline="0">
                          <a:ln>
                            <a:noFill/>
                          </a:ln>
                          <a:solidFill>
                            <a:srgbClr val="000000"/>
                          </a:solidFill>
                          <a:effectLst/>
                          <a:uLnTx/>
                          <a:uFillTx/>
                        </a:rPr>
                        <a:t>​</a:t>
                      </a:r>
                      <a:endParaRPr kumimoji="0" lang="en-US" altLang="zh-CN"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rPr>
                        <a:t>GPP/PV​</a:t>
                      </a:r>
                      <a:endParaRPr kumimoji="0" lang="en-US"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rPr>
                        <a:t>IIS(1368-0133)</a:t>
                      </a:r>
                    </a:p>
                    <a:p>
                      <a:pPr algn="ctr" rtl="0" fontAlgn="base"/>
                      <a:r>
                        <a:rPr kumimoji="0" lang="en-US" sz="800" b="0" u="none" strike="noStrike" kern="1200" cap="none" spc="0" normalizeH="0" baseline="0">
                          <a:ln>
                            <a:noFill/>
                          </a:ln>
                          <a:solidFill>
                            <a:srgbClr val="000000"/>
                          </a:solidFill>
                          <a:effectLst/>
                          <a:uLnTx/>
                          <a:uFillTx/>
                        </a:rPr>
                        <a:t>(Nov2023-Apr2024, Jun2024)</a:t>
                      </a:r>
                      <a:endParaRPr kumimoji="0" lang="en-US"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rPr>
                        <a:t>China alone</a:t>
                      </a:r>
                      <a:r>
                        <a:rPr kumimoji="0" lang="en-US" altLang="zh-CN" sz="800" b="0" u="none" strike="noStrike" kern="1200" cap="none" spc="0" normalizeH="0" baseline="0">
                          <a:ln>
                            <a:noFill/>
                          </a:ln>
                          <a:solidFill>
                            <a:srgbClr val="000000"/>
                          </a:solidFill>
                          <a:effectLst/>
                          <a:uLnTx/>
                          <a:uFillTx/>
                        </a:rPr>
                        <a:t>​</a:t>
                      </a:r>
                      <a:endParaRPr kumimoji="0" lang="en-US" altLang="zh-CN"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rPr>
                        <a:t>FSI</a:t>
                      </a:r>
                      <a:endParaRPr kumimoji="0" lang="en-US"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rPr>
                        <a:t>LSI</a:t>
                      </a:r>
                      <a:endParaRPr kumimoji="0" lang="en-US" sz="800" b="0" i="0" u="none" strike="noStrike" kern="1200" cap="none" spc="0" normalizeH="0" baseline="0">
                        <a:ln>
                          <a:noFill/>
                        </a:ln>
                        <a:solidFill>
                          <a:srgbClr val="000000"/>
                        </a:solidFill>
                        <a:effectLst/>
                        <a:uLnTx/>
                        <a:uFillTx/>
                        <a:latin typeface="Calibri"/>
                        <a:ea typeface="+mn-ea"/>
                        <a:cs typeface="Calibri"/>
                      </a:endParaRPr>
                    </a:p>
                  </a:txBody>
                  <a:tcPr marL="68580" marR="68580" marT="34290" marB="34290" anchor="ctr">
                    <a:solidFill>
                      <a:srgbClr val="F2F2F2"/>
                    </a:solidFill>
                  </a:tcPr>
                </a:tc>
                <a:tc>
                  <a:txBody>
                    <a:bodyPr/>
                    <a:lstStyle/>
                    <a:p>
                      <a:pPr marL="171450" indent="-171450" algn="l" rtl="0" eaLnBrk="1" fontAlgn="ctr"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rgbClr val="7F7F7F"/>
                          </a:solidFill>
                          <a:effectLst/>
                          <a:latin typeface="Boehringer Forward Text"/>
                        </a:rPr>
                        <a:t>HGRAC online approval on Oct 30th, </a:t>
                      </a:r>
                      <a:r>
                        <a:rPr lang="en-US" sz="800" b="0" i="0" u="none" strike="noStrike" kern="1200" spc="0" baseline="0">
                          <a:ln>
                            <a:noFill/>
                          </a:ln>
                          <a:solidFill>
                            <a:srgbClr val="000000"/>
                          </a:solidFill>
                          <a:effectLst/>
                          <a:latin typeface="Boehringer Forward Text"/>
                        </a:rPr>
                        <a:t>wet-ink obtained on Apr 9th</a:t>
                      </a:r>
                      <a:endParaRPr lang="en-US" altLang="zh-CN" sz="800" b="0" i="0" u="none" strike="noStrike">
                        <a:effectLst/>
                        <a:latin typeface="Boehringer Forward Text"/>
                      </a:endParaRPr>
                    </a:p>
                    <a:p>
                      <a:pPr marL="173355" indent="-173355" algn="l" rtl="0" eaLnBrk="1" fontAlgn="ctr" latinLnBrk="0" hangingPunct="1">
                        <a:spcBef>
                          <a:spcPts val="0"/>
                        </a:spcBef>
                        <a:spcAft>
                          <a:spcPts val="0"/>
                        </a:spcAft>
                        <a:buFont typeface="Arial" panose="020B0604020202020204" pitchFamily="34" charset="0"/>
                        <a:buChar char="•"/>
                      </a:pPr>
                      <a:r>
                        <a:rPr lang="en-US" sz="800" b="0" i="0" u="none" strike="noStrike" kern="1200" spc="0" baseline="0">
                          <a:ln>
                            <a:noFill/>
                          </a:ln>
                          <a:solidFill>
                            <a:srgbClr val="000000"/>
                          </a:solidFill>
                          <a:effectLst/>
                          <a:latin typeface="Boehringer Forward Text"/>
                        </a:rPr>
                        <a:t>Enrolment: </a:t>
                      </a:r>
                      <a:endParaRPr lang="en-US" altLang="zh-CN" sz="1400" b="0" i="0" u="none" strike="noStrike">
                        <a:effectLst/>
                        <a:latin typeface="Arial" panose="020B0604020202020204" pitchFamily="34" charset="0"/>
                      </a:endParaRPr>
                    </a:p>
                    <a:p>
                      <a:pPr marL="514350" lvl="1" indent="-171450" algn="l" rtl="0" eaLnBrk="1" fontAlgn="ctr" latinLnBrk="0" hangingPunct="1">
                        <a:spcBef>
                          <a:spcPts val="0"/>
                        </a:spcBef>
                        <a:spcAft>
                          <a:spcPts val="0"/>
                        </a:spcAft>
                        <a:buFont typeface="Arial" panose="020B0604020202020204" pitchFamily="34" charset="0"/>
                        <a:buChar char="•"/>
                      </a:pPr>
                      <a:r>
                        <a:rPr kumimoji="1" lang="en-US" sz="800" b="0" i="0" u="none" strike="noStrike" kern="1200">
                          <a:solidFill>
                            <a:schemeClr val="dk1"/>
                          </a:solidFill>
                          <a:effectLst/>
                          <a:latin typeface="Arial"/>
                          <a:ea typeface="+mn-ea"/>
                          <a:cs typeface="+mn-cs"/>
                        </a:rPr>
                        <a:t>GPP+PV: tissue 5/4; blood 4/4</a:t>
                      </a:r>
                      <a:endParaRPr kumimoji="1" lang="en-US" altLang="zh-CN" sz="800" b="0" i="0" u="none" strike="noStrike" kern="1200">
                        <a:solidFill>
                          <a:schemeClr val="dk1"/>
                        </a:solidFill>
                        <a:effectLst/>
                        <a:latin typeface="Arial"/>
                        <a:ea typeface="+mn-ea"/>
                        <a:cs typeface="+mn-cs"/>
                      </a:endParaRPr>
                    </a:p>
                    <a:p>
                      <a:pPr marL="514350" lvl="1" indent="-171450" algn="l" rtl="0" eaLnBrk="1" fontAlgn="ctr" latinLnBrk="0" hangingPunct="1">
                        <a:spcBef>
                          <a:spcPts val="0"/>
                        </a:spcBef>
                        <a:spcAft>
                          <a:spcPts val="0"/>
                        </a:spcAft>
                        <a:buFont typeface="Arial" panose="020B0604020202020204" pitchFamily="34" charset="0"/>
                        <a:buChar char="•"/>
                      </a:pPr>
                      <a:r>
                        <a:rPr kumimoji="1" lang="en-US" sz="800" b="0" i="0" u="none" strike="noStrike" kern="1200">
                          <a:solidFill>
                            <a:schemeClr val="dk1"/>
                          </a:solidFill>
                          <a:effectLst/>
                          <a:latin typeface="Arial"/>
                          <a:ea typeface="+mn-ea"/>
                          <a:cs typeface="+mn-cs"/>
                        </a:rPr>
                        <a:t>GPP: tissue 2/4; blood 2/4</a:t>
                      </a:r>
                      <a:endParaRPr kumimoji="1" lang="en-US" altLang="zh-CN" sz="800" b="0" i="0" u="none" strike="noStrike" kern="1200">
                        <a:solidFill>
                          <a:schemeClr val="dk1"/>
                        </a:solidFill>
                        <a:effectLst/>
                        <a:latin typeface="Arial"/>
                        <a:ea typeface="+mn-ea"/>
                        <a:cs typeface="+mn-cs"/>
                      </a:endParaRPr>
                    </a:p>
                    <a:p>
                      <a:pPr marL="514350" lvl="1" indent="-171450" algn="l" rtl="0" eaLnBrk="1" fontAlgn="ctr" latinLnBrk="0" hangingPunct="1">
                        <a:spcBef>
                          <a:spcPts val="0"/>
                        </a:spcBef>
                        <a:spcAft>
                          <a:spcPts val="0"/>
                        </a:spcAft>
                        <a:buFont typeface="Arial" panose="020B0604020202020204" pitchFamily="34" charset="0"/>
                        <a:buChar char="•"/>
                      </a:pPr>
                      <a:r>
                        <a:rPr kumimoji="1" lang="en-US" sz="800" b="0" i="0" u="none" strike="noStrike" kern="1200">
                          <a:solidFill>
                            <a:schemeClr val="dk1"/>
                          </a:solidFill>
                          <a:effectLst/>
                          <a:latin typeface="Arial"/>
                          <a:ea typeface="+mn-ea"/>
                          <a:cs typeface="+mn-cs"/>
                        </a:rPr>
                        <a:t>PV: tissue 4/4; blood 2/4</a:t>
                      </a:r>
                      <a:endParaRPr kumimoji="1" lang="en-US" altLang="zh-CN" sz="800" b="0" i="0" u="none" strike="noStrike" kern="1200">
                        <a:solidFill>
                          <a:schemeClr val="dk1"/>
                        </a:solidFill>
                        <a:effectLst/>
                        <a:latin typeface="Arial"/>
                        <a:ea typeface="+mn-ea"/>
                        <a:cs typeface="+mn-cs"/>
                      </a:endParaRPr>
                    </a:p>
                  </a:txBody>
                  <a:tcPr marL="68580" marR="68580" marT="34290" marB="34290" anchor="ctr">
                    <a:solidFill>
                      <a:srgbClr val="F2F2F2"/>
                    </a:solidFill>
                  </a:tcPr>
                </a:tc>
                <a:tc>
                  <a:txBody>
                    <a:bodyPr/>
                    <a:lstStyle/>
                    <a:p>
                      <a:endParaRPr lang="zh-CN" altLang="en-US" sz="1000"/>
                    </a:p>
                  </a:txBody>
                  <a:tcPr marL="52205" marR="52205" marT="21431" marB="21431">
                    <a:solidFill>
                      <a:srgbClr val="009933"/>
                    </a:solidFill>
                  </a:tcPr>
                </a:tc>
                <a:extLst>
                  <a:ext uri="{0D108BD9-81ED-4DB2-BD59-A6C34878D82A}">
                    <a16:rowId xmlns:a16="http://schemas.microsoft.com/office/drawing/2014/main" val="3911100161"/>
                  </a:ext>
                </a:extLst>
              </a:tr>
              <a:tr h="514856">
                <a:tc>
                  <a:txBody>
                    <a:bodyPr/>
                    <a:lstStyle/>
                    <a:p>
                      <a:pPr algn="ctr" rtl="0" fontAlgn="base"/>
                      <a:r>
                        <a:rPr kumimoji="0" lang="en-US" sz="800" b="0" u="none" strike="noStrike" kern="1200" cap="none" spc="0" normalizeH="0" baseline="0" err="1">
                          <a:ln>
                            <a:noFill/>
                          </a:ln>
                          <a:solidFill>
                            <a:srgbClr val="000000"/>
                          </a:solidFill>
                          <a:effectLst/>
                          <a:uLnTx/>
                          <a:uFillTx/>
                          <a:latin typeface="+mn-lt"/>
                          <a:ea typeface="+mn-ea"/>
                          <a:cs typeface="+mn-cs"/>
                        </a:rPr>
                        <a:t>Spesolimab</a:t>
                      </a:r>
                      <a:r>
                        <a:rPr kumimoji="0" lang="en-US" sz="800" b="0" u="none" strike="noStrike" kern="1200" cap="none" spc="0" normalizeH="0" baseline="0">
                          <a:ln>
                            <a:noFill/>
                          </a:ln>
                          <a:solidFill>
                            <a:srgbClr val="000000"/>
                          </a:solidFill>
                          <a:effectLst/>
                          <a:uLnTx/>
                          <a:uFillTx/>
                          <a:latin typeface="+mn-lt"/>
                          <a:ea typeface="+mn-ea"/>
                          <a:cs typeface="+mn-cs"/>
                        </a:rPr>
                        <a:t>​</a:t>
                      </a: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PG&amp;HS&amp;NS​</a:t>
                      </a: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ECR​</a:t>
                      </a:r>
                    </a:p>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(2023-2027)​</a:t>
                      </a: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China alone​</a:t>
                      </a: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PEC endorse​</a:t>
                      </a:r>
                    </a:p>
                  </a:txBody>
                  <a:tcPr marL="68580" marR="68580" marT="34290" marB="34290" anchor="ctr">
                    <a:solidFill>
                      <a:srgbClr val="F2F2F2"/>
                    </a:solidFill>
                  </a:tcPr>
                </a:tc>
                <a:tc>
                  <a:txBody>
                    <a:bodyPr/>
                    <a:lstStyle/>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Global </a:t>
                      </a:r>
                    </a:p>
                    <a:p>
                      <a:pPr algn="ctr" rtl="0" fontAlgn="base"/>
                      <a:r>
                        <a:rPr kumimoji="0" lang="en-US" sz="800" b="0" u="none" strike="noStrike" kern="1200" cap="none" spc="0" normalizeH="0" baseline="0">
                          <a:ln>
                            <a:noFill/>
                          </a:ln>
                          <a:solidFill>
                            <a:srgbClr val="000000"/>
                          </a:solidFill>
                          <a:effectLst/>
                          <a:uLnTx/>
                          <a:uFillTx/>
                          <a:latin typeface="+mn-lt"/>
                          <a:ea typeface="+mn-ea"/>
                          <a:cs typeface="+mn-cs"/>
                        </a:rPr>
                        <a:t>endorse​</a:t>
                      </a:r>
                    </a:p>
                  </a:txBody>
                  <a:tcPr marL="68580" marR="68580" marT="34290" marB="34290" anchor="ctr">
                    <a:solidFill>
                      <a:srgbClr val="F2F2F2"/>
                    </a:solidFill>
                  </a:tcPr>
                </a:tc>
                <a:tc>
                  <a:txBody>
                    <a:bodyPr/>
                    <a:lstStyle/>
                    <a:p>
                      <a:pPr marL="171450" indent="-171450" algn="l" rtl="0" eaLnBrk="1" fontAlgn="base"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chemeClr val="bg1">
                              <a:lumMod val="50000"/>
                            </a:schemeClr>
                          </a:solidFill>
                          <a:effectLst/>
                          <a:latin typeface="Boehringer Forward Text"/>
                        </a:rPr>
                        <a:t>PEC endorsed PG and HS at PEC of Dec 2023, PEC endorsement for NS is pending. </a:t>
                      </a:r>
                      <a:endParaRPr lang="en-US" sz="800" b="0" i="0" u="none" strike="noStrike" kern="1200" spc="0" baseline="0">
                        <a:ln>
                          <a:noFill/>
                        </a:ln>
                        <a:solidFill>
                          <a:schemeClr val="bg1">
                            <a:lumMod val="50000"/>
                          </a:schemeClr>
                        </a:solidFill>
                        <a:effectLst/>
                        <a:latin typeface="Boehringer Forward Text" panose="02000500000000020000" pitchFamily="2" charset="0"/>
                      </a:endParaRPr>
                    </a:p>
                    <a:p>
                      <a:pPr marL="171450" indent="-171450" algn="l" rtl="0" eaLnBrk="1" fontAlgn="base" latinLnBrk="0" hangingPunct="1">
                        <a:spcBef>
                          <a:spcPts val="0"/>
                        </a:spcBef>
                        <a:spcAft>
                          <a:spcPts val="0"/>
                        </a:spcAft>
                        <a:buClrTx/>
                        <a:buSzPts val="1000"/>
                        <a:buFont typeface="Arial" panose="020B0604020202020204" pitchFamily="34" charset="0"/>
                        <a:buChar char="•"/>
                      </a:pPr>
                      <a:r>
                        <a:rPr lang="en-US" sz="800" b="0" i="0" u="none" strike="noStrike" kern="1200" spc="0" baseline="0">
                          <a:ln>
                            <a:noFill/>
                          </a:ln>
                          <a:solidFill>
                            <a:srgbClr val="000000"/>
                          </a:solidFill>
                          <a:effectLst/>
                          <a:latin typeface="Boehringer Forward Text"/>
                        </a:rPr>
                        <a:t>Feasibility check completed, will submit for PEC endorsement in Apr2024</a:t>
                      </a:r>
                      <a:endParaRPr lang="en-US" altLang="zh-CN" sz="1400" b="0" i="0" u="none" strike="noStrike">
                        <a:effectLst/>
                        <a:latin typeface="Boehringer Forward Text"/>
                      </a:endParaRPr>
                    </a:p>
                  </a:txBody>
                  <a:tcPr marL="68580" marR="68580" marT="34290" marB="34290" anchor="ctr">
                    <a:solidFill>
                      <a:srgbClr val="F2F2F2"/>
                    </a:solidFill>
                  </a:tcPr>
                </a:tc>
                <a:tc>
                  <a:txBody>
                    <a:bodyPr/>
                    <a:lstStyle/>
                    <a:p>
                      <a:endParaRPr lang="zh-CN" altLang="en-US" sz="1000"/>
                    </a:p>
                  </a:txBody>
                  <a:tcPr marL="52205" marR="52205" marT="21431" marB="21431">
                    <a:solidFill>
                      <a:srgbClr val="009933"/>
                    </a:solidFill>
                  </a:tcPr>
                </a:tc>
                <a:extLst>
                  <a:ext uri="{0D108BD9-81ED-4DB2-BD59-A6C34878D82A}">
                    <a16:rowId xmlns:a16="http://schemas.microsoft.com/office/drawing/2014/main" val="1342358883"/>
                  </a:ext>
                </a:extLst>
              </a:tr>
            </a:tbl>
          </a:graphicData>
        </a:graphic>
      </p:graphicFrame>
      <p:sp>
        <p:nvSpPr>
          <p:cNvPr id="2" name="TextBox 1">
            <a:extLst>
              <a:ext uri="{FF2B5EF4-FFF2-40B4-BE49-F238E27FC236}">
                <a16:creationId xmlns:a16="http://schemas.microsoft.com/office/drawing/2014/main" id="{9F748555-8B0D-05FB-F317-2FE7CF83551A}"/>
              </a:ext>
            </a:extLst>
          </p:cNvPr>
          <p:cNvSpPr txBox="1"/>
          <p:nvPr/>
        </p:nvSpPr>
        <p:spPr bwMode="gray">
          <a:xfrm>
            <a:off x="1620444" y="4819226"/>
            <a:ext cx="6948000" cy="108000"/>
          </a:xfrm>
          <a:prstGeom prst="rect">
            <a:avLst/>
          </a:prstGeom>
        </p:spPr>
        <p:txBody>
          <a:bodyPr vert="horz" lIns="0" tIns="0" rIns="0" bIns="0" rtlCol="0" anchor="b">
            <a:normAutofit/>
          </a:bodyPr>
          <a:lstStyle/>
          <a:p>
            <a:pPr defTabSz="685749">
              <a:spcAft>
                <a:spcPts val="600"/>
              </a:spcAft>
              <a:defRPr/>
            </a:pPr>
            <a:r>
              <a:rPr kumimoji="1" lang="en-US" altLang="zh-CN" sz="600">
                <a:solidFill>
                  <a:prstClr val="black"/>
                </a:solidFill>
              </a:rPr>
              <a:t>CAC (</a:t>
            </a:r>
            <a:r>
              <a:rPr kumimoji="1" lang="en-US" altLang="zh-CN" sz="600">
                <a:solidFill>
                  <a:prstClr val="black"/>
                </a:solidFill>
                <a:latin typeface="Boehringer Forward Text"/>
              </a:rPr>
              <a:t>the Cyberspace Administration of China)</a:t>
            </a:r>
            <a:r>
              <a:rPr kumimoji="1" lang="zh-CN" altLang="en-US" sz="600">
                <a:solidFill>
                  <a:prstClr val="black"/>
                </a:solidFill>
                <a:latin typeface="Boehringer Forward Text"/>
              </a:rPr>
              <a:t>中国国家互联网信息办公室</a:t>
            </a:r>
            <a:r>
              <a:rPr kumimoji="1" lang="en-US" altLang="zh-CN" sz="600">
                <a:solidFill>
                  <a:prstClr val="black"/>
                </a:solidFill>
                <a:latin typeface="Boehringer Forward Text"/>
              </a:rPr>
              <a:t>; PV: Psoriasis </a:t>
            </a:r>
            <a:r>
              <a:rPr kumimoji="1" lang="en-US" altLang="zh-CN" sz="600">
                <a:solidFill>
                  <a:prstClr val="black"/>
                </a:solidFill>
              </a:rPr>
              <a:t>Vulgaris</a:t>
            </a:r>
            <a:endParaRPr kumimoji="1" lang="en-US" altLang="zh-CN" sz="600">
              <a:solidFill>
                <a:prstClr val="black"/>
              </a:solidFill>
              <a:latin typeface="Boehringer Forward Text"/>
            </a:endParaRPr>
          </a:p>
        </p:txBody>
      </p:sp>
    </p:spTree>
    <p:extLst>
      <p:ext uri="{BB962C8B-B14F-4D97-AF65-F5344CB8AC3E}">
        <p14:creationId xmlns:p14="http://schemas.microsoft.com/office/powerpoint/2010/main" val="32551864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ctrTitle"/>
          </p:nvPr>
        </p:nvSpPr>
        <p:spPr>
          <a:xfrm>
            <a:off x="367575" y="1991163"/>
            <a:ext cx="5884369" cy="627864"/>
          </a:xfrm>
        </p:spPr>
        <p:txBody>
          <a:bodyPr/>
          <a:lstStyle/>
          <a:p>
            <a:r>
              <a:rPr lang="en-US" altLang="zh-CN">
                <a:latin typeface="Century Gothic" panose="020B0502020202020204" pitchFamily="34" charset="0"/>
              </a:rPr>
              <a:t>Back Up</a:t>
            </a:r>
            <a:endParaRPr lang="en-US">
              <a:latin typeface="Century Gothic" panose="020B0502020202020204" pitchFamily="34" charset="0"/>
            </a:endParaRPr>
          </a:p>
        </p:txBody>
      </p:sp>
      <p:sp>
        <p:nvSpPr>
          <p:cNvPr id="2" name="页脚占位符 1"/>
          <p:cNvSpPr>
            <a:spLocks noGrp="1"/>
          </p:cNvSpPr>
          <p:nvPr>
            <p:ph type="ftr" sz="quarter" idx="4294967295"/>
          </p:nvPr>
        </p:nvSpPr>
        <p:spPr>
          <a:xfrm>
            <a:off x="0" y="4926013"/>
            <a:ext cx="6140450" cy="123825"/>
          </a:xfrm>
        </p:spPr>
        <p:txBody>
          <a:bodyPr/>
          <a:lstStyle/>
          <a:p>
            <a:r>
              <a:rPr lang="en-GB"/>
              <a:t>Presentation title, date, author</a:t>
            </a:r>
          </a:p>
        </p:txBody>
      </p:sp>
      <p:sp>
        <p:nvSpPr>
          <p:cNvPr id="3" name="灯片编号占位符 2"/>
          <p:cNvSpPr>
            <a:spLocks noGrp="1"/>
          </p:cNvSpPr>
          <p:nvPr>
            <p:ph type="sldNum" sz="quarter" idx="4294967295"/>
          </p:nvPr>
        </p:nvSpPr>
        <p:spPr>
          <a:xfrm>
            <a:off x="9007475" y="4926013"/>
            <a:ext cx="136525" cy="123825"/>
          </a:xfrm>
        </p:spPr>
        <p:txBody>
          <a:bodyPr/>
          <a:lstStyle/>
          <a:p>
            <a:fld id="{143B55C4-4F5A-416B-997D-6CE47EB0A945}" type="slidenum">
              <a:rPr lang="en-GB" dirty="0" smtClean="0"/>
              <a:pPr/>
              <a:t>65</a:t>
            </a:fld>
            <a:endParaRPr lang="en-GB"/>
          </a:p>
        </p:txBody>
      </p:sp>
    </p:spTree>
    <p:extLst>
      <p:ext uri="{BB962C8B-B14F-4D97-AF65-F5344CB8AC3E}">
        <p14:creationId xmlns:p14="http://schemas.microsoft.com/office/powerpoint/2010/main" val="154557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FFFB-717C-82EC-BF03-D09627FB88EC}"/>
              </a:ext>
            </a:extLst>
          </p:cNvPr>
          <p:cNvSpPr>
            <a:spLocks noGrp="1"/>
          </p:cNvSpPr>
          <p:nvPr>
            <p:ph type="title"/>
          </p:nvPr>
        </p:nvSpPr>
        <p:spPr/>
        <p:txBody>
          <a:bodyPr/>
          <a:lstStyle/>
          <a:p>
            <a:r>
              <a:rPr lang="en-US" altLang="zh-CN"/>
              <a:t>TRPA-1 Ph2 study design</a:t>
            </a:r>
            <a:endParaRPr lang="zh-CN" altLang="en-US"/>
          </a:p>
        </p:txBody>
      </p:sp>
      <p:pic>
        <p:nvPicPr>
          <p:cNvPr id="10" name="Content Placeholder 9">
            <a:extLst>
              <a:ext uri="{FF2B5EF4-FFF2-40B4-BE49-F238E27FC236}">
                <a16:creationId xmlns:a16="http://schemas.microsoft.com/office/drawing/2014/main" id="{7E47FC0F-98AC-EF1F-24B8-2398ACBBFE24}"/>
              </a:ext>
            </a:extLst>
          </p:cNvPr>
          <p:cNvPicPr>
            <a:picLocks noGrp="1" noChangeAspect="1"/>
          </p:cNvPicPr>
          <p:nvPr>
            <p:ph idx="1"/>
          </p:nvPr>
        </p:nvPicPr>
        <p:blipFill>
          <a:blip r:embed="rId2"/>
          <a:stretch>
            <a:fillRect/>
          </a:stretch>
        </p:blipFill>
        <p:spPr>
          <a:xfrm>
            <a:off x="2319741" y="1060450"/>
            <a:ext cx="4506106" cy="3292475"/>
          </a:xfrm>
        </p:spPr>
      </p:pic>
      <p:sp>
        <p:nvSpPr>
          <p:cNvPr id="4" name="Text Placeholder 3">
            <a:extLst>
              <a:ext uri="{FF2B5EF4-FFF2-40B4-BE49-F238E27FC236}">
                <a16:creationId xmlns:a16="http://schemas.microsoft.com/office/drawing/2014/main" id="{C323F3DA-27BA-1360-67FF-87DD1C3FD77E}"/>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23A5C1FF-F667-C4B5-A300-CAB0A64994C8}"/>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F09F2EBF-6E52-A487-FEB4-E8660B7E75C0}"/>
              </a:ext>
            </a:extLst>
          </p:cNvPr>
          <p:cNvSpPr>
            <a:spLocks noGrp="1"/>
          </p:cNvSpPr>
          <p:nvPr>
            <p:ph type="sldNum" sz="quarter" idx="20"/>
          </p:nvPr>
        </p:nvSpPr>
        <p:spPr/>
        <p:txBody>
          <a:bodyPr/>
          <a:lstStyle/>
          <a:p>
            <a:fld id="{DF4E8F9F-5B1F-4F5B-BE49-3245D8C18D9F}" type="slidenum">
              <a:rPr lang="en-US" smtClean="0"/>
              <a:pPr/>
              <a:t>66</a:t>
            </a:fld>
            <a:endParaRPr lang="en-US"/>
          </a:p>
        </p:txBody>
      </p:sp>
    </p:spTree>
    <p:extLst>
      <p:ext uri="{BB962C8B-B14F-4D97-AF65-F5344CB8AC3E}">
        <p14:creationId xmlns:p14="http://schemas.microsoft.com/office/powerpoint/2010/main" val="3086955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106AF26-D83E-5079-4DC8-CF6BEC31FD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750" b="0" i="0" u="none" strike="noStrike" kern="1200" cap="none" spc="0" normalizeH="0" baseline="0" noProof="0" smtClean="0">
                <a:ln>
                  <a:noFill/>
                </a:ln>
                <a:solidFill>
                  <a:srgbClr val="FFFFFF">
                    <a:lumMod val="50000"/>
                  </a:srgbClr>
                </a:solidFill>
                <a:effectLst/>
                <a:uLnTx/>
                <a:uFillTx/>
                <a:latin typeface="BISansCond" panose="0200000605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75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endParaRPr>
          </a:p>
        </p:txBody>
      </p:sp>
      <p:sp>
        <p:nvSpPr>
          <p:cNvPr id="3" name="标题 2">
            <a:extLst>
              <a:ext uri="{FF2B5EF4-FFF2-40B4-BE49-F238E27FC236}">
                <a16:creationId xmlns:a16="http://schemas.microsoft.com/office/drawing/2014/main" id="{5CE0E0C7-9BB0-6BE8-89EC-3E5BFCB01DC6}"/>
              </a:ext>
            </a:extLst>
          </p:cNvPr>
          <p:cNvSpPr>
            <a:spLocks noGrp="1"/>
          </p:cNvSpPr>
          <p:nvPr>
            <p:ph type="title"/>
          </p:nvPr>
        </p:nvSpPr>
        <p:spPr/>
        <p:txBody>
          <a:bodyPr>
            <a:normAutofit/>
          </a:bodyPr>
          <a:lstStyle/>
          <a:p>
            <a:r>
              <a:rPr lang="zh-CN" altLang="en-US"/>
              <a:t>Mitigation status update of FVC data missing </a:t>
            </a:r>
          </a:p>
        </p:txBody>
      </p:sp>
      <p:graphicFrame>
        <p:nvGraphicFramePr>
          <p:cNvPr id="5" name="表格 4">
            <a:extLst>
              <a:ext uri="{FF2B5EF4-FFF2-40B4-BE49-F238E27FC236}">
                <a16:creationId xmlns:a16="http://schemas.microsoft.com/office/drawing/2014/main" id="{2C6B4992-0F64-AFCB-43D9-8A3B2C3F11F1}"/>
              </a:ext>
            </a:extLst>
          </p:cNvPr>
          <p:cNvGraphicFramePr>
            <a:graphicFrameLocks noGrp="1"/>
          </p:cNvGraphicFramePr>
          <p:nvPr/>
        </p:nvGraphicFramePr>
        <p:xfrm>
          <a:off x="316006" y="847165"/>
          <a:ext cx="8345816" cy="3425053"/>
        </p:xfrm>
        <a:graphic>
          <a:graphicData uri="http://schemas.openxmlformats.org/drawingml/2006/table">
            <a:tbl>
              <a:tblPr firstRow="1" bandRow="1">
                <a:tableStyleId>{5C22544A-7EE6-4342-B048-85BDC9FD1C3A}</a:tableStyleId>
              </a:tblPr>
              <a:tblGrid>
                <a:gridCol w="339003">
                  <a:extLst>
                    <a:ext uri="{9D8B030D-6E8A-4147-A177-3AD203B41FA5}">
                      <a16:colId xmlns:a16="http://schemas.microsoft.com/office/drawing/2014/main" val="3647707722"/>
                    </a:ext>
                  </a:extLst>
                </a:gridCol>
                <a:gridCol w="5657849">
                  <a:extLst>
                    <a:ext uri="{9D8B030D-6E8A-4147-A177-3AD203B41FA5}">
                      <a16:colId xmlns:a16="http://schemas.microsoft.com/office/drawing/2014/main" val="35323991"/>
                    </a:ext>
                  </a:extLst>
                </a:gridCol>
                <a:gridCol w="2348964">
                  <a:extLst>
                    <a:ext uri="{9D8B030D-6E8A-4147-A177-3AD203B41FA5}">
                      <a16:colId xmlns:a16="http://schemas.microsoft.com/office/drawing/2014/main" val="2977480904"/>
                    </a:ext>
                  </a:extLst>
                </a:gridCol>
              </a:tblGrid>
              <a:tr h="211393">
                <a:tc>
                  <a:txBody>
                    <a:bodyPr/>
                    <a:lstStyle/>
                    <a:p>
                      <a:pPr marL="0" algn="l" rtl="0" eaLnBrk="1" latinLnBrk="0" hangingPunct="1">
                        <a:spcBef>
                          <a:spcPts val="0"/>
                        </a:spcBef>
                        <a:spcAft>
                          <a:spcPts val="0"/>
                        </a:spcAft>
                      </a:pPr>
                      <a:r>
                        <a:rPr lang="en-US" sz="1000" kern="1200">
                          <a:effectLst/>
                        </a:rPr>
                        <a:t>No</a:t>
                      </a:r>
                      <a:endParaRPr lang="en-US" altLang="zh-CN" sz="1000">
                        <a:effectLst/>
                      </a:endParaRPr>
                    </a:p>
                  </a:txBody>
                  <a:tcPr marL="0" marR="0" marT="0" marB="0" anchor="ctr"/>
                </a:tc>
                <a:tc>
                  <a:txBody>
                    <a:bodyPr/>
                    <a:lstStyle/>
                    <a:p>
                      <a:pPr marL="0" algn="l" rtl="0" eaLnBrk="1" latinLnBrk="0" hangingPunct="1">
                        <a:spcBef>
                          <a:spcPts val="0"/>
                        </a:spcBef>
                        <a:spcAft>
                          <a:spcPts val="0"/>
                        </a:spcAft>
                      </a:pPr>
                      <a:r>
                        <a:rPr lang="en-US" sz="1000" kern="1200">
                          <a:effectLst/>
                        </a:rPr>
                        <a:t>Mitigation </a:t>
                      </a:r>
                      <a:endParaRPr lang="en-US" altLang="zh-CN" sz="1000">
                        <a:effectLst/>
                      </a:endParaRPr>
                    </a:p>
                  </a:txBody>
                  <a:tcPr marL="0" marR="0" marT="0" marB="0" anchor="ctr"/>
                </a:tc>
                <a:tc>
                  <a:txBody>
                    <a:bodyPr/>
                    <a:lstStyle/>
                    <a:p>
                      <a:pPr marL="0" algn="l" rtl="0" eaLnBrk="1" latinLnBrk="0" hangingPunct="1">
                        <a:spcBef>
                          <a:spcPts val="0"/>
                        </a:spcBef>
                        <a:spcAft>
                          <a:spcPts val="0"/>
                        </a:spcAft>
                      </a:pPr>
                      <a:r>
                        <a:rPr lang="en-US" sz="1000" kern="1200">
                          <a:effectLst/>
                        </a:rPr>
                        <a:t>Status</a:t>
                      </a:r>
                      <a:endParaRPr lang="en-US" altLang="zh-CN" sz="1000">
                        <a:effectLst/>
                      </a:endParaRPr>
                    </a:p>
                  </a:txBody>
                  <a:tcPr marL="0" marR="0" marT="0" marB="0" anchor="ctr"/>
                </a:tc>
                <a:extLst>
                  <a:ext uri="{0D108BD9-81ED-4DB2-BD59-A6C34878D82A}">
                    <a16:rowId xmlns:a16="http://schemas.microsoft.com/office/drawing/2014/main" val="4006769414"/>
                  </a:ext>
                </a:extLst>
              </a:tr>
              <a:tr h="331373">
                <a:tc>
                  <a:txBody>
                    <a:bodyPr/>
                    <a:lstStyle/>
                    <a:p>
                      <a:pPr marL="0" algn="l" rtl="0" eaLnBrk="1" latinLnBrk="0" hangingPunct="1">
                        <a:spcBef>
                          <a:spcPts val="0"/>
                        </a:spcBef>
                        <a:spcAft>
                          <a:spcPts val="0"/>
                        </a:spcAft>
                      </a:pPr>
                      <a:r>
                        <a:rPr lang="en-US" sz="1000" kern="1200">
                          <a:effectLst/>
                        </a:rPr>
                        <a:t>1</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Trial team to release  the “Dear investigator letter” and newsletter to clarify the visit procedure requirement after treatment early discontinued. </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a:t>
                      </a:r>
                      <a:r>
                        <a:rPr lang="en-US" altLang="zh-CN" sz="1000" b="0" i="0" u="none" strike="noStrike" kern="1200" noProof="0">
                          <a:solidFill>
                            <a:srgbClr val="000000"/>
                          </a:solidFill>
                          <a:effectLst/>
                          <a:latin typeface="BISansCond"/>
                        </a:rPr>
                        <a:t> </a:t>
                      </a:r>
                      <a:endParaRPr lang="zh-CN"/>
                    </a:p>
                  </a:txBody>
                  <a:tcPr marL="0" marR="0" marT="0" marB="0" anchor="ctr"/>
                </a:tc>
                <a:extLst>
                  <a:ext uri="{0D108BD9-81ED-4DB2-BD59-A6C34878D82A}">
                    <a16:rowId xmlns:a16="http://schemas.microsoft.com/office/drawing/2014/main" val="13103363"/>
                  </a:ext>
                </a:extLst>
              </a:tr>
              <a:tr h="331373">
                <a:tc>
                  <a:txBody>
                    <a:bodyPr/>
                    <a:lstStyle/>
                    <a:p>
                      <a:pPr marL="0" algn="l" rtl="0" eaLnBrk="1" latinLnBrk="0" hangingPunct="1">
                        <a:spcBef>
                          <a:spcPts val="0"/>
                        </a:spcBef>
                        <a:spcAft>
                          <a:spcPts val="0"/>
                        </a:spcAft>
                      </a:pPr>
                      <a:r>
                        <a:rPr lang="en-US" sz="1000" kern="1200">
                          <a:effectLst/>
                        </a:rPr>
                        <a:t>2</a:t>
                      </a:r>
                      <a:endParaRPr lang="en-US" altLang="zh-CN" sz="1000">
                        <a:effectLst/>
                      </a:endParaRPr>
                    </a:p>
                  </a:txBody>
                  <a:tcPr marL="0" marR="0" marT="0" marB="0" anchor="ctr"/>
                </a:tc>
                <a:tc>
                  <a:txBody>
                    <a:bodyPr/>
                    <a:lstStyle/>
                    <a:p>
                      <a:pPr marL="0" indent="0" algn="l" rtl="0" eaLnBrk="1" latinLnBrk="0" hangingPunct="1">
                        <a:spcBef>
                          <a:spcPts val="0"/>
                        </a:spcBef>
                        <a:spcAft>
                          <a:spcPts val="0"/>
                        </a:spcAft>
                      </a:pPr>
                      <a:r>
                        <a:rPr lang="en-US" sz="1000" kern="1200">
                          <a:effectLst/>
                        </a:rPr>
                        <a:t>Refresh training for CRA, Investigators/CRC to highlight the importance of FVC data per visit.</a:t>
                      </a:r>
                      <a:endParaRPr lang="en-US" altLang="zh-CN" sz="1000">
                        <a:effectLst/>
                      </a:endParaRPr>
                    </a:p>
                  </a:txBody>
                  <a:tcPr marL="0" marR="0" marT="0" marB="0" anchor="ctr"/>
                </a:tc>
                <a:tc>
                  <a:txBody>
                    <a:bodyPr/>
                    <a:lstStyle/>
                    <a:p>
                      <a:pPr marL="0" algn="l" rtl="0" eaLnBrk="1" latinLnBrk="0" hangingPunct="1">
                        <a:spcBef>
                          <a:spcPts val="0"/>
                        </a:spcBef>
                        <a:spcAft>
                          <a:spcPts val="0"/>
                        </a:spcAft>
                      </a:pPr>
                      <a:r>
                        <a:rPr lang="en-US" sz="1000" kern="1200">
                          <a:effectLst/>
                        </a:rPr>
                        <a:t>Completed </a:t>
                      </a:r>
                      <a:endParaRPr lang="en-US" altLang="zh-CN" sz="1000">
                        <a:effectLst/>
                      </a:endParaRPr>
                    </a:p>
                  </a:txBody>
                  <a:tcPr marL="0" marR="0" marT="0" marB="0" anchor="ctr"/>
                </a:tc>
                <a:extLst>
                  <a:ext uri="{0D108BD9-81ED-4DB2-BD59-A6C34878D82A}">
                    <a16:rowId xmlns:a16="http://schemas.microsoft.com/office/drawing/2014/main" val="1724130301"/>
                  </a:ext>
                </a:extLst>
              </a:tr>
              <a:tr h="251330">
                <a:tc>
                  <a:txBody>
                    <a:bodyPr/>
                    <a:lstStyle/>
                    <a:p>
                      <a:pPr marL="0" algn="l" rtl="0" eaLnBrk="1" latinLnBrk="0" hangingPunct="1">
                        <a:spcBef>
                          <a:spcPts val="0"/>
                        </a:spcBef>
                        <a:spcAft>
                          <a:spcPts val="0"/>
                        </a:spcAft>
                      </a:pPr>
                      <a:r>
                        <a:rPr lang="en-US" sz="1000" kern="1200">
                          <a:effectLst/>
                        </a:rPr>
                        <a:t>3</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CTM track the treatment discontinued subjects with CRAs to follow up weekly</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Tracker Completed </a:t>
                      </a:r>
                      <a:endParaRPr lang="en-US" sz="1000" kern="1200">
                        <a:effectLst/>
                      </a:endParaRPr>
                    </a:p>
                  </a:txBody>
                  <a:tcPr marL="0" marR="0" marT="0" marB="0" anchor="ctr"/>
                </a:tc>
                <a:extLst>
                  <a:ext uri="{0D108BD9-81ED-4DB2-BD59-A6C34878D82A}">
                    <a16:rowId xmlns:a16="http://schemas.microsoft.com/office/drawing/2014/main" val="2987512321"/>
                  </a:ext>
                </a:extLst>
              </a:tr>
              <a:tr h="257174">
                <a:tc>
                  <a:txBody>
                    <a:bodyPr/>
                    <a:lstStyle/>
                    <a:p>
                      <a:pPr marL="0" algn="l" rtl="0" eaLnBrk="1" latinLnBrk="0" hangingPunct="1">
                        <a:spcBef>
                          <a:spcPts val="0"/>
                        </a:spcBef>
                        <a:spcAft>
                          <a:spcPts val="0"/>
                        </a:spcAft>
                      </a:pPr>
                      <a:r>
                        <a:rPr lang="en-US" sz="1000" kern="1200">
                          <a:effectLst/>
                        </a:rPr>
                        <a:t>4</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Site staffs refresh training for AE management and encourage keeping subject treatment with closely follow up. </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 </a:t>
                      </a:r>
                      <a:endParaRPr lang="zh-CN" altLang="en-US" b="0" i="0" u="none" strike="noStrike" noProof="0">
                        <a:solidFill>
                          <a:srgbClr val="000000"/>
                        </a:solidFill>
                        <a:latin typeface="BISansCond"/>
                      </a:endParaRPr>
                    </a:p>
                  </a:txBody>
                  <a:tcPr marL="0" marR="0" marT="0" marB="0" anchor="ctr"/>
                </a:tc>
                <a:extLst>
                  <a:ext uri="{0D108BD9-81ED-4DB2-BD59-A6C34878D82A}">
                    <a16:rowId xmlns:a16="http://schemas.microsoft.com/office/drawing/2014/main" val="284729642"/>
                  </a:ext>
                </a:extLst>
              </a:tr>
              <a:tr h="331373">
                <a:tc>
                  <a:txBody>
                    <a:bodyPr/>
                    <a:lstStyle/>
                    <a:p>
                      <a:pPr marL="0" algn="l" rtl="0" eaLnBrk="1" latinLnBrk="0" hangingPunct="1">
                        <a:spcBef>
                          <a:spcPts val="0"/>
                        </a:spcBef>
                        <a:spcAft>
                          <a:spcPts val="0"/>
                        </a:spcAft>
                      </a:pPr>
                      <a:r>
                        <a:rPr lang="en-US" sz="1000" kern="1200">
                          <a:effectLst/>
                        </a:rPr>
                        <a:t>5</a:t>
                      </a:r>
                      <a:endParaRPr lang="en-US" altLang="zh-CN" sz="1000">
                        <a:effectLst/>
                      </a:endParaRPr>
                    </a:p>
                  </a:txBody>
                  <a:tcPr marL="0" marR="0" marT="0" marB="0" anchor="ctr"/>
                </a:tc>
                <a:tc>
                  <a:txBody>
                    <a:bodyPr/>
                    <a:lstStyle/>
                    <a:p>
                      <a:pPr marL="0" algn="l" rtl="0" eaLnBrk="1" latinLnBrk="0" hangingPunct="1">
                        <a:spcBef>
                          <a:spcPts val="0"/>
                        </a:spcBef>
                        <a:spcAft>
                          <a:spcPts val="0"/>
                        </a:spcAft>
                      </a:pPr>
                      <a:r>
                        <a:rPr lang="en-US" sz="1000" kern="1200">
                          <a:effectLst/>
                        </a:rPr>
                        <a:t>On site visit by CD&amp;O for high risk sites (5 sites identified</a:t>
                      </a:r>
                      <a:r>
                        <a:rPr lang="en-US" altLang="zh-CN" sz="1000" kern="1200">
                          <a:effectLst/>
                        </a:rPr>
                        <a:t> </a:t>
                      </a:r>
                      <a:r>
                        <a:rPr lang="en-US" sz="1000" kern="1200">
                          <a:effectLst/>
                        </a:rPr>
                        <a:t>and planned within one month)</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a:t>
                      </a:r>
                      <a:r>
                        <a:rPr lang="en-US" altLang="zh-CN" sz="1000" b="0" i="0" u="none" strike="noStrike" kern="1200" noProof="0">
                          <a:solidFill>
                            <a:srgbClr val="000000"/>
                          </a:solidFill>
                          <a:effectLst/>
                          <a:latin typeface="BISansCond"/>
                        </a:rPr>
                        <a:t> </a:t>
                      </a:r>
                      <a:endParaRPr lang="zh-CN" altLang="en-US"/>
                    </a:p>
                  </a:txBody>
                  <a:tcPr marL="0" marR="0" marT="0" marB="0" anchor="ctr"/>
                </a:tc>
                <a:extLst>
                  <a:ext uri="{0D108BD9-81ED-4DB2-BD59-A6C34878D82A}">
                    <a16:rowId xmlns:a16="http://schemas.microsoft.com/office/drawing/2014/main" val="3755870583"/>
                  </a:ext>
                </a:extLst>
              </a:tr>
              <a:tr h="204571">
                <a:tc>
                  <a:txBody>
                    <a:bodyPr/>
                    <a:lstStyle/>
                    <a:p>
                      <a:pPr marL="0" algn="l" rtl="0" eaLnBrk="1" latinLnBrk="0" hangingPunct="1">
                        <a:spcBef>
                          <a:spcPts val="0"/>
                        </a:spcBef>
                        <a:spcAft>
                          <a:spcPts val="0"/>
                        </a:spcAft>
                      </a:pPr>
                      <a:r>
                        <a:rPr lang="en-US" sz="1000" kern="1200">
                          <a:effectLst/>
                        </a:rPr>
                        <a:t>6</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FVC test reimbursement /ICF update </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a:t>
                      </a:r>
                      <a:r>
                        <a:rPr lang="en-US" altLang="zh-CN" sz="1000" b="0" i="0" u="none" strike="noStrike" kern="1200" noProof="0">
                          <a:solidFill>
                            <a:srgbClr val="000000"/>
                          </a:solidFill>
                          <a:effectLst/>
                          <a:latin typeface="BISansCond"/>
                        </a:rPr>
                        <a:t> </a:t>
                      </a:r>
                      <a:endParaRPr lang="zh-CN" altLang="en-US"/>
                    </a:p>
                  </a:txBody>
                  <a:tcPr marL="0" marR="0" marT="0" marB="0" anchor="ctr"/>
                </a:tc>
                <a:extLst>
                  <a:ext uri="{0D108BD9-81ED-4DB2-BD59-A6C34878D82A}">
                    <a16:rowId xmlns:a16="http://schemas.microsoft.com/office/drawing/2014/main" val="16796102"/>
                  </a:ext>
                </a:extLst>
              </a:tr>
              <a:tr h="204571">
                <a:tc>
                  <a:txBody>
                    <a:bodyPr/>
                    <a:lstStyle/>
                    <a:p>
                      <a:pPr marL="0" algn="l" rtl="0" eaLnBrk="1" latinLnBrk="0" hangingPunct="1">
                        <a:spcBef>
                          <a:spcPts val="0"/>
                        </a:spcBef>
                        <a:spcAft>
                          <a:spcPts val="0"/>
                        </a:spcAft>
                      </a:pPr>
                      <a:r>
                        <a:rPr lang="en-US" sz="1000" kern="1200">
                          <a:effectLst/>
                        </a:rPr>
                        <a:t>7</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commercial drug donation for placebo group  initiated</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Ongoing (</a:t>
                      </a:r>
                      <a:r>
                        <a:rPr lang="en-US" sz="1000" kern="1200">
                          <a:solidFill>
                            <a:schemeClr val="accent2"/>
                          </a:solidFill>
                          <a:effectLst/>
                        </a:rPr>
                        <a:t>contract negotiation ongoing</a:t>
                      </a:r>
                      <a:r>
                        <a:rPr lang="en-US" sz="1000" kern="1200">
                          <a:effectLst/>
                        </a:rPr>
                        <a:t>)</a:t>
                      </a:r>
                      <a:endParaRPr lang="en-US" altLang="zh-CN" sz="1000">
                        <a:effectLst/>
                      </a:endParaRPr>
                    </a:p>
                  </a:txBody>
                  <a:tcPr marL="0" marR="0" marT="0" marB="0" anchor="ctr"/>
                </a:tc>
                <a:extLst>
                  <a:ext uri="{0D108BD9-81ED-4DB2-BD59-A6C34878D82A}">
                    <a16:rowId xmlns:a16="http://schemas.microsoft.com/office/drawing/2014/main" val="533474563"/>
                  </a:ext>
                </a:extLst>
              </a:tr>
              <a:tr h="302806">
                <a:tc>
                  <a:txBody>
                    <a:bodyPr/>
                    <a:lstStyle/>
                    <a:p>
                      <a:pPr marL="0" algn="l" rtl="0" eaLnBrk="1" latinLnBrk="0" hangingPunct="1">
                        <a:spcBef>
                          <a:spcPts val="0"/>
                        </a:spcBef>
                        <a:spcAft>
                          <a:spcPts val="0"/>
                        </a:spcAft>
                      </a:pPr>
                      <a:r>
                        <a:rPr lang="en-US" sz="1000" kern="1200">
                          <a:effectLst/>
                        </a:rPr>
                        <a:t>8</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Trial Team update the MQR Plan to include the monitoring of QTL*regarding FVC data in IQRMP and deliver the risk/issue to CTMs.</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 </a:t>
                      </a:r>
                      <a:endParaRPr lang="zh-CN" altLang="en-US" b="0" i="0" u="none" strike="noStrike" noProof="0">
                        <a:solidFill>
                          <a:srgbClr val="000000"/>
                        </a:solidFill>
                        <a:latin typeface="BISansCond"/>
                      </a:endParaRPr>
                    </a:p>
                  </a:txBody>
                  <a:tcPr marL="0" marR="0" marT="0" marB="0" anchor="ctr"/>
                </a:tc>
                <a:extLst>
                  <a:ext uri="{0D108BD9-81ED-4DB2-BD59-A6C34878D82A}">
                    <a16:rowId xmlns:a16="http://schemas.microsoft.com/office/drawing/2014/main" val="3401996415"/>
                  </a:ext>
                </a:extLst>
              </a:tr>
              <a:tr h="239640">
                <a:tc>
                  <a:txBody>
                    <a:bodyPr/>
                    <a:lstStyle/>
                    <a:p>
                      <a:pPr marL="0" algn="l" rtl="0" eaLnBrk="1" latinLnBrk="0" hangingPunct="1">
                        <a:spcBef>
                          <a:spcPts val="0"/>
                        </a:spcBef>
                        <a:spcAft>
                          <a:spcPts val="0"/>
                        </a:spcAft>
                      </a:pPr>
                      <a:r>
                        <a:rPr lang="en-US" sz="1000" kern="1200">
                          <a:effectLst/>
                        </a:rPr>
                        <a:t>9</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CTL/TSTAT to set up the output for FVC data per visit monitoring and shared with team monthly.</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 </a:t>
                      </a:r>
                      <a:endParaRPr lang="zh-CN" altLang="en-US" b="0" i="0" u="none" strike="noStrike" noProof="0">
                        <a:solidFill>
                          <a:srgbClr val="000000"/>
                        </a:solidFill>
                        <a:latin typeface="BISansCond"/>
                      </a:endParaRPr>
                    </a:p>
                  </a:txBody>
                  <a:tcPr marL="0" marR="0" marT="0" marB="0" anchor="ctr"/>
                </a:tc>
                <a:extLst>
                  <a:ext uri="{0D108BD9-81ED-4DB2-BD59-A6C34878D82A}">
                    <a16:rowId xmlns:a16="http://schemas.microsoft.com/office/drawing/2014/main" val="3847891799"/>
                  </a:ext>
                </a:extLst>
              </a:tr>
              <a:tr h="302806">
                <a:tc>
                  <a:txBody>
                    <a:bodyPr/>
                    <a:lstStyle/>
                    <a:p>
                      <a:pPr marL="0" algn="l" rtl="0" eaLnBrk="1" latinLnBrk="0" hangingPunct="1">
                        <a:spcBef>
                          <a:spcPts val="0"/>
                        </a:spcBef>
                        <a:spcAft>
                          <a:spcPts val="0"/>
                        </a:spcAft>
                      </a:pPr>
                      <a:r>
                        <a:rPr lang="en-US" sz="1000" kern="1200">
                          <a:effectLst/>
                        </a:rPr>
                        <a:t>10</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CTL/SML provide the analysis FVC data report for CRA team weekly and create the tracker with planned visit after treatment discontinued for CRA team closely follow up.</a:t>
                      </a:r>
                      <a:endParaRPr lang="en-US" altLang="zh-CN" sz="1000">
                        <a:effectLst/>
                      </a:endParaRPr>
                    </a:p>
                  </a:txBody>
                  <a:tcPr marL="0" marR="0" marT="0" marB="0" anchor="ctr"/>
                </a:tc>
                <a:tc>
                  <a:txBody>
                    <a:bodyPr/>
                    <a:lstStyle/>
                    <a:p>
                      <a:pPr marL="0" lvl="0" algn="l">
                        <a:spcBef>
                          <a:spcPts val="0"/>
                        </a:spcBef>
                        <a:spcAft>
                          <a:spcPts val="0"/>
                        </a:spcAft>
                        <a:buNone/>
                      </a:pPr>
                      <a:r>
                        <a:rPr lang="en-US" sz="1000" b="0" i="0" u="none" strike="noStrike" kern="1200" noProof="0">
                          <a:solidFill>
                            <a:srgbClr val="000000"/>
                          </a:solidFill>
                          <a:effectLst/>
                          <a:latin typeface="BISansCond"/>
                        </a:rPr>
                        <a:t>Completed </a:t>
                      </a:r>
                      <a:endParaRPr lang="zh-CN" altLang="en-US" b="0" i="0" u="none" strike="noStrike" noProof="0">
                        <a:solidFill>
                          <a:srgbClr val="000000"/>
                        </a:solidFill>
                        <a:latin typeface="BISansCond"/>
                      </a:endParaRPr>
                    </a:p>
                  </a:txBody>
                  <a:tcPr marL="0" marR="0" marT="0" marB="0" anchor="ctr"/>
                </a:tc>
                <a:extLst>
                  <a:ext uri="{0D108BD9-81ED-4DB2-BD59-A6C34878D82A}">
                    <a16:rowId xmlns:a16="http://schemas.microsoft.com/office/drawing/2014/main" val="3404804103"/>
                  </a:ext>
                </a:extLst>
              </a:tr>
              <a:tr h="302806">
                <a:tc>
                  <a:txBody>
                    <a:bodyPr/>
                    <a:lstStyle/>
                    <a:p>
                      <a:pPr marL="0" algn="l" rtl="0" eaLnBrk="1" latinLnBrk="0" hangingPunct="1">
                        <a:spcBef>
                          <a:spcPts val="0"/>
                        </a:spcBef>
                        <a:spcAft>
                          <a:spcPts val="0"/>
                        </a:spcAft>
                      </a:pPr>
                      <a:r>
                        <a:rPr lang="en-US" sz="1000" kern="1200">
                          <a:effectLst/>
                        </a:rPr>
                        <a:t>11</a:t>
                      </a:r>
                      <a:endParaRPr lang="en-US" altLang="zh-CN" sz="1000">
                        <a:effectLst/>
                      </a:endParaRPr>
                    </a:p>
                  </a:txBody>
                  <a:tcPr marL="0" marR="0" marT="0" marB="0" anchor="ctr"/>
                </a:tc>
                <a:tc>
                  <a:txBody>
                    <a:bodyPr/>
                    <a:lstStyle/>
                    <a:p>
                      <a:pPr marL="0" marR="0" indent="0" algn="l" rtl="0" eaLnBrk="1" fontAlgn="auto" latinLnBrk="0" hangingPunct="1">
                        <a:spcBef>
                          <a:spcPts val="0"/>
                        </a:spcBef>
                        <a:spcAft>
                          <a:spcPts val="0"/>
                        </a:spcAft>
                      </a:pPr>
                      <a:r>
                        <a:rPr lang="en-US" sz="1000" kern="1200">
                          <a:effectLst/>
                        </a:rPr>
                        <a:t> CTL/SML update TLMM* to specific the monitoring details for treatment discontinued and highlight data entry timeline and pay more attention on data entry oversight.</a:t>
                      </a:r>
                      <a:endParaRPr lang="en-US" altLang="zh-CN" sz="1000">
                        <a:effectLst/>
                      </a:endParaRPr>
                    </a:p>
                  </a:txBody>
                  <a:tcPr marL="0" marR="0" marT="0" marB="0" anchor="ctr"/>
                </a:tc>
                <a:tc>
                  <a:txBody>
                    <a:bodyPr/>
                    <a:lstStyle/>
                    <a:p>
                      <a:pPr marL="0" algn="l" rtl="0" eaLnBrk="1" latinLnBrk="0" hangingPunct="1">
                        <a:spcBef>
                          <a:spcPts val="0"/>
                        </a:spcBef>
                        <a:spcAft>
                          <a:spcPts val="0"/>
                        </a:spcAft>
                      </a:pPr>
                      <a:r>
                        <a:rPr lang="en-US" sz="1000" kern="1200">
                          <a:effectLst/>
                        </a:rPr>
                        <a:t>Completed </a:t>
                      </a:r>
                    </a:p>
                  </a:txBody>
                  <a:tcPr marL="0" marR="0" marT="0" marB="0" anchor="ctr"/>
                </a:tc>
                <a:extLst>
                  <a:ext uri="{0D108BD9-81ED-4DB2-BD59-A6C34878D82A}">
                    <a16:rowId xmlns:a16="http://schemas.microsoft.com/office/drawing/2014/main" val="3560274498"/>
                  </a:ext>
                </a:extLst>
              </a:tr>
            </a:tbl>
          </a:graphicData>
        </a:graphic>
      </p:graphicFrame>
    </p:spTree>
    <p:extLst>
      <p:ext uri="{BB962C8B-B14F-4D97-AF65-F5344CB8AC3E}">
        <p14:creationId xmlns:p14="http://schemas.microsoft.com/office/powerpoint/2010/main" val="177009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41B8EA87-24A8-9724-D115-186584859842}"/>
              </a:ext>
            </a:extLst>
          </p:cNvPr>
          <p:cNvSpPr>
            <a:spLocks noGrp="1"/>
          </p:cNvSpPr>
          <p:nvPr>
            <p:ph type="sldNum" sz="quarter" idx="12"/>
          </p:nvPr>
        </p:nvSpPr>
        <p:spPr>
          <a:xfrm>
            <a:off x="8728335" y="4929944"/>
            <a:ext cx="48090" cy="11541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750" b="0" i="0" u="none" strike="noStrike" kern="1200" cap="none" spc="0" normalizeH="0" baseline="0" noProof="0" smtClean="0">
                <a:ln>
                  <a:noFill/>
                </a:ln>
                <a:solidFill>
                  <a:prstClr val="white">
                    <a:lumMod val="50000"/>
                  </a:prstClr>
                </a:solidFill>
                <a:effectLst/>
                <a:uLnTx/>
                <a:uFillTx/>
                <a:latin typeface="BISansCond" panose="0200000605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750" b="0" i="0" u="none" strike="noStrike" kern="1200" cap="none" spc="0" normalizeH="0" baseline="0" noProof="0">
              <a:ln>
                <a:noFill/>
              </a:ln>
              <a:solidFill>
                <a:prstClr val="white">
                  <a:lumMod val="50000"/>
                </a:prstClr>
              </a:solidFill>
              <a:effectLst/>
              <a:uLnTx/>
              <a:uFillTx/>
              <a:latin typeface="BISansCond" panose="02000006050000020004" pitchFamily="2" charset="0"/>
              <a:ea typeface="+mn-ea"/>
              <a:cs typeface="+mn-cs"/>
            </a:endParaRPr>
          </a:p>
        </p:txBody>
      </p:sp>
      <p:sp>
        <p:nvSpPr>
          <p:cNvPr id="3" name="标题 2">
            <a:extLst>
              <a:ext uri="{FF2B5EF4-FFF2-40B4-BE49-F238E27FC236}">
                <a16:creationId xmlns:a16="http://schemas.microsoft.com/office/drawing/2014/main" id="{4716356B-DD5A-698E-A789-79D99D1806F3}"/>
              </a:ext>
            </a:extLst>
          </p:cNvPr>
          <p:cNvSpPr>
            <a:spLocks noGrp="1"/>
          </p:cNvSpPr>
          <p:nvPr>
            <p:ph type="title"/>
          </p:nvPr>
        </p:nvSpPr>
        <p:spPr/>
        <p:txBody>
          <a:bodyPr>
            <a:normAutofit/>
          </a:bodyPr>
          <a:lstStyle/>
          <a:p>
            <a:r>
              <a:rPr lang="en-US" altLang="zh-CN"/>
              <a:t>Early EOT pts update since last meeting (9 Oct 2023)</a:t>
            </a:r>
            <a:endParaRPr lang="zh-CN" altLang="en-US"/>
          </a:p>
        </p:txBody>
      </p:sp>
      <p:graphicFrame>
        <p:nvGraphicFramePr>
          <p:cNvPr id="2" name="表格 1">
            <a:extLst>
              <a:ext uri="{FF2B5EF4-FFF2-40B4-BE49-F238E27FC236}">
                <a16:creationId xmlns:a16="http://schemas.microsoft.com/office/drawing/2014/main" id="{A34DB40A-FDB0-6B57-149D-B50A1BD9520B}"/>
              </a:ext>
            </a:extLst>
          </p:cNvPr>
          <p:cNvGraphicFramePr>
            <a:graphicFrameLocks noGrp="1"/>
          </p:cNvGraphicFramePr>
          <p:nvPr/>
        </p:nvGraphicFramePr>
        <p:xfrm>
          <a:off x="700130" y="1117664"/>
          <a:ext cx="6745895" cy="1680936"/>
        </p:xfrm>
        <a:graphic>
          <a:graphicData uri="http://schemas.openxmlformats.org/drawingml/2006/table">
            <a:tbl>
              <a:tblPr/>
              <a:tblGrid>
                <a:gridCol w="961169">
                  <a:extLst>
                    <a:ext uri="{9D8B030D-6E8A-4147-A177-3AD203B41FA5}">
                      <a16:colId xmlns:a16="http://schemas.microsoft.com/office/drawing/2014/main" val="560627676"/>
                    </a:ext>
                  </a:extLst>
                </a:gridCol>
                <a:gridCol w="3008697">
                  <a:extLst>
                    <a:ext uri="{9D8B030D-6E8A-4147-A177-3AD203B41FA5}">
                      <a16:colId xmlns:a16="http://schemas.microsoft.com/office/drawing/2014/main" val="4131331037"/>
                    </a:ext>
                  </a:extLst>
                </a:gridCol>
                <a:gridCol w="2776029">
                  <a:extLst>
                    <a:ext uri="{9D8B030D-6E8A-4147-A177-3AD203B41FA5}">
                      <a16:colId xmlns:a16="http://schemas.microsoft.com/office/drawing/2014/main" val="3308915505"/>
                    </a:ext>
                  </a:extLst>
                </a:gridCol>
              </a:tblGrid>
              <a:tr h="244667">
                <a:tc>
                  <a:txBody>
                    <a:bodyPr/>
                    <a:lstStyle>
                      <a:lvl1pPr marL="0" algn="l" defTabSz="914400" rtl="0" eaLnBrk="1" latinLnBrk="0" hangingPunct="1">
                        <a:defRPr sz="1800" kern="1200">
                          <a:solidFill>
                            <a:schemeClr val="tx1"/>
                          </a:solidFill>
                          <a:latin typeface="Calibri"/>
                          <a:ea typeface="黑体"/>
                        </a:defRPr>
                      </a:lvl1pPr>
                      <a:lvl2pPr marL="457200" algn="l" defTabSz="914400" rtl="0" eaLnBrk="1" latinLnBrk="0" hangingPunct="1">
                        <a:defRPr sz="1800" kern="1200">
                          <a:solidFill>
                            <a:schemeClr val="tx1"/>
                          </a:solidFill>
                          <a:latin typeface="Calibri"/>
                          <a:ea typeface="黑体"/>
                        </a:defRPr>
                      </a:lvl2pPr>
                      <a:lvl3pPr marL="914400" algn="l" defTabSz="914400" rtl="0" eaLnBrk="1" latinLnBrk="0" hangingPunct="1">
                        <a:defRPr sz="1800" kern="1200">
                          <a:solidFill>
                            <a:schemeClr val="tx1"/>
                          </a:solidFill>
                          <a:latin typeface="Calibri"/>
                          <a:ea typeface="黑体"/>
                        </a:defRPr>
                      </a:lvl3pPr>
                      <a:lvl4pPr marL="1371600" algn="l" defTabSz="914400" rtl="0" eaLnBrk="1" latinLnBrk="0" hangingPunct="1">
                        <a:defRPr sz="1800" kern="1200">
                          <a:solidFill>
                            <a:schemeClr val="tx1"/>
                          </a:solidFill>
                          <a:latin typeface="Calibri"/>
                          <a:ea typeface="黑体"/>
                        </a:defRPr>
                      </a:lvl4pPr>
                      <a:lvl5pPr marL="1828800" algn="l" defTabSz="914400" rtl="0" eaLnBrk="1" latinLnBrk="0" hangingPunct="1">
                        <a:defRPr sz="1800" kern="1200">
                          <a:solidFill>
                            <a:schemeClr val="tx1"/>
                          </a:solidFill>
                          <a:latin typeface="Calibri"/>
                          <a:ea typeface="黑体"/>
                        </a:defRPr>
                      </a:lvl5pPr>
                      <a:lvl6pPr marL="2286000" algn="l" defTabSz="914400" rtl="0" eaLnBrk="1" latinLnBrk="0" hangingPunct="1">
                        <a:defRPr sz="1800" kern="1200">
                          <a:solidFill>
                            <a:schemeClr val="tx1"/>
                          </a:solidFill>
                          <a:latin typeface="Calibri"/>
                          <a:ea typeface="黑体"/>
                        </a:defRPr>
                      </a:lvl6pPr>
                      <a:lvl7pPr marL="2743200" algn="l" defTabSz="914400" rtl="0" eaLnBrk="1" latinLnBrk="0" hangingPunct="1">
                        <a:defRPr sz="1800" kern="1200">
                          <a:solidFill>
                            <a:schemeClr val="tx1"/>
                          </a:solidFill>
                          <a:latin typeface="Calibri"/>
                          <a:ea typeface="黑体"/>
                        </a:defRPr>
                      </a:lvl7pPr>
                      <a:lvl8pPr marL="3200400" algn="l" defTabSz="914400" rtl="0" eaLnBrk="1" latinLnBrk="0" hangingPunct="1">
                        <a:defRPr sz="1800" kern="1200">
                          <a:solidFill>
                            <a:schemeClr val="tx1"/>
                          </a:solidFill>
                          <a:latin typeface="Calibri"/>
                          <a:ea typeface="黑体"/>
                        </a:defRPr>
                      </a:lvl8pPr>
                      <a:lvl9pPr marL="3657600" algn="l" defTabSz="914400" rtl="0" eaLnBrk="1" latinLnBrk="0" hangingPunct="1">
                        <a:defRPr sz="1800" kern="1200">
                          <a:solidFill>
                            <a:schemeClr val="tx1"/>
                          </a:solidFill>
                          <a:latin typeface="Calibri"/>
                          <a:ea typeface="黑体"/>
                        </a:defRPr>
                      </a:lvl9pPr>
                    </a:lstStyle>
                    <a:p>
                      <a:pPr algn="l" rtl="0" fontAlgn="ctr"/>
                      <a:r>
                        <a:rPr lang="en-US" altLang="zh-CN" sz="700" b="1" i="0" u="none" strike="noStrike">
                          <a:solidFill>
                            <a:srgbClr val="000000"/>
                          </a:solidFill>
                          <a:effectLst/>
                          <a:latin typeface="微软雅黑"/>
                          <a:ea typeface="微软雅黑"/>
                        </a:rPr>
                        <a:t>Subject Number</a:t>
                      </a:r>
                      <a:endParaRPr lang="zh-CN" altLang="en-US" sz="700" b="1" i="0" u="none" strike="noStrike">
                        <a:solidFill>
                          <a:srgbClr val="000000"/>
                        </a:solidFill>
                        <a:effectLst/>
                        <a:latin typeface="微软雅黑"/>
                        <a:ea typeface="微软雅黑"/>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lvl1pPr marL="0" algn="l" defTabSz="914400" rtl="0" eaLnBrk="1" latinLnBrk="0" hangingPunct="1">
                        <a:defRPr sz="1800" kern="1200">
                          <a:solidFill>
                            <a:schemeClr val="tx1"/>
                          </a:solidFill>
                          <a:latin typeface="Calibri"/>
                          <a:ea typeface="黑体"/>
                        </a:defRPr>
                      </a:lvl1pPr>
                      <a:lvl2pPr marL="457200" algn="l" defTabSz="914400" rtl="0" eaLnBrk="1" latinLnBrk="0" hangingPunct="1">
                        <a:defRPr sz="1800" kern="1200">
                          <a:solidFill>
                            <a:schemeClr val="tx1"/>
                          </a:solidFill>
                          <a:latin typeface="Calibri"/>
                          <a:ea typeface="黑体"/>
                        </a:defRPr>
                      </a:lvl2pPr>
                      <a:lvl3pPr marL="914400" algn="l" defTabSz="914400" rtl="0" eaLnBrk="1" latinLnBrk="0" hangingPunct="1">
                        <a:defRPr sz="1800" kern="1200">
                          <a:solidFill>
                            <a:schemeClr val="tx1"/>
                          </a:solidFill>
                          <a:latin typeface="Calibri"/>
                          <a:ea typeface="黑体"/>
                        </a:defRPr>
                      </a:lvl3pPr>
                      <a:lvl4pPr marL="1371600" algn="l" defTabSz="914400" rtl="0" eaLnBrk="1" latinLnBrk="0" hangingPunct="1">
                        <a:defRPr sz="1800" kern="1200">
                          <a:solidFill>
                            <a:schemeClr val="tx1"/>
                          </a:solidFill>
                          <a:latin typeface="Calibri"/>
                          <a:ea typeface="黑体"/>
                        </a:defRPr>
                      </a:lvl4pPr>
                      <a:lvl5pPr marL="1828800" algn="l" defTabSz="914400" rtl="0" eaLnBrk="1" latinLnBrk="0" hangingPunct="1">
                        <a:defRPr sz="1800" kern="1200">
                          <a:solidFill>
                            <a:schemeClr val="tx1"/>
                          </a:solidFill>
                          <a:latin typeface="Calibri"/>
                          <a:ea typeface="黑体"/>
                        </a:defRPr>
                      </a:lvl5pPr>
                      <a:lvl6pPr marL="2286000" algn="l" defTabSz="914400" rtl="0" eaLnBrk="1" latinLnBrk="0" hangingPunct="1">
                        <a:defRPr sz="1800" kern="1200">
                          <a:solidFill>
                            <a:schemeClr val="tx1"/>
                          </a:solidFill>
                          <a:latin typeface="Calibri"/>
                          <a:ea typeface="黑体"/>
                        </a:defRPr>
                      </a:lvl6pPr>
                      <a:lvl7pPr marL="2743200" algn="l" defTabSz="914400" rtl="0" eaLnBrk="1" latinLnBrk="0" hangingPunct="1">
                        <a:defRPr sz="1800" kern="1200">
                          <a:solidFill>
                            <a:schemeClr val="tx1"/>
                          </a:solidFill>
                          <a:latin typeface="Calibri"/>
                          <a:ea typeface="黑体"/>
                        </a:defRPr>
                      </a:lvl7pPr>
                      <a:lvl8pPr marL="3200400" algn="l" defTabSz="914400" rtl="0" eaLnBrk="1" latinLnBrk="0" hangingPunct="1">
                        <a:defRPr sz="1800" kern="1200">
                          <a:solidFill>
                            <a:schemeClr val="tx1"/>
                          </a:solidFill>
                          <a:latin typeface="Calibri"/>
                          <a:ea typeface="黑体"/>
                        </a:defRPr>
                      </a:lvl8pPr>
                      <a:lvl9pPr marL="3657600" algn="l" defTabSz="914400" rtl="0" eaLnBrk="1" latinLnBrk="0" hangingPunct="1">
                        <a:defRPr sz="1800" kern="1200">
                          <a:solidFill>
                            <a:schemeClr val="tx1"/>
                          </a:solidFill>
                          <a:latin typeface="Calibri"/>
                          <a:ea typeface="黑体"/>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700" b="1" i="0" u="none" strike="noStrike">
                          <a:solidFill>
                            <a:srgbClr val="000000"/>
                          </a:solidFill>
                          <a:effectLst/>
                          <a:latin typeface="微软雅黑" panose="020B0503020204020204" pitchFamily="34" charset="-122"/>
                          <a:ea typeface="微软雅黑" panose="020B0503020204020204" pitchFamily="34" charset="-122"/>
                        </a:rPr>
                        <a:t>Update on 28Aug2023</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p>
                      <a:pPr algn="l" rtl="0" fontAlgn="ct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700" b="1" i="0" u="none" strike="noStrike">
                          <a:solidFill>
                            <a:srgbClr val="000000"/>
                          </a:solidFill>
                          <a:effectLst/>
                          <a:latin typeface="微软雅黑" panose="020B0503020204020204" pitchFamily="34" charset="-122"/>
                          <a:ea typeface="微软雅黑" panose="020B0503020204020204" pitchFamily="34" charset="-122"/>
                        </a:rPr>
                        <a:t>Update on 8 Oct 2023</a:t>
                      </a: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p>
                      <a:pPr algn="l" rtl="0" fontAlgn="ctr"/>
                      <a:endParaRPr lang="zh-CN" altLang="en-US" sz="700" b="1" i="0" u="none" strike="noStrike">
                        <a:solidFill>
                          <a:srgbClr val="000000"/>
                        </a:solidFill>
                        <a:effectLst/>
                        <a:latin typeface="微软雅黑" panose="020B0503020204020204" pitchFamily="34" charset="-122"/>
                        <a:ea typeface="微软雅黑" panose="020B0503020204020204" pitchFamily="34" charset="-122"/>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6E0B4"/>
                    </a:solidFill>
                  </a:tcPr>
                </a:tc>
                <a:extLst>
                  <a:ext uri="{0D108BD9-81ED-4DB2-BD59-A6C34878D82A}">
                    <a16:rowId xmlns:a16="http://schemas.microsoft.com/office/drawing/2014/main" val="73398577"/>
                  </a:ext>
                </a:extLst>
              </a:tr>
              <a:tr h="752372">
                <a:tc>
                  <a:txBody>
                    <a:bodyPr/>
                    <a:lstStyle>
                      <a:lvl1pPr marL="0" algn="l" defTabSz="914400" rtl="0" eaLnBrk="1" latinLnBrk="0" hangingPunct="1">
                        <a:defRPr sz="1800" kern="1200">
                          <a:solidFill>
                            <a:schemeClr val="tx1"/>
                          </a:solidFill>
                          <a:latin typeface="Calibri"/>
                          <a:ea typeface="黑体"/>
                        </a:defRPr>
                      </a:lvl1pPr>
                      <a:lvl2pPr marL="457200" algn="l" defTabSz="914400" rtl="0" eaLnBrk="1" latinLnBrk="0" hangingPunct="1">
                        <a:defRPr sz="1800" kern="1200">
                          <a:solidFill>
                            <a:schemeClr val="tx1"/>
                          </a:solidFill>
                          <a:latin typeface="Calibri"/>
                          <a:ea typeface="黑体"/>
                        </a:defRPr>
                      </a:lvl2pPr>
                      <a:lvl3pPr marL="914400" algn="l" defTabSz="914400" rtl="0" eaLnBrk="1" latinLnBrk="0" hangingPunct="1">
                        <a:defRPr sz="1800" kern="1200">
                          <a:solidFill>
                            <a:schemeClr val="tx1"/>
                          </a:solidFill>
                          <a:latin typeface="Calibri"/>
                          <a:ea typeface="黑体"/>
                        </a:defRPr>
                      </a:lvl3pPr>
                      <a:lvl4pPr marL="1371600" algn="l" defTabSz="914400" rtl="0" eaLnBrk="1" latinLnBrk="0" hangingPunct="1">
                        <a:defRPr sz="1800" kern="1200">
                          <a:solidFill>
                            <a:schemeClr val="tx1"/>
                          </a:solidFill>
                          <a:latin typeface="Calibri"/>
                          <a:ea typeface="黑体"/>
                        </a:defRPr>
                      </a:lvl4pPr>
                      <a:lvl5pPr marL="1828800" algn="l" defTabSz="914400" rtl="0" eaLnBrk="1" latinLnBrk="0" hangingPunct="1">
                        <a:defRPr sz="1800" kern="1200">
                          <a:solidFill>
                            <a:schemeClr val="tx1"/>
                          </a:solidFill>
                          <a:latin typeface="Calibri"/>
                          <a:ea typeface="黑体"/>
                        </a:defRPr>
                      </a:lvl5pPr>
                      <a:lvl6pPr marL="2286000" algn="l" defTabSz="914400" rtl="0" eaLnBrk="1" latinLnBrk="0" hangingPunct="1">
                        <a:defRPr sz="1800" kern="1200">
                          <a:solidFill>
                            <a:schemeClr val="tx1"/>
                          </a:solidFill>
                          <a:latin typeface="Calibri"/>
                          <a:ea typeface="黑体"/>
                        </a:defRPr>
                      </a:lvl6pPr>
                      <a:lvl7pPr marL="2743200" algn="l" defTabSz="914400" rtl="0" eaLnBrk="1" latinLnBrk="0" hangingPunct="1">
                        <a:defRPr sz="1800" kern="1200">
                          <a:solidFill>
                            <a:schemeClr val="tx1"/>
                          </a:solidFill>
                          <a:latin typeface="Calibri"/>
                          <a:ea typeface="黑体"/>
                        </a:defRPr>
                      </a:lvl7pPr>
                      <a:lvl8pPr marL="3200400" algn="l" defTabSz="914400" rtl="0" eaLnBrk="1" latinLnBrk="0" hangingPunct="1">
                        <a:defRPr sz="1800" kern="1200">
                          <a:solidFill>
                            <a:schemeClr val="tx1"/>
                          </a:solidFill>
                          <a:latin typeface="Calibri"/>
                          <a:ea typeface="黑体"/>
                        </a:defRPr>
                      </a:lvl8pPr>
                      <a:lvl9pPr marL="3657600" algn="l" defTabSz="914400" rtl="0" eaLnBrk="1" latinLnBrk="0" hangingPunct="1">
                        <a:defRPr sz="1800" kern="1200">
                          <a:solidFill>
                            <a:schemeClr val="tx1"/>
                          </a:solidFill>
                          <a:latin typeface="Calibri"/>
                          <a:ea typeface="黑体"/>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600" b="0" i="0" u="none" strike="noStrike">
                          <a:solidFill>
                            <a:srgbClr val="000000"/>
                          </a:solidFill>
                          <a:effectLst/>
                          <a:latin typeface="微软雅黑"/>
                          <a:ea typeface="微软雅黑"/>
                        </a:rPr>
                        <a:t>1156031005</a:t>
                      </a: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Calibri"/>
                          <a:ea typeface="黑体"/>
                        </a:defRPr>
                      </a:lvl1pPr>
                      <a:lvl2pPr marL="457200" algn="l" defTabSz="914400" rtl="0" eaLnBrk="1" latinLnBrk="0" hangingPunct="1">
                        <a:defRPr sz="1800" kern="1200">
                          <a:solidFill>
                            <a:schemeClr val="tx1"/>
                          </a:solidFill>
                          <a:latin typeface="Calibri"/>
                          <a:ea typeface="黑体"/>
                        </a:defRPr>
                      </a:lvl2pPr>
                      <a:lvl3pPr marL="914400" algn="l" defTabSz="914400" rtl="0" eaLnBrk="1" latinLnBrk="0" hangingPunct="1">
                        <a:defRPr sz="1800" kern="1200">
                          <a:solidFill>
                            <a:schemeClr val="tx1"/>
                          </a:solidFill>
                          <a:latin typeface="Calibri"/>
                          <a:ea typeface="黑体"/>
                        </a:defRPr>
                      </a:lvl3pPr>
                      <a:lvl4pPr marL="1371600" algn="l" defTabSz="914400" rtl="0" eaLnBrk="1" latinLnBrk="0" hangingPunct="1">
                        <a:defRPr sz="1800" kern="1200">
                          <a:solidFill>
                            <a:schemeClr val="tx1"/>
                          </a:solidFill>
                          <a:latin typeface="Calibri"/>
                          <a:ea typeface="黑体"/>
                        </a:defRPr>
                      </a:lvl4pPr>
                      <a:lvl5pPr marL="1828800" algn="l" defTabSz="914400" rtl="0" eaLnBrk="1" latinLnBrk="0" hangingPunct="1">
                        <a:defRPr sz="1800" kern="1200">
                          <a:solidFill>
                            <a:schemeClr val="tx1"/>
                          </a:solidFill>
                          <a:latin typeface="Calibri"/>
                          <a:ea typeface="黑体"/>
                        </a:defRPr>
                      </a:lvl5pPr>
                      <a:lvl6pPr marL="2286000" algn="l" defTabSz="914400" rtl="0" eaLnBrk="1" latinLnBrk="0" hangingPunct="1">
                        <a:defRPr sz="1800" kern="1200">
                          <a:solidFill>
                            <a:schemeClr val="tx1"/>
                          </a:solidFill>
                          <a:latin typeface="Calibri"/>
                          <a:ea typeface="黑体"/>
                        </a:defRPr>
                      </a:lvl6pPr>
                      <a:lvl7pPr marL="2743200" algn="l" defTabSz="914400" rtl="0" eaLnBrk="1" latinLnBrk="0" hangingPunct="1">
                        <a:defRPr sz="1800" kern="1200">
                          <a:solidFill>
                            <a:schemeClr val="tx1"/>
                          </a:solidFill>
                          <a:latin typeface="Calibri"/>
                          <a:ea typeface="黑体"/>
                        </a:defRPr>
                      </a:lvl7pPr>
                      <a:lvl8pPr marL="3200400" algn="l" defTabSz="914400" rtl="0" eaLnBrk="1" latinLnBrk="0" hangingPunct="1">
                        <a:defRPr sz="1800" kern="1200">
                          <a:solidFill>
                            <a:schemeClr val="tx1"/>
                          </a:solidFill>
                          <a:latin typeface="Calibri"/>
                          <a:ea typeface="黑体"/>
                        </a:defRPr>
                      </a:lvl8pPr>
                      <a:lvl9pPr marL="3657600" algn="l" defTabSz="914400" rtl="0" eaLnBrk="1" latinLnBrk="0" hangingPunct="1">
                        <a:defRPr sz="1800" kern="1200">
                          <a:solidFill>
                            <a:schemeClr val="tx1"/>
                          </a:solidFill>
                          <a:latin typeface="Calibri"/>
                          <a:ea typeface="黑体"/>
                        </a:defRPr>
                      </a:lvl9pPr>
                    </a:lstStyle>
                    <a:p>
                      <a:pPr algn="l" rtl="0" fontAlgn="ctr"/>
                      <a:r>
                        <a:rPr lang="zh-CN" altLang="en-US" sz="600" kern="1200">
                          <a:solidFill>
                            <a:schemeClr val="tx1"/>
                          </a:solidFill>
                          <a:effectLst/>
                          <a:latin typeface="微软雅黑"/>
                          <a:ea typeface="微软雅黑"/>
                          <a:cs typeface="+mn-cs"/>
                        </a:rPr>
                        <a:t>7.26患者自诉服用试验药胃不舒服（7.10）并伴有稀便，自行停药（7.15-8.1），</a:t>
                      </a:r>
                      <a:endParaRPr lang="en-US" altLang="zh-CN" sz="600" kern="1200">
                        <a:solidFill>
                          <a:schemeClr val="tx1"/>
                        </a:solidFill>
                        <a:effectLst/>
                        <a:latin typeface="微软雅黑"/>
                        <a:ea typeface="微软雅黑"/>
                        <a:cs typeface="+mn-cs"/>
                      </a:endParaRPr>
                    </a:p>
                    <a:p>
                      <a:pPr algn="l" rtl="0" fontAlgn="ctr"/>
                      <a:r>
                        <a:rPr lang="zh-CN" altLang="en-US" sz="600" kern="1200">
                          <a:solidFill>
                            <a:schemeClr val="tx1"/>
                          </a:solidFill>
                          <a:effectLst/>
                          <a:latin typeface="微软雅黑"/>
                          <a:ea typeface="微软雅黑"/>
                          <a:cs typeface="+mn-cs"/>
                        </a:rPr>
                        <a:t>8.2来院进行剂量调整访视（降低至</a:t>
                      </a:r>
                      <a:r>
                        <a:rPr lang="en-US" altLang="zh-CN" sz="600" kern="1200">
                          <a:solidFill>
                            <a:schemeClr val="tx1"/>
                          </a:solidFill>
                          <a:effectLst/>
                          <a:latin typeface="微软雅黑"/>
                          <a:ea typeface="微软雅黑"/>
                          <a:cs typeface="+mn-cs"/>
                        </a:rPr>
                        <a:t>100mg</a:t>
                      </a:r>
                      <a:r>
                        <a:rPr lang="zh-CN" altLang="en-US" sz="600" kern="1200">
                          <a:solidFill>
                            <a:schemeClr val="tx1"/>
                          </a:solidFill>
                          <a:effectLst/>
                          <a:latin typeface="微软雅黑"/>
                          <a:ea typeface="微软雅黑"/>
                          <a:cs typeface="+mn-cs"/>
                        </a:rPr>
                        <a:t>），大约8.5反馈胃还是不舒服伴有恶心和呕吐（8.2检查肝酶正常），患者自行停药至今，并表示想居家修养一些时间再到医院就诊。</a:t>
                      </a:r>
                      <a:endParaRPr lang="en-US" altLang="zh-CN" sz="600" kern="1200">
                        <a:solidFill>
                          <a:schemeClr val="tx1"/>
                        </a:solidFill>
                        <a:effectLst/>
                        <a:latin typeface="微软雅黑"/>
                        <a:ea typeface="微软雅黑"/>
                        <a:cs typeface="+mn-cs"/>
                      </a:endParaRPr>
                    </a:p>
                    <a:p>
                      <a:pPr algn="l" rtl="0" fontAlgn="ctr"/>
                      <a:r>
                        <a:rPr lang="zh-CN" altLang="en-US" sz="600" kern="1200">
                          <a:solidFill>
                            <a:schemeClr val="tx1"/>
                          </a:solidFill>
                          <a:effectLst/>
                          <a:latin typeface="微软雅黑"/>
                          <a:ea typeface="微软雅黑"/>
                          <a:cs typeface="+mn-cs"/>
                        </a:rPr>
                        <a:t>8.21研究者表示将再次联系患者确认情况。</a:t>
                      </a:r>
                      <a:endParaRPr lang="en-US" altLang="zh-CN" sz="600" kern="1200">
                        <a:solidFill>
                          <a:schemeClr val="tx1"/>
                        </a:solidFill>
                        <a:effectLst/>
                        <a:latin typeface="微软雅黑"/>
                        <a:ea typeface="微软雅黑"/>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下次计划访视</a:t>
                      </a:r>
                      <a:r>
                        <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rPr>
                        <a:t>V7</a:t>
                      </a: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a:t>
                      </a:r>
                      <a:r>
                        <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rPr>
                        <a:t>2023-09-15</a:t>
                      </a: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），研究者和患者保持联系，请患者尽可能回院按照计划完成</a:t>
                      </a:r>
                      <a:r>
                        <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rPr>
                        <a:t>V7</a:t>
                      </a: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访视</a:t>
                      </a:r>
                      <a:endPar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p>
                      <a:pPr algn="l" rtl="0" fontAlgn="ctr"/>
                      <a:endParaRPr lang="zh-CN" altLang="en-US" sz="600" kern="1200">
                        <a:solidFill>
                          <a:schemeClr val="tx1"/>
                        </a:solidFill>
                        <a:effectLst/>
                        <a:latin typeface="微软雅黑"/>
                        <a:ea typeface="微软雅黑"/>
                        <a:cs typeface="+mn-cs"/>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685800" rtl="0" eaLnBrk="1" fontAlgn="ctr" latinLnBrk="0" hangingPunct="1">
                        <a:lnSpc>
                          <a:spcPct val="100000"/>
                        </a:lnSpc>
                        <a:spcBef>
                          <a:spcPts val="0"/>
                        </a:spcBef>
                        <a:spcAft>
                          <a:spcPts val="0"/>
                        </a:spcAft>
                        <a:buClrTx/>
                        <a:buSzTx/>
                        <a:buFont typeface="+mj-lt"/>
                        <a:buNone/>
                        <a:tabLst/>
                        <a:defRPr/>
                      </a:pPr>
                      <a:r>
                        <a:rPr lang="zh-CN" altLang="en-US" sz="700" b="0" i="0" u="none" strike="noStrike" kern="1200">
                          <a:solidFill>
                            <a:srgbClr val="FF0000"/>
                          </a:solidFill>
                          <a:effectLst/>
                          <a:latin typeface="微软雅黑" panose="020B0503020204020204" pitchFamily="34" charset="-122"/>
                          <a:ea typeface="微软雅黑" panose="020B0503020204020204" pitchFamily="34" charset="-122"/>
                          <a:cs typeface="+mn-cs"/>
                        </a:rPr>
                        <a:t>于</a:t>
                      </a:r>
                      <a:r>
                        <a:rPr lang="en-US" altLang="zh-CN" sz="700" b="0" i="0" u="none" strike="noStrike" kern="1200">
                          <a:solidFill>
                            <a:srgbClr val="FF0000"/>
                          </a:solidFill>
                          <a:effectLst/>
                          <a:latin typeface="微软雅黑" panose="020B0503020204020204" pitchFamily="34" charset="-122"/>
                          <a:ea typeface="微软雅黑" panose="020B0503020204020204" pitchFamily="34" charset="-122"/>
                          <a:cs typeface="+mn-cs"/>
                        </a:rPr>
                        <a:t>2023-09-12 </a:t>
                      </a:r>
                      <a:r>
                        <a:rPr lang="zh-CN" altLang="en-US" sz="700" b="0" i="0" u="none" strike="noStrike" kern="1200">
                          <a:solidFill>
                            <a:schemeClr val="tx1"/>
                          </a:solidFill>
                          <a:effectLst/>
                          <a:latin typeface="微软雅黑" panose="020B0503020204020204" pitchFamily="34" charset="-122"/>
                          <a:ea typeface="微软雅黑" panose="020B0503020204020204" pitchFamily="34" charset="-122"/>
                          <a:cs typeface="+mn-cs"/>
                        </a:rPr>
                        <a:t>完成</a:t>
                      </a:r>
                      <a:r>
                        <a:rPr lang="en-US" altLang="zh-CN" sz="700" b="0" i="0" u="none" strike="noStrike" kern="1200">
                          <a:solidFill>
                            <a:schemeClr val="tx1"/>
                          </a:solidFill>
                          <a:effectLst/>
                          <a:latin typeface="微软雅黑" panose="020B0503020204020204" pitchFamily="34" charset="-122"/>
                          <a:ea typeface="微软雅黑" panose="020B0503020204020204" pitchFamily="34" charset="-122"/>
                          <a:cs typeface="+mn-cs"/>
                        </a:rPr>
                        <a:t>EOT </a:t>
                      </a:r>
                      <a:r>
                        <a:rPr lang="zh-CN" altLang="en-US" sz="700" b="0" i="0" u="none" strike="noStrike" kern="1200">
                          <a:solidFill>
                            <a:schemeClr val="tx1"/>
                          </a:solidFill>
                          <a:effectLst/>
                          <a:latin typeface="微软雅黑" panose="020B0503020204020204" pitchFamily="34" charset="-122"/>
                          <a:ea typeface="微软雅黑" panose="020B0503020204020204" pitchFamily="34" charset="-122"/>
                          <a:cs typeface="+mn-cs"/>
                        </a:rPr>
                        <a:t>访视，目前表示可回院进行后续随访</a:t>
                      </a:r>
                    </a:p>
                    <a:p>
                      <a:pPr marL="0" indent="0" algn="l" rtl="0" fontAlgn="ctr">
                        <a:buFont typeface="+mj-lt"/>
                        <a:buNone/>
                      </a:pPr>
                      <a:endPar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5585694"/>
                  </a:ext>
                </a:extLst>
              </a:tr>
              <a:tr h="683897">
                <a:tc>
                  <a:txBody>
                    <a:bodyPr/>
                    <a:lstStyle/>
                    <a:p>
                      <a:pPr algn="l" rtl="0" fontAlgn="ctr"/>
                      <a:r>
                        <a:rPr lang="en-US" altLang="zh-CN" sz="600" b="0" i="0" u="none" strike="noStrike">
                          <a:solidFill>
                            <a:srgbClr val="000000"/>
                          </a:solidFill>
                          <a:effectLst/>
                          <a:latin typeface="微软雅黑" panose="020B0503020204020204" pitchFamily="34" charset="-122"/>
                          <a:ea typeface="微软雅黑" panose="020B0503020204020204" pitchFamily="34" charset="-122"/>
                        </a:rPr>
                        <a:t>1156005015</a:t>
                      </a: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indent="0" algn="l" rtl="0" fontAlgn="ctr">
                        <a:buFont typeface="+mj-lt"/>
                        <a:buNone/>
                      </a:pPr>
                      <a:r>
                        <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rPr>
                        <a:t>NA</a:t>
                      </a:r>
                      <a:endPar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indent="0" algn="l" rtl="0" fontAlgn="ctr">
                        <a:buFont typeface="+mj-lt"/>
                        <a:buNone/>
                      </a:pP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该受试者因居住地变更，离医院</a:t>
                      </a:r>
                      <a:r>
                        <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rPr>
                        <a:t>3</a:t>
                      </a: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小时车程，患者状态较差需随身携带制氧机；</a:t>
                      </a:r>
                      <a:endParaRPr lang="en-US" altLang="zh-CN" sz="600" b="0" i="0" u="none" strike="noStrike" kern="1200">
                        <a:solidFill>
                          <a:schemeClr val="tx1"/>
                        </a:solidFill>
                        <a:effectLst/>
                        <a:latin typeface="微软雅黑" panose="020B0503020204020204" pitchFamily="34" charset="-122"/>
                        <a:ea typeface="微软雅黑" panose="020B0503020204020204" pitchFamily="34" charset="-122"/>
                        <a:cs typeface="+mn-cs"/>
                      </a:endParaRPr>
                    </a:p>
                    <a:p>
                      <a:pPr marL="0" indent="0" algn="l" rtl="0" fontAlgn="ctr">
                        <a:buFont typeface="+mj-lt"/>
                        <a:buNone/>
                      </a:pPr>
                      <a:r>
                        <a:rPr lang="zh-CN" altLang="en-US" sz="600" b="0" i="0" u="none" strike="noStrike" kern="1200">
                          <a:solidFill>
                            <a:schemeClr val="tx1"/>
                          </a:solidFill>
                          <a:effectLst/>
                          <a:latin typeface="微软雅黑" panose="020B0503020204020204" pitchFamily="34" charset="-122"/>
                          <a:ea typeface="微软雅黑" panose="020B0503020204020204" pitchFamily="34" charset="-122"/>
                          <a:cs typeface="+mn-cs"/>
                        </a:rPr>
                        <a:t>无法回院进行常规随访和肺功能检查，</a:t>
                      </a:r>
                      <a:r>
                        <a:rPr lang="zh-CN" altLang="en-US" sz="600" b="0" i="0" u="none" strike="noStrike" kern="1200">
                          <a:solidFill>
                            <a:srgbClr val="FF0000"/>
                          </a:solidFill>
                          <a:effectLst/>
                          <a:latin typeface="微软雅黑" panose="020B0503020204020204" pitchFamily="34" charset="-122"/>
                          <a:ea typeface="微软雅黑" panose="020B0503020204020204" pitchFamily="34" charset="-122"/>
                          <a:cs typeface="+mn-cs"/>
                        </a:rPr>
                        <a:t>于</a:t>
                      </a:r>
                      <a:r>
                        <a:rPr lang="en-US" altLang="zh-CN" sz="600" b="0" i="0" u="none" strike="noStrike" kern="1200">
                          <a:solidFill>
                            <a:srgbClr val="FF0000"/>
                          </a:solidFill>
                          <a:effectLst/>
                          <a:latin typeface="微软雅黑" panose="020B0503020204020204" pitchFamily="34" charset="-122"/>
                          <a:ea typeface="微软雅黑" panose="020B0503020204020204" pitchFamily="34" charset="-122"/>
                          <a:cs typeface="+mn-cs"/>
                        </a:rPr>
                        <a:t>2023-09-15</a:t>
                      </a:r>
                      <a:r>
                        <a:rPr lang="zh-CN" altLang="en-US" sz="600" b="0" i="0" u="none" strike="noStrike" kern="1200">
                          <a:solidFill>
                            <a:srgbClr val="FF0000"/>
                          </a:solidFill>
                          <a:effectLst/>
                          <a:latin typeface="微软雅黑" panose="020B0503020204020204" pitchFamily="34" charset="-122"/>
                          <a:ea typeface="微软雅黑" panose="020B0503020204020204" pitchFamily="34" charset="-122"/>
                          <a:cs typeface="+mn-cs"/>
                        </a:rPr>
                        <a:t>登记</a:t>
                      </a:r>
                      <a:r>
                        <a:rPr lang="en-US" altLang="zh-CN" sz="600" b="0" i="0" u="none" strike="noStrike" kern="1200">
                          <a:solidFill>
                            <a:srgbClr val="FF0000"/>
                          </a:solidFill>
                          <a:effectLst/>
                          <a:latin typeface="微软雅黑" panose="020B0503020204020204" pitchFamily="34" charset="-122"/>
                          <a:ea typeface="微软雅黑" panose="020B0503020204020204" pitchFamily="34" charset="-122"/>
                          <a:cs typeface="+mn-cs"/>
                        </a:rPr>
                        <a:t>EOT</a:t>
                      </a:r>
                      <a:endParaRPr lang="zh-CN" altLang="en-US" sz="600" b="0" i="0" u="none" strike="noStrike" kern="1200">
                        <a:solidFill>
                          <a:srgbClr val="FF0000"/>
                        </a:solidFill>
                        <a:effectLst/>
                        <a:latin typeface="微软雅黑" panose="020B0503020204020204" pitchFamily="34" charset="-122"/>
                        <a:ea typeface="微软雅黑" panose="020B0503020204020204" pitchFamily="34" charset="-122"/>
                        <a:cs typeface="+mn-cs"/>
                      </a:endParaRPr>
                    </a:p>
                  </a:txBody>
                  <a:tcPr marL="3572" marR="3572" marT="357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190802138"/>
                  </a:ext>
                </a:extLst>
              </a:tr>
            </a:tbl>
          </a:graphicData>
        </a:graphic>
      </p:graphicFrame>
      <p:sp>
        <p:nvSpPr>
          <p:cNvPr id="5" name="文本框 4">
            <a:extLst>
              <a:ext uri="{FF2B5EF4-FFF2-40B4-BE49-F238E27FC236}">
                <a16:creationId xmlns:a16="http://schemas.microsoft.com/office/drawing/2014/main" id="{00C5E3FA-8F96-27BD-DBB9-4D5FF67D36A6}"/>
              </a:ext>
            </a:extLst>
          </p:cNvPr>
          <p:cNvSpPr txBox="1"/>
          <p:nvPr/>
        </p:nvSpPr>
        <p:spPr>
          <a:xfrm>
            <a:off x="424466" y="774271"/>
            <a:ext cx="5118013" cy="276999"/>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a:ln>
                  <a:noFill/>
                </a:ln>
                <a:solidFill>
                  <a:srgbClr val="000000"/>
                </a:solidFill>
                <a:effectLst/>
                <a:uLnTx/>
                <a:uFillTx/>
                <a:latin typeface="BISansCond"/>
                <a:ea typeface="+mn-ea"/>
                <a:cs typeface="+mn-cs"/>
              </a:rPr>
              <a:t>Below two new EOT subject status details</a:t>
            </a:r>
          </a:p>
        </p:txBody>
      </p:sp>
      <p:sp>
        <p:nvSpPr>
          <p:cNvPr id="7" name="文本框 6">
            <a:extLst>
              <a:ext uri="{FF2B5EF4-FFF2-40B4-BE49-F238E27FC236}">
                <a16:creationId xmlns:a16="http://schemas.microsoft.com/office/drawing/2014/main" id="{F3AAC683-108B-9BDC-AD08-149B4462B5D3}"/>
              </a:ext>
            </a:extLst>
          </p:cNvPr>
          <p:cNvSpPr txBox="1"/>
          <p:nvPr/>
        </p:nvSpPr>
        <p:spPr>
          <a:xfrm>
            <a:off x="424466" y="3279255"/>
            <a:ext cx="7973222" cy="646331"/>
          </a:xfrm>
          <a:prstGeom prst="rect">
            <a:avLst/>
          </a:prstGeom>
          <a:noFill/>
        </p:spPr>
        <p:txBody>
          <a:bodyPr wrap="square" lIns="91440" tIns="45720" rIns="91440" bIns="4572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a:ln>
                  <a:noFill/>
                </a:ln>
                <a:solidFill>
                  <a:srgbClr val="000000"/>
                </a:solidFill>
                <a:effectLst/>
                <a:uLnTx/>
                <a:uFillTx/>
                <a:latin typeface="BISansCond"/>
                <a:ea typeface="+mn-ea"/>
                <a:cs typeface="SimSun" panose="02010600030101010101" pitchFamily="2" charset="-122"/>
              </a:rPr>
              <a:t>Subject 1156031004 who discontinued on 29 June 2023 potentially lost to follow up</a:t>
            </a:r>
          </a:p>
        </p:txBody>
      </p:sp>
      <p:sp>
        <p:nvSpPr>
          <p:cNvPr id="9" name="文本框 8">
            <a:extLst>
              <a:ext uri="{FF2B5EF4-FFF2-40B4-BE49-F238E27FC236}">
                <a16:creationId xmlns:a16="http://schemas.microsoft.com/office/drawing/2014/main" id="{CDCBDA90-3413-F400-526E-86CB50F9562F}"/>
              </a:ext>
            </a:extLst>
          </p:cNvPr>
          <p:cNvSpPr txBox="1"/>
          <p:nvPr/>
        </p:nvSpPr>
        <p:spPr>
          <a:xfrm>
            <a:off x="424466" y="2909923"/>
            <a:ext cx="4497158"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baseline="0" noProof="0">
                <a:ln>
                  <a:noFill/>
                </a:ln>
                <a:solidFill>
                  <a:srgbClr val="000000"/>
                </a:solidFill>
                <a:effectLst/>
                <a:uLnTx/>
                <a:uFillTx/>
                <a:latin typeface="BISansCond"/>
                <a:ea typeface="+mn-ea"/>
                <a:cs typeface="+mn-cs"/>
              </a:rPr>
              <a:t>No other potential early EOT pts by now</a:t>
            </a:r>
            <a:endParaRPr kumimoji="0" lang="zh-CN" altLang="en-US" sz="1400" b="0" i="0" u="none" strike="noStrike" kern="1200" cap="none" spc="0" normalizeH="0" baseline="0" noProof="0">
              <a:ln>
                <a:noFill/>
              </a:ln>
              <a:solidFill>
                <a:srgbClr val="000000"/>
              </a:solidFill>
              <a:effectLst/>
              <a:uLnTx/>
              <a:uFillTx/>
              <a:latin typeface="BISansCond"/>
              <a:ea typeface="+mn-ea"/>
              <a:cs typeface="+mn-cs"/>
            </a:endParaRPr>
          </a:p>
        </p:txBody>
      </p:sp>
    </p:spTree>
    <p:extLst>
      <p:ext uri="{BB962C8B-B14F-4D97-AF65-F5344CB8AC3E}">
        <p14:creationId xmlns:p14="http://schemas.microsoft.com/office/powerpoint/2010/main" val="391257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ags/tag348.xml><?xml version="1.0" encoding="utf-8"?>
<p:tagLst xmlns:a="http://schemas.openxmlformats.org/drawingml/2006/main" xmlns:r="http://schemas.openxmlformats.org/officeDocument/2006/relationships" xmlns:p="http://schemas.openxmlformats.org/presentationml/2006/main">
  <p:tag name="OTLMARKERSHAPE" val="OTL"/>
</p:tagLst>
</file>

<file path=ppt/tags/tag349.xml><?xml version="1.0" encoding="utf-8"?>
<p:tagLst xmlns:a="http://schemas.openxmlformats.org/drawingml/2006/main" xmlns:r="http://schemas.openxmlformats.org/officeDocument/2006/relationships" xmlns:p="http://schemas.openxmlformats.org/presentationml/2006/main">
  <p:tag name="OTLMARKERSHAPE" val="OTL"/>
</p:tagLst>
</file>

<file path=ppt/tags/tag350.xml><?xml version="1.0" encoding="utf-8"?>
<p:tagLst xmlns:a="http://schemas.openxmlformats.org/drawingml/2006/main" xmlns:r="http://schemas.openxmlformats.org/officeDocument/2006/relationships" xmlns:p="http://schemas.openxmlformats.org/presentationml/2006/main">
  <p:tag name="OTLMARKERSHAPE" val="OTL"/>
</p:tagLst>
</file>

<file path=ppt/tags/tag351.xml><?xml version="1.0" encoding="utf-8"?>
<p:tagLst xmlns:a="http://schemas.openxmlformats.org/drawingml/2006/main" xmlns:r="http://schemas.openxmlformats.org/officeDocument/2006/relationships" xmlns:p="http://schemas.openxmlformats.org/presentationml/2006/main">
  <p:tag name="OTLMARKERSHAPE" val="OTL"/>
</p:tagLst>
</file>

<file path=ppt/tags/tag352.xml><?xml version="1.0" encoding="utf-8"?>
<p:tagLst xmlns:a="http://schemas.openxmlformats.org/drawingml/2006/main" xmlns:r="http://schemas.openxmlformats.org/officeDocument/2006/relationships" xmlns:p="http://schemas.openxmlformats.org/presentationml/2006/main">
  <p:tag name="OTLMARKERSHAPE" val="OTL"/>
</p:tagLst>
</file>

<file path=ppt/tags/tag353.xml><?xml version="1.0" encoding="utf-8"?>
<p:tagLst xmlns:a="http://schemas.openxmlformats.org/drawingml/2006/main" xmlns:r="http://schemas.openxmlformats.org/officeDocument/2006/relationships" xmlns:p="http://schemas.openxmlformats.org/presentationml/2006/main">
  <p:tag name="OTLMARKERSHAPE" val="OTL"/>
</p:tagLst>
</file>

<file path=ppt/tags/tag354.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16.potx" id="{69C72FE0-88EE-4B76-BE66-8EEB0D909CD6}" vid="{8DD212FA-B497-4EF6-ADA5-99AC8AB58070}"/>
    </a:ext>
  </a:extLst>
</a:theme>
</file>

<file path=ppt/theme/theme2.xml><?xml version="1.0" encoding="utf-8"?>
<a:theme xmlns:a="http://schemas.openxmlformats.org/drawingml/2006/main" name="Theme3">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Theme3" id="{94C1ACDC-CADA-4807-9182-F0468D857DB6}" vid="{E4810435-E148-4B6F-9D3C-7EC0F53FCD93}"/>
    </a:ext>
  </a:extLst>
</a:theme>
</file>

<file path=ppt/theme/theme3.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16.potx" id="{69C72FE0-88EE-4B76-BE66-8EEB0D909CD6}" vid="{8DD212FA-B497-4EF6-ADA5-99AC8AB58070}"/>
    </a:ext>
  </a:extLst>
</a:theme>
</file>

<file path=ppt/theme/theme4.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5.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6.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K16_Boehringer-Ingelheim_Master_2023-09-29.potx" id="{77A58570-6D5D-4E78-A3D8-DCEEFE5F84D6}" vid="{9EBFB014-BA6E-409E-83CE-59ED1C5051CE}"/>
    </a:ext>
  </a:extLst>
</a:theme>
</file>

<file path=ppt/theme/theme7.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8.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Wang,Shirley (HP Medicine) BII-CN-B</DisplayName>
        <AccountId>170</AccountId>
        <AccountType/>
      </UserInfo>
      <UserInfo>
        <DisplayName>Wu,Dan (MED CD&amp;O) BII-CN-S</DisplayName>
        <AccountId>167</AccountId>
        <AccountType/>
      </UserInfo>
      <UserInfo>
        <DisplayName>Chen,Dr.,Ying (HP Medicine) BII-CN-S</DisplayName>
        <AccountId>125</AccountId>
        <AccountType/>
      </UserInfo>
      <UserInfo>
        <DisplayName>Lu,Yixin (MED CD&amp;O) BII-CN-S</DisplayName>
        <AccountId>162</AccountId>
        <AccountType/>
      </UserInfo>
      <UserInfo>
        <DisplayName>Zhang,Ying (MED CD&amp;O) BII-CN-S</DisplayName>
        <AccountId>80</AccountId>
        <AccountType/>
      </UserInfo>
      <UserInfo>
        <DisplayName>Ling,Rosy (HP Medicine) BII-CN-S</DisplayName>
        <AccountId>43</AccountId>
        <AccountType/>
      </UserInfo>
      <UserInfo>
        <DisplayName>Chen,Michael (HP Medicine) BII-CN-B</DisplayName>
        <AccountId>58</AccountId>
        <AccountType/>
      </UserInfo>
      <UserInfo>
        <DisplayName>Li,Fengqiong (HP Medicine) BII-CN-B</DisplayName>
        <AccountId>166</AccountId>
        <AccountType/>
      </UserInfo>
      <UserInfo>
        <DisplayName>Sun,Dr.,Alex (HP Medicine) BII-CN-S</DisplayName>
        <AccountId>168</AccountId>
        <AccountType/>
      </UserInfo>
      <UserInfo>
        <DisplayName>Zhao,Qian (MED CD&amp;O) BII-CN-S</DisplayName>
        <AccountId>203</AccountId>
        <AccountType/>
      </UserInfo>
      <UserInfo>
        <DisplayName>Qian,Qi (MED CD&amp;O) BII-CN-S</DisplayName>
        <AccountId>204</AccountId>
        <AccountType/>
      </UserInfo>
      <UserInfo>
        <DisplayName>zxSHA Li,Lili (MED CD&amp;O) EXTERNAL</DisplayName>
        <AccountId>205</AccountId>
        <AccountType/>
      </UserInfo>
      <UserInfo>
        <DisplayName>Wang,Yuan (HP Medicine) BII-CN-S</DisplayName>
        <AccountId>131</AccountId>
        <AccountType/>
      </UserInfo>
      <UserInfo>
        <DisplayName>Tian,Liqun (HP Medicine) BII-CN-S</DisplayName>
        <AccountId>206</AccountId>
        <AccountType/>
      </UserInfo>
      <UserInfo>
        <DisplayName>Shi,Yi (HP Medicine) BII-CN-S</DisplayName>
        <AccountId>207</AccountId>
        <AccountType/>
      </UserInfo>
      <UserInfo>
        <DisplayName>Wang,Dr.,Bo (HP Medicine) BII-CN-S</DisplayName>
        <AccountId>208</AccountId>
        <AccountType/>
      </UserInfo>
      <UserInfo>
        <DisplayName>Shi,Cherry (HP Medicine) BII-CN-S</DisplayName>
        <AccountId>160</AccountId>
        <AccountType/>
      </UserInfo>
      <UserInfo>
        <DisplayName>Huang,Hui (HP Medicine) BII-CN-S</DisplayName>
        <AccountId>165</AccountId>
        <AccountType/>
      </UserInfo>
      <UserInfo>
        <DisplayName>Wang,Dr.,Hui (MED BDS) BII-CN-S</DisplayName>
        <AccountId>164</AccountId>
        <AccountType/>
      </UserInfo>
      <UserInfo>
        <DisplayName>Du,Zhaoxia (MED BDS) BII-CN-S</DisplayName>
        <AccountId>195</AccountId>
        <AccountType/>
      </UserInfo>
      <UserInfo>
        <DisplayName>Li,Yuting (HP Medicine) BII-CN-S</DisplayName>
        <AccountId>86</AccountId>
        <AccountType/>
      </UserInfo>
      <UserInfo>
        <DisplayName>Lin,Julia (MED CD&amp;O) BI-TW-T</DisplayName>
        <AccountId>209</AccountId>
        <AccountType/>
      </UserInfo>
      <UserInfo>
        <DisplayName>zxSHA Zhao,Ting (MED CD&amp;O) EXTERNAL</DisplayName>
        <AccountId>263</AccountId>
        <AccountType/>
      </UserInfo>
    </SharedWithUsers>
    <MediaLengthInSeconds xmlns="abec3d6c-dc49-43d8-9f5f-fe75434a2497" xsi:nil="true"/>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B9863D-9B27-4422-BBDE-F081C79A94F6}"/>
</file>

<file path=customXml/itemProps2.xml><?xml version="1.0" encoding="utf-8"?>
<ds:datastoreItem xmlns:ds="http://schemas.openxmlformats.org/officeDocument/2006/customXml" ds:itemID="{F007EF22-07F5-49DF-901A-329F0FF2BB83}">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7128F-C690-4076-BBCD-1651809AE10C}">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
  <TotalTime>0</TotalTime>
  <Words>14155</Words>
  <Application>Microsoft Office PowerPoint</Application>
  <PresentationFormat>On-screen Show (16:9)</PresentationFormat>
  <Paragraphs>4391</Paragraphs>
  <Slides>68</Slides>
  <Notes>41</Notes>
  <HiddenSlides>40</HiddenSlides>
  <MMClips>0</MMClips>
  <ScaleCrop>false</ScaleCrop>
  <HeadingPairs>
    <vt:vector size="4" baseType="variant">
      <vt:variant>
        <vt:lpstr>Theme</vt:lpstr>
      </vt:variant>
      <vt:variant>
        <vt:i4>7</vt:i4>
      </vt:variant>
      <vt:variant>
        <vt:lpstr>Slide Titles</vt:lpstr>
      </vt:variant>
      <vt:variant>
        <vt:i4>68</vt:i4>
      </vt:variant>
    </vt:vector>
  </HeadingPairs>
  <TitlesOfParts>
    <vt:vector size="75" baseType="lpstr">
      <vt:lpstr>Boehringer Ingelheim 16:9</vt:lpstr>
      <vt:lpstr>Theme3</vt:lpstr>
      <vt:lpstr>2_Boehringer Ingelheim 16:9</vt:lpstr>
      <vt:lpstr>BI_Corporate_16_9</vt:lpstr>
      <vt:lpstr>1_Boehringer Ingelheim 16:9</vt:lpstr>
      <vt:lpstr>3_Boehringer Ingelheim 16:9</vt:lpstr>
      <vt:lpstr>4_Boehringer Ingelheim 16:9</vt:lpstr>
      <vt:lpstr>Portfolio Executive Committee (PEC)  Review Meeting   Portfolio Overview Update - Inflammation </vt:lpstr>
      <vt:lpstr>One Page Summary-----Inflammation</vt:lpstr>
      <vt:lpstr>Nerandomilast  Asset Team China Visit Workshop on Feb 22nd</vt:lpstr>
      <vt:lpstr>Ongoing: Nerandomilast (PDE4b inhibitor) Idiopathic Pulmonary Fibrosis(IPF) and Progressive Fibrosing Interstitial Lung Disease(PF-ILD) (Ph3) </vt:lpstr>
      <vt:lpstr>Nerandomilast (PDE4b inhibitor) Trial Update –15Apr2024</vt:lpstr>
      <vt:lpstr>Fibroneer : Ranking Related to Permanent Discontinuations - 09 Apr 2024untry ranking (IRT)</vt:lpstr>
      <vt:lpstr>Focus Countries Review – 9Apr2024</vt:lpstr>
      <vt:lpstr>Fibroneer-IPF 1305-0014 Global recruitment information- 20231207</vt:lpstr>
      <vt:lpstr>Fibroneer-IPF 1305-0014 China recruitment information- 20231207</vt:lpstr>
      <vt:lpstr>1305-0014 Taiwan recruitment status (Cut off date: 5 Sep 2023)  Recruitment completed; Global LSR: 7 Aug 2023, Local LSR: 27 July 2023  </vt:lpstr>
      <vt:lpstr>Fibroneer-ILD 1305-0023 Global recruitment information- 20231215</vt:lpstr>
      <vt:lpstr>Fibroneer-ILD 1305-0023 China recruitment information- 20231207</vt:lpstr>
      <vt:lpstr>Fibroneer-ILD 1305-0023 Taiwan recruitment status (Cut off date: 12 Dec 2023) </vt:lpstr>
      <vt:lpstr>1305-0014 Early Discontinue Patient Status：CHN1 cut off 15Apr2024 </vt:lpstr>
      <vt:lpstr>1305-0014 Early Discontinue Patient Status：10 cut off 15Apr2024</vt:lpstr>
      <vt:lpstr>1305-0023 Early Discontinue Patient Status： CHN1 cut off 15Apr2024 </vt:lpstr>
      <vt:lpstr>1305-0023 Early Discontinue Patient Status：17 cut off 15Apr2024</vt:lpstr>
      <vt:lpstr>1305-0023 Early Discontinue Patient Status：17 cut off 15Apr2024</vt:lpstr>
      <vt:lpstr>Next wave: BI 1015550 (PDE4b inhibitor) SSc</vt:lpstr>
      <vt:lpstr>PowerPoint Presentation</vt:lpstr>
      <vt:lpstr>China Sample size - preserve effect</vt:lpstr>
      <vt:lpstr>PowerPoint Presentation</vt:lpstr>
      <vt:lpstr>PowerPoint Presentation</vt:lpstr>
      <vt:lpstr>Ongoing: Nintedanib (TKI)1199-0434: Progressive Fibrosing Interstitial Lung Disease(PF-ILD)</vt:lpstr>
      <vt:lpstr>Function update-Statistics and Programming</vt:lpstr>
      <vt:lpstr>Ongoing: BI 1839100 (TRPA-1 antagonist): IPF/ PPF Cough</vt:lpstr>
      <vt:lpstr>14 Sites are selected</vt:lpstr>
      <vt:lpstr>Ongoing: BI 1819479 (AutoTaxin inhi): IPF/ PPF </vt:lpstr>
      <vt:lpstr>PowerPoint Presentation</vt:lpstr>
      <vt:lpstr>PowerPoint Presentation</vt:lpstr>
      <vt:lpstr>Ongoing: Avenciguat (sGC Activator): Systemic Sclerosis (SSc)</vt:lpstr>
      <vt:lpstr>PowerPoint Presentation</vt:lpstr>
      <vt:lpstr>PowerPoint Presentation</vt:lpstr>
      <vt:lpstr>Mitigation Plan for patient  recruitment in China</vt:lpstr>
      <vt:lpstr>Under Evaluation: BI 765250 PD-1 agonist in SSc</vt:lpstr>
      <vt:lpstr>PD-1 agonist：Integrated Development Plan</vt:lpstr>
      <vt:lpstr>Under Evaluation: BI3000202 (cGAS inh.) in Interferonopathy (干扰素病)</vt:lpstr>
      <vt:lpstr>Ongoing: BI 706321 (RIPK2 inhibitor): Crohn’s Disease (CD)</vt:lpstr>
      <vt:lpstr>Under Evaluation: BI 3032950 (Anti-TREM1): Crohn’s Disease (CD)</vt:lpstr>
      <vt:lpstr>China joining TREM-1 Ph2b timeline </vt:lpstr>
      <vt:lpstr>China PK Strategy Options</vt:lpstr>
      <vt:lpstr>China joining TREM-1 Ph2b timeline (back up option 4)</vt:lpstr>
      <vt:lpstr>PDE4 PK study budget reference</vt:lpstr>
      <vt:lpstr>TREM-1 development Schedule and Option  for JP</vt:lpstr>
      <vt:lpstr>China PK Study Needs</vt:lpstr>
      <vt:lpstr>Inflammation Product Overview</vt:lpstr>
      <vt:lpstr>PowerPoint Presentation</vt:lpstr>
      <vt:lpstr>Spevigo sNDA Roadmap – GPP flare prevention</vt:lpstr>
      <vt:lpstr>Spevigo sNDA for GPP flare prevention  in China – Best Case</vt:lpstr>
      <vt:lpstr>Status in Other Regions </vt:lpstr>
      <vt:lpstr>Ongoing: BI 655130 (Anti-IL36R): General Pustular Psoriasis (GPP)</vt:lpstr>
      <vt:lpstr>1368-0120-Global Recruitment Curve (as of 16Apr2024)</vt:lpstr>
      <vt:lpstr>1368-0120-China Reruitment Curve (as of 15Apr2024)-No update</vt:lpstr>
      <vt:lpstr>Ongoing: BI 655130 (Anti-IL36R): Hidradenitis suppurativa (HS)</vt:lpstr>
      <vt:lpstr>1368-0098 HS Global recruitment information- 24Apr2024</vt:lpstr>
      <vt:lpstr>1368-0098 HS China recruitment information- 24Apr2024   </vt:lpstr>
      <vt:lpstr>Ongoing: BI 655130 (Anti-IL36R): Netherton Syndrome (NS)</vt:lpstr>
      <vt:lpstr>Global Spesolimab NS – w32 submissions </vt:lpstr>
      <vt:lpstr>Submission scenarios</vt:lpstr>
      <vt:lpstr>1368-0104 Global recruitment curve (as of 15Apr2024)</vt:lpstr>
      <vt:lpstr>1368-0104 China recruitment curve (as of 15Apr2024)</vt:lpstr>
      <vt:lpstr>Ongoing: BI 655130 (Anti-IL36R): Pyoderma Gangrenosum (PG)</vt:lpstr>
      <vt:lpstr>Ongoing: BI 655130 (Anti-IL36R): Pyoderma Gangrenosum (PG) - before update for reference</vt:lpstr>
      <vt:lpstr>Inflammation product Overview</vt:lpstr>
      <vt:lpstr>Back Up</vt:lpstr>
      <vt:lpstr>TRPA-1 Ph2 study design</vt:lpstr>
      <vt:lpstr>Mitigation status update of FVC data missing </vt:lpstr>
      <vt:lpstr>Early EOT pts update since last meeting (9 Oct 2023)</vt:lpstr>
    </vt:vector>
  </TitlesOfParts>
  <Company>Boehringer Ingelheim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Text Headline Text</dc:title>
  <dc:creator>Chankupar Rymbai</dc:creator>
  <cp:lastModifiedBy>Li,Ansu (HP Medicine) BII-CN-S</cp:lastModifiedBy>
  <cp:revision>4</cp:revision>
  <cp:lastPrinted>2024-02-27T15:03:34Z</cp:lastPrinted>
  <dcterms:created xsi:type="dcterms:W3CDTF">2018-01-17T10:15:39Z</dcterms:created>
  <dcterms:modified xsi:type="dcterms:W3CDTF">2024-09-11T13:20:36Z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Order">
    <vt:r8>210400</vt:r8>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y fmtid="{D5CDD505-2E9C-101B-9397-08002B2CF9AE}" pid="11" name="_ColorHex">
    <vt:lpwstr/>
  </property>
  <property fmtid="{D5CDD505-2E9C-101B-9397-08002B2CF9AE}" pid="12" name="_Emoji">
    <vt:lpwstr/>
  </property>
  <property fmtid="{D5CDD505-2E9C-101B-9397-08002B2CF9AE}" pid="13" name="_ColorTag">
    <vt:lpwstr/>
  </property>
</Properties>
</file>